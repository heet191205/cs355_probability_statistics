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6"/>
  </p:notesMasterIdLst>
  <p:sldIdLst>
    <p:sldId id="256" r:id="rId6"/>
    <p:sldId id="257" r:id="rId7"/>
    <p:sldId id="258" r:id="rId8"/>
    <p:sldId id="333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5" r:id="rId17"/>
    <p:sldId id="267" r:id="rId18"/>
    <p:sldId id="334" r:id="rId19"/>
    <p:sldId id="268" r:id="rId20"/>
    <p:sldId id="33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10" r:id="rId53"/>
    <p:sldId id="331" r:id="rId54"/>
    <p:sldId id="33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9" r:id="rId71"/>
    <p:sldId id="335" r:id="rId72"/>
    <p:sldId id="337" r:id="rId73"/>
    <p:sldId id="336" r:id="rId74"/>
    <p:sldId id="328" r:id="rId7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BD84-AA1D-B426-37CF-D88C918ADAB5}" v="1" dt="2024-01-31T17:49:33.1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2429" autoAdjust="0"/>
  </p:normalViewPr>
  <p:slideViewPr>
    <p:cSldViewPr>
      <p:cViewPr varScale="1">
        <p:scale>
          <a:sx n="171" d="100"/>
          <a:sy n="171" d="100"/>
        </p:scale>
        <p:origin x="130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82" Type="http://schemas.microsoft.com/office/2015/10/relationships/revisionInfo" Target="revisionInfo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B80899D9-15EB-4EBF-92C8-8EDDE89A5EF9}"/>
    <pc:docChg chg="addSld modSld">
      <pc:chgData name="Geng, Baocheng" userId="b4253f3e-c40b-4a70-8207-93818653a34c" providerId="ADAL" clId="{B80899D9-15EB-4EBF-92C8-8EDDE89A5EF9}" dt="2024-01-29T20:28:18.100" v="50" actId="20577"/>
      <pc:docMkLst>
        <pc:docMk/>
      </pc:docMkLst>
      <pc:sldChg chg="modSp mod">
        <pc:chgData name="Geng, Baocheng" userId="b4253f3e-c40b-4a70-8207-93818653a34c" providerId="ADAL" clId="{B80899D9-15EB-4EBF-92C8-8EDDE89A5EF9}" dt="2024-01-29T20:28:18.100" v="50" actId="20577"/>
        <pc:sldMkLst>
          <pc:docMk/>
          <pc:sldMk cId="0" sldId="267"/>
        </pc:sldMkLst>
        <pc:spChg chg="mod">
          <ac:chgData name="Geng, Baocheng" userId="b4253f3e-c40b-4a70-8207-93818653a34c" providerId="ADAL" clId="{B80899D9-15EB-4EBF-92C8-8EDDE89A5EF9}" dt="2024-01-29T20:28:18.100" v="50" actId="20577"/>
          <ac:spMkLst>
            <pc:docMk/>
            <pc:sldMk cId="0" sldId="267"/>
            <ac:spMk id="9" creationId="{00000000-0000-0000-0000-000000000000}"/>
          </ac:spMkLst>
        </pc:spChg>
      </pc:sldChg>
      <pc:sldChg chg="modSp mod">
        <pc:chgData name="Geng, Baocheng" userId="b4253f3e-c40b-4a70-8207-93818653a34c" providerId="ADAL" clId="{B80899D9-15EB-4EBF-92C8-8EDDE89A5EF9}" dt="2024-01-29T20:15:29.850" v="14" actId="20577"/>
        <pc:sldMkLst>
          <pc:docMk/>
          <pc:sldMk cId="0" sldId="291"/>
        </pc:sldMkLst>
        <pc:spChg chg="mod">
          <ac:chgData name="Geng, Baocheng" userId="b4253f3e-c40b-4a70-8207-93818653a34c" providerId="ADAL" clId="{B80899D9-15EB-4EBF-92C8-8EDDE89A5EF9}" dt="2024-01-29T20:15:29.850" v="14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B80899D9-15EB-4EBF-92C8-8EDDE89A5EF9}" dt="2024-01-29T20:17:31.148" v="41" actId="20577"/>
        <pc:sldMkLst>
          <pc:docMk/>
          <pc:sldMk cId="0" sldId="314"/>
        </pc:sldMkLst>
        <pc:spChg chg="mod">
          <ac:chgData name="Geng, Baocheng" userId="b4253f3e-c40b-4a70-8207-93818653a34c" providerId="ADAL" clId="{B80899D9-15EB-4EBF-92C8-8EDDE89A5EF9}" dt="2024-01-29T20:17:31.148" v="41" actId="20577"/>
          <ac:spMkLst>
            <pc:docMk/>
            <pc:sldMk cId="0" sldId="314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B80899D9-15EB-4EBF-92C8-8EDDE89A5EF9}" dt="2024-01-29T20:16:42.957" v="32" actId="14100"/>
        <pc:sldMkLst>
          <pc:docMk/>
          <pc:sldMk cId="2903919362" sldId="331"/>
        </pc:sldMkLst>
        <pc:spChg chg="mod">
          <ac:chgData name="Geng, Baocheng" userId="b4253f3e-c40b-4a70-8207-93818653a34c" providerId="ADAL" clId="{B80899D9-15EB-4EBF-92C8-8EDDE89A5EF9}" dt="2024-01-29T20:16:42.957" v="32" actId="14100"/>
          <ac:spMkLst>
            <pc:docMk/>
            <pc:sldMk cId="2903919362" sldId="331"/>
            <ac:spMk id="2" creationId="{00000000-0000-0000-0000-000000000000}"/>
          </ac:spMkLst>
        </pc:spChg>
      </pc:sldChg>
      <pc:sldChg chg="add">
        <pc:chgData name="Geng, Baocheng" userId="b4253f3e-c40b-4a70-8207-93818653a34c" providerId="ADAL" clId="{B80899D9-15EB-4EBF-92C8-8EDDE89A5EF9}" dt="2024-01-29T20:28:12.437" v="48" actId="2890"/>
        <pc:sldMkLst>
          <pc:docMk/>
          <pc:sldMk cId="3179331685" sldId="334"/>
        </pc:sldMkLst>
      </pc:sldChg>
    </pc:docChg>
  </pc:docChgLst>
  <pc:docChgLst>
    <pc:chgData name="Geng, Baocheng" userId="S::bgeng@uab.edu::b4253f3e-c40b-4a70-8207-93818653a34c" providerId="AD" clId="Web-{EDFFBD84-AA1D-B426-37CF-D88C918ADAB5}"/>
    <pc:docChg chg="sldOrd">
      <pc:chgData name="Geng, Baocheng" userId="S::bgeng@uab.edu::b4253f3e-c40b-4a70-8207-93818653a34c" providerId="AD" clId="Web-{EDFFBD84-AA1D-B426-37CF-D88C918ADAB5}" dt="2024-01-31T17:49:33.192" v="0"/>
      <pc:docMkLst>
        <pc:docMk/>
      </pc:docMkLst>
      <pc:sldChg chg="ord">
        <pc:chgData name="Geng, Baocheng" userId="S::bgeng@uab.edu::b4253f3e-c40b-4a70-8207-93818653a34c" providerId="AD" clId="Web-{EDFFBD84-AA1D-B426-37CF-D88C918ADAB5}" dt="2024-01-31T17:49:33.192" v="0"/>
        <pc:sldMkLst>
          <pc:docMk/>
          <pc:sldMk cId="0" sldId="266"/>
        </pc:sldMkLst>
      </pc:sldChg>
    </pc:docChg>
  </pc:docChgLst>
  <pc:docChgLst>
    <pc:chgData name="Geng, Baocheng" userId="b4253f3e-c40b-4a70-8207-93818653a34c" providerId="ADAL" clId="{5A93A6BE-387D-4CD9-99B4-A38C03A0341B}"/>
    <pc:docChg chg="undo custSel addSld delSld modSld sldOrd">
      <pc:chgData name="Geng, Baocheng" userId="b4253f3e-c40b-4a70-8207-93818653a34c" providerId="ADAL" clId="{5A93A6BE-387D-4CD9-99B4-A38C03A0341B}" dt="2023-02-02T15:48:40.319" v="867"/>
      <pc:docMkLst>
        <pc:docMk/>
      </pc:docMkLst>
      <pc:sldChg chg="addSp delSp modSp mod">
        <pc:chgData name="Geng, Baocheng" userId="b4253f3e-c40b-4a70-8207-93818653a34c" providerId="ADAL" clId="{5A93A6BE-387D-4CD9-99B4-A38C03A0341B}" dt="2023-02-02T15:32:46.352" v="861" actId="20577"/>
        <pc:sldMkLst>
          <pc:docMk/>
          <pc:sldMk cId="0" sldId="256"/>
        </pc:sldMkLst>
        <pc:spChg chg="mod">
          <ac:chgData name="Geng, Baocheng" userId="b4253f3e-c40b-4a70-8207-93818653a34c" providerId="ADAL" clId="{5A93A6BE-387D-4CD9-99B4-A38C03A0341B}" dt="2023-02-02T15:32:46.352" v="861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Geng, Baocheng" userId="b4253f3e-c40b-4a70-8207-93818653a34c" providerId="ADAL" clId="{5A93A6BE-387D-4CD9-99B4-A38C03A0341B}" dt="2023-01-31T21:05:48.410" v="8"/>
          <ac:spMkLst>
            <pc:docMk/>
            <pc:sldMk cId="0" sldId="256"/>
            <ac:spMk id="8" creationId="{887C8F22-16DC-8F14-B7CD-9C37B7FFD695}"/>
          </ac:spMkLst>
        </pc:spChg>
        <pc:spChg chg="mod">
          <ac:chgData name="Geng, Baocheng" userId="b4253f3e-c40b-4a70-8207-93818653a34c" providerId="ADAL" clId="{5A93A6BE-387D-4CD9-99B4-A38C03A0341B}" dt="2023-01-31T22:09:27.273" v="183"/>
          <ac:spMkLst>
            <pc:docMk/>
            <pc:sldMk cId="0" sldId="256"/>
            <ac:spMk id="9" creationId="{69569D5E-9AF9-4BCB-3F47-7A3ABB7078E8}"/>
          </ac:spMkLst>
        </pc:spChg>
        <pc:spChg chg="add del mod">
          <ac:chgData name="Geng, Baocheng" userId="b4253f3e-c40b-4a70-8207-93818653a34c" providerId="ADAL" clId="{5A93A6BE-387D-4CD9-99B4-A38C03A0341B}" dt="2023-01-31T21:06:20.784" v="25" actId="478"/>
          <ac:spMkLst>
            <pc:docMk/>
            <pc:sldMk cId="0" sldId="256"/>
            <ac:spMk id="9" creationId="{FF82A9FD-C689-EF5A-288E-ED38C4B3ACBD}"/>
          </ac:spMkLst>
        </pc:spChg>
        <pc:spChg chg="add del mod">
          <ac:chgData name="Geng, Baocheng" userId="b4253f3e-c40b-4a70-8207-93818653a34c" providerId="ADAL" clId="{5A93A6BE-387D-4CD9-99B4-A38C03A0341B}" dt="2023-01-31T21:07:27.190" v="49" actId="478"/>
          <ac:spMkLst>
            <pc:docMk/>
            <pc:sldMk cId="0" sldId="256"/>
            <ac:spMk id="10" creationId="{8A811AFC-1FDA-05C4-0ED9-22D8D0427178}"/>
          </ac:spMkLst>
        </pc:spChg>
        <pc:spChg chg="mod">
          <ac:chgData name="Geng, Baocheng" userId="b4253f3e-c40b-4a70-8207-93818653a34c" providerId="ADAL" clId="{5A93A6BE-387D-4CD9-99B4-A38C03A0341B}" dt="2023-01-31T22:09:27.273" v="183"/>
          <ac:spMkLst>
            <pc:docMk/>
            <pc:sldMk cId="0" sldId="256"/>
            <ac:spMk id="10" creationId="{BFA785ED-A7F2-1837-4468-CD6F6193D1A4}"/>
          </ac:spMkLst>
        </pc:spChg>
        <pc:spChg chg="add del mod">
          <ac:chgData name="Geng, Baocheng" userId="b4253f3e-c40b-4a70-8207-93818653a34c" providerId="ADAL" clId="{5A93A6BE-387D-4CD9-99B4-A38C03A0341B}" dt="2023-01-31T21:15:56.595" v="55"/>
          <ac:spMkLst>
            <pc:docMk/>
            <pc:sldMk cId="0" sldId="256"/>
            <ac:spMk id="14" creationId="{88326384-76B6-0D6A-D22B-6E0DC7FA70C6}"/>
          </ac:spMkLst>
        </pc:spChg>
        <pc:spChg chg="add del mod">
          <ac:chgData name="Geng, Baocheng" userId="b4253f3e-c40b-4a70-8207-93818653a34c" providerId="ADAL" clId="{5A93A6BE-387D-4CD9-99B4-A38C03A0341B}" dt="2023-01-31T21:35:34.927" v="81" actId="478"/>
          <ac:spMkLst>
            <pc:docMk/>
            <pc:sldMk cId="0" sldId="256"/>
            <ac:spMk id="15" creationId="{05DDF081-8E45-50A3-415C-90AC0F773CC4}"/>
          </ac:spMkLst>
        </pc:spChg>
        <pc:spChg chg="add del mod">
          <ac:chgData name="Geng, Baocheng" userId="b4253f3e-c40b-4a70-8207-93818653a34c" providerId="ADAL" clId="{5A93A6BE-387D-4CD9-99B4-A38C03A0341B}" dt="2023-01-31T21:35:33.313" v="80" actId="478"/>
          <ac:spMkLst>
            <pc:docMk/>
            <pc:sldMk cId="0" sldId="256"/>
            <ac:spMk id="16" creationId="{F481A1E4-55BE-D287-BDBE-789D19A03456}"/>
          </ac:spMkLst>
        </pc:spChg>
        <pc:spChg chg="add del mod">
          <ac:chgData name="Geng, Baocheng" userId="b4253f3e-c40b-4a70-8207-93818653a34c" providerId="ADAL" clId="{5A93A6BE-387D-4CD9-99B4-A38C03A0341B}" dt="2023-01-31T21:36:36.943" v="111" actId="478"/>
          <ac:spMkLst>
            <pc:docMk/>
            <pc:sldMk cId="0" sldId="256"/>
            <ac:spMk id="17" creationId="{81443A37-52EA-8273-AEAE-098ADE34703F}"/>
          </ac:spMkLst>
        </pc:spChg>
        <pc:grpChg chg="del">
          <ac:chgData name="Geng, Baocheng" userId="b4253f3e-c40b-4a70-8207-93818653a34c" providerId="ADAL" clId="{5A93A6BE-387D-4CD9-99B4-A38C03A0341B}" dt="2023-01-30T17:27:41.096" v="0" actId="478"/>
          <ac:grpSpMkLst>
            <pc:docMk/>
            <pc:sldMk cId="0" sldId="256"/>
            <ac:grpSpMk id="8" creationId="{00000000-0000-0000-0000-000000000000}"/>
          </ac:grpSpMkLst>
        </pc:grpChg>
        <pc:grpChg chg="add del mod">
          <ac:chgData name="Geng, Baocheng" userId="b4253f3e-c40b-4a70-8207-93818653a34c" providerId="ADAL" clId="{5A93A6BE-387D-4CD9-99B4-A38C03A0341B}" dt="2023-01-31T22:09:29.920" v="184"/>
          <ac:grpSpMkLst>
            <pc:docMk/>
            <pc:sldMk cId="0" sldId="256"/>
            <ac:grpSpMk id="8" creationId="{4CE41F48-797B-3997-8D80-B5EFF97C8616}"/>
          </ac:grpSpMkLst>
        </pc:grpChg>
      </pc:sldChg>
      <pc:sldChg chg="delSp modSp mod setBg">
        <pc:chgData name="Geng, Baocheng" userId="b4253f3e-c40b-4a70-8207-93818653a34c" providerId="ADAL" clId="{5A93A6BE-387D-4CD9-99B4-A38C03A0341B}" dt="2023-01-31T22:11:11.423" v="282" actId="1076"/>
        <pc:sldMkLst>
          <pc:docMk/>
          <pc:sldMk cId="0" sldId="257"/>
        </pc:sldMkLst>
        <pc:spChg chg="mod">
          <ac:chgData name="Geng, Baocheng" userId="b4253f3e-c40b-4a70-8207-93818653a34c" providerId="ADAL" clId="{5A93A6BE-387D-4CD9-99B4-A38C03A0341B}" dt="2023-01-31T22:11:11.423" v="282" actId="1076"/>
          <ac:spMkLst>
            <pc:docMk/>
            <pc:sldMk cId="0" sldId="257"/>
            <ac:spMk id="2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0:46.263" v="241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Geng, Baocheng" userId="b4253f3e-c40b-4a70-8207-93818653a34c" providerId="ADAL" clId="{5A93A6BE-387D-4CD9-99B4-A38C03A0341B}" dt="2023-01-31T22:10:38.170" v="240" actId="207"/>
          <ac:spMkLst>
            <pc:docMk/>
            <pc:sldMk cId="0" sldId="257"/>
            <ac:spMk id="9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09:32.837" v="185" actId="478"/>
          <ac:grpSpMkLst>
            <pc:docMk/>
            <pc:sldMk cId="0" sldId="257"/>
            <ac:grpSpMk id="10" creationId="{00000000-0000-0000-0000-000000000000}"/>
          </ac:grpSpMkLst>
        </pc:grpChg>
        <pc:picChg chg="del mod replST">
          <ac:chgData name="Geng, Baocheng" userId="b4253f3e-c40b-4a70-8207-93818653a34c" providerId="ADAL" clId="{5A93A6BE-387D-4CD9-99B4-A38C03A0341B}" dt="2023-01-31T22:03:58.639" v="141" actId="478"/>
          <ac:picMkLst>
            <pc:docMk/>
            <pc:sldMk cId="0" sldId="257"/>
            <ac:picMk id="17" creationId="{22028B06-7AA8-BCBB-DF54-B0E02985456D}"/>
          </ac:picMkLst>
        </pc:picChg>
      </pc:sldChg>
      <pc:sldChg chg="delSp mod">
        <pc:chgData name="Geng, Baocheng" userId="b4253f3e-c40b-4a70-8207-93818653a34c" providerId="ADAL" clId="{5A93A6BE-387D-4CD9-99B4-A38C03A0341B}" dt="2023-01-31T22:11:16.045" v="284" actId="478"/>
        <pc:sldMkLst>
          <pc:docMk/>
          <pc:sldMk cId="0" sldId="258"/>
        </pc:sldMkLst>
        <pc:grpChg chg="del">
          <ac:chgData name="Geng, Baocheng" userId="b4253f3e-c40b-4a70-8207-93818653a34c" providerId="ADAL" clId="{5A93A6BE-387D-4CD9-99B4-A38C03A0341B}" dt="2023-01-31T22:11:14.881" v="283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11:16.045" v="284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1:20.835" v="285" actId="478"/>
        <pc:sldMkLst>
          <pc:docMk/>
          <pc:sldMk cId="0" sldId="259"/>
        </pc:sldMkLst>
        <pc:grpChg chg="del">
          <ac:chgData name="Geng, Baocheng" userId="b4253f3e-c40b-4a70-8207-93818653a34c" providerId="ADAL" clId="{5A93A6BE-387D-4CD9-99B4-A38C03A0341B}" dt="2023-01-31T22:11:20.835" v="285" actId="478"/>
          <ac:grpSpMkLst>
            <pc:docMk/>
            <pc:sldMk cId="0" sldId="259"/>
            <ac:grpSpMk id="5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5A93A6BE-387D-4CD9-99B4-A38C03A0341B}" dt="2023-01-31T22:15:23.188" v="296" actId="14100"/>
        <pc:sldMkLst>
          <pc:docMk/>
          <pc:sldMk cId="0" sldId="260"/>
        </pc:sldMkLst>
        <pc:spChg chg="mod">
          <ac:chgData name="Geng, Baocheng" userId="b4253f3e-c40b-4a70-8207-93818653a34c" providerId="ADAL" clId="{5A93A6BE-387D-4CD9-99B4-A38C03A0341B}" dt="2023-01-31T22:12:10.473" v="288" actId="1076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Geng, Baocheng" userId="b4253f3e-c40b-4a70-8207-93818653a34c" providerId="ADAL" clId="{5A93A6BE-387D-4CD9-99B4-A38C03A0341B}" dt="2023-01-31T22:12:16.845" v="291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2:13.102" v="28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2:13.102" v="289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Geng, Baocheng" userId="b4253f3e-c40b-4a70-8207-93818653a34c" providerId="ADAL" clId="{5A93A6BE-387D-4CD9-99B4-A38C03A0341B}" dt="2023-01-31T22:12:19.010" v="293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2:13.102" v="289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2:13.102" v="289" actId="478"/>
          <ac:spMkLst>
            <pc:docMk/>
            <pc:sldMk cId="0" sldId="260"/>
            <ac:spMk id="11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12:07.008" v="286" actId="478"/>
          <ac:grpSpMkLst>
            <pc:docMk/>
            <pc:sldMk cId="0" sldId="260"/>
            <ac:grpSpMk id="12" creationId="{00000000-0000-0000-0000-000000000000}"/>
          </ac:grpSpMkLst>
        </pc:grpChg>
        <pc:picChg chg="add mod">
          <ac:chgData name="Geng, Baocheng" userId="b4253f3e-c40b-4a70-8207-93818653a34c" providerId="ADAL" clId="{5A93A6BE-387D-4CD9-99B4-A38C03A0341B}" dt="2023-01-31T22:15:23.188" v="296" actId="14100"/>
          <ac:picMkLst>
            <pc:docMk/>
            <pc:sldMk cId="0" sldId="260"/>
            <ac:picMk id="19" creationId="{0C528A8B-DEFC-9385-8B72-A0CD21C7BAA1}"/>
          </ac:picMkLst>
        </pc:picChg>
      </pc:sldChg>
      <pc:sldChg chg="addSp delSp modSp mod">
        <pc:chgData name="Geng, Baocheng" userId="b4253f3e-c40b-4a70-8207-93818653a34c" providerId="ADAL" clId="{5A93A6BE-387D-4CD9-99B4-A38C03A0341B}" dt="2023-01-31T22:16:13.919" v="302" actId="478"/>
        <pc:sldMkLst>
          <pc:docMk/>
          <pc:sldMk cId="0" sldId="261"/>
        </pc:sldMkLst>
        <pc:spChg chg="del">
          <ac:chgData name="Geng, Baocheng" userId="b4253f3e-c40b-4a70-8207-93818653a34c" providerId="ADAL" clId="{5A93A6BE-387D-4CD9-99B4-A38C03A0341B}" dt="2023-01-31T22:15:48.596" v="298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5:46.970" v="297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5:46.970" v="297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5:46.970" v="29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5:46.970" v="29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15:46.970" v="297" actId="478"/>
          <ac:spMkLst>
            <pc:docMk/>
            <pc:sldMk cId="0" sldId="261"/>
            <ac:spMk id="11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16:13.919" v="302" actId="478"/>
          <ac:grpSpMkLst>
            <pc:docMk/>
            <pc:sldMk cId="0" sldId="261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5A93A6BE-387D-4CD9-99B4-A38C03A0341B}" dt="2023-01-31T22:15:55.131" v="301" actId="1076"/>
          <ac:picMkLst>
            <pc:docMk/>
            <pc:sldMk cId="0" sldId="261"/>
            <ac:picMk id="20" creationId="{72FE2FAF-38D6-ADA3-9889-E4BA29D0E9FF}"/>
          </ac:picMkLst>
        </pc:picChg>
      </pc:sldChg>
      <pc:sldChg chg="delSp mod">
        <pc:chgData name="Geng, Baocheng" userId="b4253f3e-c40b-4a70-8207-93818653a34c" providerId="ADAL" clId="{5A93A6BE-387D-4CD9-99B4-A38C03A0341B}" dt="2023-01-31T22:16:47.677" v="303" actId="478"/>
        <pc:sldMkLst>
          <pc:docMk/>
          <pc:sldMk cId="0" sldId="262"/>
        </pc:sldMkLst>
        <pc:grpChg chg="del">
          <ac:chgData name="Geng, Baocheng" userId="b4253f3e-c40b-4a70-8207-93818653a34c" providerId="ADAL" clId="{5A93A6BE-387D-4CD9-99B4-A38C03A0341B}" dt="2023-01-31T22:16:47.677" v="303" actId="478"/>
          <ac:grpSpMkLst>
            <pc:docMk/>
            <pc:sldMk cId="0" sldId="262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7:13.652" v="306" actId="478"/>
        <pc:sldMkLst>
          <pc:docMk/>
          <pc:sldMk cId="0" sldId="263"/>
        </pc:sldMkLst>
        <pc:grpChg chg="del">
          <ac:chgData name="Geng, Baocheng" userId="b4253f3e-c40b-4a70-8207-93818653a34c" providerId="ADAL" clId="{5A93A6BE-387D-4CD9-99B4-A38C03A0341B}" dt="2023-01-31T22:17:13.652" v="306" actId="478"/>
          <ac:grpSpMkLst>
            <pc:docMk/>
            <pc:sldMk cId="0" sldId="263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6:56.452" v="305" actId="478"/>
        <pc:sldMkLst>
          <pc:docMk/>
          <pc:sldMk cId="0" sldId="264"/>
        </pc:sldMkLst>
        <pc:grpChg chg="del">
          <ac:chgData name="Geng, Baocheng" userId="b4253f3e-c40b-4a70-8207-93818653a34c" providerId="ADAL" clId="{5A93A6BE-387D-4CD9-99B4-A38C03A0341B}" dt="2023-01-31T22:16:54.634" v="304" actId="478"/>
          <ac:grpSpMkLst>
            <pc:docMk/>
            <pc:sldMk cId="0" sldId="264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16:56.452" v="305" actId="478"/>
          <ac:grpSpMkLst>
            <pc:docMk/>
            <pc:sldMk cId="0" sldId="264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5A93A6BE-387D-4CD9-99B4-A38C03A0341B}" dt="2023-01-31T22:17:34.685" v="312" actId="20577"/>
        <pc:sldMkLst>
          <pc:docMk/>
          <pc:sldMk cId="0" sldId="265"/>
        </pc:sldMkLst>
        <pc:spChg chg="mod">
          <ac:chgData name="Geng, Baocheng" userId="b4253f3e-c40b-4a70-8207-93818653a34c" providerId="ADAL" clId="{5A93A6BE-387D-4CD9-99B4-A38C03A0341B}" dt="2023-01-31T22:17:34.685" v="312" actId="20577"/>
          <ac:spMkLst>
            <pc:docMk/>
            <pc:sldMk cId="0" sldId="265"/>
            <ac:spMk id="16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17:21.577" v="309" actId="478"/>
          <ac:grpSpMkLst>
            <pc:docMk/>
            <pc:sldMk cId="0" sldId="265"/>
            <ac:grpSpMk id="5" creationId="{00000000-0000-0000-0000-000000000000}"/>
          </ac:grpSpMkLst>
        </pc:grpChg>
        <pc:grpChg chg="del mod">
          <ac:chgData name="Geng, Baocheng" userId="b4253f3e-c40b-4a70-8207-93818653a34c" providerId="ADAL" clId="{5A93A6BE-387D-4CD9-99B4-A38C03A0341B}" dt="2023-01-31T22:17:20.137" v="308" actId="478"/>
          <ac:grpSpMkLst>
            <pc:docMk/>
            <pc:sldMk cId="0" sldId="265"/>
            <ac:grpSpMk id="12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17:23.769" v="310" actId="478"/>
          <ac:grpSpMkLst>
            <pc:docMk/>
            <pc:sldMk cId="0" sldId="265"/>
            <ac:grpSpMk id="17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7:57.454" v="313" actId="478"/>
        <pc:sldMkLst>
          <pc:docMk/>
          <pc:sldMk cId="0" sldId="266"/>
        </pc:sldMkLst>
        <pc:grpChg chg="del">
          <ac:chgData name="Geng, Baocheng" userId="b4253f3e-c40b-4a70-8207-93818653a34c" providerId="ADAL" clId="{5A93A6BE-387D-4CD9-99B4-A38C03A0341B}" dt="2023-01-31T22:17:57.454" v="313" actId="478"/>
          <ac:grpSpMkLst>
            <pc:docMk/>
            <pc:sldMk cId="0" sldId="266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8:07.245" v="315" actId="478"/>
        <pc:sldMkLst>
          <pc:docMk/>
          <pc:sldMk cId="0" sldId="267"/>
        </pc:sldMkLst>
        <pc:grpChg chg="del">
          <ac:chgData name="Geng, Baocheng" userId="b4253f3e-c40b-4a70-8207-93818653a34c" providerId="ADAL" clId="{5A93A6BE-387D-4CD9-99B4-A38C03A0341B}" dt="2023-01-31T22:18:06.033" v="314" actId="478"/>
          <ac:grpSpMkLst>
            <pc:docMk/>
            <pc:sldMk cId="0" sldId="26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18:07.245" v="315" actId="478"/>
          <ac:grpSpMkLst>
            <pc:docMk/>
            <pc:sldMk cId="0" sldId="267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8:19.357" v="316" actId="478"/>
        <pc:sldMkLst>
          <pc:docMk/>
          <pc:sldMk cId="0" sldId="268"/>
        </pc:sldMkLst>
        <pc:grpChg chg="del">
          <ac:chgData name="Geng, Baocheng" userId="b4253f3e-c40b-4a70-8207-93818653a34c" providerId="ADAL" clId="{5A93A6BE-387D-4CD9-99B4-A38C03A0341B}" dt="2023-01-31T22:18:19.357" v="316" actId="478"/>
          <ac:grpSpMkLst>
            <pc:docMk/>
            <pc:sldMk cId="0" sldId="268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9:02.680" v="320" actId="478"/>
        <pc:sldMkLst>
          <pc:docMk/>
          <pc:sldMk cId="0" sldId="269"/>
        </pc:sldMkLst>
        <pc:grpChg chg="del">
          <ac:chgData name="Geng, Baocheng" userId="b4253f3e-c40b-4a70-8207-93818653a34c" providerId="ADAL" clId="{5A93A6BE-387D-4CD9-99B4-A38C03A0341B}" dt="2023-01-31T22:19:02.680" v="320" actId="478"/>
          <ac:grpSpMkLst>
            <pc:docMk/>
            <pc:sldMk cId="0" sldId="269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5A93A6BE-387D-4CD9-99B4-A38C03A0341B}" dt="2023-01-31T22:18:38.335" v="317" actId="478"/>
        <pc:sldMkLst>
          <pc:docMk/>
          <pc:sldMk cId="0" sldId="270"/>
        </pc:sldMkLst>
        <pc:grpChg chg="del">
          <ac:chgData name="Geng, Baocheng" userId="b4253f3e-c40b-4a70-8207-93818653a34c" providerId="ADAL" clId="{5A93A6BE-387D-4CD9-99B4-A38C03A0341B}" dt="2023-01-31T22:18:38.335" v="317" actId="478"/>
          <ac:grpSpMkLst>
            <pc:docMk/>
            <pc:sldMk cId="0" sldId="270"/>
            <ac:grpSpMk id="7" creationId="{00000000-0000-0000-0000-000000000000}"/>
          </ac:grpSpMkLst>
        </pc:grpChg>
      </pc:sldChg>
      <pc:sldChg chg="delSp modSp mod">
        <pc:chgData name="Geng, Baocheng" userId="b4253f3e-c40b-4a70-8207-93818653a34c" providerId="ADAL" clId="{5A93A6BE-387D-4CD9-99B4-A38C03A0341B}" dt="2023-01-31T22:18:57.742" v="319" actId="20577"/>
        <pc:sldMkLst>
          <pc:docMk/>
          <pc:sldMk cId="0" sldId="271"/>
        </pc:sldMkLst>
        <pc:spChg chg="mod">
          <ac:chgData name="Geng, Baocheng" userId="b4253f3e-c40b-4a70-8207-93818653a34c" providerId="ADAL" clId="{5A93A6BE-387D-4CD9-99B4-A38C03A0341B}" dt="2023-01-31T22:18:57.742" v="319" actId="20577"/>
          <ac:spMkLst>
            <pc:docMk/>
            <pc:sldMk cId="0" sldId="271"/>
            <ac:spMk id="7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18:51.741" v="318" actId="478"/>
          <ac:grpSpMkLst>
            <pc:docMk/>
            <pc:sldMk cId="0" sldId="271"/>
            <ac:grpSpMk id="8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31.472" v="328" actId="478"/>
        <pc:sldMkLst>
          <pc:docMk/>
          <pc:sldMk cId="0" sldId="272"/>
        </pc:sldMkLst>
        <pc:grpChg chg="del">
          <ac:chgData name="Geng, Baocheng" userId="b4253f3e-c40b-4a70-8207-93818653a34c" providerId="ADAL" clId="{5A93A6BE-387D-4CD9-99B4-A38C03A0341B}" dt="2023-01-31T22:20:31.472" v="328" actId="478"/>
          <ac:grpSpMkLst>
            <pc:docMk/>
            <pc:sldMk cId="0" sldId="272"/>
            <ac:grpSpMk id="4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19:06.027" v="321" actId="478"/>
          <ac:grpSpMkLst>
            <pc:docMk/>
            <pc:sldMk cId="0" sldId="272"/>
            <ac:grpSpMk id="13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37.758" v="330" actId="478"/>
        <pc:sldMkLst>
          <pc:docMk/>
          <pc:sldMk cId="0" sldId="273"/>
        </pc:sldMkLst>
        <pc:grpChg chg="del">
          <ac:chgData name="Geng, Baocheng" userId="b4253f3e-c40b-4a70-8207-93818653a34c" providerId="ADAL" clId="{5A93A6BE-387D-4CD9-99B4-A38C03A0341B}" dt="2023-01-31T22:20:37.758" v="330" actId="478"/>
          <ac:grpSpMkLst>
            <pc:docMk/>
            <pc:sldMk cId="0" sldId="273"/>
            <ac:grpSpMk id="5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35.450" v="329" actId="478"/>
        <pc:sldMkLst>
          <pc:docMk/>
          <pc:sldMk cId="0" sldId="274"/>
        </pc:sldMkLst>
        <pc:grpChg chg="del">
          <ac:chgData name="Geng, Baocheng" userId="b4253f3e-c40b-4a70-8207-93818653a34c" providerId="ADAL" clId="{5A93A6BE-387D-4CD9-99B4-A38C03A0341B}" dt="2023-01-31T22:20:35.450" v="329" actId="478"/>
          <ac:grpSpMkLst>
            <pc:docMk/>
            <pc:sldMk cId="0" sldId="274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45.618" v="331" actId="478"/>
        <pc:sldMkLst>
          <pc:docMk/>
          <pc:sldMk cId="0" sldId="275"/>
        </pc:sldMkLst>
        <pc:grpChg chg="del">
          <ac:chgData name="Geng, Baocheng" userId="b4253f3e-c40b-4a70-8207-93818653a34c" providerId="ADAL" clId="{5A93A6BE-387D-4CD9-99B4-A38C03A0341B}" dt="2023-01-31T22:20:45.618" v="331" actId="478"/>
          <ac:grpSpMkLst>
            <pc:docMk/>
            <pc:sldMk cId="0" sldId="275"/>
            <ac:grpSpMk id="5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48.554" v="332" actId="478"/>
        <pc:sldMkLst>
          <pc:docMk/>
          <pc:sldMk cId="0" sldId="276"/>
        </pc:sldMkLst>
        <pc:grpChg chg="del">
          <ac:chgData name="Geng, Baocheng" userId="b4253f3e-c40b-4a70-8207-93818653a34c" providerId="ADAL" clId="{5A93A6BE-387D-4CD9-99B4-A38C03A0341B}" dt="2023-01-31T22:20:48.554" v="332" actId="478"/>
          <ac:grpSpMkLst>
            <pc:docMk/>
            <pc:sldMk cId="0" sldId="276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2-01T01:40:20.728" v="855" actId="478"/>
        <pc:sldMkLst>
          <pc:docMk/>
          <pc:sldMk cId="0" sldId="277"/>
        </pc:sldMkLst>
        <pc:grpChg chg="del">
          <ac:chgData name="Geng, Baocheng" userId="b4253f3e-c40b-4a70-8207-93818653a34c" providerId="ADAL" clId="{5A93A6BE-387D-4CD9-99B4-A38C03A0341B}" dt="2023-02-01T01:40:20.728" v="855" actId="478"/>
          <ac:grpSpMkLst>
            <pc:docMk/>
            <pc:sldMk cId="0" sldId="277"/>
            <ac:grpSpMk id="5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54.631" v="333" actId="478"/>
        <pc:sldMkLst>
          <pc:docMk/>
          <pc:sldMk cId="0" sldId="278"/>
        </pc:sldMkLst>
        <pc:grpChg chg="del">
          <ac:chgData name="Geng, Baocheng" userId="b4253f3e-c40b-4a70-8207-93818653a34c" providerId="ADAL" clId="{5A93A6BE-387D-4CD9-99B4-A38C03A0341B}" dt="2023-01-31T22:20:54.631" v="333" actId="478"/>
          <ac:grpSpMkLst>
            <pc:docMk/>
            <pc:sldMk cId="0" sldId="278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0:57.709" v="334" actId="478"/>
        <pc:sldMkLst>
          <pc:docMk/>
          <pc:sldMk cId="0" sldId="279"/>
        </pc:sldMkLst>
        <pc:grpChg chg="del">
          <ac:chgData name="Geng, Baocheng" userId="b4253f3e-c40b-4a70-8207-93818653a34c" providerId="ADAL" clId="{5A93A6BE-387D-4CD9-99B4-A38C03A0341B}" dt="2023-01-31T22:20:57.709" v="334" actId="478"/>
          <ac:grpSpMkLst>
            <pc:docMk/>
            <pc:sldMk cId="0" sldId="279"/>
            <ac:grpSpMk id="5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1:00.704" v="335" actId="478"/>
        <pc:sldMkLst>
          <pc:docMk/>
          <pc:sldMk cId="0" sldId="280"/>
        </pc:sldMkLst>
        <pc:grpChg chg="del">
          <ac:chgData name="Geng, Baocheng" userId="b4253f3e-c40b-4a70-8207-93818653a34c" providerId="ADAL" clId="{5A93A6BE-387D-4CD9-99B4-A38C03A0341B}" dt="2023-01-31T22:21:00.704" v="335" actId="478"/>
          <ac:grpSpMkLst>
            <pc:docMk/>
            <pc:sldMk cId="0" sldId="280"/>
            <ac:grpSpMk id="5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1:03.659" v="336" actId="478"/>
        <pc:sldMkLst>
          <pc:docMk/>
          <pc:sldMk cId="0" sldId="281"/>
        </pc:sldMkLst>
        <pc:grpChg chg="del">
          <ac:chgData name="Geng, Baocheng" userId="b4253f3e-c40b-4a70-8207-93818653a34c" providerId="ADAL" clId="{5A93A6BE-387D-4CD9-99B4-A38C03A0341B}" dt="2023-01-31T22:21:03.659" v="336" actId="478"/>
          <ac:grpSpMkLst>
            <pc:docMk/>
            <pc:sldMk cId="0" sldId="281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21:07.445" v="337" actId="478"/>
        <pc:sldMkLst>
          <pc:docMk/>
          <pc:sldMk cId="0" sldId="282"/>
        </pc:sldMkLst>
        <pc:grpChg chg="del">
          <ac:chgData name="Geng, Baocheng" userId="b4253f3e-c40b-4a70-8207-93818653a34c" providerId="ADAL" clId="{5A93A6BE-387D-4CD9-99B4-A38C03A0341B}" dt="2023-01-31T22:21:07.445" v="337" actId="478"/>
          <ac:grpSpMkLst>
            <pc:docMk/>
            <pc:sldMk cId="0" sldId="282"/>
            <ac:grpSpMk id="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5A93A6BE-387D-4CD9-99B4-A38C03A0341B}" dt="2023-01-31T22:23:11.348" v="349" actId="20577"/>
        <pc:sldMkLst>
          <pc:docMk/>
          <pc:sldMk cId="0" sldId="283"/>
        </pc:sldMkLst>
        <pc:spChg chg="mod">
          <ac:chgData name="Geng, Baocheng" userId="b4253f3e-c40b-4a70-8207-93818653a34c" providerId="ADAL" clId="{5A93A6BE-387D-4CD9-99B4-A38C03A0341B}" dt="2023-01-31T22:23:11.348" v="349" actId="20577"/>
          <ac:spMkLst>
            <pc:docMk/>
            <pc:sldMk cId="0" sldId="283"/>
            <ac:spMk id="3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21:10.701" v="338" actId="478"/>
          <ac:grpSpMkLst>
            <pc:docMk/>
            <pc:sldMk cId="0" sldId="283"/>
            <ac:grpSpMk id="4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5A93A6BE-387D-4CD9-99B4-A38C03A0341B}" dt="2023-02-01T01:40:26.775" v="856" actId="478"/>
        <pc:sldMkLst>
          <pc:docMk/>
          <pc:sldMk cId="0" sldId="284"/>
        </pc:sldMkLst>
        <pc:spChg chg="mod">
          <ac:chgData name="Geng, Baocheng" userId="b4253f3e-c40b-4a70-8207-93818653a34c" providerId="ADAL" clId="{5A93A6BE-387D-4CD9-99B4-A38C03A0341B}" dt="2023-01-31T22:23:35.425" v="354" actId="1076"/>
          <ac:spMkLst>
            <pc:docMk/>
            <pc:sldMk cId="0" sldId="284"/>
            <ac:spMk id="3" creationId="{00000000-0000-0000-0000-000000000000}"/>
          </ac:spMkLst>
        </pc:spChg>
        <pc:spChg chg="add del mod">
          <ac:chgData name="Geng, Baocheng" userId="b4253f3e-c40b-4a70-8207-93818653a34c" providerId="ADAL" clId="{5A93A6BE-387D-4CD9-99B4-A38C03A0341B}" dt="2023-01-31T22:23:27.409" v="351"/>
          <ac:spMkLst>
            <pc:docMk/>
            <pc:sldMk cId="0" sldId="284"/>
            <ac:spMk id="11" creationId="{2E4A0A9B-FCAE-D4F9-6F35-DA32F0898326}"/>
          </ac:spMkLst>
        </pc:spChg>
        <pc:spChg chg="add mod">
          <ac:chgData name="Geng, Baocheng" userId="b4253f3e-c40b-4a70-8207-93818653a34c" providerId="ADAL" clId="{5A93A6BE-387D-4CD9-99B4-A38C03A0341B}" dt="2023-01-31T22:23:32.710" v="353"/>
          <ac:spMkLst>
            <pc:docMk/>
            <pc:sldMk cId="0" sldId="284"/>
            <ac:spMk id="12" creationId="{C73368FB-204E-B2AE-518E-62F7C703CEF7}"/>
          </ac:spMkLst>
        </pc:spChg>
        <pc:grpChg chg="del">
          <ac:chgData name="Geng, Baocheng" userId="b4253f3e-c40b-4a70-8207-93818653a34c" providerId="ADAL" clId="{5A93A6BE-387D-4CD9-99B4-A38C03A0341B}" dt="2023-02-01T01:40:26.775" v="856" actId="478"/>
          <ac:grpSpMkLst>
            <pc:docMk/>
            <pc:sldMk cId="0" sldId="284"/>
            <ac:grpSpMk id="5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5A93A6BE-387D-4CD9-99B4-A38C03A0341B}" dt="2023-02-01T01:40:29.199" v="857" actId="478"/>
        <pc:sldMkLst>
          <pc:docMk/>
          <pc:sldMk cId="0" sldId="285"/>
        </pc:sldMkLst>
        <pc:spChg chg="mod">
          <ac:chgData name="Geng, Baocheng" userId="b4253f3e-c40b-4a70-8207-93818653a34c" providerId="ADAL" clId="{5A93A6BE-387D-4CD9-99B4-A38C03A0341B}" dt="2023-01-31T22:23:45.786" v="356" actId="1076"/>
          <ac:spMkLst>
            <pc:docMk/>
            <pc:sldMk cId="0" sldId="285"/>
            <ac:spMk id="3" creationId="{00000000-0000-0000-0000-000000000000}"/>
          </ac:spMkLst>
        </pc:spChg>
        <pc:spChg chg="add mod">
          <ac:chgData name="Geng, Baocheng" userId="b4253f3e-c40b-4a70-8207-93818653a34c" providerId="ADAL" clId="{5A93A6BE-387D-4CD9-99B4-A38C03A0341B}" dt="2023-01-31T22:23:48.823" v="358" actId="1076"/>
          <ac:spMkLst>
            <pc:docMk/>
            <pc:sldMk cId="0" sldId="285"/>
            <ac:spMk id="13" creationId="{98E790F6-35DF-E428-1580-79B52C91E58A}"/>
          </ac:spMkLst>
        </pc:spChg>
        <pc:grpChg chg="del">
          <ac:chgData name="Geng, Baocheng" userId="b4253f3e-c40b-4a70-8207-93818653a34c" providerId="ADAL" clId="{5A93A6BE-387D-4CD9-99B4-A38C03A0341B}" dt="2023-02-01T01:40:29.199" v="857" actId="478"/>
          <ac:grpSpMkLst>
            <pc:docMk/>
            <pc:sldMk cId="0" sldId="285"/>
            <ac:grpSpMk id="7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5A93A6BE-387D-4CD9-99B4-A38C03A0341B}" dt="2023-01-31T23:14:21.818" v="779" actId="478"/>
        <pc:sldMkLst>
          <pc:docMk/>
          <pc:sldMk cId="0" sldId="286"/>
        </pc:sldMkLst>
        <pc:spChg chg="mod">
          <ac:chgData name="Geng, Baocheng" userId="b4253f3e-c40b-4a70-8207-93818653a34c" providerId="ADAL" clId="{5A93A6BE-387D-4CD9-99B4-A38C03A0341B}" dt="2023-01-31T22:23:57.327" v="360" actId="1076"/>
          <ac:spMkLst>
            <pc:docMk/>
            <pc:sldMk cId="0" sldId="286"/>
            <ac:spMk id="3" creationId="{00000000-0000-0000-0000-000000000000}"/>
          </ac:spMkLst>
        </pc:spChg>
        <pc:spChg chg="add mod">
          <ac:chgData name="Geng, Baocheng" userId="b4253f3e-c40b-4a70-8207-93818653a34c" providerId="ADAL" clId="{5A93A6BE-387D-4CD9-99B4-A38C03A0341B}" dt="2023-01-31T22:24:00.544" v="362" actId="1076"/>
          <ac:spMkLst>
            <pc:docMk/>
            <pc:sldMk cId="0" sldId="286"/>
            <ac:spMk id="15" creationId="{7AC3469D-FC35-3436-0F8C-55848006BE56}"/>
          </ac:spMkLst>
        </pc:spChg>
        <pc:grpChg chg="del">
          <ac:chgData name="Geng, Baocheng" userId="b4253f3e-c40b-4a70-8207-93818653a34c" providerId="ADAL" clId="{5A93A6BE-387D-4CD9-99B4-A38C03A0341B}" dt="2023-01-31T23:14:21.818" v="779" actId="478"/>
          <ac:grpSpMkLst>
            <pc:docMk/>
            <pc:sldMk cId="0" sldId="286"/>
            <ac:grpSpMk id="9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5A93A6BE-387D-4CD9-99B4-A38C03A0341B}" dt="2023-01-31T22:24:18.875" v="367" actId="478"/>
        <pc:sldMkLst>
          <pc:docMk/>
          <pc:sldMk cId="0" sldId="287"/>
        </pc:sldMkLst>
        <pc:spChg chg="mod">
          <ac:chgData name="Geng, Baocheng" userId="b4253f3e-c40b-4a70-8207-93818653a34c" providerId="ADAL" clId="{5A93A6BE-387D-4CD9-99B4-A38C03A0341B}" dt="2023-01-31T22:24:14.507" v="365" actId="1076"/>
          <ac:spMkLst>
            <pc:docMk/>
            <pc:sldMk cId="0" sldId="287"/>
            <ac:spMk id="4" creationId="{00000000-0000-0000-0000-000000000000}"/>
          </ac:spMkLst>
        </pc:spChg>
        <pc:spChg chg="add mod">
          <ac:chgData name="Geng, Baocheng" userId="b4253f3e-c40b-4a70-8207-93818653a34c" providerId="ADAL" clId="{5A93A6BE-387D-4CD9-99B4-A38C03A0341B}" dt="2023-01-31T22:24:17.397" v="366" actId="1076"/>
          <ac:spMkLst>
            <pc:docMk/>
            <pc:sldMk cId="0" sldId="287"/>
            <ac:spMk id="11" creationId="{49A0487C-F711-85CC-B44D-A661B865F23A}"/>
          </ac:spMkLst>
        </pc:spChg>
        <pc:grpChg chg="del">
          <ac:chgData name="Geng, Baocheng" userId="b4253f3e-c40b-4a70-8207-93818653a34c" providerId="ADAL" clId="{5A93A6BE-387D-4CD9-99B4-A38C03A0341B}" dt="2023-01-31T22:24:18.875" v="367" actId="478"/>
          <ac:grpSpMkLst>
            <pc:docMk/>
            <pc:sldMk cId="0" sldId="287"/>
            <ac:grpSpMk id="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5A93A6BE-387D-4CD9-99B4-A38C03A0341B}" dt="2023-01-31T22:26:08.965" v="378" actId="1076"/>
        <pc:sldMkLst>
          <pc:docMk/>
          <pc:sldMk cId="0" sldId="288"/>
        </pc:sldMkLst>
        <pc:spChg chg="mod">
          <ac:chgData name="Geng, Baocheng" userId="b4253f3e-c40b-4a70-8207-93818653a34c" providerId="ADAL" clId="{5A93A6BE-387D-4CD9-99B4-A38C03A0341B}" dt="2023-01-31T22:25:45.027" v="375" actId="20577"/>
          <ac:spMkLst>
            <pc:docMk/>
            <pc:sldMk cId="0" sldId="288"/>
            <ac:spMk id="7" creationId="{00000000-0000-0000-0000-000000000000}"/>
          </ac:spMkLst>
        </pc:spChg>
        <pc:spChg chg="del mod">
          <ac:chgData name="Geng, Baocheng" userId="b4253f3e-c40b-4a70-8207-93818653a34c" providerId="ADAL" clId="{5A93A6BE-387D-4CD9-99B4-A38C03A0341B}" dt="2023-01-31T22:24:42.520" v="370" actId="478"/>
          <ac:spMkLst>
            <pc:docMk/>
            <pc:sldMk cId="0" sldId="288"/>
            <ac:spMk id="8" creationId="{00000000-0000-0000-0000-000000000000}"/>
          </ac:spMkLst>
        </pc:spChg>
        <pc:spChg chg="mod">
          <ac:chgData name="Geng, Baocheng" userId="b4253f3e-c40b-4a70-8207-93818653a34c" providerId="ADAL" clId="{5A93A6BE-387D-4CD9-99B4-A38C03A0341B}" dt="2023-01-31T22:24:43.857" v="371" actId="20577"/>
          <ac:spMkLst>
            <pc:docMk/>
            <pc:sldMk cId="0" sldId="288"/>
            <ac:spMk id="16" creationId="{00000000-0000-0000-0000-000000000000}"/>
          </ac:spMkLst>
        </pc:spChg>
        <pc:spChg chg="mod">
          <ac:chgData name="Geng, Baocheng" userId="b4253f3e-c40b-4a70-8207-93818653a34c" providerId="ADAL" clId="{5A93A6BE-387D-4CD9-99B4-A38C03A0341B}" dt="2023-01-31T22:26:08.965" v="378" actId="1076"/>
          <ac:spMkLst>
            <pc:docMk/>
            <pc:sldMk cId="0" sldId="288"/>
            <ac:spMk id="19" creationId="{99AF3065-B7A9-540D-5FBD-F8D3CD933BBD}"/>
          </ac:spMkLst>
        </pc:spChg>
        <pc:grpChg chg="del">
          <ac:chgData name="Geng, Baocheng" userId="b4253f3e-c40b-4a70-8207-93818653a34c" providerId="ADAL" clId="{5A93A6BE-387D-4CD9-99B4-A38C03A0341B}" dt="2023-01-31T22:24:24.636" v="368" actId="478"/>
          <ac:grpSpMkLst>
            <pc:docMk/>
            <pc:sldMk cId="0" sldId="288"/>
            <ac:grpSpMk id="13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5A93A6BE-387D-4CD9-99B4-A38C03A0341B}" dt="2023-01-31T22:27:02.965" v="383" actId="478"/>
        <pc:sldMkLst>
          <pc:docMk/>
          <pc:sldMk cId="0" sldId="289"/>
        </pc:sldMkLst>
        <pc:spChg chg="mod">
          <ac:chgData name="Geng, Baocheng" userId="b4253f3e-c40b-4a70-8207-93818653a34c" providerId="ADAL" clId="{5A93A6BE-387D-4CD9-99B4-A38C03A0341B}" dt="2023-01-31T22:26:21.701" v="381" actId="1076"/>
          <ac:spMkLst>
            <pc:docMk/>
            <pc:sldMk cId="0" sldId="289"/>
            <ac:spMk id="8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27:02.965" v="383" actId="478"/>
          <ac:spMkLst>
            <pc:docMk/>
            <pc:sldMk cId="0" sldId="289"/>
            <ac:spMk id="18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26:25.815" v="382" actId="478"/>
          <ac:spMkLst>
            <pc:docMk/>
            <pc:sldMk cId="0" sldId="289"/>
            <ac:spMk id="22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26:14.907" v="379" actId="478"/>
          <ac:grpSpMkLst>
            <pc:docMk/>
            <pc:sldMk cId="0" sldId="289"/>
            <ac:grpSpMk id="19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2-01T01:39:31.560" v="854" actId="20577"/>
        <pc:sldMkLst>
          <pc:docMk/>
          <pc:sldMk cId="0" sldId="290"/>
        </pc:sldMkLst>
        <pc:spChg chg="del">
          <ac:chgData name="Geng, Baocheng" userId="b4253f3e-c40b-4a70-8207-93818653a34c" providerId="ADAL" clId="{5A93A6BE-387D-4CD9-99B4-A38C03A0341B}" dt="2023-01-31T23:15:22.181" v="822" actId="478"/>
          <ac:spMkLst>
            <pc:docMk/>
            <pc:sldMk cId="0" sldId="290"/>
            <ac:spMk id="3" creationId="{00000000-0000-0000-0000-000000000000}"/>
          </ac:spMkLst>
        </pc:spChg>
        <pc:spChg chg="add mod">
          <ac:chgData name="Geng, Baocheng" userId="b4253f3e-c40b-4a70-8207-93818653a34c" providerId="ADAL" clId="{5A93A6BE-387D-4CD9-99B4-A38C03A0341B}" dt="2023-02-01T01:39:31.560" v="854" actId="20577"/>
          <ac:spMkLst>
            <pc:docMk/>
            <pc:sldMk cId="0" sldId="290"/>
            <ac:spMk id="10" creationId="{F96A3CFC-ADAA-3A40-F27F-5FCF5AD5C80D}"/>
          </ac:spMkLst>
        </pc:spChg>
        <pc:grpChg chg="del">
          <ac:chgData name="Geng, Baocheng" userId="b4253f3e-c40b-4a70-8207-93818653a34c" providerId="ADAL" clId="{5A93A6BE-387D-4CD9-99B4-A38C03A0341B}" dt="2023-01-31T23:15:29.965" v="826" actId="478"/>
          <ac:grpSpMkLst>
            <pc:docMk/>
            <pc:sldMk cId="0" sldId="290"/>
            <ac:grpSpMk id="4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5A93A6BE-387D-4CD9-99B4-A38C03A0341B}" dt="2023-01-31T23:15:05.857" v="821" actId="20577"/>
        <pc:sldMkLst>
          <pc:docMk/>
          <pc:sldMk cId="0" sldId="291"/>
        </pc:sldMkLst>
        <pc:spChg chg="mod">
          <ac:chgData name="Geng, Baocheng" userId="b4253f3e-c40b-4a70-8207-93818653a34c" providerId="ADAL" clId="{5A93A6BE-387D-4CD9-99B4-A38C03A0341B}" dt="2023-01-31T23:15:05.857" v="821" actId="20577"/>
          <ac:spMkLst>
            <pc:docMk/>
            <pc:sldMk cId="0" sldId="291"/>
            <ac:spMk id="3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28:45.963" v="384" actId="478"/>
          <ac:grpSpMkLst>
            <pc:docMk/>
            <pc:sldMk cId="0" sldId="291"/>
            <ac:grpSpMk id="6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00.245" v="385" actId="478"/>
        <pc:sldMkLst>
          <pc:docMk/>
          <pc:sldMk cId="0" sldId="292"/>
        </pc:sldMkLst>
        <pc:grpChg chg="del">
          <ac:chgData name="Geng, Baocheng" userId="b4253f3e-c40b-4a70-8207-93818653a34c" providerId="ADAL" clId="{5A93A6BE-387D-4CD9-99B4-A38C03A0341B}" dt="2023-01-31T22:29:00.245" v="385" actId="478"/>
          <ac:grpSpMkLst>
            <pc:docMk/>
            <pc:sldMk cId="0" sldId="292"/>
            <ac:grpSpMk id="6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04.987" v="386" actId="478"/>
        <pc:sldMkLst>
          <pc:docMk/>
          <pc:sldMk cId="0" sldId="293"/>
        </pc:sldMkLst>
        <pc:grpChg chg="del">
          <ac:chgData name="Geng, Baocheng" userId="b4253f3e-c40b-4a70-8207-93818653a34c" providerId="ADAL" clId="{5A93A6BE-387D-4CD9-99B4-A38C03A0341B}" dt="2023-01-31T22:29:04.987" v="386" actId="478"/>
          <ac:grpSpMkLst>
            <pc:docMk/>
            <pc:sldMk cId="0" sldId="293"/>
            <ac:grpSpMk id="7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18.557" v="387" actId="478"/>
        <pc:sldMkLst>
          <pc:docMk/>
          <pc:sldMk cId="0" sldId="294"/>
        </pc:sldMkLst>
        <pc:grpChg chg="del">
          <ac:chgData name="Geng, Baocheng" userId="b4253f3e-c40b-4a70-8207-93818653a34c" providerId="ADAL" clId="{5A93A6BE-387D-4CD9-99B4-A38C03A0341B}" dt="2023-01-31T22:29:18.557" v="387" actId="478"/>
          <ac:grpSpMkLst>
            <pc:docMk/>
            <pc:sldMk cId="0" sldId="294"/>
            <ac:grpSpMk id="8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23.004" v="388" actId="478"/>
        <pc:sldMkLst>
          <pc:docMk/>
          <pc:sldMk cId="0" sldId="295"/>
        </pc:sldMkLst>
        <pc:grpChg chg="del">
          <ac:chgData name="Geng, Baocheng" userId="b4253f3e-c40b-4a70-8207-93818653a34c" providerId="ADAL" clId="{5A93A6BE-387D-4CD9-99B4-A38C03A0341B}" dt="2023-01-31T22:29:23.004" v="388" actId="478"/>
          <ac:grpSpMkLst>
            <pc:docMk/>
            <pc:sldMk cId="0" sldId="295"/>
            <ac:grpSpMk id="9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29.417" v="389" actId="478"/>
        <pc:sldMkLst>
          <pc:docMk/>
          <pc:sldMk cId="0" sldId="296"/>
        </pc:sldMkLst>
        <pc:grpChg chg="del">
          <ac:chgData name="Geng, Baocheng" userId="b4253f3e-c40b-4a70-8207-93818653a34c" providerId="ADAL" clId="{5A93A6BE-387D-4CD9-99B4-A38C03A0341B}" dt="2023-01-31T22:29:29.417" v="389" actId="478"/>
          <ac:grpSpMkLst>
            <pc:docMk/>
            <pc:sldMk cId="0" sldId="296"/>
            <ac:grpSpMk id="8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48.100" v="390" actId="478"/>
        <pc:sldMkLst>
          <pc:docMk/>
          <pc:sldMk cId="0" sldId="297"/>
        </pc:sldMkLst>
        <pc:grpChg chg="del">
          <ac:chgData name="Geng, Baocheng" userId="b4253f3e-c40b-4a70-8207-93818653a34c" providerId="ADAL" clId="{5A93A6BE-387D-4CD9-99B4-A38C03A0341B}" dt="2023-01-31T22:29:48.100" v="390" actId="478"/>
          <ac:grpSpMkLst>
            <pc:docMk/>
            <pc:sldMk cId="0" sldId="297"/>
            <ac:grpSpMk id="9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29:54.131" v="391" actId="478"/>
        <pc:sldMkLst>
          <pc:docMk/>
          <pc:sldMk cId="0" sldId="298"/>
        </pc:sldMkLst>
        <pc:grpChg chg="del">
          <ac:chgData name="Geng, Baocheng" userId="b4253f3e-c40b-4a70-8207-93818653a34c" providerId="ADAL" clId="{5A93A6BE-387D-4CD9-99B4-A38C03A0341B}" dt="2023-01-31T22:29:54.131" v="391" actId="478"/>
          <ac:grpSpMkLst>
            <pc:docMk/>
            <pc:sldMk cId="0" sldId="298"/>
            <ac:grpSpMk id="8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30:01.438" v="392" actId="478"/>
        <pc:sldMkLst>
          <pc:docMk/>
          <pc:sldMk cId="0" sldId="299"/>
        </pc:sldMkLst>
        <pc:grpChg chg="del">
          <ac:chgData name="Geng, Baocheng" userId="b4253f3e-c40b-4a70-8207-93818653a34c" providerId="ADAL" clId="{5A93A6BE-387D-4CD9-99B4-A38C03A0341B}" dt="2023-01-31T22:30:01.438" v="392" actId="478"/>
          <ac:grpSpMkLst>
            <pc:docMk/>
            <pc:sldMk cId="0" sldId="299"/>
            <ac:grpSpMk id="10" creationId="{00000000-0000-0000-0000-000000000000}"/>
          </ac:grpSpMkLst>
        </pc:grpChg>
      </pc:sldChg>
      <pc:sldChg chg="delSp add del mod">
        <pc:chgData name="Geng, Baocheng" userId="b4253f3e-c40b-4a70-8207-93818653a34c" providerId="ADAL" clId="{5A93A6BE-387D-4CD9-99B4-A38C03A0341B}" dt="2023-01-31T22:32:11.082" v="394" actId="47"/>
        <pc:sldMkLst>
          <pc:docMk/>
          <pc:sldMk cId="0" sldId="300"/>
        </pc:sldMkLst>
        <pc:grpChg chg="del">
          <ac:chgData name="Geng, Baocheng" userId="b4253f3e-c40b-4a70-8207-93818653a34c" providerId="ADAL" clId="{5A93A6BE-387D-4CD9-99B4-A38C03A0341B}" dt="2023-01-31T22:30:05.489" v="393" actId="478"/>
          <ac:grpSpMkLst>
            <pc:docMk/>
            <pc:sldMk cId="0" sldId="300"/>
            <ac:grpSpMk id="4" creationId="{00000000-0000-0000-0000-000000000000}"/>
          </ac:grpSpMkLst>
        </pc:grpChg>
      </pc:sldChg>
      <pc:sldChg chg="add del">
        <pc:chgData name="Geng, Baocheng" userId="b4253f3e-c40b-4a70-8207-93818653a34c" providerId="ADAL" clId="{5A93A6BE-387D-4CD9-99B4-A38C03A0341B}" dt="2023-01-31T22:32:13.070" v="395" actId="47"/>
        <pc:sldMkLst>
          <pc:docMk/>
          <pc:sldMk cId="0" sldId="301"/>
        </pc:sldMkLst>
      </pc:sldChg>
      <pc:sldChg chg="add del">
        <pc:chgData name="Geng, Baocheng" userId="b4253f3e-c40b-4a70-8207-93818653a34c" providerId="ADAL" clId="{5A93A6BE-387D-4CD9-99B4-A38C03A0341B}" dt="2023-01-31T22:32:14.481" v="396" actId="47"/>
        <pc:sldMkLst>
          <pc:docMk/>
          <pc:sldMk cId="0" sldId="302"/>
        </pc:sldMkLst>
      </pc:sldChg>
      <pc:sldChg chg="add del">
        <pc:chgData name="Geng, Baocheng" userId="b4253f3e-c40b-4a70-8207-93818653a34c" providerId="ADAL" clId="{5A93A6BE-387D-4CD9-99B4-A38C03A0341B}" dt="2023-01-31T22:32:16.303" v="397" actId="47"/>
        <pc:sldMkLst>
          <pc:docMk/>
          <pc:sldMk cId="0" sldId="303"/>
        </pc:sldMkLst>
      </pc:sldChg>
      <pc:sldChg chg="add del">
        <pc:chgData name="Geng, Baocheng" userId="b4253f3e-c40b-4a70-8207-93818653a34c" providerId="ADAL" clId="{5A93A6BE-387D-4CD9-99B4-A38C03A0341B}" dt="2023-01-31T22:32:17.675" v="398" actId="47"/>
        <pc:sldMkLst>
          <pc:docMk/>
          <pc:sldMk cId="0" sldId="304"/>
        </pc:sldMkLst>
      </pc:sldChg>
      <pc:sldChg chg="add del">
        <pc:chgData name="Geng, Baocheng" userId="b4253f3e-c40b-4a70-8207-93818653a34c" providerId="ADAL" clId="{5A93A6BE-387D-4CD9-99B4-A38C03A0341B}" dt="2023-01-31T22:32:18.983" v="399" actId="47"/>
        <pc:sldMkLst>
          <pc:docMk/>
          <pc:sldMk cId="0" sldId="305"/>
        </pc:sldMkLst>
      </pc:sldChg>
      <pc:sldChg chg="add del">
        <pc:chgData name="Geng, Baocheng" userId="b4253f3e-c40b-4a70-8207-93818653a34c" providerId="ADAL" clId="{5A93A6BE-387D-4CD9-99B4-A38C03A0341B}" dt="2023-01-31T22:32:20.645" v="400" actId="47"/>
        <pc:sldMkLst>
          <pc:docMk/>
          <pc:sldMk cId="0" sldId="306"/>
        </pc:sldMkLst>
      </pc:sldChg>
      <pc:sldChg chg="add del">
        <pc:chgData name="Geng, Baocheng" userId="b4253f3e-c40b-4a70-8207-93818653a34c" providerId="ADAL" clId="{5A93A6BE-387D-4CD9-99B4-A38C03A0341B}" dt="2023-01-31T22:32:22.249" v="401" actId="47"/>
        <pc:sldMkLst>
          <pc:docMk/>
          <pc:sldMk cId="0" sldId="307"/>
        </pc:sldMkLst>
      </pc:sldChg>
      <pc:sldChg chg="add del">
        <pc:chgData name="Geng, Baocheng" userId="b4253f3e-c40b-4a70-8207-93818653a34c" providerId="ADAL" clId="{5A93A6BE-387D-4CD9-99B4-A38C03A0341B}" dt="2023-01-31T22:32:23.630" v="402" actId="47"/>
        <pc:sldMkLst>
          <pc:docMk/>
          <pc:sldMk cId="0" sldId="308"/>
        </pc:sldMkLst>
      </pc:sldChg>
      <pc:sldChg chg="add del">
        <pc:chgData name="Geng, Baocheng" userId="b4253f3e-c40b-4a70-8207-93818653a34c" providerId="ADAL" clId="{5A93A6BE-387D-4CD9-99B4-A38C03A0341B}" dt="2023-01-31T22:32:26.651" v="403" actId="47"/>
        <pc:sldMkLst>
          <pc:docMk/>
          <pc:sldMk cId="0" sldId="309"/>
        </pc:sldMkLst>
      </pc:sldChg>
      <pc:sldChg chg="addSp delSp modSp add del mod">
        <pc:chgData name="Geng, Baocheng" userId="b4253f3e-c40b-4a70-8207-93818653a34c" providerId="ADAL" clId="{5A93A6BE-387D-4CD9-99B4-A38C03A0341B}" dt="2023-01-31T22:38:05.908" v="523" actId="478"/>
        <pc:sldMkLst>
          <pc:docMk/>
          <pc:sldMk cId="0" sldId="310"/>
        </pc:sldMkLst>
        <pc:spChg chg="mod">
          <ac:chgData name="Geng, Baocheng" userId="b4253f3e-c40b-4a70-8207-93818653a34c" providerId="ADAL" clId="{5A93A6BE-387D-4CD9-99B4-A38C03A0341B}" dt="2023-01-31T22:34:51.607" v="412" actId="1076"/>
          <ac:spMkLst>
            <pc:docMk/>
            <pc:sldMk cId="0" sldId="310"/>
            <ac:spMk id="3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4" creationId="{00000000-0000-0000-0000-000000000000}"/>
          </ac:spMkLst>
        </pc:spChg>
        <pc:spChg chg="del mod">
          <ac:chgData name="Geng, Baocheng" userId="b4253f3e-c40b-4a70-8207-93818653a34c" providerId="ADAL" clId="{5A93A6BE-387D-4CD9-99B4-A38C03A0341B}" dt="2023-01-31T22:34:48.460" v="410" actId="478"/>
          <ac:spMkLst>
            <pc:docMk/>
            <pc:sldMk cId="0" sldId="310"/>
            <ac:spMk id="5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6" creationId="{00000000-0000-0000-0000-000000000000}"/>
          </ac:spMkLst>
        </pc:spChg>
        <pc:spChg chg="del mod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7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8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9" creationId="{00000000-0000-0000-0000-000000000000}"/>
          </ac:spMkLst>
        </pc:spChg>
        <pc:spChg chg="del">
          <ac:chgData name="Geng, Baocheng" userId="b4253f3e-c40b-4a70-8207-93818653a34c" providerId="ADAL" clId="{5A93A6BE-387D-4CD9-99B4-A38C03A0341B}" dt="2023-01-31T22:34:53.784" v="413" actId="478"/>
          <ac:spMkLst>
            <pc:docMk/>
            <pc:sldMk cId="0" sldId="310"/>
            <ac:spMk id="10" creationId="{00000000-0000-0000-0000-000000000000}"/>
          </ac:spMkLst>
        </pc:spChg>
        <pc:spChg chg="add del mod">
          <ac:chgData name="Geng, Baocheng" userId="b4253f3e-c40b-4a70-8207-93818653a34c" providerId="ADAL" clId="{5A93A6BE-387D-4CD9-99B4-A38C03A0341B}" dt="2023-01-31T22:37:08.528" v="471" actId="1076"/>
          <ac:spMkLst>
            <pc:docMk/>
            <pc:sldMk cId="0" sldId="310"/>
            <ac:spMk id="11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38:05.908" v="523" actId="478"/>
          <ac:grpSpMkLst>
            <pc:docMk/>
            <pc:sldMk cId="0" sldId="310"/>
            <ac:grpSpMk id="12" creationId="{00000000-0000-0000-0000-000000000000}"/>
          </ac:grpSpMkLst>
        </pc:grpChg>
        <pc:picChg chg="del mod replST">
          <ac:chgData name="Geng, Baocheng" userId="b4253f3e-c40b-4a70-8207-93818653a34c" providerId="ADAL" clId="{5A93A6BE-387D-4CD9-99B4-A38C03A0341B}" dt="2023-01-31T22:36:47.225" v="466" actId="478"/>
          <ac:picMkLst>
            <pc:docMk/>
            <pc:sldMk cId="0" sldId="310"/>
            <ac:picMk id="19" creationId="{46FBAC7F-65DA-D2BE-5AF4-742A40DFE3CE}"/>
          </ac:picMkLst>
        </pc:picChg>
        <pc:picChg chg="mod ord replST">
          <ac:chgData name="Geng, Baocheng" userId="b4253f3e-c40b-4a70-8207-93818653a34c" providerId="ADAL" clId="{5A93A6BE-387D-4CD9-99B4-A38C03A0341B}" dt="2023-01-31T22:36:52.686" v="469" actId="1076"/>
          <ac:picMkLst>
            <pc:docMk/>
            <pc:sldMk cId="0" sldId="310"/>
            <ac:picMk id="21" creationId="{0B5EBD97-855F-6451-EA57-5FD7D9BA9B48}"/>
          </ac:picMkLst>
        </pc:picChg>
        <pc:picChg chg="del mod replST">
          <ac:chgData name="Geng, Baocheng" userId="b4253f3e-c40b-4a70-8207-93818653a34c" providerId="ADAL" clId="{5A93A6BE-387D-4CD9-99B4-A38C03A0341B}" dt="2023-01-31T22:38:01.116" v="519" actId="478"/>
          <ac:picMkLst>
            <pc:docMk/>
            <pc:sldMk cId="0" sldId="310"/>
            <ac:picMk id="23" creationId="{9BEB5780-89AD-153D-341F-18136846E5EE}"/>
          </ac:picMkLst>
        </pc:picChg>
        <pc:picChg chg="mod ord replST">
          <ac:chgData name="Geng, Baocheng" userId="b4253f3e-c40b-4a70-8207-93818653a34c" providerId="ADAL" clId="{5A93A6BE-387D-4CD9-99B4-A38C03A0341B}" dt="2023-01-31T22:38:04.428" v="522" actId="1076"/>
          <ac:picMkLst>
            <pc:docMk/>
            <pc:sldMk cId="0" sldId="310"/>
            <ac:picMk id="25" creationId="{08F330E4-583A-B4E7-21DA-181F81566E56}"/>
          </ac:picMkLst>
        </pc:picChg>
      </pc:sldChg>
      <pc:sldChg chg="add del">
        <pc:chgData name="Geng, Baocheng" userId="b4253f3e-c40b-4a70-8207-93818653a34c" providerId="ADAL" clId="{5A93A6BE-387D-4CD9-99B4-A38C03A0341B}" dt="2023-01-31T22:52:29.695" v="638" actId="47"/>
        <pc:sldMkLst>
          <pc:docMk/>
          <pc:sldMk cId="0" sldId="311"/>
        </pc:sldMkLst>
      </pc:sldChg>
      <pc:sldChg chg="add del">
        <pc:chgData name="Geng, Baocheng" userId="b4253f3e-c40b-4a70-8207-93818653a34c" providerId="ADAL" clId="{5A93A6BE-387D-4CD9-99B4-A38C03A0341B}" dt="2023-01-31T22:52:32.676" v="639" actId="47"/>
        <pc:sldMkLst>
          <pc:docMk/>
          <pc:sldMk cId="0" sldId="312"/>
        </pc:sldMkLst>
      </pc:sldChg>
      <pc:sldChg chg="delSp add mod">
        <pc:chgData name="Geng, Baocheng" userId="b4253f3e-c40b-4a70-8207-93818653a34c" providerId="ADAL" clId="{5A93A6BE-387D-4CD9-99B4-A38C03A0341B}" dt="2023-01-31T22:52:38.647" v="640" actId="478"/>
        <pc:sldMkLst>
          <pc:docMk/>
          <pc:sldMk cId="0" sldId="313"/>
        </pc:sldMkLst>
        <pc:grpChg chg="del">
          <ac:chgData name="Geng, Baocheng" userId="b4253f3e-c40b-4a70-8207-93818653a34c" providerId="ADAL" clId="{5A93A6BE-387D-4CD9-99B4-A38C03A0341B}" dt="2023-01-31T22:52:38.647" v="640" actId="478"/>
          <ac:grpSpMkLst>
            <pc:docMk/>
            <pc:sldMk cId="0" sldId="313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52:45.525" v="641" actId="478"/>
        <pc:sldMkLst>
          <pc:docMk/>
          <pc:sldMk cId="0" sldId="314"/>
        </pc:sldMkLst>
        <pc:grpChg chg="del">
          <ac:chgData name="Geng, Baocheng" userId="b4253f3e-c40b-4a70-8207-93818653a34c" providerId="ADAL" clId="{5A93A6BE-387D-4CD9-99B4-A38C03A0341B}" dt="2023-01-31T22:52:45.525" v="641" actId="478"/>
          <ac:grpSpMkLst>
            <pc:docMk/>
            <pc:sldMk cId="0" sldId="314"/>
            <ac:grpSpMk id="8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2:52:49.063" v="642" actId="478"/>
        <pc:sldMkLst>
          <pc:docMk/>
          <pc:sldMk cId="0" sldId="315"/>
        </pc:sldMkLst>
        <pc:grpChg chg="del">
          <ac:chgData name="Geng, Baocheng" userId="b4253f3e-c40b-4a70-8207-93818653a34c" providerId="ADAL" clId="{5A93A6BE-387D-4CD9-99B4-A38C03A0341B}" dt="2023-01-31T22:52:49.063" v="642" actId="478"/>
          <ac:grpSpMkLst>
            <pc:docMk/>
            <pc:sldMk cId="0" sldId="315"/>
            <ac:grpSpMk id="12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3:15.835" v="715" actId="1076"/>
        <pc:sldMkLst>
          <pc:docMk/>
          <pc:sldMk cId="0" sldId="316"/>
        </pc:sldMkLst>
        <pc:spChg chg="del mod">
          <ac:chgData name="Geng, Baocheng" userId="b4253f3e-c40b-4a70-8207-93818653a34c" providerId="ADAL" clId="{5A93A6BE-387D-4CD9-99B4-A38C03A0341B}" dt="2023-01-31T23:01:11.948" v="693" actId="478"/>
          <ac:spMkLst>
            <pc:docMk/>
            <pc:sldMk cId="0" sldId="316"/>
            <ac:spMk id="24" creationId="{FF1242A0-5076-5DB3-C273-7DFAE71E9152}"/>
          </ac:spMkLst>
        </pc:spChg>
        <pc:spChg chg="add mod">
          <ac:chgData name="Geng, Baocheng" userId="b4253f3e-c40b-4a70-8207-93818653a34c" providerId="ADAL" clId="{5A93A6BE-387D-4CD9-99B4-A38C03A0341B}" dt="2023-01-31T23:03:00.772" v="706" actId="1076"/>
          <ac:spMkLst>
            <pc:docMk/>
            <pc:sldMk cId="0" sldId="316"/>
            <ac:spMk id="25" creationId="{89A19A4C-3AA5-0432-7115-BE948606581A}"/>
          </ac:spMkLst>
        </pc:spChg>
        <pc:spChg chg="add mod">
          <ac:chgData name="Geng, Baocheng" userId="b4253f3e-c40b-4a70-8207-93818653a34c" providerId="ADAL" clId="{5A93A6BE-387D-4CD9-99B4-A38C03A0341B}" dt="2023-01-31T23:03:15.835" v="715" actId="1076"/>
          <ac:spMkLst>
            <pc:docMk/>
            <pc:sldMk cId="0" sldId="316"/>
            <ac:spMk id="26" creationId="{92A4A426-F4E9-7F47-AD10-4B45F2A4A063}"/>
          </ac:spMkLst>
        </pc:spChg>
        <pc:grpChg chg="del mod">
          <ac:chgData name="Geng, Baocheng" userId="b4253f3e-c40b-4a70-8207-93818653a34c" providerId="ADAL" clId="{5A93A6BE-387D-4CD9-99B4-A38C03A0341B}" dt="2023-01-31T22:52:53.579" v="644" actId="478"/>
          <ac:grpSpMkLst>
            <pc:docMk/>
            <pc:sldMk cId="0" sldId="31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59:30.711" v="682" actId="478"/>
          <ac:grpSpMkLst>
            <pc:docMk/>
            <pc:sldMk cId="0" sldId="316"/>
            <ac:grpSpMk id="16" creationId="{00000000-0000-0000-0000-000000000000}"/>
          </ac:grpSpMkLst>
        </pc:grpChg>
        <pc:cxnChg chg="add del mod">
          <ac:chgData name="Geng, Baocheng" userId="b4253f3e-c40b-4a70-8207-93818653a34c" providerId="ADAL" clId="{5A93A6BE-387D-4CD9-99B4-A38C03A0341B}" dt="2023-01-31T22:59:28.650" v="681" actId="478"/>
          <ac:cxnSpMkLst>
            <pc:docMk/>
            <pc:sldMk cId="0" sldId="316"/>
            <ac:cxnSpMk id="23" creationId="{D8304BC9-2203-5373-8146-F44141D3A22C}"/>
          </ac:cxnSpMkLst>
        </pc:cxnChg>
      </pc:sldChg>
      <pc:sldChg chg="addSp delSp modSp add mod">
        <pc:chgData name="Geng, Baocheng" userId="b4253f3e-c40b-4a70-8207-93818653a34c" providerId="ADAL" clId="{5A93A6BE-387D-4CD9-99B4-A38C03A0341B}" dt="2023-01-31T23:03:46.374" v="728" actId="1076"/>
        <pc:sldMkLst>
          <pc:docMk/>
          <pc:sldMk cId="0" sldId="317"/>
        </pc:sldMkLst>
        <pc:spChg chg="add mod">
          <ac:chgData name="Geng, Baocheng" userId="b4253f3e-c40b-4a70-8207-93818653a34c" providerId="ADAL" clId="{5A93A6BE-387D-4CD9-99B4-A38C03A0341B}" dt="2023-01-31T23:03:26.672" v="716"/>
          <ac:spMkLst>
            <pc:docMk/>
            <pc:sldMk cId="0" sldId="317"/>
            <ac:spMk id="35" creationId="{11DB118A-DE4D-BF88-7CD0-9414A6B5FECF}"/>
          </ac:spMkLst>
        </pc:spChg>
        <pc:spChg chg="add mod">
          <ac:chgData name="Geng, Baocheng" userId="b4253f3e-c40b-4a70-8207-93818653a34c" providerId="ADAL" clId="{5A93A6BE-387D-4CD9-99B4-A38C03A0341B}" dt="2023-01-31T23:03:34.151" v="724" actId="1076"/>
          <ac:spMkLst>
            <pc:docMk/>
            <pc:sldMk cId="0" sldId="317"/>
            <ac:spMk id="36" creationId="{CCB0323E-B01D-FE16-C63E-8854A93A62D9}"/>
          </ac:spMkLst>
        </pc:spChg>
        <pc:spChg chg="add mod">
          <ac:chgData name="Geng, Baocheng" userId="b4253f3e-c40b-4a70-8207-93818653a34c" providerId="ADAL" clId="{5A93A6BE-387D-4CD9-99B4-A38C03A0341B}" dt="2023-01-31T23:03:40.444" v="726" actId="1076"/>
          <ac:spMkLst>
            <pc:docMk/>
            <pc:sldMk cId="0" sldId="317"/>
            <ac:spMk id="37" creationId="{7A15B923-F97D-68F1-0DDA-F91377B2D0C4}"/>
          </ac:spMkLst>
        </pc:spChg>
        <pc:spChg chg="add mod">
          <ac:chgData name="Geng, Baocheng" userId="b4253f3e-c40b-4a70-8207-93818653a34c" providerId="ADAL" clId="{5A93A6BE-387D-4CD9-99B4-A38C03A0341B}" dt="2023-01-31T23:03:46.374" v="728" actId="1076"/>
          <ac:spMkLst>
            <pc:docMk/>
            <pc:sldMk cId="0" sldId="317"/>
            <ac:spMk id="38" creationId="{4466712B-F8A7-FD34-8578-64CBC047F95C}"/>
          </ac:spMkLst>
        </pc:spChg>
        <pc:grpChg chg="del">
          <ac:chgData name="Geng, Baocheng" userId="b4253f3e-c40b-4a70-8207-93818653a34c" providerId="ADAL" clId="{5A93A6BE-387D-4CD9-99B4-A38C03A0341B}" dt="2023-01-31T22:53:01.349" v="645" actId="478"/>
          <ac:grpSpMkLst>
            <pc:docMk/>
            <pc:sldMk cId="0" sldId="31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58:57.164" v="678" actId="478"/>
          <ac:grpSpMkLst>
            <pc:docMk/>
            <pc:sldMk cId="0" sldId="317"/>
            <ac:grpSpMk id="29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4:23.526" v="749" actId="1076"/>
        <pc:sldMkLst>
          <pc:docMk/>
          <pc:sldMk cId="0" sldId="318"/>
        </pc:sldMkLst>
        <pc:spChg chg="add mod">
          <ac:chgData name="Geng, Baocheng" userId="b4253f3e-c40b-4a70-8207-93818653a34c" providerId="ADAL" clId="{5A93A6BE-387D-4CD9-99B4-A38C03A0341B}" dt="2023-01-31T23:03:54.964" v="730" actId="1076"/>
          <ac:spMkLst>
            <pc:docMk/>
            <pc:sldMk cId="0" sldId="318"/>
            <ac:spMk id="27" creationId="{1EF651BE-3D3B-8ACC-BF44-2F78DA9057BF}"/>
          </ac:spMkLst>
        </pc:spChg>
        <pc:spChg chg="add mod">
          <ac:chgData name="Geng, Baocheng" userId="b4253f3e-c40b-4a70-8207-93818653a34c" providerId="ADAL" clId="{5A93A6BE-387D-4CD9-99B4-A38C03A0341B}" dt="2023-01-31T23:04:07.638" v="737" actId="1076"/>
          <ac:spMkLst>
            <pc:docMk/>
            <pc:sldMk cId="0" sldId="318"/>
            <ac:spMk id="28" creationId="{7BCBC8C3-9932-6E65-53E4-D1E1D0E3E716}"/>
          </ac:spMkLst>
        </pc:spChg>
        <pc:spChg chg="add mod">
          <ac:chgData name="Geng, Baocheng" userId="b4253f3e-c40b-4a70-8207-93818653a34c" providerId="ADAL" clId="{5A93A6BE-387D-4CD9-99B4-A38C03A0341B}" dt="2023-01-31T23:04:23.526" v="749" actId="1076"/>
          <ac:spMkLst>
            <pc:docMk/>
            <pc:sldMk cId="0" sldId="318"/>
            <ac:spMk id="29" creationId="{CB181ADF-6E5F-FED1-3A6F-A1A8FDFF2BD0}"/>
          </ac:spMkLst>
        </pc:spChg>
        <pc:grpChg chg="del">
          <ac:chgData name="Geng, Baocheng" userId="b4253f3e-c40b-4a70-8207-93818653a34c" providerId="ADAL" clId="{5A93A6BE-387D-4CD9-99B4-A38C03A0341B}" dt="2023-01-31T22:53:09.615" v="646" actId="478"/>
          <ac:grpSpMkLst>
            <pc:docMk/>
            <pc:sldMk cId="0" sldId="31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5A93A6BE-387D-4CD9-99B4-A38C03A0341B}" dt="2023-01-31T22:58:45.882" v="677" actId="478"/>
          <ac:grpSpMkLst>
            <pc:docMk/>
            <pc:sldMk cId="0" sldId="318"/>
            <ac:grpSpMk id="21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6:05.256" v="755" actId="1076"/>
        <pc:sldMkLst>
          <pc:docMk/>
          <pc:sldMk cId="0" sldId="319"/>
        </pc:sldMkLst>
        <pc:spChg chg="add mod">
          <ac:chgData name="Geng, Baocheng" userId="b4253f3e-c40b-4a70-8207-93818653a34c" providerId="ADAL" clId="{5A93A6BE-387D-4CD9-99B4-A38C03A0341B}" dt="2023-01-31T23:06:05.256" v="755" actId="1076"/>
          <ac:spMkLst>
            <pc:docMk/>
            <pc:sldMk cId="0" sldId="319"/>
            <ac:spMk id="20" creationId="{67672019-D2AD-A692-3E04-DB902A78FA90}"/>
          </ac:spMkLst>
        </pc:spChg>
        <pc:spChg chg="add mod">
          <ac:chgData name="Geng, Baocheng" userId="b4253f3e-c40b-4a70-8207-93818653a34c" providerId="ADAL" clId="{5A93A6BE-387D-4CD9-99B4-A38C03A0341B}" dt="2023-01-31T23:06:01.362" v="754" actId="1076"/>
          <ac:spMkLst>
            <pc:docMk/>
            <pc:sldMk cId="0" sldId="319"/>
            <ac:spMk id="21" creationId="{97D02163-8BFC-C689-A954-F1B580A4FC4F}"/>
          </ac:spMkLst>
        </pc:spChg>
        <pc:grpChg chg="del">
          <ac:chgData name="Geng, Baocheng" userId="b4253f3e-c40b-4a70-8207-93818653a34c" providerId="ADAL" clId="{5A93A6BE-387D-4CD9-99B4-A38C03A0341B}" dt="2023-01-31T23:05:48.606" v="750" actId="478"/>
          <ac:grpSpMkLst>
            <pc:docMk/>
            <pc:sldMk cId="0" sldId="319"/>
            <ac:grpSpMk id="14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6:19.792" v="760" actId="478"/>
        <pc:sldMkLst>
          <pc:docMk/>
          <pc:sldMk cId="0" sldId="320"/>
        </pc:sldMkLst>
        <pc:spChg chg="add mod">
          <ac:chgData name="Geng, Baocheng" userId="b4253f3e-c40b-4a70-8207-93818653a34c" providerId="ADAL" clId="{5A93A6BE-387D-4CD9-99B4-A38C03A0341B}" dt="2023-01-31T23:06:17.736" v="759" actId="1076"/>
          <ac:spMkLst>
            <pc:docMk/>
            <pc:sldMk cId="0" sldId="320"/>
            <ac:spMk id="24" creationId="{4241BA5F-6511-DFE1-3446-2D6C118B676D}"/>
          </ac:spMkLst>
        </pc:spChg>
        <pc:spChg chg="add mod">
          <ac:chgData name="Geng, Baocheng" userId="b4253f3e-c40b-4a70-8207-93818653a34c" providerId="ADAL" clId="{5A93A6BE-387D-4CD9-99B4-A38C03A0341B}" dt="2023-01-31T23:06:12.192" v="758" actId="1076"/>
          <ac:spMkLst>
            <pc:docMk/>
            <pc:sldMk cId="0" sldId="320"/>
            <ac:spMk id="25" creationId="{59E0748A-D1BC-6E77-5304-A5D3FEF27E94}"/>
          </ac:spMkLst>
        </pc:spChg>
        <pc:grpChg chg="del">
          <ac:chgData name="Geng, Baocheng" userId="b4253f3e-c40b-4a70-8207-93818653a34c" providerId="ADAL" clId="{5A93A6BE-387D-4CD9-99B4-A38C03A0341B}" dt="2023-01-31T23:06:19.792" v="760" actId="478"/>
          <ac:grpSpMkLst>
            <pc:docMk/>
            <pc:sldMk cId="0" sldId="320"/>
            <ac:grpSpMk id="18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6:33.775" v="765" actId="478"/>
        <pc:sldMkLst>
          <pc:docMk/>
          <pc:sldMk cId="0" sldId="321"/>
        </pc:sldMkLst>
        <pc:spChg chg="add mod">
          <ac:chgData name="Geng, Baocheng" userId="b4253f3e-c40b-4a70-8207-93818653a34c" providerId="ADAL" clId="{5A93A6BE-387D-4CD9-99B4-A38C03A0341B}" dt="2023-01-31T23:06:31.399" v="764" actId="1076"/>
          <ac:spMkLst>
            <pc:docMk/>
            <pc:sldMk cId="0" sldId="321"/>
            <ac:spMk id="28" creationId="{37524A08-E01D-7781-707E-D882732A7010}"/>
          </ac:spMkLst>
        </pc:spChg>
        <pc:spChg chg="add mod">
          <ac:chgData name="Geng, Baocheng" userId="b4253f3e-c40b-4a70-8207-93818653a34c" providerId="ADAL" clId="{5A93A6BE-387D-4CD9-99B4-A38C03A0341B}" dt="2023-01-31T23:06:26.542" v="763" actId="1076"/>
          <ac:spMkLst>
            <pc:docMk/>
            <pc:sldMk cId="0" sldId="321"/>
            <ac:spMk id="29" creationId="{F787DF73-8F95-75BD-AF22-273C0FDF54BF}"/>
          </ac:spMkLst>
        </pc:spChg>
        <pc:grpChg chg="del">
          <ac:chgData name="Geng, Baocheng" userId="b4253f3e-c40b-4a70-8207-93818653a34c" providerId="ADAL" clId="{5A93A6BE-387D-4CD9-99B4-A38C03A0341B}" dt="2023-01-31T23:06:33.775" v="765" actId="478"/>
          <ac:grpSpMkLst>
            <pc:docMk/>
            <pc:sldMk cId="0" sldId="321"/>
            <ac:grpSpMk id="22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3:06:52.667" v="767" actId="478"/>
        <pc:sldMkLst>
          <pc:docMk/>
          <pc:sldMk cId="0" sldId="322"/>
        </pc:sldMkLst>
        <pc:grpChg chg="del">
          <ac:chgData name="Geng, Baocheng" userId="b4253f3e-c40b-4a70-8207-93818653a34c" providerId="ADAL" clId="{5A93A6BE-387D-4CD9-99B4-A38C03A0341B}" dt="2023-01-31T23:06:52.667" v="767" actId="478"/>
          <ac:grpSpMkLst>
            <pc:docMk/>
            <pc:sldMk cId="0" sldId="322"/>
            <ac:grpSpMk id="7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3:06:50.728" v="766" actId="478"/>
        <pc:sldMkLst>
          <pc:docMk/>
          <pc:sldMk cId="0" sldId="323"/>
        </pc:sldMkLst>
        <pc:grpChg chg="del">
          <ac:chgData name="Geng, Baocheng" userId="b4253f3e-c40b-4a70-8207-93818653a34c" providerId="ADAL" clId="{5A93A6BE-387D-4CD9-99B4-A38C03A0341B}" dt="2023-01-31T23:06:50.728" v="766" actId="478"/>
          <ac:grpSpMkLst>
            <pc:docMk/>
            <pc:sldMk cId="0" sldId="323"/>
            <ac:grpSpMk id="11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3:06:57.572" v="768" actId="478"/>
        <pc:sldMkLst>
          <pc:docMk/>
          <pc:sldMk cId="0" sldId="324"/>
        </pc:sldMkLst>
        <pc:grpChg chg="del">
          <ac:chgData name="Geng, Baocheng" userId="b4253f3e-c40b-4a70-8207-93818653a34c" providerId="ADAL" clId="{5A93A6BE-387D-4CD9-99B4-A38C03A0341B}" dt="2023-01-31T23:06:57.572" v="768" actId="478"/>
          <ac:grpSpMkLst>
            <pc:docMk/>
            <pc:sldMk cId="0" sldId="324"/>
            <ac:grpSpMk id="14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3:06:59.960" v="769" actId="478"/>
        <pc:sldMkLst>
          <pc:docMk/>
          <pc:sldMk cId="0" sldId="325"/>
        </pc:sldMkLst>
        <pc:grpChg chg="del">
          <ac:chgData name="Geng, Baocheng" userId="b4253f3e-c40b-4a70-8207-93818653a34c" providerId="ADAL" clId="{5A93A6BE-387D-4CD9-99B4-A38C03A0341B}" dt="2023-01-31T23:06:59.960" v="769" actId="478"/>
          <ac:grpSpMkLst>
            <pc:docMk/>
            <pc:sldMk cId="0" sldId="325"/>
            <ac:grpSpMk id="17" creationId="{00000000-0000-0000-0000-000000000000}"/>
          </ac:grpSpMkLst>
        </pc:grpChg>
      </pc:sldChg>
      <pc:sldChg chg="delSp add mod">
        <pc:chgData name="Geng, Baocheng" userId="b4253f3e-c40b-4a70-8207-93818653a34c" providerId="ADAL" clId="{5A93A6BE-387D-4CD9-99B4-A38C03A0341B}" dt="2023-01-31T23:07:03.337" v="770" actId="478"/>
        <pc:sldMkLst>
          <pc:docMk/>
          <pc:sldMk cId="0" sldId="326"/>
        </pc:sldMkLst>
        <pc:grpChg chg="del">
          <ac:chgData name="Geng, Baocheng" userId="b4253f3e-c40b-4a70-8207-93818653a34c" providerId="ADAL" clId="{5A93A6BE-387D-4CD9-99B4-A38C03A0341B}" dt="2023-01-31T23:07:03.337" v="770" actId="478"/>
          <ac:grpSpMkLst>
            <pc:docMk/>
            <pc:sldMk cId="0" sldId="326"/>
            <ac:grpSpMk id="20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5A93A6BE-387D-4CD9-99B4-A38C03A0341B}" dt="2023-01-31T23:07:12.118" v="775" actId="1076"/>
        <pc:sldMkLst>
          <pc:docMk/>
          <pc:sldMk cId="0" sldId="327"/>
        </pc:sldMkLst>
        <pc:spChg chg="add mod">
          <ac:chgData name="Geng, Baocheng" userId="b4253f3e-c40b-4a70-8207-93818653a34c" providerId="ADAL" clId="{5A93A6BE-387D-4CD9-99B4-A38C03A0341B}" dt="2023-01-31T23:07:12.118" v="775" actId="1076"/>
          <ac:spMkLst>
            <pc:docMk/>
            <pc:sldMk cId="0" sldId="327"/>
            <ac:spMk id="30" creationId="{250E498F-38CF-7463-B7D0-DEBC171CBDFA}"/>
          </ac:spMkLst>
        </pc:spChg>
        <pc:grpChg chg="del">
          <ac:chgData name="Geng, Baocheng" userId="b4253f3e-c40b-4a70-8207-93818653a34c" providerId="ADAL" clId="{5A93A6BE-387D-4CD9-99B4-A38C03A0341B}" dt="2023-01-31T23:07:06.097" v="771" actId="478"/>
          <ac:grpSpMkLst>
            <pc:docMk/>
            <pc:sldMk cId="0" sldId="327"/>
            <ac:grpSpMk id="24" creationId="{00000000-0000-0000-0000-000000000000}"/>
          </ac:grpSpMkLst>
        </pc:grpChg>
      </pc:sldChg>
      <pc:sldChg chg="delSp add mod ord">
        <pc:chgData name="Geng, Baocheng" userId="b4253f3e-c40b-4a70-8207-93818653a34c" providerId="ADAL" clId="{5A93A6BE-387D-4CD9-99B4-A38C03A0341B}" dt="2023-02-02T15:48:40.319" v="867"/>
        <pc:sldMkLst>
          <pc:docMk/>
          <pc:sldMk cId="0" sldId="328"/>
        </pc:sldMkLst>
        <pc:grpChg chg="del">
          <ac:chgData name="Geng, Baocheng" userId="b4253f3e-c40b-4a70-8207-93818653a34c" providerId="ADAL" clId="{5A93A6BE-387D-4CD9-99B4-A38C03A0341B}" dt="2023-01-31T23:07:15.264" v="776" actId="478"/>
          <ac:grpSpMkLst>
            <pc:docMk/>
            <pc:sldMk cId="0" sldId="328"/>
            <ac:grpSpMk id="7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5A93A6BE-387D-4CD9-99B4-A38C03A0341B}" dt="2023-01-31T23:07:49.889" v="778" actId="14100"/>
        <pc:sldMkLst>
          <pc:docMk/>
          <pc:sldMk cId="0" sldId="329"/>
        </pc:sldMkLst>
        <pc:spChg chg="mod">
          <ac:chgData name="Geng, Baocheng" userId="b4253f3e-c40b-4a70-8207-93818653a34c" providerId="ADAL" clId="{5A93A6BE-387D-4CD9-99B4-A38C03A0341B}" dt="2023-01-31T23:07:49.889" v="778" actId="14100"/>
          <ac:spMkLst>
            <pc:docMk/>
            <pc:sldMk cId="0" sldId="329"/>
            <ac:spMk id="5" creationId="{00000000-0000-0000-0000-000000000000}"/>
          </ac:spMkLst>
        </pc:spChg>
        <pc:grpChg chg="del">
          <ac:chgData name="Geng, Baocheng" userId="b4253f3e-c40b-4a70-8207-93818653a34c" providerId="ADAL" clId="{5A93A6BE-387D-4CD9-99B4-A38C03A0341B}" dt="2023-01-31T22:56:29.456" v="647" actId="478"/>
          <ac:grpSpMkLst>
            <pc:docMk/>
            <pc:sldMk cId="0" sldId="329"/>
            <ac:grpSpMk id="6" creationId="{00000000-0000-0000-0000-000000000000}"/>
          </ac:grpSpMkLst>
        </pc:grpChg>
      </pc:sldChg>
      <pc:sldChg chg="add del">
        <pc:chgData name="Geng, Baocheng" userId="b4253f3e-c40b-4a70-8207-93818653a34c" providerId="ADAL" clId="{5A93A6BE-387D-4CD9-99B4-A38C03A0341B}" dt="2023-01-31T22:38:24.304" v="526" actId="47"/>
        <pc:sldMkLst>
          <pc:docMk/>
          <pc:sldMk cId="3056096251" sldId="330"/>
        </pc:sldMkLst>
      </pc:sldChg>
      <pc:sldChg chg="addSp modSp add mod">
        <pc:chgData name="Geng, Baocheng" userId="b4253f3e-c40b-4a70-8207-93818653a34c" providerId="ADAL" clId="{5A93A6BE-387D-4CD9-99B4-A38C03A0341B}" dt="2023-02-02T15:38:56.421" v="865" actId="20577"/>
        <pc:sldMkLst>
          <pc:docMk/>
          <pc:sldMk cId="2903919362" sldId="331"/>
        </pc:sldMkLst>
        <pc:spChg chg="add mod">
          <ac:chgData name="Geng, Baocheng" userId="b4253f3e-c40b-4a70-8207-93818653a34c" providerId="ADAL" clId="{5A93A6BE-387D-4CD9-99B4-A38C03A0341B}" dt="2023-02-02T15:38:56.421" v="865" actId="20577"/>
          <ac:spMkLst>
            <pc:docMk/>
            <pc:sldMk cId="2903919362" sldId="331"/>
            <ac:spMk id="4" creationId="{62B3BB2D-8B2F-9BFA-41F4-D2DFE9263CF0}"/>
          </ac:spMkLst>
        </pc:spChg>
      </pc:sldChg>
      <pc:sldChg chg="modSp add mod">
        <pc:chgData name="Geng, Baocheng" userId="b4253f3e-c40b-4a70-8207-93818653a34c" providerId="ADAL" clId="{5A93A6BE-387D-4CD9-99B4-A38C03A0341B}" dt="2023-01-31T22:52:22.188" v="637" actId="1076"/>
        <pc:sldMkLst>
          <pc:docMk/>
          <pc:sldMk cId="939194931" sldId="332"/>
        </pc:sldMkLst>
        <pc:picChg chg="mod replST">
          <ac:chgData name="Geng, Baocheng" userId="b4253f3e-c40b-4a70-8207-93818653a34c" providerId="ADAL" clId="{5A93A6BE-387D-4CD9-99B4-A38C03A0341B}" dt="2023-01-31T22:52:22.188" v="637" actId="1076"/>
          <ac:picMkLst>
            <pc:docMk/>
            <pc:sldMk cId="939194931" sldId="332"/>
            <ac:picMk id="6" creationId="{23B303D8-F2CB-6FD1-B68D-64B8A575AA0A}"/>
          </ac:picMkLst>
        </pc:picChg>
      </pc:sldChg>
      <pc:sldChg chg="new">
        <pc:chgData name="Geng, Baocheng" userId="b4253f3e-c40b-4a70-8207-93818653a34c" providerId="ADAL" clId="{5A93A6BE-387D-4CD9-99B4-A38C03A0341B}" dt="2023-02-02T15:32:57.963" v="862" actId="680"/>
        <pc:sldMkLst>
          <pc:docMk/>
          <pc:sldMk cId="210745168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36EB6-FB73-4583-B3E3-5748D8FA88A5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AC317-D824-4B4B-9E01-1B1E29AEE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5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AC317-D824-4B4B-9E01-1B1E29AEEE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6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7843" y="62407"/>
            <a:ext cx="19729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9830" y="62407"/>
            <a:ext cx="31889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927" y="926884"/>
            <a:ext cx="4354245" cy="152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3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5" Type="http://schemas.openxmlformats.org/officeDocument/2006/relationships/slide" Target="slide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" Target="slide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7.xml"/><Relationship Id="rId7" Type="http://schemas.openxmlformats.org/officeDocument/2006/relationships/image" Target="../media/image2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8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http://www.mathsisfun.com/combinatorics/combinations-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r>
              <a:rPr sz="14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355/555</a:t>
            </a:r>
            <a:endParaRPr sz="1400" dirty="0">
              <a:latin typeface="Georgia"/>
              <a:cs typeface="Georgi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Statistics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9" y="1715668"/>
            <a:ext cx="1219200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9,  02/05/2025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794" y="31695"/>
            <a:ext cx="35814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20" dirty="0">
                <a:solidFill>
                  <a:srgbClr val="FFFFFF"/>
                </a:solidFill>
                <a:latin typeface="Georgia"/>
                <a:cs typeface="Georgia"/>
              </a:rPr>
              <a:t>Counting, Permutation and Combination</a:t>
            </a:r>
            <a:endParaRPr sz="1400" dirty="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177467"/>
            <a:ext cx="155092" cy="155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551711"/>
            <a:ext cx="155092" cy="155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925955"/>
            <a:ext cx="155092" cy="155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90" y="1145527"/>
            <a:ext cx="2709660" cy="11657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355" indent="-161290">
              <a:lnSpc>
                <a:spcPct val="100000"/>
              </a:lnSpc>
              <a:spcBef>
                <a:spcPts val="90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Introduction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DEDE5"/>
              </a:buClr>
              <a:buFont typeface="Century"/>
              <a:buAutoNum type="arabicPlain"/>
            </a:pPr>
            <a:endParaRPr sz="1400" dirty="0">
              <a:latin typeface="Georgia"/>
              <a:cs typeface="Georgia"/>
            </a:endParaRPr>
          </a:p>
          <a:p>
            <a:pPr marL="173355" indent="-161290">
              <a:lnSpc>
                <a:spcPct val="100000"/>
              </a:lnSpc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6" action="ppaction://hlinksldjump"/>
              </a:rPr>
              <a:t>Counting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DEDE5"/>
              </a:buClr>
              <a:buFont typeface="Century"/>
              <a:buAutoNum type="arabicPlain"/>
            </a:pPr>
            <a:endParaRPr sz="1400" dirty="0">
              <a:latin typeface="Georgia"/>
              <a:cs typeface="Georgia"/>
            </a:endParaRPr>
          </a:p>
          <a:p>
            <a:pPr marL="173355" indent="-161290">
              <a:lnSpc>
                <a:spcPct val="100000"/>
              </a:lnSpc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lang="en-US" sz="1100" u="sng" spc="-10" dirty="0">
                <a:solidFill>
                  <a:srgbClr val="0000FF"/>
                </a:solidFill>
                <a:latin typeface="Georgia"/>
                <a:cs typeface="Georgia"/>
              </a:rPr>
              <a:t>Permutation and Combination</a:t>
            </a:r>
            <a:endParaRPr sz="1100" u="sng" dirty="0">
              <a:solidFill>
                <a:srgbClr val="0000FF"/>
              </a:solidFill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DEDE5"/>
              </a:buClr>
              <a:buFont typeface="Century"/>
              <a:buAutoNum type="arabicPlain"/>
            </a:pPr>
            <a:endParaRPr sz="140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135"/>
              </a:spcBef>
            </a:pPr>
            <a:r>
              <a:rPr dirty="0"/>
              <a:t>Copyright</a:t>
            </a:r>
            <a:r>
              <a:rPr spc="6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Copyright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Materials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prepared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and/or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included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protected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by </a:t>
            </a:r>
            <a:r>
              <a:rPr sz="1100" spc="-10" dirty="0">
                <a:latin typeface="Georgia"/>
                <a:cs typeface="Georgia"/>
              </a:rPr>
              <a:t>copyright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law.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intended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enrolled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during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current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term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further </a:t>
            </a:r>
            <a:r>
              <a:rPr sz="1100" spc="-30" dirty="0">
                <a:latin typeface="Georgia"/>
                <a:cs typeface="Georgia"/>
              </a:rPr>
              <a:t>disseminated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permission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C155-F433-419F-1094-715EE8F5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30" y="62407"/>
            <a:ext cx="3188970" cy="215444"/>
          </a:xfrm>
        </p:spPr>
        <p:txBody>
          <a:bodyPr/>
          <a:lstStyle/>
          <a:p>
            <a:r>
              <a:rPr lang="en-US" dirty="0"/>
              <a:t>Quick Announcement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6BB9F-FDED-4CF0-B41F-5161D7BA7C16}"/>
              </a:ext>
            </a:extLst>
          </p:cNvPr>
          <p:cNvSpPr txBox="1"/>
          <p:nvPr/>
        </p:nvSpPr>
        <p:spPr>
          <a:xfrm>
            <a:off x="628650" y="968375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Midterm Feb 21st</a:t>
            </a:r>
          </a:p>
        </p:txBody>
      </p:sp>
    </p:spTree>
    <p:extLst>
      <p:ext uri="{BB962C8B-B14F-4D97-AF65-F5344CB8AC3E}">
        <p14:creationId xmlns:p14="http://schemas.microsoft.com/office/powerpoint/2010/main" val="21074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0030" y="62407"/>
            <a:ext cx="1687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Counting</a:t>
            </a:r>
            <a:r>
              <a:rPr sz="14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Sum</a:t>
            </a:r>
            <a:r>
              <a:rPr sz="14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Rule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726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87222"/>
            <a:ext cx="378904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ϕ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5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has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14541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i="1" spc="-35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imes New Roman"/>
                <a:cs typeface="Times New Roman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2480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40" dirty="0"/>
              <a:t> </a:t>
            </a:r>
            <a:r>
              <a:rPr dirty="0"/>
              <a:t>-</a:t>
            </a:r>
            <a:r>
              <a:rPr spc="40" dirty="0"/>
              <a:t> </a:t>
            </a:r>
            <a:r>
              <a:rPr dirty="0"/>
              <a:t>Sum</a:t>
            </a:r>
            <a:r>
              <a:rPr spc="40" dirty="0"/>
              <a:t> </a:t>
            </a:r>
            <a:r>
              <a:rPr spc="-20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726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87222"/>
            <a:ext cx="3789045" cy="1000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ϕ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5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has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14541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i="1" spc="-35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imes New Roman"/>
                <a:cs typeface="Times New Roman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Georgia"/>
                <a:cs typeface="Georgia"/>
              </a:rPr>
              <a:t>Generalize</a:t>
            </a:r>
            <a:r>
              <a:rPr sz="1100" dirty="0">
                <a:latin typeface="Georgia"/>
                <a:cs typeface="Georgia"/>
              </a:rPr>
              <a:t> to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disjoint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1200"/>
            <a:ext cx="63233" cy="6323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C528A8B-DEFC-9385-8B72-A0CD21C7B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0" y="1806575"/>
            <a:ext cx="1463040" cy="609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2480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40" dirty="0"/>
              <a:t> </a:t>
            </a:r>
            <a:r>
              <a:rPr dirty="0"/>
              <a:t>-</a:t>
            </a:r>
            <a:r>
              <a:rPr spc="40" dirty="0"/>
              <a:t> </a:t>
            </a:r>
            <a:r>
              <a:rPr dirty="0"/>
              <a:t>Sum</a:t>
            </a:r>
            <a:r>
              <a:rPr spc="40" dirty="0"/>
              <a:t> </a:t>
            </a:r>
            <a:r>
              <a:rPr spc="-20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726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87222"/>
            <a:ext cx="3789045" cy="1000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ϕ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-5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has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items.</a:t>
            </a:r>
            <a:endParaRPr sz="1100">
              <a:latin typeface="Georgia"/>
              <a:cs typeface="Georgia"/>
            </a:endParaRPr>
          </a:p>
          <a:p>
            <a:pPr marL="14541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i="1" spc="-35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imes New Roman"/>
                <a:cs typeface="Times New Roman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Georgia"/>
                <a:cs typeface="Georgia"/>
              </a:rPr>
              <a:t>Generalize</a:t>
            </a:r>
            <a:r>
              <a:rPr sz="1100" dirty="0">
                <a:latin typeface="Georgia"/>
                <a:cs typeface="Georgia"/>
              </a:rPr>
              <a:t> to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disjoint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1200"/>
            <a:ext cx="63233" cy="632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493365"/>
            <a:ext cx="63233" cy="6323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2407894"/>
            <a:ext cx="40551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Rephrase: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and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i="1" spc="80" dirty="0">
                <a:latin typeface="Times New Roman"/>
                <a:cs typeface="Times New Roman"/>
              </a:rPr>
              <a:t>B</a:t>
            </a:r>
            <a:r>
              <a:rPr sz="1100" spc="8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2FE2FAF-38D6-ADA3-9889-E4BA29D0E9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859" y="1772769"/>
            <a:ext cx="1139190" cy="47466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70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50" dirty="0"/>
              <a:t>Inclusion-</a:t>
            </a:r>
            <a:r>
              <a:rPr spc="-10" dirty="0"/>
              <a:t>Exclusion</a:t>
            </a:r>
            <a:r>
              <a:rPr spc="70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012367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90"/>
              </a:spcBef>
            </a:pPr>
            <a:r>
              <a:rPr dirty="0"/>
              <a:t>If</a:t>
            </a:r>
            <a:r>
              <a:rPr spc="-10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5" dirty="0"/>
              <a:t> </a:t>
            </a:r>
            <a:r>
              <a:rPr i="1" spc="100" dirty="0">
                <a:latin typeface="Times New Roman"/>
                <a:cs typeface="Times New Roman"/>
              </a:rPr>
              <a:t>n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9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5" dirty="0"/>
              <a:t> </a:t>
            </a:r>
            <a:r>
              <a:rPr i="1" spc="155" dirty="0">
                <a:latin typeface="Times New Roman"/>
                <a:cs typeface="Times New Roman"/>
              </a:rPr>
              <a:t>m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spc="-10" dirty="0"/>
              <a:t>items</a:t>
            </a:r>
            <a:r>
              <a:rPr spc="5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6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9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0" dirty="0"/>
              <a:t>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i="1" spc="45" dirty="0">
                <a:latin typeface="Times New Roman"/>
                <a:cs typeface="Times New Roman"/>
              </a:rPr>
              <a:t> </a:t>
            </a:r>
            <a:r>
              <a:rPr spc="-10" dirty="0"/>
              <a:t>items,</a:t>
            </a:r>
            <a:r>
              <a:rPr spc="50" dirty="0"/>
              <a:t> </a:t>
            </a:r>
            <a:r>
              <a:rPr dirty="0"/>
              <a:t>then</a:t>
            </a:r>
            <a:r>
              <a:rPr spc="50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60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imes New Roman"/>
                <a:cs typeface="Times New Roman"/>
              </a:rPr>
              <a:t>B</a:t>
            </a:r>
          </a:p>
          <a:p>
            <a:pPr marL="287655">
              <a:lnSpc>
                <a:spcPct val="100000"/>
              </a:lnSpc>
              <a:spcBef>
                <a:spcPts val="35"/>
              </a:spcBef>
            </a:pPr>
            <a:r>
              <a:rPr dirty="0"/>
              <a:t>has</a:t>
            </a:r>
            <a:r>
              <a:rPr spc="60" dirty="0"/>
              <a:t> </a:t>
            </a:r>
            <a:r>
              <a:rPr i="1" spc="155" dirty="0">
                <a:latin typeface="Times New Roman"/>
                <a:cs typeface="Times New Roman"/>
              </a:rPr>
              <a:t>m</a:t>
            </a:r>
            <a:r>
              <a:rPr i="1" spc="-50" dirty="0">
                <a:latin typeface="Times New Roman"/>
                <a:cs typeface="Times New Roman"/>
              </a:rPr>
              <a:t> </a:t>
            </a:r>
            <a:r>
              <a:rPr spc="130" dirty="0"/>
              <a:t>+</a:t>
            </a:r>
            <a:r>
              <a:rPr spc="-35" dirty="0"/>
              <a:t> </a:t>
            </a:r>
            <a:r>
              <a:rPr i="1" spc="100" dirty="0">
                <a:latin typeface="Times New Roman"/>
                <a:cs typeface="Times New Roman"/>
              </a:rPr>
              <a:t>n</a:t>
            </a:r>
            <a:r>
              <a:rPr i="1" spc="-5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i="1" spc="65" dirty="0">
                <a:latin typeface="Times New Roman"/>
                <a:cs typeface="Times New Roman"/>
              </a:rPr>
              <a:t> </a:t>
            </a:r>
            <a:r>
              <a:rPr spc="-10" dirty="0"/>
              <a:t>items.</a:t>
            </a:r>
          </a:p>
          <a:p>
            <a:pPr marL="287655">
              <a:lnSpc>
                <a:spcPct val="100000"/>
              </a:lnSpc>
              <a:spcBef>
                <a:spcPts val="334"/>
              </a:spcBef>
            </a:pPr>
            <a:r>
              <a:rPr spc="-10" dirty="0"/>
              <a:t>Venn</a:t>
            </a:r>
            <a:r>
              <a:rPr spc="-30" dirty="0"/>
              <a:t> </a:t>
            </a:r>
            <a:r>
              <a:rPr spc="-10" dirty="0"/>
              <a:t>diagram</a:t>
            </a:r>
          </a:p>
          <a:p>
            <a:pPr marL="1420495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spc="-20" dirty="0">
                <a:latin typeface="Lucida Sans Unicode"/>
                <a:cs typeface="Lucida Sans Unicode"/>
              </a:rPr>
              <a:t> </a:t>
            </a:r>
            <a:r>
              <a:rPr spc="130" dirty="0"/>
              <a:t>=</a:t>
            </a:r>
            <a:r>
              <a:rPr spc="65" dirty="0"/>
              <a:t> </a:t>
            </a:r>
            <a:r>
              <a:rPr spc="-35" dirty="0">
                <a:latin typeface="Lucida Sans Unicode"/>
                <a:cs typeface="Lucida Sans Unicode"/>
              </a:rPr>
              <a:t>|</a:t>
            </a:r>
            <a:r>
              <a:rPr i="1" spc="-35" dirty="0">
                <a:latin typeface="Times New Roman"/>
                <a:cs typeface="Times New Roman"/>
              </a:rPr>
              <a:t>A</a:t>
            </a:r>
            <a:r>
              <a:rPr spc="-35" dirty="0">
                <a:latin typeface="Lucida Sans Unicode"/>
                <a:cs typeface="Lucida Sans Unicode"/>
              </a:rPr>
              <a:t>|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spc="130" dirty="0"/>
              <a:t>+</a:t>
            </a:r>
            <a:r>
              <a:rPr spc="-5" dirty="0"/>
              <a:t> </a:t>
            </a:r>
            <a:r>
              <a:rPr spc="-10" dirty="0">
                <a:latin typeface="Lucida Sans Unicode"/>
                <a:cs typeface="Lucida Sans Unicode"/>
              </a:rPr>
              <a:t>|</a:t>
            </a:r>
            <a:r>
              <a:rPr i="1" spc="-10" dirty="0">
                <a:latin typeface="Times New Roman"/>
                <a:cs typeface="Times New Roman"/>
              </a:rPr>
              <a:t>B</a:t>
            </a:r>
            <a:r>
              <a:rPr spc="-10" dirty="0">
                <a:latin typeface="Lucida Sans Unicode"/>
                <a:cs typeface="Lucida Sans Unicode"/>
              </a:rPr>
              <a:t>|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B</a:t>
            </a:r>
            <a:r>
              <a:rPr spc="-25" dirty="0">
                <a:latin typeface="Lucida Sans Unicode"/>
                <a:cs typeface="Lucida Sans Unicode"/>
              </a:rPr>
              <a:t>|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94472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70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50" dirty="0"/>
              <a:t>Inclusion-</a:t>
            </a:r>
            <a:r>
              <a:rPr spc="-10" dirty="0"/>
              <a:t>Exclusion</a:t>
            </a:r>
            <a:r>
              <a:rPr spc="70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012367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90"/>
              </a:spcBef>
            </a:pPr>
            <a:r>
              <a:rPr dirty="0"/>
              <a:t>If</a:t>
            </a:r>
            <a:r>
              <a:rPr spc="-10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5" dirty="0"/>
              <a:t> </a:t>
            </a:r>
            <a:r>
              <a:rPr i="1" spc="100" dirty="0">
                <a:latin typeface="Times New Roman"/>
                <a:cs typeface="Times New Roman"/>
              </a:rPr>
              <a:t>n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9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5" dirty="0"/>
              <a:t> </a:t>
            </a:r>
            <a:r>
              <a:rPr i="1" spc="155" dirty="0">
                <a:latin typeface="Times New Roman"/>
                <a:cs typeface="Times New Roman"/>
              </a:rPr>
              <a:t>m</a:t>
            </a:r>
            <a:r>
              <a:rPr i="1" spc="40" dirty="0">
                <a:latin typeface="Times New Roman"/>
                <a:cs typeface="Times New Roman"/>
              </a:rPr>
              <a:t> </a:t>
            </a:r>
            <a:r>
              <a:rPr spc="-10" dirty="0"/>
              <a:t>items</a:t>
            </a:r>
            <a:r>
              <a:rPr spc="5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6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9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50" dirty="0"/>
              <a:t>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i="1" spc="45" dirty="0">
                <a:latin typeface="Times New Roman"/>
                <a:cs typeface="Times New Roman"/>
              </a:rPr>
              <a:t> </a:t>
            </a:r>
            <a:r>
              <a:rPr spc="-10" dirty="0"/>
              <a:t>items,</a:t>
            </a:r>
            <a:r>
              <a:rPr spc="50" dirty="0"/>
              <a:t> </a:t>
            </a:r>
            <a:r>
              <a:rPr dirty="0"/>
              <a:t>then</a:t>
            </a:r>
            <a:r>
              <a:rPr spc="50" dirty="0"/>
              <a:t> </a:t>
            </a: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60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imes New Roman"/>
                <a:cs typeface="Times New Roman"/>
              </a:rPr>
              <a:t>B</a:t>
            </a:r>
          </a:p>
          <a:p>
            <a:pPr marL="287655">
              <a:lnSpc>
                <a:spcPct val="100000"/>
              </a:lnSpc>
              <a:spcBef>
                <a:spcPts val="35"/>
              </a:spcBef>
            </a:pPr>
            <a:r>
              <a:rPr dirty="0"/>
              <a:t>has</a:t>
            </a:r>
            <a:r>
              <a:rPr spc="60" dirty="0"/>
              <a:t> </a:t>
            </a:r>
            <a:r>
              <a:rPr i="1" spc="155" dirty="0">
                <a:latin typeface="Times New Roman"/>
                <a:cs typeface="Times New Roman"/>
              </a:rPr>
              <a:t>m</a:t>
            </a:r>
            <a:r>
              <a:rPr i="1" spc="-50" dirty="0">
                <a:latin typeface="Times New Roman"/>
                <a:cs typeface="Times New Roman"/>
              </a:rPr>
              <a:t> </a:t>
            </a:r>
            <a:r>
              <a:rPr spc="130" dirty="0"/>
              <a:t>+</a:t>
            </a:r>
            <a:r>
              <a:rPr spc="-35" dirty="0"/>
              <a:t> </a:t>
            </a:r>
            <a:r>
              <a:rPr i="1" spc="100" dirty="0">
                <a:latin typeface="Times New Roman"/>
                <a:cs typeface="Times New Roman"/>
              </a:rPr>
              <a:t>n</a:t>
            </a:r>
            <a:r>
              <a:rPr i="1" spc="-5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i="1" spc="65" dirty="0">
                <a:latin typeface="Times New Roman"/>
                <a:cs typeface="Times New Roman"/>
              </a:rPr>
              <a:t> </a:t>
            </a:r>
            <a:r>
              <a:rPr spc="-10" dirty="0"/>
              <a:t>items.</a:t>
            </a:r>
          </a:p>
          <a:p>
            <a:pPr marL="287655">
              <a:lnSpc>
                <a:spcPct val="100000"/>
              </a:lnSpc>
              <a:spcBef>
                <a:spcPts val="334"/>
              </a:spcBef>
            </a:pPr>
            <a:r>
              <a:rPr spc="-10" dirty="0"/>
              <a:t>Venn</a:t>
            </a:r>
            <a:r>
              <a:rPr spc="-30" dirty="0"/>
              <a:t> </a:t>
            </a:r>
            <a:r>
              <a:rPr spc="-10" dirty="0"/>
              <a:t>diagram</a:t>
            </a:r>
          </a:p>
          <a:p>
            <a:pPr marL="274955" algn="ctr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spc="-20" dirty="0">
                <a:latin typeface="Lucida Sans Unicode"/>
                <a:cs typeface="Lucida Sans Unicode"/>
              </a:rPr>
              <a:t> </a:t>
            </a:r>
            <a:r>
              <a:rPr spc="130" dirty="0"/>
              <a:t>=</a:t>
            </a:r>
            <a:r>
              <a:rPr spc="65" dirty="0"/>
              <a:t> </a:t>
            </a:r>
            <a:r>
              <a:rPr spc="-35" dirty="0">
                <a:latin typeface="Lucida Sans Unicode"/>
                <a:cs typeface="Lucida Sans Unicode"/>
              </a:rPr>
              <a:t>|</a:t>
            </a:r>
            <a:r>
              <a:rPr i="1" spc="-35" dirty="0">
                <a:latin typeface="Times New Roman"/>
                <a:cs typeface="Times New Roman"/>
              </a:rPr>
              <a:t>A</a:t>
            </a:r>
            <a:r>
              <a:rPr spc="-35" dirty="0">
                <a:latin typeface="Lucida Sans Unicode"/>
                <a:cs typeface="Lucida Sans Unicode"/>
              </a:rPr>
              <a:t>|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spc="130" dirty="0"/>
              <a:t>+</a:t>
            </a:r>
            <a:r>
              <a:rPr spc="-5" dirty="0"/>
              <a:t> </a:t>
            </a:r>
            <a:r>
              <a:rPr spc="-10" dirty="0">
                <a:latin typeface="Lucida Sans Unicode"/>
                <a:cs typeface="Lucida Sans Unicode"/>
              </a:rPr>
              <a:t>|</a:t>
            </a:r>
            <a:r>
              <a:rPr i="1" spc="-10" dirty="0">
                <a:latin typeface="Times New Roman"/>
                <a:cs typeface="Times New Roman"/>
              </a:rPr>
              <a:t>B</a:t>
            </a:r>
            <a:r>
              <a:rPr spc="-10" dirty="0">
                <a:latin typeface="Lucida Sans Unicode"/>
                <a:cs typeface="Lucida Sans Unicode"/>
              </a:rPr>
              <a:t>|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B</a:t>
            </a:r>
            <a:r>
              <a:rPr spc="-25" dirty="0">
                <a:latin typeface="Lucida Sans Unicode"/>
                <a:cs typeface="Lucida Sans Unicode"/>
              </a:rPr>
              <a:t>|</a:t>
            </a:r>
          </a:p>
          <a:p>
            <a:pPr marL="274955">
              <a:lnSpc>
                <a:spcPct val="100000"/>
              </a:lnSpc>
              <a:spcBef>
                <a:spcPts val="30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287655">
              <a:lnSpc>
                <a:spcPct val="100000"/>
              </a:lnSpc>
            </a:pPr>
            <a:r>
              <a:rPr spc="-10" dirty="0"/>
              <a:t>Generalize</a:t>
            </a:r>
            <a:r>
              <a:rPr spc="2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25" dirty="0"/>
              <a:t>more</a:t>
            </a:r>
            <a:r>
              <a:rPr spc="20" dirty="0"/>
              <a:t> </a:t>
            </a:r>
            <a:r>
              <a:rPr dirty="0"/>
              <a:t>than</a:t>
            </a:r>
            <a:r>
              <a:rPr spc="25" dirty="0"/>
              <a:t> </a:t>
            </a:r>
            <a:r>
              <a:rPr spc="-25" dirty="0"/>
              <a:t>two</a:t>
            </a:r>
          </a:p>
          <a:p>
            <a:pPr marL="274955">
              <a:lnSpc>
                <a:spcPct val="100000"/>
              </a:lnSpc>
              <a:spcBef>
                <a:spcPts val="50"/>
              </a:spcBef>
            </a:pPr>
            <a:endParaRPr sz="950"/>
          </a:p>
          <a:p>
            <a:pPr marL="274955" algn="ctr">
              <a:lnSpc>
                <a:spcPct val="100000"/>
              </a:lnSpc>
            </a:pPr>
            <a:r>
              <a:rPr spc="-10" dirty="0">
                <a:latin typeface="Lucida Sans Unicode"/>
                <a:cs typeface="Lucida Sans Unicode"/>
              </a:rPr>
              <a:t>|</a:t>
            </a:r>
            <a:r>
              <a:rPr i="1" spc="-10" dirty="0">
                <a:latin typeface="Times New Roman"/>
                <a:cs typeface="Times New Roman"/>
              </a:rPr>
              <a:t>A</a:t>
            </a:r>
            <a:r>
              <a:rPr spc="-10" dirty="0">
                <a:latin typeface="Lucida Sans Unicode"/>
                <a:cs typeface="Lucida Sans Unicode"/>
              </a:rPr>
              <a:t>∪</a:t>
            </a:r>
            <a:r>
              <a:rPr spc="-190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C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spc="155" dirty="0">
                <a:latin typeface="Lucida Sans Unicode"/>
                <a:cs typeface="Lucida Sans Unicode"/>
              </a:rPr>
              <a:t> </a:t>
            </a:r>
            <a:r>
              <a:rPr spc="130" dirty="0"/>
              <a:t>=</a:t>
            </a:r>
            <a:r>
              <a:rPr spc="229" dirty="0"/>
              <a:t> 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dirty="0"/>
              <a:t>+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dirty="0"/>
              <a:t>+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imes New Roman"/>
                <a:cs typeface="Times New Roman"/>
              </a:rPr>
              <a:t>C</a:t>
            </a:r>
            <a:r>
              <a:rPr dirty="0">
                <a:latin typeface="Lucida Sans Unicode"/>
                <a:cs typeface="Lucida Sans Unicode"/>
              </a:rPr>
              <a:t>|−|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dirty="0">
                <a:latin typeface="Lucida Sans Unicode"/>
                <a:cs typeface="Lucida Sans Unicode"/>
              </a:rPr>
              <a:t>∩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dirty="0">
                <a:latin typeface="Lucida Sans Unicode"/>
                <a:cs typeface="Lucida Sans Unicode"/>
              </a:rPr>
              <a:t>|−|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dirty="0">
                <a:latin typeface="Lucida Sans Unicode"/>
                <a:cs typeface="Lucida Sans Unicode"/>
              </a:rPr>
              <a:t>∩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imes New Roman"/>
                <a:cs typeface="Times New Roman"/>
              </a:rPr>
              <a:t>C</a:t>
            </a:r>
            <a:r>
              <a:rPr dirty="0">
                <a:latin typeface="Lucida Sans Unicode"/>
                <a:cs typeface="Lucida Sans Unicode"/>
              </a:rPr>
              <a:t>|−|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spc="50" dirty="0">
                <a:latin typeface="Times New Roman"/>
                <a:cs typeface="Times New Roman"/>
              </a:rPr>
              <a:t>C</a:t>
            </a:r>
            <a:r>
              <a:rPr spc="50" dirty="0">
                <a:latin typeface="Lucida Sans Unicode"/>
                <a:cs typeface="Lucida Sans Unicode"/>
              </a:rPr>
              <a:t>|</a:t>
            </a:r>
            <a:r>
              <a:rPr spc="50" dirty="0"/>
              <a:t>+</a:t>
            </a:r>
            <a:r>
              <a:rPr spc="50" dirty="0">
                <a:latin typeface="Lucida Sans Unicode"/>
                <a:cs typeface="Lucida Sans Unicode"/>
              </a:rPr>
              <a:t>|</a:t>
            </a:r>
            <a:r>
              <a:rPr i="1" spc="50" dirty="0">
                <a:latin typeface="Times New Roman"/>
                <a:cs typeface="Times New Roman"/>
              </a:rPr>
              <a:t>A</a:t>
            </a:r>
            <a:r>
              <a:rPr spc="50" dirty="0">
                <a:latin typeface="Lucida Sans Unicode"/>
                <a:cs typeface="Lucida Sans Unicode"/>
              </a:rPr>
              <a:t>∩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85" dirty="0">
                <a:latin typeface="Lucida Sans Unicode"/>
                <a:cs typeface="Lucida Sans Unicode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C</a:t>
            </a:r>
            <a:r>
              <a:rPr spc="-25" dirty="0">
                <a:latin typeface="Lucida Sans Unicode"/>
                <a:cs typeface="Lucida Sans Unicode"/>
              </a:rPr>
              <a:t>|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9447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030895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0395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85" dirty="0"/>
              <a:t> </a:t>
            </a:r>
            <a:r>
              <a:rPr dirty="0"/>
              <a:t>-</a:t>
            </a:r>
            <a:r>
              <a:rPr spc="85" dirty="0"/>
              <a:t> </a:t>
            </a:r>
            <a:r>
              <a:rPr dirty="0"/>
              <a:t>Product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9067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6290" y="1020340"/>
            <a:ext cx="8756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Product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Rule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180401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78155" marR="227329" indent="-34544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Times New Roman"/>
                <a:cs typeface="Times New Roman"/>
              </a:rPr>
              <a:t>B</a:t>
            </a:r>
            <a:r>
              <a:rPr sz="1100" spc="105" dirty="0">
                <a:latin typeface="Georgia"/>
                <a:cs typeface="Georgia"/>
              </a:rPr>
              <a:t>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are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80" dirty="0">
                <a:latin typeface="Times New Roman"/>
                <a:cs typeface="Times New Roman"/>
              </a:rPr>
              <a:t>B</a:t>
            </a:r>
            <a:r>
              <a:rPr sz="1100" spc="8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0395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85" dirty="0"/>
              <a:t> </a:t>
            </a:r>
            <a:r>
              <a:rPr dirty="0"/>
              <a:t>-</a:t>
            </a:r>
            <a:r>
              <a:rPr spc="85" dirty="0"/>
              <a:t> </a:t>
            </a:r>
            <a:r>
              <a:rPr dirty="0"/>
              <a:t>Product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69213"/>
            <a:ext cx="3970020" cy="1248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Example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 die </a:t>
            </a:r>
            <a:r>
              <a:rPr sz="1100" spc="-10" dirty="0">
                <a:latin typeface="Georgia"/>
                <a:cs typeface="Georgia"/>
              </a:rPr>
              <a:t>even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dirty="0">
                <a:latin typeface="Georgia"/>
                <a:cs typeface="Georgia"/>
              </a:rPr>
              <a:t> die </a:t>
            </a:r>
            <a:r>
              <a:rPr sz="1100" spc="-20" dirty="0">
                <a:latin typeface="Georgia"/>
                <a:cs typeface="Georgia"/>
              </a:rPr>
              <a:t>odd.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die: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2,4,6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latin typeface="Georgia"/>
                <a:cs typeface="Georgia"/>
              </a:rPr>
              <a:t>Second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die: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1,3,5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Georgia"/>
                <a:cs typeface="Georgia"/>
              </a:rPr>
              <a:t>Outcomes: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(2,1),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(2,3),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(2,5),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(4,1),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(4,3),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(4,5),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(6,1),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(6,3),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(6,5)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7/24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Counting</a:t>
            </a:r>
            <a:r>
              <a:rPr spc="85" dirty="0"/>
              <a:t> </a:t>
            </a:r>
            <a:r>
              <a:rPr dirty="0"/>
              <a:t>-</a:t>
            </a:r>
            <a:r>
              <a:rPr spc="85" dirty="0"/>
              <a:t> </a:t>
            </a:r>
            <a:r>
              <a:rPr dirty="0"/>
              <a:t>Product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9067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6290" y="1020340"/>
            <a:ext cx="8756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Product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Rule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180401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78155" marR="227329" indent="-34544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Times New Roman"/>
                <a:cs typeface="Times New Roman"/>
              </a:rPr>
              <a:t>B</a:t>
            </a:r>
            <a:r>
              <a:rPr sz="1100" spc="105" dirty="0">
                <a:latin typeface="Georgia"/>
                <a:cs typeface="Georgia"/>
              </a:rPr>
              <a:t>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Georgia"/>
                <a:cs typeface="Georgia"/>
              </a:rPr>
              <a:t>are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80" dirty="0">
                <a:latin typeface="Times New Roman"/>
                <a:cs typeface="Times New Roman"/>
              </a:rPr>
              <a:t>B</a:t>
            </a:r>
            <a:r>
              <a:rPr sz="1100" spc="8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90700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6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37575" y="1936670"/>
            <a:ext cx="9328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Cross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Product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2096731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3960" marR="161925" indent="-113665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40" dirty="0">
                <a:latin typeface="Times New Roman"/>
                <a:cs typeface="Times New Roman"/>
              </a:rPr>
              <a:t>A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possible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Georgia"/>
                <a:cs typeface="Georgia"/>
              </a:rPr>
              <a:t>s.</a:t>
            </a:r>
            <a:r>
              <a:rPr sz="1100" spc="1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B</a:t>
            </a:r>
            <a:r>
              <a:rPr sz="1100" i="1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possible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Georgia"/>
                <a:cs typeface="Georgia"/>
              </a:rPr>
              <a:t>s.</a:t>
            </a:r>
            <a:r>
              <a:rPr sz="1100" spc="1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So,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m</a:t>
            </a:r>
            <a:r>
              <a:rPr sz="1100" i="1" spc="-5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Georgia"/>
                <a:cs typeface="Georgia"/>
              </a:rPr>
              <a:t>possible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a,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b</a:t>
            </a:r>
            <a:r>
              <a:rPr sz="1100" spc="-20" dirty="0">
                <a:latin typeface="Georgia"/>
                <a:cs typeface="Georgia"/>
              </a:rPr>
              <a:t>)s.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14" dirty="0"/>
              <a:t> </a:t>
            </a:r>
            <a:r>
              <a:rPr spc="-20" dirty="0"/>
              <a:t>Pigeonhole</a:t>
            </a:r>
            <a:r>
              <a:rPr spc="12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9801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4299" y="1327680"/>
            <a:ext cx="16383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2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Pigeonhole</a:t>
            </a:r>
            <a:r>
              <a:rPr sz="12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Principle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98282"/>
            <a:ext cx="4432935" cy="8935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pigeonhole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principle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states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Times New Roman"/>
                <a:cs typeface="Times New Roman"/>
              </a:rPr>
              <a:t>m </a:t>
            </a:r>
            <a:r>
              <a:rPr sz="1100" spc="-25" dirty="0">
                <a:latin typeface="Georgia"/>
                <a:cs typeface="Georgia"/>
              </a:rPr>
              <a:t>containers,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80" dirty="0">
                <a:latin typeface="Times New Roman"/>
                <a:cs typeface="Times New Roman"/>
              </a:rPr>
              <a:t>m</a:t>
            </a:r>
            <a:r>
              <a:rPr sz="1100" spc="80" dirty="0">
                <a:latin typeface="Georgia"/>
                <a:cs typeface="Georgia"/>
              </a:rPr>
              <a:t>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container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must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contain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more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item.</a:t>
            </a: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8/24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14" dirty="0"/>
              <a:t> </a:t>
            </a:r>
            <a:r>
              <a:rPr spc="-20" dirty="0"/>
              <a:t>Pigeonhole</a:t>
            </a:r>
            <a:r>
              <a:rPr spc="12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9801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4299" y="1327680"/>
            <a:ext cx="16383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2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Pigeonhole</a:t>
            </a:r>
            <a:r>
              <a:rPr sz="12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Principle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98282"/>
            <a:ext cx="4432935" cy="163301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pigeonhole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principle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states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Georgia"/>
                <a:cs typeface="Georgia"/>
              </a:rPr>
              <a:t>items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Times New Roman"/>
                <a:cs typeface="Times New Roman"/>
              </a:rPr>
              <a:t>m </a:t>
            </a:r>
            <a:r>
              <a:rPr sz="1100" spc="-25" dirty="0">
                <a:latin typeface="Georgia"/>
                <a:cs typeface="Georgia"/>
              </a:rPr>
              <a:t>containers,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n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80" dirty="0">
                <a:latin typeface="Times New Roman"/>
                <a:cs typeface="Times New Roman"/>
              </a:rPr>
              <a:t>m</a:t>
            </a:r>
            <a:r>
              <a:rPr sz="1100" spc="80" dirty="0">
                <a:latin typeface="Georgia"/>
                <a:cs typeface="Georgia"/>
              </a:rPr>
              <a:t>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container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must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contain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more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item.</a:t>
            </a: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endParaRPr lang="en-US" sz="1100" spc="-10" dirty="0">
              <a:latin typeface="Georgia"/>
              <a:cs typeface="Georgia"/>
            </a:endParaRPr>
          </a:p>
          <a:p>
            <a:pPr marL="21590" marR="114935" indent="-635" algn="ctr">
              <a:lnSpc>
                <a:spcPct val="102600"/>
              </a:lnSpc>
              <a:spcBef>
                <a:spcPts val="55"/>
              </a:spcBef>
            </a:pP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How many people do you need to have at the party to ensure that at least two people have a birthday in the same month?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8/24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179331685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44" y="1030932"/>
            <a:ext cx="3918585" cy="22506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solidFill>
                  <a:srgbClr val="000000"/>
                </a:solidFill>
              </a:rPr>
              <a:t>How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many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ways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can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4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bits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be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ordered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that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start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b="1" dirty="0">
                <a:solidFill>
                  <a:srgbClr val="000000"/>
                </a:solidFill>
                <a:latin typeface="Cambria"/>
                <a:cs typeface="Cambria"/>
              </a:rPr>
              <a:t>or</a:t>
            </a:r>
            <a:r>
              <a:rPr sz="1100" b="1" spc="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end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with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1?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70228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44" y="1030932"/>
            <a:ext cx="391858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solidFill>
                  <a:srgbClr val="000000"/>
                </a:solidFill>
              </a:rPr>
              <a:t>How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many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ways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can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4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bits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be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ordered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that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start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b="1" dirty="0">
                <a:solidFill>
                  <a:srgbClr val="000000"/>
                </a:solidFill>
                <a:latin typeface="Cambria"/>
                <a:cs typeface="Cambria"/>
              </a:rPr>
              <a:t>or</a:t>
            </a:r>
            <a:r>
              <a:rPr sz="1100" b="1" spc="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end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with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1?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solidFill>
                  <a:srgbClr val="000000"/>
                </a:solidFill>
              </a:rPr>
              <a:t>A</a:t>
            </a:r>
            <a:r>
              <a:rPr sz="1100" spc="85" dirty="0">
                <a:solidFill>
                  <a:srgbClr val="000000"/>
                </a:solidFill>
              </a:rPr>
              <a:t> </a:t>
            </a:r>
            <a:r>
              <a:rPr sz="1100" spc="130" dirty="0">
                <a:solidFill>
                  <a:srgbClr val="000000"/>
                </a:solidFill>
              </a:rPr>
              <a:t>=</a:t>
            </a:r>
            <a:r>
              <a:rPr sz="1100" spc="9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start</a:t>
            </a:r>
            <a:r>
              <a:rPr sz="1100" spc="8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with</a:t>
            </a:r>
            <a:r>
              <a:rPr sz="1100" spc="90" dirty="0">
                <a:solidFill>
                  <a:srgbClr val="000000"/>
                </a:solidFill>
              </a:rPr>
              <a:t> </a:t>
            </a:r>
            <a:r>
              <a:rPr sz="1100" spc="70" dirty="0">
                <a:solidFill>
                  <a:srgbClr val="000000"/>
                </a:solidFill>
              </a:rPr>
              <a:t>1</a:t>
            </a:r>
            <a:r>
              <a:rPr sz="1100" spc="9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(8)</a:t>
            </a:r>
            <a:endParaRPr sz="1100"/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066125494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7022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0261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1030932"/>
            <a:ext cx="391858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4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bits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ordered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Cambria"/>
                <a:cs typeface="Cambria"/>
              </a:rPr>
              <a:t>or</a:t>
            </a:r>
            <a:r>
              <a:rPr sz="1100" b="1" spc="60" dirty="0">
                <a:latin typeface="Cambria"/>
                <a:cs typeface="Cambria"/>
              </a:rPr>
              <a:t> </a:t>
            </a:r>
            <a:r>
              <a:rPr sz="1100" spc="-10" dirty="0">
                <a:latin typeface="Georgia"/>
                <a:cs typeface="Georgia"/>
              </a:rPr>
              <a:t>end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1?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start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70" dirty="0">
                <a:latin typeface="Georgia"/>
                <a:cs typeface="Georgia"/>
              </a:rPr>
              <a:t> 1 </a:t>
            </a:r>
            <a:r>
              <a:rPr sz="1100" spc="-25" dirty="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7022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026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90293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9293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434"/>
              </a:spcBef>
            </a:pPr>
            <a:r>
              <a:rPr spc="-30" dirty="0"/>
              <a:t>How</a:t>
            </a:r>
            <a:r>
              <a:rPr spc="40" dirty="0"/>
              <a:t> </a:t>
            </a:r>
            <a:r>
              <a:rPr spc="-10" dirty="0"/>
              <a:t>many</a:t>
            </a:r>
            <a:r>
              <a:rPr spc="40" dirty="0"/>
              <a:t> </a:t>
            </a:r>
            <a:r>
              <a:rPr dirty="0"/>
              <a:t>ways</a:t>
            </a:r>
            <a:r>
              <a:rPr spc="40" dirty="0"/>
              <a:t> </a:t>
            </a:r>
            <a:r>
              <a:rPr dirty="0"/>
              <a:t>can</a:t>
            </a:r>
            <a:r>
              <a:rPr spc="40" dirty="0"/>
              <a:t> </a:t>
            </a:r>
            <a:r>
              <a:rPr dirty="0"/>
              <a:t>4</a:t>
            </a:r>
            <a:r>
              <a:rPr spc="40" dirty="0"/>
              <a:t> </a:t>
            </a:r>
            <a:r>
              <a:rPr dirty="0"/>
              <a:t>bits</a:t>
            </a:r>
            <a:r>
              <a:rPr spc="40" dirty="0"/>
              <a:t> </a:t>
            </a:r>
            <a:r>
              <a:rPr dirty="0"/>
              <a:t>be</a:t>
            </a:r>
            <a:r>
              <a:rPr spc="40" dirty="0"/>
              <a:t> </a:t>
            </a:r>
            <a:r>
              <a:rPr spc="-30" dirty="0"/>
              <a:t>ordered</a:t>
            </a:r>
            <a:r>
              <a:rPr spc="45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start</a:t>
            </a:r>
            <a:r>
              <a:rPr spc="45" dirty="0"/>
              <a:t> </a:t>
            </a:r>
            <a:r>
              <a:rPr b="1" dirty="0">
                <a:latin typeface="Cambria"/>
                <a:cs typeface="Cambria"/>
              </a:rPr>
              <a:t>or</a:t>
            </a:r>
            <a:r>
              <a:rPr b="1" spc="60" dirty="0">
                <a:latin typeface="Cambria"/>
                <a:cs typeface="Cambria"/>
              </a:rPr>
              <a:t> </a:t>
            </a:r>
            <a:r>
              <a:rPr spc="-10" dirty="0"/>
              <a:t>end</a:t>
            </a:r>
            <a:r>
              <a:rPr spc="40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spc="-25" dirty="0"/>
              <a:t>1?</a:t>
            </a:r>
          </a:p>
          <a:p>
            <a:pPr marL="287020">
              <a:lnSpc>
                <a:spcPct val="100000"/>
              </a:lnSpc>
              <a:spcBef>
                <a:spcPts val="334"/>
              </a:spcBef>
            </a:pPr>
            <a:r>
              <a:rPr spc="70" dirty="0"/>
              <a:t>A</a:t>
            </a:r>
            <a:r>
              <a:rPr spc="85" dirty="0"/>
              <a:t> </a:t>
            </a:r>
            <a:r>
              <a:rPr spc="130" dirty="0"/>
              <a:t>=</a:t>
            </a:r>
            <a:r>
              <a:rPr spc="90" dirty="0"/>
              <a:t> </a:t>
            </a:r>
            <a:r>
              <a:rPr dirty="0"/>
              <a:t>start</a:t>
            </a:r>
            <a:r>
              <a:rPr spc="8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70" dirty="0"/>
              <a:t>1</a:t>
            </a:r>
            <a:r>
              <a:rPr spc="90" dirty="0"/>
              <a:t> </a:t>
            </a:r>
            <a:r>
              <a:rPr spc="-25" dirty="0"/>
              <a:t>(8)</a:t>
            </a:r>
          </a:p>
          <a:p>
            <a:pPr marL="28702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B</a:t>
            </a:r>
            <a:r>
              <a:rPr spc="65" dirty="0"/>
              <a:t> </a:t>
            </a:r>
            <a:r>
              <a:rPr spc="130" dirty="0"/>
              <a:t>=</a:t>
            </a:r>
            <a:r>
              <a:rPr spc="70" dirty="0"/>
              <a:t> </a:t>
            </a:r>
            <a:r>
              <a:rPr spc="-10" dirty="0"/>
              <a:t>end</a:t>
            </a:r>
            <a:r>
              <a:rPr spc="65" dirty="0"/>
              <a:t> </a:t>
            </a:r>
            <a:r>
              <a:rPr dirty="0"/>
              <a:t>with</a:t>
            </a:r>
            <a:r>
              <a:rPr spc="70" dirty="0"/>
              <a:t> 1 </a:t>
            </a:r>
            <a:r>
              <a:rPr spc="-25" dirty="0"/>
              <a:t>(8)</a:t>
            </a:r>
          </a:p>
          <a:p>
            <a:pPr marL="287020">
              <a:lnSpc>
                <a:spcPct val="100000"/>
              </a:lnSpc>
              <a:spcBef>
                <a:spcPts val="335"/>
              </a:spcBef>
            </a:pP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70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110" dirty="0">
                <a:latin typeface="Times New Roman"/>
                <a:cs typeface="Times New Roman"/>
              </a:rPr>
              <a:t> </a:t>
            </a:r>
            <a:r>
              <a:rPr spc="130" dirty="0"/>
              <a:t>=</a:t>
            </a:r>
            <a:r>
              <a:rPr spc="70" dirty="0"/>
              <a:t> </a:t>
            </a:r>
            <a:r>
              <a:rPr dirty="0"/>
              <a:t>start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end</a:t>
            </a:r>
            <a:r>
              <a:rPr spc="70" dirty="0"/>
              <a:t> </a:t>
            </a:r>
            <a:r>
              <a:rPr dirty="0"/>
              <a:t>with</a:t>
            </a:r>
            <a:r>
              <a:rPr spc="70" dirty="0"/>
              <a:t> 1 </a:t>
            </a:r>
            <a:r>
              <a:rPr spc="-25" dirty="0"/>
              <a:t>(4)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7022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8026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9029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000326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27927" y="926884"/>
            <a:ext cx="4354245" cy="1376566"/>
          </a:xfrm>
          <a:prstGeom prst="rect">
            <a:avLst/>
          </a:prstGeom>
        </p:spPr>
        <p:txBody>
          <a:bodyPr vert="horz" wrap="square" lIns="0" tIns="159293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434"/>
              </a:spcBef>
            </a:pPr>
            <a:r>
              <a:rPr spc="-30" dirty="0"/>
              <a:t>How</a:t>
            </a:r>
            <a:r>
              <a:rPr spc="40" dirty="0"/>
              <a:t> </a:t>
            </a:r>
            <a:r>
              <a:rPr spc="-10" dirty="0"/>
              <a:t>many</a:t>
            </a:r>
            <a:r>
              <a:rPr spc="40" dirty="0"/>
              <a:t> </a:t>
            </a:r>
            <a:r>
              <a:rPr dirty="0"/>
              <a:t>ways</a:t>
            </a:r>
            <a:r>
              <a:rPr spc="40" dirty="0"/>
              <a:t> </a:t>
            </a:r>
            <a:r>
              <a:rPr dirty="0"/>
              <a:t>can</a:t>
            </a:r>
            <a:r>
              <a:rPr spc="40" dirty="0"/>
              <a:t> </a:t>
            </a:r>
            <a:r>
              <a:rPr dirty="0"/>
              <a:t>4</a:t>
            </a:r>
            <a:r>
              <a:rPr spc="40" dirty="0"/>
              <a:t> </a:t>
            </a:r>
            <a:r>
              <a:rPr dirty="0"/>
              <a:t>bits</a:t>
            </a:r>
            <a:r>
              <a:rPr spc="40" dirty="0"/>
              <a:t> </a:t>
            </a:r>
            <a:r>
              <a:rPr dirty="0"/>
              <a:t>be</a:t>
            </a:r>
            <a:r>
              <a:rPr spc="40" dirty="0"/>
              <a:t> </a:t>
            </a:r>
            <a:r>
              <a:rPr spc="-30" dirty="0"/>
              <a:t>ordered</a:t>
            </a:r>
            <a:r>
              <a:rPr spc="45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start</a:t>
            </a:r>
            <a:r>
              <a:rPr spc="45" dirty="0"/>
              <a:t> </a:t>
            </a:r>
            <a:r>
              <a:rPr b="1" dirty="0">
                <a:latin typeface="Cambria"/>
                <a:cs typeface="Cambria"/>
              </a:rPr>
              <a:t>or</a:t>
            </a:r>
            <a:r>
              <a:rPr b="1" spc="60" dirty="0">
                <a:latin typeface="Cambria"/>
                <a:cs typeface="Cambria"/>
              </a:rPr>
              <a:t> </a:t>
            </a:r>
            <a:r>
              <a:rPr spc="-10" dirty="0"/>
              <a:t>end</a:t>
            </a:r>
            <a:r>
              <a:rPr spc="40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spc="-25" dirty="0"/>
              <a:t>1?</a:t>
            </a:r>
          </a:p>
          <a:p>
            <a:pPr marL="287020">
              <a:lnSpc>
                <a:spcPct val="100000"/>
              </a:lnSpc>
              <a:spcBef>
                <a:spcPts val="334"/>
              </a:spcBef>
            </a:pPr>
            <a:r>
              <a:rPr spc="70" dirty="0"/>
              <a:t>A</a:t>
            </a:r>
            <a:r>
              <a:rPr spc="85" dirty="0"/>
              <a:t> </a:t>
            </a:r>
            <a:r>
              <a:rPr spc="130" dirty="0"/>
              <a:t>=</a:t>
            </a:r>
            <a:r>
              <a:rPr spc="90" dirty="0"/>
              <a:t> </a:t>
            </a:r>
            <a:r>
              <a:rPr dirty="0"/>
              <a:t>start</a:t>
            </a:r>
            <a:r>
              <a:rPr spc="85" dirty="0"/>
              <a:t> </a:t>
            </a:r>
            <a:r>
              <a:rPr dirty="0"/>
              <a:t>with</a:t>
            </a:r>
            <a:r>
              <a:rPr spc="90" dirty="0"/>
              <a:t> </a:t>
            </a:r>
            <a:r>
              <a:rPr spc="70" dirty="0"/>
              <a:t>1</a:t>
            </a:r>
            <a:r>
              <a:rPr spc="90" dirty="0"/>
              <a:t> </a:t>
            </a:r>
            <a:r>
              <a:rPr spc="-25" dirty="0"/>
              <a:t>(8)</a:t>
            </a:r>
          </a:p>
          <a:p>
            <a:pPr marL="28702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B</a:t>
            </a:r>
            <a:r>
              <a:rPr spc="65" dirty="0"/>
              <a:t> </a:t>
            </a:r>
            <a:r>
              <a:rPr spc="130" dirty="0"/>
              <a:t>=</a:t>
            </a:r>
            <a:r>
              <a:rPr spc="70" dirty="0"/>
              <a:t> </a:t>
            </a:r>
            <a:r>
              <a:rPr spc="-10" dirty="0"/>
              <a:t>end</a:t>
            </a:r>
            <a:r>
              <a:rPr spc="65" dirty="0"/>
              <a:t> </a:t>
            </a:r>
            <a:r>
              <a:rPr dirty="0"/>
              <a:t>with</a:t>
            </a:r>
            <a:r>
              <a:rPr spc="70" dirty="0"/>
              <a:t> 1 </a:t>
            </a:r>
            <a:r>
              <a:rPr spc="-25" dirty="0"/>
              <a:t>(8)</a:t>
            </a:r>
          </a:p>
          <a:p>
            <a:pPr marL="287020" marR="1579880">
              <a:lnSpc>
                <a:spcPct val="125299"/>
              </a:lnSpc>
            </a:pPr>
            <a:r>
              <a:rPr i="1" spc="140" dirty="0">
                <a:latin typeface="Times New Roman"/>
                <a:cs typeface="Times New Roman"/>
              </a:rPr>
              <a:t>A</a:t>
            </a:r>
            <a:r>
              <a:rPr i="1" spc="-70" dirty="0">
                <a:latin typeface="Times New Roman"/>
                <a:cs typeface="Times New Roman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Times New Roman"/>
                <a:cs typeface="Times New Roman"/>
              </a:rPr>
              <a:t>B</a:t>
            </a:r>
            <a:r>
              <a:rPr i="1" spc="110" dirty="0">
                <a:latin typeface="Times New Roman"/>
                <a:cs typeface="Times New Roman"/>
              </a:rPr>
              <a:t> </a:t>
            </a:r>
            <a:r>
              <a:rPr spc="130" dirty="0"/>
              <a:t>=</a:t>
            </a:r>
            <a:r>
              <a:rPr spc="70" dirty="0"/>
              <a:t> </a:t>
            </a:r>
            <a:r>
              <a:rPr dirty="0"/>
              <a:t>start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end</a:t>
            </a:r>
            <a:r>
              <a:rPr spc="70" dirty="0"/>
              <a:t> </a:t>
            </a:r>
            <a:r>
              <a:rPr dirty="0"/>
              <a:t>with</a:t>
            </a:r>
            <a:r>
              <a:rPr spc="70" dirty="0"/>
              <a:t> 1 </a:t>
            </a:r>
            <a:r>
              <a:rPr spc="-25" dirty="0"/>
              <a:t>(4) </a:t>
            </a:r>
            <a:r>
              <a:rPr spc="-10" dirty="0"/>
              <a:t>Answer:</a:t>
            </a:r>
            <a:r>
              <a:rPr spc="130" dirty="0"/>
              <a:t> </a:t>
            </a:r>
            <a:r>
              <a:rPr dirty="0"/>
              <a:t>8</a:t>
            </a:r>
            <a:r>
              <a:rPr spc="30" dirty="0"/>
              <a:t> </a:t>
            </a:r>
            <a:r>
              <a:rPr spc="130" dirty="0"/>
              <a:t>+</a:t>
            </a:r>
            <a:r>
              <a:rPr spc="30" dirty="0"/>
              <a:t> </a:t>
            </a:r>
            <a:r>
              <a:rPr dirty="0"/>
              <a:t>8</a:t>
            </a:r>
            <a:r>
              <a:rPr spc="30" dirty="0"/>
              <a:t> </a:t>
            </a:r>
            <a:r>
              <a:rPr dirty="0"/>
              <a:t>-</a:t>
            </a:r>
            <a:r>
              <a:rPr spc="30" dirty="0"/>
              <a:t> </a:t>
            </a:r>
            <a:r>
              <a:rPr dirty="0"/>
              <a:t>4</a:t>
            </a:r>
            <a:r>
              <a:rPr spc="30" dirty="0"/>
              <a:t> </a:t>
            </a:r>
            <a:r>
              <a:rPr spc="130" dirty="0"/>
              <a:t>=</a:t>
            </a:r>
            <a:r>
              <a:rPr spc="30" dirty="0"/>
              <a:t> </a:t>
            </a:r>
            <a:r>
              <a:rPr spc="-25" dirty="0"/>
              <a:t>12</a:t>
            </a:r>
          </a:p>
          <a:p>
            <a:pPr marL="10160">
              <a:lnSpc>
                <a:spcPct val="100000"/>
              </a:lnSpc>
              <a:spcBef>
                <a:spcPts val="335"/>
              </a:spcBef>
            </a:pPr>
            <a:r>
              <a:rPr dirty="0"/>
              <a:t>Just</a:t>
            </a:r>
            <a:r>
              <a:rPr spc="20" dirty="0"/>
              <a:t> </a:t>
            </a:r>
            <a:r>
              <a:rPr dirty="0"/>
              <a:t>as</a:t>
            </a:r>
            <a:r>
              <a:rPr spc="20" dirty="0"/>
              <a:t> </a:t>
            </a:r>
            <a:r>
              <a:rPr dirty="0"/>
              <a:t>easily:</a:t>
            </a:r>
            <a:r>
              <a:rPr spc="114" dirty="0"/>
              <a:t> </a:t>
            </a:r>
            <a:r>
              <a:rPr spc="-10" dirty="0"/>
              <a:t>how</a:t>
            </a:r>
            <a:r>
              <a:rPr spc="20" dirty="0"/>
              <a:t> </a:t>
            </a:r>
            <a:r>
              <a:rPr spc="-10" dirty="0"/>
              <a:t>many</a:t>
            </a:r>
            <a:r>
              <a:rPr spc="20" dirty="0"/>
              <a:t> </a:t>
            </a:r>
            <a:r>
              <a:rPr dirty="0"/>
              <a:t>start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end</a:t>
            </a:r>
            <a:r>
              <a:rPr spc="20" dirty="0"/>
              <a:t> </a:t>
            </a:r>
            <a:r>
              <a:rPr dirty="0"/>
              <a:t>with</a:t>
            </a:r>
            <a:r>
              <a:rPr spc="20" dirty="0"/>
              <a:t> </a:t>
            </a:r>
            <a:r>
              <a:rPr lang="en-US" spc="-25" dirty="0"/>
              <a:t>0</a:t>
            </a:r>
            <a:r>
              <a:rPr spc="-25" dirty="0"/>
              <a:t>?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182217"/>
            <a:ext cx="390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There</a:t>
            </a:r>
            <a:r>
              <a:rPr sz="110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are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6</a:t>
            </a:r>
            <a:r>
              <a:rPr sz="110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students.</a:t>
            </a:r>
            <a:r>
              <a:rPr sz="1100" spc="114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00"/>
                </a:solidFill>
                <a:latin typeface="Georgia"/>
                <a:cs typeface="Georgia"/>
              </a:rPr>
              <a:t>How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many</a:t>
            </a:r>
            <a:r>
              <a:rPr sz="110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ways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can</a:t>
            </a:r>
            <a:r>
              <a:rPr sz="110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they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stand</a:t>
            </a:r>
            <a:r>
              <a:rPr sz="110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line?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82217"/>
            <a:ext cx="390842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students.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ways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stand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line?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45983" y="1845741"/>
          <a:ext cx="910589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1038"/>
            <a:ext cx="3161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students.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first.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1038"/>
            <a:ext cx="3161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students.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first.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11350" y="1742503"/>
          <a:ext cx="979804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251038"/>
            <a:ext cx="35648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There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are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5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Georgia"/>
                <a:cs typeface="Georgia"/>
              </a:rPr>
              <a:t>students</a:t>
            </a:r>
            <a:r>
              <a:rPr sz="1100" spc="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left.</a:t>
            </a:r>
            <a:r>
              <a:rPr sz="1100" spc="1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Any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one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of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them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can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second.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251038"/>
            <a:ext cx="35648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There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are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5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Georgia"/>
                <a:cs typeface="Georgia"/>
              </a:rPr>
              <a:t>students</a:t>
            </a:r>
            <a:r>
              <a:rPr sz="1100" spc="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left.</a:t>
            </a:r>
            <a:r>
              <a:rPr sz="1100" spc="1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Any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one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of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them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can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sz="1100" spc="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second.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76704" y="1742503"/>
          <a:ext cx="1049018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1038"/>
            <a:ext cx="3464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4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left.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third.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1038"/>
            <a:ext cx="3464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4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left.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third.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42071" y="1742503"/>
          <a:ext cx="1118231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38160" y="1550746"/>
          <a:ext cx="1325876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5844" y="1239278"/>
            <a:ext cx="3018790" cy="763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so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on.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 marL="1350645">
              <a:lnSpc>
                <a:spcPct val="100000"/>
              </a:lnSpc>
              <a:spcBef>
                <a:spcPts val="685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720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8/29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250" y="62407"/>
            <a:ext cx="111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sz="1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Notation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7637" y="1195540"/>
            <a:ext cx="197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720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250" y="62407"/>
            <a:ext cx="111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sz="1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Notation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7637" y="1195540"/>
            <a:ext cx="197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720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3584" y="1801926"/>
            <a:ext cx="2421255" cy="47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Georgia"/>
                <a:cs typeface="Georgia"/>
              </a:rPr>
              <a:t>!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lang="en-US" sz="1100" i="1" spc="-135" dirty="0">
                <a:latin typeface="Georgia"/>
                <a:cs typeface="Verdana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i="1" spc="-11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1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10" dirty="0">
                <a:latin typeface="Verdana"/>
                <a:cs typeface="Verdana"/>
              </a:rPr>
              <a:t>·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 dirty="0">
              <a:latin typeface="Georgia"/>
              <a:cs typeface="Georgia"/>
            </a:endParaRPr>
          </a:p>
          <a:p>
            <a:pPr marR="5715" algn="ctr">
              <a:lnSpc>
                <a:spcPct val="100000"/>
              </a:lnSpc>
              <a:spcBef>
                <a:spcPts val="930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factorial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11860"/>
            <a:ext cx="4281805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There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are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6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students.</a:t>
            </a:r>
            <a:r>
              <a:rPr lang="en-US" sz="1100" spc="114" dirty="0">
                <a:latin typeface="Georgia"/>
                <a:cs typeface="Georgia"/>
              </a:rPr>
              <a:t> </a:t>
            </a:r>
            <a:r>
              <a:rPr lang="en-US" sz="1100" spc="-30" dirty="0">
                <a:latin typeface="Georgia"/>
                <a:cs typeface="Georgia"/>
              </a:rPr>
              <a:t>How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many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ways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can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3 students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stand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in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line?</a:t>
            </a:r>
            <a:endParaRPr lang="en-US"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078" y="666734"/>
            <a:ext cx="4281805" cy="36869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3732" y="1347470"/>
          <a:ext cx="455294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C73368FB-204E-B2AE-518E-62F7C703CEF7}"/>
              </a:ext>
            </a:extLst>
          </p:cNvPr>
          <p:cNvSpPr txBox="1"/>
          <p:nvPr/>
        </p:nvSpPr>
        <p:spPr>
          <a:xfrm>
            <a:off x="125844" y="511860"/>
            <a:ext cx="4281805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There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are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6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students.</a:t>
            </a:r>
            <a:r>
              <a:rPr lang="en-US" sz="1100" spc="114" dirty="0">
                <a:latin typeface="Georgia"/>
                <a:cs typeface="Georgia"/>
              </a:rPr>
              <a:t> </a:t>
            </a:r>
            <a:r>
              <a:rPr lang="en-US" sz="1100" spc="-30" dirty="0">
                <a:latin typeface="Georgia"/>
                <a:cs typeface="Georgia"/>
              </a:rPr>
              <a:t>How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many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ways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can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3 students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stand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in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line?</a:t>
            </a:r>
            <a:endParaRPr lang="en-US"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5335"/>
            <a:ext cx="4281805" cy="36869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3732" y="1347470"/>
          <a:ext cx="455294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1787906"/>
            <a:ext cx="2792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choices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box?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39086" y="2099373"/>
          <a:ext cx="524509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98E790F6-35DF-E428-1580-79B52C91E58A}"/>
              </a:ext>
            </a:extLst>
          </p:cNvPr>
          <p:cNvSpPr txBox="1"/>
          <p:nvPr/>
        </p:nvSpPr>
        <p:spPr>
          <a:xfrm>
            <a:off x="122033" y="546038"/>
            <a:ext cx="4281805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There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are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6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students.</a:t>
            </a:r>
            <a:r>
              <a:rPr lang="en-US" sz="1100" spc="114" dirty="0">
                <a:latin typeface="Georgia"/>
                <a:cs typeface="Georgia"/>
              </a:rPr>
              <a:t> </a:t>
            </a:r>
            <a:r>
              <a:rPr lang="en-US" sz="1100" spc="-30" dirty="0">
                <a:latin typeface="Georgia"/>
                <a:cs typeface="Georgia"/>
              </a:rPr>
              <a:t>How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many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ways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can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3 students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stand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in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line?</a:t>
            </a:r>
            <a:endParaRPr lang="en-US"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94" y="801017"/>
            <a:ext cx="4281805" cy="36869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3732" y="1347470"/>
          <a:ext cx="455294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1787906"/>
            <a:ext cx="2792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choices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box?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39086" y="2099373"/>
          <a:ext cx="524509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5844" y="2539809"/>
            <a:ext cx="2953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choices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box?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04453" y="2851264"/>
          <a:ext cx="593723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7AC3469D-FC35-3436-0F8C-55848006BE56}"/>
              </a:ext>
            </a:extLst>
          </p:cNvPr>
          <p:cNvSpPr txBox="1"/>
          <p:nvPr/>
        </p:nvSpPr>
        <p:spPr>
          <a:xfrm>
            <a:off x="72384" y="570788"/>
            <a:ext cx="4281805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There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are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6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students.</a:t>
            </a:r>
            <a:r>
              <a:rPr lang="en-US" sz="1100" spc="114" dirty="0">
                <a:latin typeface="Georgia"/>
                <a:cs typeface="Georgia"/>
              </a:rPr>
              <a:t> </a:t>
            </a:r>
            <a:r>
              <a:rPr lang="en-US" sz="1100" spc="-30" dirty="0">
                <a:latin typeface="Georgia"/>
                <a:cs typeface="Georgia"/>
              </a:rPr>
              <a:t>How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many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ways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can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3 students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stand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in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line?</a:t>
            </a:r>
            <a:endParaRPr lang="en-US"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9820" y="1757235"/>
          <a:ext cx="66293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60385" y="1631438"/>
            <a:ext cx="4281805" cy="6046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 marL="74930" algn="ctr">
              <a:lnSpc>
                <a:spcPct val="100000"/>
              </a:lnSpc>
              <a:spcBef>
                <a:spcPts val="685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7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4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120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11/29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49A0487C-F711-85CC-B44D-A661B865F23A}"/>
              </a:ext>
            </a:extLst>
          </p:cNvPr>
          <p:cNvSpPr txBox="1"/>
          <p:nvPr/>
        </p:nvSpPr>
        <p:spPr>
          <a:xfrm>
            <a:off x="160384" y="772368"/>
            <a:ext cx="4281805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There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are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6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students.</a:t>
            </a:r>
            <a:r>
              <a:rPr lang="en-US" sz="1100" spc="114" dirty="0">
                <a:latin typeface="Georgia"/>
                <a:cs typeface="Georgia"/>
              </a:rPr>
              <a:t> </a:t>
            </a:r>
            <a:r>
              <a:rPr lang="en-US" sz="1100" spc="-30" dirty="0">
                <a:latin typeface="Georgia"/>
                <a:cs typeface="Georgia"/>
              </a:rPr>
              <a:t>How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many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ways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can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3 students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stand</a:t>
            </a:r>
            <a:r>
              <a:rPr lang="en-US" sz="1100" spc="15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in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line?</a:t>
            </a:r>
            <a:endParaRPr lang="en-US"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9249" y="62407"/>
            <a:ext cx="1069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Permutations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3300" y="111969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23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50691" y="1119695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7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3564" y="886851"/>
            <a:ext cx="28257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sz="1650" spc="-135" baseline="-37878" dirty="0">
                <a:latin typeface="Georgia"/>
                <a:cs typeface="Georgia"/>
              </a:rPr>
              <a:t>6</a:t>
            </a:r>
            <a:r>
              <a:rPr sz="1650" spc="-37" baseline="-37878" dirty="0">
                <a:latin typeface="Georgia"/>
                <a:cs typeface="Georgia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×</a:t>
            </a:r>
            <a:r>
              <a:rPr sz="1650" i="1" spc="-217" baseline="-37878" dirty="0">
                <a:latin typeface="Verdana"/>
                <a:cs typeface="Verdan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-104" baseline="-37878" dirty="0">
                <a:latin typeface="Georgia"/>
                <a:cs typeface="Georgia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×</a:t>
            </a:r>
            <a:r>
              <a:rPr sz="1650" i="1" spc="-217" baseline="-37878" dirty="0">
                <a:latin typeface="Verdana"/>
                <a:cs typeface="Verdan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4</a:t>
            </a:r>
            <a:r>
              <a:rPr sz="1650" spc="-22" baseline="-37878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44" baseline="-37878" dirty="0">
                <a:latin typeface="Georgia"/>
                <a:cs typeface="Georgia"/>
              </a:rPr>
              <a:t> </a:t>
            </a:r>
            <a:r>
              <a:rPr sz="1650" spc="-30" baseline="-37878" dirty="0">
                <a:latin typeface="Georgia"/>
                <a:cs typeface="Georgia"/>
              </a:rPr>
              <a:t>120</a:t>
            </a:r>
            <a:r>
              <a:rPr sz="1650" spc="37" baseline="-37878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217" baseline="-37878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209" baseline="-37878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6!</a:t>
            </a:r>
            <a:endParaRPr sz="1100" dirty="0">
              <a:latin typeface="Georgia"/>
              <a:cs typeface="Georgia"/>
            </a:endParaRPr>
          </a:p>
          <a:p>
            <a:pPr marL="1547495">
              <a:lnSpc>
                <a:spcPct val="100000"/>
              </a:lnSpc>
              <a:spcBef>
                <a:spcPts val="170"/>
              </a:spcBef>
              <a:tabLst>
                <a:tab pos="2667000" algn="l"/>
              </a:tabLst>
            </a:pP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5" dirty="0">
                <a:latin typeface="Georgia"/>
                <a:cs typeface="Georgia"/>
              </a:rPr>
              <a:t>3!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4108" y="1639989"/>
            <a:ext cx="114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40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2518" y="1698104"/>
            <a:ext cx="2813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dirty="0">
                <a:latin typeface="Bookman Old Style"/>
                <a:cs typeface="Bookman Old Style"/>
              </a:rPr>
              <a:t>n</a:t>
            </a:r>
            <a:r>
              <a:rPr sz="800" b="0" i="1" spc="140" dirty="0">
                <a:latin typeface="Bookman Old Style"/>
                <a:cs typeface="Bookman Old Style"/>
              </a:rPr>
              <a:t>  </a:t>
            </a:r>
            <a:r>
              <a:rPr sz="800" b="0" i="1" spc="-50" dirty="0">
                <a:latin typeface="Bookman Old Style"/>
                <a:cs typeface="Bookman Old Style"/>
              </a:rPr>
              <a:t>m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3878" y="1546263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97214" y="17566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3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84514" y="1735023"/>
            <a:ext cx="546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m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8544" y="3166313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529" y="3181153"/>
            <a:ext cx="1245870" cy="26032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30"/>
              </a:spcBef>
            </a:pPr>
            <a:r>
              <a:rPr sz="900" b="0" dirty="0">
                <a:latin typeface="Bookman Old Style"/>
                <a:cs typeface="Bookman Old Style"/>
              </a:rPr>
              <a:t>New</a:t>
            </a:r>
            <a:r>
              <a:rPr sz="900" b="0" spc="-25" dirty="0">
                <a:latin typeface="Bookman Old Style"/>
                <a:cs typeface="Bookman Old Style"/>
              </a:rPr>
              <a:t> </a:t>
            </a:r>
            <a:r>
              <a:rPr sz="900" b="0" spc="-10" dirty="0">
                <a:latin typeface="Bookman Old Style"/>
                <a:cs typeface="Bookman Old Style"/>
              </a:rPr>
              <a:t>Notation</a:t>
            </a:r>
            <a:endParaRPr sz="900" dirty="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Copyright</a:t>
            </a:r>
            <a:r>
              <a:rPr sz="600" b="0" spc="26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dirty="0">
                <a:solidFill>
                  <a:srgbClr val="FFFFFF"/>
                </a:solidFill>
                <a:latin typeface="Times New Roman"/>
                <a:cs typeface="Times New Roman"/>
              </a:rPr>
              <a:t>@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2022,</a:t>
            </a:r>
            <a:r>
              <a:rPr sz="600" b="0" spc="26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Ivan</a:t>
            </a:r>
            <a:r>
              <a:rPr sz="600" b="0" spc="26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b="0" spc="-20" dirty="0">
                <a:solidFill>
                  <a:srgbClr val="FFFFFF"/>
                </a:solidFill>
                <a:latin typeface="Bookman Old Style"/>
                <a:cs typeface="Bookman Old Style"/>
              </a:rPr>
              <a:t>Mann</a:t>
            </a:r>
            <a:endParaRPr sz="600" dirty="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AF3065-B7A9-540D-5FBD-F8D3CD933BBD}"/>
                  </a:ext>
                </a:extLst>
              </p:cNvPr>
              <p:cNvSpPr txBox="1"/>
              <p:nvPr/>
            </p:nvSpPr>
            <p:spPr>
              <a:xfrm>
                <a:off x="2073300" y="1648328"/>
                <a:ext cx="1945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AF3065-B7A9-540D-5FBD-F8D3CD933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300" y="1648328"/>
                <a:ext cx="194583" cy="184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073300" y="111969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23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50691" y="1119695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7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3564" y="886851"/>
            <a:ext cx="28257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sz="1650" spc="-135" baseline="-37878" dirty="0">
                <a:latin typeface="Georgia"/>
                <a:cs typeface="Georgia"/>
              </a:rPr>
              <a:t>6</a:t>
            </a:r>
            <a:r>
              <a:rPr sz="1650" spc="-37" baseline="-37878" dirty="0">
                <a:latin typeface="Georgia"/>
                <a:cs typeface="Georgia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×</a:t>
            </a:r>
            <a:r>
              <a:rPr sz="1650" i="1" spc="-217" baseline="-37878" dirty="0">
                <a:latin typeface="Verdana"/>
                <a:cs typeface="Verdan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-104" baseline="-37878" dirty="0">
                <a:latin typeface="Georgia"/>
                <a:cs typeface="Georgia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×</a:t>
            </a:r>
            <a:r>
              <a:rPr sz="1650" i="1" spc="-217" baseline="-37878" dirty="0">
                <a:latin typeface="Verdana"/>
                <a:cs typeface="Verdan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4</a:t>
            </a:r>
            <a:r>
              <a:rPr sz="1650" spc="-22" baseline="-37878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44" baseline="-37878" dirty="0">
                <a:latin typeface="Georgia"/>
                <a:cs typeface="Georgia"/>
              </a:rPr>
              <a:t> </a:t>
            </a:r>
            <a:r>
              <a:rPr sz="1650" spc="-30" baseline="-37878" dirty="0">
                <a:latin typeface="Georgia"/>
                <a:cs typeface="Georgia"/>
              </a:rPr>
              <a:t>120</a:t>
            </a:r>
            <a:r>
              <a:rPr sz="1650" spc="37" baseline="-37878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217" baseline="-37878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650" spc="195" baseline="-37878" dirty="0">
                <a:latin typeface="Georgia"/>
                <a:cs typeface="Georgia"/>
              </a:rPr>
              <a:t>=</a:t>
            </a:r>
            <a:r>
              <a:rPr sz="1650" spc="209" baseline="-37878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6!</a:t>
            </a:r>
            <a:endParaRPr sz="1100">
              <a:latin typeface="Georgia"/>
              <a:cs typeface="Georgia"/>
            </a:endParaRPr>
          </a:p>
          <a:p>
            <a:pPr marL="1547495">
              <a:lnSpc>
                <a:spcPct val="100000"/>
              </a:lnSpc>
              <a:spcBef>
                <a:spcPts val="170"/>
              </a:spcBef>
              <a:tabLst>
                <a:tab pos="2667000" algn="l"/>
              </a:tabLst>
            </a:pP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5" dirty="0">
                <a:latin typeface="Georgia"/>
                <a:cs typeface="Georgia"/>
              </a:rPr>
              <a:t>3!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4108" y="1639989"/>
            <a:ext cx="114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40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2518" y="1698104"/>
            <a:ext cx="2813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dirty="0">
                <a:latin typeface="Bookman Old Style"/>
                <a:cs typeface="Bookman Old Style"/>
              </a:rPr>
              <a:t>n</a:t>
            </a:r>
            <a:r>
              <a:rPr sz="800" b="0" i="1" spc="140" dirty="0">
                <a:latin typeface="Bookman Old Style"/>
                <a:cs typeface="Bookman Old Style"/>
              </a:rPr>
              <a:t>  </a:t>
            </a:r>
            <a:r>
              <a:rPr sz="800" b="0" i="1" spc="-50" dirty="0">
                <a:latin typeface="Bookman Old Style"/>
                <a:cs typeface="Bookman Old Style"/>
              </a:rPr>
              <a:t>m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6523" y="1603393"/>
            <a:ext cx="28257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20" baseline="-20202" dirty="0">
                <a:latin typeface="Georgia"/>
                <a:cs typeface="Georgia"/>
              </a:rPr>
              <a:t>=</a:t>
            </a:r>
            <a:endParaRPr sz="1650" baseline="-20202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3878" y="1546263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97214" y="17566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3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84514" y="1735023"/>
            <a:ext cx="546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m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0429" y="2393505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7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3262" y="2276894"/>
            <a:ext cx="754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baseline="-10416" dirty="0">
                <a:latin typeface="Century"/>
                <a:cs typeface="Century"/>
              </a:rPr>
              <a:t>6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4!</a:t>
            </a:r>
            <a:r>
              <a:rPr sz="1650" spc="187" baseline="-37878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7729" y="2183168"/>
            <a:ext cx="161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5280" algn="l"/>
              </a:tabLst>
            </a:pPr>
            <a:r>
              <a:rPr sz="1100" spc="-25" dirty="0">
                <a:latin typeface="Georgia"/>
                <a:cs typeface="Georgia"/>
              </a:rPr>
              <a:t>6!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23275" y="239350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80">
                <a:moveTo>
                  <a:pt x="0" y="0"/>
                </a:moveTo>
                <a:lnTo>
                  <a:pt x="12623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49183" y="2371941"/>
            <a:ext cx="810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Georgia"/>
                <a:cs typeface="Georgia"/>
              </a:rPr>
              <a:t>4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1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6537" y="2276894"/>
            <a:ext cx="803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5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30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F96A3CFC-ADAA-3A40-F27F-5FCF5AD5C80D}"/>
              </a:ext>
            </a:extLst>
          </p:cNvPr>
          <p:cNvSpPr txBox="1"/>
          <p:nvPr/>
        </p:nvSpPr>
        <p:spPr>
          <a:xfrm>
            <a:off x="164147" y="815975"/>
            <a:ext cx="4281805" cy="72244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box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marbles,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different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color.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ways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draw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three</a:t>
            </a:r>
            <a:r>
              <a:rPr lang="en-US" sz="1100" spc="25" dirty="0">
                <a:latin typeface="Georgia"/>
                <a:cs typeface="Georgia"/>
              </a:rPr>
              <a:t> </a:t>
            </a:r>
            <a:r>
              <a:rPr lang="en-US" sz="1100" spc="-25" dirty="0">
                <a:latin typeface="Georgia"/>
                <a:cs typeface="Georgia"/>
              </a:rPr>
              <a:t>marbles out sequentially and paint three colors</a:t>
            </a:r>
            <a:r>
              <a:rPr lang="en-US" sz="1100" spc="2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put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them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back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in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box</a:t>
            </a:r>
            <a:r>
              <a:rPr lang="en-US" sz="1100" b="1" spc="-20" dirty="0">
                <a:latin typeface="Georgia"/>
                <a:cs typeface="Georgia"/>
              </a:rPr>
              <a:t> every time</a:t>
            </a:r>
            <a:r>
              <a:rPr sz="1100" spc="-20" dirty="0">
                <a:latin typeface="Georgia"/>
                <a:cs typeface="Georgia"/>
              </a:rPr>
              <a:t>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74839"/>
            <a:ext cx="4281805" cy="8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box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marbles,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different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color.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ways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marbles</a:t>
            </a:r>
            <a:r>
              <a:rPr lang="en-US" sz="1100" spc="-25" dirty="0">
                <a:latin typeface="Georgia"/>
                <a:cs typeface="Georgia"/>
              </a:rPr>
              <a:t> out sequentially and paint three colors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put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them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back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in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box</a:t>
            </a:r>
            <a:r>
              <a:rPr lang="en-US" sz="1100" b="1" spc="-20" dirty="0">
                <a:latin typeface="Georgia"/>
                <a:cs typeface="Georgia"/>
              </a:rPr>
              <a:t> every time</a:t>
            </a:r>
            <a:r>
              <a:rPr sz="1100" spc="-20" dirty="0">
                <a:latin typeface="Georgia"/>
                <a:cs typeface="Georgia"/>
              </a:rPr>
              <a:t>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Draw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69820" y="1710448"/>
          <a:ext cx="66293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39341" y="1990369"/>
            <a:ext cx="1323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216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</a:t>
            </a:r>
            <a:r>
              <a:rPr sz="1200" spc="-37" baseline="31250" dirty="0">
                <a:latin typeface="Century"/>
                <a:cs typeface="Century"/>
              </a:rPr>
              <a:t>3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74839"/>
            <a:ext cx="4281805" cy="8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box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marbles,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different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color.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ways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marbles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out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lang="en-US" sz="1100" spc="20" dirty="0">
                <a:latin typeface="Georgia"/>
                <a:cs typeface="Georgia"/>
              </a:rPr>
              <a:t>sequentially </a:t>
            </a: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put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them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back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in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5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box</a:t>
            </a:r>
            <a:r>
              <a:rPr sz="1100" spc="-20" dirty="0">
                <a:latin typeface="Georgia"/>
                <a:cs typeface="Georgia"/>
              </a:rPr>
              <a:t>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Draw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buckets: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69820" y="1710448"/>
          <a:ext cx="66293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3144" y="1990369"/>
            <a:ext cx="286194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64005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Georgia"/>
                <a:cs typeface="Georgia"/>
              </a:rPr>
              <a:t>6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6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216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6</a:t>
            </a:r>
            <a:r>
              <a:rPr sz="1200" spc="-37" baseline="31250" dirty="0">
                <a:latin typeface="Century"/>
                <a:cs typeface="Century"/>
              </a:rPr>
              <a:t>3</a:t>
            </a:r>
            <a:endParaRPr sz="1200" baseline="3125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Century"/>
              <a:cs typeface="Century"/>
            </a:endParaRPr>
          </a:p>
          <a:p>
            <a:pPr marL="254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with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replacement.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43025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53057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6309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903729"/>
            <a:ext cx="403161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passwords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following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rules: </a:t>
            </a:r>
            <a:r>
              <a:rPr sz="1100" dirty="0">
                <a:latin typeface="Georgia"/>
                <a:cs typeface="Georgia"/>
              </a:rPr>
              <a:t>No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repeats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Georgia"/>
                <a:cs typeface="Georgia"/>
              </a:rPr>
              <a:t>Symbols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 be </a:t>
            </a:r>
            <a:r>
              <a:rPr sz="1100" spc="-30" dirty="0">
                <a:latin typeface="Georgia"/>
                <a:cs typeface="Georgia"/>
              </a:rPr>
              <a:t>lower</a:t>
            </a:r>
            <a:r>
              <a:rPr sz="1100" dirty="0">
                <a:latin typeface="Georgia"/>
                <a:cs typeface="Georgia"/>
              </a:rPr>
              <a:t> case, upper case, digits </a:t>
            </a:r>
            <a:r>
              <a:rPr sz="1100" spc="-80" dirty="0">
                <a:latin typeface="Georgia"/>
                <a:cs typeface="Georgia"/>
              </a:rPr>
              <a:t>0-</a:t>
            </a:r>
            <a:r>
              <a:rPr sz="1100" dirty="0">
                <a:latin typeface="Georgia"/>
                <a:cs typeface="Georgia"/>
              </a:rPr>
              <a:t>9, and </a:t>
            </a:r>
            <a:r>
              <a:rPr sz="1100" spc="-10" dirty="0">
                <a:latin typeface="Georgia"/>
                <a:cs typeface="Georgia"/>
              </a:rPr>
              <a:t>@,!,*,?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43025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53057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6309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903729"/>
            <a:ext cx="403161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passwords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following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rules: </a:t>
            </a:r>
            <a:r>
              <a:rPr sz="1100" dirty="0">
                <a:latin typeface="Georgia"/>
                <a:cs typeface="Georgia"/>
              </a:rPr>
              <a:t>No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repeats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Georgia"/>
                <a:cs typeface="Georgia"/>
              </a:rPr>
              <a:t>Symbols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 be </a:t>
            </a:r>
            <a:r>
              <a:rPr sz="1100" spc="-30" dirty="0">
                <a:latin typeface="Georgia"/>
                <a:cs typeface="Georgia"/>
              </a:rPr>
              <a:t>lower</a:t>
            </a:r>
            <a:r>
              <a:rPr sz="1100" dirty="0">
                <a:latin typeface="Georgia"/>
                <a:cs typeface="Georgia"/>
              </a:rPr>
              <a:t> case, upper case, digits </a:t>
            </a:r>
            <a:r>
              <a:rPr sz="1100" spc="-80" dirty="0">
                <a:latin typeface="Georgia"/>
                <a:cs typeface="Georgia"/>
              </a:rPr>
              <a:t>0-</a:t>
            </a:r>
            <a:r>
              <a:rPr sz="1100" dirty="0">
                <a:latin typeface="Georgia"/>
                <a:cs typeface="Georgia"/>
              </a:rPr>
              <a:t>9, and </a:t>
            </a:r>
            <a:r>
              <a:rPr sz="1100" spc="-10" dirty="0">
                <a:latin typeface="Georgia"/>
                <a:cs typeface="Georgia"/>
              </a:rPr>
              <a:t>@,!,*,?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45983" y="1889074"/>
          <a:ext cx="910589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43025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53057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6309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903729"/>
            <a:ext cx="403161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passwords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following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rules: </a:t>
            </a:r>
            <a:r>
              <a:rPr sz="1100" dirty="0">
                <a:latin typeface="Georgia"/>
                <a:cs typeface="Georgia"/>
              </a:rPr>
              <a:t>No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repeats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Georgia"/>
                <a:cs typeface="Georgia"/>
              </a:rPr>
              <a:t>Symbols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 be </a:t>
            </a:r>
            <a:r>
              <a:rPr sz="1100" spc="-30" dirty="0">
                <a:latin typeface="Georgia"/>
                <a:cs typeface="Georgia"/>
              </a:rPr>
              <a:t>lower</a:t>
            </a:r>
            <a:r>
              <a:rPr sz="1100" dirty="0">
                <a:latin typeface="Georgia"/>
                <a:cs typeface="Georgia"/>
              </a:rPr>
              <a:t> case, upper case, digits </a:t>
            </a:r>
            <a:r>
              <a:rPr sz="1100" spc="-80" dirty="0">
                <a:latin typeface="Georgia"/>
                <a:cs typeface="Georgia"/>
              </a:rPr>
              <a:t>0-</a:t>
            </a:r>
            <a:r>
              <a:rPr sz="1100" dirty="0">
                <a:latin typeface="Georgia"/>
                <a:cs typeface="Georgia"/>
              </a:rPr>
              <a:t>9, and </a:t>
            </a:r>
            <a:r>
              <a:rPr sz="1100" spc="-10" dirty="0">
                <a:latin typeface="Georgia"/>
                <a:cs typeface="Georgia"/>
              </a:rPr>
              <a:t>@,!,*,?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45983" y="1889074"/>
          <a:ext cx="910589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0350" y="2197798"/>
          <a:ext cx="174116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82496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925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0256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12594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943213"/>
            <a:ext cx="403161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passwords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following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rules: </a:t>
            </a:r>
            <a:r>
              <a:rPr sz="1100" dirty="0">
                <a:latin typeface="Georgia"/>
                <a:cs typeface="Georgia"/>
              </a:rPr>
              <a:t>No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repeats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Georgia"/>
                <a:cs typeface="Georgia"/>
              </a:rPr>
              <a:t>Symbols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 be </a:t>
            </a:r>
            <a:r>
              <a:rPr sz="1100" spc="-30" dirty="0">
                <a:latin typeface="Georgia"/>
                <a:cs typeface="Georgia"/>
              </a:rPr>
              <a:t>lower</a:t>
            </a:r>
            <a:r>
              <a:rPr sz="1100" dirty="0">
                <a:latin typeface="Georgia"/>
                <a:cs typeface="Georgia"/>
              </a:rPr>
              <a:t> case, upper case, digits </a:t>
            </a:r>
            <a:r>
              <a:rPr sz="1100" spc="-80" dirty="0">
                <a:latin typeface="Georgia"/>
                <a:cs typeface="Georgia"/>
              </a:rPr>
              <a:t>0-</a:t>
            </a:r>
            <a:r>
              <a:rPr sz="1100" dirty="0">
                <a:latin typeface="Georgia"/>
                <a:cs typeface="Georgia"/>
              </a:rPr>
              <a:t>9, and </a:t>
            </a:r>
            <a:r>
              <a:rPr sz="1100" spc="-10" dirty="0">
                <a:latin typeface="Georgia"/>
                <a:cs typeface="Georgia"/>
              </a:rPr>
              <a:t>@,!,*,?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alphabetic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82496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4925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0256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12594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943213"/>
            <a:ext cx="403161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Georgia"/>
                <a:cs typeface="Georgia"/>
              </a:rPr>
              <a:t>How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many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passwords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following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rules: </a:t>
            </a:r>
            <a:r>
              <a:rPr sz="1100" dirty="0">
                <a:latin typeface="Georgia"/>
                <a:cs typeface="Georgia"/>
              </a:rPr>
              <a:t>No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repeats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Georgia"/>
                <a:cs typeface="Georgia"/>
              </a:rPr>
              <a:t>Symbols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 be </a:t>
            </a:r>
            <a:r>
              <a:rPr sz="1100" spc="-30" dirty="0">
                <a:latin typeface="Georgia"/>
                <a:cs typeface="Georgia"/>
              </a:rPr>
              <a:t>lower</a:t>
            </a:r>
            <a:r>
              <a:rPr sz="1100" dirty="0">
                <a:latin typeface="Georgia"/>
                <a:cs typeface="Georgia"/>
              </a:rPr>
              <a:t> case, upper case, digits </a:t>
            </a:r>
            <a:r>
              <a:rPr sz="1100" spc="-80" dirty="0">
                <a:latin typeface="Georgia"/>
                <a:cs typeface="Georgia"/>
              </a:rPr>
              <a:t>0-</a:t>
            </a:r>
            <a:r>
              <a:rPr sz="1100" dirty="0">
                <a:latin typeface="Georgia"/>
                <a:cs typeface="Georgia"/>
              </a:rPr>
              <a:t>9, and </a:t>
            </a:r>
            <a:r>
              <a:rPr sz="1100" spc="-10" dirty="0">
                <a:latin typeface="Georgia"/>
                <a:cs typeface="Georgia"/>
              </a:rPr>
              <a:t>@,!,*,?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symbol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alphabetic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0350" y="2138578"/>
          <a:ext cx="174116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59014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69047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57907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789112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27927" y="926884"/>
            <a:ext cx="4354245" cy="10797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pc="-30" dirty="0"/>
              <a:t>How</a:t>
            </a:r>
            <a:r>
              <a:rPr spc="25" dirty="0"/>
              <a:t> </a:t>
            </a:r>
            <a:r>
              <a:rPr spc="-10" dirty="0"/>
              <a:t>many</a:t>
            </a:r>
            <a:r>
              <a:rPr spc="30" dirty="0"/>
              <a:t> </a:t>
            </a:r>
            <a:r>
              <a:rPr spc="-30" dirty="0"/>
              <a:t>passwords</a:t>
            </a:r>
            <a:r>
              <a:rPr spc="25" dirty="0"/>
              <a:t> </a:t>
            </a:r>
            <a:r>
              <a:rPr dirty="0"/>
              <a:t>can</a:t>
            </a:r>
            <a:r>
              <a:rPr spc="30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created</a:t>
            </a:r>
            <a:r>
              <a:rPr spc="30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25" dirty="0"/>
              <a:t>following</a:t>
            </a:r>
            <a:r>
              <a:rPr spc="25" dirty="0"/>
              <a:t> </a:t>
            </a:r>
            <a:r>
              <a:rPr spc="-10" dirty="0"/>
              <a:t>rules: </a:t>
            </a:r>
            <a:endParaRPr lang="en-US" spc="-10" dirty="0"/>
          </a:p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lang="en-US" spc="-10" dirty="0"/>
              <a:t>       </a:t>
            </a:r>
            <a:r>
              <a:rPr dirty="0"/>
              <a:t> </a:t>
            </a:r>
            <a:r>
              <a:rPr lang="en-US" dirty="0"/>
              <a:t>No </a:t>
            </a:r>
            <a:r>
              <a:rPr spc="-10" dirty="0"/>
              <a:t>symbol</a:t>
            </a:r>
            <a:r>
              <a:rPr spc="5" dirty="0"/>
              <a:t> </a:t>
            </a:r>
            <a:r>
              <a:rPr spc="-10" dirty="0"/>
              <a:t>repeats</a:t>
            </a:r>
          </a:p>
          <a:p>
            <a:pPr marL="289560" marR="5080">
              <a:lnSpc>
                <a:spcPct val="125299"/>
              </a:lnSpc>
            </a:pPr>
            <a:r>
              <a:rPr spc="-10" dirty="0"/>
              <a:t>Symbols</a:t>
            </a:r>
            <a:r>
              <a:rPr spc="-5" dirty="0"/>
              <a:t> </a:t>
            </a:r>
            <a:r>
              <a:rPr dirty="0"/>
              <a:t>can be </a:t>
            </a:r>
            <a:r>
              <a:rPr spc="-30" dirty="0"/>
              <a:t>lower</a:t>
            </a:r>
            <a:r>
              <a:rPr dirty="0"/>
              <a:t> case, upper case, digits </a:t>
            </a:r>
            <a:r>
              <a:rPr spc="-80" dirty="0"/>
              <a:t>0-</a:t>
            </a:r>
            <a:r>
              <a:rPr dirty="0"/>
              <a:t>9, and </a:t>
            </a:r>
            <a:r>
              <a:rPr spc="-10" dirty="0"/>
              <a:t>@,!,*,? Seven</a:t>
            </a:r>
            <a:r>
              <a:rPr spc="15" dirty="0"/>
              <a:t> </a:t>
            </a:r>
            <a:r>
              <a:rPr dirty="0"/>
              <a:t>or</a:t>
            </a:r>
            <a:r>
              <a:rPr spc="15" dirty="0"/>
              <a:t> </a:t>
            </a:r>
            <a:r>
              <a:rPr dirty="0"/>
              <a:t>six</a:t>
            </a:r>
            <a:r>
              <a:rPr spc="15" dirty="0"/>
              <a:t> </a:t>
            </a:r>
            <a:r>
              <a:rPr spc="-10" dirty="0"/>
              <a:t>symbols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dirty="0"/>
              <a:t>first</a:t>
            </a:r>
            <a:r>
              <a:rPr spc="25" dirty="0"/>
              <a:t> </a:t>
            </a:r>
            <a:r>
              <a:rPr spc="-10" dirty="0"/>
              <a:t>symbol</a:t>
            </a:r>
            <a:r>
              <a:rPr spc="3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alphabetic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Permutations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59014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69047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57907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789112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73685" indent="-277495">
              <a:lnSpc>
                <a:spcPct val="125299"/>
              </a:lnSpc>
              <a:spcBef>
                <a:spcPts val="100"/>
              </a:spcBef>
            </a:pPr>
            <a:r>
              <a:rPr spc="-30" dirty="0"/>
              <a:t>How</a:t>
            </a:r>
            <a:r>
              <a:rPr spc="25" dirty="0"/>
              <a:t> </a:t>
            </a:r>
            <a:r>
              <a:rPr spc="-10" dirty="0"/>
              <a:t>many</a:t>
            </a:r>
            <a:r>
              <a:rPr spc="30" dirty="0"/>
              <a:t> </a:t>
            </a:r>
            <a:r>
              <a:rPr spc="-30" dirty="0"/>
              <a:t>passwords</a:t>
            </a:r>
            <a:r>
              <a:rPr spc="25" dirty="0"/>
              <a:t> </a:t>
            </a:r>
            <a:r>
              <a:rPr dirty="0"/>
              <a:t>can</a:t>
            </a:r>
            <a:r>
              <a:rPr spc="30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created</a:t>
            </a:r>
            <a:r>
              <a:rPr spc="30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25" dirty="0"/>
              <a:t>following</a:t>
            </a:r>
            <a:r>
              <a:rPr spc="25" dirty="0"/>
              <a:t> </a:t>
            </a:r>
            <a:r>
              <a:rPr spc="-10" dirty="0"/>
              <a:t>rules: </a:t>
            </a:r>
            <a:r>
              <a:rPr dirty="0"/>
              <a:t>No </a:t>
            </a:r>
            <a:r>
              <a:rPr spc="-10" dirty="0"/>
              <a:t>symbol</a:t>
            </a:r>
            <a:r>
              <a:rPr spc="5" dirty="0"/>
              <a:t> </a:t>
            </a:r>
            <a:r>
              <a:rPr spc="-10" dirty="0"/>
              <a:t>repeats</a:t>
            </a:r>
          </a:p>
          <a:p>
            <a:pPr marL="289560" marR="5080">
              <a:lnSpc>
                <a:spcPct val="125299"/>
              </a:lnSpc>
            </a:pPr>
            <a:r>
              <a:rPr spc="-10" dirty="0"/>
              <a:t>Symbols</a:t>
            </a:r>
            <a:r>
              <a:rPr spc="-5" dirty="0"/>
              <a:t> </a:t>
            </a:r>
            <a:r>
              <a:rPr dirty="0"/>
              <a:t>can be </a:t>
            </a:r>
            <a:r>
              <a:rPr spc="-30" dirty="0"/>
              <a:t>lower</a:t>
            </a:r>
            <a:r>
              <a:rPr dirty="0"/>
              <a:t> case, upper case, digits </a:t>
            </a:r>
            <a:r>
              <a:rPr spc="-80" dirty="0"/>
              <a:t>0-</a:t>
            </a:r>
            <a:r>
              <a:rPr dirty="0"/>
              <a:t>9, and </a:t>
            </a:r>
            <a:r>
              <a:rPr spc="-10" dirty="0"/>
              <a:t>@,!,*,? Seven</a:t>
            </a:r>
            <a:r>
              <a:rPr spc="15" dirty="0"/>
              <a:t> </a:t>
            </a:r>
            <a:r>
              <a:rPr dirty="0"/>
              <a:t>or</a:t>
            </a:r>
            <a:r>
              <a:rPr spc="15" dirty="0"/>
              <a:t> </a:t>
            </a:r>
            <a:r>
              <a:rPr dirty="0"/>
              <a:t>six</a:t>
            </a:r>
            <a:r>
              <a:rPr spc="15" dirty="0"/>
              <a:t> </a:t>
            </a:r>
            <a:r>
              <a:rPr spc="-10" dirty="0"/>
              <a:t>symbols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dirty="0"/>
              <a:t>first</a:t>
            </a:r>
            <a:r>
              <a:rPr spc="25" dirty="0"/>
              <a:t> </a:t>
            </a:r>
            <a:r>
              <a:rPr spc="-10" dirty="0"/>
              <a:t>symbol</a:t>
            </a:r>
            <a:r>
              <a:rPr spc="3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alphabetic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0350" y="2015096"/>
          <a:ext cx="1741167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85151" y="2323807"/>
          <a:ext cx="2031361" cy="17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60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Permutations</a:t>
            </a:r>
            <a:r>
              <a:rPr spc="190" dirty="0"/>
              <a:t> </a:t>
            </a:r>
            <a:r>
              <a:rPr dirty="0"/>
              <a:t>with</a:t>
            </a:r>
            <a:r>
              <a:rPr spc="195" dirty="0"/>
              <a:t> </a:t>
            </a:r>
            <a:r>
              <a:rPr dirty="0"/>
              <a:t>Indistinct</a:t>
            </a:r>
            <a:r>
              <a:rPr spc="19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513142"/>
            <a:ext cx="43046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Given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objects,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202" baseline="-10416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200" spc="-30" baseline="-10416" dirty="0">
                <a:latin typeface="Century"/>
                <a:cs typeface="Century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="0" i="1" baseline="-10416" dirty="0">
                <a:latin typeface="Bookman Old Style"/>
                <a:cs typeface="Bookman Old Style"/>
              </a:rPr>
              <a:t>r</a:t>
            </a:r>
            <a:r>
              <a:rPr sz="1200" b="0" i="1" spc="20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spc="-20" dirty="0">
                <a:latin typeface="Georgia"/>
                <a:cs typeface="Georgia"/>
              </a:rPr>
              <a:t>permutations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29" y="1359641"/>
            <a:ext cx="2496820" cy="2475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5"/>
              </a:spcBef>
            </a:pPr>
            <a:r>
              <a:rPr sz="1100" dirty="0">
                <a:latin typeface="Georgia"/>
                <a:cs typeface="Georgia"/>
              </a:rPr>
              <a:t>Note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1" name="Picture 20" descr="\documentclass{article}&#10;\usepackage{amsmath}&#10;\pagestyle{empty}&#10;\begin{document}&#10;&#10;$\frac{n!}{n_1! \times n_2! \times \dots n_r!} = \frac&#10;{n!}{\prod_{i=1}^r n_i!}$&#10;&#10;&#10;\end{document}" title="IguanaTex Bitmap Display">
            <a:extLst>
              <a:ext uri="{FF2B5EF4-FFF2-40B4-BE49-F238E27FC236}">
                <a16:creationId xmlns:a16="http://schemas.microsoft.com/office/drawing/2014/main" id="{0B5EBD97-855F-6451-EA57-5FD7D9BA9B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927586"/>
            <a:ext cx="2526171" cy="3712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n = n_1+n_2+\dots +n_r$&#10;&#10;&#10;\end{document}" title="IguanaTex Bitmap Display">
            <a:extLst>
              <a:ext uri="{FF2B5EF4-FFF2-40B4-BE49-F238E27FC236}">
                <a16:creationId xmlns:a16="http://schemas.microsoft.com/office/drawing/2014/main" id="{08F330E4-583A-B4E7-21DA-181F81566E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98" y="1613529"/>
            <a:ext cx="1487177" cy="1119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9302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Permutations</a:t>
            </a:r>
            <a:r>
              <a:rPr spc="190" dirty="0"/>
              <a:t> </a:t>
            </a:r>
            <a:r>
              <a:rPr dirty="0"/>
              <a:t>with</a:t>
            </a:r>
            <a:r>
              <a:rPr spc="195" dirty="0"/>
              <a:t> </a:t>
            </a:r>
            <a:r>
              <a:rPr dirty="0"/>
              <a:t>Indistinct</a:t>
            </a:r>
            <a:r>
              <a:rPr spc="195" dirty="0"/>
              <a:t> </a:t>
            </a:r>
            <a:r>
              <a:rPr spc="-10" dirty="0"/>
              <a:t>Objects</a:t>
            </a:r>
            <a:r>
              <a:rPr lang="en-US" spc="-10" dirty="0"/>
              <a:t> (Optional)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0" y="513142"/>
            <a:ext cx="43046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Given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objects,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202" baseline="-10416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200" spc="-30" baseline="-10416" dirty="0">
                <a:latin typeface="Century"/>
                <a:cs typeface="Century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="0" i="1" baseline="-10416" dirty="0">
                <a:latin typeface="Bookman Old Style"/>
                <a:cs typeface="Bookman Old Style"/>
              </a:rPr>
              <a:t>r</a:t>
            </a:r>
            <a:r>
              <a:rPr sz="1200" b="0" i="1" spc="20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spc="-20" dirty="0">
                <a:latin typeface="Georgia"/>
                <a:cs typeface="Georgia"/>
              </a:rPr>
              <a:t>permutations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29" y="1359641"/>
            <a:ext cx="2496820" cy="2475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5"/>
              </a:spcBef>
            </a:pPr>
            <a:r>
              <a:rPr sz="1100" dirty="0">
                <a:latin typeface="Georgia"/>
                <a:cs typeface="Georgia"/>
              </a:rPr>
              <a:t>Note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1" name="Picture 20" descr="\documentclass{article}&#10;\usepackage{amsmath}&#10;\pagestyle{empty}&#10;\begin{document}&#10;&#10;$\frac{n!}{n_1! \times n_2! \times \dots n_r!} = \frac&#10;{n!}{\prod_{i=1}^r n_i!}$&#10;&#10;&#10;\end{document}" title="IguanaTex Bitmap Display">
            <a:extLst>
              <a:ext uri="{FF2B5EF4-FFF2-40B4-BE49-F238E27FC236}">
                <a16:creationId xmlns:a16="http://schemas.microsoft.com/office/drawing/2014/main" id="{0B5EBD97-855F-6451-EA57-5FD7D9BA9B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927586"/>
            <a:ext cx="2526171" cy="3712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n = n_1+n_2+\dots +n_r$&#10;&#10;&#10;\end{document}" title="IguanaTex Bitmap Display">
            <a:extLst>
              <a:ext uri="{FF2B5EF4-FFF2-40B4-BE49-F238E27FC236}">
                <a16:creationId xmlns:a16="http://schemas.microsoft.com/office/drawing/2014/main" id="{08F330E4-583A-B4E7-21DA-181F81566E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98" y="1613529"/>
            <a:ext cx="1487177" cy="111909"/>
          </a:xfrm>
          <a:prstGeom prst="rect">
            <a:avLst/>
          </a:prstGeom>
        </p:spPr>
      </p:pic>
      <p:sp>
        <p:nvSpPr>
          <p:cNvPr id="4" name="object 12">
            <a:extLst>
              <a:ext uri="{FF2B5EF4-FFF2-40B4-BE49-F238E27FC236}">
                <a16:creationId xmlns:a16="http://schemas.microsoft.com/office/drawing/2014/main" id="{62B3BB2D-8B2F-9BFA-41F4-D2DFE9263CF0}"/>
              </a:ext>
            </a:extLst>
          </p:cNvPr>
          <p:cNvSpPr txBox="1"/>
          <p:nvPr/>
        </p:nvSpPr>
        <p:spPr>
          <a:xfrm>
            <a:off x="320675" y="1895704"/>
            <a:ext cx="4289425" cy="17049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en-US" sz="1100" dirty="0">
                <a:latin typeface="Georgia"/>
                <a:cs typeface="Georgia"/>
              </a:rPr>
              <a:t>How many ways can I rearrange all the letters in Mississippi</a:t>
            </a:r>
            <a:r>
              <a:rPr lang="en-US" sz="1100" spc="-10" dirty="0">
                <a:latin typeface="Georgia"/>
                <a:cs typeface="Georgia"/>
              </a:rPr>
              <a:t>?</a:t>
            </a:r>
            <a:endParaRPr lang="en-US" sz="11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903919362"/>
      </p:ext>
    </p:extLst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188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Permutations</a:t>
            </a:r>
            <a:r>
              <a:rPr spc="190" dirty="0"/>
              <a:t> </a:t>
            </a:r>
            <a:r>
              <a:rPr dirty="0"/>
              <a:t>with</a:t>
            </a:r>
            <a:r>
              <a:rPr spc="195" dirty="0"/>
              <a:t> </a:t>
            </a:r>
            <a:r>
              <a:rPr dirty="0"/>
              <a:t>Indistinct</a:t>
            </a:r>
            <a:r>
              <a:rPr spc="195" dirty="0"/>
              <a:t> </a:t>
            </a:r>
            <a:r>
              <a:rPr spc="-10" dirty="0"/>
              <a:t>Objects</a:t>
            </a:r>
            <a:r>
              <a:rPr lang="en-US" spc="-10" dirty="0"/>
              <a:t>**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0" y="513142"/>
            <a:ext cx="43046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Given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objects,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202" baseline="-10416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200" spc="-30" baseline="-10416" dirty="0">
                <a:latin typeface="Century"/>
                <a:cs typeface="Century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200" b="0" i="1" baseline="-10416" dirty="0">
                <a:latin typeface="Bookman Old Style"/>
                <a:cs typeface="Bookman Old Style"/>
              </a:rPr>
              <a:t>r</a:t>
            </a:r>
            <a:r>
              <a:rPr sz="1200" b="0" i="1" spc="20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same,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spc="-20" dirty="0">
                <a:latin typeface="Georgia"/>
                <a:cs typeface="Georgia"/>
              </a:rPr>
              <a:t>permutations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29" y="1359641"/>
            <a:ext cx="2496820" cy="2475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5"/>
              </a:spcBef>
            </a:pPr>
            <a:r>
              <a:rPr sz="1100" dirty="0">
                <a:latin typeface="Georgia"/>
                <a:cs typeface="Georgia"/>
              </a:rPr>
              <a:t>Note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1" name="Picture 20" descr="\documentclass{article}&#10;\usepackage{amsmath}&#10;\pagestyle{empty}&#10;\begin{document}&#10;&#10;$\frac{n!}{n_1! \times n_2! \times \dots n_r!} = \frac&#10;{n!}{\prod_{i=1}^r n_i!}$&#10;&#10;&#10;\end{document}" title="IguanaTex Bitmap Display">
            <a:extLst>
              <a:ext uri="{FF2B5EF4-FFF2-40B4-BE49-F238E27FC236}">
                <a16:creationId xmlns:a16="http://schemas.microsoft.com/office/drawing/2014/main" id="{0B5EBD97-855F-6451-EA57-5FD7D9BA9B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927586"/>
            <a:ext cx="2526171" cy="3712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n = n_1+n_2+\dots +n_r$&#10;&#10;&#10;\end{document}" title="IguanaTex Bitmap Display">
            <a:extLst>
              <a:ext uri="{FF2B5EF4-FFF2-40B4-BE49-F238E27FC236}">
                <a16:creationId xmlns:a16="http://schemas.microsoft.com/office/drawing/2014/main" id="{08F330E4-583A-B4E7-21DA-181F81566E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98" y="1613529"/>
            <a:ext cx="1487177" cy="111909"/>
          </a:xfrm>
          <a:prstGeom prst="rect">
            <a:avLst/>
          </a:prstGeom>
        </p:spPr>
      </p:pic>
      <p:sp>
        <p:nvSpPr>
          <p:cNvPr id="4" name="object 12">
            <a:extLst>
              <a:ext uri="{FF2B5EF4-FFF2-40B4-BE49-F238E27FC236}">
                <a16:creationId xmlns:a16="http://schemas.microsoft.com/office/drawing/2014/main" id="{62B3BB2D-8B2F-9BFA-41F4-D2DFE9263CF0}"/>
              </a:ext>
            </a:extLst>
          </p:cNvPr>
          <p:cNvSpPr txBox="1"/>
          <p:nvPr/>
        </p:nvSpPr>
        <p:spPr>
          <a:xfrm>
            <a:off x="320675" y="1895704"/>
            <a:ext cx="4289425" cy="17049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en-US" sz="1100" dirty="0">
                <a:latin typeface="Georgia"/>
                <a:cs typeface="Georgia"/>
              </a:rPr>
              <a:t>How many ways can I rearrange all the letters in Mississippi</a:t>
            </a:r>
            <a:r>
              <a:rPr lang="en-US" sz="1100" spc="-10" dirty="0">
                <a:latin typeface="Georgia"/>
                <a:cs typeface="Georgia"/>
              </a:rPr>
              <a:t>?</a:t>
            </a:r>
            <a:endParaRPr lang="en-US" sz="1100" dirty="0">
              <a:latin typeface="Georgia"/>
              <a:cs typeface="Georgia"/>
            </a:endParaRPr>
          </a:p>
        </p:txBody>
      </p:sp>
      <p:pic>
        <p:nvPicPr>
          <p:cNvPr id="6" name="Picture 5" descr="\documentclass{article}&#10;\usepackage{amsmath}&#10;\pagestyle{empty}&#10;\begin{document}&#10;&#10;$\frac{11!}{1!\times 2!\times 4!\times 4!}$&#10;&#10;&#10;\end{document}" title="IguanaTex Bitmap Display">
            <a:extLst>
              <a:ext uri="{FF2B5EF4-FFF2-40B4-BE49-F238E27FC236}">
                <a16:creationId xmlns:a16="http://schemas.microsoft.com/office/drawing/2014/main" id="{23B303D8-F2CB-6FD1-B68D-64B8A575AA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468137"/>
            <a:ext cx="1107200" cy="31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94931"/>
      </p:ext>
    </p:extLst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3133" y="62407"/>
            <a:ext cx="1102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Combinations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410641"/>
            <a:ext cx="434213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</a:t>
            </a:r>
            <a:r>
              <a:rPr sz="1100" spc="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have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dirty="0">
                <a:solidFill>
                  <a:srgbClr val="000000"/>
                </a:solidFill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objects,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</a:t>
            </a:r>
            <a:r>
              <a:rPr sz="1100" spc="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want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sz="1100" spc="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pick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dirty="0">
                <a:solidFill>
                  <a:srgbClr val="000000"/>
                </a:solidFill>
                <a:latin typeface="Bookman Old Style"/>
                <a:cs typeface="Bookman Old Style"/>
              </a:rPr>
              <a:t>m</a:t>
            </a:r>
            <a:r>
              <a:rPr sz="1100" b="0" i="1" spc="-35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of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them,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it</a:t>
            </a:r>
            <a:r>
              <a:rPr sz="1100" spc="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doesn’t</a:t>
            </a:r>
            <a:r>
              <a:rPr sz="1100" spc="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matter</a:t>
            </a:r>
            <a:r>
              <a:rPr sz="1100" spc="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Georgia"/>
                <a:cs typeface="Georgia"/>
              </a:rPr>
              <a:t>what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order.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21/29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434213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lang="en-US" sz="1100" b="0" i="1" spc="-35" dirty="0">
                <a:latin typeface="Bookman Old Style"/>
                <a:cs typeface="Bookman Old Style"/>
              </a:rPr>
              <a:t>distinct </a:t>
            </a:r>
            <a:r>
              <a:rPr sz="1100" dirty="0">
                <a:latin typeface="Georgia"/>
                <a:cs typeface="Georgia"/>
              </a:rPr>
              <a:t>objects,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pick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doesn’t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matter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what </a:t>
            </a:r>
            <a:r>
              <a:rPr sz="1100" spc="-10" dirty="0">
                <a:latin typeface="Georgia"/>
                <a:cs typeface="Georgia"/>
              </a:rPr>
              <a:t>order.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replacement: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2768" y="1208519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6029" y="1418856"/>
            <a:ext cx="680720" cy="0"/>
          </a:xfrm>
          <a:custGeom>
            <a:avLst/>
            <a:gdLst/>
            <a:ahLst/>
            <a:cxnLst/>
            <a:rect l="l" t="t" r="r" b="b"/>
            <a:pathLst>
              <a:path w="680719">
                <a:moveTo>
                  <a:pt x="0" y="0"/>
                </a:moveTo>
                <a:lnTo>
                  <a:pt x="6805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44" y="1302245"/>
            <a:ext cx="3144520" cy="568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5240">
              <a:lnSpc>
                <a:spcPct val="100000"/>
              </a:lnSpc>
              <a:spcBef>
                <a:spcPts val="90"/>
              </a:spcBef>
            </a:pPr>
            <a:r>
              <a:rPr sz="1200" b="0" i="1" baseline="-10416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19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650" b="0" i="1" spc="-52" baseline="-37878" dirty="0">
                <a:latin typeface="Bookman Old Style"/>
                <a:cs typeface="Bookman Old Style"/>
              </a:rPr>
              <a:t>m</a:t>
            </a:r>
            <a:r>
              <a:rPr sz="1650" spc="-52" baseline="-37878" dirty="0">
                <a:latin typeface="Georgia"/>
                <a:cs typeface="Georgia"/>
              </a:rPr>
              <a:t>!(</a:t>
            </a:r>
            <a:r>
              <a:rPr sz="1650" b="0" i="1" spc="-52" baseline="-37878" dirty="0">
                <a:latin typeface="Bookman Old Style"/>
                <a:cs typeface="Bookman Old Style"/>
              </a:rPr>
              <a:t>n</a:t>
            </a:r>
            <a:r>
              <a:rPr sz="1650" b="0" i="1" spc="-112" baseline="-37878" dirty="0">
                <a:latin typeface="Bookman Old Style"/>
                <a:cs typeface="Bookman Old Style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−</a:t>
            </a:r>
            <a:r>
              <a:rPr sz="1650" i="1" spc="-195" baseline="-37878" dirty="0">
                <a:latin typeface="Verdana"/>
                <a:cs typeface="Verdana"/>
              </a:rPr>
              <a:t> </a:t>
            </a:r>
            <a:r>
              <a:rPr sz="1650" b="0" i="1" spc="-37" baseline="-37878" dirty="0">
                <a:latin typeface="Bookman Old Style"/>
                <a:cs typeface="Bookman Old Style"/>
              </a:rPr>
              <a:t>m</a:t>
            </a:r>
            <a:r>
              <a:rPr sz="1650" spc="-37" baseline="-37878" dirty="0">
                <a:latin typeface="Georgia"/>
                <a:cs typeface="Georgia"/>
              </a:rPr>
              <a:t>)!</a:t>
            </a:r>
            <a:endParaRPr sz="1650" baseline="-37878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choose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60" dirty="0">
                <a:latin typeface="Bookman Old Style"/>
                <a:cs typeface="Bookman Old Style"/>
              </a:rPr>
              <a:t>m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0245" y="1963610"/>
            <a:ext cx="986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New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Notation!!!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21/29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434213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objects,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pick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doesn’t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matter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what </a:t>
            </a:r>
            <a:r>
              <a:rPr sz="1100" spc="-10" dirty="0">
                <a:latin typeface="Georgia"/>
                <a:cs typeface="Georgia"/>
              </a:rPr>
              <a:t>order.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replacement: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2768" y="1208519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6029" y="1418856"/>
            <a:ext cx="680720" cy="0"/>
          </a:xfrm>
          <a:custGeom>
            <a:avLst/>
            <a:gdLst/>
            <a:ahLst/>
            <a:cxnLst/>
            <a:rect l="l" t="t" r="r" b="b"/>
            <a:pathLst>
              <a:path w="680719">
                <a:moveTo>
                  <a:pt x="0" y="0"/>
                </a:moveTo>
                <a:lnTo>
                  <a:pt x="6805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44" y="1302245"/>
            <a:ext cx="3144520" cy="568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5240">
              <a:lnSpc>
                <a:spcPct val="100000"/>
              </a:lnSpc>
              <a:spcBef>
                <a:spcPts val="90"/>
              </a:spcBef>
            </a:pPr>
            <a:r>
              <a:rPr sz="1200" b="0" i="1" baseline="-10416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19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650" b="0" i="1" spc="-52" baseline="-37878" dirty="0">
                <a:latin typeface="Bookman Old Style"/>
                <a:cs typeface="Bookman Old Style"/>
              </a:rPr>
              <a:t>m</a:t>
            </a:r>
            <a:r>
              <a:rPr sz="1650" spc="-52" baseline="-37878" dirty="0">
                <a:latin typeface="Georgia"/>
                <a:cs typeface="Georgia"/>
              </a:rPr>
              <a:t>!(</a:t>
            </a:r>
            <a:r>
              <a:rPr sz="1650" b="0" i="1" spc="-52" baseline="-37878" dirty="0">
                <a:latin typeface="Bookman Old Style"/>
                <a:cs typeface="Bookman Old Style"/>
              </a:rPr>
              <a:t>n</a:t>
            </a:r>
            <a:r>
              <a:rPr sz="1650" b="0" i="1" spc="-112" baseline="-37878" dirty="0">
                <a:latin typeface="Bookman Old Style"/>
                <a:cs typeface="Bookman Old Style"/>
              </a:rPr>
              <a:t> </a:t>
            </a:r>
            <a:r>
              <a:rPr sz="1650" i="1" spc="-89" baseline="-37878" dirty="0">
                <a:latin typeface="Verdana"/>
                <a:cs typeface="Verdana"/>
              </a:rPr>
              <a:t>−</a:t>
            </a:r>
            <a:r>
              <a:rPr sz="1650" i="1" spc="-195" baseline="-37878" dirty="0">
                <a:latin typeface="Verdana"/>
                <a:cs typeface="Verdana"/>
              </a:rPr>
              <a:t> </a:t>
            </a:r>
            <a:r>
              <a:rPr sz="1650" b="0" i="1" spc="-37" baseline="-37878" dirty="0">
                <a:latin typeface="Bookman Old Style"/>
                <a:cs typeface="Bookman Old Style"/>
              </a:rPr>
              <a:t>m</a:t>
            </a:r>
            <a:r>
              <a:rPr sz="1650" spc="-37" baseline="-37878" dirty="0">
                <a:latin typeface="Georgia"/>
                <a:cs typeface="Georgia"/>
              </a:rPr>
              <a:t>)!</a:t>
            </a:r>
            <a:endParaRPr sz="1650" baseline="-37878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choose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60" dirty="0">
                <a:latin typeface="Bookman Old Style"/>
                <a:cs typeface="Bookman Old Style"/>
              </a:rPr>
              <a:t>m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0245" y="1963610"/>
            <a:ext cx="986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New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Notation!!!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2428519"/>
            <a:ext cx="1069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with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replacement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1692" y="2772295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61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73592" y="2438905"/>
            <a:ext cx="25463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30480" indent="-12700">
              <a:lnSpc>
                <a:spcPct val="142600"/>
              </a:lnSpc>
              <a:spcBef>
                <a:spcPts val="100"/>
              </a:spcBef>
            </a:pPr>
            <a:r>
              <a:rPr sz="1650" b="0" i="1" spc="-37" baseline="-20202" dirty="0">
                <a:latin typeface="Bookman Old Style"/>
                <a:cs typeface="Bookman Old Style"/>
              </a:rPr>
              <a:t>n</a:t>
            </a:r>
            <a:r>
              <a:rPr sz="800" b="0" i="1" spc="-25" dirty="0">
                <a:latin typeface="Bookman Old Style"/>
                <a:cs typeface="Bookman Old Style"/>
              </a:rPr>
              <a:t>m </a:t>
            </a:r>
            <a:r>
              <a:rPr sz="1100" b="0" i="1" spc="-40" dirty="0">
                <a:latin typeface="Bookman Old Style"/>
                <a:cs typeface="Bookman Old Style"/>
              </a:rPr>
              <a:t>m</a:t>
            </a:r>
            <a:r>
              <a:rPr sz="1100" spc="-40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2948901"/>
            <a:ext cx="361950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Georgia"/>
                <a:cs typeface="Georgia"/>
              </a:rPr>
              <a:t>h</a:t>
            </a:r>
            <a:r>
              <a:rPr sz="1100" spc="-30" dirty="0">
                <a:latin typeface="Georgia"/>
                <a:cs typeface="Georgia"/>
                <a:hlinkClick r:id="rId2"/>
              </a:rPr>
              <a:t>ttps://www.mathsisfun.com/combinatorics/combinations-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permutations.html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21/29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3133" y="62407"/>
            <a:ext cx="1102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Combinations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5374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14931" y="883421"/>
            <a:ext cx="5791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0" dirty="0">
                <a:solidFill>
                  <a:srgbClr val="FFFFFF"/>
                </a:solidFill>
                <a:latin typeface="Cambria"/>
                <a:cs typeface="Cambria"/>
              </a:rPr>
              <a:t>Theorem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7758" y="1043483"/>
            <a:ext cx="1065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k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3577" y="1307884"/>
            <a:ext cx="95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6917" y="1496657"/>
            <a:ext cx="85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7211" y="1401622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1596" y="1206271"/>
            <a:ext cx="58674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90"/>
              </a:spcBef>
              <a:tabLst>
                <a:tab pos="47117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5433" y="1285364"/>
            <a:ext cx="33782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22555">
              <a:lnSpc>
                <a:spcPct val="112599"/>
              </a:lnSpc>
              <a:spcBef>
                <a:spcPts val="100"/>
              </a:spcBef>
            </a:pPr>
            <a:r>
              <a:rPr sz="1100" b="0" i="1" spc="-60" dirty="0">
                <a:latin typeface="Bookman Old Style"/>
                <a:cs typeface="Bookman Old Style"/>
              </a:rPr>
              <a:t>n</a:t>
            </a:r>
            <a:r>
              <a:rPr sz="1100" b="0" i="1" spc="500" dirty="0">
                <a:latin typeface="Bookman Old Style"/>
                <a:cs typeface="Bookman Old Style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12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4414" y="1206271"/>
            <a:ext cx="114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22/29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19A4C-3AA5-0432-7115-BE948606581A}"/>
              </a:ext>
            </a:extLst>
          </p:cNvPr>
          <p:cNvSpPr txBox="1"/>
          <p:nvPr/>
        </p:nvSpPr>
        <p:spPr>
          <a:xfrm>
            <a:off x="1707515" y="1293218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A4A426-F4E9-7F47-AD10-4B45F2A4A063}"/>
              </a:ext>
            </a:extLst>
          </p:cNvPr>
          <p:cNvSpPr txBox="1"/>
          <p:nvPr/>
        </p:nvSpPr>
        <p:spPr>
          <a:xfrm>
            <a:off x="2175136" y="1293218"/>
            <a:ext cx="1058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  )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5374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14931" y="883421"/>
            <a:ext cx="5791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0" dirty="0">
                <a:solidFill>
                  <a:srgbClr val="FFFFFF"/>
                </a:solidFill>
                <a:latin typeface="Cambria"/>
                <a:cs typeface="Cambria"/>
              </a:rPr>
              <a:t>Theorem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7758" y="1043483"/>
            <a:ext cx="1065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k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3577" y="1307884"/>
            <a:ext cx="95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6917" y="1496657"/>
            <a:ext cx="85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7211" y="1401622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1596" y="1206271"/>
            <a:ext cx="58674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90"/>
              </a:spcBef>
              <a:tabLst>
                <a:tab pos="47117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5433" y="1285364"/>
            <a:ext cx="33782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22555">
              <a:lnSpc>
                <a:spcPct val="112599"/>
              </a:lnSpc>
              <a:spcBef>
                <a:spcPts val="100"/>
              </a:spcBef>
            </a:pPr>
            <a:r>
              <a:rPr sz="1100" b="0" i="1" spc="-60" dirty="0">
                <a:latin typeface="Bookman Old Style"/>
                <a:cs typeface="Bookman Old Style"/>
              </a:rPr>
              <a:t>n</a:t>
            </a:r>
            <a:r>
              <a:rPr sz="1100" b="0" i="1" spc="500" dirty="0">
                <a:latin typeface="Bookman Old Style"/>
                <a:cs typeface="Bookman Old Style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12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4414" y="1206271"/>
            <a:ext cx="114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44" y="1980400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Proof: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5347" y="2239391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675" y="2428151"/>
            <a:ext cx="97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354" y="2137765"/>
            <a:ext cx="3130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8969" y="233311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4263" y="233311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0399" y="2239391"/>
            <a:ext cx="2141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6379" algn="l"/>
                <a:tab pos="602615" algn="l"/>
                <a:tab pos="817880" algn="l"/>
                <a:tab pos="1412240" algn="l"/>
                <a:tab pos="212852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b="0" i="1" u="sng" spc="-2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b="0" i="1" u="sng" spc="-2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0399" y="2428151"/>
            <a:ext cx="2141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17880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))!(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0054" y="233311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6294" y="2137765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51186" y="2239391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28275" y="2428151"/>
            <a:ext cx="350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k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57256" y="2137765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22/29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DB118A-DE4D-BF88-7CD0-9414A6B5FECF}"/>
              </a:ext>
            </a:extLst>
          </p:cNvPr>
          <p:cNvSpPr txBox="1"/>
          <p:nvPr/>
        </p:nvSpPr>
        <p:spPr>
          <a:xfrm>
            <a:off x="1707515" y="1293218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B0323E-B01D-FE16-C63E-8854A93A62D9}"/>
              </a:ext>
            </a:extLst>
          </p:cNvPr>
          <p:cNvSpPr txBox="1"/>
          <p:nvPr/>
        </p:nvSpPr>
        <p:spPr>
          <a:xfrm>
            <a:off x="2191409" y="1286106"/>
            <a:ext cx="988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 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15B923-F97D-68F1-0DDA-F91377B2D0C4}"/>
              </a:ext>
            </a:extLst>
          </p:cNvPr>
          <p:cNvSpPr txBox="1"/>
          <p:nvPr/>
        </p:nvSpPr>
        <p:spPr>
          <a:xfrm>
            <a:off x="3346729" y="2228096"/>
            <a:ext cx="988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 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66712B-F8A7-FD34-8578-64CBC047F95C}"/>
              </a:ext>
            </a:extLst>
          </p:cNvPr>
          <p:cNvSpPr txBox="1"/>
          <p:nvPr/>
        </p:nvSpPr>
        <p:spPr>
          <a:xfrm>
            <a:off x="546297" y="2184162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)</a:t>
            </a: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3133" y="62407"/>
            <a:ext cx="1102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Combinations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439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14931" y="1273654"/>
            <a:ext cx="5791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0" dirty="0">
                <a:solidFill>
                  <a:srgbClr val="FFFFFF"/>
                </a:solidFill>
                <a:latin typeface="Cambria"/>
                <a:cs typeface="Cambria"/>
              </a:rPr>
              <a:t>Theorem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7758" y="1433715"/>
            <a:ext cx="1065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k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9661" y="1698129"/>
            <a:ext cx="95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2988" y="1886889"/>
            <a:ext cx="85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667" y="1596504"/>
            <a:ext cx="3003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3283" y="1791855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1517" y="1698129"/>
            <a:ext cx="334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4148" y="1886889"/>
            <a:ext cx="85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86050" y="1791855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9523" y="1596504"/>
            <a:ext cx="8102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90"/>
              </a:spcBef>
              <a:tabLst>
                <a:tab pos="423545" algn="l"/>
                <a:tab pos="694690" algn="l"/>
              </a:tabLst>
            </a:pPr>
            <a:r>
              <a:rPr sz="1100" dirty="0">
                <a:latin typeface="Arial"/>
                <a:cs typeface="Arial"/>
              </a:rPr>
              <a:t>	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6575" y="1698129"/>
            <a:ext cx="334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29915" y="1886889"/>
            <a:ext cx="328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8342" y="1596504"/>
            <a:ext cx="114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651BE-3D3B-8ACC-BF44-2F78DA9057BF}"/>
              </a:ext>
            </a:extLst>
          </p:cNvPr>
          <p:cNvSpPr txBox="1"/>
          <p:nvPr/>
        </p:nvSpPr>
        <p:spPr>
          <a:xfrm>
            <a:off x="1341151" y="1672223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BC8C3-9932-6E65-53E4-D1E1D0E3E716}"/>
              </a:ext>
            </a:extLst>
          </p:cNvPr>
          <p:cNvSpPr txBox="1"/>
          <p:nvPr/>
        </p:nvSpPr>
        <p:spPr>
          <a:xfrm>
            <a:off x="1840433" y="1672223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81ADF-6E5F-FED1-3A6F-A1A8FDFF2BD0}"/>
              </a:ext>
            </a:extLst>
          </p:cNvPr>
          <p:cNvSpPr txBox="1"/>
          <p:nvPr/>
        </p:nvSpPr>
        <p:spPr>
          <a:xfrm>
            <a:off x="2533965" y="1686834"/>
            <a:ext cx="902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35"/>
              </a:spcBef>
            </a:pPr>
            <a:r>
              <a:rPr dirty="0"/>
              <a:t>Combinations</a:t>
            </a:r>
            <a:r>
              <a:rPr spc="195" dirty="0"/>
              <a:t> </a:t>
            </a:r>
            <a:r>
              <a:rPr dirty="0"/>
              <a:t>-</a:t>
            </a:r>
            <a:r>
              <a:rPr spc="200" dirty="0"/>
              <a:t> </a:t>
            </a:r>
            <a:r>
              <a:rPr dirty="0"/>
              <a:t>Proof</a:t>
            </a:r>
            <a:r>
              <a:rPr spc="200" dirty="0"/>
              <a:t> </a:t>
            </a:r>
            <a:r>
              <a:rPr dirty="0"/>
              <a:t>of</a:t>
            </a:r>
            <a:r>
              <a:rPr spc="200" dirty="0"/>
              <a:t> </a:t>
            </a:r>
            <a:r>
              <a:rPr spc="-10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221" y="1324445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202" y="1403563"/>
            <a:ext cx="34734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969" y="1324445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84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735" y="151979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9273" y="1426070"/>
            <a:ext cx="34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601" y="1614830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1028" y="1324445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1502" y="151979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7695" y="151979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2932" y="1426070"/>
            <a:ext cx="2468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2405" algn="l"/>
                <a:tab pos="841375" algn="l"/>
                <a:tab pos="1040765" algn="l"/>
                <a:tab pos="1513840" algn="l"/>
                <a:tab pos="245491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2932" y="1614830"/>
            <a:ext cx="246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40765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(</a:t>
            </a:r>
            <a:r>
              <a:rPr sz="1100" b="0" i="1" spc="-5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72019-D2AD-A692-3E04-DB902A78FA90}"/>
              </a:ext>
            </a:extLst>
          </p:cNvPr>
          <p:cNvSpPr txBox="1"/>
          <p:nvPr/>
        </p:nvSpPr>
        <p:spPr>
          <a:xfrm>
            <a:off x="287648" y="1401934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D02163-8BFC-C689-A954-F1B580A4FC4F}"/>
              </a:ext>
            </a:extLst>
          </p:cNvPr>
          <p:cNvSpPr txBox="1"/>
          <p:nvPr/>
        </p:nvSpPr>
        <p:spPr>
          <a:xfrm>
            <a:off x="975359" y="1406490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04976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Proof: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21" y="1262354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202" y="1341473"/>
            <a:ext cx="34734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969" y="1262354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84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8735" y="145770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273" y="1363980"/>
            <a:ext cx="34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2601" y="1552740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1028" y="1262354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1502" y="145770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7695" y="145770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2932" y="1363980"/>
            <a:ext cx="2468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2405" algn="l"/>
                <a:tab pos="841375" algn="l"/>
                <a:tab pos="1040765" algn="l"/>
                <a:tab pos="1513840" algn="l"/>
                <a:tab pos="245491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2932" y="1552740"/>
            <a:ext cx="246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40765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(</a:t>
            </a:r>
            <a:r>
              <a:rPr sz="1100" b="0" i="1" spc="-5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85632" y="1954174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>
                <a:moveTo>
                  <a:pt x="0" y="0"/>
                </a:moveTo>
                <a:lnTo>
                  <a:pt x="8288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14129" y="1954174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5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11502" y="1743837"/>
            <a:ext cx="2152015" cy="381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>
              <a:lnSpc>
                <a:spcPts val="1030"/>
              </a:lnSpc>
              <a:spcBef>
                <a:spcPts val="90"/>
              </a:spcBef>
              <a:tabLst>
                <a:tab pos="1436370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745"/>
              </a:lnSpc>
              <a:tabLst>
                <a:tab pos="1048385" algn="l"/>
              </a:tabLst>
            </a:pP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  <a:tabLst>
                <a:tab pos="1202055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(</a:t>
            </a:r>
            <a:r>
              <a:rPr sz="1100" b="0" i="1" spc="-55" dirty="0">
                <a:latin typeface="Bookman Old Style"/>
                <a:cs typeface="Bookman Old Style"/>
              </a:rPr>
              <a:t>k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25/29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1BA5F-6511-DFE1-3446-2D6C118B676D}"/>
              </a:ext>
            </a:extLst>
          </p:cNvPr>
          <p:cNvSpPr txBox="1"/>
          <p:nvPr/>
        </p:nvSpPr>
        <p:spPr>
          <a:xfrm>
            <a:off x="956144" y="1355695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E0748A-D1BC-6E77-5304-A5D3FEF27E94}"/>
              </a:ext>
            </a:extLst>
          </p:cNvPr>
          <p:cNvSpPr txBox="1"/>
          <p:nvPr/>
        </p:nvSpPr>
        <p:spPr>
          <a:xfrm>
            <a:off x="274700" y="1343030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64743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Proof: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21" y="1022108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202" y="1101227"/>
            <a:ext cx="34734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969" y="1022108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84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8735" y="121746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273" y="1123734"/>
            <a:ext cx="34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2601" y="1312494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1028" y="1022108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1502" y="121746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7695" y="121746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2932" y="1123734"/>
            <a:ext cx="2468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2405" algn="l"/>
                <a:tab pos="841375" algn="l"/>
                <a:tab pos="1040765" algn="l"/>
                <a:tab pos="1513840" algn="l"/>
                <a:tab pos="245491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sz="1100" b="0" i="1" u="sng" spc="-2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n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i="1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2932" y="1312494"/>
            <a:ext cx="246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40765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(</a:t>
            </a:r>
            <a:r>
              <a:rPr sz="1100" b="0" i="1" spc="-5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105" dirty="0">
                <a:latin typeface="Bookman Old Style"/>
                <a:cs typeface="Bookman Old Style"/>
              </a:rPr>
              <a:t>k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85632" y="1713941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>
                <a:moveTo>
                  <a:pt x="0" y="0"/>
                </a:moveTo>
                <a:lnTo>
                  <a:pt x="8288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14129" y="1713941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5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11502" y="1503603"/>
            <a:ext cx="2152015" cy="381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>
              <a:lnSpc>
                <a:spcPts val="1030"/>
              </a:lnSpc>
              <a:spcBef>
                <a:spcPts val="90"/>
              </a:spcBef>
              <a:tabLst>
                <a:tab pos="1436370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745"/>
              </a:lnSpc>
              <a:tabLst>
                <a:tab pos="1048385" algn="l"/>
              </a:tabLst>
            </a:pP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  <a:tabLst>
                <a:tab pos="1202055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(</a:t>
            </a:r>
            <a:r>
              <a:rPr sz="1100" b="0" i="1" spc="-55" dirty="0">
                <a:latin typeface="Bookman Old Style"/>
                <a:cs typeface="Bookman Old Style"/>
              </a:rPr>
              <a:t>k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1502" y="197524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85632" y="2091855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90075" y="2091855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47532" y="1859010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65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26/29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524A08-E01D-7781-707E-D882732A7010}"/>
              </a:ext>
            </a:extLst>
          </p:cNvPr>
          <p:cNvSpPr txBox="1"/>
          <p:nvPr/>
        </p:nvSpPr>
        <p:spPr>
          <a:xfrm>
            <a:off x="983341" y="1103248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87DF73-8F95-75BD-AF22-273C0FDF54BF}"/>
              </a:ext>
            </a:extLst>
          </p:cNvPr>
          <p:cNvSpPr txBox="1"/>
          <p:nvPr/>
        </p:nvSpPr>
        <p:spPr>
          <a:xfrm>
            <a:off x="274700" y="1083352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  )</a:t>
            </a: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3133" y="62407"/>
            <a:ext cx="1102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Combinations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3133" y="62407"/>
            <a:ext cx="1102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Combinations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827" y="11417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4256" y="1047978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k</a:t>
            </a:r>
            <a:r>
              <a:rPr sz="1100" spc="-40" dirty="0">
                <a:latin typeface="Georgia"/>
                <a:cs typeface="Georgia"/>
              </a:rPr>
              <a:t>(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06956" y="1258303"/>
            <a:ext cx="1618615" cy="0"/>
          </a:xfrm>
          <a:custGeom>
            <a:avLst/>
            <a:gdLst/>
            <a:ahLst/>
            <a:cxnLst/>
            <a:rect l="l" t="t" r="r" b="b"/>
            <a:pathLst>
              <a:path w="1618614">
                <a:moveTo>
                  <a:pt x="0" y="0"/>
                </a:moveTo>
                <a:lnTo>
                  <a:pt x="1618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08441" y="1236738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827" y="11417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4256" y="1047978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k</a:t>
            </a:r>
            <a:r>
              <a:rPr sz="1100" spc="-40" dirty="0">
                <a:latin typeface="Georgia"/>
                <a:cs typeface="Georgia"/>
              </a:rPr>
              <a:t>(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06956" y="1258303"/>
            <a:ext cx="1618615" cy="0"/>
          </a:xfrm>
          <a:custGeom>
            <a:avLst/>
            <a:gdLst/>
            <a:ahLst/>
            <a:cxnLst/>
            <a:rect l="l" t="t" r="r" b="b"/>
            <a:pathLst>
              <a:path w="1618614">
                <a:moveTo>
                  <a:pt x="0" y="0"/>
                </a:moveTo>
                <a:lnTo>
                  <a:pt x="1618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94256" y="1213838"/>
            <a:ext cx="2004060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27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827" y="151961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6956" y="1636229"/>
            <a:ext cx="1979295" cy="0"/>
          </a:xfrm>
          <a:custGeom>
            <a:avLst/>
            <a:gdLst/>
            <a:ahLst/>
            <a:cxnLst/>
            <a:rect l="l" t="t" r="r" b="b"/>
            <a:pathLst>
              <a:path w="1979295">
                <a:moveTo>
                  <a:pt x="0" y="0"/>
                </a:moveTo>
                <a:lnTo>
                  <a:pt x="19788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8565" y="1614652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827" y="11417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4256" y="1047978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k</a:t>
            </a:r>
            <a:r>
              <a:rPr sz="1100" spc="-40" dirty="0">
                <a:latin typeface="Georgia"/>
                <a:cs typeface="Georgia"/>
              </a:rPr>
              <a:t>(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06956" y="1258303"/>
            <a:ext cx="1618615" cy="0"/>
          </a:xfrm>
          <a:custGeom>
            <a:avLst/>
            <a:gdLst/>
            <a:ahLst/>
            <a:cxnLst/>
            <a:rect l="l" t="t" r="r" b="b"/>
            <a:pathLst>
              <a:path w="1618614">
                <a:moveTo>
                  <a:pt x="0" y="0"/>
                </a:moveTo>
                <a:lnTo>
                  <a:pt x="1618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94256" y="1213838"/>
            <a:ext cx="2004060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27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827" y="151961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6956" y="1636229"/>
            <a:ext cx="1979295" cy="0"/>
          </a:xfrm>
          <a:custGeom>
            <a:avLst/>
            <a:gdLst/>
            <a:ahLst/>
            <a:cxnLst/>
            <a:rect l="l" t="t" r="r" b="b"/>
            <a:pathLst>
              <a:path w="1979295">
                <a:moveTo>
                  <a:pt x="0" y="0"/>
                </a:moveTo>
                <a:lnTo>
                  <a:pt x="19788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8565" y="1614652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3763" y="1803806"/>
            <a:ext cx="5765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06956" y="2014143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2827" y="1897532"/>
            <a:ext cx="77724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827" y="11417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4256" y="1047978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k</a:t>
            </a:r>
            <a:r>
              <a:rPr sz="1100" spc="-40" dirty="0">
                <a:latin typeface="Georgia"/>
                <a:cs typeface="Georgia"/>
              </a:rPr>
              <a:t>(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06956" y="1258303"/>
            <a:ext cx="1618615" cy="0"/>
          </a:xfrm>
          <a:custGeom>
            <a:avLst/>
            <a:gdLst/>
            <a:ahLst/>
            <a:cxnLst/>
            <a:rect l="l" t="t" r="r" b="b"/>
            <a:pathLst>
              <a:path w="1618614">
                <a:moveTo>
                  <a:pt x="0" y="0"/>
                </a:moveTo>
                <a:lnTo>
                  <a:pt x="1618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94256" y="1213838"/>
            <a:ext cx="2004060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27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827" y="151961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6956" y="1636229"/>
            <a:ext cx="1979295" cy="0"/>
          </a:xfrm>
          <a:custGeom>
            <a:avLst/>
            <a:gdLst/>
            <a:ahLst/>
            <a:cxnLst/>
            <a:rect l="l" t="t" r="r" b="b"/>
            <a:pathLst>
              <a:path w="1979295">
                <a:moveTo>
                  <a:pt x="0" y="0"/>
                </a:moveTo>
                <a:lnTo>
                  <a:pt x="19788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8565" y="1614652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3763" y="1803806"/>
            <a:ext cx="5765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06956" y="2014143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2827" y="1897532"/>
            <a:ext cx="77724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520" y="2174024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06956" y="2384361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2827" y="2267750"/>
            <a:ext cx="77724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827" y="76377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6956" y="880389"/>
            <a:ext cx="904875" cy="0"/>
          </a:xfrm>
          <a:custGeom>
            <a:avLst/>
            <a:gdLst/>
            <a:ahLst/>
            <a:cxnLst/>
            <a:rect l="l" t="t" r="r" b="b"/>
            <a:pathLst>
              <a:path w="904875">
                <a:moveTo>
                  <a:pt x="0" y="0"/>
                </a:moveTo>
                <a:lnTo>
                  <a:pt x="9047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399" y="880389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856" y="647545"/>
            <a:ext cx="1783714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1165225" algn="l"/>
              </a:tabLst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988694" algn="l"/>
              </a:tabLst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195" baseline="37878" dirty="0">
                <a:latin typeface="Georgia"/>
                <a:cs typeface="Georgia"/>
              </a:rPr>
              <a:t>+</a:t>
            </a:r>
            <a:r>
              <a:rPr sz="1650" spc="157" baseline="37878" dirty="0">
                <a:latin typeface="Georgia"/>
                <a:cs typeface="Georgia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827" y="11417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4256" y="1047978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10" dirty="0">
                <a:latin typeface="Georgia"/>
                <a:cs typeface="Georgia"/>
              </a:rPr>
              <a:t>1)!(</a:t>
            </a:r>
            <a:r>
              <a:rPr sz="1100" b="0" i="1" spc="-10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k</a:t>
            </a:r>
            <a:r>
              <a:rPr sz="1100" spc="-40" dirty="0">
                <a:latin typeface="Georgia"/>
                <a:cs typeface="Georgia"/>
              </a:rPr>
              <a:t>(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06956" y="1258303"/>
            <a:ext cx="1618615" cy="0"/>
          </a:xfrm>
          <a:custGeom>
            <a:avLst/>
            <a:gdLst/>
            <a:ahLst/>
            <a:cxnLst/>
            <a:rect l="l" t="t" r="r" b="b"/>
            <a:pathLst>
              <a:path w="1618614">
                <a:moveTo>
                  <a:pt x="0" y="0"/>
                </a:moveTo>
                <a:lnTo>
                  <a:pt x="1618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94256" y="1213838"/>
            <a:ext cx="2004060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27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dirty="0">
                <a:latin typeface="Georgia"/>
                <a:cs typeface="Georgia"/>
              </a:rPr>
              <a:t>1)!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k</a:t>
            </a:r>
            <a:r>
              <a:rPr sz="1100" spc="-30" dirty="0">
                <a:latin typeface="Georgia"/>
                <a:cs typeface="Georgi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827" y="151961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6956" y="1636229"/>
            <a:ext cx="1979295" cy="0"/>
          </a:xfrm>
          <a:custGeom>
            <a:avLst/>
            <a:gdLst/>
            <a:ahLst/>
            <a:cxnLst/>
            <a:rect l="l" t="t" r="r" b="b"/>
            <a:pathLst>
              <a:path w="1979295">
                <a:moveTo>
                  <a:pt x="0" y="0"/>
                </a:moveTo>
                <a:lnTo>
                  <a:pt x="19788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88565" y="1614652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3763" y="1803806"/>
            <a:ext cx="5765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Georgia"/>
                <a:cs typeface="Georgia"/>
              </a:rPr>
              <a:t>1)!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06956" y="2014143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2827" y="1897532"/>
            <a:ext cx="77724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520" y="2174024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Georgia"/>
                <a:cs typeface="Georgia"/>
              </a:rPr>
              <a:t>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06956" y="2384361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2827" y="2267750"/>
            <a:ext cx="77724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73990">
              <a:lnSpc>
                <a:spcPts val="1035"/>
              </a:lnSpc>
            </a:pPr>
            <a:r>
              <a:rPr sz="1100" b="0" i="1" spc="-45" dirty="0">
                <a:latin typeface="Bookman Old Style"/>
                <a:cs typeface="Bookman Old Style"/>
              </a:rPr>
              <a:t>k</a:t>
            </a:r>
            <a:r>
              <a:rPr sz="1100" spc="-45" dirty="0">
                <a:latin typeface="Georgia"/>
                <a:cs typeface="Georgia"/>
              </a:rPr>
              <a:t>!(</a:t>
            </a:r>
            <a:r>
              <a:rPr sz="1100" b="0" i="1" spc="-45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Georgia"/>
                <a:cs typeface="Georgia"/>
              </a:rPr>
              <a:t>)!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2827" y="264892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1048" y="2555201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84388" y="2743962"/>
            <a:ext cx="97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95" dirty="0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9067" y="2453576"/>
            <a:ext cx="3130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0E498F-38CF-7463-B7D0-DEBC171CBDFA}"/>
              </a:ext>
            </a:extLst>
          </p:cNvPr>
          <p:cNvSpPr txBox="1"/>
          <p:nvPr/>
        </p:nvSpPr>
        <p:spPr>
          <a:xfrm>
            <a:off x="1274763" y="2524014"/>
            <a:ext cx="81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   )</a:t>
            </a: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188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5-card hands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715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160066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703986"/>
            <a:ext cx="4008006" cy="213058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deck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52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cards: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...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13 </a:t>
            </a:r>
            <a:r>
              <a:rPr sz="1100" dirty="0">
                <a:latin typeface="Georgia"/>
                <a:cs typeface="Georgia"/>
              </a:rPr>
              <a:t>distinct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each.</a:t>
            </a:r>
            <a:r>
              <a:rPr lang="en-US" sz="1100" spc="-10" dirty="0">
                <a:latin typeface="Georgia"/>
                <a:cs typeface="Georgia"/>
              </a:rPr>
              <a:t> How many 5-card hands have</a:t>
            </a:r>
            <a:endParaRPr sz="1100" dirty="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One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pair: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Georgia"/>
              <a:cs typeface="Georgia"/>
            </a:endParaRPr>
          </a:p>
          <a:p>
            <a:pPr marL="2024380">
              <a:lnSpc>
                <a:spcPct val="100000"/>
              </a:lnSpc>
            </a:pP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b,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d</a:t>
            </a:r>
            <a:endParaRPr sz="1100" dirty="0">
              <a:latin typeface="Bookman Old Style"/>
              <a:cs typeface="Bookman Old Style"/>
            </a:endParaRPr>
          </a:p>
          <a:p>
            <a:pPr marL="289560" marR="1350010">
              <a:lnSpc>
                <a:spcPct val="125299"/>
              </a:lnSpc>
              <a:spcBef>
                <a:spcPts val="350"/>
              </a:spcBef>
            </a:pPr>
            <a:r>
              <a:rPr sz="1100" spc="-20" dirty="0">
                <a:latin typeface="Georgia"/>
                <a:cs typeface="Georgia"/>
              </a:rPr>
              <a:t>where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b,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c,</a:t>
            </a:r>
            <a:r>
              <a:rPr sz="1100" b="0" i="1" spc="-150" dirty="0">
                <a:latin typeface="Bookman Old Style"/>
                <a:cs typeface="Bookman Old Style"/>
              </a:rPr>
              <a:t> d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lang="en-US"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distinct. 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kind: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Georgia"/>
              <a:cs typeface="Georgia"/>
            </a:endParaRPr>
          </a:p>
          <a:p>
            <a:pPr marL="2023745">
              <a:lnSpc>
                <a:spcPct val="100000"/>
              </a:lnSpc>
            </a:pP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a,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b,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188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5-card hands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703986"/>
            <a:ext cx="4008006" cy="72128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dirty="0">
                <a:latin typeface="Bookman Old Style"/>
                <a:cs typeface="Bookman Old Style"/>
              </a:rPr>
              <a:t>What is the probability that a randomly drawn 5-card hand is a full house?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lang="en-US" sz="1100" dirty="0">
              <a:latin typeface="Bookman Old Style"/>
              <a:cs typeface="Bookman Old Style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234396827"/>
      </p:ext>
    </p:extLst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188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5-card hands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703986"/>
            <a:ext cx="4008006" cy="128278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dirty="0">
                <a:latin typeface="Bookman Old Style"/>
                <a:cs typeface="Bookman Old Style"/>
              </a:rPr>
              <a:t>What is the probability that a randomly drawn 5-card hand is a full house?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lang="en-US" sz="1100" dirty="0">
              <a:latin typeface="Bookman Old Style"/>
              <a:cs typeface="Bookman Old Style"/>
            </a:endParaRPr>
          </a:p>
          <a:p>
            <a:pPr marL="241300" marR="5080" indent="-228600">
              <a:lnSpc>
                <a:spcPct val="102600"/>
              </a:lnSpc>
              <a:spcBef>
                <a:spcPts val="55"/>
              </a:spcBef>
              <a:buAutoNum type="arabicPeriod"/>
            </a:pPr>
            <a:r>
              <a:rPr lang="en-US" sz="1100" dirty="0">
                <a:latin typeface="Bookman Old Style"/>
                <a:cs typeface="Bookman Old Style"/>
              </a:rPr>
              <a:t>Randomly generate a 5-card deck</a:t>
            </a:r>
          </a:p>
          <a:p>
            <a:pPr marL="241300" marR="5080" indent="-228600">
              <a:lnSpc>
                <a:spcPct val="102600"/>
              </a:lnSpc>
              <a:spcBef>
                <a:spcPts val="55"/>
              </a:spcBef>
              <a:buAutoNum type="arabicPeriod"/>
            </a:pPr>
            <a:r>
              <a:rPr lang="en-US" sz="1100" dirty="0">
                <a:latin typeface="Bookman Old Style"/>
                <a:cs typeface="Bookman Old Style"/>
              </a:rPr>
              <a:t>Check if this is a full house</a:t>
            </a:r>
          </a:p>
          <a:p>
            <a:pPr marL="241300" marR="5080" indent="-228600">
              <a:lnSpc>
                <a:spcPct val="102600"/>
              </a:lnSpc>
              <a:spcBef>
                <a:spcPts val="55"/>
              </a:spcBef>
              <a:buAutoNum type="arabicPeriod"/>
            </a:pPr>
            <a:r>
              <a:rPr lang="en-US" sz="1100" dirty="0">
                <a:latin typeface="Bookman Old Style"/>
                <a:cs typeface="Bookman Old Style"/>
              </a:rPr>
              <a:t>#(full house)/#(total trials)</a:t>
            </a:r>
          </a:p>
          <a:p>
            <a:pPr marL="241300" marR="5080" indent="-228600">
              <a:lnSpc>
                <a:spcPct val="102600"/>
              </a:lnSpc>
              <a:spcBef>
                <a:spcPts val="55"/>
              </a:spcBef>
              <a:buAutoNum type="arabicPeriod"/>
            </a:pP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665852607"/>
      </p:ext>
    </p:extLst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30" y="62407"/>
            <a:ext cx="3188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5-card hands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2" name="Picture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7E010BD2-97E9-E4E8-F6BA-4FA2A2F3B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739775"/>
            <a:ext cx="4610100" cy="83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75916"/>
      </p:ext>
    </p:extLst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35"/>
              </a:spcBef>
            </a:pPr>
            <a:r>
              <a:rPr dirty="0"/>
              <a:t>Next</a:t>
            </a:r>
            <a:r>
              <a:rPr spc="310" dirty="0"/>
              <a:t> </a:t>
            </a:r>
            <a:r>
              <a:rPr spc="-10" dirty="0"/>
              <a:t>Class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28/29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16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7CF0C-581D-C6E7-50E0-A264D0E457AB}"/>
              </a:ext>
            </a:extLst>
          </p:cNvPr>
          <p:cNvSpPr txBox="1"/>
          <p:nvPr/>
        </p:nvSpPr>
        <p:spPr>
          <a:xfrm>
            <a:off x="476250" y="89217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Bernoulli and Binomial random variables</a:t>
            </a: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04.462"/>
  <p:tag name="ORIGINALWIDTH" val="2071.991"/>
  <p:tag name="LATEXADDIN" val="\documentclass{article}&#10;\usepackage{amsmath}&#10;\pagestyle{empty}&#10;\begin{document}&#10;&#10;$\frac{n!}{n_1! \times n_2! \times \dots n_r!} = \frac&#10;{n!}{\prod_{i=1}^r n_i!}$&#10;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2.9809"/>
  <p:tag name="ORIGINALWIDTH" val="2032.996"/>
  <p:tag name="LATEXADDIN" val="\documentclass{article}&#10;\usepackage{amsmath}&#10;\pagestyle{empty}&#10;\begin{document}&#10;&#10;$n = n_1+n_2+\dots +n_r$&#10;&#10;&#10;\end{document}"/>
  <p:tag name="IGUANATEXSIZE" val="12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04.462"/>
  <p:tag name="ORIGINALWIDTH" val="2071.991"/>
  <p:tag name="LATEXADDIN" val="\documentclass{article}&#10;\usepackage{amsmath}&#10;\pagestyle{empty}&#10;\begin{document}&#10;&#10;$\frac{n!}{n_1! \times n_2! \times \dots n_r!} = \frac&#10;{n!}{\prod_{i=1}^r n_i!}$&#10;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2.9809"/>
  <p:tag name="ORIGINALWIDTH" val="2032.996"/>
  <p:tag name="LATEXADDIN" val="\documentclass{article}&#10;\usepackage{amsmath}&#10;\pagestyle{empty}&#10;\begin{document}&#10;&#10;$n = n_1+n_2+\dots +n_r$&#10;&#10;&#10;\end{document}"/>
  <p:tag name="IGUANATEXSIZE" val="12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04.462"/>
  <p:tag name="ORIGINALWIDTH" val="2071.991"/>
  <p:tag name="LATEXADDIN" val="\documentclass{article}&#10;\usepackage{amsmath}&#10;\pagestyle{empty}&#10;\begin{document}&#10;&#10;$\frac{n!}{n_1! \times n_2! \times \dots n_r!} = \frac&#10;{n!}{\prod_{i=1}^r n_i!}$&#10;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2.9809"/>
  <p:tag name="ORIGINALWIDTH" val="2032.996"/>
  <p:tag name="LATEXADDIN" val="\documentclass{article}&#10;\usepackage{amsmath}&#10;\pagestyle{empty}&#10;\begin{document}&#10;&#10;$n = n_1+n_2+\dots +n_r$&#10;&#10;&#10;\end{document}"/>
  <p:tag name="IGUANATEXSIZE" val="12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8.7177"/>
  <p:tag name="ORIGINALWIDTH" val="908.1365"/>
  <p:tag name="LATEXADDIN" val="\documentclass{article}&#10;\usepackage{amsmath}&#10;\pagestyle{empty}&#10;\begin{document}&#10;&#10;$\frac{11!}{1!\times 2!\times 4!\times 4!}$&#10;&#10;&#10;\end{document}"/>
  <p:tag name="IGUANATEXSIZE" val="2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M2AVRSERJEAQ-585345103-43131</_dlc_DocId>
    <_dlc_DocIdUrl xmlns="c01506f5-305e-4c16-814a-34df78f45099">
      <Url>https://uab365.sharepoint.com/sites/provost/cas/departments/cis/_layouts/15/DocIdRedir.aspx?ID=M2AVRSERJEAQ-585345103-43131</Url>
      <Description>M2AVRSERJEAQ-585345103-43131</Description>
    </_dlc_DocIdUrl>
  </documentManagement>
</p:properties>
</file>

<file path=customXml/itemProps1.xml><?xml version="1.0" encoding="utf-8"?>
<ds:datastoreItem xmlns:ds="http://schemas.openxmlformats.org/officeDocument/2006/customXml" ds:itemID="{ABF09E6E-C687-4318-ADBC-3BDDB94624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F69833-4ECF-4C8E-BD2F-A48768AE7A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CB4D47-20F1-455D-8C1E-B8EE6D36F69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1E118463-81E4-4A0A-9B4C-8879CBC88DF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2122</TotalTime>
  <Words>4069</Words>
  <Application>Microsoft Office PowerPoint</Application>
  <PresentationFormat>Custom</PresentationFormat>
  <Paragraphs>699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Söhne</vt:lpstr>
      <vt:lpstr>Arial</vt:lpstr>
      <vt:lpstr>Bookman Old Style</vt:lpstr>
      <vt:lpstr>Calibri</vt:lpstr>
      <vt:lpstr>Cambria</vt:lpstr>
      <vt:lpstr>Cambria Math</vt:lpstr>
      <vt:lpstr>Century</vt:lpstr>
      <vt:lpstr>Georgia</vt:lpstr>
      <vt:lpstr>Lucida Sans Unicode</vt:lpstr>
      <vt:lpstr>Times New Roman</vt:lpstr>
      <vt:lpstr>Verdana</vt:lpstr>
      <vt:lpstr>Office Theme</vt:lpstr>
      <vt:lpstr>PowerPoint Presentation</vt:lpstr>
      <vt:lpstr>PowerPoint Presentation</vt:lpstr>
      <vt:lpstr>Copyright Statement</vt:lpstr>
      <vt:lpstr>Quick Announcement</vt:lpstr>
      <vt:lpstr>PowerPoint Presentation</vt:lpstr>
      <vt:lpstr>Counting - Sum Rule</vt:lpstr>
      <vt:lpstr>Counting - Sum Rule</vt:lpstr>
      <vt:lpstr>Counting - Inclusion-Exclusion Principle</vt:lpstr>
      <vt:lpstr>Counting - Inclusion-Exclusion Principle</vt:lpstr>
      <vt:lpstr>Counting - Product Rule</vt:lpstr>
      <vt:lpstr>Counting - Product Rule</vt:lpstr>
      <vt:lpstr>Counting - Product Rule</vt:lpstr>
      <vt:lpstr>The Pigeonhole Principle</vt:lpstr>
      <vt:lpstr>The Pigeonhole Principle</vt:lpstr>
      <vt:lpstr>How many ways can 4 bits be ordered that start or end with 1?</vt:lpstr>
      <vt:lpstr>How many ways can 4 bits be ordered that start or end with 1? A = start with 1 (8)</vt:lpstr>
      <vt:lpstr>PowerPoint Presentation</vt:lpstr>
      <vt:lpstr>Example</vt:lpstr>
      <vt:lpstr>Example</vt:lpstr>
      <vt:lpstr>There are 6 students. How many ways can they stand in a line?</vt:lpstr>
      <vt:lpstr>Permutations</vt:lpstr>
      <vt:lpstr>PowerPoint Presentation</vt:lpstr>
      <vt:lpstr>PowerPoint Presentation</vt:lpstr>
      <vt:lpstr>There are 5 students left. Any one of them can be second.</vt:lpstr>
      <vt:lpstr>There are 5 students left. Any one of them can be second.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Permutations</vt:lpstr>
      <vt:lpstr>Permutations</vt:lpstr>
      <vt:lpstr>Permutations</vt:lpstr>
      <vt:lpstr>Permutations</vt:lpstr>
      <vt:lpstr>Permutations</vt:lpstr>
      <vt:lpstr>PowerPoint Presentation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</vt:lpstr>
      <vt:lpstr>Permutations with Indistinct Objects</vt:lpstr>
      <vt:lpstr>Permutations with Indistinct Objects (Optional)</vt:lpstr>
      <vt:lpstr>Permutations with Indistinct Objects**</vt:lpstr>
      <vt:lpstr>I have n objects, I want to pick m of them, and it doesn’t matter what order.</vt:lpstr>
      <vt:lpstr>Combinations</vt:lpstr>
      <vt:lpstr>Combinations</vt:lpstr>
      <vt:lpstr>PowerPoint Presentation</vt:lpstr>
      <vt:lpstr>Combinations</vt:lpstr>
      <vt:lpstr>PowerPoint Presentation</vt:lpstr>
      <vt:lpstr>Combinations - Proof of Theorem</vt:lpstr>
      <vt:lpstr>Combinations</vt:lpstr>
      <vt:lpstr>Combinations</vt:lpstr>
      <vt:lpstr>PowerPoint Presentation</vt:lpstr>
      <vt:lpstr>PowerPoint Presentation</vt:lpstr>
      <vt:lpstr>Combinations</vt:lpstr>
      <vt:lpstr>Combinations</vt:lpstr>
      <vt:lpstr>Combinations</vt:lpstr>
      <vt:lpstr>Combinations</vt:lpstr>
      <vt:lpstr>5-card hands</vt:lpstr>
      <vt:lpstr>5-card hands</vt:lpstr>
      <vt:lpstr>5-card hands</vt:lpstr>
      <vt:lpstr>5-card hands</vt:lpstr>
      <vt:lpstr>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9</cp:revision>
  <dcterms:created xsi:type="dcterms:W3CDTF">2023-01-30T17:01:36Z</dcterms:created>
  <dcterms:modified xsi:type="dcterms:W3CDTF">2025-02-05T18:45:59Z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2023-01-30T00:00:00Z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d81bed0d-bc02-4dd7-8e11-84d8ff5b346d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2025-02-05T15:59:05Z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e2d8d3b2-cccd-47d3-9778-9b495e0c59be</vt:lpwstr>
  </property>
  <property fmtid="{D5CDD505-2E9C-101B-9397-08002B2CF9AE}" pid="15" name="MSIP_Label_ae7542bc-63e5-412b-b0a0-d9586028a7d0_ContentBits">
    <vt:lpwstr>0</vt:lpwstr>
  </property>
</Properties>
</file>