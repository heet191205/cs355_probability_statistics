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321" r:id="rId11"/>
    <p:sldId id="320" r:id="rId12"/>
    <p:sldId id="263" r:id="rId13"/>
    <p:sldId id="27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323" r:id="rId22"/>
    <p:sldId id="277" r:id="rId23"/>
    <p:sldId id="278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CB92C-A48D-4623-A207-34C4C0C7BE95}" v="263" dt="2023-02-07T15:12:30.46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microsoft.com/office/2015/10/relationships/revisionInfo" Target="revisionInfo.xml"/><Relationship Id="rId5" Type="http://schemas.openxmlformats.org/officeDocument/2006/relationships/slideMaster" Target="slideMasters/slideMaster1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2AACB92C-A48D-4623-A207-34C4C0C7BE95}"/>
    <pc:docChg chg="undo custSel addSld delSld modSld">
      <pc:chgData name="Geng, Baocheng" userId="b4253f3e-c40b-4a70-8207-93818653a34c" providerId="ADAL" clId="{2AACB92C-A48D-4623-A207-34C4C0C7BE95}" dt="2023-02-07T15:17:19.379" v="761" actId="478"/>
      <pc:docMkLst>
        <pc:docMk/>
      </pc:docMkLst>
      <pc:sldChg chg="delSp modSp mod">
        <pc:chgData name="Geng, Baocheng" userId="b4253f3e-c40b-4a70-8207-93818653a34c" providerId="ADAL" clId="{2AACB92C-A48D-4623-A207-34C4C0C7BE95}" dt="2023-02-06T17:28:14.367" v="630" actId="20577"/>
        <pc:sldMkLst>
          <pc:docMk/>
          <pc:sldMk cId="0" sldId="256"/>
        </pc:sldMkLst>
        <pc:spChg chg="mod">
          <ac:chgData name="Geng, Baocheng" userId="b4253f3e-c40b-4a70-8207-93818653a34c" providerId="ADAL" clId="{2AACB92C-A48D-4623-A207-34C4C0C7BE95}" dt="2023-02-06T17:28:14.367" v="63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Geng, Baocheng" userId="b4253f3e-c40b-4a70-8207-93818653a34c" providerId="ADAL" clId="{2AACB92C-A48D-4623-A207-34C4C0C7BE95}" dt="2023-02-06T16:21:09.088" v="3" actId="1076"/>
          <ac:spMkLst>
            <pc:docMk/>
            <pc:sldMk cId="0" sldId="256"/>
            <ac:spMk id="13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21:06.469" v="2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1:36.367" v="44" actId="478"/>
        <pc:sldMkLst>
          <pc:docMk/>
          <pc:sldMk cId="0" sldId="257"/>
        </pc:sldMkLst>
        <pc:grpChg chg="del">
          <ac:chgData name="Geng, Baocheng" userId="b4253f3e-c40b-4a70-8207-93818653a34c" providerId="ADAL" clId="{2AACB92C-A48D-4623-A207-34C4C0C7BE95}" dt="2023-02-06T16:21:36.367" v="44" actId="478"/>
          <ac:grpSpMkLst>
            <pc:docMk/>
            <pc:sldMk cId="0" sldId="257"/>
            <ac:grpSpMk id="26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1:01.752" v="1" actId="478"/>
        <pc:sldMkLst>
          <pc:docMk/>
          <pc:sldMk cId="0" sldId="258"/>
        </pc:sldMkLst>
        <pc:grpChg chg="del">
          <ac:chgData name="Geng, Baocheng" userId="b4253f3e-c40b-4a70-8207-93818653a34c" providerId="ADAL" clId="{2AACB92C-A48D-4623-A207-34C4C0C7BE95}" dt="2023-02-06T16:20:59.211" v="0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21:01.752" v="1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6:21:47.739" v="47" actId="478"/>
        <pc:sldMkLst>
          <pc:docMk/>
          <pc:sldMk cId="0" sldId="259"/>
        </pc:sldMkLst>
        <pc:grpChg chg="del mod">
          <ac:chgData name="Geng, Baocheng" userId="b4253f3e-c40b-4a70-8207-93818653a34c" providerId="ADAL" clId="{2AACB92C-A48D-4623-A207-34C4C0C7BE95}" dt="2023-02-06T16:21:47.739" v="47" actId="478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21:44.232" v="45" actId="478"/>
          <ac:grpSpMkLst>
            <pc:docMk/>
            <pc:sldMk cId="0" sldId="259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6:22:08.402" v="50" actId="478"/>
        <pc:sldMkLst>
          <pc:docMk/>
          <pc:sldMk cId="0" sldId="260"/>
        </pc:sldMkLst>
        <pc:spChg chg="mod">
          <ac:chgData name="Geng, Baocheng" userId="b4253f3e-c40b-4a70-8207-93818653a34c" providerId="ADAL" clId="{2AACB92C-A48D-4623-A207-34C4C0C7BE95}" dt="2023-02-06T16:21:58.486" v="49" actId="1076"/>
          <ac:spMkLst>
            <pc:docMk/>
            <pc:sldMk cId="0" sldId="260"/>
            <ac:spMk id="15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22:08.402" v="50" actId="478"/>
          <ac:grpSpMkLst>
            <pc:docMk/>
            <pc:sldMk cId="0" sldId="26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21:55.504" v="48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2AACB92C-A48D-4623-A207-34C4C0C7BE95}" dt="2023-02-06T16:23:11.450" v="54" actId="47"/>
        <pc:sldMkLst>
          <pc:docMk/>
          <pc:sldMk cId="0" sldId="261"/>
        </pc:sldMkLst>
        <pc:spChg chg="mod">
          <ac:chgData name="Geng, Baocheng" userId="b4253f3e-c40b-4a70-8207-93818653a34c" providerId="ADAL" clId="{2AACB92C-A48D-4623-A207-34C4C0C7BE95}" dt="2023-02-06T16:22:25.306" v="53" actId="1076"/>
          <ac:spMkLst>
            <pc:docMk/>
            <pc:sldMk cId="0" sldId="261"/>
            <ac:spMk id="15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22:12.246" v="51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22:22.180" v="52" actId="478"/>
          <ac:grpSpMkLst>
            <pc:docMk/>
            <pc:sldMk cId="0" sldId="261"/>
            <ac:grpSpMk id="10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2AACB92C-A48D-4623-A207-34C4C0C7BE95}" dt="2023-02-06T16:26:39.181" v="69" actId="47"/>
        <pc:sldMkLst>
          <pc:docMk/>
          <pc:sldMk cId="0" sldId="262"/>
        </pc:sldMkLst>
        <pc:spChg chg="add mod">
          <ac:chgData name="Geng, Baocheng" userId="b4253f3e-c40b-4a70-8207-93818653a34c" providerId="ADAL" clId="{2AACB92C-A48D-4623-A207-34C4C0C7BE95}" dt="2023-02-06T16:25:08.243" v="63" actId="1076"/>
          <ac:spMkLst>
            <pc:docMk/>
            <pc:sldMk cId="0" sldId="262"/>
            <ac:spMk id="16" creationId="{6E8505BD-2048-FE5D-7E13-592258D1AFFD}"/>
          </ac:spMkLst>
        </pc:spChg>
        <pc:grpChg chg="del">
          <ac:chgData name="Geng, Baocheng" userId="b4253f3e-c40b-4a70-8207-93818653a34c" providerId="ADAL" clId="{2AACB92C-A48D-4623-A207-34C4C0C7BE95}" dt="2023-02-06T16:23:15.982" v="55" actId="478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23:17.453" v="56" actId="478"/>
          <ac:grpSpMkLst>
            <pc:docMk/>
            <pc:sldMk cId="0" sldId="262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4:04.574" v="58" actId="478"/>
        <pc:sldMkLst>
          <pc:docMk/>
          <pc:sldMk cId="0" sldId="263"/>
        </pc:sldMkLst>
        <pc:grpChg chg="del">
          <ac:chgData name="Geng, Baocheng" userId="b4253f3e-c40b-4a70-8207-93818653a34c" providerId="ADAL" clId="{2AACB92C-A48D-4623-A207-34C4C0C7BE95}" dt="2023-02-06T16:23:49.075" v="57" actId="478"/>
          <ac:grpSpMkLst>
            <pc:docMk/>
            <pc:sldMk cId="0" sldId="263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24:04.574" v="58" actId="478"/>
          <ac:grpSpMkLst>
            <pc:docMk/>
            <pc:sldMk cId="0" sldId="263"/>
            <ac:grpSpMk id="10" creationId="{00000000-0000-0000-0000-000000000000}"/>
          </ac:grpSpMkLst>
        </pc:grpChg>
      </pc:sldChg>
      <pc:sldChg chg="delSp del mod">
        <pc:chgData name="Geng, Baocheng" userId="b4253f3e-c40b-4a70-8207-93818653a34c" providerId="ADAL" clId="{2AACB92C-A48D-4623-A207-34C4C0C7BE95}" dt="2023-02-06T16:26:43.868" v="70" actId="47"/>
        <pc:sldMkLst>
          <pc:docMk/>
          <pc:sldMk cId="0" sldId="264"/>
        </pc:sldMkLst>
        <pc:grpChg chg="del">
          <ac:chgData name="Geng, Baocheng" userId="b4253f3e-c40b-4a70-8207-93818653a34c" providerId="ADAL" clId="{2AACB92C-A48D-4623-A207-34C4C0C7BE95}" dt="2023-02-06T16:24:09.615" v="59" actId="478"/>
          <ac:grpSpMkLst>
            <pc:docMk/>
            <pc:sldMk cId="0" sldId="26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4:25.422" v="60" actId="478"/>
        <pc:sldMkLst>
          <pc:docMk/>
          <pc:sldMk cId="0" sldId="265"/>
        </pc:sldMkLst>
        <pc:grpChg chg="del">
          <ac:chgData name="Geng, Baocheng" userId="b4253f3e-c40b-4a70-8207-93818653a34c" providerId="ADAL" clId="{2AACB92C-A48D-4623-A207-34C4C0C7BE95}" dt="2023-02-06T16:24:25.422" v="60" actId="478"/>
          <ac:grpSpMkLst>
            <pc:docMk/>
            <pc:sldMk cId="0" sldId="265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4:40.124" v="61" actId="478"/>
        <pc:sldMkLst>
          <pc:docMk/>
          <pc:sldMk cId="0" sldId="266"/>
        </pc:sldMkLst>
        <pc:grpChg chg="del">
          <ac:chgData name="Geng, Baocheng" userId="b4253f3e-c40b-4a70-8207-93818653a34c" providerId="ADAL" clId="{2AACB92C-A48D-4623-A207-34C4C0C7BE95}" dt="2023-02-06T16:24:40.124" v="61" actId="478"/>
          <ac:grpSpMkLst>
            <pc:docMk/>
            <pc:sldMk cId="0" sldId="266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6:49.687" v="71" actId="478"/>
        <pc:sldMkLst>
          <pc:docMk/>
          <pc:sldMk cId="0" sldId="267"/>
        </pc:sldMkLst>
        <pc:grpChg chg="del">
          <ac:chgData name="Geng, Baocheng" userId="b4253f3e-c40b-4a70-8207-93818653a34c" providerId="ADAL" clId="{2AACB92C-A48D-4623-A207-34C4C0C7BE95}" dt="2023-02-06T16:26:49.687" v="71" actId="478"/>
          <ac:grpSpMkLst>
            <pc:docMk/>
            <pc:sldMk cId="0" sldId="267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6:53.159" v="72" actId="478"/>
        <pc:sldMkLst>
          <pc:docMk/>
          <pc:sldMk cId="0" sldId="268"/>
        </pc:sldMkLst>
        <pc:grpChg chg="del">
          <ac:chgData name="Geng, Baocheng" userId="b4253f3e-c40b-4a70-8207-93818653a34c" providerId="ADAL" clId="{2AACB92C-A48D-4623-A207-34C4C0C7BE95}" dt="2023-02-06T16:26:53.159" v="72" actId="478"/>
          <ac:grpSpMkLst>
            <pc:docMk/>
            <pc:sldMk cId="0" sldId="268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7:02.142" v="73" actId="478"/>
        <pc:sldMkLst>
          <pc:docMk/>
          <pc:sldMk cId="0" sldId="269"/>
        </pc:sldMkLst>
        <pc:grpChg chg="del">
          <ac:chgData name="Geng, Baocheng" userId="b4253f3e-c40b-4a70-8207-93818653a34c" providerId="ADAL" clId="{2AACB92C-A48D-4623-A207-34C4C0C7BE95}" dt="2023-02-06T16:27:02.142" v="73" actId="478"/>
          <ac:grpSpMkLst>
            <pc:docMk/>
            <pc:sldMk cId="0" sldId="269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7:07.041" v="74" actId="478"/>
        <pc:sldMkLst>
          <pc:docMk/>
          <pc:sldMk cId="0" sldId="270"/>
        </pc:sldMkLst>
        <pc:grpChg chg="del">
          <ac:chgData name="Geng, Baocheng" userId="b4253f3e-c40b-4a70-8207-93818653a34c" providerId="ADAL" clId="{2AACB92C-A48D-4623-A207-34C4C0C7BE95}" dt="2023-02-06T16:27:07.041" v="74" actId="478"/>
          <ac:grpSpMkLst>
            <pc:docMk/>
            <pc:sldMk cId="0" sldId="270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7T14:52:54.540" v="632" actId="20577"/>
        <pc:sldMkLst>
          <pc:docMk/>
          <pc:sldMk cId="0" sldId="271"/>
        </pc:sldMkLst>
        <pc:spChg chg="mod">
          <ac:chgData name="Geng, Baocheng" userId="b4253f3e-c40b-4a70-8207-93818653a34c" providerId="ADAL" clId="{2AACB92C-A48D-4623-A207-34C4C0C7BE95}" dt="2023-02-07T14:52:54.540" v="632" actId="20577"/>
          <ac:spMkLst>
            <pc:docMk/>
            <pc:sldMk cId="0" sldId="271"/>
            <ac:spMk id="3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27:09.444" v="75" actId="478"/>
          <ac:grpSpMkLst>
            <pc:docMk/>
            <pc:sldMk cId="0" sldId="27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27:12.560" v="76" actId="478"/>
        <pc:sldMkLst>
          <pc:docMk/>
          <pc:sldMk cId="0" sldId="272"/>
        </pc:sldMkLst>
        <pc:grpChg chg="del">
          <ac:chgData name="Geng, Baocheng" userId="b4253f3e-c40b-4a70-8207-93818653a34c" providerId="ADAL" clId="{2AACB92C-A48D-4623-A207-34C4C0C7BE95}" dt="2023-02-06T16:27:12.560" v="76" actId="478"/>
          <ac:grpSpMkLst>
            <pc:docMk/>
            <pc:sldMk cId="0" sldId="272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2AACB92C-A48D-4623-A207-34C4C0C7BE95}" dt="2023-02-06T16:27:42.881" v="77" actId="2696"/>
        <pc:sldMkLst>
          <pc:docMk/>
          <pc:sldMk cId="0" sldId="273"/>
        </pc:sldMkLst>
      </pc:sldChg>
      <pc:sldChg chg="add del">
        <pc:chgData name="Geng, Baocheng" userId="b4253f3e-c40b-4a70-8207-93818653a34c" providerId="ADAL" clId="{2AACB92C-A48D-4623-A207-34C4C0C7BE95}" dt="2023-02-06T16:44:40.871" v="80" actId="47"/>
        <pc:sldMkLst>
          <pc:docMk/>
          <pc:sldMk cId="0" sldId="274"/>
        </pc:sldMkLst>
      </pc:sldChg>
      <pc:sldChg chg="del">
        <pc:chgData name="Geng, Baocheng" userId="b4253f3e-c40b-4a70-8207-93818653a34c" providerId="ADAL" clId="{2AACB92C-A48D-4623-A207-34C4C0C7BE95}" dt="2023-02-06T16:48:01.582" v="81" actId="47"/>
        <pc:sldMkLst>
          <pc:docMk/>
          <pc:sldMk cId="0" sldId="275"/>
        </pc:sldMkLst>
      </pc:sldChg>
      <pc:sldChg chg="del">
        <pc:chgData name="Geng, Baocheng" userId="b4253f3e-c40b-4a70-8207-93818653a34c" providerId="ADAL" clId="{2AACB92C-A48D-4623-A207-34C4C0C7BE95}" dt="2023-02-06T16:48:12.096" v="82" actId="47"/>
        <pc:sldMkLst>
          <pc:docMk/>
          <pc:sldMk cId="0" sldId="276"/>
        </pc:sldMkLst>
      </pc:sldChg>
      <pc:sldChg chg="delSp mod">
        <pc:chgData name="Geng, Baocheng" userId="b4253f3e-c40b-4a70-8207-93818653a34c" providerId="ADAL" clId="{2AACB92C-A48D-4623-A207-34C4C0C7BE95}" dt="2023-02-07T14:53:35.448" v="633" actId="478"/>
        <pc:sldMkLst>
          <pc:docMk/>
          <pc:sldMk cId="0" sldId="277"/>
        </pc:sldMkLst>
        <pc:grpChg chg="del">
          <ac:chgData name="Geng, Baocheng" userId="b4253f3e-c40b-4a70-8207-93818653a34c" providerId="ADAL" clId="{2AACB92C-A48D-4623-A207-34C4C0C7BE95}" dt="2023-02-07T14:53:35.448" v="633" actId="478"/>
          <ac:grpSpMkLst>
            <pc:docMk/>
            <pc:sldMk cId="0" sldId="277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7T14:55:54.757" v="661" actId="962"/>
        <pc:sldMkLst>
          <pc:docMk/>
          <pc:sldMk cId="0" sldId="278"/>
        </pc:sldMkLst>
        <pc:spChg chg="del mod">
          <ac:chgData name="Geng, Baocheng" userId="b4253f3e-c40b-4a70-8207-93818653a34c" providerId="ADAL" clId="{2AACB92C-A48D-4623-A207-34C4C0C7BE95}" dt="2023-02-06T16:50:35.267" v="118" actId="478"/>
          <ac:spMkLst>
            <pc:docMk/>
            <pc:sldMk cId="0" sldId="278"/>
            <ac:spMk id="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0:37.873" v="120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0:45.025" v="121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0:36.400" v="119" actId="478"/>
          <ac:spMkLst>
            <pc:docMk/>
            <pc:sldMk cId="0" sldId="278"/>
            <ac:spMk id="7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51:49.068" v="149" actId="478"/>
          <ac:grpSpMkLst>
            <pc:docMk/>
            <pc:sldMk cId="0" sldId="278"/>
            <ac:grpSpMk id="8" creationId="{00000000-0000-0000-0000-000000000000}"/>
          </ac:grpSpMkLst>
        </pc:grpChg>
        <pc:picChg chg="mod ord replST">
          <ac:chgData name="Geng, Baocheng" userId="b4253f3e-c40b-4a70-8207-93818653a34c" providerId="ADAL" clId="{2AACB92C-A48D-4623-A207-34C4C0C7BE95}" dt="2023-02-07T14:55:54.757" v="661" actId="962"/>
          <ac:picMkLst>
            <pc:docMk/>
            <pc:sldMk cId="0" sldId="278"/>
            <ac:picMk id="5" creationId="{33494360-CD35-AAE6-1D2F-57CD5DC79678}"/>
          </ac:picMkLst>
        </pc:picChg>
        <pc:picChg chg="mod replST">
          <ac:chgData name="Geng, Baocheng" userId="b4253f3e-c40b-4a70-8207-93818653a34c" providerId="ADAL" clId="{2AACB92C-A48D-4623-A207-34C4C0C7BE95}" dt="2023-02-06T16:51:30.366" v="145" actId="1076"/>
          <ac:picMkLst>
            <pc:docMk/>
            <pc:sldMk cId="0" sldId="278"/>
            <ac:picMk id="15" creationId="{FF54DF00-6155-A915-C302-A3A8162CEAB1}"/>
          </ac:picMkLst>
        </pc:picChg>
        <pc:picChg chg="del mod replST">
          <ac:chgData name="Geng, Baocheng" userId="b4253f3e-c40b-4a70-8207-93818653a34c" providerId="ADAL" clId="{2AACB92C-A48D-4623-A207-34C4C0C7BE95}" dt="2023-02-07T14:55:54.756" v="659" actId="478"/>
          <ac:picMkLst>
            <pc:docMk/>
            <pc:sldMk cId="0" sldId="278"/>
            <ac:picMk id="17" creationId="{C6B4DD4A-971C-FF31-543E-68E60D3793EA}"/>
          </ac:picMkLst>
        </pc:picChg>
      </pc:sldChg>
      <pc:sldChg chg="delSp modSp del mod">
        <pc:chgData name="Geng, Baocheng" userId="b4253f3e-c40b-4a70-8207-93818653a34c" providerId="ADAL" clId="{2AACB92C-A48D-4623-A207-34C4C0C7BE95}" dt="2023-02-06T16:52:42.724" v="163" actId="47"/>
        <pc:sldMkLst>
          <pc:docMk/>
          <pc:sldMk cId="0" sldId="279"/>
        </pc:sldMkLst>
        <pc:spChg chg="del">
          <ac:chgData name="Geng, Baocheng" userId="b4253f3e-c40b-4a70-8207-93818653a34c" providerId="ADAL" clId="{2AACB92C-A48D-4623-A207-34C4C0C7BE95}" dt="2023-02-06T16:52:01.226" v="152" actId="478"/>
          <ac:spMkLst>
            <pc:docMk/>
            <pc:sldMk cId="0" sldId="279"/>
            <ac:spMk id="4" creationId="{00000000-0000-0000-0000-000000000000}"/>
          </ac:spMkLst>
        </pc:spChg>
        <pc:spChg chg="mod">
          <ac:chgData name="Geng, Baocheng" userId="b4253f3e-c40b-4a70-8207-93818653a34c" providerId="ADAL" clId="{2AACB92C-A48D-4623-A207-34C4C0C7BE95}" dt="2023-02-06T16:51:55.659" v="151" actId="20577"/>
          <ac:spMkLst>
            <pc:docMk/>
            <pc:sldMk cId="0" sldId="279"/>
            <ac:spMk id="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2:01.226" v="152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1:53.349" v="150" actId="478"/>
          <ac:spMkLst>
            <pc:docMk/>
            <pc:sldMk cId="0" sldId="279"/>
            <ac:spMk id="7" creationId="{00000000-0000-0000-0000-000000000000}"/>
          </ac:spMkLst>
        </pc:spChg>
      </pc:sldChg>
      <pc:sldChg chg="delSp mod">
        <pc:chgData name="Geng, Baocheng" userId="b4253f3e-c40b-4a70-8207-93818653a34c" providerId="ADAL" clId="{2AACB92C-A48D-4623-A207-34C4C0C7BE95}" dt="2023-02-06T16:53:02.909" v="164" actId="478"/>
        <pc:sldMkLst>
          <pc:docMk/>
          <pc:sldMk cId="0" sldId="280"/>
        </pc:sldMkLst>
        <pc:grpChg chg="del">
          <ac:chgData name="Geng, Baocheng" userId="b4253f3e-c40b-4a70-8207-93818653a34c" providerId="ADAL" clId="{2AACB92C-A48D-4623-A207-34C4C0C7BE95}" dt="2023-02-06T16:53:02.909" v="164" actId="478"/>
          <ac:grpSpMkLst>
            <pc:docMk/>
            <pc:sldMk cId="0" sldId="28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53:06.448" v="165" actId="478"/>
        <pc:sldMkLst>
          <pc:docMk/>
          <pc:sldMk cId="0" sldId="281"/>
        </pc:sldMkLst>
        <pc:grpChg chg="del">
          <ac:chgData name="Geng, Baocheng" userId="b4253f3e-c40b-4a70-8207-93818653a34c" providerId="ADAL" clId="{2AACB92C-A48D-4623-A207-34C4C0C7BE95}" dt="2023-02-06T16:53:06.448" v="165" actId="478"/>
          <ac:grpSpMkLst>
            <pc:docMk/>
            <pc:sldMk cId="0" sldId="281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2AACB92C-A48D-4623-A207-34C4C0C7BE95}" dt="2023-02-06T16:53:13.791" v="166" actId="47"/>
        <pc:sldMkLst>
          <pc:docMk/>
          <pc:sldMk cId="0" sldId="282"/>
        </pc:sldMkLst>
      </pc:sldChg>
      <pc:sldChg chg="delSp mod">
        <pc:chgData name="Geng, Baocheng" userId="b4253f3e-c40b-4a70-8207-93818653a34c" providerId="ADAL" clId="{2AACB92C-A48D-4623-A207-34C4C0C7BE95}" dt="2023-02-06T16:53:17.232" v="167" actId="478"/>
        <pc:sldMkLst>
          <pc:docMk/>
          <pc:sldMk cId="0" sldId="283"/>
        </pc:sldMkLst>
        <pc:grpChg chg="del">
          <ac:chgData name="Geng, Baocheng" userId="b4253f3e-c40b-4a70-8207-93818653a34c" providerId="ADAL" clId="{2AACB92C-A48D-4623-A207-34C4C0C7BE95}" dt="2023-02-06T16:53:17.232" v="167" actId="478"/>
          <ac:grpSpMkLst>
            <pc:docMk/>
            <pc:sldMk cId="0" sldId="28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53:20.571" v="168" actId="478"/>
        <pc:sldMkLst>
          <pc:docMk/>
          <pc:sldMk cId="0" sldId="284"/>
        </pc:sldMkLst>
        <pc:grpChg chg="del">
          <ac:chgData name="Geng, Baocheng" userId="b4253f3e-c40b-4a70-8207-93818653a34c" providerId="ADAL" clId="{2AACB92C-A48D-4623-A207-34C4C0C7BE95}" dt="2023-02-06T16:53:20.571" v="168" actId="478"/>
          <ac:grpSpMkLst>
            <pc:docMk/>
            <pc:sldMk cId="0" sldId="28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53:23.994" v="169" actId="478"/>
        <pc:sldMkLst>
          <pc:docMk/>
          <pc:sldMk cId="0" sldId="285"/>
        </pc:sldMkLst>
        <pc:grpChg chg="del">
          <ac:chgData name="Geng, Baocheng" userId="b4253f3e-c40b-4a70-8207-93818653a34c" providerId="ADAL" clId="{2AACB92C-A48D-4623-A207-34C4C0C7BE95}" dt="2023-02-06T16:53:23.994" v="169" actId="478"/>
          <ac:grpSpMkLst>
            <pc:docMk/>
            <pc:sldMk cId="0" sldId="285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6:54:04.523" v="174" actId="20577"/>
        <pc:sldMkLst>
          <pc:docMk/>
          <pc:sldMk cId="0" sldId="286"/>
        </pc:sldMkLst>
        <pc:spChg chg="mod">
          <ac:chgData name="Geng, Baocheng" userId="b4253f3e-c40b-4a70-8207-93818653a34c" providerId="ADAL" clId="{2AACB92C-A48D-4623-A207-34C4C0C7BE95}" dt="2023-02-06T16:54:04.523" v="174" actId="20577"/>
          <ac:spMkLst>
            <pc:docMk/>
            <pc:sldMk cId="0" sldId="286"/>
            <ac:spMk id="4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53:41.292" v="170" actId="478"/>
          <ac:grpSpMkLst>
            <pc:docMk/>
            <pc:sldMk cId="0" sldId="286"/>
            <ac:grpSpMk id="5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7T15:05:41.003" v="691" actId="1076"/>
        <pc:sldMkLst>
          <pc:docMk/>
          <pc:sldMk cId="0" sldId="287"/>
        </pc:sldMkLst>
        <pc:grpChg chg="del">
          <ac:chgData name="Geng, Baocheng" userId="b4253f3e-c40b-4a70-8207-93818653a34c" providerId="ADAL" clId="{2AACB92C-A48D-4623-A207-34C4C0C7BE95}" dt="2023-02-06T16:54:27.853" v="175" actId="478"/>
          <ac:grpSpMkLst>
            <pc:docMk/>
            <pc:sldMk cId="0" sldId="287"/>
            <ac:grpSpMk id="6" creationId="{00000000-0000-0000-0000-000000000000}"/>
          </ac:grpSpMkLst>
        </pc:grpChg>
        <pc:graphicFrameChg chg="mod">
          <ac:chgData name="Geng, Baocheng" userId="b4253f3e-c40b-4a70-8207-93818653a34c" providerId="ADAL" clId="{2AACB92C-A48D-4623-A207-34C4C0C7BE95}" dt="2023-02-07T15:05:41.003" v="691" actId="1076"/>
          <ac:graphicFrameMkLst>
            <pc:docMk/>
            <pc:sldMk cId="0" sldId="287"/>
            <ac:graphicFrameMk id="5" creationId="{00000000-0000-0000-0000-000000000000}"/>
          </ac:graphicFrameMkLst>
        </pc:graphicFrameChg>
      </pc:sldChg>
      <pc:sldChg chg="delSp mod">
        <pc:chgData name="Geng, Baocheng" userId="b4253f3e-c40b-4a70-8207-93818653a34c" providerId="ADAL" clId="{2AACB92C-A48D-4623-A207-34C4C0C7BE95}" dt="2023-02-06T16:54:42.545" v="176" actId="478"/>
        <pc:sldMkLst>
          <pc:docMk/>
          <pc:sldMk cId="0" sldId="288"/>
        </pc:sldMkLst>
        <pc:grpChg chg="del">
          <ac:chgData name="Geng, Baocheng" userId="b4253f3e-c40b-4a70-8207-93818653a34c" providerId="ADAL" clId="{2AACB92C-A48D-4623-A207-34C4C0C7BE95}" dt="2023-02-06T16:54:42.545" v="176" actId="478"/>
          <ac:grpSpMkLst>
            <pc:docMk/>
            <pc:sldMk cId="0" sldId="288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54:46.447" v="177" actId="478"/>
        <pc:sldMkLst>
          <pc:docMk/>
          <pc:sldMk cId="0" sldId="289"/>
        </pc:sldMkLst>
        <pc:grpChg chg="del">
          <ac:chgData name="Geng, Baocheng" userId="b4253f3e-c40b-4a70-8207-93818653a34c" providerId="ADAL" clId="{2AACB92C-A48D-4623-A207-34C4C0C7BE95}" dt="2023-02-06T16:54:46.447" v="177" actId="478"/>
          <ac:grpSpMkLst>
            <pc:docMk/>
            <pc:sldMk cId="0" sldId="289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6:54:59.389" v="181" actId="478"/>
        <pc:sldMkLst>
          <pc:docMk/>
          <pc:sldMk cId="0" sldId="290"/>
        </pc:sldMkLst>
        <pc:grpChg chg="del">
          <ac:chgData name="Geng, Baocheng" userId="b4253f3e-c40b-4a70-8207-93818653a34c" providerId="ADAL" clId="{2AACB92C-A48D-4623-A207-34C4C0C7BE95}" dt="2023-02-06T16:54:59.389" v="181" actId="478"/>
          <ac:grpSpMkLst>
            <pc:docMk/>
            <pc:sldMk cId="0" sldId="290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6:54:56.557" v="180" actId="478"/>
        <pc:sldMkLst>
          <pc:docMk/>
          <pc:sldMk cId="0" sldId="291"/>
        </pc:sldMkLst>
        <pc:grpChg chg="del mod">
          <ac:chgData name="Geng, Baocheng" userId="b4253f3e-c40b-4a70-8207-93818653a34c" providerId="ADAL" clId="{2AACB92C-A48D-4623-A207-34C4C0C7BE95}" dt="2023-02-06T16:54:53.627" v="179" actId="478"/>
          <ac:grpSpMkLst>
            <pc:docMk/>
            <pc:sldMk cId="0" sldId="29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54:56.557" v="180" actId="478"/>
          <ac:grpSpMkLst>
            <pc:docMk/>
            <pc:sldMk cId="0" sldId="291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7T15:08:40.537" v="692" actId="20577"/>
        <pc:sldMkLst>
          <pc:docMk/>
          <pc:sldMk cId="0" sldId="292"/>
        </pc:sldMkLst>
        <pc:spChg chg="mod">
          <ac:chgData name="Geng, Baocheng" userId="b4253f3e-c40b-4a70-8207-93818653a34c" providerId="ADAL" clId="{2AACB92C-A48D-4623-A207-34C4C0C7BE95}" dt="2023-02-07T15:08:40.537" v="692" actId="20577"/>
          <ac:spMkLst>
            <pc:docMk/>
            <pc:sldMk cId="0" sldId="292"/>
            <ac:spMk id="9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55:04.620" v="182" actId="478"/>
          <ac:grpSpMkLst>
            <pc:docMk/>
            <pc:sldMk cId="0" sldId="29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55:06.352" v="183" actId="478"/>
          <ac:grpSpMkLst>
            <pc:docMk/>
            <pc:sldMk cId="0" sldId="292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6:55:25.649" v="186" actId="478"/>
        <pc:sldMkLst>
          <pc:docMk/>
          <pc:sldMk cId="0" sldId="293"/>
        </pc:sldMkLst>
        <pc:spChg chg="mod">
          <ac:chgData name="Geng, Baocheng" userId="b4253f3e-c40b-4a70-8207-93818653a34c" providerId="ADAL" clId="{2AACB92C-A48D-4623-A207-34C4C0C7BE95}" dt="2023-02-06T16:55:23.870" v="185" actId="20577"/>
          <ac:spMkLst>
            <pc:docMk/>
            <pc:sldMk cId="0" sldId="293"/>
            <ac:spMk id="8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55:14.752" v="184" actId="478"/>
          <ac:grpSpMkLst>
            <pc:docMk/>
            <pc:sldMk cId="0" sldId="293"/>
            <ac:grpSpMk id="9" creationId="{00000000-0000-0000-0000-000000000000}"/>
          </ac:grpSpMkLst>
        </pc:grpChg>
        <pc:picChg chg="del">
          <ac:chgData name="Geng, Baocheng" userId="b4253f3e-c40b-4a70-8207-93818653a34c" providerId="ADAL" clId="{2AACB92C-A48D-4623-A207-34C4C0C7BE95}" dt="2023-02-06T16:55:25.649" v="186" actId="478"/>
          <ac:picMkLst>
            <pc:docMk/>
            <pc:sldMk cId="0" sldId="293"/>
            <ac:picMk id="7" creationId="{00000000-0000-0000-0000-000000000000}"/>
          </ac:picMkLst>
        </pc:picChg>
      </pc:sldChg>
      <pc:sldChg chg="delSp modSp mod">
        <pc:chgData name="Geng, Baocheng" userId="b4253f3e-c40b-4a70-8207-93818653a34c" providerId="ADAL" clId="{2AACB92C-A48D-4623-A207-34C4C0C7BE95}" dt="2023-02-07T15:11:01.161" v="719" actId="20577"/>
        <pc:sldMkLst>
          <pc:docMk/>
          <pc:sldMk cId="0" sldId="294"/>
        </pc:sldMkLst>
        <pc:spChg chg="mod">
          <ac:chgData name="Geng, Baocheng" userId="b4253f3e-c40b-4a70-8207-93818653a34c" providerId="ADAL" clId="{2AACB92C-A48D-4623-A207-34C4C0C7BE95}" dt="2023-02-07T15:11:01.161" v="719" actId="20577"/>
          <ac:spMkLst>
            <pc:docMk/>
            <pc:sldMk cId="0" sldId="294"/>
            <ac:spMk id="9" creationId="{00000000-0000-0000-0000-000000000000}"/>
          </ac:spMkLst>
        </pc:spChg>
        <pc:grpChg chg="del mod">
          <ac:chgData name="Geng, Baocheng" userId="b4253f3e-c40b-4a70-8207-93818653a34c" providerId="ADAL" clId="{2AACB92C-A48D-4623-A207-34C4C0C7BE95}" dt="2023-02-06T16:55:29.308" v="188" actId="478"/>
          <ac:grpSpMkLst>
            <pc:docMk/>
            <pc:sldMk cId="0" sldId="294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7T15:09:01.721" v="693" actId="478"/>
          <ac:grpSpMkLst>
            <pc:docMk/>
            <pc:sldMk cId="0" sldId="294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7T15:11:39.828" v="732" actId="20577"/>
        <pc:sldMkLst>
          <pc:docMk/>
          <pc:sldMk cId="0" sldId="295"/>
        </pc:sldMkLst>
        <pc:spChg chg="mod">
          <ac:chgData name="Geng, Baocheng" userId="b4253f3e-c40b-4a70-8207-93818653a34c" providerId="ADAL" clId="{2AACB92C-A48D-4623-A207-34C4C0C7BE95}" dt="2023-02-07T15:11:39.828" v="732" actId="20577"/>
          <ac:spMkLst>
            <pc:docMk/>
            <pc:sldMk cId="0" sldId="295"/>
            <ac:spMk id="9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56:48.686" v="220" actId="478"/>
          <ac:grpSpMkLst>
            <pc:docMk/>
            <pc:sldMk cId="0" sldId="295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6:57:33.210" v="234" actId="478"/>
          <ac:grpSpMkLst>
            <pc:docMk/>
            <pc:sldMk cId="0" sldId="295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2AACB92C-A48D-4623-A207-34C4C0C7BE95}" dt="2023-02-06T16:57:51.912" v="239" actId="47"/>
        <pc:sldMkLst>
          <pc:docMk/>
          <pc:sldMk cId="0" sldId="296"/>
        </pc:sldMkLst>
      </pc:sldChg>
      <pc:sldChg chg="delSp modSp mod">
        <pc:chgData name="Geng, Baocheng" userId="b4253f3e-c40b-4a70-8207-93818653a34c" providerId="ADAL" clId="{2AACB92C-A48D-4623-A207-34C4C0C7BE95}" dt="2023-02-06T17:02:16.267" v="358" actId="1076"/>
        <pc:sldMkLst>
          <pc:docMk/>
          <pc:sldMk cId="0" sldId="297"/>
        </pc:sldMkLst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30.886" v="242" actId="478"/>
          <ac:spMkLst>
            <pc:docMk/>
            <pc:sldMk cId="0" sldId="297"/>
            <ac:spMk id="1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6:58:28.181" v="241" actId="478"/>
          <ac:spMkLst>
            <pc:docMk/>
            <pc:sldMk cId="0" sldId="297"/>
            <ac:spMk id="17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6:58:23.162" v="240" actId="478"/>
          <ac:grpSpMkLst>
            <pc:docMk/>
            <pc:sldMk cId="0" sldId="29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01:59.271" v="352" actId="478"/>
          <ac:grpSpMkLst>
            <pc:docMk/>
            <pc:sldMk cId="0" sldId="297"/>
            <ac:grpSpMk id="18" creationId="{00000000-0000-0000-0000-000000000000}"/>
          </ac:grpSpMkLst>
        </pc:grpChg>
        <pc:picChg chg="del mod replST">
          <ac:chgData name="Geng, Baocheng" userId="b4253f3e-c40b-4a70-8207-93818653a34c" providerId="ADAL" clId="{2AACB92C-A48D-4623-A207-34C4C0C7BE95}" dt="2023-02-06T17:01:00.757" v="293" actId="478"/>
          <ac:picMkLst>
            <pc:docMk/>
            <pc:sldMk cId="0" sldId="297"/>
            <ac:picMk id="25" creationId="{048C6C9A-33EE-85CC-8972-566E107008CD}"/>
          </ac:picMkLst>
        </pc:picChg>
        <pc:picChg chg="del mod ord replST">
          <ac:chgData name="Geng, Baocheng" userId="b4253f3e-c40b-4a70-8207-93818653a34c" providerId="ADAL" clId="{2AACB92C-A48D-4623-A207-34C4C0C7BE95}" dt="2023-02-06T17:01:25.885" v="321" actId="478"/>
          <ac:picMkLst>
            <pc:docMk/>
            <pc:sldMk cId="0" sldId="297"/>
            <ac:picMk id="27" creationId="{D6D2EE02-A610-D402-55F1-B70E8B7D22B9}"/>
          </ac:picMkLst>
        </pc:picChg>
        <pc:picChg chg="del mod ord replST">
          <ac:chgData name="Geng, Baocheng" userId="b4253f3e-c40b-4a70-8207-93818653a34c" providerId="ADAL" clId="{2AACB92C-A48D-4623-A207-34C4C0C7BE95}" dt="2023-02-06T17:01:51.473" v="349" actId="478"/>
          <ac:picMkLst>
            <pc:docMk/>
            <pc:sldMk cId="0" sldId="297"/>
            <ac:picMk id="29" creationId="{04279AB5-7BF4-B3BC-94A6-BDDBD10A6167}"/>
          </ac:picMkLst>
        </pc:picChg>
        <pc:picChg chg="mod ord replST">
          <ac:chgData name="Geng, Baocheng" userId="b4253f3e-c40b-4a70-8207-93818653a34c" providerId="ADAL" clId="{2AACB92C-A48D-4623-A207-34C4C0C7BE95}" dt="2023-02-06T17:02:16.267" v="358" actId="1076"/>
          <ac:picMkLst>
            <pc:docMk/>
            <pc:sldMk cId="0" sldId="297"/>
            <ac:picMk id="31" creationId="{789BD304-0851-E51E-F2BD-59D42485C9BE}"/>
          </ac:picMkLst>
        </pc:picChg>
      </pc:sldChg>
      <pc:sldChg chg="addSp delSp modSp mod">
        <pc:chgData name="Geng, Baocheng" userId="b4253f3e-c40b-4a70-8207-93818653a34c" providerId="ADAL" clId="{2AACB92C-A48D-4623-A207-34C4C0C7BE95}" dt="2023-02-07T15:12:30.460" v="760" actId="962"/>
        <pc:sldMkLst>
          <pc:docMk/>
          <pc:sldMk cId="0" sldId="298"/>
        </pc:sldMkLst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9.597" v="355" actId="478"/>
          <ac:spMkLst>
            <pc:docMk/>
            <pc:sldMk cId="0" sldId="298"/>
            <ac:spMk id="1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08.253" v="354" actId="478"/>
          <ac:spMkLst>
            <pc:docMk/>
            <pc:sldMk cId="0" sldId="298"/>
            <ac:spMk id="1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1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1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2:11.247" v="356" actId="478"/>
          <ac:spMkLst>
            <pc:docMk/>
            <pc:sldMk cId="0" sldId="298"/>
            <ac:spMk id="28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02:04.054" v="353" actId="478"/>
          <ac:grpSpMkLst>
            <pc:docMk/>
            <pc:sldMk cId="0" sldId="29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02:12.507" v="357" actId="478"/>
          <ac:grpSpMkLst>
            <pc:docMk/>
            <pc:sldMk cId="0" sldId="298"/>
            <ac:grpSpMk id="29" creationId="{00000000-0000-0000-0000-000000000000}"/>
          </ac:grpSpMkLst>
        </pc:grpChg>
        <pc:picChg chg="mod ord replST">
          <ac:chgData name="Geng, Baocheng" userId="b4253f3e-c40b-4a70-8207-93818653a34c" providerId="ADAL" clId="{2AACB92C-A48D-4623-A207-34C4C0C7BE95}" dt="2023-02-07T15:12:30.460" v="760" actId="962"/>
          <ac:picMkLst>
            <pc:docMk/>
            <pc:sldMk cId="0" sldId="298"/>
            <ac:picMk id="6" creationId="{257342E4-0353-1D06-C7BE-C96BBD9EBC48}"/>
          </ac:picMkLst>
        </pc:picChg>
        <pc:picChg chg="add mod">
          <ac:chgData name="Geng, Baocheng" userId="b4253f3e-c40b-4a70-8207-93818653a34c" providerId="ADAL" clId="{2AACB92C-A48D-4623-A207-34C4C0C7BE95}" dt="2023-02-06T17:02:20.542" v="360" actId="1076"/>
          <ac:picMkLst>
            <pc:docMk/>
            <pc:sldMk cId="0" sldId="298"/>
            <ac:picMk id="35" creationId="{5C574976-DFB1-CFA6-0CAB-240E91F6DA3B}"/>
          </ac:picMkLst>
        </pc:picChg>
        <pc:picChg chg="del mod replST">
          <ac:chgData name="Geng, Baocheng" userId="b4253f3e-c40b-4a70-8207-93818653a34c" providerId="ADAL" clId="{2AACB92C-A48D-4623-A207-34C4C0C7BE95}" dt="2023-02-06T17:03:29.522" v="407" actId="478"/>
          <ac:picMkLst>
            <pc:docMk/>
            <pc:sldMk cId="0" sldId="298"/>
            <ac:picMk id="37" creationId="{853870AD-D547-97FB-CDE7-F84161E847D6}"/>
          </ac:picMkLst>
        </pc:picChg>
        <pc:picChg chg="del mod ord replST">
          <ac:chgData name="Geng, Baocheng" userId="b4253f3e-c40b-4a70-8207-93818653a34c" providerId="ADAL" clId="{2AACB92C-A48D-4623-A207-34C4C0C7BE95}" dt="2023-02-06T17:04:01.542" v="436" actId="478"/>
          <ac:picMkLst>
            <pc:docMk/>
            <pc:sldMk cId="0" sldId="298"/>
            <ac:picMk id="39" creationId="{CB2FB035-3DF9-35C6-D421-858038065A42}"/>
          </ac:picMkLst>
        </pc:picChg>
        <pc:picChg chg="del mod ord replST">
          <ac:chgData name="Geng, Baocheng" userId="b4253f3e-c40b-4a70-8207-93818653a34c" providerId="ADAL" clId="{2AACB92C-A48D-4623-A207-34C4C0C7BE95}" dt="2023-02-07T15:12:30.459" v="758" actId="478"/>
          <ac:picMkLst>
            <pc:docMk/>
            <pc:sldMk cId="0" sldId="298"/>
            <ac:picMk id="41" creationId="{0AE09FD5-08B3-2087-9995-18CAFBFBDAEF}"/>
          </ac:picMkLst>
        </pc:picChg>
      </pc:sldChg>
      <pc:sldChg chg="addSp delSp modSp mod">
        <pc:chgData name="Geng, Baocheng" userId="b4253f3e-c40b-4a70-8207-93818653a34c" providerId="ADAL" clId="{2AACB92C-A48D-4623-A207-34C4C0C7BE95}" dt="2023-02-06T17:04:40.630" v="445" actId="1076"/>
        <pc:sldMkLst>
          <pc:docMk/>
          <pc:sldMk cId="0" sldId="299"/>
        </pc:sldMkLst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9.706" v="442" actId="478"/>
          <ac:spMkLst>
            <pc:docMk/>
            <pc:sldMk cId="0" sldId="299"/>
            <ac:spMk id="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27.850" v="441" actId="478"/>
          <ac:spMkLst>
            <pc:docMk/>
            <pc:sldMk cId="0" sldId="299"/>
            <ac:spMk id="11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04:31.691" v="443" actId="478"/>
          <ac:grpSpMkLst>
            <pc:docMk/>
            <pc:sldMk cId="0" sldId="299"/>
            <ac:grpSpMk id="12" creationId="{00000000-0000-0000-0000-000000000000}"/>
          </ac:grpSpMkLst>
        </pc:grpChg>
        <pc:picChg chg="add mod">
          <ac:chgData name="Geng, Baocheng" userId="b4253f3e-c40b-4a70-8207-93818653a34c" providerId="ADAL" clId="{2AACB92C-A48D-4623-A207-34C4C0C7BE95}" dt="2023-02-06T17:04:40.630" v="445" actId="1076"/>
          <ac:picMkLst>
            <pc:docMk/>
            <pc:sldMk cId="0" sldId="299"/>
            <ac:picMk id="18" creationId="{9BE63BC2-C604-38EA-CDCD-84C2A640DF4E}"/>
          </ac:picMkLst>
        </pc:picChg>
      </pc:sldChg>
      <pc:sldChg chg="addSp delSp modSp mod">
        <pc:chgData name="Geng, Baocheng" userId="b4253f3e-c40b-4a70-8207-93818653a34c" providerId="ADAL" clId="{2AACB92C-A48D-4623-A207-34C4C0C7BE95}" dt="2023-02-06T17:05:39.202" v="462" actId="1076"/>
        <pc:sldMkLst>
          <pc:docMk/>
          <pc:sldMk cId="0" sldId="300"/>
        </pc:sldMkLst>
        <pc:spChg chg="del">
          <ac:chgData name="Geng, Baocheng" userId="b4253f3e-c40b-4a70-8207-93818653a34c" providerId="ADAL" clId="{2AACB92C-A48D-4623-A207-34C4C0C7BE95}" dt="2023-02-06T17:04:47.597" v="446" actId="478"/>
          <ac:spMkLst>
            <pc:docMk/>
            <pc:sldMk cId="0" sldId="300"/>
            <ac:spMk id="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47.597" v="446" actId="478"/>
          <ac:spMkLst>
            <pc:docMk/>
            <pc:sldMk cId="0" sldId="300"/>
            <ac:spMk id="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47.597" v="446" actId="478"/>
          <ac:spMkLst>
            <pc:docMk/>
            <pc:sldMk cId="0" sldId="300"/>
            <ac:spMk id="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53.227" v="449" actId="478"/>
          <ac:spMkLst>
            <pc:docMk/>
            <pc:sldMk cId="0" sldId="300"/>
            <ac:spMk id="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55.963" v="450" actId="478"/>
          <ac:spMkLst>
            <pc:docMk/>
            <pc:sldMk cId="0" sldId="300"/>
            <ac:spMk id="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47.597" v="446" actId="478"/>
          <ac:spMkLst>
            <pc:docMk/>
            <pc:sldMk cId="0" sldId="300"/>
            <ac:spMk id="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47.597" v="446" actId="478"/>
          <ac:spMkLst>
            <pc:docMk/>
            <pc:sldMk cId="0" sldId="300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51.583" v="448" actId="478"/>
          <ac:spMkLst>
            <pc:docMk/>
            <pc:sldMk cId="0" sldId="300"/>
            <ac:spMk id="1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04:49.888" v="447" actId="478"/>
          <ac:spMkLst>
            <pc:docMk/>
            <pc:sldMk cId="0" sldId="300"/>
            <ac:spMk id="14" creationId="{00000000-0000-0000-0000-000000000000}"/>
          </ac:spMkLst>
        </pc:spChg>
        <pc:spChg chg="add mod">
          <ac:chgData name="Geng, Baocheng" userId="b4253f3e-c40b-4a70-8207-93818653a34c" providerId="ADAL" clId="{2AACB92C-A48D-4623-A207-34C4C0C7BE95}" dt="2023-02-06T17:05:39.202" v="462" actId="1076"/>
          <ac:spMkLst>
            <pc:docMk/>
            <pc:sldMk cId="0" sldId="300"/>
            <ac:spMk id="30" creationId="{6E7FB95A-0505-0043-3241-90F29D52A2EE}"/>
          </ac:spMkLst>
        </pc:spChg>
        <pc:grpChg chg="del">
          <ac:chgData name="Geng, Baocheng" userId="b4253f3e-c40b-4a70-8207-93818653a34c" providerId="ADAL" clId="{2AACB92C-A48D-4623-A207-34C4C0C7BE95}" dt="2023-02-06T17:04:57.731" v="451" actId="478"/>
          <ac:grpSpMkLst>
            <pc:docMk/>
            <pc:sldMk cId="0" sldId="300"/>
            <ac:grpSpMk id="23" creationId="{00000000-0000-0000-0000-000000000000}"/>
          </ac:grpSpMkLst>
        </pc:grpChg>
        <pc:picChg chg="add mod">
          <ac:chgData name="Geng, Baocheng" userId="b4253f3e-c40b-4a70-8207-93818653a34c" providerId="ADAL" clId="{2AACB92C-A48D-4623-A207-34C4C0C7BE95}" dt="2023-02-06T17:05:03.125" v="453" actId="1076"/>
          <ac:picMkLst>
            <pc:docMk/>
            <pc:sldMk cId="0" sldId="300"/>
            <ac:picMk id="29" creationId="{41F23025-4A14-E537-AA47-5C6D86087FD6}"/>
          </ac:picMkLst>
        </pc:picChg>
      </pc:sldChg>
      <pc:sldChg chg="addSp delSp modSp mod">
        <pc:chgData name="Geng, Baocheng" userId="b4253f3e-c40b-4a70-8207-93818653a34c" providerId="ADAL" clId="{2AACB92C-A48D-4623-A207-34C4C0C7BE95}" dt="2023-02-06T17:23:16.968" v="576" actId="1076"/>
        <pc:sldMkLst>
          <pc:docMk/>
          <pc:sldMk cId="0" sldId="301"/>
        </pc:sldMkLst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1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1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1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3.909" v="517" actId="478"/>
          <ac:spMkLst>
            <pc:docMk/>
            <pc:sldMk cId="0" sldId="301"/>
            <ac:spMk id="1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1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1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2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3.909" v="517" actId="478"/>
          <ac:spMkLst>
            <pc:docMk/>
            <pc:sldMk cId="0" sldId="301"/>
            <ac:spMk id="2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2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2:02.225" v="516" actId="478"/>
          <ac:spMkLst>
            <pc:docMk/>
            <pc:sldMk cId="0" sldId="301"/>
            <ac:spMk id="23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06:19.457" v="463" actId="478"/>
          <ac:grpSpMkLst>
            <pc:docMk/>
            <pc:sldMk cId="0" sldId="30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2:13.306" v="520" actId="478"/>
          <ac:grpSpMkLst>
            <pc:docMk/>
            <pc:sldMk cId="0" sldId="301"/>
            <ac:grpSpMk id="25" creationId="{00000000-0000-0000-0000-000000000000}"/>
          </ac:grpSpMkLst>
        </pc:grpChg>
        <pc:picChg chg="add del mod">
          <ac:chgData name="Geng, Baocheng" userId="b4253f3e-c40b-4a70-8207-93818653a34c" providerId="ADAL" clId="{2AACB92C-A48D-4623-A207-34C4C0C7BE95}" dt="2023-02-06T17:23:01.022" v="544" actId="478"/>
          <ac:picMkLst>
            <pc:docMk/>
            <pc:sldMk cId="0" sldId="301"/>
            <ac:picMk id="31" creationId="{C31BFFC7-62C0-B02C-C54C-8D27FF9F1F98}"/>
          </ac:picMkLst>
        </pc:picChg>
        <pc:picChg chg="del mod ord replST">
          <ac:chgData name="Geng, Baocheng" userId="b4253f3e-c40b-4a70-8207-93818653a34c" providerId="ADAL" clId="{2AACB92C-A48D-4623-A207-34C4C0C7BE95}" dt="2023-02-06T17:23:15.106" v="573" actId="478"/>
          <ac:picMkLst>
            <pc:docMk/>
            <pc:sldMk cId="0" sldId="301"/>
            <ac:picMk id="33" creationId="{A222B9AE-9D72-F617-CDBB-68C02EB3D1A2}"/>
          </ac:picMkLst>
        </pc:picChg>
        <pc:picChg chg="mod ord replST">
          <ac:chgData name="Geng, Baocheng" userId="b4253f3e-c40b-4a70-8207-93818653a34c" providerId="ADAL" clId="{2AACB92C-A48D-4623-A207-34C4C0C7BE95}" dt="2023-02-06T17:23:16.968" v="576" actId="1076"/>
          <ac:picMkLst>
            <pc:docMk/>
            <pc:sldMk cId="0" sldId="301"/>
            <ac:picMk id="35" creationId="{8422B593-49F8-0376-D1F8-2B7AE9171E18}"/>
          </ac:picMkLst>
        </pc:picChg>
      </pc:sldChg>
      <pc:sldChg chg="addSp delSp modSp mod">
        <pc:chgData name="Geng, Baocheng" userId="b4253f3e-c40b-4a70-8207-93818653a34c" providerId="ADAL" clId="{2AACB92C-A48D-4623-A207-34C4C0C7BE95}" dt="2023-02-06T17:23:51.620" v="589" actId="1076"/>
        <pc:sldMkLst>
          <pc:docMk/>
          <pc:sldMk cId="0" sldId="302"/>
        </pc:sldMkLst>
        <pc:spChg chg="del">
          <ac:chgData name="Geng, Baocheng" userId="b4253f3e-c40b-4a70-8207-93818653a34c" providerId="ADAL" clId="{2AACB92C-A48D-4623-A207-34C4C0C7BE95}" dt="2023-02-06T17:23:34.836" v="581" actId="478"/>
          <ac:spMkLst>
            <pc:docMk/>
            <pc:sldMk cId="0" sldId="302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3:32.274" v="580" actId="478"/>
          <ac:spMkLst>
            <pc:docMk/>
            <pc:sldMk cId="0" sldId="302"/>
            <ac:spMk id="1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3:28.731" v="579" actId="478"/>
          <ac:spMkLst>
            <pc:docMk/>
            <pc:sldMk cId="0" sldId="302"/>
            <ac:spMk id="1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1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1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1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4.672" v="515" actId="478"/>
          <ac:spMkLst>
            <pc:docMk/>
            <pc:sldMk cId="0" sldId="302"/>
            <ac:spMk id="1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1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1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2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4.672" v="515" actId="478"/>
          <ac:spMkLst>
            <pc:docMk/>
            <pc:sldMk cId="0" sldId="302"/>
            <ac:spMk id="2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2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1:42.896" v="514" actId="478"/>
          <ac:spMkLst>
            <pc:docMk/>
            <pc:sldMk cId="0" sldId="302"/>
            <ac:spMk id="23" creationId="{00000000-0000-0000-0000-000000000000}"/>
          </ac:spMkLst>
        </pc:spChg>
        <pc:spChg chg="mod">
          <ac:chgData name="Geng, Baocheng" userId="b4253f3e-c40b-4a70-8207-93818653a34c" providerId="ADAL" clId="{2AACB92C-A48D-4623-A207-34C4C0C7BE95}" dt="2023-02-06T17:23:40.140" v="583" actId="20577"/>
          <ac:spMkLst>
            <pc:docMk/>
            <pc:sldMk cId="0" sldId="302"/>
            <ac:spMk id="24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1:32.775" v="513" actId="478"/>
          <ac:grpSpMkLst>
            <pc:docMk/>
            <pc:sldMk cId="0" sldId="30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1:29.774" v="512" actId="478"/>
          <ac:grpSpMkLst>
            <pc:docMk/>
            <pc:sldMk cId="0" sldId="302"/>
            <ac:grpSpMk id="25" creationId="{00000000-0000-0000-0000-000000000000}"/>
          </ac:grpSpMkLst>
        </pc:grpChg>
        <pc:picChg chg="add mod">
          <ac:chgData name="Geng, Baocheng" userId="b4253f3e-c40b-4a70-8207-93818653a34c" providerId="ADAL" clId="{2AACB92C-A48D-4623-A207-34C4C0C7BE95}" dt="2023-02-06T17:23:51.620" v="589" actId="1076"/>
          <ac:picMkLst>
            <pc:docMk/>
            <pc:sldMk cId="0" sldId="302"/>
            <ac:picMk id="32" creationId="{41623703-3D92-869C-04C8-95A657D59A52}"/>
          </ac:picMkLst>
        </pc:picChg>
      </pc:sldChg>
      <pc:sldChg chg="delSp mod">
        <pc:chgData name="Geng, Baocheng" userId="b4253f3e-c40b-4a70-8207-93818653a34c" providerId="ADAL" clId="{2AACB92C-A48D-4623-A207-34C4C0C7BE95}" dt="2023-02-06T17:06:49.555" v="464" actId="478"/>
        <pc:sldMkLst>
          <pc:docMk/>
          <pc:sldMk cId="0" sldId="303"/>
        </pc:sldMkLst>
        <pc:grpChg chg="del">
          <ac:chgData name="Geng, Baocheng" userId="b4253f3e-c40b-4a70-8207-93818653a34c" providerId="ADAL" clId="{2AACB92C-A48D-4623-A207-34C4C0C7BE95}" dt="2023-02-06T17:06:49.555" v="464" actId="478"/>
          <ac:grpSpMkLst>
            <pc:docMk/>
            <pc:sldMk cId="0" sldId="303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7:06:53.399" v="465" actId="478"/>
        <pc:sldMkLst>
          <pc:docMk/>
          <pc:sldMk cId="0" sldId="304"/>
        </pc:sldMkLst>
        <pc:grpChg chg="del">
          <ac:chgData name="Geng, Baocheng" userId="b4253f3e-c40b-4a70-8207-93818653a34c" providerId="ADAL" clId="{2AACB92C-A48D-4623-A207-34C4C0C7BE95}" dt="2023-02-06T17:06:53.399" v="465" actId="478"/>
          <ac:grpSpMkLst>
            <pc:docMk/>
            <pc:sldMk cId="0" sldId="304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7:21:26.175" v="511" actId="478"/>
        <pc:sldMkLst>
          <pc:docMk/>
          <pc:sldMk cId="0" sldId="305"/>
        </pc:sldMkLst>
        <pc:grpChg chg="del">
          <ac:chgData name="Geng, Baocheng" userId="b4253f3e-c40b-4a70-8207-93818653a34c" providerId="ADAL" clId="{2AACB92C-A48D-4623-A207-34C4C0C7BE95}" dt="2023-02-06T17:06:59.895" v="466" actId="478"/>
          <ac:grpSpMkLst>
            <pc:docMk/>
            <pc:sldMk cId="0" sldId="305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1:26.175" v="511" actId="478"/>
          <ac:grpSpMkLst>
            <pc:docMk/>
            <pc:sldMk cId="0" sldId="305"/>
            <ac:grpSpMk id="39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7:21:24.684" v="510" actId="478"/>
        <pc:sldMkLst>
          <pc:docMk/>
          <pc:sldMk cId="0" sldId="306"/>
        </pc:sldMkLst>
        <pc:grpChg chg="del">
          <ac:chgData name="Geng, Baocheng" userId="b4253f3e-c40b-4a70-8207-93818653a34c" providerId="ADAL" clId="{2AACB92C-A48D-4623-A207-34C4C0C7BE95}" dt="2023-02-06T17:07:03.388" v="467" actId="478"/>
          <ac:grpSpMkLst>
            <pc:docMk/>
            <pc:sldMk cId="0" sldId="30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1:24.684" v="510" actId="478"/>
          <ac:grpSpMkLst>
            <pc:docMk/>
            <pc:sldMk cId="0" sldId="306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7:12:40.383" v="497" actId="1076"/>
        <pc:sldMkLst>
          <pc:docMk/>
          <pc:sldMk cId="0" sldId="307"/>
        </pc:sldMkLst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1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2:36.773" v="496" actId="478"/>
          <ac:spMkLst>
            <pc:docMk/>
            <pc:sldMk cId="0" sldId="307"/>
            <ac:spMk id="20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07:13.012" v="468" actId="478"/>
          <ac:grpSpMkLst>
            <pc:docMk/>
            <pc:sldMk cId="0" sldId="30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07:39.414" v="469" actId="478"/>
          <ac:grpSpMkLst>
            <pc:docMk/>
            <pc:sldMk cId="0" sldId="307"/>
            <ac:grpSpMk id="21" creationId="{00000000-0000-0000-0000-000000000000}"/>
          </ac:grpSpMkLst>
        </pc:grpChg>
        <pc:picChg chg="mod replST">
          <ac:chgData name="Geng, Baocheng" userId="b4253f3e-c40b-4a70-8207-93818653a34c" providerId="ADAL" clId="{2AACB92C-A48D-4623-A207-34C4C0C7BE95}" dt="2023-02-06T17:12:40.383" v="497" actId="1076"/>
          <ac:picMkLst>
            <pc:docMk/>
            <pc:sldMk cId="0" sldId="307"/>
            <ac:picMk id="28" creationId="{80B39D97-F8C5-E52F-8729-0D240EAEE189}"/>
          </ac:picMkLst>
        </pc:picChg>
      </pc:sldChg>
      <pc:sldChg chg="addSp delSp modSp mod">
        <pc:chgData name="Geng, Baocheng" userId="b4253f3e-c40b-4a70-8207-93818653a34c" providerId="ADAL" clId="{2AACB92C-A48D-4623-A207-34C4C0C7BE95}" dt="2023-02-06T17:21:16.385" v="509" actId="1076"/>
        <pc:sldMkLst>
          <pc:docMk/>
          <pc:sldMk cId="0" sldId="308"/>
        </pc:sldMkLst>
        <pc:spChg chg="mod">
          <ac:chgData name="Geng, Baocheng" userId="b4253f3e-c40b-4a70-8207-93818653a34c" providerId="ADAL" clId="{2AACB92C-A48D-4623-A207-34C4C0C7BE95}" dt="2023-02-06T17:13:23.548" v="503" actId="1076"/>
          <ac:spMkLst>
            <pc:docMk/>
            <pc:sldMk cId="0" sldId="308"/>
            <ac:spMk id="3" creationId="{00000000-0000-0000-0000-000000000000}"/>
          </ac:spMkLst>
        </pc:spChg>
        <pc:spChg chg="mod">
          <ac:chgData name="Geng, Baocheng" userId="b4253f3e-c40b-4a70-8207-93818653a34c" providerId="ADAL" clId="{2AACB92C-A48D-4623-A207-34C4C0C7BE95}" dt="2023-02-06T17:13:27.098" v="504" actId="1076"/>
          <ac:spMkLst>
            <pc:docMk/>
            <pc:sldMk cId="0" sldId="308"/>
            <ac:spMk id="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1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4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5.455" v="499" actId="478"/>
          <ac:spMkLst>
            <pc:docMk/>
            <pc:sldMk cId="0" sldId="308"/>
            <ac:spMk id="15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5.455" v="499" actId="478"/>
          <ac:spMkLst>
            <pc:docMk/>
            <pc:sldMk cId="0" sldId="308"/>
            <ac:spMk id="16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7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8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9.314" v="500" actId="478"/>
          <ac:spMkLst>
            <pc:docMk/>
            <pc:sldMk cId="0" sldId="308"/>
            <ac:spMk id="19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05.455" v="499" actId="478"/>
          <ac:spMkLst>
            <pc:docMk/>
            <pc:sldMk cId="0" sldId="308"/>
            <ac:spMk id="20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13:13.057" v="501" actId="478"/>
          <ac:spMkLst>
            <pc:docMk/>
            <pc:sldMk cId="0" sldId="308"/>
            <ac:spMk id="21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13:15.513" v="502" actId="478"/>
          <ac:grpSpMkLst>
            <pc:docMk/>
            <pc:sldMk cId="0" sldId="30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13:00.319" v="498" actId="478"/>
          <ac:grpSpMkLst>
            <pc:docMk/>
            <pc:sldMk cId="0" sldId="308"/>
            <ac:grpSpMk id="22" creationId="{00000000-0000-0000-0000-000000000000}"/>
          </ac:grpSpMkLst>
        </pc:grpChg>
        <pc:picChg chg="add mod">
          <ac:chgData name="Geng, Baocheng" userId="b4253f3e-c40b-4a70-8207-93818653a34c" providerId="ADAL" clId="{2AACB92C-A48D-4623-A207-34C4C0C7BE95}" dt="2023-02-06T17:21:16.385" v="509" actId="1076"/>
          <ac:picMkLst>
            <pc:docMk/>
            <pc:sldMk cId="0" sldId="308"/>
            <ac:picMk id="29" creationId="{2CCEDFD2-A64F-CBAE-DA98-3B4B4D6953BA}"/>
          </ac:picMkLst>
        </pc:picChg>
      </pc:sldChg>
      <pc:sldChg chg="delSp mod">
        <pc:chgData name="Geng, Baocheng" userId="b4253f3e-c40b-4a70-8207-93818653a34c" providerId="ADAL" clId="{2AACB92C-A48D-4623-A207-34C4C0C7BE95}" dt="2023-02-06T17:23:58.557" v="591" actId="478"/>
        <pc:sldMkLst>
          <pc:docMk/>
          <pc:sldMk cId="0" sldId="309"/>
        </pc:sldMkLst>
        <pc:grpChg chg="del">
          <ac:chgData name="Geng, Baocheng" userId="b4253f3e-c40b-4a70-8207-93818653a34c" providerId="ADAL" clId="{2AACB92C-A48D-4623-A207-34C4C0C7BE95}" dt="2023-02-06T17:23:58.557" v="591" actId="478"/>
          <ac:grpSpMkLst>
            <pc:docMk/>
            <pc:sldMk cId="0" sldId="30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3:57.691" v="590" actId="478"/>
          <ac:grpSpMkLst>
            <pc:docMk/>
            <pc:sldMk cId="0" sldId="309"/>
            <ac:grpSpMk id="15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7:24:19.050" v="594" actId="478"/>
        <pc:sldMkLst>
          <pc:docMk/>
          <pc:sldMk cId="0" sldId="310"/>
        </pc:sldMkLst>
        <pc:spChg chg="del">
          <ac:chgData name="Geng, Baocheng" userId="b4253f3e-c40b-4a70-8207-93818653a34c" providerId="ADAL" clId="{2AACB92C-A48D-4623-A207-34C4C0C7BE95}" dt="2023-02-06T17:24:17.889" v="593" actId="478"/>
          <ac:spMkLst>
            <pc:docMk/>
            <pc:sldMk cId="0" sldId="310"/>
            <ac:spMk id="22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4:06.114" v="592" actId="478"/>
          <ac:grpSpMkLst>
            <pc:docMk/>
            <pc:sldMk cId="0" sldId="31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4:19.050" v="594" actId="478"/>
          <ac:grpSpMkLst>
            <pc:docMk/>
            <pc:sldMk cId="0" sldId="310"/>
            <ac:grpSpMk id="23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7:24:40.554" v="597" actId="478"/>
        <pc:sldMkLst>
          <pc:docMk/>
          <pc:sldMk cId="0" sldId="311"/>
        </pc:sldMkLst>
        <pc:spChg chg="mod">
          <ac:chgData name="Geng, Baocheng" userId="b4253f3e-c40b-4a70-8207-93818653a34c" providerId="ADAL" clId="{2AACB92C-A48D-4623-A207-34C4C0C7BE95}" dt="2023-02-06T17:24:33.561" v="596" actId="1076"/>
          <ac:spMkLst>
            <pc:docMk/>
            <pc:sldMk cId="0" sldId="311"/>
            <ac:spMk id="13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4:28.837" v="595" actId="478"/>
          <ac:grpSpMkLst>
            <pc:docMk/>
            <pc:sldMk cId="0" sldId="31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4:40.554" v="597" actId="478"/>
          <ac:grpSpMkLst>
            <pc:docMk/>
            <pc:sldMk cId="0" sldId="311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7T15:17:19.379" v="761" actId="478"/>
        <pc:sldMkLst>
          <pc:docMk/>
          <pc:sldMk cId="0" sldId="312"/>
        </pc:sldMkLst>
        <pc:grpChg chg="del">
          <ac:chgData name="Geng, Baocheng" userId="b4253f3e-c40b-4a70-8207-93818653a34c" providerId="ADAL" clId="{2AACB92C-A48D-4623-A207-34C4C0C7BE95}" dt="2023-02-07T15:17:19.379" v="761" actId="478"/>
          <ac:grpSpMkLst>
            <pc:docMk/>
            <pc:sldMk cId="0" sldId="31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4:49.264" v="598" actId="478"/>
          <ac:grpSpMkLst>
            <pc:docMk/>
            <pc:sldMk cId="0" sldId="312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7:25:03.116" v="600" actId="478"/>
        <pc:sldMkLst>
          <pc:docMk/>
          <pc:sldMk cId="0" sldId="313"/>
        </pc:sldMkLst>
        <pc:grpChg chg="del">
          <ac:chgData name="Geng, Baocheng" userId="b4253f3e-c40b-4a70-8207-93818653a34c" providerId="ADAL" clId="{2AACB92C-A48D-4623-A207-34C4C0C7BE95}" dt="2023-02-06T17:25:03.116" v="600" actId="478"/>
          <ac:grpSpMkLst>
            <pc:docMk/>
            <pc:sldMk cId="0" sldId="313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2AACB92C-A48D-4623-A207-34C4C0C7BE95}" dt="2023-02-06T17:24:56.463" v="599" actId="478"/>
          <ac:grpSpMkLst>
            <pc:docMk/>
            <pc:sldMk cId="0" sldId="313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2AACB92C-A48D-4623-A207-34C4C0C7BE95}" dt="2023-02-06T17:25:24.255" v="601" actId="478"/>
        <pc:sldMkLst>
          <pc:docMk/>
          <pc:sldMk cId="0" sldId="314"/>
        </pc:sldMkLst>
        <pc:grpChg chg="del">
          <ac:chgData name="Geng, Baocheng" userId="b4253f3e-c40b-4a70-8207-93818653a34c" providerId="ADAL" clId="{2AACB92C-A48D-4623-A207-34C4C0C7BE95}" dt="2023-02-06T17:25:24.255" v="601" actId="478"/>
          <ac:grpSpMkLst>
            <pc:docMk/>
            <pc:sldMk cId="0" sldId="314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7:25:54.031" v="606" actId="478"/>
        <pc:sldMkLst>
          <pc:docMk/>
          <pc:sldMk cId="0" sldId="315"/>
        </pc:sldMkLst>
        <pc:spChg chg="mod">
          <ac:chgData name="Geng, Baocheng" userId="b4253f3e-c40b-4a70-8207-93818653a34c" providerId="ADAL" clId="{2AACB92C-A48D-4623-A207-34C4C0C7BE95}" dt="2023-02-06T17:25:50.250" v="605" actId="20577"/>
          <ac:spMkLst>
            <pc:docMk/>
            <pc:sldMk cId="0" sldId="315"/>
            <ac:spMk id="4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5:54.031" v="606" actId="478"/>
          <ac:grpSpMkLst>
            <pc:docMk/>
            <pc:sldMk cId="0" sldId="315"/>
            <ac:grpSpMk id="5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7:26:42.139" v="615" actId="1076"/>
        <pc:sldMkLst>
          <pc:docMk/>
          <pc:sldMk cId="0" sldId="316"/>
        </pc:sldMkLst>
        <pc:spChg chg="del">
          <ac:chgData name="Geng, Baocheng" userId="b4253f3e-c40b-4a70-8207-93818653a34c" providerId="ADAL" clId="{2AACB92C-A48D-4623-A207-34C4C0C7BE95}" dt="2023-02-06T17:26:17.451" v="609" actId="478"/>
          <ac:spMkLst>
            <pc:docMk/>
            <pc:sldMk cId="0" sldId="316"/>
            <ac:spMk id="3" creationId="{00000000-0000-0000-0000-000000000000}"/>
          </ac:spMkLst>
        </pc:spChg>
        <pc:spChg chg="mod">
          <ac:chgData name="Geng, Baocheng" userId="b4253f3e-c40b-4a70-8207-93818653a34c" providerId="ADAL" clId="{2AACB92C-A48D-4623-A207-34C4C0C7BE95}" dt="2023-02-06T17:26:42.139" v="615" actId="1076"/>
          <ac:spMkLst>
            <pc:docMk/>
            <pc:sldMk cId="0" sldId="316"/>
            <ac:spMk id="4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6:39.751" v="614" actId="478"/>
          <ac:grpSpMkLst>
            <pc:docMk/>
            <pc:sldMk cId="0" sldId="316"/>
            <ac:grpSpMk id="5" creationId="{00000000-0000-0000-0000-000000000000}"/>
          </ac:grpSpMkLst>
        </pc:grpChg>
      </pc:sldChg>
      <pc:sldChg chg="delSp modSp mod">
        <pc:chgData name="Geng, Baocheng" userId="b4253f3e-c40b-4a70-8207-93818653a34c" providerId="ADAL" clId="{2AACB92C-A48D-4623-A207-34C4C0C7BE95}" dt="2023-02-06T17:27:04.671" v="619" actId="1076"/>
        <pc:sldMkLst>
          <pc:docMk/>
          <pc:sldMk cId="0" sldId="317"/>
        </pc:sldMkLst>
        <pc:spChg chg="mod">
          <ac:chgData name="Geng, Baocheng" userId="b4253f3e-c40b-4a70-8207-93818653a34c" providerId="ADAL" clId="{2AACB92C-A48D-4623-A207-34C4C0C7BE95}" dt="2023-02-06T17:27:04.671" v="619" actId="1076"/>
          <ac:spMkLst>
            <pc:docMk/>
            <pc:sldMk cId="0" sldId="317"/>
            <ac:spMk id="3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6:46.533" v="616" actId="478"/>
          <ac:grpSpMkLst>
            <pc:docMk/>
            <pc:sldMk cId="0" sldId="317"/>
            <ac:grpSpMk id="10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2AACB92C-A48D-4623-A207-34C4C0C7BE95}" dt="2023-02-06T17:27:38.359" v="626" actId="11529"/>
        <pc:sldMkLst>
          <pc:docMk/>
          <pc:sldMk cId="0" sldId="318"/>
        </pc:sldMkLst>
        <pc:spChg chg="mod">
          <ac:chgData name="Geng, Baocheng" userId="b4253f3e-c40b-4a70-8207-93818653a34c" providerId="ADAL" clId="{2AACB92C-A48D-4623-A207-34C4C0C7BE95}" dt="2023-02-06T17:27:11.848" v="620" actId="20577"/>
          <ac:spMkLst>
            <pc:docMk/>
            <pc:sldMk cId="0" sldId="318"/>
            <ac:spMk id="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7:19.397" v="623" actId="478"/>
          <ac:spMkLst>
            <pc:docMk/>
            <pc:sldMk cId="0" sldId="318"/>
            <ac:spMk id="12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7:16.759" v="622" actId="478"/>
          <ac:spMkLst>
            <pc:docMk/>
            <pc:sldMk cId="0" sldId="318"/>
            <ac:spMk id="13" creationId="{00000000-0000-0000-0000-000000000000}"/>
          </ac:spMkLst>
        </pc:spChg>
        <pc:spChg chg="del">
          <ac:chgData name="Geng, Baocheng" userId="b4253f3e-c40b-4a70-8207-93818653a34c" providerId="ADAL" clId="{2AACB92C-A48D-4623-A207-34C4C0C7BE95}" dt="2023-02-06T17:27:21.700" v="624" actId="478"/>
          <ac:spMkLst>
            <pc:docMk/>
            <pc:sldMk cId="0" sldId="318"/>
            <ac:spMk id="14" creationId="{00000000-0000-0000-0000-000000000000}"/>
          </ac:spMkLst>
        </pc:spChg>
        <pc:spChg chg="add">
          <ac:chgData name="Geng, Baocheng" userId="b4253f3e-c40b-4a70-8207-93818653a34c" providerId="ADAL" clId="{2AACB92C-A48D-4623-A207-34C4C0C7BE95}" dt="2023-02-06T17:27:29.460" v="625" actId="11529"/>
          <ac:spMkLst>
            <pc:docMk/>
            <pc:sldMk cId="0" sldId="318"/>
            <ac:spMk id="30" creationId="{531B3F4D-9DB9-5C89-7A8B-058642273D35}"/>
          </ac:spMkLst>
        </pc:spChg>
        <pc:spChg chg="add">
          <ac:chgData name="Geng, Baocheng" userId="b4253f3e-c40b-4a70-8207-93818653a34c" providerId="ADAL" clId="{2AACB92C-A48D-4623-A207-34C4C0C7BE95}" dt="2023-02-06T17:27:38.359" v="626" actId="11529"/>
          <ac:spMkLst>
            <pc:docMk/>
            <pc:sldMk cId="0" sldId="318"/>
            <ac:spMk id="31" creationId="{C357EB0D-F1C4-5384-E75F-E212C5A2423A}"/>
          </ac:spMkLst>
        </pc:spChg>
        <pc:grpChg chg="del">
          <ac:chgData name="Geng, Baocheng" userId="b4253f3e-c40b-4a70-8207-93818653a34c" providerId="ADAL" clId="{2AACB92C-A48D-4623-A207-34C4C0C7BE95}" dt="2023-02-06T17:27:13.587" v="621" actId="478"/>
          <ac:grpSpMkLst>
            <pc:docMk/>
            <pc:sldMk cId="0" sldId="318"/>
            <ac:grpSpMk id="24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2AACB92C-A48D-4623-A207-34C4C0C7BE95}" dt="2023-02-06T17:28:08.812" v="629" actId="47"/>
        <pc:sldMkLst>
          <pc:docMk/>
          <pc:sldMk cId="0" sldId="319"/>
        </pc:sldMkLst>
        <pc:spChg chg="mod">
          <ac:chgData name="Geng, Baocheng" userId="b4253f3e-c40b-4a70-8207-93818653a34c" providerId="ADAL" clId="{2AACB92C-A48D-4623-A207-34C4C0C7BE95}" dt="2023-02-06T17:27:54.502" v="628" actId="1076"/>
          <ac:spMkLst>
            <pc:docMk/>
            <pc:sldMk cId="0" sldId="319"/>
            <ac:spMk id="9" creationId="{00000000-0000-0000-0000-000000000000}"/>
          </ac:spMkLst>
        </pc:spChg>
        <pc:grpChg chg="del">
          <ac:chgData name="Geng, Baocheng" userId="b4253f3e-c40b-4a70-8207-93818653a34c" providerId="ADAL" clId="{2AACB92C-A48D-4623-A207-34C4C0C7BE95}" dt="2023-02-06T17:27:51.469" v="627" actId="478"/>
          <ac:grpSpMkLst>
            <pc:docMk/>
            <pc:sldMk cId="0" sldId="319"/>
            <ac:grpSpMk id="4" creationId="{00000000-0000-0000-0000-000000000000}"/>
          </ac:grpSpMkLst>
        </pc:grpChg>
      </pc:sldChg>
      <pc:sldChg chg="delSp add mod">
        <pc:chgData name="Geng, Baocheng" userId="b4253f3e-c40b-4a70-8207-93818653a34c" providerId="ADAL" clId="{2AACB92C-A48D-4623-A207-34C4C0C7BE95}" dt="2023-02-06T16:26:07.162" v="65" actId="478"/>
        <pc:sldMkLst>
          <pc:docMk/>
          <pc:sldMk cId="2554706773" sldId="320"/>
        </pc:sldMkLst>
        <pc:spChg chg="del">
          <ac:chgData name="Geng, Baocheng" userId="b4253f3e-c40b-4a70-8207-93818653a34c" providerId="ADAL" clId="{2AACB92C-A48D-4623-A207-34C4C0C7BE95}" dt="2023-02-06T16:26:07.162" v="65" actId="478"/>
          <ac:spMkLst>
            <pc:docMk/>
            <pc:sldMk cId="2554706773" sldId="320"/>
            <ac:spMk id="16" creationId="{6E8505BD-2048-FE5D-7E13-592258D1AFFD}"/>
          </ac:spMkLst>
        </pc:spChg>
      </pc:sldChg>
      <pc:sldChg chg="modSp add mod">
        <pc:chgData name="Geng, Baocheng" userId="b4253f3e-c40b-4a70-8207-93818653a34c" providerId="ADAL" clId="{2AACB92C-A48D-4623-A207-34C4C0C7BE95}" dt="2023-02-06T16:26:25.309" v="68" actId="1076"/>
        <pc:sldMkLst>
          <pc:docMk/>
          <pc:sldMk cId="3816267225" sldId="321"/>
        </pc:sldMkLst>
        <pc:spChg chg="mod">
          <ac:chgData name="Geng, Baocheng" userId="b4253f3e-c40b-4a70-8207-93818653a34c" providerId="ADAL" clId="{2AACB92C-A48D-4623-A207-34C4C0C7BE95}" dt="2023-02-06T16:26:20.556" v="67" actId="20577"/>
          <ac:spMkLst>
            <pc:docMk/>
            <pc:sldMk cId="3816267225" sldId="321"/>
            <ac:spMk id="9" creationId="{00000000-0000-0000-0000-000000000000}"/>
          </ac:spMkLst>
        </pc:spChg>
        <pc:spChg chg="mod">
          <ac:chgData name="Geng, Baocheng" userId="b4253f3e-c40b-4a70-8207-93818653a34c" providerId="ADAL" clId="{2AACB92C-A48D-4623-A207-34C4C0C7BE95}" dt="2023-02-06T16:26:25.309" v="68" actId="1076"/>
          <ac:spMkLst>
            <pc:docMk/>
            <pc:sldMk cId="3816267225" sldId="321"/>
            <ac:spMk id="16" creationId="{6E8505BD-2048-FE5D-7E13-592258D1AFFD}"/>
          </ac:spMkLst>
        </pc:spChg>
      </pc:sldChg>
      <pc:sldChg chg="addSp delSp modSp add mod">
        <pc:chgData name="Geng, Baocheng" userId="b4253f3e-c40b-4a70-8207-93818653a34c" providerId="ADAL" clId="{2AACB92C-A48D-4623-A207-34C4C0C7BE95}" dt="2023-02-07T14:56:04.443" v="690" actId="962"/>
        <pc:sldMkLst>
          <pc:docMk/>
          <pc:sldMk cId="2674310734" sldId="322"/>
        </pc:sldMkLst>
        <pc:spChg chg="add mod">
          <ac:chgData name="Geng, Baocheng" userId="b4253f3e-c40b-4a70-8207-93818653a34c" providerId="ADAL" clId="{2AACB92C-A48D-4623-A207-34C4C0C7BE95}" dt="2023-02-06T16:52:32.469" v="162" actId="1076"/>
          <ac:spMkLst>
            <pc:docMk/>
            <pc:sldMk cId="2674310734" sldId="322"/>
            <ac:spMk id="4" creationId="{80D33833-EA42-AF11-221D-7E49F63F3C8F}"/>
          </ac:spMkLst>
        </pc:spChg>
        <pc:picChg chg="mod ord replST">
          <ac:chgData name="Geng, Baocheng" userId="b4253f3e-c40b-4a70-8207-93818653a34c" providerId="ADAL" clId="{2AACB92C-A48D-4623-A207-34C4C0C7BE95}" dt="2023-02-07T14:56:04.443" v="690" actId="962"/>
          <ac:picMkLst>
            <pc:docMk/>
            <pc:sldMk cId="2674310734" sldId="322"/>
            <ac:picMk id="6" creationId="{FF81FBFA-B201-FA7D-8B5F-CEC43FC77A07}"/>
          </ac:picMkLst>
        </pc:picChg>
        <pc:picChg chg="mod">
          <ac:chgData name="Geng, Baocheng" userId="b4253f3e-c40b-4a70-8207-93818653a34c" providerId="ADAL" clId="{2AACB92C-A48D-4623-A207-34C4C0C7BE95}" dt="2023-02-06T16:52:24.804" v="160" actId="14100"/>
          <ac:picMkLst>
            <pc:docMk/>
            <pc:sldMk cId="2674310734" sldId="322"/>
            <ac:picMk id="15" creationId="{FF54DF00-6155-A915-C302-A3A8162CEAB1}"/>
          </ac:picMkLst>
        </pc:picChg>
        <pc:picChg chg="del mod">
          <ac:chgData name="Geng, Baocheng" userId="b4253f3e-c40b-4a70-8207-93818653a34c" providerId="ADAL" clId="{2AACB92C-A48D-4623-A207-34C4C0C7BE95}" dt="2023-02-07T14:56:04.442" v="688" actId="478"/>
          <ac:picMkLst>
            <pc:docMk/>
            <pc:sldMk cId="2674310734" sldId="322"/>
            <ac:picMk id="17" creationId="{C6B4DD4A-971C-FF31-543E-68E60D3793EA}"/>
          </ac:picMkLst>
        </pc:picChg>
      </pc:sldChg>
      <pc:sldChg chg="add">
        <pc:chgData name="Geng, Baocheng" userId="b4253f3e-c40b-4a70-8207-93818653a34c" providerId="ADAL" clId="{2AACB92C-A48D-4623-A207-34C4C0C7BE95}" dt="2023-02-07T14:52:46.797" v="631"/>
        <pc:sldMkLst>
          <pc:docMk/>
          <pc:sldMk cId="3885410403" sldId="32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5509" y="62407"/>
            <a:ext cx="4339081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509" y="62407"/>
            <a:ext cx="4339081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1014234"/>
            <a:ext cx="4286250" cy="1420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22.xml"/><Relationship Id="rId18" Type="http://schemas.openxmlformats.org/officeDocument/2006/relationships/image" Target="../media/image11.png"/><Relationship Id="rId26" Type="http://schemas.openxmlformats.org/officeDocument/2006/relationships/slide" Target="slide47.xml"/><Relationship Id="rId3" Type="http://schemas.openxmlformats.org/officeDocument/2006/relationships/image" Target="../media/image2.png"/><Relationship Id="rId21" Type="http://schemas.openxmlformats.org/officeDocument/2006/relationships/slide" Target="slide29.xml"/><Relationship Id="rId7" Type="http://schemas.openxmlformats.org/officeDocument/2006/relationships/slide" Target="slide2.xml"/><Relationship Id="rId12" Type="http://schemas.openxmlformats.org/officeDocument/2006/relationships/image" Target="../media/image6.png"/><Relationship Id="rId17" Type="http://schemas.openxmlformats.org/officeDocument/2006/relationships/image" Target="../media/image10.png"/><Relationship Id="rId25" Type="http://schemas.openxmlformats.org/officeDocument/2006/relationships/slide" Target="slide41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slide" Target="slide20.xml"/><Relationship Id="rId24" Type="http://schemas.openxmlformats.org/officeDocument/2006/relationships/slide" Target="slide35.xml"/><Relationship Id="rId5" Type="http://schemas.openxmlformats.org/officeDocument/2006/relationships/image" Target="../media/image4.png"/><Relationship Id="rId15" Type="http://schemas.openxmlformats.org/officeDocument/2006/relationships/image" Target="../media/image8.png"/><Relationship Id="rId23" Type="http://schemas.openxmlformats.org/officeDocument/2006/relationships/slide" Target="slide33.xml"/><Relationship Id="rId28" Type="http://schemas.openxmlformats.org/officeDocument/2006/relationships/image" Target="../media/image14.png"/><Relationship Id="rId10" Type="http://schemas.openxmlformats.org/officeDocument/2006/relationships/slide" Target="slide18.xml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slide" Target="slide10.xml"/><Relationship Id="rId14" Type="http://schemas.openxmlformats.org/officeDocument/2006/relationships/image" Target="../media/image7.png"/><Relationship Id="rId22" Type="http://schemas.openxmlformats.org/officeDocument/2006/relationships/slide" Target="slide30.xml"/><Relationship Id="rId27" Type="http://schemas.openxmlformats.org/officeDocument/2006/relationships/slide" Target="slide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9" y="1715668"/>
            <a:ext cx="1219200" cy="4501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11</a:t>
            </a:r>
            <a:r>
              <a:rPr lang="en-US" sz="800">
                <a:latin typeface="Century"/>
                <a:cs typeface="Century"/>
              </a:rPr>
              <a:t>, 02/010/2025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66850" y="3301908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6570" y="540689"/>
            <a:ext cx="1674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Discrete</a:t>
            </a:r>
            <a:r>
              <a:rPr sz="1100" spc="-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-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805472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90" y="80171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993711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90" y="98995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918" y="1215885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830" y="1354023"/>
            <a:ext cx="155092" cy="1550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918" y="1576209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90" y="751545"/>
            <a:ext cx="2615565" cy="934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marR="1322705">
              <a:lnSpc>
                <a:spcPct val="112300"/>
              </a:lnSpc>
              <a:spcBef>
                <a:spcPts val="100"/>
              </a:spcBef>
            </a:pP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Introduction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Random</a:t>
            </a:r>
            <a:r>
              <a:rPr sz="1100" spc="-25" dirty="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 </a:t>
            </a:r>
            <a:r>
              <a:rPr sz="1100" spc="-30" dirty="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Variables</a:t>
            </a:r>
            <a:endParaRPr sz="1100">
              <a:latin typeface="Book Antiqua"/>
              <a:cs typeface="Book Antiqu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  <a:hlinkClick r:id="rId9" action="ppaction://hlinksldjump"/>
              </a:rPr>
              <a:t>Examples:</a:t>
            </a:r>
            <a:r>
              <a:rPr sz="1100" spc="55" dirty="0">
                <a:latin typeface="Book Antiqua"/>
                <a:cs typeface="Book Antiqua"/>
                <a:hlinkClick r:id="rId9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9" action="ppaction://hlinksldjump"/>
              </a:rPr>
              <a:t>Random</a:t>
            </a:r>
            <a:r>
              <a:rPr sz="1100" spc="-25" dirty="0">
                <a:latin typeface="Book Antiqua"/>
                <a:cs typeface="Book Antiqua"/>
                <a:hlinkClick r:id="rId9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9" action="ppaction://hlinksldjump"/>
              </a:rPr>
              <a:t>Variables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200" baseline="3472" dirty="0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r>
              <a:rPr sz="1200" spc="202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Probability</a:t>
            </a:r>
            <a:r>
              <a:rPr sz="1100" spc="40" dirty="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Mass</a:t>
            </a:r>
            <a:r>
              <a:rPr sz="1100" spc="40" dirty="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Function</a:t>
            </a:r>
            <a:endParaRPr sz="1100">
              <a:latin typeface="Book Antiqua"/>
              <a:cs typeface="Book Antiqu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  <a:hlinkClick r:id="rId11" action="ppaction://hlinksldjump"/>
              </a:rPr>
              <a:t>Examples:</a:t>
            </a:r>
            <a:r>
              <a:rPr sz="1100" spc="80" dirty="0">
                <a:latin typeface="Book Antiqua"/>
                <a:cs typeface="Book Antiqua"/>
                <a:hlinkClick r:id="rId11" action="ppaction://hlinksldjump"/>
              </a:rPr>
              <a:t> </a:t>
            </a:r>
            <a:r>
              <a:rPr sz="1100" dirty="0">
                <a:latin typeface="Book Antiqua"/>
                <a:cs typeface="Book Antiqua"/>
                <a:hlinkClick r:id="rId11" action="ppaction://hlinksldjump"/>
              </a:rPr>
              <a:t>Probability</a:t>
            </a:r>
            <a:r>
              <a:rPr sz="1100" spc="-5" dirty="0">
                <a:latin typeface="Book Antiqua"/>
                <a:cs typeface="Book Antiqua"/>
                <a:hlinkClick r:id="rId11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11" action="ppaction://hlinksldjump"/>
              </a:rPr>
              <a:t>Mass</a:t>
            </a:r>
            <a:r>
              <a:rPr sz="1100" spc="-5" dirty="0">
                <a:latin typeface="Book Antiqua"/>
                <a:cs typeface="Book Antiqua"/>
                <a:hlinkClick r:id="rId11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11" action="ppaction://hlinksldjump"/>
              </a:rPr>
              <a:t>Function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830" y="1714347"/>
            <a:ext cx="155092" cy="1550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790" y="1682407"/>
            <a:ext cx="2150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r>
              <a:rPr sz="1200" spc="727" baseline="3472" dirty="0">
                <a:solidFill>
                  <a:srgbClr val="EDEDE5"/>
                </a:solidFill>
                <a:latin typeface="Century"/>
                <a:cs typeface="Century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Functions</a:t>
            </a:r>
            <a:r>
              <a:rPr sz="1100" spc="25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of</a:t>
            </a:r>
            <a:r>
              <a:rPr sz="1100" spc="30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a</a:t>
            </a:r>
            <a:r>
              <a:rPr sz="1100" spc="25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Random</a:t>
            </a:r>
            <a:r>
              <a:rPr sz="1100" spc="35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13" action="ppaction://hlinksldjump"/>
              </a:rPr>
              <a:t>Variable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830" y="1902586"/>
            <a:ext cx="155092" cy="15509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8790" y="189882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5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3918" y="2124761"/>
            <a:ext cx="63233" cy="6323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3918" y="2296833"/>
            <a:ext cx="63233" cy="6323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13918" y="2468918"/>
            <a:ext cx="63233" cy="6323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13918" y="2640990"/>
            <a:ext cx="63233" cy="6323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3918" y="2813062"/>
            <a:ext cx="63233" cy="6323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830" y="2951200"/>
            <a:ext cx="155092" cy="15509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8790" y="294744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9890" y="1870646"/>
            <a:ext cx="3112770" cy="12407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6685" marR="881380" indent="-13462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Different</a:t>
            </a:r>
            <a:r>
              <a:rPr sz="1100" spc="-15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types</a:t>
            </a:r>
            <a:r>
              <a:rPr sz="1100" spc="-15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of</a:t>
            </a:r>
            <a:r>
              <a:rPr sz="1100" spc="-15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Random</a:t>
            </a: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 </a:t>
            </a:r>
            <a:r>
              <a:rPr sz="1100" spc="-25" dirty="0">
                <a:solidFill>
                  <a:srgbClr val="525200"/>
                </a:solidFill>
                <a:latin typeface="Book Antiqua"/>
                <a:cs typeface="Book Antiqua"/>
                <a:hlinkClick r:id="rId21" action="ppaction://hlinksldjump"/>
              </a:rPr>
              <a:t>Variables</a:t>
            </a:r>
            <a:r>
              <a:rPr sz="1100" spc="-25" dirty="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  <a:hlinkClick r:id="rId22" action="ppaction://hlinksldjump"/>
              </a:rPr>
              <a:t>Uniform</a:t>
            </a:r>
            <a:r>
              <a:rPr sz="1100" spc="-5" dirty="0">
                <a:latin typeface="Book Antiqua"/>
                <a:cs typeface="Book Antiqua"/>
                <a:hlinkClick r:id="rId22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2" action="ppaction://hlinksldjump"/>
              </a:rPr>
              <a:t>Random</a:t>
            </a:r>
            <a:r>
              <a:rPr sz="1100" spc="-5" dirty="0">
                <a:latin typeface="Book Antiqua"/>
                <a:cs typeface="Book Antiqua"/>
                <a:hlinkClick r:id="rId22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2" action="ppaction://hlinksldjump"/>
              </a:rPr>
              <a:t>Variables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3" action="ppaction://hlinksldjump"/>
              </a:rPr>
              <a:t>Bernoulli Random</a:t>
            </a:r>
            <a:r>
              <a:rPr sz="1100" spc="-15" dirty="0">
                <a:latin typeface="Book Antiqua"/>
                <a:cs typeface="Book Antiqua"/>
                <a:hlinkClick r:id="rId23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3" action="ppaction://hlinksldjump"/>
              </a:rPr>
              <a:t>Variable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4" action="ppaction://hlinksldjump"/>
              </a:rPr>
              <a:t>Binomial</a:t>
            </a:r>
            <a:r>
              <a:rPr sz="1100" spc="10" dirty="0">
                <a:latin typeface="Book Antiqua"/>
                <a:cs typeface="Book Antiqua"/>
                <a:hlinkClick r:id="rId24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4" action="ppaction://hlinksldjump"/>
              </a:rPr>
              <a:t>Random</a:t>
            </a:r>
            <a:r>
              <a:rPr sz="1100" spc="5" dirty="0">
                <a:latin typeface="Book Antiqua"/>
                <a:cs typeface="Book Antiqua"/>
                <a:hlinkClick r:id="rId24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4" action="ppaction://hlinksldjump"/>
              </a:rPr>
              <a:t>Variable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5" action="ppaction://hlinksldjump"/>
              </a:rPr>
              <a:t>Geometric</a:t>
            </a:r>
            <a:r>
              <a:rPr sz="1100" spc="-25" dirty="0">
                <a:latin typeface="Book Antiqua"/>
                <a:cs typeface="Book Antiqua"/>
                <a:hlinkClick r:id="rId25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5" action="ppaction://hlinksldjump"/>
              </a:rPr>
              <a:t>Random</a:t>
            </a:r>
            <a:r>
              <a:rPr sz="1100" spc="-25" dirty="0">
                <a:latin typeface="Book Antiqua"/>
                <a:cs typeface="Book Antiqua"/>
                <a:hlinkClick r:id="rId25" action="ppaction://hlinksldjump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25" action="ppaction://hlinksldjump"/>
              </a:rPr>
              <a:t>Variable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  <a:hlinkClick r:id="rId26" action="ppaction://hlinksldjump"/>
              </a:rPr>
              <a:t>Poisson</a:t>
            </a:r>
            <a:r>
              <a:rPr sz="1100" spc="-10" dirty="0">
                <a:latin typeface="Book Antiqua"/>
                <a:cs typeface="Book Antiqua"/>
                <a:hlinkClick r:id="rId26" action="ppaction://hlinksldjump"/>
              </a:rPr>
              <a:t> Random Variable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Functions</a:t>
            </a:r>
            <a:r>
              <a:rPr sz="1100" spc="5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of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a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Random</a:t>
            </a:r>
            <a:r>
              <a:rPr sz="1100" spc="15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Variable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Section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2.3,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pg</a:t>
            </a:r>
            <a:r>
              <a:rPr sz="1100" spc="15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 </a:t>
            </a:r>
            <a:r>
              <a:rPr sz="1100" spc="-25" dirty="0">
                <a:solidFill>
                  <a:srgbClr val="525200"/>
                </a:solidFill>
                <a:latin typeface="Book Antiqua"/>
                <a:cs typeface="Book Antiqua"/>
                <a:hlinkClick r:id="rId27" action="ppaction://hlinksldjump"/>
              </a:rPr>
              <a:t>80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0830" y="3139440"/>
            <a:ext cx="155092" cy="15509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28790" y="3107499"/>
            <a:ext cx="840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 dirty="0">
                <a:solidFill>
                  <a:srgbClr val="EDEDE5"/>
                </a:solidFill>
                <a:latin typeface="Century"/>
                <a:cs typeface="Century"/>
              </a:rPr>
              <a:t>7</a:t>
            </a:r>
            <a:r>
              <a:rPr sz="1200" spc="247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Next</a:t>
            </a:r>
            <a:r>
              <a:rPr sz="1100" spc="60" dirty="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Time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50645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Copyright</a:t>
            </a:r>
            <a:r>
              <a:rPr spc="125" dirty="0"/>
              <a:t> </a:t>
            </a:r>
            <a:r>
              <a:rPr spc="6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Materials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prepared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and/or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included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protected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by </a:t>
            </a:r>
            <a:r>
              <a:rPr sz="1100" spc="-30" dirty="0">
                <a:latin typeface="Book Antiqua"/>
                <a:cs typeface="Book Antiqua"/>
              </a:rPr>
              <a:t>copyright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law.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intended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used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students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enrolled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during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current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term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should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further </a:t>
            </a:r>
            <a:r>
              <a:rPr sz="1100" spc="-30" dirty="0">
                <a:latin typeface="Book Antiqua"/>
                <a:cs typeface="Book Antiqua"/>
              </a:rPr>
              <a:t>disseminated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without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prior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permission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/36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8954" y="62407"/>
            <a:ext cx="6699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57350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35606" y="603170"/>
            <a:ext cx="5372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44" y="978281"/>
            <a:ext cx="448373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112" baseline="31250" dirty="0">
                <a:latin typeface="Century"/>
                <a:cs typeface="Century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  <a:p>
            <a:pPr marR="93345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104" baseline="31250" dirty="0">
                <a:latin typeface="Century"/>
                <a:cs typeface="Century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30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32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8954" y="62407"/>
            <a:ext cx="6699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57350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35606" y="603170"/>
            <a:ext cx="5372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44" y="978281"/>
            <a:ext cx="4509135" cy="962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112" baseline="31250" dirty="0">
                <a:latin typeface="Century"/>
                <a:cs typeface="Century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  <a:p>
            <a:pPr marR="93345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104" baseline="31250" dirty="0">
                <a:latin typeface="Century"/>
                <a:cs typeface="Century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30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32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Book Antiqua"/>
              <a:cs typeface="Book Antiqua"/>
            </a:endParaRPr>
          </a:p>
          <a:p>
            <a:pPr marL="3746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(or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more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one).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38096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Random</a:t>
            </a:r>
            <a:r>
              <a:rPr spc="130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9585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37245" y="1025521"/>
            <a:ext cx="11334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185583"/>
            <a:ext cx="4445635" cy="486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95934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real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valued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outcome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experiment.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6E8505BD-2048-FE5D-7E13-592258D1AFFD}"/>
              </a:ext>
            </a:extLst>
          </p:cNvPr>
          <p:cNvSpPr txBox="1"/>
          <p:nvPr/>
        </p:nvSpPr>
        <p:spPr>
          <a:xfrm>
            <a:off x="1085850" y="1963307"/>
            <a:ext cx="2829560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when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coins.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{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4</a:t>
            </a:r>
            <a:r>
              <a:rPr sz="1100" i="1" spc="-25" dirty="0">
                <a:latin typeface="Times New Roman"/>
                <a:cs typeface="Times New Roman"/>
              </a:rPr>
              <a:t>}</a:t>
            </a:r>
            <a:endParaRPr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6267225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Random</a:t>
            </a:r>
            <a:r>
              <a:rPr spc="130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9585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37245" y="1025521"/>
            <a:ext cx="11334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185583"/>
            <a:ext cx="4445635" cy="666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95934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real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valued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outcome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experiment.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finite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countable,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discrete</a:t>
            </a:r>
            <a:r>
              <a:rPr sz="1100" spc="-10" dirty="0">
                <a:latin typeface="Book Antiqua"/>
                <a:cs typeface="Book Antiqua"/>
              </a:rPr>
              <a:t>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554706773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Random</a:t>
            </a:r>
            <a:r>
              <a:rPr spc="130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9585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37245" y="1025521"/>
            <a:ext cx="11334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185583"/>
            <a:ext cx="4445635" cy="1370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915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real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valued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outcome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experiment.</a:t>
            </a:r>
            <a:endParaRPr sz="1100">
              <a:latin typeface="Book Antiqua"/>
              <a:cs typeface="Book Antiqua"/>
            </a:endParaRPr>
          </a:p>
          <a:p>
            <a:pPr marL="12700" marR="281305">
              <a:lnSpc>
                <a:spcPct val="210000"/>
              </a:lnSpc>
              <a:spcBef>
                <a:spcPts val="96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finite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countable,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discrete</a:t>
            </a:r>
            <a:r>
              <a:rPr sz="1100" spc="-10" dirty="0">
                <a:latin typeface="Book Antiqua"/>
                <a:cs typeface="Book Antiqua"/>
              </a:rPr>
              <a:t>. </a:t>
            </a:r>
            <a:r>
              <a:rPr sz="1100" spc="-20" dirty="0">
                <a:latin typeface="Book Antiqua"/>
                <a:cs typeface="Book Antiqua"/>
              </a:rPr>
              <a:t>Usually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b="0" i="1" spc="120" dirty="0">
                <a:latin typeface="Bookman Old Style"/>
                <a:cs typeface="Bookman Old Style"/>
              </a:rPr>
              <a:t>X</a:t>
            </a:r>
            <a:r>
              <a:rPr sz="1100" spc="120" dirty="0">
                <a:latin typeface="Book Antiqua"/>
                <a:cs typeface="Book Antiqua"/>
              </a:rPr>
              <a:t>,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other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capital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letters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random</a:t>
            </a:r>
            <a:r>
              <a:rPr sz="1100" b="1" spc="12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variables</a:t>
            </a:r>
            <a:r>
              <a:rPr sz="1100" spc="-1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x,y,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other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lower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case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letters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values</a:t>
            </a:r>
            <a:r>
              <a:rPr sz="1100" b="1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random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can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take.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6554" y="62407"/>
            <a:ext cx="915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Flip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Coin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10043"/>
            <a:ext cx="1953260" cy="895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H,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55" dirty="0">
                <a:latin typeface="Book Antiqua"/>
                <a:cs typeface="Book Antiqua"/>
              </a:rPr>
              <a:t> T</a:t>
            </a:r>
            <a:endParaRPr sz="1100">
              <a:latin typeface="Book Antiqua"/>
              <a:cs typeface="Book Antiqua"/>
            </a:endParaRPr>
          </a:p>
          <a:p>
            <a:pPr marL="12700" marR="5080">
              <a:lnSpc>
                <a:spcPct val="210000"/>
              </a:lnSpc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{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1</a:t>
            </a:r>
            <a:r>
              <a:rPr sz="1100" i="1" spc="-25" dirty="0">
                <a:latin typeface="Times New Roman"/>
                <a:cs typeface="Times New Roman"/>
              </a:rPr>
              <a:t>} </a:t>
            </a:r>
            <a:r>
              <a:rPr sz="1100" spc="-25" dirty="0">
                <a:latin typeface="Book Antiqua"/>
                <a:cs typeface="Book Antiqua"/>
              </a:rPr>
              <a:t>Outcomes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0,1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(Really</a:t>
            </a:r>
            <a:r>
              <a:rPr sz="1100" spc="65" dirty="0">
                <a:latin typeface="Book Antiqua"/>
                <a:cs typeface="Book Antiqua"/>
              </a:rPr>
              <a:t> T, </a:t>
            </a:r>
            <a:r>
              <a:rPr sz="1100" spc="-25" dirty="0">
                <a:latin typeface="Book Antiqua"/>
                <a:cs typeface="Book Antiqua"/>
              </a:rPr>
              <a:t>H)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10/36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6535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Number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spc="-20" dirty="0"/>
              <a:t>Heads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14234"/>
            <a:ext cx="3054985" cy="895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when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coins.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{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4</a:t>
            </a:r>
            <a:r>
              <a:rPr sz="1100" i="1" spc="-25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100" spc="-25" dirty="0">
                <a:latin typeface="Book Antiqua"/>
                <a:cs typeface="Book Antiqua"/>
              </a:rPr>
              <a:t>Outcomes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60" dirty="0">
                <a:latin typeface="Book Antiqua"/>
                <a:cs typeface="Book Antiqua"/>
              </a:rPr>
              <a:t>HHHH,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HHHT,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HHTH,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HTHH,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.</a:t>
            </a:r>
            <a:r>
              <a:rPr sz="1100" spc="-9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.</a:t>
            </a:r>
            <a:r>
              <a:rPr sz="1100" spc="-95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6535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Number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spc="-20" dirty="0"/>
              <a:t>Heads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55" dirty="0">
                <a:latin typeface="Bookman Old Style"/>
                <a:cs typeface="Bookman Old Style"/>
              </a:rPr>
              <a:t> </a:t>
            </a:r>
            <a:r>
              <a:rPr spc="180" dirty="0"/>
              <a:t>=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spc="-30" dirty="0"/>
              <a:t>number</a:t>
            </a:r>
            <a:r>
              <a:rPr spc="40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20" dirty="0"/>
              <a:t>heads</a:t>
            </a:r>
            <a:r>
              <a:rPr spc="45" dirty="0"/>
              <a:t> </a:t>
            </a:r>
            <a:r>
              <a:rPr spc="-35" dirty="0"/>
              <a:t>when</a:t>
            </a:r>
            <a:r>
              <a:rPr spc="40" dirty="0"/>
              <a:t> </a:t>
            </a:r>
            <a:r>
              <a:rPr dirty="0"/>
              <a:t>I</a:t>
            </a:r>
            <a:r>
              <a:rPr spc="40" dirty="0"/>
              <a:t> </a:t>
            </a:r>
            <a:r>
              <a:rPr dirty="0"/>
              <a:t>toss</a:t>
            </a:r>
            <a:r>
              <a:rPr spc="45" dirty="0"/>
              <a:t> </a:t>
            </a:r>
            <a:r>
              <a:rPr dirty="0"/>
              <a:t>4</a:t>
            </a:r>
            <a:r>
              <a:rPr spc="40" dirty="0"/>
              <a:t> </a:t>
            </a:r>
            <a:r>
              <a:rPr spc="-10" dirty="0"/>
              <a:t>coins.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range</a:t>
            </a:r>
            <a:r>
              <a:rPr spc="7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95" dirty="0">
                <a:latin typeface="Bookman Old Style"/>
                <a:cs typeface="Bookman Old Style"/>
              </a:rPr>
              <a:t> </a:t>
            </a:r>
            <a:r>
              <a:rPr dirty="0"/>
              <a:t>is</a:t>
            </a:r>
            <a:r>
              <a:rPr spc="65" dirty="0"/>
              <a:t> </a:t>
            </a:r>
            <a:r>
              <a:rPr i="1" dirty="0">
                <a:latin typeface="Times New Roman"/>
                <a:cs typeface="Times New Roman"/>
              </a:rPr>
              <a:t>{</a:t>
            </a:r>
            <a:r>
              <a:rPr dirty="0"/>
              <a:t>0</a:t>
            </a:r>
            <a:r>
              <a:rPr b="0" i="1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1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2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3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4</a:t>
            </a:r>
            <a:r>
              <a:rPr i="1" spc="-25" dirty="0">
                <a:latin typeface="Times New Roman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pc="-25" dirty="0"/>
              <a:t>Outcomes</a:t>
            </a:r>
            <a:r>
              <a:rPr spc="-35" dirty="0"/>
              <a:t> </a:t>
            </a:r>
            <a:r>
              <a:rPr dirty="0"/>
              <a:t>are</a:t>
            </a:r>
            <a:r>
              <a:rPr spc="30" dirty="0"/>
              <a:t> </a:t>
            </a:r>
            <a:r>
              <a:rPr spc="-60" dirty="0"/>
              <a:t>HHHH,</a:t>
            </a:r>
            <a:r>
              <a:rPr spc="25" dirty="0"/>
              <a:t> </a:t>
            </a:r>
            <a:r>
              <a:rPr spc="-20" dirty="0"/>
              <a:t>HHHT,</a:t>
            </a:r>
            <a:r>
              <a:rPr spc="30" dirty="0"/>
              <a:t> </a:t>
            </a:r>
            <a:r>
              <a:rPr spc="-20" dirty="0"/>
              <a:t>HHTH,</a:t>
            </a:r>
            <a:r>
              <a:rPr spc="25" dirty="0"/>
              <a:t> </a:t>
            </a:r>
            <a:r>
              <a:rPr spc="-20" dirty="0"/>
              <a:t>HTHH,</a:t>
            </a:r>
            <a:r>
              <a:rPr spc="25" dirty="0"/>
              <a:t> </a:t>
            </a:r>
            <a:r>
              <a:rPr dirty="0"/>
              <a:t>.</a:t>
            </a:r>
            <a:r>
              <a:rPr spc="-95" dirty="0"/>
              <a:t> </a:t>
            </a:r>
            <a:r>
              <a:rPr dirty="0"/>
              <a:t>.</a:t>
            </a:r>
            <a:r>
              <a:rPr spc="-95" dirty="0"/>
              <a:t> </a:t>
            </a:r>
            <a:r>
              <a:rPr spc="-50" dirty="0"/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50" dirty="0"/>
          </a:p>
          <a:p>
            <a:pPr marL="12700" marR="5080">
              <a:lnSpc>
                <a:spcPct val="102600"/>
              </a:lnSpc>
            </a:pP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probability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each</a:t>
            </a:r>
            <a:r>
              <a:rPr spc="70" dirty="0"/>
              <a:t> </a:t>
            </a:r>
            <a:r>
              <a:rPr b="1" dirty="0">
                <a:latin typeface="Book Antiqua"/>
                <a:cs typeface="Book Antiqua"/>
              </a:rPr>
              <a:t>outcome</a:t>
            </a:r>
            <a:r>
              <a:rPr b="1" spc="70" dirty="0">
                <a:latin typeface="Book Antiqua"/>
                <a:cs typeface="Book Antiqua"/>
              </a:rPr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same,</a:t>
            </a:r>
            <a:r>
              <a:rPr spc="65" dirty="0"/>
              <a:t> </a:t>
            </a:r>
            <a:r>
              <a:rPr dirty="0"/>
              <a:t>but</a:t>
            </a:r>
            <a:r>
              <a:rPr spc="70" dirty="0"/>
              <a:t> </a:t>
            </a:r>
            <a:r>
              <a:rPr dirty="0"/>
              <a:t>not</a:t>
            </a:r>
            <a:r>
              <a:rPr spc="7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probability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b="1" dirty="0">
                <a:latin typeface="Book Antiqua"/>
                <a:cs typeface="Book Antiqua"/>
              </a:rPr>
              <a:t>values</a:t>
            </a:r>
            <a:r>
              <a:rPr b="1" spc="45" dirty="0">
                <a:latin typeface="Book Antiqua"/>
                <a:cs typeface="Book Antiqua"/>
              </a:rPr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30" dirty="0"/>
              <a:t>domain</a:t>
            </a:r>
            <a:r>
              <a:rPr spc="40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b="0" i="1" spc="95" dirty="0">
                <a:latin typeface="Bookman Old Style"/>
                <a:cs typeface="Bookman Old Style"/>
              </a:rPr>
              <a:t>X</a:t>
            </a:r>
            <a:r>
              <a:rPr spc="9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8876" y="62407"/>
            <a:ext cx="11506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Roll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Dice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14234"/>
            <a:ext cx="288099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sum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numbers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dice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{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4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6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7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8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9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10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11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12</a:t>
            </a:r>
            <a:r>
              <a:rPr sz="1100" i="1" spc="-25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5915">
              <a:lnSpc>
                <a:spcPct val="100000"/>
              </a:lnSpc>
              <a:spcBef>
                <a:spcPts val="135"/>
              </a:spcBef>
            </a:pPr>
            <a:r>
              <a:rPr dirty="0"/>
              <a:t>Roll</a:t>
            </a:r>
            <a:r>
              <a:rPr spc="215" dirty="0"/>
              <a:t> </a:t>
            </a:r>
            <a:r>
              <a:rPr dirty="0"/>
              <a:t>Two</a:t>
            </a:r>
            <a:r>
              <a:rPr spc="220" dirty="0"/>
              <a:t> </a:t>
            </a:r>
            <a:r>
              <a:rPr spc="-20" dirty="0"/>
              <a:t>Dice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14234"/>
            <a:ext cx="2880995" cy="895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sum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numbers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dice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{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4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6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7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8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9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10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11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12</a:t>
            </a:r>
            <a:r>
              <a:rPr sz="1100" i="1" spc="-25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100" spc="-25" dirty="0">
                <a:latin typeface="Book Antiqua"/>
                <a:cs typeface="Book Antiqua"/>
              </a:rPr>
              <a:t>Outcomes</a:t>
            </a:r>
            <a:r>
              <a:rPr sz="1100" spc="1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(1,1),</a:t>
            </a:r>
            <a:r>
              <a:rPr sz="1100" spc="1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(1,2),</a:t>
            </a:r>
            <a:r>
              <a:rPr sz="1100" spc="1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(2,1),</a:t>
            </a:r>
            <a:r>
              <a:rPr sz="1100" spc="1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.</a:t>
            </a:r>
            <a:r>
              <a:rPr sz="1100" spc="-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.</a:t>
            </a:r>
            <a:r>
              <a:rPr sz="1100" spc="-65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5915">
              <a:lnSpc>
                <a:spcPct val="100000"/>
              </a:lnSpc>
              <a:spcBef>
                <a:spcPts val="135"/>
              </a:spcBef>
            </a:pPr>
            <a:r>
              <a:rPr dirty="0"/>
              <a:t>Roll</a:t>
            </a:r>
            <a:r>
              <a:rPr spc="215" dirty="0"/>
              <a:t> </a:t>
            </a:r>
            <a:r>
              <a:rPr dirty="0"/>
              <a:t>Two</a:t>
            </a:r>
            <a:r>
              <a:rPr spc="220" dirty="0"/>
              <a:t> </a:t>
            </a:r>
            <a:r>
              <a:rPr spc="-20" dirty="0"/>
              <a:t>Dice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50" dirty="0">
                <a:latin typeface="Bookman Old Style"/>
                <a:cs typeface="Bookman Old Style"/>
              </a:rPr>
              <a:t> </a:t>
            </a:r>
            <a:r>
              <a:rPr spc="180" dirty="0"/>
              <a:t>=</a:t>
            </a:r>
            <a:r>
              <a:rPr spc="30" dirty="0"/>
              <a:t> </a:t>
            </a:r>
            <a:r>
              <a:rPr spc="-20" dirty="0"/>
              <a:t>sum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35" dirty="0"/>
              <a:t>numbers</a:t>
            </a:r>
            <a:r>
              <a:rPr spc="35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dice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range</a:t>
            </a:r>
            <a:r>
              <a:rPr spc="8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110" dirty="0">
                <a:latin typeface="Bookman Old Style"/>
                <a:cs typeface="Bookman Old Style"/>
              </a:rPr>
              <a:t> </a:t>
            </a:r>
            <a:r>
              <a:rPr dirty="0"/>
              <a:t>is</a:t>
            </a:r>
            <a:r>
              <a:rPr spc="85" dirty="0"/>
              <a:t> </a:t>
            </a:r>
            <a:r>
              <a:rPr i="1" dirty="0">
                <a:latin typeface="Times New Roman"/>
                <a:cs typeface="Times New Roman"/>
              </a:rPr>
              <a:t>{</a:t>
            </a:r>
            <a:r>
              <a:rPr dirty="0"/>
              <a:t>2</a:t>
            </a:r>
            <a:r>
              <a:rPr b="0" i="1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3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4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5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6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7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8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9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0" dirty="0"/>
              <a:t>10</a:t>
            </a:r>
            <a:r>
              <a:rPr b="0" i="1" spc="-20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0" dirty="0"/>
              <a:t>11</a:t>
            </a:r>
            <a:r>
              <a:rPr b="0" i="1" spc="-20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12</a:t>
            </a:r>
            <a:r>
              <a:rPr i="1" spc="-25" dirty="0">
                <a:latin typeface="Times New Roman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pc="-25" dirty="0"/>
              <a:t>Outcomes</a:t>
            </a:r>
            <a:r>
              <a:rPr spc="145" dirty="0"/>
              <a:t> </a:t>
            </a:r>
            <a:r>
              <a:rPr dirty="0"/>
              <a:t>are</a:t>
            </a:r>
            <a:r>
              <a:rPr spc="145" dirty="0"/>
              <a:t> </a:t>
            </a:r>
            <a:r>
              <a:rPr dirty="0"/>
              <a:t>(1,1),</a:t>
            </a:r>
            <a:r>
              <a:rPr spc="150" dirty="0"/>
              <a:t> </a:t>
            </a:r>
            <a:r>
              <a:rPr dirty="0"/>
              <a:t>(1,2),</a:t>
            </a:r>
            <a:r>
              <a:rPr spc="145" dirty="0"/>
              <a:t> </a:t>
            </a:r>
            <a:r>
              <a:rPr dirty="0"/>
              <a:t>(2,1),</a:t>
            </a:r>
            <a:r>
              <a:rPr spc="150" dirty="0"/>
              <a:t> 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.</a:t>
            </a:r>
            <a:r>
              <a:rPr spc="-65" dirty="0"/>
              <a:t> </a:t>
            </a:r>
            <a:r>
              <a:rPr spc="-50" dirty="0"/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50" dirty="0"/>
          </a:p>
          <a:p>
            <a:pPr marL="12700" marR="5080">
              <a:lnSpc>
                <a:spcPct val="102600"/>
              </a:lnSpc>
            </a:pP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probability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each</a:t>
            </a:r>
            <a:r>
              <a:rPr spc="70" dirty="0"/>
              <a:t> </a:t>
            </a:r>
            <a:r>
              <a:rPr b="1" dirty="0">
                <a:latin typeface="Book Antiqua"/>
                <a:cs typeface="Book Antiqua"/>
              </a:rPr>
              <a:t>outcome</a:t>
            </a:r>
            <a:r>
              <a:rPr b="1" spc="70" dirty="0">
                <a:latin typeface="Book Antiqua"/>
                <a:cs typeface="Book Antiqua"/>
              </a:rPr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same,</a:t>
            </a:r>
            <a:r>
              <a:rPr spc="65" dirty="0"/>
              <a:t> </a:t>
            </a:r>
            <a:r>
              <a:rPr dirty="0"/>
              <a:t>but</a:t>
            </a:r>
            <a:r>
              <a:rPr spc="70" dirty="0"/>
              <a:t> </a:t>
            </a:r>
            <a:r>
              <a:rPr dirty="0"/>
              <a:t>not</a:t>
            </a:r>
            <a:r>
              <a:rPr spc="7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probability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5" dirty="0"/>
              <a:t>values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0" dirty="0"/>
              <a:t>domain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b="0" i="1" spc="95" dirty="0">
                <a:latin typeface="Bookman Old Style"/>
                <a:cs typeface="Bookman Old Style"/>
              </a:rPr>
              <a:t>X</a:t>
            </a:r>
            <a:r>
              <a:rPr spc="9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7/36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5915">
              <a:lnSpc>
                <a:spcPct val="100000"/>
              </a:lnSpc>
              <a:spcBef>
                <a:spcPts val="135"/>
              </a:spcBef>
            </a:pPr>
            <a:r>
              <a:rPr dirty="0"/>
              <a:t>Roll</a:t>
            </a:r>
            <a:r>
              <a:rPr spc="215" dirty="0"/>
              <a:t> </a:t>
            </a:r>
            <a:r>
              <a:rPr dirty="0"/>
              <a:t>Two</a:t>
            </a:r>
            <a:r>
              <a:rPr spc="220" dirty="0"/>
              <a:t> </a:t>
            </a:r>
            <a:r>
              <a:rPr spc="-20" dirty="0"/>
              <a:t>Dice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55" dirty="0">
                <a:latin typeface="Bookman Old Style"/>
                <a:cs typeface="Bookman Old Style"/>
              </a:rPr>
              <a:t> </a:t>
            </a:r>
            <a:r>
              <a:rPr spc="180" dirty="0"/>
              <a:t>=</a:t>
            </a:r>
            <a:r>
              <a:rPr spc="40" dirty="0"/>
              <a:t> </a:t>
            </a:r>
            <a:r>
              <a:rPr spc="-35" dirty="0"/>
              <a:t>maximum</a:t>
            </a:r>
            <a:r>
              <a:rPr spc="40" dirty="0"/>
              <a:t> </a:t>
            </a:r>
            <a:r>
              <a:rPr spc="-30" dirty="0"/>
              <a:t>number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20" dirty="0"/>
              <a:t>dice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range</a:t>
            </a:r>
            <a:r>
              <a:rPr spc="7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95" dirty="0">
                <a:latin typeface="Bookman Old Style"/>
                <a:cs typeface="Bookman Old Style"/>
              </a:rPr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i="1" dirty="0">
                <a:latin typeface="Times New Roman"/>
                <a:cs typeface="Times New Roman"/>
              </a:rPr>
              <a:t>{</a:t>
            </a:r>
            <a:r>
              <a:rPr dirty="0"/>
              <a:t>1</a:t>
            </a:r>
            <a:r>
              <a:rPr b="0" i="1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2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3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4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5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6</a:t>
            </a:r>
            <a:r>
              <a:rPr i="1" spc="-25" dirty="0">
                <a:latin typeface="Times New Roman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pc="-25" dirty="0"/>
              <a:t>Outcomes</a:t>
            </a:r>
            <a:r>
              <a:rPr spc="145" dirty="0"/>
              <a:t> </a:t>
            </a:r>
            <a:r>
              <a:rPr dirty="0"/>
              <a:t>are</a:t>
            </a:r>
            <a:r>
              <a:rPr spc="145" dirty="0"/>
              <a:t> </a:t>
            </a:r>
            <a:r>
              <a:rPr dirty="0"/>
              <a:t>(1,1),</a:t>
            </a:r>
            <a:r>
              <a:rPr spc="150" dirty="0"/>
              <a:t> </a:t>
            </a:r>
            <a:r>
              <a:rPr dirty="0"/>
              <a:t>(1,2),</a:t>
            </a:r>
            <a:r>
              <a:rPr spc="145" dirty="0"/>
              <a:t> </a:t>
            </a:r>
            <a:r>
              <a:rPr dirty="0"/>
              <a:t>(2,1),</a:t>
            </a:r>
            <a:r>
              <a:rPr spc="150" dirty="0"/>
              <a:t> 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.</a:t>
            </a:r>
            <a:r>
              <a:rPr spc="-65" dirty="0"/>
              <a:t> </a:t>
            </a:r>
            <a:r>
              <a:rPr spc="-50" dirty="0"/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50" dirty="0"/>
          </a:p>
          <a:p>
            <a:pPr marL="12700" marR="5080">
              <a:lnSpc>
                <a:spcPct val="102600"/>
              </a:lnSpc>
            </a:pP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probability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each</a:t>
            </a:r>
            <a:r>
              <a:rPr spc="75" dirty="0"/>
              <a:t> </a:t>
            </a:r>
            <a:r>
              <a:rPr b="1" dirty="0">
                <a:latin typeface="Book Antiqua"/>
                <a:cs typeface="Book Antiqua"/>
              </a:rPr>
              <a:t>outcome</a:t>
            </a:r>
            <a:r>
              <a:rPr b="1" spc="70" dirty="0">
                <a:latin typeface="Book Antiqua"/>
                <a:cs typeface="Book Antiqua"/>
              </a:rPr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same,</a:t>
            </a:r>
            <a:r>
              <a:rPr spc="65" dirty="0"/>
              <a:t> </a:t>
            </a:r>
            <a:r>
              <a:rPr dirty="0"/>
              <a:t>but</a:t>
            </a:r>
            <a:r>
              <a:rPr spc="70" dirty="0"/>
              <a:t> </a:t>
            </a:r>
            <a:r>
              <a:rPr dirty="0"/>
              <a:t>not</a:t>
            </a:r>
            <a:r>
              <a:rPr spc="7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probability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5" dirty="0"/>
              <a:t>values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0" dirty="0"/>
              <a:t>domain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b="0" i="1" spc="95" dirty="0">
                <a:latin typeface="Bookman Old Style"/>
                <a:cs typeface="Bookman Old Style"/>
              </a:rPr>
              <a:t>X</a:t>
            </a:r>
            <a:r>
              <a:rPr spc="95" dirty="0"/>
              <a:t>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8/36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5915">
              <a:lnSpc>
                <a:spcPct val="100000"/>
              </a:lnSpc>
              <a:spcBef>
                <a:spcPts val="135"/>
              </a:spcBef>
            </a:pPr>
            <a:r>
              <a:rPr dirty="0"/>
              <a:t>Roll</a:t>
            </a:r>
            <a:r>
              <a:rPr spc="215" dirty="0"/>
              <a:t> </a:t>
            </a:r>
            <a:r>
              <a:rPr dirty="0"/>
              <a:t>Two</a:t>
            </a:r>
            <a:r>
              <a:rPr spc="220" dirty="0"/>
              <a:t> </a:t>
            </a:r>
            <a:r>
              <a:rPr spc="-20" dirty="0"/>
              <a:t>Dice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60" dirty="0">
                <a:latin typeface="Bookman Old Style"/>
                <a:cs typeface="Bookman Old Style"/>
              </a:rPr>
              <a:t> </a:t>
            </a:r>
            <a:r>
              <a:rPr spc="180" dirty="0"/>
              <a:t>=</a:t>
            </a:r>
            <a:r>
              <a:rPr spc="45" dirty="0"/>
              <a:t> </a:t>
            </a:r>
            <a:r>
              <a:rPr spc="-30" dirty="0"/>
              <a:t>number</a:t>
            </a:r>
            <a:r>
              <a:rPr spc="4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10" dirty="0"/>
              <a:t>sixes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30" dirty="0"/>
              <a:t> </a:t>
            </a:r>
            <a:r>
              <a:rPr spc="-10" dirty="0"/>
              <a:t>range</a:t>
            </a:r>
            <a:r>
              <a:rPr spc="6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80" dirty="0">
                <a:latin typeface="Bookman Old Style"/>
                <a:cs typeface="Bookman Old Style"/>
              </a:rPr>
              <a:t> </a:t>
            </a:r>
            <a:r>
              <a:rPr dirty="0"/>
              <a:t>is</a:t>
            </a:r>
            <a:endParaRPr i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pc="-25" dirty="0"/>
              <a:t>Outcomes</a:t>
            </a:r>
            <a:r>
              <a:rPr spc="145" dirty="0"/>
              <a:t> </a:t>
            </a:r>
            <a:r>
              <a:rPr dirty="0"/>
              <a:t>are</a:t>
            </a:r>
            <a:r>
              <a:rPr spc="145" dirty="0"/>
              <a:t> </a:t>
            </a:r>
            <a:r>
              <a:rPr dirty="0"/>
              <a:t>(1,1),</a:t>
            </a:r>
            <a:r>
              <a:rPr spc="150" dirty="0"/>
              <a:t> </a:t>
            </a:r>
            <a:r>
              <a:rPr dirty="0"/>
              <a:t>(1,2),</a:t>
            </a:r>
            <a:r>
              <a:rPr spc="145" dirty="0"/>
              <a:t> </a:t>
            </a:r>
            <a:r>
              <a:rPr dirty="0"/>
              <a:t>(2,1),</a:t>
            </a:r>
            <a:r>
              <a:rPr spc="150" dirty="0"/>
              <a:t> 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.</a:t>
            </a:r>
            <a:r>
              <a:rPr spc="-65" dirty="0"/>
              <a:t> </a:t>
            </a:r>
            <a:r>
              <a:rPr spc="-50" dirty="0"/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50" dirty="0"/>
          </a:p>
          <a:p>
            <a:pPr marL="12700" marR="5080">
              <a:lnSpc>
                <a:spcPct val="102600"/>
              </a:lnSpc>
            </a:pP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probability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each</a:t>
            </a:r>
            <a:r>
              <a:rPr spc="75" dirty="0"/>
              <a:t> </a:t>
            </a:r>
            <a:r>
              <a:rPr b="1" dirty="0">
                <a:latin typeface="Book Antiqua"/>
                <a:cs typeface="Book Antiqua"/>
              </a:rPr>
              <a:t>outcome</a:t>
            </a:r>
            <a:r>
              <a:rPr b="1" spc="70" dirty="0">
                <a:latin typeface="Book Antiqua"/>
                <a:cs typeface="Book Antiqua"/>
              </a:rPr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same,</a:t>
            </a:r>
            <a:r>
              <a:rPr spc="65" dirty="0"/>
              <a:t> </a:t>
            </a:r>
            <a:r>
              <a:rPr dirty="0"/>
              <a:t>but</a:t>
            </a:r>
            <a:r>
              <a:rPr spc="70" dirty="0"/>
              <a:t> </a:t>
            </a:r>
            <a:r>
              <a:rPr dirty="0"/>
              <a:t>not</a:t>
            </a:r>
            <a:r>
              <a:rPr spc="7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probability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5" dirty="0"/>
              <a:t>values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0" dirty="0"/>
              <a:t>domain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b="0" i="1" spc="95" dirty="0">
                <a:latin typeface="Bookman Old Style"/>
                <a:cs typeface="Bookman Old Style"/>
              </a:rPr>
              <a:t>X</a:t>
            </a:r>
            <a:r>
              <a:rPr spc="95" dirty="0"/>
              <a:t>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9/36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5915">
              <a:lnSpc>
                <a:spcPct val="100000"/>
              </a:lnSpc>
              <a:spcBef>
                <a:spcPts val="135"/>
              </a:spcBef>
            </a:pPr>
            <a:r>
              <a:rPr dirty="0"/>
              <a:t>Roll</a:t>
            </a:r>
            <a:r>
              <a:rPr spc="215" dirty="0"/>
              <a:t> </a:t>
            </a:r>
            <a:r>
              <a:rPr dirty="0"/>
              <a:t>Two</a:t>
            </a:r>
            <a:r>
              <a:rPr spc="220" dirty="0"/>
              <a:t> </a:t>
            </a:r>
            <a:r>
              <a:rPr spc="-20" dirty="0"/>
              <a:t>Dice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60" dirty="0">
                <a:latin typeface="Bookman Old Style"/>
                <a:cs typeface="Bookman Old Style"/>
              </a:rPr>
              <a:t> </a:t>
            </a:r>
            <a:r>
              <a:rPr spc="180" dirty="0"/>
              <a:t>=</a:t>
            </a:r>
            <a:r>
              <a:rPr spc="45" dirty="0"/>
              <a:t> </a:t>
            </a:r>
            <a:r>
              <a:rPr spc="-30" dirty="0"/>
              <a:t>number</a:t>
            </a:r>
            <a:r>
              <a:rPr spc="4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10" dirty="0"/>
              <a:t>sixes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30" dirty="0"/>
              <a:t> </a:t>
            </a:r>
            <a:r>
              <a:rPr spc="-10" dirty="0"/>
              <a:t>range</a:t>
            </a:r>
            <a:r>
              <a:rPr spc="6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b="0" i="1" spc="130" dirty="0">
                <a:latin typeface="Bookman Old Style"/>
                <a:cs typeface="Bookman Old Style"/>
              </a:rPr>
              <a:t>X</a:t>
            </a:r>
            <a:r>
              <a:rPr b="0" i="1" spc="80" dirty="0">
                <a:latin typeface="Bookman Old Style"/>
                <a:cs typeface="Bookman Old Style"/>
              </a:rPr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i="1" dirty="0">
                <a:latin typeface="Times New Roman"/>
                <a:cs typeface="Times New Roman"/>
              </a:rPr>
              <a:t>{</a:t>
            </a:r>
            <a:r>
              <a:rPr dirty="0"/>
              <a:t>0</a:t>
            </a:r>
            <a:r>
              <a:rPr b="0" i="1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1</a:t>
            </a:r>
            <a:r>
              <a:rPr b="0" i="1" spc="-25" dirty="0">
                <a:latin typeface="Bookman Old Style"/>
                <a:cs typeface="Bookman Old Style"/>
              </a:rPr>
              <a:t>,</a:t>
            </a:r>
            <a:r>
              <a:rPr b="0" i="1" spc="-150" dirty="0">
                <a:latin typeface="Bookman Old Style"/>
                <a:cs typeface="Bookman Old Style"/>
              </a:rPr>
              <a:t> </a:t>
            </a:r>
            <a:r>
              <a:rPr spc="-25" dirty="0"/>
              <a:t>2</a:t>
            </a:r>
            <a:r>
              <a:rPr i="1" spc="-25" dirty="0">
                <a:latin typeface="Times New Roman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pc="-25" dirty="0"/>
              <a:t>Outcomes</a:t>
            </a:r>
            <a:r>
              <a:rPr spc="145" dirty="0"/>
              <a:t> </a:t>
            </a:r>
            <a:r>
              <a:rPr dirty="0"/>
              <a:t>are</a:t>
            </a:r>
            <a:r>
              <a:rPr spc="145" dirty="0"/>
              <a:t> </a:t>
            </a:r>
            <a:r>
              <a:rPr dirty="0"/>
              <a:t>(1,1),</a:t>
            </a:r>
            <a:r>
              <a:rPr spc="150" dirty="0"/>
              <a:t> </a:t>
            </a:r>
            <a:r>
              <a:rPr dirty="0"/>
              <a:t>(1,2),</a:t>
            </a:r>
            <a:r>
              <a:rPr spc="145" dirty="0"/>
              <a:t> </a:t>
            </a:r>
            <a:r>
              <a:rPr dirty="0"/>
              <a:t>(2,1),</a:t>
            </a:r>
            <a:r>
              <a:rPr spc="150" dirty="0"/>
              <a:t> 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.</a:t>
            </a:r>
            <a:r>
              <a:rPr spc="-65" dirty="0"/>
              <a:t> </a:t>
            </a:r>
            <a:r>
              <a:rPr spc="-50" dirty="0"/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50" dirty="0"/>
          </a:p>
          <a:p>
            <a:pPr marL="12700" marR="5080">
              <a:lnSpc>
                <a:spcPct val="102600"/>
              </a:lnSpc>
            </a:pP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probability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each</a:t>
            </a:r>
            <a:r>
              <a:rPr spc="75" dirty="0"/>
              <a:t> </a:t>
            </a:r>
            <a:r>
              <a:rPr b="1" dirty="0">
                <a:latin typeface="Book Antiqua"/>
                <a:cs typeface="Book Antiqua"/>
              </a:rPr>
              <a:t>outcome</a:t>
            </a:r>
            <a:r>
              <a:rPr b="1" spc="70" dirty="0">
                <a:latin typeface="Book Antiqua"/>
                <a:cs typeface="Book Antiqua"/>
              </a:rPr>
              <a:t> </a:t>
            </a:r>
            <a:r>
              <a:rPr dirty="0"/>
              <a:t>is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same,</a:t>
            </a:r>
            <a:r>
              <a:rPr spc="65" dirty="0"/>
              <a:t> </a:t>
            </a:r>
            <a:r>
              <a:rPr dirty="0"/>
              <a:t>but</a:t>
            </a:r>
            <a:r>
              <a:rPr spc="70" dirty="0"/>
              <a:t> </a:t>
            </a:r>
            <a:r>
              <a:rPr dirty="0"/>
              <a:t>not</a:t>
            </a:r>
            <a:r>
              <a:rPr spc="7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probability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5" dirty="0"/>
              <a:t>values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0" dirty="0"/>
              <a:t>domain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b="0" i="1" spc="95" dirty="0">
                <a:latin typeface="Bookman Old Style"/>
                <a:cs typeface="Bookman Old Style"/>
              </a:rPr>
              <a:t>X</a:t>
            </a:r>
            <a:r>
              <a:rPr spc="95" dirty="0"/>
              <a:t>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9/36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885410403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3157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Probability</a:t>
            </a:r>
            <a:r>
              <a:rPr spc="190" dirty="0"/>
              <a:t> </a:t>
            </a:r>
            <a:r>
              <a:rPr dirty="0"/>
              <a:t>Mass</a:t>
            </a:r>
            <a:r>
              <a:rPr spc="19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764870"/>
            <a:ext cx="423354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 </a:t>
            </a:r>
            <a:r>
              <a:rPr sz="1100" spc="-10" dirty="0">
                <a:latin typeface="Book Antiqua"/>
                <a:cs typeface="Book Antiqua"/>
              </a:rPr>
              <a:t>discrete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Probability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Mass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Function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(PMF)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Book Antiqua"/>
              <a:cs typeface="Book Antiqua"/>
            </a:endParaRPr>
          </a:p>
          <a:p>
            <a:pPr marL="147955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3157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Probability</a:t>
            </a:r>
            <a:r>
              <a:rPr spc="190" dirty="0"/>
              <a:t> </a:t>
            </a:r>
            <a:r>
              <a:rPr dirty="0"/>
              <a:t>Mass</a:t>
            </a:r>
            <a:r>
              <a:rPr spc="19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764870"/>
            <a:ext cx="423354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 </a:t>
            </a:r>
            <a:r>
              <a:rPr sz="1100" spc="-10" dirty="0">
                <a:latin typeface="Book Antiqua"/>
                <a:cs typeface="Book Antiqua"/>
              </a:rPr>
              <a:t>discrete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Probability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Mass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Function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(PMF)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Book Antiqua"/>
              <a:cs typeface="Book Antiqua"/>
            </a:endParaRPr>
          </a:p>
          <a:p>
            <a:pPr marL="147955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5" name="Picture 14" descr="\documentclass{article}&#10;\usepackage{amsmath}&#10;\pagestyle{empty}&#10;\begin{document}&#10;&#10;$$0 \leq p _ X (x) \leq 1$$&#10;&#10;&#10;\end{document}" title="IguanaTex Bitmap Display">
            <a:extLst>
              <a:ext uri="{FF2B5EF4-FFF2-40B4-BE49-F238E27FC236}">
                <a16:creationId xmlns:a16="http://schemas.microsoft.com/office/drawing/2014/main" id="{FF54DF00-6155-A915-C302-A3A8162CEA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383" y="1733039"/>
            <a:ext cx="1297332" cy="210769"/>
          </a:xfrm>
          <a:prstGeom prst="rect">
            <a:avLst/>
          </a:prstGeom>
        </p:spPr>
      </p:pic>
      <p:pic>
        <p:nvPicPr>
          <p:cNvPr id="5" name="Picture 4" descr="\documentclass{article}&#10;\usepackage{amsmath}&#10;\pagestyle{empty}&#10;\begin{document}&#10;&#10;$$\sum\limits_{x\in \Omega}p_X(x) = 1$$&#10;&#10;&#10;\end{document}" title="IguanaTex Bitmap Display">
            <a:extLst>
              <a:ext uri="{FF2B5EF4-FFF2-40B4-BE49-F238E27FC236}">
                <a16:creationId xmlns:a16="http://schemas.microsoft.com/office/drawing/2014/main" id="{33494360-CD35-AAE6-1D2F-57CD5DC7967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2264293"/>
            <a:ext cx="1389420" cy="50343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4423" y="62407"/>
            <a:ext cx="12795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Sum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dice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28724" y="721525"/>
          <a:ext cx="1544955" cy="214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70" dirty="0">
                          <a:latin typeface="Book Antiqua"/>
                          <a:cs typeface="Book Antiqua"/>
                        </a:rPr>
                        <a:t>#(</a:t>
                      </a:r>
                      <a:r>
                        <a:rPr sz="1100" b="0" i="1" spc="7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7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65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7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7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9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9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806" y="62407"/>
            <a:ext cx="2470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heads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coins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03273" y="1075791"/>
          <a:ext cx="1197608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70" dirty="0">
                          <a:latin typeface="Book Antiqua"/>
                          <a:cs typeface="Book Antiqua"/>
                        </a:rPr>
                        <a:t>#(</a:t>
                      </a:r>
                      <a:r>
                        <a:rPr sz="1100" b="0" i="1" spc="7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7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65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7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10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10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15/36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7214" y="62407"/>
            <a:ext cx="2553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r>
              <a:rPr sz="14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13116"/>
            <a:ext cx="31095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13116"/>
            <a:ext cx="412178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real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valued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so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13116"/>
            <a:ext cx="4205605" cy="895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real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valued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so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6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0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real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valued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function,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so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6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0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824989" marR="5080" indent="-1812925">
              <a:lnSpc>
                <a:spcPct val="106700"/>
              </a:lnSpc>
              <a:spcBef>
                <a:spcPts val="20"/>
              </a:spcBef>
            </a:pPr>
            <a:r>
              <a:rPr dirty="0"/>
              <a:t>Function</a:t>
            </a:r>
            <a:r>
              <a:rPr spc="20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70" dirty="0"/>
              <a:t>a</a:t>
            </a:r>
            <a:r>
              <a:rPr spc="195" dirty="0"/>
              <a:t> </a:t>
            </a:r>
            <a:r>
              <a:rPr spc="60" dirty="0"/>
              <a:t>Random</a:t>
            </a:r>
            <a:r>
              <a:rPr spc="200" dirty="0"/>
              <a:t> </a:t>
            </a:r>
            <a:r>
              <a:rPr dirty="0"/>
              <a:t>Variable</a:t>
            </a:r>
            <a:r>
              <a:rPr spc="200" dirty="0"/>
              <a:t> </a:t>
            </a:r>
            <a:r>
              <a:rPr spc="50" dirty="0"/>
              <a:t>has</a:t>
            </a:r>
            <a:r>
              <a:rPr spc="195" dirty="0"/>
              <a:t> </a:t>
            </a:r>
            <a:r>
              <a:rPr spc="70" dirty="0"/>
              <a:t>a</a:t>
            </a:r>
            <a:r>
              <a:rPr spc="195" dirty="0"/>
              <a:t> </a:t>
            </a:r>
            <a:r>
              <a:rPr spc="55" dirty="0"/>
              <a:t>Probability</a:t>
            </a:r>
            <a:r>
              <a:rPr spc="195" dirty="0"/>
              <a:t> </a:t>
            </a:r>
            <a:r>
              <a:rPr spc="-20" dirty="0"/>
              <a:t>Mass </a:t>
            </a:r>
            <a:r>
              <a:rPr spc="-10" dirty="0"/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144" y="1457795"/>
            <a:ext cx="375221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6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30" dirty="0">
                <a:latin typeface="Book Antiqua"/>
                <a:cs typeface="Book Antiqu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Y</a:t>
            </a:r>
            <a:endParaRPr sz="11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 dirty="0">
              <a:latin typeface="Bookman Old Style"/>
              <a:cs typeface="Bookman Old Style"/>
            </a:endParaRPr>
          </a:p>
          <a:p>
            <a:pPr marL="680085">
              <a:lnSpc>
                <a:spcPct val="100000"/>
              </a:lnSpc>
            </a:pPr>
            <a:r>
              <a:rPr lang="en-US" sz="1100" b="0" i="1" spc="-10" dirty="0" err="1">
                <a:latin typeface="Bookman Old Style"/>
                <a:cs typeface="Bookman Old Style"/>
              </a:rPr>
              <a:t>p</a:t>
            </a:r>
            <a:r>
              <a:rPr sz="1200" b="0" i="1" spc="-15" baseline="-10416" dirty="0" err="1">
                <a:latin typeface="Bookman Old Style"/>
                <a:cs typeface="Bookman Old Style"/>
              </a:rPr>
              <a:t>Z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75" dirty="0">
                <a:latin typeface="Book Antiqua"/>
                <a:cs typeface="Book Antiqua"/>
              </a:rPr>
              <a:t>(</a:t>
            </a:r>
            <a:r>
              <a:rPr sz="1100" b="0" i="1" spc="75" dirty="0">
                <a:latin typeface="Bookman Old Style"/>
                <a:cs typeface="Bookman Old Style"/>
              </a:rPr>
              <a:t>Z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((</a:t>
            </a:r>
            <a:r>
              <a:rPr sz="1100" b="0" i="1" spc="80" dirty="0">
                <a:latin typeface="Bookman Old Style"/>
                <a:cs typeface="Bookman Old Style"/>
              </a:rPr>
              <a:t>X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Book Antiqua"/>
                <a:cs typeface="Book Antiqua"/>
              </a:rPr>
              <a:t>)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50" dirty="0">
                <a:latin typeface="Bookman Old Style"/>
                <a:cs typeface="Bookman Old Style"/>
              </a:rPr>
              <a:t>p</a:t>
            </a:r>
            <a:r>
              <a:rPr sz="1200" b="0" i="1" spc="75" baseline="-10416" dirty="0">
                <a:latin typeface="Bookman Old Style"/>
                <a:cs typeface="Bookman Old Style"/>
              </a:rPr>
              <a:t>X</a:t>
            </a:r>
            <a:r>
              <a:rPr sz="1200" spc="75" baseline="-10416" dirty="0">
                <a:latin typeface="Century"/>
                <a:cs typeface="Century"/>
              </a:rPr>
              <a:t>+</a:t>
            </a:r>
            <a:r>
              <a:rPr sz="1200" b="0" i="1" spc="75" baseline="-10416" dirty="0">
                <a:latin typeface="Bookman Old Style"/>
                <a:cs typeface="Bookman Old Style"/>
              </a:rPr>
              <a:t>Y</a:t>
            </a:r>
            <a:r>
              <a:rPr sz="1200" b="0" i="1" spc="7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18/36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824989" marR="5080" indent="-1812925">
              <a:lnSpc>
                <a:spcPct val="106700"/>
              </a:lnSpc>
              <a:spcBef>
                <a:spcPts val="20"/>
              </a:spcBef>
            </a:pPr>
            <a:r>
              <a:rPr dirty="0"/>
              <a:t>Function</a:t>
            </a:r>
            <a:r>
              <a:rPr spc="20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70" dirty="0"/>
              <a:t>a</a:t>
            </a:r>
            <a:r>
              <a:rPr spc="195" dirty="0"/>
              <a:t> </a:t>
            </a:r>
            <a:r>
              <a:rPr spc="60" dirty="0"/>
              <a:t>Random</a:t>
            </a:r>
            <a:r>
              <a:rPr spc="200" dirty="0"/>
              <a:t> </a:t>
            </a:r>
            <a:r>
              <a:rPr dirty="0"/>
              <a:t>Variable</a:t>
            </a:r>
            <a:r>
              <a:rPr spc="200" dirty="0"/>
              <a:t> </a:t>
            </a:r>
            <a:r>
              <a:rPr spc="50" dirty="0"/>
              <a:t>has</a:t>
            </a:r>
            <a:r>
              <a:rPr spc="195" dirty="0"/>
              <a:t> </a:t>
            </a:r>
            <a:r>
              <a:rPr spc="70" dirty="0"/>
              <a:t>a</a:t>
            </a:r>
            <a:r>
              <a:rPr spc="195" dirty="0"/>
              <a:t> </a:t>
            </a:r>
            <a:r>
              <a:rPr spc="55" dirty="0"/>
              <a:t>Probability</a:t>
            </a:r>
            <a:r>
              <a:rPr spc="195" dirty="0"/>
              <a:t> </a:t>
            </a:r>
            <a:r>
              <a:rPr spc="-20" dirty="0"/>
              <a:t>Mass </a:t>
            </a:r>
            <a:r>
              <a:rPr spc="-10" dirty="0"/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569300"/>
            <a:ext cx="2508250" cy="49657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Book Antiqua"/>
                <a:cs typeface="Book Antiqua"/>
              </a:rPr>
              <a:t>Look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difference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throw:</a:t>
            </a:r>
            <a:endParaRPr sz="1100" dirty="0">
              <a:latin typeface="Book Antiqua"/>
              <a:cs typeface="Book Antiqua"/>
            </a:endParaRPr>
          </a:p>
          <a:p>
            <a:pPr marR="5080" algn="r">
              <a:lnSpc>
                <a:spcPct val="100000"/>
              </a:lnSpc>
              <a:spcBef>
                <a:spcPts val="530"/>
              </a:spcBef>
            </a:pP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Y</a:t>
            </a:r>
            <a:endParaRPr sz="1100" dirty="0">
              <a:latin typeface="Bookman Old Style"/>
              <a:cs typeface="Bookman Old Styl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7127"/>
              </p:ext>
            </p:extLst>
          </p:nvPr>
        </p:nvGraphicFramePr>
        <p:xfrm>
          <a:off x="323850" y="1137409"/>
          <a:ext cx="1325880" cy="214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z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60" dirty="0">
                          <a:latin typeface="Book Antiqua"/>
                          <a:cs typeface="Book Antiqua"/>
                        </a:rPr>
                        <a:t>#(</a:t>
                      </a:r>
                      <a:r>
                        <a:rPr sz="1100" b="0" i="1" spc="60" dirty="0">
                          <a:latin typeface="Bookman Old Style"/>
                          <a:cs typeface="Bookman Old Style"/>
                        </a:rPr>
                        <a:t>z</a:t>
                      </a:r>
                      <a:r>
                        <a:rPr sz="1100" spc="6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190"/>
                        </a:lnSpc>
                      </a:pPr>
                      <a:r>
                        <a:rPr sz="1100" b="0" i="1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spc="-15" baseline="-10416" dirty="0">
                          <a:latin typeface="Bookman Old Style"/>
                          <a:cs typeface="Bookman Old Style"/>
                        </a:rPr>
                        <a:t>Z</a:t>
                      </a:r>
                      <a:r>
                        <a:rPr sz="1200" b="0" i="1" spc="-187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z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7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r>
                        <a:rPr sz="800" spc="4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45"/>
                        </a:lnSpc>
                        <a:tabLst>
                          <a:tab pos="413384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25" dirty="0">
                          <a:latin typeface="Century"/>
                          <a:cs typeface="Century"/>
                        </a:rPr>
                        <a:t>18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r>
                        <a:rPr sz="800" spc="4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45"/>
                        </a:lnSpc>
                        <a:tabLst>
                          <a:tab pos="413384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9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6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-</a:t>
                      </a:r>
                      <a:r>
                        <a:rPr sz="1100" spc="-6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-</a:t>
                      </a:r>
                      <a:r>
                        <a:rPr sz="1100" spc="-6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9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-</a:t>
                      </a:r>
                      <a:r>
                        <a:rPr sz="1100" spc="-6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r>
                        <a:rPr sz="800" spc="4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45"/>
                        </a:lnSpc>
                        <a:tabLst>
                          <a:tab pos="413384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-</a:t>
                      </a:r>
                      <a:r>
                        <a:rPr sz="1100" spc="-6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r>
                        <a:rPr sz="800" spc="4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45"/>
                        </a:lnSpc>
                        <a:tabLst>
                          <a:tab pos="413384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25" dirty="0">
                          <a:latin typeface="Century"/>
                          <a:cs typeface="Century"/>
                        </a:rPr>
                        <a:t>18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-</a:t>
                      </a:r>
                      <a:r>
                        <a:rPr sz="1100" spc="-6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 dirty="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endParaRPr sz="800" dirty="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19/36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824989" marR="5080" indent="-1812925">
              <a:lnSpc>
                <a:spcPct val="106700"/>
              </a:lnSpc>
              <a:spcBef>
                <a:spcPts val="20"/>
              </a:spcBef>
            </a:pPr>
            <a:r>
              <a:rPr dirty="0"/>
              <a:t>Function</a:t>
            </a:r>
            <a:r>
              <a:rPr spc="20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70" dirty="0"/>
              <a:t>a</a:t>
            </a:r>
            <a:r>
              <a:rPr spc="195" dirty="0"/>
              <a:t> </a:t>
            </a:r>
            <a:r>
              <a:rPr spc="60" dirty="0"/>
              <a:t>Random</a:t>
            </a:r>
            <a:r>
              <a:rPr spc="200" dirty="0"/>
              <a:t> </a:t>
            </a:r>
            <a:r>
              <a:rPr dirty="0"/>
              <a:t>Variable</a:t>
            </a:r>
            <a:r>
              <a:rPr spc="200" dirty="0"/>
              <a:t> </a:t>
            </a:r>
            <a:r>
              <a:rPr spc="50" dirty="0"/>
              <a:t>has</a:t>
            </a:r>
            <a:r>
              <a:rPr spc="195" dirty="0"/>
              <a:t> </a:t>
            </a:r>
            <a:r>
              <a:rPr spc="70" dirty="0"/>
              <a:t>a</a:t>
            </a:r>
            <a:r>
              <a:rPr spc="195" dirty="0"/>
              <a:t> </a:t>
            </a:r>
            <a:r>
              <a:rPr spc="55" dirty="0"/>
              <a:t>Probability</a:t>
            </a:r>
            <a:r>
              <a:rPr spc="195" dirty="0"/>
              <a:t> </a:t>
            </a:r>
            <a:r>
              <a:rPr spc="-20" dirty="0"/>
              <a:t>Mass </a:t>
            </a:r>
            <a:r>
              <a:rPr spc="-10" dirty="0"/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955230"/>
            <a:ext cx="2611120" cy="478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Look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absolute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difference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throw:</a:t>
            </a:r>
            <a:endParaRPr sz="1100">
              <a:latin typeface="Book Antiqua"/>
              <a:cs typeface="Book Antiqua"/>
            </a:endParaRPr>
          </a:p>
          <a:p>
            <a:pPr marR="15875" algn="r">
              <a:lnSpc>
                <a:spcPct val="100000"/>
              </a:lnSpc>
              <a:spcBef>
                <a:spcPts val="930"/>
              </a:spcBef>
            </a:pPr>
            <a:r>
              <a:rPr sz="1100" b="0" i="1" dirty="0">
                <a:latin typeface="Bookman Old Style"/>
                <a:cs typeface="Bookman Old Style"/>
              </a:rPr>
              <a:t>W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|</a:t>
            </a:r>
            <a:r>
              <a:rPr sz="1100" b="0" i="1" spc="60" dirty="0">
                <a:latin typeface="Bookman Old Style"/>
                <a:cs typeface="Bookman Old Style"/>
              </a:rPr>
              <a:t>X</a:t>
            </a:r>
            <a:r>
              <a:rPr sz="1100" b="0" i="1" spc="-10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|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28927" y="1439710"/>
          <a:ext cx="1344295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w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Book Antiqua"/>
                          <a:cs typeface="Book Antiqua"/>
                        </a:rPr>
                        <a:t>#(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1100" spc="-2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90"/>
                        </a:lnSpc>
                      </a:pP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spc="-75" baseline="-10416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1200" b="0" i="1" spc="-97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7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r>
                        <a:rPr sz="800" spc="4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45"/>
                        </a:lnSpc>
                        <a:tabLst>
                          <a:tab pos="413384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25" dirty="0">
                          <a:latin typeface="Century"/>
                          <a:cs typeface="Century"/>
                        </a:rPr>
                        <a:t>18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9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6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8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9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10</a:t>
                      </a:r>
                      <a:r>
                        <a:rPr sz="800" spc="17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195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90805">
                        <a:lnSpc>
                          <a:spcPts val="645"/>
                        </a:lnSpc>
                        <a:tabLst>
                          <a:tab pos="413384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25" dirty="0">
                          <a:latin typeface="Century"/>
                          <a:cs typeface="Century"/>
                        </a:rPr>
                        <a:t>18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65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6</a:t>
                      </a:r>
                      <a:r>
                        <a:rPr sz="800" spc="395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1650" spc="270" baseline="-22727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650" spc="209" baseline="-22727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7475">
                        <a:lnSpc>
                          <a:spcPts val="645"/>
                        </a:lnSpc>
                        <a:tabLst>
                          <a:tab pos="440055" algn="l"/>
                        </a:tabLst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36</a:t>
                      </a:r>
                      <a:r>
                        <a:rPr sz="800" dirty="0">
                          <a:latin typeface="Century"/>
                          <a:cs typeface="Century"/>
                        </a:rPr>
                        <a:t>	</a:t>
                      </a:r>
                      <a:r>
                        <a:rPr sz="800" spc="-5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20/36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9165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</a:t>
            </a:r>
            <a:r>
              <a:rPr spc="210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357122"/>
            <a:ext cx="3660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b="0" i="1" spc="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Celsius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temperature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reading.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1529194"/>
            <a:ext cx="37547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35" dirty="0">
                <a:latin typeface="Book Antiqua"/>
                <a:cs typeface="Book Antiqua"/>
              </a:rPr>
              <a:t> </a:t>
            </a:r>
            <a:r>
              <a:rPr sz="1200" u="sng" spc="-44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</a:t>
            </a:r>
            <a:r>
              <a:rPr sz="1200" spc="-157" baseline="31250" dirty="0">
                <a:latin typeface="Century"/>
                <a:cs typeface="Century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32.</a:t>
            </a:r>
            <a:r>
              <a:rPr sz="1100" spc="19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representing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614297"/>
            <a:ext cx="2049780" cy="27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8960">
              <a:lnSpc>
                <a:spcPts val="819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5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1180"/>
              </a:lnSpc>
            </a:pPr>
            <a:r>
              <a:rPr sz="1100" spc="-10" dirty="0">
                <a:latin typeface="Book Antiqua"/>
                <a:cs typeface="Book Antiqua"/>
              </a:rPr>
              <a:t>Fahrenheit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temperature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readings.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133" y="62407"/>
            <a:ext cx="2872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1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4857" y="1517548"/>
            <a:ext cx="2877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types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22/36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269" y="62407"/>
            <a:ext cx="2781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Discrete</a:t>
            </a:r>
            <a:r>
              <a:rPr sz="14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Uniform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1329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5636" y="1242971"/>
            <a:ext cx="22974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Discrete</a:t>
            </a:r>
            <a:r>
              <a:rPr sz="1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Uniform</a:t>
            </a:r>
            <a:r>
              <a:rPr sz="12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10728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finite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range,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Book Antiqua"/>
                <a:cs typeface="Book Antiqua"/>
              </a:rPr>
              <a:t>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135"/>
              </a:spcBef>
            </a:pPr>
            <a:r>
              <a:rPr dirty="0"/>
              <a:t>Discrete</a:t>
            </a:r>
            <a:r>
              <a:rPr spc="280" dirty="0"/>
              <a:t> </a:t>
            </a:r>
            <a:r>
              <a:rPr dirty="0"/>
              <a:t>Uniform</a:t>
            </a:r>
            <a:r>
              <a:rPr spc="295" dirty="0"/>
              <a:t> </a:t>
            </a:r>
            <a:r>
              <a:rPr spc="65" dirty="0"/>
              <a:t>Random</a:t>
            </a:r>
            <a:r>
              <a:rPr spc="290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329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5636" y="1242971"/>
            <a:ext cx="22974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Discrete</a:t>
            </a:r>
            <a:r>
              <a:rPr sz="1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Uniform</a:t>
            </a:r>
            <a:r>
              <a:rPr sz="12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410728"/>
            <a:ext cx="4445635" cy="66556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2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finite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range,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Book Antiqua"/>
                <a:cs typeface="Book Antiqua"/>
              </a:rPr>
              <a:t>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 dirty="0">
              <a:latin typeface="Bookman Old Style"/>
              <a:cs typeface="Bookman Old Style"/>
            </a:endParaRPr>
          </a:p>
          <a:p>
            <a:pPr marL="12700" marR="109855">
              <a:lnSpc>
                <a:spcPct val="102600"/>
              </a:lnSpc>
            </a:pPr>
            <a:r>
              <a:rPr sz="1100" spc="-25" dirty="0">
                <a:latin typeface="Book Antiqua"/>
                <a:cs typeface="Book Antiqua"/>
              </a:rPr>
              <a:t>Outcomes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throwing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dice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uniform.</a:t>
            </a:r>
            <a:r>
              <a:rPr sz="1100" spc="105" dirty="0">
                <a:latin typeface="Book Antiqua"/>
                <a:cs typeface="Book Antiqua"/>
              </a:rPr>
              <a:t> 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135"/>
              </a:spcBef>
            </a:pPr>
            <a:r>
              <a:rPr dirty="0"/>
              <a:t>Discrete</a:t>
            </a:r>
            <a:r>
              <a:rPr spc="280" dirty="0"/>
              <a:t> </a:t>
            </a:r>
            <a:r>
              <a:rPr dirty="0"/>
              <a:t>Uniform</a:t>
            </a:r>
            <a:r>
              <a:rPr spc="295" dirty="0"/>
              <a:t> </a:t>
            </a:r>
            <a:r>
              <a:rPr spc="65" dirty="0"/>
              <a:t>Random</a:t>
            </a:r>
            <a:r>
              <a:rPr spc="290" dirty="0"/>
              <a:t> </a:t>
            </a:r>
            <a:r>
              <a:rPr spc="-10" dirty="0"/>
              <a:t>Variable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65821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75854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8588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99591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1026526"/>
            <a:ext cx="2186305" cy="10570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Book Antiqua"/>
                <a:cs typeface="Book Antiqua"/>
              </a:rPr>
              <a:t>Examples:</a:t>
            </a:r>
            <a:endParaRPr sz="1100" dirty="0">
              <a:latin typeface="Book Antiqua"/>
              <a:cs typeface="Book Antiqua"/>
            </a:endParaRPr>
          </a:p>
          <a:p>
            <a:pPr marL="289560" marR="1014730">
              <a:lnSpc>
                <a:spcPct val="125299"/>
              </a:lnSpc>
            </a:pPr>
            <a:r>
              <a:rPr sz="1100" dirty="0">
                <a:latin typeface="Book Antiqua"/>
                <a:cs typeface="Book Antiqua"/>
              </a:rPr>
              <a:t>Flip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coin </a:t>
            </a:r>
            <a:r>
              <a:rPr sz="1100" spc="-10" dirty="0">
                <a:latin typeface="Book Antiqua"/>
                <a:cs typeface="Book Antiqua"/>
              </a:rPr>
              <a:t>Throw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one</a:t>
            </a:r>
            <a:r>
              <a:rPr sz="1100" spc="-30" dirty="0">
                <a:latin typeface="Book Antiqua"/>
                <a:cs typeface="Book Antiqua"/>
              </a:rPr>
              <a:t> </a:t>
            </a:r>
            <a:r>
              <a:rPr sz="1100" spc="-45" dirty="0">
                <a:latin typeface="Book Antiqua"/>
                <a:cs typeface="Book Antiqua"/>
              </a:rPr>
              <a:t>die </a:t>
            </a:r>
            <a:r>
              <a:rPr sz="1100" spc="-10" dirty="0">
                <a:latin typeface="Book Antiqua"/>
                <a:cs typeface="Book Antiqua"/>
              </a:rPr>
              <a:t>Birthday</a:t>
            </a:r>
            <a:endParaRPr sz="1100" dirty="0">
              <a:latin typeface="Book Antiqua"/>
              <a:cs typeface="Book Antiqua"/>
            </a:endParaRPr>
          </a:p>
          <a:p>
            <a:pPr marL="289560" marR="5080">
              <a:lnSpc>
                <a:spcPct val="125299"/>
              </a:lnSpc>
            </a:pPr>
            <a:r>
              <a:rPr sz="1100" spc="-20" dirty="0">
                <a:latin typeface="Book Antiqua"/>
                <a:cs typeface="Book Antiqua"/>
              </a:rPr>
              <a:t>Etc.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02995">
              <a:lnSpc>
                <a:spcPct val="100000"/>
              </a:lnSpc>
              <a:spcBef>
                <a:spcPts val="135"/>
              </a:spcBef>
            </a:pPr>
            <a:r>
              <a:rPr dirty="0"/>
              <a:t>Bernoulli</a:t>
            </a:r>
            <a:r>
              <a:rPr spc="254" dirty="0"/>
              <a:t> </a:t>
            </a:r>
            <a:r>
              <a:rPr spc="60" dirty="0"/>
              <a:t>Random</a:t>
            </a:r>
            <a:r>
              <a:rPr spc="254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6785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6189" y="1097518"/>
            <a:ext cx="17760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Bernoulli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125844" y="1257579"/>
                <a:ext cx="4445635" cy="48577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7653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spc="-10" dirty="0">
                    <a:latin typeface="Book Antiqua"/>
                    <a:cs typeface="Book Antiqua"/>
                  </a:rPr>
                  <a:t>Each outcome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1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with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probability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ρ</a:t>
                </a:r>
                <a:r>
                  <a:rPr lang="en-US" sz="1100" dirty="0">
                    <a:latin typeface="Book Antiqua"/>
                    <a:cs typeface="Book Antiqua"/>
                  </a:rPr>
                  <a:t>,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0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with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probability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1</a:t>
                </a:r>
                <a:r>
                  <a:rPr lang="en-US" sz="1100" spc="-70" dirty="0">
                    <a:latin typeface="Book Antiqua"/>
                    <a:cs typeface="Book Antiqua"/>
                  </a:rPr>
                  <a:t> </a:t>
                </a:r>
                <a:r>
                  <a:rPr lang="en-US" sz="1100" i="1" spc="100" dirty="0">
                    <a:latin typeface="Times New Roman"/>
                    <a:cs typeface="Times New Roman"/>
                  </a:rPr>
                  <a:t>−</a:t>
                </a:r>
                <a:r>
                  <a:rPr lang="en-US" sz="1100" i="1" spc="-65" dirty="0">
                    <a:latin typeface="Times New Roman"/>
                    <a:cs typeface="Times New Roman"/>
                  </a:rPr>
                  <a:t> </a:t>
                </a:r>
                <a:r>
                  <a:rPr lang="en-US" sz="1100" b="0" i="1" spc="-50" dirty="0">
                    <a:latin typeface="Bookman Old Style"/>
                    <a:cs typeface="Bookman Old Style"/>
                  </a:rPr>
                  <a:t>ρ</a:t>
                </a:r>
                <a:endParaRPr lang="en-US" sz="1100" dirty="0">
                  <a:latin typeface="Bookman Old Style"/>
                  <a:cs typeface="Bookman Old Style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994"/>
                  </a:spcBef>
                </a:pPr>
                <a:r>
                  <a:rPr lang="en-US" sz="1100" dirty="0">
                    <a:latin typeface="Book Antiqua"/>
                    <a:cs typeface="Book Antiqua"/>
                  </a:rPr>
                  <a:t>Toss</a:t>
                </a:r>
                <a:r>
                  <a:rPr lang="en-US" sz="1100" spc="30" dirty="0">
                    <a:latin typeface="Book Antiqua"/>
                    <a:cs typeface="Book Antiqua"/>
                  </a:rPr>
                  <a:t> a </a:t>
                </a:r>
                <a:r>
                  <a:rPr lang="en-US" sz="1100" dirty="0">
                    <a:latin typeface="Book Antiqua"/>
                    <a:cs typeface="Book Antiqua"/>
                  </a:rPr>
                  <a:t>die</a:t>
                </a:r>
                <a:r>
                  <a:rPr lang="en-US" sz="1100" spc="-10" dirty="0">
                    <a:latin typeface="Book Antiqua"/>
                    <a:cs typeface="Book Antiqua"/>
                  </a:rPr>
                  <a:t>,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spc="80" dirty="0">
                    <a:latin typeface="Book Antiqua"/>
                    <a:cs typeface="Book Antiqua"/>
                  </a:rPr>
                  <a:t>X=1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if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&lt;5, or</a:t>
                </a:r>
                <a:r>
                  <a:rPr lang="en-US" sz="1100" spc="35" dirty="0">
                    <a:latin typeface="Book Antiqua"/>
                    <a:cs typeface="Book Antiqua"/>
                  </a:rPr>
                  <a:t> X=</a:t>
                </a:r>
                <a:r>
                  <a:rPr lang="en-US" sz="1100" dirty="0">
                    <a:latin typeface="Book Antiqua"/>
                    <a:cs typeface="Book Antiqua"/>
                  </a:rPr>
                  <a:t>2 if 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11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1257579"/>
                <a:ext cx="4445635" cy="485775"/>
              </a:xfrm>
              <a:prstGeom prst="rect">
                <a:avLst/>
              </a:prstGeom>
              <a:blipFill>
                <a:blip r:embed="rId2"/>
                <a:stretch>
                  <a:fillRect l="-1783" t="-7500"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25/36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02995">
              <a:lnSpc>
                <a:spcPct val="100000"/>
              </a:lnSpc>
              <a:spcBef>
                <a:spcPts val="135"/>
              </a:spcBef>
            </a:pPr>
            <a:r>
              <a:rPr dirty="0"/>
              <a:t>Bernoulli</a:t>
            </a:r>
            <a:r>
              <a:rPr spc="254" dirty="0"/>
              <a:t> </a:t>
            </a:r>
            <a:r>
              <a:rPr spc="60" dirty="0"/>
              <a:t>Random</a:t>
            </a:r>
            <a:r>
              <a:rPr spc="254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67854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6189" y="1097518"/>
            <a:ext cx="17760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Bernoulli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75044" y="1257579"/>
                <a:ext cx="4509135" cy="99161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27329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spc="-10" dirty="0">
                    <a:latin typeface="Book Antiqua"/>
                    <a:cs typeface="Book Antiqua"/>
                  </a:rPr>
                  <a:t>Each outcome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1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with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probability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ρ</a:t>
                </a:r>
                <a:r>
                  <a:rPr sz="1100" dirty="0">
                    <a:latin typeface="Book Antiqua"/>
                    <a:cs typeface="Book Antiqua"/>
                  </a:rPr>
                  <a:t>,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0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with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probability</a:t>
                </a:r>
                <a:r>
                  <a:rPr sz="1100" spc="3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1</a:t>
                </a:r>
                <a:r>
                  <a:rPr sz="1100" spc="-70" dirty="0">
                    <a:latin typeface="Book Antiqua"/>
                    <a:cs typeface="Book Antiqua"/>
                  </a:rPr>
                  <a:t> </a:t>
                </a:r>
                <a:r>
                  <a:rPr sz="1100" i="1" spc="100" dirty="0">
                    <a:latin typeface="Times New Roman"/>
                    <a:cs typeface="Times New Roman"/>
                  </a:rPr>
                  <a:t>−</a:t>
                </a:r>
                <a:r>
                  <a:rPr sz="1100" i="1" spc="-65" dirty="0">
                    <a:latin typeface="Times New Roman"/>
                    <a:cs typeface="Times New Roman"/>
                  </a:rPr>
                  <a:t> </a:t>
                </a:r>
                <a:r>
                  <a:rPr sz="1100" b="0" i="1" spc="-50" dirty="0">
                    <a:latin typeface="Bookman Old Style"/>
                    <a:cs typeface="Bookman Old Style"/>
                  </a:rPr>
                  <a:t>ρ</a:t>
                </a:r>
                <a:endParaRPr sz="1100" dirty="0">
                  <a:latin typeface="Bookman Old Style"/>
                  <a:cs typeface="Bookman Old Style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994"/>
                  </a:spcBef>
                </a:pPr>
                <a:r>
                  <a:rPr lang="en-US" sz="1100" dirty="0">
                    <a:latin typeface="Book Antiqua"/>
                    <a:cs typeface="Book Antiqua"/>
                  </a:rPr>
                  <a:t>Toss</a:t>
                </a:r>
                <a:r>
                  <a:rPr lang="en-US" sz="1100" spc="30" dirty="0">
                    <a:latin typeface="Book Antiqua"/>
                    <a:cs typeface="Book Antiqua"/>
                  </a:rPr>
                  <a:t> a </a:t>
                </a:r>
                <a:r>
                  <a:rPr lang="en-US" sz="1100" dirty="0">
                    <a:latin typeface="Book Antiqua"/>
                    <a:cs typeface="Book Antiqua"/>
                  </a:rPr>
                  <a:t>die</a:t>
                </a:r>
                <a:r>
                  <a:rPr lang="en-US" sz="1100" spc="-10" dirty="0">
                    <a:latin typeface="Book Antiqua"/>
                    <a:cs typeface="Book Antiqua"/>
                  </a:rPr>
                  <a:t>,</a:t>
                </a:r>
                <a:r>
                  <a:rPr lang="en-US" sz="1100" spc="30" dirty="0">
                    <a:latin typeface="Book Antiqua"/>
                    <a:cs typeface="Book Antiqua"/>
                  </a:rPr>
                  <a:t> </a:t>
                </a:r>
                <a:r>
                  <a:rPr lang="en-US" sz="1100" spc="80" dirty="0">
                    <a:latin typeface="Book Antiqua"/>
                    <a:cs typeface="Book Antiqua"/>
                  </a:rPr>
                  <a:t>X=1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if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&lt;5, or</a:t>
                </a:r>
                <a:r>
                  <a:rPr lang="en-US" sz="1100" spc="35" dirty="0">
                    <a:latin typeface="Book Antiqua"/>
                    <a:cs typeface="Book Antiqua"/>
                  </a:rPr>
                  <a:t> X=</a:t>
                </a:r>
                <a:r>
                  <a:rPr lang="en-US" sz="1100" dirty="0">
                    <a:latin typeface="Book Antiqua"/>
                    <a:cs typeface="Book Antiqua"/>
                  </a:rPr>
                  <a:t>0 if 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100" dirty="0">
                  <a:latin typeface="Book Antiqua"/>
                  <a:cs typeface="Book Antiqua"/>
                </a:endParaRPr>
              </a:p>
              <a:p>
                <a:pPr>
                  <a:lnSpc>
                    <a:spcPct val="100000"/>
                  </a:lnSpc>
                  <a:spcBef>
                    <a:spcPts val="20"/>
                  </a:spcBef>
                </a:pPr>
                <a:endParaRPr sz="1150" dirty="0">
                  <a:latin typeface="Book Antiqua"/>
                  <a:cs typeface="Book Antiqua"/>
                </a:endParaRPr>
              </a:p>
              <a:p>
                <a:pPr marL="63500">
                  <a:lnSpc>
                    <a:spcPts val="1000"/>
                  </a:lnSpc>
                  <a:spcBef>
                    <a:spcPts val="5"/>
                  </a:spcBef>
                </a:pPr>
                <a:r>
                  <a:rPr sz="1100" spc="70" dirty="0">
                    <a:latin typeface="Book Antiqua"/>
                    <a:cs typeface="Book Antiqua"/>
                  </a:rPr>
                  <a:t>P(X=1)</a:t>
                </a:r>
                <a:r>
                  <a:rPr sz="1100" spc="95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180" dirty="0">
                    <a:latin typeface="Book Antiqua"/>
                    <a:cs typeface="Book Antiqua"/>
                  </a:rPr>
                  <a:t>2/3</a:t>
                </a:r>
                <a:r>
                  <a:rPr sz="1100" spc="215" dirty="0">
                    <a:latin typeface="Book Antiqua"/>
                    <a:cs typeface="Book Antiqua"/>
                  </a:rPr>
                  <a:t> </a:t>
                </a:r>
                <a:r>
                  <a:rPr sz="1200" spc="-150" baseline="31250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,</a:t>
                </a:r>
                <a:r>
                  <a:rPr sz="1100" spc="95" dirty="0">
                    <a:latin typeface="Book Antiqua"/>
                    <a:cs typeface="Book Antiqua"/>
                  </a:rPr>
                  <a:t> </a:t>
                </a:r>
                <a:r>
                  <a:rPr sz="1100" spc="70" dirty="0">
                    <a:latin typeface="Book Antiqua"/>
                    <a:cs typeface="Book Antiqua"/>
                  </a:rPr>
                  <a:t>P(X=0)</a:t>
                </a:r>
                <a:r>
                  <a:rPr sz="1100" spc="100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180" dirty="0">
                    <a:latin typeface="Book Antiqua"/>
                    <a:cs typeface="Book Antiqua"/>
                  </a:rPr>
                  <a:t>1/3</a:t>
                </a:r>
              </a:p>
              <a:p>
                <a:pPr marL="63500">
                  <a:lnSpc>
                    <a:spcPts val="1000"/>
                  </a:lnSpc>
                  <a:spcBef>
                    <a:spcPts val="5"/>
                  </a:spcBef>
                </a:pPr>
                <a:endParaRPr lang="en-US" sz="1100" spc="180" baseline="31250" dirty="0">
                  <a:latin typeface="Book Antiqua"/>
                  <a:cs typeface="Century"/>
                </a:endParaRPr>
              </a:p>
              <a:p>
                <a:pPr marL="761365">
                  <a:lnSpc>
                    <a:spcPts val="640"/>
                  </a:lnSpc>
                  <a:tabLst>
                    <a:tab pos="1613535" algn="l"/>
                  </a:tabLst>
                </a:pPr>
                <a:r>
                  <a:rPr sz="800" dirty="0">
                    <a:latin typeface="Century"/>
                    <a:cs typeface="Century"/>
                  </a:rPr>
                  <a:t>	</a:t>
                </a: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4" y="1257579"/>
                <a:ext cx="4509135" cy="991618"/>
              </a:xfrm>
              <a:prstGeom prst="rect">
                <a:avLst/>
              </a:prstGeom>
              <a:blipFill>
                <a:blip r:embed="rId2"/>
                <a:stretch>
                  <a:fillRect l="-1622" t="-3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25/36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4869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254" dirty="0"/>
              <a:t> </a:t>
            </a:r>
            <a:r>
              <a:rPr spc="60" dirty="0"/>
              <a:t>Random</a:t>
            </a:r>
            <a:r>
              <a:rPr spc="260" dirty="0"/>
              <a:t> </a:t>
            </a:r>
            <a:r>
              <a:rPr dirty="0"/>
              <a:t>Variable</a:t>
            </a:r>
            <a:r>
              <a:rPr spc="260" dirty="0"/>
              <a:t> </a:t>
            </a:r>
            <a:r>
              <a:rPr dirty="0"/>
              <a:t>pg</a:t>
            </a:r>
            <a:r>
              <a:rPr spc="26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0834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0317" y="938006"/>
            <a:ext cx="17678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098067"/>
            <a:ext cx="4432935" cy="9297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k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1’s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from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Bernoulli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trials</a:t>
            </a:r>
            <a:endParaRPr lang="en-US" sz="1100" spc="-10" dirty="0">
              <a:latin typeface="Book Antiqua"/>
              <a:cs typeface="Book Antiqua"/>
            </a:endParaRPr>
          </a:p>
          <a:p>
            <a:pPr marL="281940">
              <a:lnSpc>
                <a:spcPct val="100000"/>
              </a:lnSpc>
              <a:spcBef>
                <a:spcPts val="90"/>
              </a:spcBef>
            </a:pPr>
            <a:endParaRPr lang="en-US" sz="1100" spc="-10" dirty="0">
              <a:latin typeface="Book Antiqua"/>
              <a:cs typeface="Book Antiqua"/>
            </a:endParaRPr>
          </a:p>
          <a:p>
            <a:pPr marL="63500">
              <a:lnSpc>
                <a:spcPts val="1000"/>
              </a:lnSpc>
              <a:spcBef>
                <a:spcPts val="5"/>
              </a:spcBef>
            </a:pPr>
            <a:endParaRPr lang="en-US" sz="1050" spc="180" baseline="31250" dirty="0">
              <a:latin typeface="Book Antiqua"/>
              <a:cs typeface="Century"/>
            </a:endParaRPr>
          </a:p>
          <a:p>
            <a:pPr marL="63500">
              <a:lnSpc>
                <a:spcPts val="1000"/>
              </a:lnSpc>
              <a:spcBef>
                <a:spcPts val="5"/>
              </a:spcBef>
            </a:pPr>
            <a:r>
              <a:rPr lang="en-US" sz="1100" dirty="0">
                <a:latin typeface="Book Antiqua"/>
                <a:cs typeface="Book Antiqua"/>
              </a:rPr>
              <a:t>Important</a:t>
            </a:r>
            <a:r>
              <a:rPr lang="en-US" sz="1100" spc="30" dirty="0">
                <a:latin typeface="Book Antiqua"/>
                <a:cs typeface="Book Antiqua"/>
              </a:rPr>
              <a:t> </a:t>
            </a:r>
            <a:r>
              <a:rPr lang="en-US" sz="1100" dirty="0">
                <a:latin typeface="Book Antiqua"/>
                <a:cs typeface="Book Antiqua"/>
              </a:rPr>
              <a:t>note:</a:t>
            </a:r>
            <a:r>
              <a:rPr lang="en-US" sz="1100" spc="140" dirty="0">
                <a:latin typeface="Book Antiqua"/>
                <a:cs typeface="Book Antiqua"/>
              </a:rPr>
              <a:t> </a:t>
            </a:r>
            <a:r>
              <a:rPr lang="en-US" sz="1100" spc="-30" dirty="0">
                <a:latin typeface="Book Antiqua"/>
                <a:cs typeface="Book Antiqua"/>
              </a:rPr>
              <a:t>different</a:t>
            </a:r>
            <a:r>
              <a:rPr lang="en-US" sz="1100" spc="35" dirty="0">
                <a:latin typeface="Book Antiqua"/>
                <a:cs typeface="Book Antiqua"/>
              </a:rPr>
              <a:t> </a:t>
            </a:r>
            <a:r>
              <a:rPr lang="en-US" sz="1100" dirty="0">
                <a:latin typeface="Book Antiqua"/>
                <a:cs typeface="Book Antiqua"/>
              </a:rPr>
              <a:t>trials</a:t>
            </a:r>
            <a:r>
              <a:rPr lang="en-US" sz="1100" spc="35" dirty="0">
                <a:latin typeface="Book Antiqua"/>
                <a:cs typeface="Book Antiqua"/>
              </a:rPr>
              <a:t> </a:t>
            </a:r>
            <a:r>
              <a:rPr lang="en-US" sz="1100" dirty="0">
                <a:latin typeface="Book Antiqua"/>
                <a:cs typeface="Book Antiqua"/>
              </a:rPr>
              <a:t>are</a:t>
            </a:r>
            <a:r>
              <a:rPr lang="en-US" sz="1100" spc="40" dirty="0">
                <a:latin typeface="Book Antiqua"/>
                <a:cs typeface="Book Antiqua"/>
              </a:rPr>
              <a:t> </a:t>
            </a:r>
            <a:r>
              <a:rPr lang="en-US" sz="1100" b="1" spc="-10" dirty="0">
                <a:latin typeface="Book Antiqua"/>
                <a:cs typeface="Book Antiqua"/>
              </a:rPr>
              <a:t>independent</a:t>
            </a:r>
            <a:r>
              <a:rPr lang="en-US" sz="1100" spc="-10" dirty="0">
                <a:latin typeface="Book Antiqua"/>
                <a:cs typeface="Book Antiqua"/>
              </a:rPr>
              <a:t>.</a:t>
            </a:r>
            <a:endParaRPr lang="en-US" sz="1100" dirty="0">
              <a:latin typeface="Book Antiqua"/>
              <a:cs typeface="Book Antiqua"/>
            </a:endParaRPr>
          </a:p>
          <a:p>
            <a:pPr marL="63500">
              <a:lnSpc>
                <a:spcPts val="1000"/>
              </a:lnSpc>
              <a:spcBef>
                <a:spcPts val="5"/>
              </a:spcBef>
            </a:pPr>
            <a:endParaRPr lang="en-US" sz="1100" baseline="31250" dirty="0">
              <a:latin typeface="Century"/>
              <a:cs typeface="Century"/>
            </a:endParaRPr>
          </a:p>
          <a:p>
            <a:pPr marL="281940"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1" name="Picture 30" descr="\documentclass{article}&#10;\usepackage{amsmath}&#10;\pagestyle{empty}&#10;\begin{document}&#10;&#10;$p_X(k) = P(X=k) = \binom{n}{k} \rho ^k (1-\rho)^{n-k}$&#10;&#10;&#10;\end{document}" title="IguanaTex Bitmap Display">
            <a:extLst>
              <a:ext uri="{FF2B5EF4-FFF2-40B4-BE49-F238E27FC236}">
                <a16:creationId xmlns:a16="http://schemas.microsoft.com/office/drawing/2014/main" id="{789BD304-0851-E51E-F2BD-59D42485C9B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92" y="2226666"/>
            <a:ext cx="2602436" cy="18863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4869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254" dirty="0"/>
              <a:t> </a:t>
            </a:r>
            <a:r>
              <a:rPr spc="60" dirty="0"/>
              <a:t>Random</a:t>
            </a:r>
            <a:r>
              <a:rPr spc="260" dirty="0"/>
              <a:t> </a:t>
            </a:r>
            <a:r>
              <a:rPr dirty="0"/>
              <a:t>Variable</a:t>
            </a:r>
            <a:r>
              <a:rPr spc="260" dirty="0"/>
              <a:t> </a:t>
            </a:r>
            <a:r>
              <a:rPr dirty="0"/>
              <a:t>pg</a:t>
            </a:r>
            <a:r>
              <a:rPr spc="26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0834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0317" y="938006"/>
            <a:ext cx="17678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098067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k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1’s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from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Bernoulli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trials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5" name="Picture 34" descr="\documentclass{article}&#10;\usepackage{amsmath}&#10;\pagestyle{empty}&#10;\begin{document}&#10;&#10;$p_X(k) = P(X=k) = \binom{n}{k} \rho ^k (1-\rho)^{n-k}$&#10;&#10;&#10;\end{document}" title="IguanaTex Bitmap Display">
            <a:extLst>
              <a:ext uri="{FF2B5EF4-FFF2-40B4-BE49-F238E27FC236}">
                <a16:creationId xmlns:a16="http://schemas.microsoft.com/office/drawing/2014/main" id="{5C574976-DFB1-CFA6-0CAB-240E91F6DA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1730375"/>
            <a:ext cx="2602436" cy="188639"/>
          </a:xfrm>
          <a:prstGeom prst="rect">
            <a:avLst/>
          </a:prstGeom>
        </p:spPr>
      </p:pic>
      <p:pic>
        <p:nvPicPr>
          <p:cNvPr id="6" name="Picture 5" descr="\documentclass{article}&#10;\usepackage{amsmath}&#10;\pagestyle{empty}&#10;\begin{document}&#10;&#10;&#10;$\sum_{k=0}^{n}p_X(k) = \sum_{k=0}^{n} \binom{n}{k} \rho ^k (1-\rho)^{n-k}$ =1&#10;&#10;\end{document}" title="IguanaTex Bitmap Display">
            <a:extLst>
              <a:ext uri="{FF2B5EF4-FFF2-40B4-BE49-F238E27FC236}">
                <a16:creationId xmlns:a16="http://schemas.microsoft.com/office/drawing/2014/main" id="{257342E4-0353-1D06-C7BE-C96BBD9EBC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6" y="2359552"/>
            <a:ext cx="3396069" cy="22823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806" y="62407"/>
            <a:ext cx="2470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heads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coins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03273" y="717689"/>
          <a:ext cx="1197608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70" dirty="0">
                          <a:latin typeface="Book Antiqua"/>
                          <a:cs typeface="Book Antiqua"/>
                        </a:rPr>
                        <a:t>#(</a:t>
                      </a:r>
                      <a:r>
                        <a:rPr sz="1100" b="0" i="1" spc="7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7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65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7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8" name="Picture 17" descr="\documentclass{article}&#10;\usepackage{amsmath}&#10;\pagestyle{empty}&#10;\begin{document}&#10;&#10;$p_X(k) = P(X=k) = \binom{n}{k} \rho ^k (1-\rho)^{n-k}$&#10;&#10;&#10;\end{document}" title="IguanaTex Bitmap Display">
            <a:extLst>
              <a:ext uri="{FF2B5EF4-FFF2-40B4-BE49-F238E27FC236}">
                <a16:creationId xmlns:a16="http://schemas.microsoft.com/office/drawing/2014/main" id="{9BE63BC2-C604-38EA-CDCD-84C2A640DF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89" y="2295286"/>
            <a:ext cx="2602436" cy="18863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5515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Number</a:t>
            </a:r>
            <a:r>
              <a:rPr spc="130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dirty="0"/>
              <a:t>heads</a:t>
            </a:r>
            <a:r>
              <a:rPr spc="140" dirty="0"/>
              <a:t> </a:t>
            </a:r>
            <a:r>
              <a:rPr spc="75" dirty="0"/>
              <a:t>out</a:t>
            </a:r>
            <a:r>
              <a:rPr spc="140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dirty="0"/>
              <a:t>5</a:t>
            </a:r>
            <a:r>
              <a:rPr spc="145" dirty="0"/>
              <a:t> </a:t>
            </a:r>
            <a:r>
              <a:rPr spc="-20" dirty="0"/>
              <a:t>coins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03273" y="717689"/>
          <a:ext cx="1197608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70" dirty="0">
                          <a:latin typeface="Book Antiqua"/>
                          <a:cs typeface="Book Antiqua"/>
                        </a:rPr>
                        <a:t>#(</a:t>
                      </a:r>
                      <a:r>
                        <a:rPr sz="1100" b="0" i="1" spc="7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7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65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7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46748" y="2690812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050" y="2632037"/>
            <a:ext cx="1301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(2)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2)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54543" y="2687053"/>
            <a:ext cx="359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-15151" dirty="0">
                <a:latin typeface="Book Antiqua"/>
                <a:cs typeface="Book Antiqua"/>
              </a:rPr>
              <a:t>2</a:t>
            </a:r>
            <a:r>
              <a:rPr sz="800" dirty="0">
                <a:latin typeface="Century"/>
                <a:cs typeface="Century"/>
              </a:rPr>
              <a:t>2</a:t>
            </a:r>
            <a:r>
              <a:rPr sz="800" spc="30" dirty="0">
                <a:latin typeface="Century"/>
                <a:cs typeface="Century"/>
              </a:rPr>
              <a:t> </a:t>
            </a:r>
            <a:r>
              <a:rPr sz="1650" spc="-37" baseline="-15151" dirty="0">
                <a:latin typeface="Book Antiqua"/>
                <a:cs typeface="Book Antiqua"/>
              </a:rPr>
              <a:t>2</a:t>
            </a:r>
            <a:r>
              <a:rPr sz="800" spc="-25" dirty="0"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2716" y="263203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8094" y="2727071"/>
            <a:ext cx="2003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28345" algn="l"/>
              </a:tabLst>
            </a:pPr>
            <a:r>
              <a:rPr sz="1100" spc="-50" dirty="0">
                <a:latin typeface="Book Antiqua"/>
                <a:cs typeface="Book Antiqua"/>
              </a:rPr>
              <a:t>2</a:t>
            </a:r>
            <a:r>
              <a:rPr sz="1100" dirty="0">
                <a:latin typeface="Book Antiqua"/>
                <a:cs typeface="Book Antiqua"/>
              </a:rPr>
              <a:t>	(3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×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×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1)(2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×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Book Antiqua"/>
                <a:cs typeface="Book Antiqua"/>
              </a:rPr>
              <a:t>1)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2</a:t>
            </a:r>
            <a:r>
              <a:rPr sz="1200" spc="-37" baseline="20833" dirty="0">
                <a:latin typeface="Century"/>
                <a:cs typeface="Century"/>
              </a:rPr>
              <a:t>5</a:t>
            </a:r>
            <a:endParaRPr sz="1200" baseline="20833" dirty="0">
              <a:latin typeface="Century"/>
              <a:cs typeface="Century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7429" y="263203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2702" y="2687053"/>
            <a:ext cx="199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37" baseline="-15151" dirty="0">
                <a:latin typeface="Book Antiqua"/>
                <a:cs typeface="Book Antiqua"/>
              </a:rPr>
              <a:t>2</a:t>
            </a:r>
            <a:r>
              <a:rPr sz="800" spc="-25" dirty="0"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90403" y="263203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93494" y="2538310"/>
            <a:ext cx="2787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02945" algn="l"/>
                <a:tab pos="2147570" algn="l"/>
                <a:tab pos="2670810" algn="l"/>
              </a:tabLst>
            </a:pP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spc="180" dirty="0">
                <a:latin typeface="Book Antiqua"/>
                <a:cs typeface="Book Antiqua"/>
              </a:rPr>
              <a:t>  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</a:t>
            </a:r>
            <a:r>
              <a:rPr sz="1100" u="sng" spc="43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5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×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4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×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3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×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2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×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</a:t>
            </a:r>
            <a:r>
              <a:rPr sz="1100" u="sng" spc="37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5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i="1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×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51820" y="272707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9" name="Picture 28" descr="\documentclass{article}&#10;\usepackage{amsmath}&#10;\pagestyle{empty}&#10;\begin{document}&#10;&#10;$p_X(k) = P(X=k) = \binom{n}{k} \rho ^k (1-\rho)^{n-k}$&#10;&#10;&#10;\end{document}" title="IguanaTex Bitmap Display">
            <a:extLst>
              <a:ext uri="{FF2B5EF4-FFF2-40B4-BE49-F238E27FC236}">
                <a16:creationId xmlns:a16="http://schemas.microsoft.com/office/drawing/2014/main" id="{41F23025-4A14-E537-AA47-5C6D86087F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43" y="2179181"/>
            <a:ext cx="2602436" cy="1886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E7FB95A-0505-0043-3241-90F29D52A2EE}"/>
              </a:ext>
            </a:extLst>
          </p:cNvPr>
          <p:cNvSpPr txBox="1"/>
          <p:nvPr/>
        </p:nvSpPr>
        <p:spPr>
          <a:xfrm>
            <a:off x="1400848" y="252215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 )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4869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254" dirty="0"/>
              <a:t> </a:t>
            </a:r>
            <a:r>
              <a:rPr spc="60" dirty="0"/>
              <a:t>Random</a:t>
            </a:r>
            <a:r>
              <a:rPr spc="260" dirty="0"/>
              <a:t> </a:t>
            </a:r>
            <a:r>
              <a:rPr dirty="0"/>
              <a:t>Variable</a:t>
            </a:r>
            <a:r>
              <a:rPr spc="260" dirty="0"/>
              <a:t> </a:t>
            </a:r>
            <a:r>
              <a:rPr dirty="0"/>
              <a:t>pg</a:t>
            </a:r>
            <a:r>
              <a:rPr spc="26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3539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0317" y="865057"/>
            <a:ext cx="17678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025118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k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1’s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from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Bernoulli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trials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0897" y="127505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0897" y="137737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292275"/>
            <a:ext cx="1315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2510" algn="l"/>
              </a:tabLst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ρ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5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4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ρ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12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0" dirty="0">
                <a:latin typeface="Book Antiqua"/>
                <a:cs typeface="Book Antiqua"/>
              </a:rPr>
              <a:t>then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844" y="2072436"/>
            <a:ext cx="256095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graph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symmetrical.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ρ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small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or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large,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graph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skewed.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28/36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5" name="Picture 34" descr="\documentclass{article}&#10;\usepackage{amsmath}&#10;\pagestyle{empty}&#10;\begin{document}&#10;&#10;$p_X(k) = P(X=k) = \binom{n}{k} \rho ^k (1-\rho)^{n-k}=  \binom{n}{k} (\frac{1}{2})^n$&#10;&#10;&#10;\end{document}" title="IguanaTex Bitmap Display">
            <a:extLst>
              <a:ext uri="{FF2B5EF4-FFF2-40B4-BE49-F238E27FC236}">
                <a16:creationId xmlns:a16="http://schemas.microsoft.com/office/drawing/2014/main" id="{8422B593-49F8-0376-D1F8-2B7AE9171E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62" y="1659943"/>
            <a:ext cx="4314697" cy="24502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4869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254" dirty="0"/>
              <a:t> </a:t>
            </a:r>
            <a:r>
              <a:rPr spc="60" dirty="0"/>
              <a:t>Random</a:t>
            </a:r>
            <a:r>
              <a:rPr spc="260" dirty="0"/>
              <a:t> </a:t>
            </a:r>
            <a:r>
              <a:rPr dirty="0"/>
              <a:t>Variable</a:t>
            </a:r>
            <a:r>
              <a:rPr spc="260" dirty="0"/>
              <a:t> </a:t>
            </a:r>
            <a:r>
              <a:rPr dirty="0"/>
              <a:t>pg</a:t>
            </a:r>
            <a:r>
              <a:rPr spc="26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3539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0317" y="865057"/>
            <a:ext cx="17678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025118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Random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k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1’s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from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Bernoulli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trials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477" y="1130023"/>
            <a:ext cx="4131310" cy="357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ρ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small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or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large,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graph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skewed.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28/36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41623703-3D92-869C-04C8-95A657D59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15" y="1592718"/>
            <a:ext cx="3861377" cy="137281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637" y="62407"/>
            <a:ext cx="27349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77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69733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467" y="726995"/>
            <a:ext cx="185356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2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887057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Geometric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240" dirty="0">
                <a:latin typeface="Book Antiqua"/>
                <a:cs typeface="Book Antiqua"/>
              </a:rPr>
              <a:t>#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success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8354" y="1958492"/>
            <a:ext cx="851535" cy="911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5965">
              <a:lnSpc>
                <a:spcPct val="100000"/>
              </a:lnSpc>
              <a:spcBef>
                <a:spcPts val="90"/>
              </a:spcBef>
            </a:pPr>
            <a:r>
              <a:rPr sz="1100" spc="110" dirty="0">
                <a:latin typeface="Book Antiqua"/>
                <a:cs typeface="Book Antiqua"/>
              </a:rPr>
              <a:t>T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latin typeface="Book Antiqua"/>
                <a:cs typeface="Book Antiqua"/>
              </a:rPr>
              <a:t>O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Book Antiqua"/>
              <a:cs typeface="Book Antiqua"/>
            </a:endParaRPr>
          </a:p>
          <a:p>
            <a:pPr marL="734060">
              <a:lnSpc>
                <a:spcPct val="100000"/>
              </a:lnSpc>
            </a:pPr>
            <a:r>
              <a:rPr sz="1100" spc="-100" dirty="0">
                <a:latin typeface="Book Antiqua"/>
                <a:cs typeface="Book Antiqua"/>
              </a:rPr>
              <a:t>H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74984" y="2469889"/>
            <a:ext cx="506095" cy="258445"/>
            <a:chOff x="1274984" y="2469889"/>
            <a:chExt cx="506095" cy="258445"/>
          </a:xfrm>
        </p:grpSpPr>
        <p:sp>
          <p:nvSpPr>
            <p:cNvPr id="12" name="object 12"/>
            <p:cNvSpPr/>
            <p:nvPr/>
          </p:nvSpPr>
          <p:spPr>
            <a:xfrm>
              <a:off x="1280045" y="2474950"/>
              <a:ext cx="484505" cy="242570"/>
            </a:xfrm>
            <a:custGeom>
              <a:avLst/>
              <a:gdLst/>
              <a:ahLst/>
              <a:cxnLst/>
              <a:rect l="l" t="t" r="r" b="b"/>
              <a:pathLst>
                <a:path w="484505" h="242569">
                  <a:moveTo>
                    <a:pt x="0" y="0"/>
                  </a:moveTo>
                  <a:lnTo>
                    <a:pt x="484085" y="242074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19267" y="2680251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19130" y="0"/>
                  </a:move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19267" y="2680251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42664"/>
                  </a:move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274984" y="2115862"/>
            <a:ext cx="508000" cy="259079"/>
            <a:chOff x="1274984" y="2115862"/>
            <a:chExt cx="508000" cy="259079"/>
          </a:xfrm>
        </p:grpSpPr>
        <p:sp>
          <p:nvSpPr>
            <p:cNvPr id="16" name="object 16"/>
            <p:cNvSpPr/>
            <p:nvPr/>
          </p:nvSpPr>
          <p:spPr>
            <a:xfrm>
              <a:off x="1280045" y="2126802"/>
              <a:ext cx="486409" cy="243204"/>
            </a:xfrm>
            <a:custGeom>
              <a:avLst/>
              <a:gdLst/>
              <a:ahLst/>
              <a:cxnLst/>
              <a:rect l="l" t="t" r="r" b="b"/>
              <a:pathLst>
                <a:path w="486410" h="243205">
                  <a:moveTo>
                    <a:pt x="0" y="243039"/>
                  </a:moveTo>
                  <a:lnTo>
                    <a:pt x="486016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21191" y="212092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0" y="4409"/>
                  </a:moveTo>
                  <a:lnTo>
                    <a:pt x="14780" y="9146"/>
                  </a:lnTo>
                  <a:lnTo>
                    <a:pt x="22802" y="16916"/>
                  </a:lnTo>
                  <a:lnTo>
                    <a:pt x="24206" y="27997"/>
                  </a:lnTo>
                  <a:lnTo>
                    <a:pt x="19129" y="42664"/>
                  </a:lnTo>
                  <a:lnTo>
                    <a:pt x="28400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lnTo>
                    <a:pt x="44165" y="2758"/>
                  </a:lnTo>
                  <a:lnTo>
                    <a:pt x="30800" y="4413"/>
                  </a:lnTo>
                  <a:lnTo>
                    <a:pt x="16193" y="4963"/>
                  </a:lnTo>
                  <a:lnTo>
                    <a:pt x="0" y="4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21191" y="212092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0"/>
                  </a:moveTo>
                  <a:lnTo>
                    <a:pt x="44165" y="2758"/>
                  </a:lnTo>
                  <a:lnTo>
                    <a:pt x="30800" y="4413"/>
                  </a:lnTo>
                  <a:lnTo>
                    <a:pt x="16193" y="4963"/>
                  </a:lnTo>
                  <a:lnTo>
                    <a:pt x="0" y="4409"/>
                  </a:lnTo>
                  <a:lnTo>
                    <a:pt x="14780" y="9146"/>
                  </a:lnTo>
                  <a:lnTo>
                    <a:pt x="22802" y="16916"/>
                  </a:lnTo>
                  <a:lnTo>
                    <a:pt x="24206" y="27997"/>
                  </a:lnTo>
                  <a:lnTo>
                    <a:pt x="19129" y="42664"/>
                  </a:lnTo>
                  <a:lnTo>
                    <a:pt x="28400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637" y="62407"/>
            <a:ext cx="27349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77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69733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467" y="726995"/>
            <a:ext cx="185356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2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887057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Geometric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240" dirty="0">
                <a:latin typeface="Book Antiqua"/>
                <a:cs typeface="Book Antiqua"/>
              </a:rPr>
              <a:t>#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success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8354" y="2318499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Book Antiqua"/>
                <a:cs typeface="Book Antiqua"/>
              </a:rPr>
              <a:t>O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0273" y="2678493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0" dirty="0">
                <a:latin typeface="Book Antiqua"/>
                <a:cs typeface="Book Antiqua"/>
              </a:rPr>
              <a:t>H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2203" y="1598498"/>
            <a:ext cx="895985" cy="5518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100" spc="80" dirty="0">
                <a:latin typeface="Book Antiqua"/>
                <a:cs typeface="Book Antiqua"/>
              </a:rPr>
              <a:t>TT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110" dirty="0">
                <a:latin typeface="Book Antiqua"/>
                <a:cs typeface="Book Antiqua"/>
              </a:rPr>
              <a:t>T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74984" y="2469889"/>
            <a:ext cx="506095" cy="258445"/>
            <a:chOff x="1274984" y="2469889"/>
            <a:chExt cx="506095" cy="258445"/>
          </a:xfrm>
        </p:grpSpPr>
        <p:sp>
          <p:nvSpPr>
            <p:cNvPr id="14" name="object 14"/>
            <p:cNvSpPr/>
            <p:nvPr/>
          </p:nvSpPr>
          <p:spPr>
            <a:xfrm>
              <a:off x="1280045" y="2474950"/>
              <a:ext cx="484505" cy="242570"/>
            </a:xfrm>
            <a:custGeom>
              <a:avLst/>
              <a:gdLst/>
              <a:ahLst/>
              <a:cxnLst/>
              <a:rect l="l" t="t" r="r" b="b"/>
              <a:pathLst>
                <a:path w="484505" h="242569">
                  <a:moveTo>
                    <a:pt x="0" y="0"/>
                  </a:moveTo>
                  <a:lnTo>
                    <a:pt x="484085" y="242074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19267" y="2680251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19130" y="0"/>
                  </a:move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19267" y="2680251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42664"/>
                  </a:move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274984" y="2115862"/>
            <a:ext cx="508000" cy="259079"/>
            <a:chOff x="1274984" y="2115862"/>
            <a:chExt cx="508000" cy="259079"/>
          </a:xfrm>
        </p:grpSpPr>
        <p:sp>
          <p:nvSpPr>
            <p:cNvPr id="18" name="object 18"/>
            <p:cNvSpPr/>
            <p:nvPr/>
          </p:nvSpPr>
          <p:spPr>
            <a:xfrm>
              <a:off x="1280045" y="2126802"/>
              <a:ext cx="486409" cy="243204"/>
            </a:xfrm>
            <a:custGeom>
              <a:avLst/>
              <a:gdLst/>
              <a:ahLst/>
              <a:cxnLst/>
              <a:rect l="l" t="t" r="r" b="b"/>
              <a:pathLst>
                <a:path w="486410" h="243205">
                  <a:moveTo>
                    <a:pt x="0" y="243039"/>
                  </a:moveTo>
                  <a:lnTo>
                    <a:pt x="486016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21191" y="212092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0" y="4409"/>
                  </a:moveTo>
                  <a:lnTo>
                    <a:pt x="14780" y="9146"/>
                  </a:lnTo>
                  <a:lnTo>
                    <a:pt x="22802" y="16916"/>
                  </a:lnTo>
                  <a:lnTo>
                    <a:pt x="24206" y="27997"/>
                  </a:lnTo>
                  <a:lnTo>
                    <a:pt x="19129" y="42664"/>
                  </a:lnTo>
                  <a:lnTo>
                    <a:pt x="28400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lnTo>
                    <a:pt x="44165" y="2758"/>
                  </a:lnTo>
                  <a:lnTo>
                    <a:pt x="30800" y="4413"/>
                  </a:lnTo>
                  <a:lnTo>
                    <a:pt x="16193" y="4963"/>
                  </a:lnTo>
                  <a:lnTo>
                    <a:pt x="0" y="4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21191" y="212092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0"/>
                  </a:moveTo>
                  <a:lnTo>
                    <a:pt x="44165" y="2758"/>
                  </a:lnTo>
                  <a:lnTo>
                    <a:pt x="30800" y="4413"/>
                  </a:lnTo>
                  <a:lnTo>
                    <a:pt x="16193" y="4963"/>
                  </a:lnTo>
                  <a:lnTo>
                    <a:pt x="0" y="4409"/>
                  </a:lnTo>
                  <a:lnTo>
                    <a:pt x="14780" y="9146"/>
                  </a:lnTo>
                  <a:lnTo>
                    <a:pt x="22802" y="16916"/>
                  </a:lnTo>
                  <a:lnTo>
                    <a:pt x="24206" y="27997"/>
                  </a:lnTo>
                  <a:lnTo>
                    <a:pt x="19129" y="42664"/>
                  </a:lnTo>
                  <a:lnTo>
                    <a:pt x="28400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00248" y="2318499"/>
            <a:ext cx="229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TH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91145" y="2107977"/>
            <a:ext cx="460375" cy="235585"/>
            <a:chOff x="1991145" y="2107977"/>
            <a:chExt cx="460375" cy="235585"/>
          </a:xfrm>
        </p:grpSpPr>
        <p:sp>
          <p:nvSpPr>
            <p:cNvPr id="23" name="object 23"/>
            <p:cNvSpPr/>
            <p:nvPr/>
          </p:nvSpPr>
          <p:spPr>
            <a:xfrm>
              <a:off x="1996206" y="2113038"/>
              <a:ext cx="438150" cy="219075"/>
            </a:xfrm>
            <a:custGeom>
              <a:avLst/>
              <a:gdLst/>
              <a:ahLst/>
              <a:cxnLst/>
              <a:rect l="l" t="t" r="r" b="b"/>
              <a:pathLst>
                <a:path w="438150" h="219075">
                  <a:moveTo>
                    <a:pt x="0" y="0"/>
                  </a:moveTo>
                  <a:lnTo>
                    <a:pt x="437908" y="21898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89244" y="2295244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19130" y="0"/>
                  </a:moveTo>
                  <a:lnTo>
                    <a:pt x="24207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5"/>
                  </a:lnTo>
                  <a:lnTo>
                    <a:pt x="46946" y="34344"/>
                  </a:lnTo>
                  <a:lnTo>
                    <a:pt x="37605" y="24644"/>
                  </a:lnTo>
                  <a:lnTo>
                    <a:pt x="28401" y="13288"/>
                  </a:lnTo>
                  <a:lnTo>
                    <a:pt x="19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89244" y="2295244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42665"/>
                  </a:moveTo>
                  <a:lnTo>
                    <a:pt x="46946" y="34344"/>
                  </a:lnTo>
                  <a:lnTo>
                    <a:pt x="37605" y="24644"/>
                  </a:lnTo>
                  <a:lnTo>
                    <a:pt x="28401" y="13288"/>
                  </a:lnTo>
                  <a:lnTo>
                    <a:pt x="19130" y="0"/>
                  </a:lnTo>
                  <a:lnTo>
                    <a:pt x="24207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5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991145" y="1780859"/>
            <a:ext cx="462280" cy="236220"/>
            <a:chOff x="1991145" y="1780859"/>
            <a:chExt cx="462280" cy="236220"/>
          </a:xfrm>
        </p:grpSpPr>
        <p:sp>
          <p:nvSpPr>
            <p:cNvPr id="27" name="object 27"/>
            <p:cNvSpPr/>
            <p:nvPr/>
          </p:nvSpPr>
          <p:spPr>
            <a:xfrm>
              <a:off x="1996206" y="1791805"/>
              <a:ext cx="440055" cy="220345"/>
            </a:xfrm>
            <a:custGeom>
              <a:avLst/>
              <a:gdLst/>
              <a:ahLst/>
              <a:cxnLst/>
              <a:rect l="l" t="t" r="r" b="b"/>
              <a:pathLst>
                <a:path w="440055" h="220344">
                  <a:moveTo>
                    <a:pt x="0" y="219951"/>
                  </a:moveTo>
                  <a:lnTo>
                    <a:pt x="439826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1169" y="1785920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0" y="4410"/>
                  </a:moveTo>
                  <a:lnTo>
                    <a:pt x="14780" y="9147"/>
                  </a:lnTo>
                  <a:lnTo>
                    <a:pt x="22803" y="16918"/>
                  </a:lnTo>
                  <a:lnTo>
                    <a:pt x="24207" y="27998"/>
                  </a:lnTo>
                  <a:lnTo>
                    <a:pt x="19130" y="42665"/>
                  </a:lnTo>
                  <a:lnTo>
                    <a:pt x="28401" y="29377"/>
                  </a:lnTo>
                  <a:lnTo>
                    <a:pt x="37605" y="18021"/>
                  </a:lnTo>
                  <a:lnTo>
                    <a:pt x="46946" y="8320"/>
                  </a:lnTo>
                  <a:lnTo>
                    <a:pt x="56633" y="0"/>
                  </a:lnTo>
                  <a:lnTo>
                    <a:pt x="44165" y="2758"/>
                  </a:lnTo>
                  <a:lnTo>
                    <a:pt x="30800" y="4413"/>
                  </a:lnTo>
                  <a:lnTo>
                    <a:pt x="16193" y="4964"/>
                  </a:lnTo>
                  <a:lnTo>
                    <a:pt x="0" y="4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91169" y="1785920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0"/>
                  </a:moveTo>
                  <a:lnTo>
                    <a:pt x="44165" y="2758"/>
                  </a:lnTo>
                  <a:lnTo>
                    <a:pt x="30800" y="4413"/>
                  </a:lnTo>
                  <a:lnTo>
                    <a:pt x="16193" y="4964"/>
                  </a:lnTo>
                  <a:lnTo>
                    <a:pt x="0" y="4410"/>
                  </a:lnTo>
                  <a:lnTo>
                    <a:pt x="14780" y="9147"/>
                  </a:lnTo>
                  <a:lnTo>
                    <a:pt x="22803" y="16918"/>
                  </a:lnTo>
                  <a:lnTo>
                    <a:pt x="24207" y="27998"/>
                  </a:lnTo>
                  <a:lnTo>
                    <a:pt x="19130" y="42665"/>
                  </a:lnTo>
                  <a:lnTo>
                    <a:pt x="28401" y="29377"/>
                  </a:lnTo>
                  <a:lnTo>
                    <a:pt x="37605" y="18021"/>
                  </a:lnTo>
                  <a:lnTo>
                    <a:pt x="46946" y="8320"/>
                  </a:lnTo>
                  <a:lnTo>
                    <a:pt x="56633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637" y="62407"/>
            <a:ext cx="27349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77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69733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467" y="726995"/>
            <a:ext cx="185356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2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8354" y="2318499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Book Antiqua"/>
                <a:cs typeface="Book Antiqua"/>
              </a:rPr>
              <a:t>O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0273" y="2678493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0" dirty="0">
                <a:latin typeface="Book Antiqua"/>
                <a:cs typeface="Book Antiqua"/>
              </a:rPr>
              <a:t>H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2203" y="1958492"/>
            <a:ext cx="125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10" dirty="0">
                <a:latin typeface="Book Antiqua"/>
                <a:cs typeface="Book Antiqua"/>
              </a:rPr>
              <a:t>T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74984" y="2469889"/>
            <a:ext cx="506095" cy="258445"/>
            <a:chOff x="1274984" y="2469889"/>
            <a:chExt cx="506095" cy="258445"/>
          </a:xfrm>
        </p:grpSpPr>
        <p:sp>
          <p:nvSpPr>
            <p:cNvPr id="13" name="object 13"/>
            <p:cNvSpPr/>
            <p:nvPr/>
          </p:nvSpPr>
          <p:spPr>
            <a:xfrm>
              <a:off x="1280045" y="2474950"/>
              <a:ext cx="484505" cy="242570"/>
            </a:xfrm>
            <a:custGeom>
              <a:avLst/>
              <a:gdLst/>
              <a:ahLst/>
              <a:cxnLst/>
              <a:rect l="l" t="t" r="r" b="b"/>
              <a:pathLst>
                <a:path w="484505" h="242569">
                  <a:moveTo>
                    <a:pt x="0" y="0"/>
                  </a:moveTo>
                  <a:lnTo>
                    <a:pt x="484085" y="242074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19267" y="2680251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19130" y="0"/>
                  </a:move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19267" y="2680251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42664"/>
                  </a:move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274984" y="2115862"/>
            <a:ext cx="508000" cy="259079"/>
            <a:chOff x="1274984" y="2115862"/>
            <a:chExt cx="508000" cy="259079"/>
          </a:xfrm>
        </p:grpSpPr>
        <p:sp>
          <p:nvSpPr>
            <p:cNvPr id="17" name="object 17"/>
            <p:cNvSpPr/>
            <p:nvPr/>
          </p:nvSpPr>
          <p:spPr>
            <a:xfrm>
              <a:off x="1280045" y="2126802"/>
              <a:ext cx="486409" cy="243204"/>
            </a:xfrm>
            <a:custGeom>
              <a:avLst/>
              <a:gdLst/>
              <a:ahLst/>
              <a:cxnLst/>
              <a:rect l="l" t="t" r="r" b="b"/>
              <a:pathLst>
                <a:path w="486410" h="243205">
                  <a:moveTo>
                    <a:pt x="0" y="243039"/>
                  </a:moveTo>
                  <a:lnTo>
                    <a:pt x="486016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21191" y="212092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0" y="4409"/>
                  </a:moveTo>
                  <a:lnTo>
                    <a:pt x="14780" y="9146"/>
                  </a:lnTo>
                  <a:lnTo>
                    <a:pt x="22802" y="16916"/>
                  </a:lnTo>
                  <a:lnTo>
                    <a:pt x="24206" y="27997"/>
                  </a:lnTo>
                  <a:lnTo>
                    <a:pt x="19129" y="42664"/>
                  </a:lnTo>
                  <a:lnTo>
                    <a:pt x="28400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lnTo>
                    <a:pt x="44165" y="2758"/>
                  </a:lnTo>
                  <a:lnTo>
                    <a:pt x="30800" y="4413"/>
                  </a:lnTo>
                  <a:lnTo>
                    <a:pt x="16193" y="4963"/>
                  </a:lnTo>
                  <a:lnTo>
                    <a:pt x="0" y="4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21191" y="212092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0"/>
                  </a:moveTo>
                  <a:lnTo>
                    <a:pt x="44165" y="2758"/>
                  </a:lnTo>
                  <a:lnTo>
                    <a:pt x="30800" y="4413"/>
                  </a:lnTo>
                  <a:lnTo>
                    <a:pt x="16193" y="4963"/>
                  </a:lnTo>
                  <a:lnTo>
                    <a:pt x="0" y="4409"/>
                  </a:lnTo>
                  <a:lnTo>
                    <a:pt x="14780" y="9146"/>
                  </a:lnTo>
                  <a:lnTo>
                    <a:pt x="22802" y="16916"/>
                  </a:lnTo>
                  <a:lnTo>
                    <a:pt x="24206" y="27997"/>
                  </a:lnTo>
                  <a:lnTo>
                    <a:pt x="19129" y="42664"/>
                  </a:lnTo>
                  <a:lnTo>
                    <a:pt x="28400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00248" y="2318499"/>
            <a:ext cx="229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TH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91145" y="2107977"/>
            <a:ext cx="460375" cy="235585"/>
            <a:chOff x="1991145" y="2107977"/>
            <a:chExt cx="460375" cy="235585"/>
          </a:xfrm>
        </p:grpSpPr>
        <p:sp>
          <p:nvSpPr>
            <p:cNvPr id="22" name="object 22"/>
            <p:cNvSpPr/>
            <p:nvPr/>
          </p:nvSpPr>
          <p:spPr>
            <a:xfrm>
              <a:off x="1996206" y="2113038"/>
              <a:ext cx="438150" cy="219075"/>
            </a:xfrm>
            <a:custGeom>
              <a:avLst/>
              <a:gdLst/>
              <a:ahLst/>
              <a:cxnLst/>
              <a:rect l="l" t="t" r="r" b="b"/>
              <a:pathLst>
                <a:path w="438150" h="219075">
                  <a:moveTo>
                    <a:pt x="0" y="0"/>
                  </a:moveTo>
                  <a:lnTo>
                    <a:pt x="437908" y="21898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89244" y="2295244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19130" y="0"/>
                  </a:moveTo>
                  <a:lnTo>
                    <a:pt x="24207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5"/>
                  </a:lnTo>
                  <a:lnTo>
                    <a:pt x="46946" y="34344"/>
                  </a:lnTo>
                  <a:lnTo>
                    <a:pt x="37605" y="24644"/>
                  </a:lnTo>
                  <a:lnTo>
                    <a:pt x="28401" y="13288"/>
                  </a:lnTo>
                  <a:lnTo>
                    <a:pt x="19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89244" y="2295244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42665"/>
                  </a:moveTo>
                  <a:lnTo>
                    <a:pt x="46946" y="34344"/>
                  </a:lnTo>
                  <a:lnTo>
                    <a:pt x="37605" y="24644"/>
                  </a:lnTo>
                  <a:lnTo>
                    <a:pt x="28401" y="13288"/>
                  </a:lnTo>
                  <a:lnTo>
                    <a:pt x="19130" y="0"/>
                  </a:lnTo>
                  <a:lnTo>
                    <a:pt x="24207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5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991145" y="1780859"/>
            <a:ext cx="462280" cy="236220"/>
            <a:chOff x="1991145" y="1780859"/>
            <a:chExt cx="462280" cy="236220"/>
          </a:xfrm>
        </p:grpSpPr>
        <p:sp>
          <p:nvSpPr>
            <p:cNvPr id="26" name="object 26"/>
            <p:cNvSpPr/>
            <p:nvPr/>
          </p:nvSpPr>
          <p:spPr>
            <a:xfrm>
              <a:off x="1996206" y="1791805"/>
              <a:ext cx="440055" cy="220345"/>
            </a:xfrm>
            <a:custGeom>
              <a:avLst/>
              <a:gdLst/>
              <a:ahLst/>
              <a:cxnLst/>
              <a:rect l="l" t="t" r="r" b="b"/>
              <a:pathLst>
                <a:path w="440055" h="220344">
                  <a:moveTo>
                    <a:pt x="0" y="219951"/>
                  </a:moveTo>
                  <a:lnTo>
                    <a:pt x="439826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91169" y="1785920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0" y="4410"/>
                  </a:moveTo>
                  <a:lnTo>
                    <a:pt x="14780" y="9147"/>
                  </a:lnTo>
                  <a:lnTo>
                    <a:pt x="22803" y="16918"/>
                  </a:lnTo>
                  <a:lnTo>
                    <a:pt x="24207" y="27998"/>
                  </a:lnTo>
                  <a:lnTo>
                    <a:pt x="19130" y="42665"/>
                  </a:lnTo>
                  <a:lnTo>
                    <a:pt x="28401" y="29377"/>
                  </a:lnTo>
                  <a:lnTo>
                    <a:pt x="37605" y="18021"/>
                  </a:lnTo>
                  <a:lnTo>
                    <a:pt x="46946" y="8320"/>
                  </a:lnTo>
                  <a:lnTo>
                    <a:pt x="56633" y="0"/>
                  </a:lnTo>
                  <a:lnTo>
                    <a:pt x="44165" y="2758"/>
                  </a:lnTo>
                  <a:lnTo>
                    <a:pt x="30800" y="4413"/>
                  </a:lnTo>
                  <a:lnTo>
                    <a:pt x="16193" y="4964"/>
                  </a:lnTo>
                  <a:lnTo>
                    <a:pt x="0" y="4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1169" y="1785920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0"/>
                  </a:moveTo>
                  <a:lnTo>
                    <a:pt x="44165" y="2758"/>
                  </a:lnTo>
                  <a:lnTo>
                    <a:pt x="30800" y="4413"/>
                  </a:lnTo>
                  <a:lnTo>
                    <a:pt x="16193" y="4964"/>
                  </a:lnTo>
                  <a:lnTo>
                    <a:pt x="0" y="4410"/>
                  </a:lnTo>
                  <a:lnTo>
                    <a:pt x="14780" y="9147"/>
                  </a:lnTo>
                  <a:lnTo>
                    <a:pt x="22803" y="16918"/>
                  </a:lnTo>
                  <a:lnTo>
                    <a:pt x="24207" y="27998"/>
                  </a:lnTo>
                  <a:lnTo>
                    <a:pt x="19130" y="42665"/>
                  </a:lnTo>
                  <a:lnTo>
                    <a:pt x="28401" y="29377"/>
                  </a:lnTo>
                  <a:lnTo>
                    <a:pt x="37605" y="18021"/>
                  </a:lnTo>
                  <a:lnTo>
                    <a:pt x="46946" y="8320"/>
                  </a:lnTo>
                  <a:lnTo>
                    <a:pt x="56633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8544" y="887057"/>
            <a:ext cx="4432935" cy="903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Geometric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240" dirty="0">
                <a:latin typeface="Book Antiqua"/>
                <a:cs typeface="Book Antiqua"/>
              </a:rPr>
              <a:t>#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success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Book Antiqua"/>
              <a:cs typeface="Book Antiqua"/>
            </a:endParaRPr>
          </a:p>
          <a:p>
            <a:pPr marR="1078230" algn="r">
              <a:lnSpc>
                <a:spcPct val="100000"/>
              </a:lnSpc>
              <a:spcBef>
                <a:spcPts val="5"/>
              </a:spcBef>
            </a:pPr>
            <a:r>
              <a:rPr sz="1100" spc="80" dirty="0">
                <a:latin typeface="Book Antiqua"/>
                <a:cs typeface="Book Antiqua"/>
              </a:rPr>
              <a:t>TTT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Book Antiqua"/>
              <a:cs typeface="Book Antiqua"/>
            </a:endParaRPr>
          </a:p>
          <a:p>
            <a:pPr marL="520065" algn="ctr">
              <a:lnSpc>
                <a:spcPct val="100000"/>
              </a:lnSpc>
            </a:pPr>
            <a:r>
              <a:rPr sz="1100" spc="80" dirty="0">
                <a:latin typeface="Book Antiqua"/>
                <a:cs typeface="Book Antiqua"/>
              </a:rPr>
              <a:t>TT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70212" y="1958492"/>
            <a:ext cx="329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TTH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61185" y="1772936"/>
            <a:ext cx="366395" cy="188595"/>
            <a:chOff x="2761185" y="1772936"/>
            <a:chExt cx="366395" cy="188595"/>
          </a:xfrm>
        </p:grpSpPr>
        <p:sp>
          <p:nvSpPr>
            <p:cNvPr id="32" name="object 32"/>
            <p:cNvSpPr/>
            <p:nvPr/>
          </p:nvSpPr>
          <p:spPr>
            <a:xfrm>
              <a:off x="2766246" y="1777997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69" h="172085">
                  <a:moveTo>
                    <a:pt x="0" y="0"/>
                  </a:moveTo>
                  <a:lnTo>
                    <a:pt x="343979" y="172021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65356" y="191323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19130" y="0"/>
                  </a:move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65356" y="1913233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42664"/>
                  </a:moveTo>
                  <a:lnTo>
                    <a:pt x="46946" y="34344"/>
                  </a:lnTo>
                  <a:lnTo>
                    <a:pt x="37604" y="24644"/>
                  </a:lnTo>
                  <a:lnTo>
                    <a:pt x="28401" y="13288"/>
                  </a:lnTo>
                  <a:lnTo>
                    <a:pt x="19130" y="0"/>
                  </a:lnTo>
                  <a:lnTo>
                    <a:pt x="24206" y="14667"/>
                  </a:lnTo>
                  <a:lnTo>
                    <a:pt x="22803" y="25747"/>
                  </a:lnTo>
                  <a:lnTo>
                    <a:pt x="14780" y="33517"/>
                  </a:lnTo>
                  <a:lnTo>
                    <a:pt x="0" y="38254"/>
                  </a:lnTo>
                  <a:lnTo>
                    <a:pt x="16193" y="37700"/>
                  </a:lnTo>
                  <a:lnTo>
                    <a:pt x="30800" y="38251"/>
                  </a:lnTo>
                  <a:lnTo>
                    <a:pt x="44165" y="39906"/>
                  </a:lnTo>
                  <a:lnTo>
                    <a:pt x="56633" y="42664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2761185" y="1443823"/>
            <a:ext cx="366395" cy="188595"/>
            <a:chOff x="2761185" y="1443823"/>
            <a:chExt cx="366395" cy="188595"/>
          </a:xfrm>
        </p:grpSpPr>
        <p:sp>
          <p:nvSpPr>
            <p:cNvPr id="36" name="object 36"/>
            <p:cNvSpPr/>
            <p:nvPr/>
          </p:nvSpPr>
          <p:spPr>
            <a:xfrm>
              <a:off x="2766246" y="1454763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69" h="172085">
                  <a:moveTo>
                    <a:pt x="0" y="172021"/>
                  </a:moveTo>
                  <a:lnTo>
                    <a:pt x="343979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65356" y="1448884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0" y="4410"/>
                  </a:moveTo>
                  <a:lnTo>
                    <a:pt x="14780" y="9147"/>
                  </a:lnTo>
                  <a:lnTo>
                    <a:pt x="22803" y="16917"/>
                  </a:lnTo>
                  <a:lnTo>
                    <a:pt x="24206" y="27997"/>
                  </a:lnTo>
                  <a:lnTo>
                    <a:pt x="19130" y="42664"/>
                  </a:lnTo>
                  <a:lnTo>
                    <a:pt x="28401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lnTo>
                    <a:pt x="44165" y="2758"/>
                  </a:lnTo>
                  <a:lnTo>
                    <a:pt x="30800" y="4413"/>
                  </a:lnTo>
                  <a:lnTo>
                    <a:pt x="16193" y="4964"/>
                  </a:lnTo>
                  <a:lnTo>
                    <a:pt x="0" y="4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65356" y="1448884"/>
              <a:ext cx="57150" cy="43180"/>
            </a:xfrm>
            <a:custGeom>
              <a:avLst/>
              <a:gdLst/>
              <a:ahLst/>
              <a:cxnLst/>
              <a:rect l="l" t="t" r="r" b="b"/>
              <a:pathLst>
                <a:path w="57150" h="43180">
                  <a:moveTo>
                    <a:pt x="56633" y="0"/>
                  </a:moveTo>
                  <a:lnTo>
                    <a:pt x="44165" y="2758"/>
                  </a:lnTo>
                  <a:lnTo>
                    <a:pt x="30800" y="4413"/>
                  </a:lnTo>
                  <a:lnTo>
                    <a:pt x="16193" y="4964"/>
                  </a:lnTo>
                  <a:lnTo>
                    <a:pt x="0" y="4410"/>
                  </a:lnTo>
                  <a:lnTo>
                    <a:pt x="14780" y="9147"/>
                  </a:lnTo>
                  <a:lnTo>
                    <a:pt x="22803" y="16917"/>
                  </a:lnTo>
                  <a:lnTo>
                    <a:pt x="24206" y="27997"/>
                  </a:lnTo>
                  <a:lnTo>
                    <a:pt x="19130" y="42664"/>
                  </a:lnTo>
                  <a:lnTo>
                    <a:pt x="28401" y="29376"/>
                  </a:lnTo>
                  <a:lnTo>
                    <a:pt x="37604" y="18020"/>
                  </a:lnTo>
                  <a:lnTo>
                    <a:pt x="46946" y="8320"/>
                  </a:lnTo>
                  <a:lnTo>
                    <a:pt x="56633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35"/>
              </a:spcBef>
            </a:pPr>
            <a:r>
              <a:rPr dirty="0"/>
              <a:t>Geometric</a:t>
            </a:r>
            <a:r>
              <a:rPr spc="290" dirty="0"/>
              <a:t> </a:t>
            </a:r>
            <a:r>
              <a:rPr spc="60" dirty="0"/>
              <a:t>Random</a:t>
            </a:r>
            <a:r>
              <a:rPr spc="295" dirty="0"/>
              <a:t> </a:t>
            </a:r>
            <a:r>
              <a:rPr dirty="0"/>
              <a:t>Variable</a:t>
            </a:r>
            <a:r>
              <a:rPr spc="295" dirty="0"/>
              <a:t> </a:t>
            </a:r>
            <a:r>
              <a:rPr dirty="0"/>
              <a:t>pg</a:t>
            </a:r>
            <a:r>
              <a:rPr spc="29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8783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467" y="817495"/>
            <a:ext cx="185356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2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977557"/>
            <a:ext cx="4458335" cy="657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Geometric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240" dirty="0">
                <a:latin typeface="Book Antiqua"/>
                <a:cs typeface="Book Antiqua"/>
              </a:rPr>
              <a:t>#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success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  <a:spcBef>
                <a:spcPts val="98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(1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ρ</a:t>
            </a:r>
            <a:r>
              <a:rPr sz="1100" spc="-10" dirty="0">
                <a:latin typeface="Book Antiqua"/>
                <a:cs typeface="Book Antiqua"/>
              </a:rPr>
              <a:t>)</a:t>
            </a:r>
            <a:r>
              <a:rPr sz="1200" b="0" i="1" spc="-15" baseline="31250" dirty="0">
                <a:latin typeface="Bookman Old Style"/>
                <a:cs typeface="Bookman Old Style"/>
              </a:rPr>
              <a:t>k</a:t>
            </a:r>
            <a:r>
              <a:rPr sz="1200" spc="-15" baseline="31250" dirty="0">
                <a:latin typeface="Lucida Sans Unicode"/>
                <a:cs typeface="Lucida Sans Unicode"/>
              </a:rPr>
              <a:t>−</a:t>
            </a:r>
            <a:r>
              <a:rPr sz="1200" spc="-15" baseline="31250" dirty="0">
                <a:latin typeface="Century"/>
                <a:cs typeface="Century"/>
              </a:rPr>
              <a:t>1</a:t>
            </a:r>
            <a:r>
              <a:rPr sz="1100" b="0" i="1" spc="-10" dirty="0"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30/36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35"/>
              </a:spcBef>
            </a:pPr>
            <a:r>
              <a:rPr dirty="0"/>
              <a:t>Geometric</a:t>
            </a:r>
            <a:r>
              <a:rPr spc="290" dirty="0"/>
              <a:t> </a:t>
            </a:r>
            <a:r>
              <a:rPr spc="60" dirty="0"/>
              <a:t>Random</a:t>
            </a:r>
            <a:r>
              <a:rPr spc="295" dirty="0"/>
              <a:t> </a:t>
            </a:r>
            <a:r>
              <a:rPr dirty="0"/>
              <a:t>Variable</a:t>
            </a:r>
            <a:r>
              <a:rPr spc="295" dirty="0"/>
              <a:t> </a:t>
            </a:r>
            <a:r>
              <a:rPr dirty="0"/>
              <a:t>pg</a:t>
            </a:r>
            <a:r>
              <a:rPr spc="29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8783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467" y="817495"/>
            <a:ext cx="185356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2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977557"/>
            <a:ext cx="4458335" cy="657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Geometric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240" dirty="0">
                <a:latin typeface="Book Antiqua"/>
                <a:cs typeface="Book Antiqua"/>
              </a:rPr>
              <a:t>#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success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  <a:spcBef>
                <a:spcPts val="98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(1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ρ</a:t>
            </a:r>
            <a:r>
              <a:rPr sz="1100" spc="-10" dirty="0">
                <a:latin typeface="Book Antiqua"/>
                <a:cs typeface="Book Antiqua"/>
              </a:rPr>
              <a:t>)</a:t>
            </a:r>
            <a:r>
              <a:rPr sz="1200" b="0" i="1" spc="-15" baseline="31250" dirty="0">
                <a:latin typeface="Bookman Old Style"/>
                <a:cs typeface="Bookman Old Style"/>
              </a:rPr>
              <a:t>k</a:t>
            </a:r>
            <a:r>
              <a:rPr sz="1200" spc="-15" baseline="31250" dirty="0">
                <a:latin typeface="Lucida Sans Unicode"/>
                <a:cs typeface="Lucida Sans Unicode"/>
              </a:rPr>
              <a:t>−</a:t>
            </a:r>
            <a:r>
              <a:rPr sz="1200" spc="-15" baseline="31250" dirty="0">
                <a:latin typeface="Century"/>
                <a:cs typeface="Century"/>
              </a:rPr>
              <a:t>1</a:t>
            </a:r>
            <a:r>
              <a:rPr sz="1100" b="0" i="1" spc="-10" dirty="0"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30/36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8" name="Picture 27" descr="\documentclass{article}&#10;\usepackage{amsmath}&#10;\pagestyle{empty}&#10;\begin{document}&#10;&#10;&#10;$\sum_{k=1}^{\infty} (1-\rho)^{k-1}\rho = \rho \sum_{k=1}^{\infty} (1-\rho)^k = \rho \frac{1}{1-(1-\rho)}=\rho \frac{1}{\rho}=1$&#10;&#10;\end{document}" title="IguanaTex Bitmap Display">
            <a:extLst>
              <a:ext uri="{FF2B5EF4-FFF2-40B4-BE49-F238E27FC236}">
                <a16:creationId xmlns:a16="http://schemas.microsoft.com/office/drawing/2014/main" id="{80B39D97-F8C5-E52F-8729-0D240EAEE1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6" y="2531705"/>
            <a:ext cx="3483993" cy="19177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35"/>
              </a:spcBef>
            </a:pPr>
            <a:r>
              <a:rPr dirty="0"/>
              <a:t>Geometric</a:t>
            </a:r>
            <a:r>
              <a:rPr spc="290" dirty="0"/>
              <a:t> </a:t>
            </a:r>
            <a:r>
              <a:rPr spc="60" dirty="0"/>
              <a:t>Random</a:t>
            </a:r>
            <a:r>
              <a:rPr spc="295" dirty="0"/>
              <a:t> </a:t>
            </a:r>
            <a:r>
              <a:rPr dirty="0"/>
              <a:t>Variable</a:t>
            </a:r>
            <a:r>
              <a:rPr spc="295" dirty="0"/>
              <a:t> </a:t>
            </a:r>
            <a:r>
              <a:rPr dirty="0"/>
              <a:t>pg</a:t>
            </a:r>
            <a:r>
              <a:rPr spc="295" dirty="0"/>
              <a:t> </a:t>
            </a:r>
            <a:r>
              <a:rPr spc="-25" dirty="0"/>
              <a:t>77</a:t>
            </a:r>
          </a:p>
        </p:txBody>
      </p:sp>
      <p:sp>
        <p:nvSpPr>
          <p:cNvPr id="3" name="object 3"/>
          <p:cNvSpPr/>
          <p:nvPr/>
        </p:nvSpPr>
        <p:spPr>
          <a:xfrm>
            <a:off x="68529" y="50602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7467" y="817495"/>
            <a:ext cx="185356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Geometric</a:t>
            </a:r>
            <a:r>
              <a:rPr sz="12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83" y="739775"/>
            <a:ext cx="4458335" cy="657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Geometric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240" dirty="0">
                <a:latin typeface="Book Antiqua"/>
                <a:cs typeface="Book Antiqua"/>
              </a:rPr>
              <a:t>#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success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  <a:spcBef>
                <a:spcPts val="98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(1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ρ</a:t>
            </a:r>
            <a:r>
              <a:rPr sz="1100" spc="-10" dirty="0">
                <a:latin typeface="Book Antiqua"/>
                <a:cs typeface="Book Antiqua"/>
              </a:rPr>
              <a:t>)</a:t>
            </a:r>
            <a:r>
              <a:rPr sz="1200" b="0" i="1" spc="-15" baseline="31250" dirty="0">
                <a:latin typeface="Bookman Old Style"/>
                <a:cs typeface="Bookman Old Style"/>
              </a:rPr>
              <a:t>k</a:t>
            </a:r>
            <a:r>
              <a:rPr sz="1200" spc="-15" baseline="31250" dirty="0">
                <a:latin typeface="Lucida Sans Unicode"/>
                <a:cs typeface="Lucida Sans Unicode"/>
              </a:rPr>
              <a:t>−</a:t>
            </a:r>
            <a:r>
              <a:rPr sz="1200" spc="-15" baseline="31250" dirty="0">
                <a:latin typeface="Century"/>
                <a:cs typeface="Century"/>
              </a:rPr>
              <a:t>1</a:t>
            </a:r>
            <a:r>
              <a:rPr sz="1100" b="0" i="1" spc="-10" dirty="0">
                <a:latin typeface="Bookman Old Style"/>
                <a:cs typeface="Bookman Old Style"/>
              </a:rPr>
              <a:t>ρ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30/36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9" name="Picture 28" descr="Chart, bar chart&#10;&#10;Description automatically generated">
            <a:extLst>
              <a:ext uri="{FF2B5EF4-FFF2-40B4-BE49-F238E27FC236}">
                <a16:creationId xmlns:a16="http://schemas.microsoft.com/office/drawing/2014/main" id="{2CCEDFD2-A64F-CBAE-DA98-3B4B4D695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646120"/>
            <a:ext cx="2429171" cy="144878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9354" y="62407"/>
            <a:ext cx="20300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Poisson</a:t>
            </a:r>
            <a:r>
              <a:rPr sz="1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17331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9047" y="1202978"/>
            <a:ext cx="16706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Poisson</a:t>
            </a:r>
            <a:r>
              <a:rPr sz="1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8830" y="1468590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720" y="1409814"/>
            <a:ext cx="9505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200" baseline="27777" dirty="0">
                <a:latin typeface="Lucida Sans Unicode"/>
                <a:cs typeface="Lucida Sans Unicode"/>
              </a:rPr>
              <a:t>−</a:t>
            </a:r>
            <a:r>
              <a:rPr sz="1200" b="0" i="1" baseline="27777" dirty="0">
                <a:latin typeface="Bookman Old Style"/>
                <a:cs typeface="Bookman Old Style"/>
              </a:rPr>
              <a:t>λ</a:t>
            </a:r>
            <a:r>
              <a:rPr sz="1200" b="0" i="1" spc="-104" baseline="27777" dirty="0">
                <a:latin typeface="Bookman Old Style"/>
                <a:cs typeface="Bookman Old Style"/>
              </a:rPr>
              <a:t> </a:t>
            </a:r>
            <a:r>
              <a:rPr sz="1200" b="0" i="1" spc="22" baseline="31250" dirty="0">
                <a:latin typeface="Bookman Old Style"/>
                <a:cs typeface="Bookman Old Style"/>
              </a:rPr>
              <a:t>λ</a:t>
            </a:r>
            <a:r>
              <a:rPr sz="900" b="0" i="1" spc="22" baseline="64814" dirty="0">
                <a:latin typeface="Bookman Old Style"/>
                <a:cs typeface="Bookman Old Style"/>
              </a:rPr>
              <a:t>k</a:t>
            </a:r>
            <a:endParaRPr sz="900" baseline="64814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2880" y="1526425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08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39009" y="1494917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k</a:t>
            </a:r>
            <a:r>
              <a:rPr sz="800" spc="-25" dirty="0">
                <a:latin typeface="Century"/>
                <a:cs typeface="Century"/>
              </a:rPr>
              <a:t>!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1724748"/>
            <a:ext cx="699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Book Antiqua"/>
                <a:cs typeface="Book Antiqua"/>
              </a:rPr>
              <a:t>New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letter: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50897" y="2010702"/>
            <a:ext cx="106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55" dirty="0">
                <a:latin typeface="Bookman Old Style"/>
                <a:cs typeface="Bookman Old Style"/>
              </a:rPr>
              <a:t>λ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31/36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6495">
              <a:lnSpc>
                <a:spcPct val="100000"/>
              </a:lnSpc>
              <a:spcBef>
                <a:spcPts val="135"/>
              </a:spcBef>
            </a:pPr>
            <a:r>
              <a:rPr dirty="0"/>
              <a:t>Poisson</a:t>
            </a:r>
            <a:r>
              <a:rPr spc="225" dirty="0"/>
              <a:t> </a:t>
            </a:r>
            <a:r>
              <a:rPr spc="60" dirty="0"/>
              <a:t>Random</a:t>
            </a:r>
            <a:r>
              <a:rPr spc="22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6593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452" y="895600"/>
            <a:ext cx="28555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Poisson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12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8830" y="1171752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720" y="1112990"/>
            <a:ext cx="9505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200" baseline="27777" dirty="0">
                <a:latin typeface="Lucida Sans Unicode"/>
                <a:cs typeface="Lucida Sans Unicode"/>
              </a:rPr>
              <a:t>−</a:t>
            </a:r>
            <a:r>
              <a:rPr sz="1200" b="0" i="1" baseline="27777" dirty="0">
                <a:latin typeface="Bookman Old Style"/>
                <a:cs typeface="Bookman Old Style"/>
              </a:rPr>
              <a:t>λ</a:t>
            </a:r>
            <a:r>
              <a:rPr sz="1200" b="0" i="1" spc="-104" baseline="27777" dirty="0">
                <a:latin typeface="Bookman Old Style"/>
                <a:cs typeface="Bookman Old Style"/>
              </a:rPr>
              <a:t> </a:t>
            </a:r>
            <a:r>
              <a:rPr sz="1200" b="0" i="1" spc="22" baseline="31250" dirty="0">
                <a:latin typeface="Bookman Old Style"/>
                <a:cs typeface="Bookman Old Style"/>
              </a:rPr>
              <a:t>λ</a:t>
            </a:r>
            <a:r>
              <a:rPr sz="900" b="0" i="1" spc="22" baseline="64814" dirty="0">
                <a:latin typeface="Bookman Old Style"/>
                <a:cs typeface="Bookman Old Style"/>
              </a:rPr>
              <a:t>k</a:t>
            </a:r>
            <a:endParaRPr sz="900" baseline="64814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2880" y="1229588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08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39009" y="1198079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k</a:t>
            </a:r>
            <a:r>
              <a:rPr sz="800" spc="-25" dirty="0">
                <a:latin typeface="Century"/>
                <a:cs typeface="Century"/>
              </a:rPr>
              <a:t>!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1607921"/>
            <a:ext cx="2691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Basically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Binomial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small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ρ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large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7655" y="2000986"/>
            <a:ext cx="90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90" dirty="0">
                <a:latin typeface="Bookman Old Style"/>
                <a:cs typeface="Bookman Old Style"/>
              </a:rPr>
              <a:t>e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6771" y="1943785"/>
            <a:ext cx="3810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Lucida Sans Unicode"/>
                <a:cs typeface="Lucida Sans Unicode"/>
              </a:rPr>
              <a:t>−</a:t>
            </a:r>
            <a:r>
              <a:rPr sz="800" b="0" i="1" dirty="0">
                <a:latin typeface="Bookman Old Style"/>
                <a:cs typeface="Bookman Old Style"/>
              </a:rPr>
              <a:t>λ</a:t>
            </a:r>
            <a:r>
              <a:rPr sz="800" b="0" i="1" spc="20" dirty="0">
                <a:latin typeface="Bookman Old Style"/>
                <a:cs typeface="Bookman Old Style"/>
              </a:rPr>
              <a:t> </a:t>
            </a:r>
            <a:r>
              <a:rPr sz="1650" b="0" i="1" spc="-37" baseline="15151" dirty="0">
                <a:latin typeface="Bookman Old Style"/>
                <a:cs typeface="Bookman Old Style"/>
              </a:rPr>
              <a:t>λ</a:t>
            </a:r>
            <a:r>
              <a:rPr sz="1200" b="0" i="1" spc="-37" baseline="48611" dirty="0">
                <a:latin typeface="Bookman Old Style"/>
                <a:cs typeface="Bookman Old Style"/>
              </a:rPr>
              <a:t>k</a:t>
            </a:r>
            <a:endParaRPr sz="1200" baseline="48611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52765" y="2117598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35276" y="1907260"/>
            <a:ext cx="147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5" dirty="0">
                <a:latin typeface="Bookman Old Style"/>
                <a:cs typeface="Bookman Old Style"/>
              </a:rPr>
              <a:t>n</a:t>
            </a:r>
            <a:r>
              <a:rPr sz="1100" spc="-25" dirty="0">
                <a:latin typeface="Book Antiqua"/>
                <a:cs typeface="Book Antiqua"/>
              </a:rPr>
              <a:t>!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3699" y="2117598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1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77998" y="198111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40" dirty="0">
                <a:latin typeface="Bookman Old Style"/>
                <a:cs typeface="Bookman Old Style"/>
              </a:rPr>
              <a:t>k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30096" y="2096020"/>
            <a:ext cx="15817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!</a:t>
            </a:r>
            <a:r>
              <a:rPr sz="1100" spc="260" dirty="0">
                <a:latin typeface="Book Antiqua"/>
                <a:cs typeface="Book Antiqua"/>
              </a:rPr>
              <a:t> </a:t>
            </a:r>
            <a:r>
              <a:rPr sz="1650" i="1" spc="359" baseline="37878" dirty="0">
                <a:latin typeface="Times New Roman"/>
                <a:cs typeface="Times New Roman"/>
              </a:rPr>
              <a:t>≈</a:t>
            </a:r>
            <a:r>
              <a:rPr sz="1650" i="1" spc="209" baseline="37878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k</a:t>
            </a:r>
            <a:r>
              <a:rPr sz="1100" spc="-20" dirty="0">
                <a:latin typeface="Book Antiqua"/>
                <a:cs typeface="Book Antiqua"/>
              </a:rPr>
              <a:t>!(</a:t>
            </a:r>
            <a:r>
              <a:rPr sz="1100" b="0" i="1" spc="-20" dirty="0">
                <a:latin typeface="Bookman Old Style"/>
                <a:cs typeface="Bookman Old Style"/>
              </a:rPr>
              <a:t>n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k</a:t>
            </a:r>
            <a:r>
              <a:rPr sz="1100" spc="-10" dirty="0">
                <a:latin typeface="Book Antiqua"/>
                <a:cs typeface="Book Antiqua"/>
              </a:rPr>
              <a:t>)!</a:t>
            </a:r>
            <a:r>
              <a:rPr sz="1100" spc="-155" dirty="0">
                <a:latin typeface="Book Antiqua"/>
                <a:cs typeface="Book Antiqua"/>
              </a:rPr>
              <a:t> </a:t>
            </a:r>
            <a:r>
              <a:rPr sz="1650" b="0" i="1" baseline="37878" dirty="0">
                <a:latin typeface="Bookman Old Style"/>
                <a:cs typeface="Bookman Old Style"/>
              </a:rPr>
              <a:t>ρ</a:t>
            </a:r>
            <a:r>
              <a:rPr sz="1650" b="0" i="1" spc="254" baseline="37878" dirty="0">
                <a:latin typeface="Bookman Old Style"/>
                <a:cs typeface="Bookman Old Style"/>
              </a:rPr>
              <a:t> </a:t>
            </a:r>
            <a:r>
              <a:rPr sz="1650" baseline="37878" dirty="0">
                <a:latin typeface="Book Antiqua"/>
                <a:cs typeface="Book Antiqua"/>
              </a:rPr>
              <a:t>(1</a:t>
            </a:r>
            <a:r>
              <a:rPr sz="1650" spc="-52" baseline="37878" dirty="0">
                <a:latin typeface="Book Antiqua"/>
                <a:cs typeface="Book Antiqua"/>
              </a:rPr>
              <a:t> </a:t>
            </a:r>
            <a:r>
              <a:rPr sz="1650" i="1" spc="150" baseline="37878" dirty="0">
                <a:latin typeface="Times New Roman"/>
                <a:cs typeface="Times New Roman"/>
              </a:rPr>
              <a:t>−</a:t>
            </a:r>
            <a:r>
              <a:rPr sz="1650" i="1" spc="-52" baseline="37878" dirty="0">
                <a:latin typeface="Times New Roman"/>
                <a:cs typeface="Times New Roman"/>
              </a:rPr>
              <a:t> </a:t>
            </a:r>
            <a:r>
              <a:rPr sz="1650" b="0" i="1" spc="-37" baseline="37878" dirty="0">
                <a:latin typeface="Bookman Old Style"/>
                <a:cs typeface="Bookman Old Style"/>
              </a:rPr>
              <a:t>ρ</a:t>
            </a:r>
            <a:r>
              <a:rPr sz="1650" spc="-37" baseline="37878" dirty="0">
                <a:latin typeface="Book Antiqua"/>
                <a:cs typeface="Book Antiqua"/>
              </a:rPr>
              <a:t>)</a:t>
            </a:r>
            <a:endParaRPr sz="1650" baseline="37878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1017" y="1981111"/>
            <a:ext cx="23050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n</a:t>
            </a:r>
            <a:r>
              <a:rPr sz="800" spc="-25" dirty="0">
                <a:latin typeface="Lucida Sans Unicode"/>
                <a:cs typeface="Lucida Sans Unicode"/>
              </a:rPr>
              <a:t>−</a:t>
            </a:r>
            <a:r>
              <a:rPr sz="800" b="0" i="1" spc="-25" dirty="0">
                <a:latin typeface="Bookman Old Style"/>
                <a:cs typeface="Bookman Old Style"/>
              </a:rPr>
              <a:t>k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32/36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6495">
              <a:lnSpc>
                <a:spcPct val="100000"/>
              </a:lnSpc>
              <a:spcBef>
                <a:spcPts val="135"/>
              </a:spcBef>
            </a:pPr>
            <a:r>
              <a:rPr dirty="0"/>
              <a:t>Poisson</a:t>
            </a:r>
            <a:r>
              <a:rPr spc="225" dirty="0"/>
              <a:t> </a:t>
            </a:r>
            <a:r>
              <a:rPr spc="60" dirty="0"/>
              <a:t>Random</a:t>
            </a:r>
            <a:r>
              <a:rPr spc="22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9268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452" y="922347"/>
            <a:ext cx="28555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Poisson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12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8830" y="1198499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720" y="1139723"/>
            <a:ext cx="9505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200" baseline="27777" dirty="0">
                <a:latin typeface="Lucida Sans Unicode"/>
                <a:cs typeface="Lucida Sans Unicode"/>
              </a:rPr>
              <a:t>−</a:t>
            </a:r>
            <a:r>
              <a:rPr sz="1200" b="0" i="1" baseline="27777" dirty="0">
                <a:latin typeface="Bookman Old Style"/>
                <a:cs typeface="Bookman Old Style"/>
              </a:rPr>
              <a:t>λ</a:t>
            </a:r>
            <a:r>
              <a:rPr sz="1200" b="0" i="1" spc="-104" baseline="27777" dirty="0">
                <a:latin typeface="Bookman Old Style"/>
                <a:cs typeface="Bookman Old Style"/>
              </a:rPr>
              <a:t> </a:t>
            </a:r>
            <a:r>
              <a:rPr sz="1200" b="0" i="1" spc="22" baseline="31250" dirty="0">
                <a:latin typeface="Bookman Old Style"/>
                <a:cs typeface="Bookman Old Style"/>
              </a:rPr>
              <a:t>λ</a:t>
            </a:r>
            <a:r>
              <a:rPr sz="900" b="0" i="1" spc="22" baseline="64814" dirty="0">
                <a:latin typeface="Bookman Old Style"/>
                <a:cs typeface="Bookman Old Style"/>
              </a:rPr>
              <a:t>k</a:t>
            </a:r>
            <a:endParaRPr sz="900" baseline="64814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2880" y="1256334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08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39009" y="1224826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k</a:t>
            </a:r>
            <a:r>
              <a:rPr sz="800" spc="-25" dirty="0">
                <a:latin typeface="Century"/>
                <a:cs typeface="Century"/>
              </a:rPr>
              <a:t>!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40" y="1511716"/>
            <a:ext cx="4100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typographical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errors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book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words.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6495">
              <a:lnSpc>
                <a:spcPct val="100000"/>
              </a:lnSpc>
              <a:spcBef>
                <a:spcPts val="135"/>
              </a:spcBef>
            </a:pPr>
            <a:r>
              <a:rPr dirty="0"/>
              <a:t>Poisson</a:t>
            </a:r>
            <a:r>
              <a:rPr spc="225" dirty="0"/>
              <a:t> </a:t>
            </a:r>
            <a:r>
              <a:rPr spc="60" dirty="0"/>
              <a:t>Random</a:t>
            </a:r>
            <a:r>
              <a:rPr spc="22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9268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452" y="922347"/>
            <a:ext cx="28555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Poisson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12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8830" y="1198499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720" y="1139723"/>
            <a:ext cx="9505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200" baseline="27777" dirty="0">
                <a:latin typeface="Lucida Sans Unicode"/>
                <a:cs typeface="Lucida Sans Unicode"/>
              </a:rPr>
              <a:t>−</a:t>
            </a:r>
            <a:r>
              <a:rPr sz="1200" b="0" i="1" baseline="27777" dirty="0">
                <a:latin typeface="Bookman Old Style"/>
                <a:cs typeface="Bookman Old Style"/>
              </a:rPr>
              <a:t>λ</a:t>
            </a:r>
            <a:r>
              <a:rPr sz="1200" b="0" i="1" spc="-104" baseline="27777" dirty="0">
                <a:latin typeface="Bookman Old Style"/>
                <a:cs typeface="Bookman Old Style"/>
              </a:rPr>
              <a:t> </a:t>
            </a:r>
            <a:r>
              <a:rPr sz="1200" b="0" i="1" spc="22" baseline="31250" dirty="0">
                <a:latin typeface="Bookman Old Style"/>
                <a:cs typeface="Bookman Old Style"/>
              </a:rPr>
              <a:t>λ</a:t>
            </a:r>
            <a:r>
              <a:rPr sz="900" b="0" i="1" spc="22" baseline="64814" dirty="0">
                <a:latin typeface="Bookman Old Style"/>
                <a:cs typeface="Bookman Old Style"/>
              </a:rPr>
              <a:t>k</a:t>
            </a:r>
            <a:endParaRPr sz="900" baseline="64814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2880" y="1256334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08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39009" y="1224826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k</a:t>
            </a:r>
            <a:r>
              <a:rPr sz="800" spc="-25" dirty="0">
                <a:latin typeface="Century"/>
                <a:cs typeface="Century"/>
              </a:rPr>
              <a:t>!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44" y="1634667"/>
            <a:ext cx="415099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typographical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errors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book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words.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20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Book Antiqua"/>
                <a:cs typeface="Book Antiqua"/>
              </a:rPr>
              <a:t>word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misspelled.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6495">
              <a:lnSpc>
                <a:spcPct val="100000"/>
              </a:lnSpc>
              <a:spcBef>
                <a:spcPts val="135"/>
              </a:spcBef>
            </a:pPr>
            <a:r>
              <a:rPr dirty="0"/>
              <a:t>Poisson</a:t>
            </a:r>
            <a:r>
              <a:rPr spc="225" dirty="0"/>
              <a:t> </a:t>
            </a:r>
            <a:r>
              <a:rPr spc="60" dirty="0"/>
              <a:t>Random</a:t>
            </a:r>
            <a:r>
              <a:rPr spc="22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9268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452" y="922347"/>
            <a:ext cx="28555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Poisson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2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12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8830" y="1198499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720" y="1139723"/>
            <a:ext cx="9505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200" baseline="27777" dirty="0">
                <a:latin typeface="Lucida Sans Unicode"/>
                <a:cs typeface="Lucida Sans Unicode"/>
              </a:rPr>
              <a:t>−</a:t>
            </a:r>
            <a:r>
              <a:rPr sz="1200" b="0" i="1" baseline="27777" dirty="0">
                <a:latin typeface="Bookman Old Style"/>
                <a:cs typeface="Bookman Old Style"/>
              </a:rPr>
              <a:t>λ</a:t>
            </a:r>
            <a:r>
              <a:rPr sz="1200" b="0" i="1" spc="-104" baseline="27777" dirty="0">
                <a:latin typeface="Bookman Old Style"/>
                <a:cs typeface="Bookman Old Style"/>
              </a:rPr>
              <a:t> </a:t>
            </a:r>
            <a:r>
              <a:rPr sz="1200" b="0" i="1" spc="22" baseline="31250" dirty="0">
                <a:latin typeface="Bookman Old Style"/>
                <a:cs typeface="Bookman Old Style"/>
              </a:rPr>
              <a:t>λ</a:t>
            </a:r>
            <a:r>
              <a:rPr sz="900" b="0" i="1" spc="22" baseline="64814" dirty="0">
                <a:latin typeface="Bookman Old Style"/>
                <a:cs typeface="Bookman Old Style"/>
              </a:rPr>
              <a:t>k</a:t>
            </a:r>
            <a:endParaRPr sz="900" baseline="64814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2880" y="1256334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>
                <a:moveTo>
                  <a:pt x="0" y="0"/>
                </a:moveTo>
                <a:lnTo>
                  <a:pt x="1208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39009" y="1224826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k</a:t>
            </a:r>
            <a:r>
              <a:rPr sz="800" spc="-25" dirty="0">
                <a:latin typeface="Century"/>
                <a:cs typeface="Century"/>
              </a:rPr>
              <a:t>!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044" y="1634667"/>
            <a:ext cx="4176395" cy="1068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typographical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errors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book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words.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20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Book Antiqua"/>
                <a:cs typeface="Book Antiqua"/>
              </a:rPr>
              <a:t>word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misspelled.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6286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(1)</a:t>
            </a:r>
            <a:r>
              <a:rPr sz="1100" spc="10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pretty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good.</a:t>
            </a:r>
            <a:endParaRPr sz="1100">
              <a:latin typeface="Book Antiqua"/>
              <a:cs typeface="Book Antiqua"/>
            </a:endParaRPr>
          </a:p>
          <a:p>
            <a:pPr marL="62865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(1000)</a:t>
            </a:r>
            <a:r>
              <a:rPr sz="1100" spc="10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pretty</a:t>
            </a:r>
            <a:r>
              <a:rPr sz="1100" spc="10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low.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33/36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41209"/>
            <a:ext cx="42570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spc="155" dirty="0">
                <a:latin typeface="Bookman Old Style"/>
                <a:cs typeface="Bookman Old Style"/>
              </a:rPr>
              <a:t>f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spc="-30" dirty="0">
                <a:latin typeface="Century"/>
                <a:cs typeface="Century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→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b="0" i="1" spc="155" dirty="0">
                <a:latin typeface="Bookman Old Style"/>
                <a:cs typeface="Bookman Old Style"/>
              </a:rPr>
              <a:t>f</a:t>
            </a:r>
            <a:r>
              <a:rPr sz="1100" b="0" i="1" spc="-215" dirty="0">
                <a:latin typeface="Bookman Old Style"/>
                <a:cs typeface="Bookman Old Style"/>
              </a:rPr>
              <a:t> </a:t>
            </a:r>
            <a:r>
              <a:rPr sz="1100" spc="105" dirty="0">
                <a:latin typeface="Book Antiqua"/>
                <a:cs typeface="Book Antiqua"/>
              </a:rPr>
              <a:t>(</a:t>
            </a:r>
            <a:r>
              <a:rPr sz="1100" b="0" i="1" spc="105" dirty="0">
                <a:latin typeface="Bookman Old Style"/>
                <a:cs typeface="Bookman Old Style"/>
              </a:rPr>
              <a:t>X</a:t>
            </a:r>
            <a:r>
              <a:rPr sz="1100" spc="105" dirty="0">
                <a:latin typeface="Book Antiqua"/>
                <a:cs typeface="Book Antiqua"/>
              </a:rPr>
              <a:t>)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a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34/36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1003109" y="1696529"/>
            <a:ext cx="125730" cy="0"/>
          </a:xfrm>
          <a:custGeom>
            <a:avLst/>
            <a:gdLst/>
            <a:ahLst/>
            <a:cxnLst/>
            <a:rect l="l" t="t" r="r" b="b"/>
            <a:pathLst>
              <a:path w="125730">
                <a:moveTo>
                  <a:pt x="0" y="0"/>
                </a:moveTo>
                <a:lnTo>
                  <a:pt x="1256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87744" y="1141209"/>
                <a:ext cx="4307840" cy="725776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50800" marR="1778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Book Antiqua"/>
                    <a:cs typeface="Book Antiqua"/>
                  </a:rPr>
                  <a:t>Let</a:t>
                </a:r>
                <a:r>
                  <a:rPr lang="en-US" sz="1100" spc="50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spc="155" dirty="0">
                    <a:latin typeface="Bookman Old Style"/>
                    <a:cs typeface="Bookman Old Style"/>
                  </a:rPr>
                  <a:t>f</a:t>
                </a:r>
                <a:r>
                  <a:rPr lang="en-US" sz="1100" b="0" i="1" spc="11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be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a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function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Century"/>
                    <a:cs typeface="Century"/>
                  </a:rPr>
                  <a:t>R</a:t>
                </a:r>
                <a:r>
                  <a:rPr lang="en-US" sz="1100" spc="-30" dirty="0">
                    <a:latin typeface="Century"/>
                    <a:cs typeface="Century"/>
                  </a:rPr>
                  <a:t> </a:t>
                </a:r>
                <a:r>
                  <a:rPr lang="en-US" sz="1100" i="1" dirty="0">
                    <a:latin typeface="Times New Roman"/>
                    <a:cs typeface="Times New Roman"/>
                  </a:rPr>
                  <a:t>→ </a:t>
                </a:r>
                <a:r>
                  <a:rPr lang="en-US" sz="1100" dirty="0">
                    <a:latin typeface="Century"/>
                    <a:cs typeface="Century"/>
                  </a:rPr>
                  <a:t>R</a:t>
                </a:r>
                <a:r>
                  <a:rPr lang="en-US" sz="1100" dirty="0">
                    <a:latin typeface="Book Antiqua"/>
                    <a:cs typeface="Book Antiqua"/>
                  </a:rPr>
                  <a:t>,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if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spc="130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b="0" i="1" spc="8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is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a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spc="-25" dirty="0">
                    <a:latin typeface="Book Antiqua"/>
                    <a:cs typeface="Book Antiqua"/>
                  </a:rPr>
                  <a:t>random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variable,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then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spc="155" dirty="0">
                    <a:latin typeface="Bookman Old Style"/>
                    <a:cs typeface="Bookman Old Style"/>
                  </a:rPr>
                  <a:t>f</a:t>
                </a:r>
                <a:r>
                  <a:rPr lang="en-US" sz="1100" b="0" i="1" spc="-21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spc="105" dirty="0">
                    <a:latin typeface="Book Antiqua"/>
                    <a:cs typeface="Book Antiqua"/>
                  </a:rPr>
                  <a:t>)</a:t>
                </a:r>
                <a:r>
                  <a:rPr lang="en-US" sz="1100" spc="5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is</a:t>
                </a:r>
                <a:r>
                  <a:rPr lang="en-US" sz="1100" spc="60" dirty="0">
                    <a:latin typeface="Book Antiqua"/>
                    <a:cs typeface="Book Antiqua"/>
                  </a:rPr>
                  <a:t> </a:t>
                </a:r>
                <a:r>
                  <a:rPr lang="en-US" sz="1100" spc="-50" dirty="0">
                    <a:latin typeface="Book Antiqua"/>
                    <a:cs typeface="Book Antiqua"/>
                  </a:rPr>
                  <a:t>a </a:t>
                </a:r>
                <a:r>
                  <a:rPr lang="en-US" sz="1100" spc="-25" dirty="0">
                    <a:latin typeface="Book Antiqua"/>
                    <a:cs typeface="Book Antiqua"/>
                  </a:rPr>
                  <a:t>random</a:t>
                </a:r>
                <a:r>
                  <a:rPr lang="en-US" sz="110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variable.</a:t>
                </a:r>
                <a:endParaRPr lang="en-US" sz="1100" dirty="0">
                  <a:latin typeface="Book Antiqua"/>
                  <a:cs typeface="Book Antiqua"/>
                </a:endParaRPr>
              </a:p>
              <a:p>
                <a:pPr>
                  <a:lnSpc>
                    <a:spcPct val="100000"/>
                  </a:lnSpc>
                  <a:spcBef>
                    <a:spcPts val="20"/>
                  </a:spcBef>
                </a:pPr>
                <a:endParaRPr lang="en-US" sz="1150" dirty="0">
                  <a:latin typeface="Book Antiqua"/>
                  <a:cs typeface="Book Antiqua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100" dirty="0">
                    <a:latin typeface="Book Antiqua"/>
                    <a:cs typeface="Book Antiqua"/>
                  </a:rPr>
                  <a:t>Let</a:t>
                </a:r>
                <a:r>
                  <a:rPr lang="en-US" sz="1100" spc="100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spc="155" dirty="0">
                    <a:latin typeface="Bookman Old Style"/>
                    <a:cs typeface="Bookman Old Style"/>
                  </a:rPr>
                  <a:t>f</a:t>
                </a:r>
                <a:r>
                  <a:rPr lang="en-US" sz="1100" b="0" i="1" spc="-21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spc="105" dirty="0">
                    <a:latin typeface="Book Antiqua"/>
                    <a:cs typeface="Book Antiqua"/>
                  </a:rPr>
                  <a:t>)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1100" i="1" spc="18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100" b="0" i="1" spc="18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</m:oMath>
                </a14:m>
                <a:r>
                  <a:rPr lang="ar-AE" sz="1100" spc="180" dirty="0">
                    <a:latin typeface="Book Antiqua"/>
                    <a:cs typeface="Book Antiqua"/>
                  </a:rPr>
                  <a:t>,</a:t>
                </a:r>
                <a:r>
                  <a:rPr lang="ar-AE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then</a:t>
                </a:r>
                <a:r>
                  <a:rPr lang="en-US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100" b="0" i="1" spc="-17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f</a:t>
                </a:r>
                <a:r>
                  <a:rPr lang="en-US" sz="1100" b="0" i="1" spc="-21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spc="105" dirty="0">
                    <a:latin typeface="Book Antiqua"/>
                    <a:cs typeface="Book Antiqua"/>
                  </a:rPr>
                  <a:t>)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3)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100" b="0" i="1" spc="-17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90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90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b="0" i="1" spc="7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-25" dirty="0">
                    <a:latin typeface="Book Antiqua"/>
                    <a:cs typeface="Book Antiqua"/>
                  </a:rPr>
                  <a:t>9)</a:t>
                </a:r>
                <a:endParaRPr sz="11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4" y="1141209"/>
                <a:ext cx="4307840" cy="725776"/>
              </a:xfrm>
              <a:prstGeom prst="rect">
                <a:avLst/>
              </a:prstGeom>
              <a:blipFill>
                <a:blip r:embed="rId2"/>
                <a:stretch>
                  <a:fillRect l="-849" t="-6723" r="-1556" b="-10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34/36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98053" y="892175"/>
                <a:ext cx="4307840" cy="1271887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50800" marR="17780">
                  <a:lnSpc>
                    <a:spcPct val="102600"/>
                  </a:lnSpc>
                  <a:spcBef>
                    <a:spcPts val="55"/>
                  </a:spcBef>
                </a:pPr>
                <a:r>
                  <a:rPr sz="1100" dirty="0">
                    <a:latin typeface="Book Antiqua"/>
                    <a:cs typeface="Book Antiqua"/>
                  </a:rPr>
                  <a:t>Let</a:t>
                </a:r>
                <a:r>
                  <a:rPr sz="1100" spc="50" dirty="0">
                    <a:latin typeface="Book Antiqua"/>
                    <a:cs typeface="Book Antiqua"/>
                  </a:rPr>
                  <a:t> </a:t>
                </a:r>
                <a:r>
                  <a:rPr sz="1100" b="0" i="1" spc="155" dirty="0">
                    <a:latin typeface="Bookman Old Style"/>
                    <a:cs typeface="Bookman Old Style"/>
                  </a:rPr>
                  <a:t>f</a:t>
                </a:r>
                <a:r>
                  <a:rPr sz="1100" b="0" i="1" spc="110" dirty="0">
                    <a:latin typeface="Bookman Old Style"/>
                    <a:cs typeface="Bookman Old Style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be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a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function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Century"/>
                    <a:cs typeface="Century"/>
                  </a:rPr>
                  <a:t>R</a:t>
                </a:r>
                <a:r>
                  <a:rPr sz="1100" spc="-30" dirty="0">
                    <a:latin typeface="Century"/>
                    <a:cs typeface="Century"/>
                  </a:rPr>
                  <a:t> </a:t>
                </a:r>
                <a:r>
                  <a:rPr sz="1100" i="1" dirty="0">
                    <a:latin typeface="Times New Roman"/>
                    <a:cs typeface="Times New Roman"/>
                  </a:rPr>
                  <a:t>→ </a:t>
                </a:r>
                <a:r>
                  <a:rPr sz="1100" dirty="0">
                    <a:latin typeface="Century"/>
                    <a:cs typeface="Century"/>
                  </a:rPr>
                  <a:t>R</a:t>
                </a:r>
                <a:r>
                  <a:rPr sz="1100" dirty="0">
                    <a:latin typeface="Book Antiqua"/>
                    <a:cs typeface="Book Antiqua"/>
                  </a:rPr>
                  <a:t>,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if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b="0" i="1" spc="130" dirty="0">
                    <a:latin typeface="Bookman Old Style"/>
                    <a:cs typeface="Bookman Old Style"/>
                  </a:rPr>
                  <a:t>X</a:t>
                </a:r>
                <a:r>
                  <a:rPr sz="1100" b="0" i="1" spc="80" dirty="0">
                    <a:latin typeface="Bookman Old Style"/>
                    <a:cs typeface="Bookman Old Style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is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a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spc="-25" dirty="0">
                    <a:latin typeface="Book Antiqua"/>
                    <a:cs typeface="Book Antiqua"/>
                  </a:rPr>
                  <a:t>random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variable,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then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b="0" i="1" spc="155" dirty="0">
                    <a:latin typeface="Bookman Old Style"/>
                    <a:cs typeface="Bookman Old Style"/>
                  </a:rPr>
                  <a:t>f</a:t>
                </a:r>
                <a:r>
                  <a:rPr sz="1100" b="0" i="1" spc="-215" dirty="0">
                    <a:latin typeface="Bookman Old Style"/>
                    <a:cs typeface="Bookman Old Style"/>
                  </a:rPr>
                  <a:t> </a:t>
                </a:r>
                <a:r>
                  <a:rPr sz="1100" spc="105" dirty="0">
                    <a:latin typeface="Book Antiqua"/>
                    <a:cs typeface="Book Antiqua"/>
                  </a:rPr>
                  <a:t>(</a:t>
                </a:r>
                <a:r>
                  <a:rPr sz="1100" b="0" i="1" spc="105" dirty="0">
                    <a:latin typeface="Bookman Old Style"/>
                    <a:cs typeface="Bookman Old Style"/>
                  </a:rPr>
                  <a:t>X</a:t>
                </a:r>
                <a:r>
                  <a:rPr sz="1100" spc="105" dirty="0">
                    <a:latin typeface="Book Antiqua"/>
                    <a:cs typeface="Book Antiqua"/>
                  </a:rPr>
                  <a:t>)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is</a:t>
                </a:r>
                <a:r>
                  <a:rPr sz="1100" spc="60" dirty="0">
                    <a:latin typeface="Book Antiqua"/>
                    <a:cs typeface="Book Antiqua"/>
                  </a:rPr>
                  <a:t> </a:t>
                </a:r>
                <a:r>
                  <a:rPr sz="1100" spc="-50" dirty="0">
                    <a:latin typeface="Book Antiqua"/>
                    <a:cs typeface="Book Antiqua"/>
                  </a:rPr>
                  <a:t>a </a:t>
                </a:r>
                <a:r>
                  <a:rPr sz="1100" spc="-25" dirty="0">
                    <a:latin typeface="Book Antiqua"/>
                    <a:cs typeface="Book Antiqua"/>
                  </a:rPr>
                  <a:t>random</a:t>
                </a:r>
                <a:r>
                  <a:rPr sz="1100" dirty="0">
                    <a:latin typeface="Book Antiqua"/>
                    <a:cs typeface="Book Antiqua"/>
                  </a:rPr>
                  <a:t> </a:t>
                </a:r>
                <a:r>
                  <a:rPr sz="1100" spc="-10" dirty="0">
                    <a:latin typeface="Book Antiqua"/>
                    <a:cs typeface="Book Antiqua"/>
                  </a:rPr>
                  <a:t>variable.</a:t>
                </a:r>
                <a:endParaRPr sz="1100" dirty="0">
                  <a:latin typeface="Book Antiqua"/>
                  <a:cs typeface="Book Antiqua"/>
                </a:endParaRPr>
              </a:p>
              <a:p>
                <a:pPr>
                  <a:lnSpc>
                    <a:spcPct val="100000"/>
                  </a:lnSpc>
                  <a:spcBef>
                    <a:spcPts val="20"/>
                  </a:spcBef>
                </a:pPr>
                <a:endParaRPr sz="1150" dirty="0">
                  <a:latin typeface="Book Antiqua"/>
                  <a:cs typeface="Book Antiqua"/>
                </a:endParaRPr>
              </a:p>
              <a:p>
                <a:pPr marL="50800">
                  <a:spcBef>
                    <a:spcPts val="1450"/>
                  </a:spcBef>
                </a:pPr>
                <a:r>
                  <a:rPr lang="en-US" sz="1100" dirty="0">
                    <a:latin typeface="Book Antiqua"/>
                    <a:cs typeface="Book Antiqua"/>
                  </a:rPr>
                  <a:t>Let</a:t>
                </a:r>
                <a:r>
                  <a:rPr lang="en-US" sz="1100" spc="100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spc="155" dirty="0">
                    <a:latin typeface="Bookman Old Style"/>
                    <a:cs typeface="Bookman Old Style"/>
                  </a:rPr>
                  <a:t>f</a:t>
                </a:r>
                <a:r>
                  <a:rPr lang="en-US" sz="1100" b="0" i="1" spc="-21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spc="105" dirty="0">
                    <a:latin typeface="Book Antiqua"/>
                    <a:cs typeface="Book Antiqua"/>
                  </a:rPr>
                  <a:t>)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1100" i="1" spc="18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100" b="0" i="1" spc="18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</m:oMath>
                </a14:m>
                <a:r>
                  <a:rPr lang="ar-AE" sz="1100" spc="180" dirty="0">
                    <a:latin typeface="Book Antiqua"/>
                    <a:cs typeface="Book Antiqua"/>
                  </a:rPr>
                  <a:t>,</a:t>
                </a:r>
                <a:r>
                  <a:rPr lang="ar-AE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then</a:t>
                </a:r>
                <a:r>
                  <a:rPr lang="en-US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100" b="0" i="1" spc="-17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f</a:t>
                </a:r>
                <a:r>
                  <a:rPr lang="en-US" sz="1100" b="0" i="1" spc="-21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05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105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spc="105" dirty="0">
                    <a:latin typeface="Book Antiqua"/>
                    <a:cs typeface="Book Antiqua"/>
                  </a:rPr>
                  <a:t>)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3)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100" b="0" i="1" spc="-175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90" dirty="0">
                    <a:latin typeface="Book Antiqua"/>
                    <a:cs typeface="Book Antiqua"/>
                  </a:rPr>
                  <a:t>(</a:t>
                </a:r>
                <a:r>
                  <a:rPr lang="en-US" sz="1100" b="0" i="1" spc="90" dirty="0">
                    <a:latin typeface="Bookman Old Style"/>
                    <a:cs typeface="Bookman Old Style"/>
                  </a:rPr>
                  <a:t>X</a:t>
                </a:r>
                <a:r>
                  <a:rPr lang="en-US" sz="1100" b="0" i="1" spc="7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spc="-25" dirty="0">
                    <a:latin typeface="Book Antiqua"/>
                    <a:cs typeface="Book Antiqua"/>
                  </a:rPr>
                  <a:t>9)</a:t>
                </a:r>
                <a:endParaRPr lang="en-US" sz="1100" dirty="0">
                  <a:latin typeface="Book Antiqua"/>
                  <a:cs typeface="Book Antiqua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1450"/>
                  </a:spcBef>
                </a:pPr>
                <a:r>
                  <a:rPr sz="1100" dirty="0">
                    <a:latin typeface="Book Antiqua"/>
                    <a:cs typeface="Book Antiqua"/>
                  </a:rPr>
                  <a:t>Let</a:t>
                </a:r>
                <a:r>
                  <a:rPr sz="1100" spc="105" dirty="0">
                    <a:latin typeface="Book Antiqua"/>
                    <a:cs typeface="Book Antiqua"/>
                  </a:rPr>
                  <a:t> </a:t>
                </a:r>
                <a:r>
                  <a:rPr sz="1100" b="0" i="1" spc="65" dirty="0">
                    <a:latin typeface="Bookman Old Style"/>
                    <a:cs typeface="Bookman Old Style"/>
                  </a:rPr>
                  <a:t>g</a:t>
                </a:r>
                <a:r>
                  <a:rPr sz="1100" spc="65" dirty="0">
                    <a:latin typeface="Book Antiqua"/>
                    <a:cs typeface="Book Antiqua"/>
                  </a:rPr>
                  <a:t>(</a:t>
                </a:r>
                <a:r>
                  <a:rPr sz="1100" b="0" i="1" spc="65" dirty="0">
                    <a:latin typeface="Bookman Old Style"/>
                    <a:cs typeface="Bookman Old Style"/>
                  </a:rPr>
                  <a:t>X</a:t>
                </a:r>
                <a:r>
                  <a:rPr sz="1100" spc="65" dirty="0">
                    <a:latin typeface="Book Antiqua"/>
                    <a:cs typeface="Book Antiqua"/>
                  </a:rPr>
                  <a:t>)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b="0" i="1" spc="85" dirty="0">
                    <a:latin typeface="Bookman Old Style"/>
                    <a:cs typeface="Bookman Old Style"/>
                  </a:rPr>
                  <a:t>X</a:t>
                </a:r>
                <a:r>
                  <a:rPr sz="1200" spc="127" baseline="27777" dirty="0">
                    <a:latin typeface="Century"/>
                    <a:cs typeface="Century"/>
                  </a:rPr>
                  <a:t>2</a:t>
                </a:r>
                <a:r>
                  <a:rPr sz="1100" spc="85" dirty="0">
                    <a:latin typeface="Book Antiqua"/>
                    <a:cs typeface="Book Antiqua"/>
                  </a:rPr>
                  <a:t>,</a:t>
                </a:r>
                <a:r>
                  <a:rPr sz="1100" spc="10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then</a:t>
                </a:r>
                <a:r>
                  <a:rPr sz="1100" spc="105" dirty="0">
                    <a:latin typeface="Book Antiqua"/>
                    <a:cs typeface="Book Antiqu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P</a:t>
                </a:r>
                <a:r>
                  <a:rPr sz="1100" b="0" i="1" spc="-175" dirty="0">
                    <a:latin typeface="Bookman Old Style"/>
                    <a:cs typeface="Bookman Old Style"/>
                  </a:rPr>
                  <a:t> </a:t>
                </a:r>
                <a:r>
                  <a:rPr sz="1100" spc="60" dirty="0">
                    <a:latin typeface="Book Antiqua"/>
                    <a:cs typeface="Book Antiqua"/>
                  </a:rPr>
                  <a:t>(</a:t>
                </a:r>
                <a:r>
                  <a:rPr sz="1100" b="0" i="1" spc="60" dirty="0">
                    <a:latin typeface="Bookman Old Style"/>
                    <a:cs typeface="Bookman Old Style"/>
                  </a:rPr>
                  <a:t>g</a:t>
                </a:r>
                <a:r>
                  <a:rPr sz="1100" spc="60" dirty="0">
                    <a:latin typeface="Book Antiqua"/>
                    <a:cs typeface="Book Antiqua"/>
                  </a:rPr>
                  <a:t>(</a:t>
                </a:r>
                <a:r>
                  <a:rPr sz="1100" b="0" i="1" spc="60" dirty="0">
                    <a:latin typeface="Bookman Old Style"/>
                    <a:cs typeface="Bookman Old Style"/>
                  </a:rPr>
                  <a:t>X</a:t>
                </a:r>
                <a:r>
                  <a:rPr sz="1100" spc="60" dirty="0">
                    <a:latin typeface="Book Antiqua"/>
                    <a:cs typeface="Book Antiqua"/>
                  </a:rPr>
                  <a:t>)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9)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P</a:t>
                </a:r>
                <a:r>
                  <a:rPr sz="1100" b="0" i="1" spc="-175" dirty="0">
                    <a:latin typeface="Bookman Old Style"/>
                    <a:cs typeface="Bookman Old Style"/>
                  </a:rPr>
                  <a:t> </a:t>
                </a:r>
                <a:r>
                  <a:rPr sz="1100" spc="90" dirty="0">
                    <a:latin typeface="Book Antiqua"/>
                    <a:cs typeface="Book Antiqua"/>
                  </a:rPr>
                  <a:t>(</a:t>
                </a:r>
                <a:r>
                  <a:rPr sz="1100" b="0" i="1" spc="90" dirty="0">
                    <a:latin typeface="Bookman Old Style"/>
                    <a:cs typeface="Bookman Old Style"/>
                  </a:rPr>
                  <a:t>X</a:t>
                </a:r>
                <a:r>
                  <a:rPr sz="1100" b="0" i="1" spc="70" dirty="0">
                    <a:latin typeface="Bookman Old Style"/>
                    <a:cs typeface="Bookman Old Style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3)</a:t>
                </a:r>
                <a:r>
                  <a:rPr sz="1100" spc="-25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+</a:t>
                </a:r>
                <a:r>
                  <a:rPr sz="1100" spc="-25" dirty="0">
                    <a:latin typeface="Book Antiqua"/>
                    <a:cs typeface="Book Antiqu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P</a:t>
                </a:r>
                <a:r>
                  <a:rPr sz="1100" b="0" i="1" spc="-170" dirty="0">
                    <a:latin typeface="Bookman Old Style"/>
                    <a:cs typeface="Bookman Old Style"/>
                  </a:rPr>
                  <a:t> </a:t>
                </a:r>
                <a:r>
                  <a:rPr sz="1100" spc="90" dirty="0">
                    <a:latin typeface="Book Antiqua"/>
                    <a:cs typeface="Book Antiqua"/>
                  </a:rPr>
                  <a:t>(</a:t>
                </a:r>
                <a:r>
                  <a:rPr sz="1100" b="0" i="1" spc="90" dirty="0">
                    <a:latin typeface="Bookman Old Style"/>
                    <a:cs typeface="Bookman Old Style"/>
                  </a:rPr>
                  <a:t>X</a:t>
                </a:r>
                <a:r>
                  <a:rPr sz="1100" b="0" i="1" spc="70" dirty="0">
                    <a:latin typeface="Bookman Old Style"/>
                    <a:cs typeface="Bookman Old Style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i="1" spc="-25" dirty="0">
                    <a:latin typeface="Times New Roman"/>
                    <a:cs typeface="Times New Roman"/>
                  </a:rPr>
                  <a:t>−</a:t>
                </a:r>
                <a:r>
                  <a:rPr sz="1100" spc="-25" dirty="0">
                    <a:latin typeface="Book Antiqua"/>
                    <a:cs typeface="Book Antiqua"/>
                  </a:rPr>
                  <a:t>3)</a:t>
                </a:r>
                <a:endParaRPr sz="11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53" y="892175"/>
                <a:ext cx="4307840" cy="1271887"/>
              </a:xfrm>
              <a:prstGeom prst="rect">
                <a:avLst/>
              </a:prstGeom>
              <a:blipFill>
                <a:blip r:embed="rId2"/>
                <a:stretch>
                  <a:fillRect l="-849" t="-3828" r="-1556" b="-5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34/36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70" dirty="0"/>
              <a:t>a</a:t>
            </a:r>
            <a:r>
              <a:rPr spc="204" dirty="0"/>
              <a:t> </a:t>
            </a:r>
            <a:r>
              <a:rPr spc="60" dirty="0"/>
              <a:t>Random</a:t>
            </a:r>
            <a:r>
              <a:rPr spc="2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051" y="619372"/>
            <a:ext cx="3013710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Example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2.1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pg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80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variable,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integer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[</a:t>
            </a:r>
            <a:r>
              <a:rPr sz="1100" i="1" dirty="0">
                <a:latin typeface="Times New Roman"/>
                <a:cs typeface="Times New Roman"/>
              </a:rPr>
              <a:t>−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4]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759" y="1594866"/>
            <a:ext cx="582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140" dirty="0">
                <a:latin typeface="Book Antiqua"/>
                <a:cs typeface="Book Antiqua"/>
              </a:rPr>
              <a:t> </a:t>
            </a:r>
            <a:r>
              <a:rPr sz="1100" spc="12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4215" y="1399514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84" dirty="0">
                <a:latin typeface="Wide Latin"/>
                <a:cs typeface="Wide Latin"/>
              </a:rPr>
              <a:t> </a:t>
            </a:r>
            <a:endParaRPr sz="1100">
              <a:latin typeface="Wide Latin"/>
              <a:cs typeface="Wide Lati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6574" y="149138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6574" y="159371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9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2052" y="1508607"/>
            <a:ext cx="847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10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−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spc="240" dirty="0">
                <a:latin typeface="Times New Roman"/>
                <a:cs typeface="Times New Roman"/>
              </a:rPr>
              <a:t>≤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i="1" spc="240" dirty="0">
                <a:latin typeface="Times New Roman"/>
                <a:cs typeface="Times New Roman"/>
              </a:rPr>
              <a:t>≤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1385" y="1680679"/>
            <a:ext cx="806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2885" algn="l"/>
              </a:tabLst>
            </a:pPr>
            <a:r>
              <a:rPr sz="1100" spc="-50" dirty="0">
                <a:latin typeface="Book Antiqua"/>
                <a:cs typeface="Book Antiqua"/>
              </a:rPr>
              <a:t>0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35" dirty="0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35/36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278.59"/>
  <p:tag name="LATEXADDIN" val="\documentclass{article}&#10;\usepackage{amsmath}&#10;\pagestyle{empty}&#10;\begin{document}&#10;&#10;$$0 \leq p _ X (x) \leq 1$$&#10;&#10;&#10;\end{document}"/>
  <p:tag name="IGUANATEXSIZE" val="2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5.943"/>
  <p:tag name="ORIGINALWIDTH" val="1258.343"/>
  <p:tag name="LATEXADDIN" val="\documentclass{article}&#10;\usepackage{amsmath}&#10;\pagestyle{empty}&#10;\begin{document}&#10;&#10;$$\sum\limits_{x\in \Omega}p_X(x) = 1$$&#10;&#10;&#10;\end{document}"/>
  <p:tag name="IGUANATEXSIZE" val="20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3445.069"/>
  <p:tag name="LATEXADDIN" val="\documentclass{article}&#10;\usepackage{amsmath}&#10;\pagestyle{empty}&#10;\begin{document}&#10;&#10;$p_X(k) = P(X=k) = \binom{n}{k} \rho ^k (1-\rho)^{n-k}$&#10;&#10;&#10;\end{document}"/>
  <p:tag name="IGUANATEXSIZE" val="2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3445.069"/>
  <p:tag name="LATEXADDIN" val="\documentclass{article}&#10;\usepackage{amsmath}&#10;\pagestyle{empty}&#10;\begin{document}&#10;&#10;$p_X(k) = P(X=k) = \binom{n}{k} \rho ^k (1-\rho)^{n-k}$&#10;&#10;&#10;\end{document}"/>
  <p:tag name="IGUANATEXSIZE" val="2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3715.785"/>
  <p:tag name="LATEXADDIN" val="\documentclass{article}&#10;\usepackage{amsmath}&#10;\pagestyle{empty}&#10;\begin{document}&#10;&#10;&#10;$\sum_{k=0}^{n}p_X(k) = \sum_{k=0}^{n} \binom{n}{k} \rho ^k (1-\rho)^{n-k}$ =1&#10;&#10;\end{document}"/>
  <p:tag name="IGUANATEXSIZE" val="16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3445.069"/>
  <p:tag name="LATEXADDIN" val="\documentclass{article}&#10;\usepackage{amsmath}&#10;\pagestyle{empty}&#10;\begin{document}&#10;&#10;$p_X(k) = P(X=k) = \binom{n}{k} \rho ^k (1-\rho)^{n-k}$&#10;&#10;&#10;\end{document}"/>
  <p:tag name="IGUANATEXSIZE" val="2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3445.069"/>
  <p:tag name="LATEXADDIN" val="\documentclass{article}&#10;\usepackage{amsmath}&#10;\pagestyle{empty}&#10;\begin{document}&#10;&#10;$p_X(k) = P(X=k) = \binom{n}{k} \rho ^k (1-\rho)^{n-k}$&#10;&#10;&#10;\end{document}"/>
  <p:tag name="IGUANATEXSIZE" val="2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1.2186"/>
  <p:tag name="ORIGINALWIDTH" val="4423.697"/>
  <p:tag name="LATEXADDIN" val="\documentclass{article}&#10;\usepackage{amsmath}&#10;\pagestyle{empty}&#10;\begin{document}&#10;&#10;$p_X(k) = P(X=k) = \binom{n}{k} \rho ^k (1-\rho)^{n-k}=  \binom{n}{k} (\frac{1}{2})^n$&#10;&#10;&#10;\end{document}"/>
  <p:tag name="IGUANATEXSIZE" val="16"/>
  <p:tag name="IGUANATEXCURSOR" val="16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86.4642"/>
  <p:tag name="ORIGINALWIDTH" val="5204.349"/>
  <p:tag name="LATEXADDIN" val="\documentclass{article}&#10;\usepackage{amsmath}&#10;\pagestyle{empty}&#10;\begin{document}&#10;&#10;&#10;$\sum_{k=1}^{\infty} (1-\rho)^{k-1}\rho = \rho \sum_{k=1}^{\infty} (1-\rho)^k = \rho \frac{1}{1-(1-\rho)}=\rho \frac{1}{\rho}=1$&#10;&#10;\end{document}"/>
  <p:tag name="IGUANATEXSIZE" val="16"/>
  <p:tag name="IGUANATEXCURSOR" val="15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M2AVRSERJEAQ-585345103-43133</_dlc_DocId>
    <_dlc_DocIdUrl xmlns="c01506f5-305e-4c16-814a-34df78f45099">
      <Url>https://uab365.sharepoint.com/sites/provost/cas/departments/cis/_layouts/15/DocIdRedir.aspx?ID=M2AVRSERJEAQ-585345103-43133</Url>
      <Description>M2AVRSERJEAQ-585345103-43133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7E572D-0876-4771-87B7-0C0E13D275E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AB594422-BC9E-4F72-89DD-A216FB42C4C7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124A5D62-7E8A-4E7B-B3A0-F41E1ED160A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7369222-629A-4E9A-B217-34A4F74968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7750</TotalTime>
  <Words>3229</Words>
  <Application>Microsoft Office PowerPoint</Application>
  <PresentationFormat>Custom</PresentationFormat>
  <Paragraphs>688</Paragraphs>
  <Slides>55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Book Antiqua</vt:lpstr>
      <vt:lpstr>Bookman Old Style</vt:lpstr>
      <vt:lpstr>Cambria Math</vt:lpstr>
      <vt:lpstr>Century</vt:lpstr>
      <vt:lpstr>Lucida Sans Unicode</vt:lpstr>
      <vt:lpstr>Times New Roman</vt:lpstr>
      <vt:lpstr>Wide Latin</vt:lpstr>
      <vt:lpstr>Office Theme</vt:lpstr>
      <vt:lpstr>PowerPoint Presentation</vt:lpstr>
      <vt:lpstr>Introduction</vt:lpstr>
      <vt:lpstr>Copyright Statement</vt:lpstr>
      <vt:lpstr>PowerPoint Presentation</vt:lpstr>
      <vt:lpstr>PowerPoint Presentation</vt:lpstr>
      <vt:lpstr>Random Variable</vt:lpstr>
      <vt:lpstr>Random Variable</vt:lpstr>
      <vt:lpstr>Random Variable</vt:lpstr>
      <vt:lpstr>PowerPoint Presentation</vt:lpstr>
      <vt:lpstr>Number of Heads</vt:lpstr>
      <vt:lpstr>Number of Heads</vt:lpstr>
      <vt:lpstr>PowerPoint Presentation</vt:lpstr>
      <vt:lpstr>Roll Two Dice</vt:lpstr>
      <vt:lpstr>Roll Two Dice</vt:lpstr>
      <vt:lpstr>Roll Two Dice</vt:lpstr>
      <vt:lpstr>Roll Two Dice</vt:lpstr>
      <vt:lpstr>Roll Two Dice</vt:lpstr>
      <vt:lpstr>Probability Mass Function</vt:lpstr>
      <vt:lpstr>Probability Mass Function</vt:lpstr>
      <vt:lpstr>PowerPoint Presentation</vt:lpstr>
      <vt:lpstr>PowerPoint Presentation</vt:lpstr>
      <vt:lpstr>PowerPoint Presentation</vt:lpstr>
      <vt:lpstr>Functions of a Random Variable</vt:lpstr>
      <vt:lpstr>Functions of a Random Variable</vt:lpstr>
      <vt:lpstr>Function of a Random Variable has a Probability Mass Function</vt:lpstr>
      <vt:lpstr>Function of a Random Variable has a Probability Mass Function</vt:lpstr>
      <vt:lpstr>Function of a Random Variable has a Probability Mass Function</vt:lpstr>
      <vt:lpstr>Function of a Random Variable</vt:lpstr>
      <vt:lpstr>PowerPoint Presentation</vt:lpstr>
      <vt:lpstr>PowerPoint Presentation</vt:lpstr>
      <vt:lpstr>Discrete Uniform Random Variable</vt:lpstr>
      <vt:lpstr>Discrete Uniform Random Variable</vt:lpstr>
      <vt:lpstr>Bernoulli Random Variable</vt:lpstr>
      <vt:lpstr>Bernoulli Random Variable</vt:lpstr>
      <vt:lpstr>Binomial Random Variable pg 77</vt:lpstr>
      <vt:lpstr>Binomial Random Variable pg 77</vt:lpstr>
      <vt:lpstr>PowerPoint Presentation</vt:lpstr>
      <vt:lpstr>Number of heads out of 5 coins</vt:lpstr>
      <vt:lpstr>Binomial Random Variable pg 77</vt:lpstr>
      <vt:lpstr>Binomial Random Variable pg 77</vt:lpstr>
      <vt:lpstr>PowerPoint Presentation</vt:lpstr>
      <vt:lpstr>PowerPoint Presentation</vt:lpstr>
      <vt:lpstr>PowerPoint Presentation</vt:lpstr>
      <vt:lpstr>Geometric Random Variable pg 77</vt:lpstr>
      <vt:lpstr>Geometric Random Variable pg 77</vt:lpstr>
      <vt:lpstr>Geometric Random Variable pg 77</vt:lpstr>
      <vt:lpstr>PowerPoint Presentation</vt:lpstr>
      <vt:lpstr>Poisson Random Variable</vt:lpstr>
      <vt:lpstr>Poisson Random Variable</vt:lpstr>
      <vt:lpstr>Poisson Random Variable</vt:lpstr>
      <vt:lpstr>Poisson Random Variable</vt:lpstr>
      <vt:lpstr>Functions of a Random Variable</vt:lpstr>
      <vt:lpstr>Functions of a Random Variable</vt:lpstr>
      <vt:lpstr>Functions of a Random Variable</vt:lpstr>
      <vt:lpstr>Functions of a Random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7</cp:revision>
  <dcterms:created xsi:type="dcterms:W3CDTF">2023-02-06T16:19:14Z</dcterms:created>
  <dcterms:modified xsi:type="dcterms:W3CDTF">2025-02-10T18:53:39Z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2023-02-06T00:00:00Z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470146a8-9231-41eb-8eb6-e76309c1cdf4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2025-02-05T16:52:30Z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5b5d8a69-adb0-4538-946e-08fd88d31885</vt:lpwstr>
  </property>
  <property fmtid="{D5CDD505-2E9C-101B-9397-08002B2CF9AE}" pid="15" name="MSIP_Label_ae7542bc-63e5-412b-b0a0-d9586028a7d0_ContentBits">
    <vt:lpwstr>0</vt:lpwstr>
  </property>
</Properties>
</file>