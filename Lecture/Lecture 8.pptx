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</p:sldMasterIdLst>
  <p:sldIdLst>
    <p:sldId id="256" r:id="rId6"/>
    <p:sldId id="257" r:id="rId7"/>
    <p:sldId id="258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96" r:id="rId26"/>
    <p:sldId id="278" r:id="rId27"/>
    <p:sldId id="279" r:id="rId28"/>
    <p:sldId id="295" r:id="rId29"/>
    <p:sldId id="291" r:id="rId30"/>
    <p:sldId id="292" r:id="rId31"/>
    <p:sldId id="293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4" r:id="rId43"/>
    <p:sldId id="297" r:id="rId44"/>
    <p:sldId id="290" r:id="rId45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2976E8-3D85-1BC7-34B6-37467AA1C890}" v="4" dt="2024-01-30T20:43:18.46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224" d="100"/>
          <a:sy n="224" d="100"/>
        </p:scale>
        <p:origin x="2074" y="1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theme" Target="theme/theme1.xml"/><Relationship Id="rId8" Type="http://schemas.openxmlformats.org/officeDocument/2006/relationships/slide" Target="slides/slide3.xml"/><Relationship Id="rId51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presProps" Target="presProp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ng, Baocheng" userId="b4253f3e-c40b-4a70-8207-93818653a34c" providerId="ADAL" clId="{118340B2-1386-4BE8-AC72-90C91C0E3099}"/>
    <pc:docChg chg="undo custSel addSld delSld modSld">
      <pc:chgData name="Geng, Baocheng" userId="b4253f3e-c40b-4a70-8207-93818653a34c" providerId="ADAL" clId="{118340B2-1386-4BE8-AC72-90C91C0E3099}" dt="2023-01-25T16:41:30.339" v="456" actId="20577"/>
      <pc:docMkLst>
        <pc:docMk/>
      </pc:docMkLst>
      <pc:sldChg chg="delSp modSp mod">
        <pc:chgData name="Geng, Baocheng" userId="b4253f3e-c40b-4a70-8207-93818653a34c" providerId="ADAL" clId="{118340B2-1386-4BE8-AC72-90C91C0E3099}" dt="2023-01-25T16:41:30.339" v="456" actId="20577"/>
        <pc:sldMkLst>
          <pc:docMk/>
          <pc:sldMk cId="0" sldId="256"/>
        </pc:sldMkLst>
        <pc:spChg chg="mod">
          <ac:chgData name="Geng, Baocheng" userId="b4253f3e-c40b-4a70-8207-93818653a34c" providerId="ADAL" clId="{118340B2-1386-4BE8-AC72-90C91C0E3099}" dt="2023-01-25T16:41:30.339" v="456" actId="20577"/>
          <ac:spMkLst>
            <pc:docMk/>
            <pc:sldMk cId="0" sldId="256"/>
            <ac:spMk id="7" creationId="{00000000-0000-0000-0000-000000000000}"/>
          </ac:spMkLst>
        </pc:spChg>
        <pc:spChg chg="del">
          <ac:chgData name="Geng, Baocheng" userId="b4253f3e-c40b-4a70-8207-93818653a34c" providerId="ADAL" clId="{118340B2-1386-4BE8-AC72-90C91C0E3099}" dt="2023-01-25T16:37:20.476" v="440" actId="478"/>
          <ac:spMkLst>
            <pc:docMk/>
            <pc:sldMk cId="0" sldId="256"/>
            <ac:spMk id="11" creationId="{00000000-0000-0000-0000-000000000000}"/>
          </ac:spMkLst>
        </pc:spChg>
        <pc:spChg chg="mod">
          <ac:chgData name="Geng, Baocheng" userId="b4253f3e-c40b-4a70-8207-93818653a34c" providerId="ADAL" clId="{118340B2-1386-4BE8-AC72-90C91C0E3099}" dt="2023-01-25T16:37:15.637" v="439" actId="14100"/>
          <ac:spMkLst>
            <pc:docMk/>
            <pc:sldMk cId="0" sldId="256"/>
            <ac:spMk id="12" creationId="{00000000-0000-0000-0000-000000000000}"/>
          </ac:spMkLst>
        </pc:spChg>
      </pc:sldChg>
      <pc:sldChg chg="delSp modSp mod">
        <pc:chgData name="Geng, Baocheng" userId="b4253f3e-c40b-4a70-8207-93818653a34c" providerId="ADAL" clId="{118340B2-1386-4BE8-AC72-90C91C0E3099}" dt="2023-01-23T18:06:37.391" v="25" actId="478"/>
        <pc:sldMkLst>
          <pc:docMk/>
          <pc:sldMk cId="0" sldId="257"/>
        </pc:sldMkLst>
        <pc:spChg chg="del mod">
          <ac:chgData name="Geng, Baocheng" userId="b4253f3e-c40b-4a70-8207-93818653a34c" providerId="ADAL" clId="{118340B2-1386-4BE8-AC72-90C91C0E3099}" dt="2023-01-23T18:06:03.370" v="3" actId="478"/>
          <ac:spMkLst>
            <pc:docMk/>
            <pc:sldMk cId="0" sldId="257"/>
            <ac:spMk id="4" creationId="{00000000-0000-0000-0000-000000000000}"/>
          </ac:spMkLst>
        </pc:spChg>
        <pc:spChg chg="mod">
          <ac:chgData name="Geng, Baocheng" userId="b4253f3e-c40b-4a70-8207-93818653a34c" providerId="ADAL" clId="{118340B2-1386-4BE8-AC72-90C91C0E3099}" dt="2023-01-23T18:06:32.246" v="24" actId="1076"/>
          <ac:spMkLst>
            <pc:docMk/>
            <pc:sldMk cId="0" sldId="257"/>
            <ac:spMk id="5" creationId="{00000000-0000-0000-0000-000000000000}"/>
          </ac:spMkLst>
        </pc:spChg>
        <pc:spChg chg="del mod">
          <ac:chgData name="Geng, Baocheng" userId="b4253f3e-c40b-4a70-8207-93818653a34c" providerId="ADAL" clId="{118340B2-1386-4BE8-AC72-90C91C0E3099}" dt="2023-01-23T18:06:12.561" v="9"/>
          <ac:spMkLst>
            <pc:docMk/>
            <pc:sldMk cId="0" sldId="257"/>
            <ac:spMk id="7" creationId="{00000000-0000-0000-0000-000000000000}"/>
          </ac:spMkLst>
        </pc:spChg>
        <pc:spChg chg="del">
          <ac:chgData name="Geng, Baocheng" userId="b4253f3e-c40b-4a70-8207-93818653a34c" providerId="ADAL" clId="{118340B2-1386-4BE8-AC72-90C91C0E3099}" dt="2023-01-23T18:06:25.951" v="22" actId="478"/>
          <ac:spMkLst>
            <pc:docMk/>
            <pc:sldMk cId="0" sldId="257"/>
            <ac:spMk id="8" creationId="{00000000-0000-0000-0000-000000000000}"/>
          </ac:spMkLst>
        </pc:spChg>
        <pc:spChg chg="del mod">
          <ac:chgData name="Geng, Baocheng" userId="b4253f3e-c40b-4a70-8207-93818653a34c" providerId="ADAL" clId="{118340B2-1386-4BE8-AC72-90C91C0E3099}" dt="2023-01-23T18:06:12.561" v="11"/>
          <ac:spMkLst>
            <pc:docMk/>
            <pc:sldMk cId="0" sldId="257"/>
            <ac:spMk id="10" creationId="{00000000-0000-0000-0000-000000000000}"/>
          </ac:spMkLst>
        </pc:spChg>
        <pc:spChg chg="del mod">
          <ac:chgData name="Geng, Baocheng" userId="b4253f3e-c40b-4a70-8207-93818653a34c" providerId="ADAL" clId="{118340B2-1386-4BE8-AC72-90C91C0E3099}" dt="2023-01-23T18:06:12.562" v="13"/>
          <ac:spMkLst>
            <pc:docMk/>
            <pc:sldMk cId="0" sldId="257"/>
            <ac:spMk id="13" creationId="{00000000-0000-0000-0000-000000000000}"/>
          </ac:spMkLst>
        </pc:spChg>
        <pc:spChg chg="del">
          <ac:chgData name="Geng, Baocheng" userId="b4253f3e-c40b-4a70-8207-93818653a34c" providerId="ADAL" clId="{118340B2-1386-4BE8-AC72-90C91C0E3099}" dt="2023-01-23T18:06:12.559" v="7" actId="478"/>
          <ac:spMkLst>
            <pc:docMk/>
            <pc:sldMk cId="0" sldId="257"/>
            <ac:spMk id="16" creationId="{00000000-0000-0000-0000-000000000000}"/>
          </ac:spMkLst>
        </pc:spChg>
        <pc:spChg chg="del mod">
          <ac:chgData name="Geng, Baocheng" userId="b4253f3e-c40b-4a70-8207-93818653a34c" providerId="ADAL" clId="{118340B2-1386-4BE8-AC72-90C91C0E3099}" dt="2023-01-23T18:06:23.308" v="19"/>
          <ac:spMkLst>
            <pc:docMk/>
            <pc:sldMk cId="0" sldId="257"/>
            <ac:spMk id="19" creationId="{00000000-0000-0000-0000-000000000000}"/>
          </ac:spMkLst>
        </pc:spChg>
        <pc:spChg chg="del mod">
          <ac:chgData name="Geng, Baocheng" userId="b4253f3e-c40b-4a70-8207-93818653a34c" providerId="ADAL" clId="{118340B2-1386-4BE8-AC72-90C91C0E3099}" dt="2023-01-23T18:06:23.309" v="21"/>
          <ac:spMkLst>
            <pc:docMk/>
            <pc:sldMk cId="0" sldId="257"/>
            <ac:spMk id="22" creationId="{00000000-0000-0000-0000-000000000000}"/>
          </ac:spMkLst>
        </pc:spChg>
        <pc:spChg chg="mod">
          <ac:chgData name="Geng, Baocheng" userId="b4253f3e-c40b-4a70-8207-93818653a34c" providerId="ADAL" clId="{118340B2-1386-4BE8-AC72-90C91C0E3099}" dt="2023-01-23T18:06:19.752" v="16" actId="20577"/>
          <ac:spMkLst>
            <pc:docMk/>
            <pc:sldMk cId="0" sldId="257"/>
            <ac:spMk id="25" creationId="{00000000-0000-0000-0000-000000000000}"/>
          </ac:spMkLst>
        </pc:spChg>
        <pc:grpChg chg="del">
          <ac:chgData name="Geng, Baocheng" userId="b4253f3e-c40b-4a70-8207-93818653a34c" providerId="ADAL" clId="{118340B2-1386-4BE8-AC72-90C91C0E3099}" dt="2023-01-23T18:06:37.391" v="25" actId="478"/>
          <ac:grpSpMkLst>
            <pc:docMk/>
            <pc:sldMk cId="0" sldId="257"/>
            <ac:grpSpMk id="26" creationId="{00000000-0000-0000-0000-000000000000}"/>
          </ac:grpSpMkLst>
        </pc:grpChg>
        <pc:picChg chg="mod">
          <ac:chgData name="Geng, Baocheng" userId="b4253f3e-c40b-4a70-8207-93818653a34c" providerId="ADAL" clId="{118340B2-1386-4BE8-AC72-90C91C0E3099}" dt="2023-01-23T18:06:29.287" v="23" actId="1076"/>
          <ac:picMkLst>
            <pc:docMk/>
            <pc:sldMk cId="0" sldId="257"/>
            <ac:picMk id="3" creationId="{00000000-0000-0000-0000-000000000000}"/>
          </ac:picMkLst>
        </pc:picChg>
        <pc:picChg chg="del">
          <ac:chgData name="Geng, Baocheng" userId="b4253f3e-c40b-4a70-8207-93818653a34c" providerId="ADAL" clId="{118340B2-1386-4BE8-AC72-90C91C0E3099}" dt="2023-01-23T18:06:23.307" v="17" actId="478"/>
          <ac:picMkLst>
            <pc:docMk/>
            <pc:sldMk cId="0" sldId="257"/>
            <ac:picMk id="6" creationId="{00000000-0000-0000-0000-000000000000}"/>
          </ac:picMkLst>
        </pc:picChg>
      </pc:sldChg>
      <pc:sldChg chg="delSp mod">
        <pc:chgData name="Geng, Baocheng" userId="b4253f3e-c40b-4a70-8207-93818653a34c" providerId="ADAL" clId="{118340B2-1386-4BE8-AC72-90C91C0E3099}" dt="2023-01-23T18:05:39.902" v="1" actId="478"/>
        <pc:sldMkLst>
          <pc:docMk/>
          <pc:sldMk cId="0" sldId="258"/>
        </pc:sldMkLst>
        <pc:grpChg chg="del">
          <ac:chgData name="Geng, Baocheng" userId="b4253f3e-c40b-4a70-8207-93818653a34c" providerId="ADAL" clId="{118340B2-1386-4BE8-AC72-90C91C0E3099}" dt="2023-01-23T18:05:36.057" v="0" actId="478"/>
          <ac:grpSpMkLst>
            <pc:docMk/>
            <pc:sldMk cId="0" sldId="258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118340B2-1386-4BE8-AC72-90C91C0E3099}" dt="2023-01-23T18:05:39.902" v="1" actId="478"/>
          <ac:grpSpMkLst>
            <pc:docMk/>
            <pc:sldMk cId="0" sldId="258"/>
            <ac:grpSpMk id="10" creationId="{00000000-0000-0000-0000-000000000000}"/>
          </ac:grpSpMkLst>
        </pc:grpChg>
      </pc:sldChg>
      <pc:sldChg chg="del">
        <pc:chgData name="Geng, Baocheng" userId="b4253f3e-c40b-4a70-8207-93818653a34c" providerId="ADAL" clId="{118340B2-1386-4BE8-AC72-90C91C0E3099}" dt="2023-01-23T18:06:40.962" v="26" actId="47"/>
        <pc:sldMkLst>
          <pc:docMk/>
          <pc:sldMk cId="0" sldId="259"/>
        </pc:sldMkLst>
      </pc:sldChg>
      <pc:sldChg chg="del">
        <pc:chgData name="Geng, Baocheng" userId="b4253f3e-c40b-4a70-8207-93818653a34c" providerId="ADAL" clId="{118340B2-1386-4BE8-AC72-90C91C0E3099}" dt="2023-01-23T18:06:42.193" v="27" actId="47"/>
        <pc:sldMkLst>
          <pc:docMk/>
          <pc:sldMk cId="0" sldId="260"/>
        </pc:sldMkLst>
      </pc:sldChg>
      <pc:sldChg chg="delSp modSp mod">
        <pc:chgData name="Geng, Baocheng" userId="b4253f3e-c40b-4a70-8207-93818653a34c" providerId="ADAL" clId="{118340B2-1386-4BE8-AC72-90C91C0E3099}" dt="2023-01-23T18:06:45.978" v="30" actId="478"/>
        <pc:sldMkLst>
          <pc:docMk/>
          <pc:sldMk cId="0" sldId="261"/>
        </pc:sldMkLst>
        <pc:grpChg chg="del mod">
          <ac:chgData name="Geng, Baocheng" userId="b4253f3e-c40b-4a70-8207-93818653a34c" providerId="ADAL" clId="{118340B2-1386-4BE8-AC72-90C91C0E3099}" dt="2023-01-23T18:06:44.948" v="29" actId="478"/>
          <ac:grpSpMkLst>
            <pc:docMk/>
            <pc:sldMk cId="0" sldId="261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118340B2-1386-4BE8-AC72-90C91C0E3099}" dt="2023-01-23T18:06:45.978" v="30" actId="478"/>
          <ac:grpSpMkLst>
            <pc:docMk/>
            <pc:sldMk cId="0" sldId="261"/>
            <ac:grpSpMk id="10" creationId="{00000000-0000-0000-0000-000000000000}"/>
          </ac:grpSpMkLst>
        </pc:grpChg>
      </pc:sldChg>
      <pc:sldChg chg="delSp mod">
        <pc:chgData name="Geng, Baocheng" userId="b4253f3e-c40b-4a70-8207-93818653a34c" providerId="ADAL" clId="{118340B2-1386-4BE8-AC72-90C91C0E3099}" dt="2023-01-23T18:06:49.009" v="31" actId="478"/>
        <pc:sldMkLst>
          <pc:docMk/>
          <pc:sldMk cId="0" sldId="262"/>
        </pc:sldMkLst>
        <pc:grpChg chg="del">
          <ac:chgData name="Geng, Baocheng" userId="b4253f3e-c40b-4a70-8207-93818653a34c" providerId="ADAL" clId="{118340B2-1386-4BE8-AC72-90C91C0E3099}" dt="2023-01-23T18:06:49.009" v="31" actId="478"/>
          <ac:grpSpMkLst>
            <pc:docMk/>
            <pc:sldMk cId="0" sldId="262"/>
            <ac:grpSpMk id="7" creationId="{00000000-0000-0000-0000-000000000000}"/>
          </ac:grpSpMkLst>
        </pc:grpChg>
      </pc:sldChg>
      <pc:sldChg chg="delSp mod">
        <pc:chgData name="Geng, Baocheng" userId="b4253f3e-c40b-4a70-8207-93818653a34c" providerId="ADAL" clId="{118340B2-1386-4BE8-AC72-90C91C0E3099}" dt="2023-01-23T18:06:52.416" v="32" actId="478"/>
        <pc:sldMkLst>
          <pc:docMk/>
          <pc:sldMk cId="0" sldId="263"/>
        </pc:sldMkLst>
        <pc:grpChg chg="del">
          <ac:chgData name="Geng, Baocheng" userId="b4253f3e-c40b-4a70-8207-93818653a34c" providerId="ADAL" clId="{118340B2-1386-4BE8-AC72-90C91C0E3099}" dt="2023-01-23T18:06:52.416" v="32" actId="478"/>
          <ac:grpSpMkLst>
            <pc:docMk/>
            <pc:sldMk cId="0" sldId="263"/>
            <ac:grpSpMk id="14" creationId="{00000000-0000-0000-0000-000000000000}"/>
          </ac:grpSpMkLst>
        </pc:grpChg>
      </pc:sldChg>
      <pc:sldChg chg="delSp mod">
        <pc:chgData name="Geng, Baocheng" userId="b4253f3e-c40b-4a70-8207-93818653a34c" providerId="ADAL" clId="{118340B2-1386-4BE8-AC72-90C91C0E3099}" dt="2023-01-23T18:06:56.115" v="33" actId="478"/>
        <pc:sldMkLst>
          <pc:docMk/>
          <pc:sldMk cId="0" sldId="264"/>
        </pc:sldMkLst>
        <pc:grpChg chg="del">
          <ac:chgData name="Geng, Baocheng" userId="b4253f3e-c40b-4a70-8207-93818653a34c" providerId="ADAL" clId="{118340B2-1386-4BE8-AC72-90C91C0E3099}" dt="2023-01-23T18:06:56.115" v="33" actId="478"/>
          <ac:grpSpMkLst>
            <pc:docMk/>
            <pc:sldMk cId="0" sldId="264"/>
            <ac:grpSpMk id="24" creationId="{00000000-0000-0000-0000-000000000000}"/>
          </ac:grpSpMkLst>
        </pc:grpChg>
      </pc:sldChg>
      <pc:sldChg chg="delSp mod">
        <pc:chgData name="Geng, Baocheng" userId="b4253f3e-c40b-4a70-8207-93818653a34c" providerId="ADAL" clId="{118340B2-1386-4BE8-AC72-90C91C0E3099}" dt="2023-01-25T16:23:31.663" v="250" actId="478"/>
        <pc:sldMkLst>
          <pc:docMk/>
          <pc:sldMk cId="0" sldId="265"/>
        </pc:sldMkLst>
        <pc:grpChg chg="del">
          <ac:chgData name="Geng, Baocheng" userId="b4253f3e-c40b-4a70-8207-93818653a34c" providerId="ADAL" clId="{118340B2-1386-4BE8-AC72-90C91C0E3099}" dt="2023-01-25T16:23:31.663" v="250" actId="478"/>
          <ac:grpSpMkLst>
            <pc:docMk/>
            <pc:sldMk cId="0" sldId="265"/>
            <ac:grpSpMk id="9" creationId="{00000000-0000-0000-0000-000000000000}"/>
          </ac:grpSpMkLst>
        </pc:grpChg>
      </pc:sldChg>
      <pc:sldChg chg="delSp mod">
        <pc:chgData name="Geng, Baocheng" userId="b4253f3e-c40b-4a70-8207-93818653a34c" providerId="ADAL" clId="{118340B2-1386-4BE8-AC72-90C91C0E3099}" dt="2023-01-23T18:06:59.612" v="34" actId="478"/>
        <pc:sldMkLst>
          <pc:docMk/>
          <pc:sldMk cId="0" sldId="266"/>
        </pc:sldMkLst>
        <pc:grpChg chg="del">
          <ac:chgData name="Geng, Baocheng" userId="b4253f3e-c40b-4a70-8207-93818653a34c" providerId="ADAL" clId="{118340B2-1386-4BE8-AC72-90C91C0E3099}" dt="2023-01-23T18:06:59.612" v="34" actId="478"/>
          <ac:grpSpMkLst>
            <pc:docMk/>
            <pc:sldMk cId="0" sldId="266"/>
            <ac:grpSpMk id="9" creationId="{00000000-0000-0000-0000-000000000000}"/>
          </ac:grpSpMkLst>
        </pc:grpChg>
      </pc:sldChg>
      <pc:sldChg chg="delSp mod">
        <pc:chgData name="Geng, Baocheng" userId="b4253f3e-c40b-4a70-8207-93818653a34c" providerId="ADAL" clId="{118340B2-1386-4BE8-AC72-90C91C0E3099}" dt="2023-01-23T18:07:05.055" v="35" actId="478"/>
        <pc:sldMkLst>
          <pc:docMk/>
          <pc:sldMk cId="0" sldId="267"/>
        </pc:sldMkLst>
        <pc:grpChg chg="del">
          <ac:chgData name="Geng, Baocheng" userId="b4253f3e-c40b-4a70-8207-93818653a34c" providerId="ADAL" clId="{118340B2-1386-4BE8-AC72-90C91C0E3099}" dt="2023-01-23T18:07:05.055" v="35" actId="478"/>
          <ac:grpSpMkLst>
            <pc:docMk/>
            <pc:sldMk cId="0" sldId="267"/>
            <ac:grpSpMk id="4" creationId="{00000000-0000-0000-0000-000000000000}"/>
          </ac:grpSpMkLst>
        </pc:grpChg>
      </pc:sldChg>
      <pc:sldChg chg="delSp mod">
        <pc:chgData name="Geng, Baocheng" userId="b4253f3e-c40b-4a70-8207-93818653a34c" providerId="ADAL" clId="{118340B2-1386-4BE8-AC72-90C91C0E3099}" dt="2023-01-23T18:07:07.776" v="36" actId="478"/>
        <pc:sldMkLst>
          <pc:docMk/>
          <pc:sldMk cId="0" sldId="268"/>
        </pc:sldMkLst>
        <pc:grpChg chg="del">
          <ac:chgData name="Geng, Baocheng" userId="b4253f3e-c40b-4a70-8207-93818653a34c" providerId="ADAL" clId="{118340B2-1386-4BE8-AC72-90C91C0E3099}" dt="2023-01-23T18:07:07.776" v="36" actId="478"/>
          <ac:grpSpMkLst>
            <pc:docMk/>
            <pc:sldMk cId="0" sldId="268"/>
            <ac:grpSpMk id="4" creationId="{00000000-0000-0000-0000-000000000000}"/>
          </ac:grpSpMkLst>
        </pc:grpChg>
      </pc:sldChg>
      <pc:sldChg chg="delSp mod">
        <pc:chgData name="Geng, Baocheng" userId="b4253f3e-c40b-4a70-8207-93818653a34c" providerId="ADAL" clId="{118340B2-1386-4BE8-AC72-90C91C0E3099}" dt="2023-01-23T18:07:11.932" v="37" actId="478"/>
        <pc:sldMkLst>
          <pc:docMk/>
          <pc:sldMk cId="0" sldId="269"/>
        </pc:sldMkLst>
        <pc:grpChg chg="del">
          <ac:chgData name="Geng, Baocheng" userId="b4253f3e-c40b-4a70-8207-93818653a34c" providerId="ADAL" clId="{118340B2-1386-4BE8-AC72-90C91C0E3099}" dt="2023-01-23T18:07:11.932" v="37" actId="478"/>
          <ac:grpSpMkLst>
            <pc:docMk/>
            <pc:sldMk cId="0" sldId="269"/>
            <ac:grpSpMk id="6" creationId="{00000000-0000-0000-0000-000000000000}"/>
          </ac:grpSpMkLst>
        </pc:grpChg>
      </pc:sldChg>
      <pc:sldChg chg="delSp modSp mod">
        <pc:chgData name="Geng, Baocheng" userId="b4253f3e-c40b-4a70-8207-93818653a34c" providerId="ADAL" clId="{118340B2-1386-4BE8-AC72-90C91C0E3099}" dt="2023-01-23T18:07:51.653" v="39" actId="1076"/>
        <pc:sldMkLst>
          <pc:docMk/>
          <pc:sldMk cId="0" sldId="270"/>
        </pc:sldMkLst>
        <pc:spChg chg="mod">
          <ac:chgData name="Geng, Baocheng" userId="b4253f3e-c40b-4a70-8207-93818653a34c" providerId="ADAL" clId="{118340B2-1386-4BE8-AC72-90C91C0E3099}" dt="2023-01-23T18:07:51.653" v="39" actId="1076"/>
          <ac:spMkLst>
            <pc:docMk/>
            <pc:sldMk cId="0" sldId="270"/>
            <ac:spMk id="6" creationId="{00000000-0000-0000-0000-000000000000}"/>
          </ac:spMkLst>
        </pc:spChg>
        <pc:grpChg chg="del">
          <ac:chgData name="Geng, Baocheng" userId="b4253f3e-c40b-4a70-8207-93818653a34c" providerId="ADAL" clId="{118340B2-1386-4BE8-AC72-90C91C0E3099}" dt="2023-01-23T18:07:33.081" v="38" actId="478"/>
          <ac:grpSpMkLst>
            <pc:docMk/>
            <pc:sldMk cId="0" sldId="270"/>
            <ac:grpSpMk id="7" creationId="{00000000-0000-0000-0000-000000000000}"/>
          </ac:grpSpMkLst>
        </pc:grpChg>
      </pc:sldChg>
      <pc:sldChg chg="delSp modSp mod">
        <pc:chgData name="Geng, Baocheng" userId="b4253f3e-c40b-4a70-8207-93818653a34c" providerId="ADAL" clId="{118340B2-1386-4BE8-AC72-90C91C0E3099}" dt="2023-01-23T18:07:59.970" v="41" actId="1076"/>
        <pc:sldMkLst>
          <pc:docMk/>
          <pc:sldMk cId="0" sldId="271"/>
        </pc:sldMkLst>
        <pc:spChg chg="mod">
          <ac:chgData name="Geng, Baocheng" userId="b4253f3e-c40b-4a70-8207-93818653a34c" providerId="ADAL" clId="{118340B2-1386-4BE8-AC72-90C91C0E3099}" dt="2023-01-23T18:07:59.970" v="41" actId="1076"/>
          <ac:spMkLst>
            <pc:docMk/>
            <pc:sldMk cId="0" sldId="271"/>
            <ac:spMk id="9" creationId="{00000000-0000-0000-0000-000000000000}"/>
          </ac:spMkLst>
        </pc:spChg>
        <pc:grpChg chg="del">
          <ac:chgData name="Geng, Baocheng" userId="b4253f3e-c40b-4a70-8207-93818653a34c" providerId="ADAL" clId="{118340B2-1386-4BE8-AC72-90C91C0E3099}" dt="2023-01-23T18:07:56.827" v="40" actId="478"/>
          <ac:grpSpMkLst>
            <pc:docMk/>
            <pc:sldMk cId="0" sldId="271"/>
            <ac:grpSpMk id="4" creationId="{00000000-0000-0000-0000-000000000000}"/>
          </ac:grpSpMkLst>
        </pc:grpChg>
      </pc:sldChg>
      <pc:sldChg chg="delSp mod">
        <pc:chgData name="Geng, Baocheng" userId="b4253f3e-c40b-4a70-8207-93818653a34c" providerId="ADAL" clId="{118340B2-1386-4BE8-AC72-90C91C0E3099}" dt="2023-01-23T18:08:11.582" v="42" actId="478"/>
        <pc:sldMkLst>
          <pc:docMk/>
          <pc:sldMk cId="0" sldId="272"/>
        </pc:sldMkLst>
        <pc:grpChg chg="del">
          <ac:chgData name="Geng, Baocheng" userId="b4253f3e-c40b-4a70-8207-93818653a34c" providerId="ADAL" clId="{118340B2-1386-4BE8-AC72-90C91C0E3099}" dt="2023-01-23T18:08:11.582" v="42" actId="478"/>
          <ac:grpSpMkLst>
            <pc:docMk/>
            <pc:sldMk cId="0" sldId="272"/>
            <ac:grpSpMk id="5" creationId="{00000000-0000-0000-0000-000000000000}"/>
          </ac:grpSpMkLst>
        </pc:grpChg>
      </pc:sldChg>
      <pc:sldChg chg="delSp mod">
        <pc:chgData name="Geng, Baocheng" userId="b4253f3e-c40b-4a70-8207-93818653a34c" providerId="ADAL" clId="{118340B2-1386-4BE8-AC72-90C91C0E3099}" dt="2023-01-23T18:08:16.408" v="43" actId="478"/>
        <pc:sldMkLst>
          <pc:docMk/>
          <pc:sldMk cId="0" sldId="273"/>
        </pc:sldMkLst>
        <pc:grpChg chg="del">
          <ac:chgData name="Geng, Baocheng" userId="b4253f3e-c40b-4a70-8207-93818653a34c" providerId="ADAL" clId="{118340B2-1386-4BE8-AC72-90C91C0E3099}" dt="2023-01-23T18:08:16.408" v="43" actId="478"/>
          <ac:grpSpMkLst>
            <pc:docMk/>
            <pc:sldMk cId="0" sldId="273"/>
            <ac:grpSpMk id="4" creationId="{00000000-0000-0000-0000-000000000000}"/>
          </ac:grpSpMkLst>
        </pc:grpChg>
      </pc:sldChg>
      <pc:sldChg chg="delSp mod">
        <pc:chgData name="Geng, Baocheng" userId="b4253f3e-c40b-4a70-8207-93818653a34c" providerId="ADAL" clId="{118340B2-1386-4BE8-AC72-90C91C0E3099}" dt="2023-01-23T18:08:20.041" v="44" actId="478"/>
        <pc:sldMkLst>
          <pc:docMk/>
          <pc:sldMk cId="0" sldId="274"/>
        </pc:sldMkLst>
        <pc:grpChg chg="del">
          <ac:chgData name="Geng, Baocheng" userId="b4253f3e-c40b-4a70-8207-93818653a34c" providerId="ADAL" clId="{118340B2-1386-4BE8-AC72-90C91C0E3099}" dt="2023-01-23T18:08:20.041" v="44" actId="478"/>
          <ac:grpSpMkLst>
            <pc:docMk/>
            <pc:sldMk cId="0" sldId="274"/>
            <ac:grpSpMk id="10" creationId="{00000000-0000-0000-0000-000000000000}"/>
          </ac:grpSpMkLst>
        </pc:grpChg>
      </pc:sldChg>
      <pc:sldChg chg="delSp mod">
        <pc:chgData name="Geng, Baocheng" userId="b4253f3e-c40b-4a70-8207-93818653a34c" providerId="ADAL" clId="{118340B2-1386-4BE8-AC72-90C91C0E3099}" dt="2023-01-23T18:08:25.743" v="45" actId="478"/>
        <pc:sldMkLst>
          <pc:docMk/>
          <pc:sldMk cId="0" sldId="275"/>
        </pc:sldMkLst>
        <pc:grpChg chg="del">
          <ac:chgData name="Geng, Baocheng" userId="b4253f3e-c40b-4a70-8207-93818653a34c" providerId="ADAL" clId="{118340B2-1386-4BE8-AC72-90C91C0E3099}" dt="2023-01-23T18:08:25.743" v="45" actId="478"/>
          <ac:grpSpMkLst>
            <pc:docMk/>
            <pc:sldMk cId="0" sldId="275"/>
            <ac:grpSpMk id="11" creationId="{00000000-0000-0000-0000-000000000000}"/>
          </ac:grpSpMkLst>
        </pc:grpChg>
      </pc:sldChg>
      <pc:sldChg chg="delSp modSp mod">
        <pc:chgData name="Geng, Baocheng" userId="b4253f3e-c40b-4a70-8207-93818653a34c" providerId="ADAL" clId="{118340B2-1386-4BE8-AC72-90C91C0E3099}" dt="2023-01-23T18:08:39.210" v="47" actId="478"/>
        <pc:sldMkLst>
          <pc:docMk/>
          <pc:sldMk cId="0" sldId="276"/>
        </pc:sldMkLst>
        <pc:spChg chg="mod">
          <ac:chgData name="Geng, Baocheng" userId="b4253f3e-c40b-4a70-8207-93818653a34c" providerId="ADAL" clId="{118340B2-1386-4BE8-AC72-90C91C0E3099}" dt="2023-01-23T18:08:31.350" v="46" actId="1076"/>
          <ac:spMkLst>
            <pc:docMk/>
            <pc:sldMk cId="0" sldId="276"/>
            <ac:spMk id="14" creationId="{00000000-0000-0000-0000-000000000000}"/>
          </ac:spMkLst>
        </pc:spChg>
        <pc:grpChg chg="del">
          <ac:chgData name="Geng, Baocheng" userId="b4253f3e-c40b-4a70-8207-93818653a34c" providerId="ADAL" clId="{118340B2-1386-4BE8-AC72-90C91C0E3099}" dt="2023-01-23T18:08:39.210" v="47" actId="478"/>
          <ac:grpSpMkLst>
            <pc:docMk/>
            <pc:sldMk cId="0" sldId="276"/>
            <ac:grpSpMk id="20" creationId="{00000000-0000-0000-0000-000000000000}"/>
          </ac:grpSpMkLst>
        </pc:grpChg>
      </pc:sldChg>
      <pc:sldChg chg="delSp modSp mod">
        <pc:chgData name="Geng, Baocheng" userId="b4253f3e-c40b-4a70-8207-93818653a34c" providerId="ADAL" clId="{118340B2-1386-4BE8-AC72-90C91C0E3099}" dt="2023-01-23T18:09:23.721" v="50" actId="478"/>
        <pc:sldMkLst>
          <pc:docMk/>
          <pc:sldMk cId="0" sldId="277"/>
        </pc:sldMkLst>
        <pc:grpChg chg="del">
          <ac:chgData name="Geng, Baocheng" userId="b4253f3e-c40b-4a70-8207-93818653a34c" providerId="ADAL" clId="{118340B2-1386-4BE8-AC72-90C91C0E3099}" dt="2023-01-23T18:09:23.721" v="50" actId="478"/>
          <ac:grpSpMkLst>
            <pc:docMk/>
            <pc:sldMk cId="0" sldId="277"/>
            <ac:grpSpMk id="8" creationId="{00000000-0000-0000-0000-000000000000}"/>
          </ac:grpSpMkLst>
        </pc:grpChg>
        <pc:graphicFrameChg chg="modGraphic">
          <ac:chgData name="Geng, Baocheng" userId="b4253f3e-c40b-4a70-8207-93818653a34c" providerId="ADAL" clId="{118340B2-1386-4BE8-AC72-90C91C0E3099}" dt="2023-01-23T18:09:06.475" v="49" actId="14734"/>
          <ac:graphicFrameMkLst>
            <pc:docMk/>
            <pc:sldMk cId="0" sldId="277"/>
            <ac:graphicFrameMk id="6" creationId="{00000000-0000-0000-0000-000000000000}"/>
          </ac:graphicFrameMkLst>
        </pc:graphicFrameChg>
      </pc:sldChg>
      <pc:sldChg chg="delSp modSp mod">
        <pc:chgData name="Geng, Baocheng" userId="b4253f3e-c40b-4a70-8207-93818653a34c" providerId="ADAL" clId="{118340B2-1386-4BE8-AC72-90C91C0E3099}" dt="2023-01-23T18:09:33.164" v="53" actId="478"/>
        <pc:sldMkLst>
          <pc:docMk/>
          <pc:sldMk cId="0" sldId="278"/>
        </pc:sldMkLst>
        <pc:grpChg chg="del mod">
          <ac:chgData name="Geng, Baocheng" userId="b4253f3e-c40b-4a70-8207-93818653a34c" providerId="ADAL" clId="{118340B2-1386-4BE8-AC72-90C91C0E3099}" dt="2023-01-23T18:09:27.109" v="52" actId="478"/>
          <ac:grpSpMkLst>
            <pc:docMk/>
            <pc:sldMk cId="0" sldId="278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118340B2-1386-4BE8-AC72-90C91C0E3099}" dt="2023-01-23T18:09:33.164" v="53" actId="478"/>
          <ac:grpSpMkLst>
            <pc:docMk/>
            <pc:sldMk cId="0" sldId="278"/>
            <ac:grpSpMk id="10" creationId="{00000000-0000-0000-0000-000000000000}"/>
          </ac:grpSpMkLst>
        </pc:grpChg>
      </pc:sldChg>
      <pc:sldChg chg="delSp modSp mod">
        <pc:chgData name="Geng, Baocheng" userId="b4253f3e-c40b-4a70-8207-93818653a34c" providerId="ADAL" clId="{118340B2-1386-4BE8-AC72-90C91C0E3099}" dt="2023-01-25T16:26:13.444" v="259" actId="478"/>
        <pc:sldMkLst>
          <pc:docMk/>
          <pc:sldMk cId="0" sldId="279"/>
        </pc:sldMkLst>
        <pc:spChg chg="mod">
          <ac:chgData name="Geng, Baocheng" userId="b4253f3e-c40b-4a70-8207-93818653a34c" providerId="ADAL" clId="{118340B2-1386-4BE8-AC72-90C91C0E3099}" dt="2023-01-23T18:11:40.313" v="79" actId="20577"/>
          <ac:spMkLst>
            <pc:docMk/>
            <pc:sldMk cId="0" sldId="279"/>
            <ac:spMk id="3" creationId="{00000000-0000-0000-0000-000000000000}"/>
          </ac:spMkLst>
        </pc:spChg>
        <pc:spChg chg="del">
          <ac:chgData name="Geng, Baocheng" userId="b4253f3e-c40b-4a70-8207-93818653a34c" providerId="ADAL" clId="{118340B2-1386-4BE8-AC72-90C91C0E3099}" dt="2023-01-25T16:26:12.173" v="258" actId="478"/>
          <ac:spMkLst>
            <pc:docMk/>
            <pc:sldMk cId="0" sldId="279"/>
            <ac:spMk id="4" creationId="{00000000-0000-0000-0000-000000000000}"/>
          </ac:spMkLst>
        </pc:spChg>
        <pc:spChg chg="del">
          <ac:chgData name="Geng, Baocheng" userId="b4253f3e-c40b-4a70-8207-93818653a34c" providerId="ADAL" clId="{118340B2-1386-4BE8-AC72-90C91C0E3099}" dt="2023-01-25T16:26:09.942" v="257" actId="478"/>
          <ac:spMkLst>
            <pc:docMk/>
            <pc:sldMk cId="0" sldId="279"/>
            <ac:spMk id="5" creationId="{00000000-0000-0000-0000-000000000000}"/>
          </ac:spMkLst>
        </pc:spChg>
        <pc:spChg chg="del">
          <ac:chgData name="Geng, Baocheng" userId="b4253f3e-c40b-4a70-8207-93818653a34c" providerId="ADAL" clId="{118340B2-1386-4BE8-AC72-90C91C0E3099}" dt="2023-01-25T16:26:08.922" v="256" actId="478"/>
          <ac:spMkLst>
            <pc:docMk/>
            <pc:sldMk cId="0" sldId="279"/>
            <ac:spMk id="6" creationId="{00000000-0000-0000-0000-000000000000}"/>
          </ac:spMkLst>
        </pc:spChg>
        <pc:spChg chg="del">
          <ac:chgData name="Geng, Baocheng" userId="b4253f3e-c40b-4a70-8207-93818653a34c" providerId="ADAL" clId="{118340B2-1386-4BE8-AC72-90C91C0E3099}" dt="2023-01-25T16:26:13.444" v="259" actId="478"/>
          <ac:spMkLst>
            <pc:docMk/>
            <pc:sldMk cId="0" sldId="279"/>
            <ac:spMk id="7" creationId="{00000000-0000-0000-0000-000000000000}"/>
          </ac:spMkLst>
        </pc:spChg>
        <pc:spChg chg="del">
          <ac:chgData name="Geng, Baocheng" userId="b4253f3e-c40b-4a70-8207-93818653a34c" providerId="ADAL" clId="{118340B2-1386-4BE8-AC72-90C91C0E3099}" dt="2023-01-25T16:26:08.185" v="255" actId="478"/>
          <ac:spMkLst>
            <pc:docMk/>
            <pc:sldMk cId="0" sldId="279"/>
            <ac:spMk id="8" creationId="{00000000-0000-0000-0000-000000000000}"/>
          </ac:spMkLst>
        </pc:spChg>
        <pc:spChg chg="del">
          <ac:chgData name="Geng, Baocheng" userId="b4253f3e-c40b-4a70-8207-93818653a34c" providerId="ADAL" clId="{118340B2-1386-4BE8-AC72-90C91C0E3099}" dt="2023-01-25T16:26:06.109" v="254" actId="478"/>
          <ac:spMkLst>
            <pc:docMk/>
            <pc:sldMk cId="0" sldId="279"/>
            <ac:spMk id="9" creationId="{00000000-0000-0000-0000-000000000000}"/>
          </ac:spMkLst>
        </pc:spChg>
        <pc:spChg chg="del mod">
          <ac:chgData name="Geng, Baocheng" userId="b4253f3e-c40b-4a70-8207-93818653a34c" providerId="ADAL" clId="{118340B2-1386-4BE8-AC72-90C91C0E3099}" dt="2023-01-25T16:26:01.898" v="252" actId="478"/>
          <ac:spMkLst>
            <pc:docMk/>
            <pc:sldMk cId="0" sldId="279"/>
            <ac:spMk id="10" creationId="{00000000-0000-0000-0000-000000000000}"/>
          </ac:spMkLst>
        </pc:spChg>
        <pc:spChg chg="del">
          <ac:chgData name="Geng, Baocheng" userId="b4253f3e-c40b-4a70-8207-93818653a34c" providerId="ADAL" clId="{118340B2-1386-4BE8-AC72-90C91C0E3099}" dt="2023-01-25T16:26:04.979" v="253" actId="478"/>
          <ac:spMkLst>
            <pc:docMk/>
            <pc:sldMk cId="0" sldId="279"/>
            <ac:spMk id="11" creationId="{00000000-0000-0000-0000-000000000000}"/>
          </ac:spMkLst>
        </pc:spChg>
        <pc:grpChg chg="del">
          <ac:chgData name="Geng, Baocheng" userId="b4253f3e-c40b-4a70-8207-93818653a34c" providerId="ADAL" clId="{118340B2-1386-4BE8-AC72-90C91C0E3099}" dt="2023-01-23T18:10:49.849" v="78" actId="478"/>
          <ac:grpSpMkLst>
            <pc:docMk/>
            <pc:sldMk cId="0" sldId="279"/>
            <ac:grpSpMk id="12" creationId="{00000000-0000-0000-0000-000000000000}"/>
          </ac:grpSpMkLst>
        </pc:grpChg>
      </pc:sldChg>
      <pc:sldChg chg="delSp mod">
        <pc:chgData name="Geng, Baocheng" userId="b4253f3e-c40b-4a70-8207-93818653a34c" providerId="ADAL" clId="{118340B2-1386-4BE8-AC72-90C91C0E3099}" dt="2023-01-23T18:12:06.009" v="80" actId="478"/>
        <pc:sldMkLst>
          <pc:docMk/>
          <pc:sldMk cId="0" sldId="280"/>
        </pc:sldMkLst>
        <pc:grpChg chg="del">
          <ac:chgData name="Geng, Baocheng" userId="b4253f3e-c40b-4a70-8207-93818653a34c" providerId="ADAL" clId="{118340B2-1386-4BE8-AC72-90C91C0E3099}" dt="2023-01-23T18:12:06.009" v="80" actId="478"/>
          <ac:grpSpMkLst>
            <pc:docMk/>
            <pc:sldMk cId="0" sldId="280"/>
            <ac:grpSpMk id="5" creationId="{00000000-0000-0000-0000-000000000000}"/>
          </ac:grpSpMkLst>
        </pc:grpChg>
      </pc:sldChg>
      <pc:sldChg chg="delSp mod">
        <pc:chgData name="Geng, Baocheng" userId="b4253f3e-c40b-4a70-8207-93818653a34c" providerId="ADAL" clId="{118340B2-1386-4BE8-AC72-90C91C0E3099}" dt="2023-01-23T18:12:13.433" v="81" actId="478"/>
        <pc:sldMkLst>
          <pc:docMk/>
          <pc:sldMk cId="0" sldId="281"/>
        </pc:sldMkLst>
        <pc:grpChg chg="del">
          <ac:chgData name="Geng, Baocheng" userId="b4253f3e-c40b-4a70-8207-93818653a34c" providerId="ADAL" clId="{118340B2-1386-4BE8-AC72-90C91C0E3099}" dt="2023-01-23T18:12:13.433" v="81" actId="478"/>
          <ac:grpSpMkLst>
            <pc:docMk/>
            <pc:sldMk cId="0" sldId="281"/>
            <ac:grpSpMk id="6" creationId="{00000000-0000-0000-0000-000000000000}"/>
          </ac:grpSpMkLst>
        </pc:grpChg>
      </pc:sldChg>
      <pc:sldChg chg="delSp mod">
        <pc:chgData name="Geng, Baocheng" userId="b4253f3e-c40b-4a70-8207-93818653a34c" providerId="ADAL" clId="{118340B2-1386-4BE8-AC72-90C91C0E3099}" dt="2023-01-23T18:12:27.873" v="82" actId="478"/>
        <pc:sldMkLst>
          <pc:docMk/>
          <pc:sldMk cId="0" sldId="282"/>
        </pc:sldMkLst>
        <pc:grpChg chg="del">
          <ac:chgData name="Geng, Baocheng" userId="b4253f3e-c40b-4a70-8207-93818653a34c" providerId="ADAL" clId="{118340B2-1386-4BE8-AC72-90C91C0E3099}" dt="2023-01-23T18:12:27.873" v="82" actId="478"/>
          <ac:grpSpMkLst>
            <pc:docMk/>
            <pc:sldMk cId="0" sldId="282"/>
            <ac:grpSpMk id="7" creationId="{00000000-0000-0000-0000-000000000000}"/>
          </ac:grpSpMkLst>
        </pc:grpChg>
      </pc:sldChg>
      <pc:sldChg chg="delSp modSp mod">
        <pc:chgData name="Geng, Baocheng" userId="b4253f3e-c40b-4a70-8207-93818653a34c" providerId="ADAL" clId="{118340B2-1386-4BE8-AC72-90C91C0E3099}" dt="2023-01-23T18:13:07.264" v="84" actId="478"/>
        <pc:sldMkLst>
          <pc:docMk/>
          <pc:sldMk cId="0" sldId="283"/>
        </pc:sldMkLst>
        <pc:spChg chg="mod">
          <ac:chgData name="Geng, Baocheng" userId="b4253f3e-c40b-4a70-8207-93818653a34c" providerId="ADAL" clId="{118340B2-1386-4BE8-AC72-90C91C0E3099}" dt="2023-01-23T18:12:38.239" v="83" actId="14100"/>
          <ac:spMkLst>
            <pc:docMk/>
            <pc:sldMk cId="0" sldId="283"/>
            <ac:spMk id="7" creationId="{00000000-0000-0000-0000-000000000000}"/>
          </ac:spMkLst>
        </pc:spChg>
        <pc:grpChg chg="del">
          <ac:chgData name="Geng, Baocheng" userId="b4253f3e-c40b-4a70-8207-93818653a34c" providerId="ADAL" clId="{118340B2-1386-4BE8-AC72-90C91C0E3099}" dt="2023-01-23T18:13:07.264" v="84" actId="478"/>
          <ac:grpSpMkLst>
            <pc:docMk/>
            <pc:sldMk cId="0" sldId="283"/>
            <ac:grpSpMk id="8" creationId="{00000000-0000-0000-0000-000000000000}"/>
          </ac:grpSpMkLst>
        </pc:grpChg>
      </pc:sldChg>
      <pc:sldChg chg="delSp mod">
        <pc:chgData name="Geng, Baocheng" userId="b4253f3e-c40b-4a70-8207-93818653a34c" providerId="ADAL" clId="{118340B2-1386-4BE8-AC72-90C91C0E3099}" dt="2023-01-23T18:13:25.158" v="85" actId="478"/>
        <pc:sldMkLst>
          <pc:docMk/>
          <pc:sldMk cId="0" sldId="284"/>
        </pc:sldMkLst>
        <pc:grpChg chg="del">
          <ac:chgData name="Geng, Baocheng" userId="b4253f3e-c40b-4a70-8207-93818653a34c" providerId="ADAL" clId="{118340B2-1386-4BE8-AC72-90C91C0E3099}" dt="2023-01-23T18:13:25.158" v="85" actId="478"/>
          <ac:grpSpMkLst>
            <pc:docMk/>
            <pc:sldMk cId="0" sldId="284"/>
            <ac:grpSpMk id="9" creationId="{00000000-0000-0000-0000-000000000000}"/>
          </ac:grpSpMkLst>
        </pc:grpChg>
      </pc:sldChg>
      <pc:sldChg chg="delSp mod">
        <pc:chgData name="Geng, Baocheng" userId="b4253f3e-c40b-4a70-8207-93818653a34c" providerId="ADAL" clId="{118340B2-1386-4BE8-AC72-90C91C0E3099}" dt="2023-01-23T18:13:35.614" v="86" actId="478"/>
        <pc:sldMkLst>
          <pc:docMk/>
          <pc:sldMk cId="0" sldId="285"/>
        </pc:sldMkLst>
        <pc:grpChg chg="del">
          <ac:chgData name="Geng, Baocheng" userId="b4253f3e-c40b-4a70-8207-93818653a34c" providerId="ADAL" clId="{118340B2-1386-4BE8-AC72-90C91C0E3099}" dt="2023-01-23T18:13:35.614" v="86" actId="478"/>
          <ac:grpSpMkLst>
            <pc:docMk/>
            <pc:sldMk cId="0" sldId="285"/>
            <ac:grpSpMk id="10" creationId="{00000000-0000-0000-0000-000000000000}"/>
          </ac:grpSpMkLst>
        </pc:grpChg>
      </pc:sldChg>
      <pc:sldChg chg="delSp mod">
        <pc:chgData name="Geng, Baocheng" userId="b4253f3e-c40b-4a70-8207-93818653a34c" providerId="ADAL" clId="{118340B2-1386-4BE8-AC72-90C91C0E3099}" dt="2023-01-23T18:13:38.713" v="87" actId="478"/>
        <pc:sldMkLst>
          <pc:docMk/>
          <pc:sldMk cId="0" sldId="286"/>
        </pc:sldMkLst>
        <pc:grpChg chg="del">
          <ac:chgData name="Geng, Baocheng" userId="b4253f3e-c40b-4a70-8207-93818653a34c" providerId="ADAL" clId="{118340B2-1386-4BE8-AC72-90C91C0E3099}" dt="2023-01-23T18:13:38.713" v="87" actId="478"/>
          <ac:grpSpMkLst>
            <pc:docMk/>
            <pc:sldMk cId="0" sldId="286"/>
            <ac:grpSpMk id="11" creationId="{00000000-0000-0000-0000-000000000000}"/>
          </ac:grpSpMkLst>
        </pc:grpChg>
      </pc:sldChg>
      <pc:sldChg chg="delSp mod">
        <pc:chgData name="Geng, Baocheng" userId="b4253f3e-c40b-4a70-8207-93818653a34c" providerId="ADAL" clId="{118340B2-1386-4BE8-AC72-90C91C0E3099}" dt="2023-01-23T18:13:43.742" v="88" actId="478"/>
        <pc:sldMkLst>
          <pc:docMk/>
          <pc:sldMk cId="0" sldId="287"/>
        </pc:sldMkLst>
        <pc:grpChg chg="del">
          <ac:chgData name="Geng, Baocheng" userId="b4253f3e-c40b-4a70-8207-93818653a34c" providerId="ADAL" clId="{118340B2-1386-4BE8-AC72-90C91C0E3099}" dt="2023-01-23T18:13:43.742" v="88" actId="478"/>
          <ac:grpSpMkLst>
            <pc:docMk/>
            <pc:sldMk cId="0" sldId="287"/>
            <ac:grpSpMk id="12" creationId="{00000000-0000-0000-0000-000000000000}"/>
          </ac:grpSpMkLst>
        </pc:grpChg>
      </pc:sldChg>
      <pc:sldChg chg="delSp mod">
        <pc:chgData name="Geng, Baocheng" userId="b4253f3e-c40b-4a70-8207-93818653a34c" providerId="ADAL" clId="{118340B2-1386-4BE8-AC72-90C91C0E3099}" dt="2023-01-23T18:13:47.265" v="89" actId="478"/>
        <pc:sldMkLst>
          <pc:docMk/>
          <pc:sldMk cId="0" sldId="288"/>
        </pc:sldMkLst>
        <pc:grpChg chg="del">
          <ac:chgData name="Geng, Baocheng" userId="b4253f3e-c40b-4a70-8207-93818653a34c" providerId="ADAL" clId="{118340B2-1386-4BE8-AC72-90C91C0E3099}" dt="2023-01-23T18:13:47.265" v="89" actId="478"/>
          <ac:grpSpMkLst>
            <pc:docMk/>
            <pc:sldMk cId="0" sldId="288"/>
            <ac:grpSpMk id="13" creationId="{00000000-0000-0000-0000-000000000000}"/>
          </ac:grpSpMkLst>
        </pc:grpChg>
      </pc:sldChg>
      <pc:sldChg chg="delSp mod">
        <pc:chgData name="Geng, Baocheng" userId="b4253f3e-c40b-4a70-8207-93818653a34c" providerId="ADAL" clId="{118340B2-1386-4BE8-AC72-90C91C0E3099}" dt="2023-01-23T18:13:50.429" v="90" actId="478"/>
        <pc:sldMkLst>
          <pc:docMk/>
          <pc:sldMk cId="0" sldId="289"/>
        </pc:sldMkLst>
        <pc:grpChg chg="del">
          <ac:chgData name="Geng, Baocheng" userId="b4253f3e-c40b-4a70-8207-93818653a34c" providerId="ADAL" clId="{118340B2-1386-4BE8-AC72-90C91C0E3099}" dt="2023-01-23T18:13:50.429" v="90" actId="478"/>
          <ac:grpSpMkLst>
            <pc:docMk/>
            <pc:sldMk cId="0" sldId="289"/>
            <ac:grpSpMk id="14" creationId="{00000000-0000-0000-0000-000000000000}"/>
          </ac:grpSpMkLst>
        </pc:grpChg>
      </pc:sldChg>
      <pc:sldChg chg="delSp modSp mod">
        <pc:chgData name="Geng, Baocheng" userId="b4253f3e-c40b-4a70-8207-93818653a34c" providerId="ADAL" clId="{118340B2-1386-4BE8-AC72-90C91C0E3099}" dt="2023-01-23T18:51:11.098" v="169" actId="20577"/>
        <pc:sldMkLst>
          <pc:docMk/>
          <pc:sldMk cId="0" sldId="290"/>
        </pc:sldMkLst>
        <pc:spChg chg="mod">
          <ac:chgData name="Geng, Baocheng" userId="b4253f3e-c40b-4a70-8207-93818653a34c" providerId="ADAL" clId="{118340B2-1386-4BE8-AC72-90C91C0E3099}" dt="2023-01-23T18:51:11.098" v="169" actId="20577"/>
          <ac:spMkLst>
            <pc:docMk/>
            <pc:sldMk cId="0" sldId="290"/>
            <ac:spMk id="3" creationId="{00000000-0000-0000-0000-000000000000}"/>
          </ac:spMkLst>
        </pc:spChg>
        <pc:grpChg chg="del">
          <ac:chgData name="Geng, Baocheng" userId="b4253f3e-c40b-4a70-8207-93818653a34c" providerId="ADAL" clId="{118340B2-1386-4BE8-AC72-90C91C0E3099}" dt="2023-01-23T18:13:57.130" v="91" actId="478"/>
          <ac:grpSpMkLst>
            <pc:docMk/>
            <pc:sldMk cId="0" sldId="290"/>
            <ac:grpSpMk id="4" creationId="{00000000-0000-0000-0000-000000000000}"/>
          </ac:grpSpMkLst>
        </pc:grpChg>
      </pc:sldChg>
      <pc:sldChg chg="addSp delSp modSp add mod">
        <pc:chgData name="Geng, Baocheng" userId="b4253f3e-c40b-4a70-8207-93818653a34c" providerId="ADAL" clId="{118340B2-1386-4BE8-AC72-90C91C0E3099}" dt="2023-01-23T18:39:24.271" v="129" actId="20577"/>
        <pc:sldMkLst>
          <pc:docMk/>
          <pc:sldMk cId="462613736" sldId="291"/>
        </pc:sldMkLst>
        <pc:spChg chg="mod">
          <ac:chgData name="Geng, Baocheng" userId="b4253f3e-c40b-4a70-8207-93818653a34c" providerId="ADAL" clId="{118340B2-1386-4BE8-AC72-90C91C0E3099}" dt="2023-01-23T18:39:24.271" v="129" actId="20577"/>
          <ac:spMkLst>
            <pc:docMk/>
            <pc:sldMk cId="462613736" sldId="291"/>
            <ac:spMk id="2" creationId="{00000000-0000-0000-0000-000000000000}"/>
          </ac:spMkLst>
        </pc:spChg>
        <pc:spChg chg="del mod">
          <ac:chgData name="Geng, Baocheng" userId="b4253f3e-c40b-4a70-8207-93818653a34c" providerId="ADAL" clId="{118340B2-1386-4BE8-AC72-90C91C0E3099}" dt="2023-01-23T18:37:59.724" v="102" actId="478"/>
          <ac:spMkLst>
            <pc:docMk/>
            <pc:sldMk cId="462613736" sldId="291"/>
            <ac:spMk id="3" creationId="{00000000-0000-0000-0000-000000000000}"/>
          </ac:spMkLst>
        </pc:spChg>
        <pc:spChg chg="del">
          <ac:chgData name="Geng, Baocheng" userId="b4253f3e-c40b-4a70-8207-93818653a34c" providerId="ADAL" clId="{118340B2-1386-4BE8-AC72-90C91C0E3099}" dt="2023-01-23T18:37:52.662" v="95" actId="478"/>
          <ac:spMkLst>
            <pc:docMk/>
            <pc:sldMk cId="462613736" sldId="291"/>
            <ac:spMk id="4" creationId="{00000000-0000-0000-0000-000000000000}"/>
          </ac:spMkLst>
        </pc:spChg>
        <pc:spChg chg="del">
          <ac:chgData name="Geng, Baocheng" userId="b4253f3e-c40b-4a70-8207-93818653a34c" providerId="ADAL" clId="{118340B2-1386-4BE8-AC72-90C91C0E3099}" dt="2023-01-23T18:37:53.266" v="96" actId="478"/>
          <ac:spMkLst>
            <pc:docMk/>
            <pc:sldMk cId="462613736" sldId="291"/>
            <ac:spMk id="5" creationId="{00000000-0000-0000-0000-000000000000}"/>
          </ac:spMkLst>
        </pc:spChg>
        <pc:spChg chg="del">
          <ac:chgData name="Geng, Baocheng" userId="b4253f3e-c40b-4a70-8207-93818653a34c" providerId="ADAL" clId="{118340B2-1386-4BE8-AC72-90C91C0E3099}" dt="2023-01-23T18:37:55.627" v="98" actId="478"/>
          <ac:spMkLst>
            <pc:docMk/>
            <pc:sldMk cId="462613736" sldId="291"/>
            <ac:spMk id="6" creationId="{00000000-0000-0000-0000-000000000000}"/>
          </ac:spMkLst>
        </pc:spChg>
        <pc:spChg chg="del">
          <ac:chgData name="Geng, Baocheng" userId="b4253f3e-c40b-4a70-8207-93818653a34c" providerId="ADAL" clId="{118340B2-1386-4BE8-AC72-90C91C0E3099}" dt="2023-01-23T18:37:54.333" v="97" actId="478"/>
          <ac:spMkLst>
            <pc:docMk/>
            <pc:sldMk cId="462613736" sldId="291"/>
            <ac:spMk id="7" creationId="{00000000-0000-0000-0000-000000000000}"/>
          </ac:spMkLst>
        </pc:spChg>
        <pc:spChg chg="del">
          <ac:chgData name="Geng, Baocheng" userId="b4253f3e-c40b-4a70-8207-93818653a34c" providerId="ADAL" clId="{118340B2-1386-4BE8-AC72-90C91C0E3099}" dt="2023-01-23T18:37:57.687" v="100" actId="478"/>
          <ac:spMkLst>
            <pc:docMk/>
            <pc:sldMk cId="462613736" sldId="291"/>
            <ac:spMk id="8" creationId="{00000000-0000-0000-0000-000000000000}"/>
          </ac:spMkLst>
        </pc:spChg>
        <pc:spChg chg="del">
          <ac:chgData name="Geng, Baocheng" userId="b4253f3e-c40b-4a70-8207-93818653a34c" providerId="ADAL" clId="{118340B2-1386-4BE8-AC72-90C91C0E3099}" dt="2023-01-23T18:37:56.408" v="99" actId="478"/>
          <ac:spMkLst>
            <pc:docMk/>
            <pc:sldMk cId="462613736" sldId="291"/>
            <ac:spMk id="9" creationId="{00000000-0000-0000-0000-000000000000}"/>
          </ac:spMkLst>
        </pc:spChg>
        <pc:spChg chg="del">
          <ac:chgData name="Geng, Baocheng" userId="b4253f3e-c40b-4a70-8207-93818653a34c" providerId="ADAL" clId="{118340B2-1386-4BE8-AC72-90C91C0E3099}" dt="2023-01-23T18:37:50.917" v="94" actId="478"/>
          <ac:spMkLst>
            <pc:docMk/>
            <pc:sldMk cId="462613736" sldId="291"/>
            <ac:spMk id="10" creationId="{00000000-0000-0000-0000-000000000000}"/>
          </ac:spMkLst>
        </pc:spChg>
        <pc:spChg chg="del">
          <ac:chgData name="Geng, Baocheng" userId="b4253f3e-c40b-4a70-8207-93818653a34c" providerId="ADAL" clId="{118340B2-1386-4BE8-AC72-90C91C0E3099}" dt="2023-01-23T18:37:49.137" v="93" actId="478"/>
          <ac:spMkLst>
            <pc:docMk/>
            <pc:sldMk cId="462613736" sldId="291"/>
            <ac:spMk id="11" creationId="{00000000-0000-0000-0000-000000000000}"/>
          </ac:spMkLst>
        </pc:spChg>
        <pc:picChg chg="add mod">
          <ac:chgData name="Geng, Baocheng" userId="b4253f3e-c40b-4a70-8207-93818653a34c" providerId="ADAL" clId="{118340B2-1386-4BE8-AC72-90C91C0E3099}" dt="2023-01-23T18:38:16.060" v="106" actId="962"/>
          <ac:picMkLst>
            <pc:docMk/>
            <pc:sldMk cId="462613736" sldId="291"/>
            <ac:picMk id="13" creationId="{6C8F24D5-52D1-945F-8C41-24033DEB8DBF}"/>
          </ac:picMkLst>
        </pc:picChg>
      </pc:sldChg>
      <pc:sldChg chg="addSp delSp modSp add mod">
        <pc:chgData name="Geng, Baocheng" userId="b4253f3e-c40b-4a70-8207-93818653a34c" providerId="ADAL" clId="{118340B2-1386-4BE8-AC72-90C91C0E3099}" dt="2023-01-23T18:39:17.988" v="126" actId="20577"/>
        <pc:sldMkLst>
          <pc:docMk/>
          <pc:sldMk cId="3745445659" sldId="292"/>
        </pc:sldMkLst>
        <pc:spChg chg="mod">
          <ac:chgData name="Geng, Baocheng" userId="b4253f3e-c40b-4a70-8207-93818653a34c" providerId="ADAL" clId="{118340B2-1386-4BE8-AC72-90C91C0E3099}" dt="2023-01-23T18:39:17.988" v="126" actId="20577"/>
          <ac:spMkLst>
            <pc:docMk/>
            <pc:sldMk cId="3745445659" sldId="292"/>
            <ac:spMk id="2" creationId="{00000000-0000-0000-0000-000000000000}"/>
          </ac:spMkLst>
        </pc:spChg>
        <pc:picChg chg="add mod">
          <ac:chgData name="Geng, Baocheng" userId="b4253f3e-c40b-4a70-8207-93818653a34c" providerId="ADAL" clId="{118340B2-1386-4BE8-AC72-90C91C0E3099}" dt="2023-01-23T18:38:31.678" v="112" actId="1076"/>
          <ac:picMkLst>
            <pc:docMk/>
            <pc:sldMk cId="3745445659" sldId="292"/>
            <ac:picMk id="4" creationId="{60709C8B-9892-F363-8878-847EC611A14C}"/>
          </ac:picMkLst>
        </pc:picChg>
        <pc:picChg chg="del">
          <ac:chgData name="Geng, Baocheng" userId="b4253f3e-c40b-4a70-8207-93818653a34c" providerId="ADAL" clId="{118340B2-1386-4BE8-AC72-90C91C0E3099}" dt="2023-01-23T18:38:21.920" v="108" actId="478"/>
          <ac:picMkLst>
            <pc:docMk/>
            <pc:sldMk cId="3745445659" sldId="292"/>
            <ac:picMk id="13" creationId="{6C8F24D5-52D1-945F-8C41-24033DEB8DBF}"/>
          </ac:picMkLst>
        </pc:picChg>
      </pc:sldChg>
      <pc:sldChg chg="addSp delSp modSp add mod">
        <pc:chgData name="Geng, Baocheng" userId="b4253f3e-c40b-4a70-8207-93818653a34c" providerId="ADAL" clId="{118340B2-1386-4BE8-AC72-90C91C0E3099}" dt="2023-01-23T18:39:12.252" v="124" actId="20577"/>
        <pc:sldMkLst>
          <pc:docMk/>
          <pc:sldMk cId="3583042530" sldId="293"/>
        </pc:sldMkLst>
        <pc:spChg chg="mod">
          <ac:chgData name="Geng, Baocheng" userId="b4253f3e-c40b-4a70-8207-93818653a34c" providerId="ADAL" clId="{118340B2-1386-4BE8-AC72-90C91C0E3099}" dt="2023-01-23T18:39:12.252" v="124" actId="20577"/>
          <ac:spMkLst>
            <pc:docMk/>
            <pc:sldMk cId="3583042530" sldId="293"/>
            <ac:spMk id="2" creationId="{00000000-0000-0000-0000-000000000000}"/>
          </ac:spMkLst>
        </pc:spChg>
        <pc:picChg chg="del">
          <ac:chgData name="Geng, Baocheng" userId="b4253f3e-c40b-4a70-8207-93818653a34c" providerId="ADAL" clId="{118340B2-1386-4BE8-AC72-90C91C0E3099}" dt="2023-01-23T18:38:40.050" v="114" actId="478"/>
          <ac:picMkLst>
            <pc:docMk/>
            <pc:sldMk cId="3583042530" sldId="293"/>
            <ac:picMk id="4" creationId="{60709C8B-9892-F363-8878-847EC611A14C}"/>
          </ac:picMkLst>
        </pc:picChg>
        <pc:picChg chg="add mod">
          <ac:chgData name="Geng, Baocheng" userId="b4253f3e-c40b-4a70-8207-93818653a34c" providerId="ADAL" clId="{118340B2-1386-4BE8-AC72-90C91C0E3099}" dt="2023-01-23T18:38:56.139" v="121" actId="1076"/>
          <ac:picMkLst>
            <pc:docMk/>
            <pc:sldMk cId="3583042530" sldId="293"/>
            <ac:picMk id="5" creationId="{610780A0-80DA-DA9A-1EBF-7C1988759367}"/>
          </ac:picMkLst>
        </pc:picChg>
      </pc:sldChg>
      <pc:sldChg chg="addSp delSp modSp new mod">
        <pc:chgData name="Geng, Baocheng" userId="b4253f3e-c40b-4a70-8207-93818653a34c" providerId="ADAL" clId="{118340B2-1386-4BE8-AC72-90C91C0E3099}" dt="2023-01-25T16:30:51.944" v="391" actId="255"/>
        <pc:sldMkLst>
          <pc:docMk/>
          <pc:sldMk cId="911232350" sldId="294"/>
        </pc:sldMkLst>
        <pc:spChg chg="mod">
          <ac:chgData name="Geng, Baocheng" userId="b4253f3e-c40b-4a70-8207-93818653a34c" providerId="ADAL" clId="{118340B2-1386-4BE8-AC72-90C91C0E3099}" dt="2023-01-23T18:51:43.661" v="244" actId="20577"/>
          <ac:spMkLst>
            <pc:docMk/>
            <pc:sldMk cId="911232350" sldId="294"/>
            <ac:spMk id="2" creationId="{4017259F-E12F-1141-6CED-1CF5B2FAA8DD}"/>
          </ac:spMkLst>
        </pc:spChg>
        <pc:spChg chg="del">
          <ac:chgData name="Geng, Baocheng" userId="b4253f3e-c40b-4a70-8207-93818653a34c" providerId="ADAL" clId="{118340B2-1386-4BE8-AC72-90C91C0E3099}" dt="2023-01-23T18:51:27.437" v="171" actId="478"/>
          <ac:spMkLst>
            <pc:docMk/>
            <pc:sldMk cId="911232350" sldId="294"/>
            <ac:spMk id="3" creationId="{4F450E97-BB45-AC82-8DF6-CECA194D9E38}"/>
          </ac:spMkLst>
        </pc:spChg>
        <pc:spChg chg="add mod">
          <ac:chgData name="Geng, Baocheng" userId="b4253f3e-c40b-4a70-8207-93818653a34c" providerId="ADAL" clId="{118340B2-1386-4BE8-AC72-90C91C0E3099}" dt="2023-01-25T16:30:51.944" v="391" actId="255"/>
          <ac:spMkLst>
            <pc:docMk/>
            <pc:sldMk cId="911232350" sldId="294"/>
            <ac:spMk id="3" creationId="{E37BA3AD-ABBD-D39E-D939-04F25B2DE240}"/>
          </ac:spMkLst>
        </pc:spChg>
        <pc:picChg chg="add mod">
          <ac:chgData name="Geng, Baocheng" userId="b4253f3e-c40b-4a70-8207-93818653a34c" providerId="ADAL" clId="{118340B2-1386-4BE8-AC72-90C91C0E3099}" dt="2023-01-23T18:52:00.971" v="249" actId="1076"/>
          <ac:picMkLst>
            <pc:docMk/>
            <pc:sldMk cId="911232350" sldId="294"/>
            <ac:picMk id="5" creationId="{7E2B16C8-5836-93AC-64A0-1CACF2DF9434}"/>
          </ac:picMkLst>
        </pc:picChg>
      </pc:sldChg>
      <pc:sldChg chg="add">
        <pc:chgData name="Geng, Baocheng" userId="b4253f3e-c40b-4a70-8207-93818653a34c" providerId="ADAL" clId="{118340B2-1386-4BE8-AC72-90C91C0E3099}" dt="2023-01-25T16:25:57.652" v="251" actId="2890"/>
        <pc:sldMkLst>
          <pc:docMk/>
          <pc:sldMk cId="3900503753" sldId="295"/>
        </pc:sldMkLst>
      </pc:sldChg>
      <pc:sldChg chg="addSp modSp new mod">
        <pc:chgData name="Geng, Baocheng" userId="b4253f3e-c40b-4a70-8207-93818653a34c" providerId="ADAL" clId="{118340B2-1386-4BE8-AC72-90C91C0E3099}" dt="2023-01-25T16:29:40.901" v="367" actId="255"/>
        <pc:sldMkLst>
          <pc:docMk/>
          <pc:sldMk cId="1617653773" sldId="296"/>
        </pc:sldMkLst>
        <pc:spChg chg="add mod">
          <ac:chgData name="Geng, Baocheng" userId="b4253f3e-c40b-4a70-8207-93818653a34c" providerId="ADAL" clId="{118340B2-1386-4BE8-AC72-90C91C0E3099}" dt="2023-01-25T16:26:57.398" v="303" actId="1076"/>
          <ac:spMkLst>
            <pc:docMk/>
            <pc:sldMk cId="1617653773" sldId="296"/>
            <ac:spMk id="2" creationId="{DE91DAF5-B12C-C682-FEF2-F67426B5A126}"/>
          </ac:spMkLst>
        </pc:spChg>
        <pc:spChg chg="add mod">
          <ac:chgData name="Geng, Baocheng" userId="b4253f3e-c40b-4a70-8207-93818653a34c" providerId="ADAL" clId="{118340B2-1386-4BE8-AC72-90C91C0E3099}" dt="2023-01-25T16:29:40.901" v="367" actId="255"/>
          <ac:spMkLst>
            <pc:docMk/>
            <pc:sldMk cId="1617653773" sldId="296"/>
            <ac:spMk id="3" creationId="{C85E578D-5FA0-DBA5-34B1-709BEE62DA9C}"/>
          </ac:spMkLst>
        </pc:spChg>
      </pc:sldChg>
    </pc:docChg>
  </pc:docChgLst>
  <pc:docChgLst>
    <pc:chgData name="Geng, Baocheng" userId="b4253f3e-c40b-4a70-8207-93818653a34c" providerId="ADAL" clId="{5BCAA3FB-3852-45CE-9671-9112AECD5432}"/>
    <pc:docChg chg="modSld">
      <pc:chgData name="Geng, Baocheng" userId="b4253f3e-c40b-4a70-8207-93818653a34c" providerId="ADAL" clId="{5BCAA3FB-3852-45CE-9671-9112AECD5432}" dt="2024-01-29T19:46:33.680" v="5" actId="20577"/>
      <pc:docMkLst>
        <pc:docMk/>
      </pc:docMkLst>
      <pc:sldChg chg="modSp mod">
        <pc:chgData name="Geng, Baocheng" userId="b4253f3e-c40b-4a70-8207-93818653a34c" providerId="ADAL" clId="{5BCAA3FB-3852-45CE-9671-9112AECD5432}" dt="2024-01-29T19:43:24.924" v="3" actId="20577"/>
        <pc:sldMkLst>
          <pc:docMk/>
          <pc:sldMk cId="0" sldId="256"/>
        </pc:sldMkLst>
        <pc:spChg chg="mod">
          <ac:chgData name="Geng, Baocheng" userId="b4253f3e-c40b-4a70-8207-93818653a34c" providerId="ADAL" clId="{5BCAA3FB-3852-45CE-9671-9112AECD5432}" dt="2024-01-29T19:43:24.924" v="3" actId="20577"/>
          <ac:spMkLst>
            <pc:docMk/>
            <pc:sldMk cId="0" sldId="256"/>
            <ac:spMk id="7" creationId="{00000000-0000-0000-0000-000000000000}"/>
          </ac:spMkLst>
        </pc:spChg>
      </pc:sldChg>
      <pc:sldChg chg="modSp mod">
        <pc:chgData name="Geng, Baocheng" userId="b4253f3e-c40b-4a70-8207-93818653a34c" providerId="ADAL" clId="{5BCAA3FB-3852-45CE-9671-9112AECD5432}" dt="2024-01-29T19:46:33.680" v="5" actId="20577"/>
        <pc:sldMkLst>
          <pc:docMk/>
          <pc:sldMk cId="0" sldId="272"/>
        </pc:sldMkLst>
        <pc:graphicFrameChg chg="modGraphic">
          <ac:chgData name="Geng, Baocheng" userId="b4253f3e-c40b-4a70-8207-93818653a34c" providerId="ADAL" clId="{5BCAA3FB-3852-45CE-9671-9112AECD5432}" dt="2024-01-29T19:46:33.680" v="5" actId="20577"/>
          <ac:graphicFrameMkLst>
            <pc:docMk/>
            <pc:sldMk cId="0" sldId="272"/>
            <ac:graphicFrameMk id="3" creationId="{00000000-0000-0000-0000-000000000000}"/>
          </ac:graphicFrameMkLst>
        </pc:graphicFrameChg>
      </pc:sldChg>
    </pc:docChg>
  </pc:docChgLst>
  <pc:docChgLst>
    <pc:chgData name="Geng, Baocheng" userId="S::bgeng@uab.edu::b4253f3e-c40b-4a70-8207-93818653a34c" providerId="AD" clId="Web-{BF2976E8-3D85-1BC7-34B6-37467AA1C890}"/>
    <pc:docChg chg="modSld">
      <pc:chgData name="Geng, Baocheng" userId="S::bgeng@uab.edu::b4253f3e-c40b-4a70-8207-93818653a34c" providerId="AD" clId="Web-{BF2976E8-3D85-1BC7-34B6-37467AA1C890}" dt="2024-01-30T20:43:12.593" v="0" actId="20577"/>
      <pc:docMkLst>
        <pc:docMk/>
      </pc:docMkLst>
      <pc:sldChg chg="modSp">
        <pc:chgData name="Geng, Baocheng" userId="S::bgeng@uab.edu::b4253f3e-c40b-4a70-8207-93818653a34c" providerId="AD" clId="Web-{BF2976E8-3D85-1BC7-34B6-37467AA1C890}" dt="2024-01-30T20:43:12.593" v="0" actId="20577"/>
        <pc:sldMkLst>
          <pc:docMk/>
          <pc:sldMk cId="0" sldId="256"/>
        </pc:sldMkLst>
        <pc:spChg chg="mod">
          <ac:chgData name="Geng, Baocheng" userId="S::bgeng@uab.edu::b4253f3e-c40b-4a70-8207-93818653a34c" providerId="AD" clId="Web-{BF2976E8-3D85-1BC7-34B6-37467AA1C890}" dt="2024-01-30T20:43:12.593" v="0" actId="20577"/>
          <ac:spMkLst>
            <pc:docMk/>
            <pc:sldMk cId="0" sldId="256"/>
            <ac:spMk id="7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18223" y="62407"/>
            <a:ext cx="3973652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/19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14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/19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14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/19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14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/19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14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/19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14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4608195" cy="355600"/>
          </a:xfrm>
          <a:custGeom>
            <a:avLst/>
            <a:gdLst/>
            <a:ahLst/>
            <a:cxnLst/>
            <a:rect l="l" t="t" r="r" b="b"/>
            <a:pathLst>
              <a:path w="4608195" h="355600">
                <a:moveTo>
                  <a:pt x="4608004" y="0"/>
                </a:moveTo>
                <a:lnTo>
                  <a:pt x="0" y="0"/>
                </a:lnTo>
                <a:lnTo>
                  <a:pt x="0" y="355180"/>
                </a:lnTo>
                <a:lnTo>
                  <a:pt x="4608004" y="355180"/>
                </a:lnTo>
                <a:lnTo>
                  <a:pt x="4608004" y="0"/>
                </a:lnTo>
                <a:close/>
              </a:path>
            </a:pathLst>
          </a:custGeom>
          <a:solidFill>
            <a:srgbClr val="525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8223" y="62407"/>
            <a:ext cx="3973652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5844" y="912873"/>
            <a:ext cx="4272915" cy="1638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529" y="3352708"/>
            <a:ext cx="1245870" cy="1035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095987" y="3343393"/>
            <a:ext cx="526414" cy="111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/19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40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slide" Target="slide28.xml"/><Relationship Id="rId3" Type="http://schemas.openxmlformats.org/officeDocument/2006/relationships/slide" Target="slide2.xml"/><Relationship Id="rId7" Type="http://schemas.openxmlformats.org/officeDocument/2006/relationships/slide" Target="slide14.xml"/><Relationship Id="rId12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slide" Target="slide22.xml"/><Relationship Id="rId5" Type="http://schemas.openxmlformats.org/officeDocument/2006/relationships/slide" Target="slide4.xml"/><Relationship Id="rId15" Type="http://schemas.openxmlformats.org/officeDocument/2006/relationships/slide" Target="slide40.xml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slide" Target="slide16.xml"/><Relationship Id="rId1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40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40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slide" Target="slide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slide" Target="slide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slide" Target="slide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2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slide" Target="slide1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slide" Target="slide1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slide" Target="slide1.xml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slide" Target="slide1.xml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slide" Target="slide1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743" y="790702"/>
            <a:ext cx="4483735" cy="767715"/>
            <a:chOff x="87743" y="790702"/>
            <a:chExt cx="4483735" cy="767715"/>
          </a:xfrm>
        </p:grpSpPr>
        <p:sp>
          <p:nvSpPr>
            <p:cNvPr id="3" name="object 3"/>
            <p:cNvSpPr/>
            <p:nvPr/>
          </p:nvSpPr>
          <p:spPr>
            <a:xfrm>
              <a:off x="87743" y="790702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32566" y="8238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1" y="4008"/>
                  </a:lnTo>
                  <a:lnTo>
                    <a:pt x="4381766" y="0"/>
                  </a:lnTo>
                  <a:close/>
                </a:path>
              </a:pathLst>
            </a:custGeom>
            <a:solidFill>
              <a:srgbClr val="525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8544" y="853960"/>
              <a:ext cx="4432935" cy="704215"/>
            </a:xfrm>
            <a:custGeom>
              <a:avLst/>
              <a:gdLst/>
              <a:ahLst/>
              <a:cxnLst/>
              <a:rect l="l" t="t" r="r" b="b"/>
              <a:pathLst>
                <a:path w="4432935" h="704215">
                  <a:moveTo>
                    <a:pt x="4432566" y="0"/>
                  </a:moveTo>
                  <a:lnTo>
                    <a:pt x="0" y="0"/>
                  </a:lnTo>
                  <a:lnTo>
                    <a:pt x="0" y="703961"/>
                  </a:lnTo>
                  <a:lnTo>
                    <a:pt x="4432566" y="703961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7743" y="835126"/>
              <a:ext cx="4432935" cy="672465"/>
            </a:xfrm>
            <a:custGeom>
              <a:avLst/>
              <a:gdLst/>
              <a:ahLst/>
              <a:cxnLst/>
              <a:rect l="l" t="t" r="r" b="b"/>
              <a:pathLst>
                <a:path w="4432935" h="672465">
                  <a:moveTo>
                    <a:pt x="4432566" y="0"/>
                  </a:moveTo>
                  <a:lnTo>
                    <a:pt x="0" y="0"/>
                  </a:lnTo>
                  <a:lnTo>
                    <a:pt x="0" y="621195"/>
                  </a:lnTo>
                  <a:lnTo>
                    <a:pt x="4008" y="640919"/>
                  </a:lnTo>
                  <a:lnTo>
                    <a:pt x="14922" y="657072"/>
                  </a:lnTo>
                  <a:lnTo>
                    <a:pt x="31075" y="667986"/>
                  </a:lnTo>
                  <a:lnTo>
                    <a:pt x="50800" y="671995"/>
                  </a:lnTo>
                  <a:lnTo>
                    <a:pt x="4381766" y="671995"/>
                  </a:lnTo>
                  <a:lnTo>
                    <a:pt x="4401491" y="667986"/>
                  </a:lnTo>
                  <a:lnTo>
                    <a:pt x="4417644" y="657072"/>
                  </a:lnTo>
                  <a:lnTo>
                    <a:pt x="4428558" y="640919"/>
                  </a:lnTo>
                  <a:lnTo>
                    <a:pt x="4432566" y="621195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525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38544" y="853960"/>
            <a:ext cx="4432935" cy="70421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R="93980" algn="ctr">
              <a:lnSpc>
                <a:spcPct val="100000"/>
              </a:lnSpc>
              <a:spcBef>
                <a:spcPts val="520"/>
              </a:spcBef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CS</a:t>
            </a:r>
            <a:r>
              <a:rPr sz="1400" spc="1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355/555</a:t>
            </a:r>
            <a:endParaRPr sz="1400">
              <a:latin typeface="Times New Roman"/>
              <a:cs typeface="Times New Roman"/>
            </a:endParaRPr>
          </a:p>
          <a:p>
            <a:pPr marR="34290" algn="ctr">
              <a:lnSpc>
                <a:spcPct val="100000"/>
              </a:lnSpc>
              <a:spcBef>
                <a:spcPts val="114"/>
              </a:spcBef>
            </a:pPr>
            <a:r>
              <a:rPr sz="1400" spc="55" dirty="0">
                <a:solidFill>
                  <a:srgbClr val="FFFFFF"/>
                </a:solidFill>
                <a:latin typeface="Times New Roman"/>
                <a:cs typeface="Times New Roman"/>
              </a:rPr>
              <a:t>Probability</a:t>
            </a:r>
            <a:r>
              <a:rPr sz="140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40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Times New Roman"/>
                <a:cs typeface="Times New Roman"/>
              </a:rPr>
              <a:t>Statistics</a:t>
            </a:r>
            <a:r>
              <a:rPr sz="140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400" spc="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imes New Roman"/>
                <a:cs typeface="Times New Roman"/>
              </a:rPr>
              <a:t>CS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21535" y="1715668"/>
            <a:ext cx="1955115" cy="469900"/>
          </a:xfrm>
          <a:prstGeom prst="rect">
            <a:avLst/>
          </a:prstGeom>
        </p:spPr>
        <p:txBody>
          <a:bodyPr vert="horz" wrap="square" lIns="0" tIns="11430" rIns="0" bIns="0" rtlCol="0" anchor="t">
            <a:spAutoFit/>
          </a:bodyPr>
          <a:lstStyle/>
          <a:p>
            <a:pPr marL="57150">
              <a:lnSpc>
                <a:spcPct val="100000"/>
              </a:lnSpc>
              <a:spcBef>
                <a:spcPts val="90"/>
              </a:spcBef>
            </a:pPr>
            <a:r>
              <a:rPr lang="en-US" sz="1100" spc="-10" dirty="0">
                <a:latin typeface="Georgia"/>
                <a:cs typeface="Georgia"/>
              </a:rPr>
              <a:t>Baocheng Geng</a:t>
            </a:r>
            <a:endParaRPr sz="11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50" dirty="0">
              <a:latin typeface="Georgia"/>
              <a:cs typeface="Georgia"/>
            </a:endParaRPr>
          </a:p>
          <a:p>
            <a:pPr marL="12700"/>
            <a:r>
              <a:rPr lang="en-US" sz="800" dirty="0">
                <a:latin typeface="Century"/>
                <a:cs typeface="Century"/>
              </a:rPr>
              <a:t>Lecture 8       </a:t>
            </a:r>
            <a:r>
              <a:rPr lang="en-US" sz="800" spc="60" dirty="0">
                <a:latin typeface="Century"/>
                <a:cs typeface="Century"/>
              </a:rPr>
              <a:t> </a:t>
            </a:r>
            <a:r>
              <a:rPr lang="en-US" sz="800" spc="-10" dirty="0">
                <a:latin typeface="Century"/>
                <a:cs typeface="Century"/>
              </a:rPr>
              <a:t>02/03/2025</a:t>
            </a:r>
            <a:endParaRPr sz="800" dirty="0">
              <a:latin typeface="Century"/>
              <a:cs typeface="Century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9777"/>
            <a:ext cx="4608195" cy="106680"/>
            <a:chOff x="0" y="3349777"/>
            <a:chExt cx="4608195" cy="106680"/>
          </a:xfrm>
        </p:grpSpPr>
        <p:sp>
          <p:nvSpPr>
            <p:cNvPr id="9" name="object 9"/>
            <p:cNvSpPr/>
            <p:nvPr/>
          </p:nvSpPr>
          <p:spPr>
            <a:xfrm>
              <a:off x="0" y="3349777"/>
              <a:ext cx="1383030" cy="106680"/>
            </a:xfrm>
            <a:custGeom>
              <a:avLst/>
              <a:gdLst/>
              <a:ahLst/>
              <a:cxnLst/>
              <a:rect l="l" t="t" r="r" b="b"/>
              <a:pathLst>
                <a:path w="1383030" h="106679">
                  <a:moveTo>
                    <a:pt x="1382420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382420" y="106222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292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382420" y="3349777"/>
              <a:ext cx="3225800" cy="106680"/>
            </a:xfrm>
            <a:custGeom>
              <a:avLst/>
              <a:gdLst/>
              <a:ahLst/>
              <a:cxnLst/>
              <a:rect l="l" t="t" r="r" b="b"/>
              <a:pathLst>
                <a:path w="3225800" h="106679">
                  <a:moveTo>
                    <a:pt x="0" y="106222"/>
                  </a:moveTo>
                  <a:lnTo>
                    <a:pt x="3225584" y="106222"/>
                  </a:lnTo>
                  <a:lnTo>
                    <a:pt x="3225584" y="0"/>
                  </a:lnTo>
                  <a:lnTo>
                    <a:pt x="0" y="0"/>
                  </a:lnTo>
                  <a:lnTo>
                    <a:pt x="0" y="106222"/>
                  </a:lnTo>
                  <a:close/>
                </a:path>
              </a:pathLst>
            </a:custGeom>
            <a:solidFill>
              <a:srgbClr val="3E3E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497330">
              <a:lnSpc>
                <a:spcPct val="100000"/>
              </a:lnSpc>
              <a:spcBef>
                <a:spcPts val="135"/>
              </a:spcBef>
            </a:pPr>
            <a:r>
              <a:rPr spc="50" dirty="0"/>
              <a:t>Introduction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830" y="905379"/>
            <a:ext cx="155092" cy="15509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89890" y="873438"/>
            <a:ext cx="7842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solidFill>
                  <a:srgbClr val="525200"/>
                </a:solidFill>
                <a:latin typeface="Georgia"/>
                <a:cs typeface="Georgia"/>
                <a:hlinkClick r:id="rId3" action="ppaction://hlinksldjump"/>
              </a:rPr>
              <a:t>Introduction</a:t>
            </a:r>
            <a:endParaRPr sz="1100">
              <a:latin typeface="Georgia"/>
              <a:cs typeface="Georgia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830" y="1274686"/>
            <a:ext cx="155092" cy="155092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89890" y="1242745"/>
            <a:ext cx="84899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0" dirty="0">
                <a:solidFill>
                  <a:srgbClr val="525200"/>
                </a:solidFill>
                <a:latin typeface="Georgia"/>
                <a:cs typeface="Georgia"/>
                <a:hlinkClick r:id="rId5" action="ppaction://hlinksldjump"/>
              </a:rPr>
              <a:t>Independence</a:t>
            </a:r>
            <a:endParaRPr sz="1100">
              <a:latin typeface="Georgia"/>
              <a:cs typeface="Georgi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0830" y="1586064"/>
            <a:ext cx="155092" cy="155092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289890" y="1554124"/>
            <a:ext cx="193293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solidFill>
                  <a:srgbClr val="525200"/>
                </a:solidFill>
                <a:latin typeface="Georgia"/>
                <a:cs typeface="Georgia"/>
                <a:hlinkClick r:id="rId7" action="ppaction://hlinksldjump"/>
              </a:rPr>
              <a:t>Combining</a:t>
            </a:r>
            <a:r>
              <a:rPr sz="1100" spc="60" dirty="0">
                <a:solidFill>
                  <a:srgbClr val="525200"/>
                </a:solidFill>
                <a:latin typeface="Georgia"/>
                <a:cs typeface="Georgia"/>
                <a:hlinkClick r:id="rId7" action="ppaction://hlinksldjump"/>
              </a:rPr>
              <a:t> </a:t>
            </a:r>
            <a:r>
              <a:rPr sz="1100" spc="-35" dirty="0">
                <a:solidFill>
                  <a:srgbClr val="525200"/>
                </a:solidFill>
                <a:latin typeface="Georgia"/>
                <a:cs typeface="Georgia"/>
                <a:hlinkClick r:id="rId7" action="ppaction://hlinksldjump"/>
              </a:rPr>
              <a:t>Independent</a:t>
            </a:r>
            <a:r>
              <a:rPr sz="1100" spc="60" dirty="0">
                <a:solidFill>
                  <a:srgbClr val="525200"/>
                </a:solidFill>
                <a:latin typeface="Georgia"/>
                <a:cs typeface="Georgia"/>
                <a:hlinkClick r:id="rId7" action="ppaction://hlinksldjump"/>
              </a:rPr>
              <a:t> </a:t>
            </a:r>
            <a:r>
              <a:rPr sz="1100" spc="-10" dirty="0">
                <a:solidFill>
                  <a:srgbClr val="525200"/>
                </a:solidFill>
                <a:latin typeface="Georgia"/>
                <a:cs typeface="Georgia"/>
                <a:hlinkClick r:id="rId7" action="ppaction://hlinksldjump"/>
              </a:rPr>
              <a:t>Events</a:t>
            </a:r>
            <a:endParaRPr sz="1100">
              <a:latin typeface="Georgia"/>
              <a:cs typeface="Georgi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0830" y="1897456"/>
            <a:ext cx="155092" cy="155092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289890" y="1865502"/>
            <a:ext cx="10280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525200"/>
                </a:solidFill>
                <a:latin typeface="Georgia"/>
                <a:cs typeface="Georgia"/>
                <a:hlinkClick r:id="rId9" action="ppaction://hlinksldjump"/>
              </a:rPr>
              <a:t>Reliability</a:t>
            </a:r>
            <a:r>
              <a:rPr sz="1100" spc="30" dirty="0">
                <a:solidFill>
                  <a:srgbClr val="525200"/>
                </a:solidFill>
                <a:latin typeface="Georgia"/>
                <a:cs typeface="Georgia"/>
                <a:hlinkClick r:id="rId9" action="ppaction://hlinksldjump"/>
              </a:rPr>
              <a:t> </a:t>
            </a:r>
            <a:r>
              <a:rPr sz="1100" dirty="0">
                <a:solidFill>
                  <a:srgbClr val="525200"/>
                </a:solidFill>
                <a:latin typeface="Georgia"/>
                <a:cs typeface="Georgia"/>
                <a:hlinkClick r:id="rId9" action="ppaction://hlinksldjump"/>
              </a:rPr>
              <a:t>pg</a:t>
            </a:r>
            <a:r>
              <a:rPr sz="1100" spc="30" dirty="0">
                <a:solidFill>
                  <a:srgbClr val="525200"/>
                </a:solidFill>
                <a:latin typeface="Georgia"/>
                <a:cs typeface="Georgia"/>
                <a:hlinkClick r:id="rId9" action="ppaction://hlinksldjump"/>
              </a:rPr>
              <a:t> </a:t>
            </a:r>
            <a:r>
              <a:rPr sz="1100" spc="-70" dirty="0">
                <a:solidFill>
                  <a:srgbClr val="525200"/>
                </a:solidFill>
                <a:latin typeface="Georgia"/>
                <a:cs typeface="Georgia"/>
                <a:hlinkClick r:id="rId9" action="ppaction://hlinksldjump"/>
              </a:rPr>
              <a:t>40</a:t>
            </a:r>
            <a:endParaRPr sz="1100">
              <a:latin typeface="Georgia"/>
              <a:cs typeface="Georgia"/>
            </a:endParaRPr>
          </a:p>
        </p:txBody>
      </p:sp>
      <p:pic>
        <p:nvPicPr>
          <p:cNvPr id="18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0830" y="2208834"/>
            <a:ext cx="155092" cy="155092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289890" y="2176894"/>
            <a:ext cx="16033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525200"/>
                </a:solidFill>
                <a:latin typeface="Georgia"/>
                <a:cs typeface="Georgia"/>
                <a:hlinkClick r:id="rId11" action="ppaction://hlinksldjump"/>
              </a:rPr>
              <a:t>Conditional</a:t>
            </a:r>
            <a:r>
              <a:rPr sz="1100" spc="35" dirty="0">
                <a:solidFill>
                  <a:srgbClr val="525200"/>
                </a:solidFill>
                <a:latin typeface="Georgia"/>
                <a:cs typeface="Georgia"/>
                <a:hlinkClick r:id="rId11" action="ppaction://hlinksldjump"/>
              </a:rPr>
              <a:t> </a:t>
            </a:r>
            <a:r>
              <a:rPr sz="1100" spc="-35" dirty="0">
                <a:solidFill>
                  <a:srgbClr val="525200"/>
                </a:solidFill>
                <a:latin typeface="Georgia"/>
                <a:cs typeface="Georgia"/>
                <a:hlinkClick r:id="rId11" action="ppaction://hlinksldjump"/>
              </a:rPr>
              <a:t>Independence</a:t>
            </a:r>
            <a:endParaRPr sz="1100">
              <a:latin typeface="Georgia"/>
              <a:cs typeface="Georgia"/>
            </a:endParaRPr>
          </a:p>
        </p:txBody>
      </p:sp>
      <p:pic>
        <p:nvPicPr>
          <p:cNvPr id="21" name="object 2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0830" y="2520213"/>
            <a:ext cx="155092" cy="155092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264490" y="2488272"/>
            <a:ext cx="165036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solidFill>
                  <a:srgbClr val="525200"/>
                </a:solidFill>
                <a:latin typeface="Bookman Old Style"/>
                <a:cs typeface="Bookman Old Style"/>
                <a:hlinkClick r:id="rId13" action="ppaction://hlinksldjump"/>
              </a:rPr>
              <a:t>A</a:t>
            </a:r>
            <a:r>
              <a:rPr sz="1200" i="1" baseline="27777" dirty="0">
                <a:solidFill>
                  <a:srgbClr val="525200"/>
                </a:solidFill>
                <a:latin typeface="Elephant"/>
                <a:cs typeface="Elephant"/>
                <a:hlinkClick r:id="rId13" action="ppaction://hlinksldjump"/>
              </a:rPr>
              <a:t>C</a:t>
            </a:r>
            <a:r>
              <a:rPr sz="1200" i="1" spc="427" baseline="27777" dirty="0">
                <a:solidFill>
                  <a:srgbClr val="525200"/>
                </a:solidFill>
                <a:latin typeface="Elephant"/>
                <a:cs typeface="Elephant"/>
                <a:hlinkClick r:id="rId13" action="ppaction://hlinksldjump"/>
              </a:rPr>
              <a:t> </a:t>
            </a:r>
            <a:r>
              <a:rPr sz="1100" dirty="0">
                <a:solidFill>
                  <a:srgbClr val="525200"/>
                </a:solidFill>
                <a:latin typeface="Georgia"/>
                <a:cs typeface="Georgia"/>
                <a:hlinkClick r:id="rId13" action="ppaction://hlinksldjump"/>
              </a:rPr>
              <a:t>and</a:t>
            </a:r>
            <a:r>
              <a:rPr sz="1100" spc="110" dirty="0">
                <a:solidFill>
                  <a:srgbClr val="525200"/>
                </a:solidFill>
                <a:latin typeface="Georgia"/>
                <a:cs typeface="Georgia"/>
                <a:hlinkClick r:id="rId13" action="ppaction://hlinksldjump"/>
              </a:rPr>
              <a:t> </a:t>
            </a:r>
            <a:r>
              <a:rPr sz="1100" b="0" i="1" dirty="0">
                <a:solidFill>
                  <a:srgbClr val="525200"/>
                </a:solidFill>
                <a:latin typeface="Bookman Old Style"/>
                <a:cs typeface="Bookman Old Style"/>
                <a:hlinkClick r:id="rId13" action="ppaction://hlinksldjump"/>
              </a:rPr>
              <a:t>B</a:t>
            </a:r>
            <a:r>
              <a:rPr sz="1200" i="1" baseline="27777" dirty="0">
                <a:solidFill>
                  <a:srgbClr val="525200"/>
                </a:solidFill>
                <a:latin typeface="Elephant"/>
                <a:cs typeface="Elephant"/>
                <a:hlinkClick r:id="rId13" action="ppaction://hlinksldjump"/>
              </a:rPr>
              <a:t>C</a:t>
            </a:r>
            <a:r>
              <a:rPr sz="1200" i="1" spc="434" baseline="27777" dirty="0">
                <a:solidFill>
                  <a:srgbClr val="525200"/>
                </a:solidFill>
                <a:latin typeface="Elephant"/>
                <a:cs typeface="Elephant"/>
                <a:hlinkClick r:id="rId13" action="ppaction://hlinksldjump"/>
              </a:rPr>
              <a:t> </a:t>
            </a:r>
            <a:r>
              <a:rPr sz="1100" spc="-10" dirty="0">
                <a:solidFill>
                  <a:srgbClr val="525200"/>
                </a:solidFill>
                <a:latin typeface="Georgia"/>
                <a:cs typeface="Georgia"/>
                <a:hlinkClick r:id="rId13" action="ppaction://hlinksldjump"/>
              </a:rPr>
              <a:t>Independent?</a:t>
            </a:r>
            <a:endParaRPr sz="1100">
              <a:latin typeface="Georgia"/>
              <a:cs typeface="Georgia"/>
            </a:endParaRPr>
          </a:p>
        </p:txBody>
      </p:sp>
      <p:pic>
        <p:nvPicPr>
          <p:cNvPr id="24" name="object 2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90830" y="2831592"/>
            <a:ext cx="155092" cy="155092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128790" y="2799651"/>
            <a:ext cx="84074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spc="270" baseline="3472" dirty="0">
                <a:solidFill>
                  <a:srgbClr val="EDEDE5"/>
                </a:solidFill>
                <a:latin typeface="Century"/>
                <a:cs typeface="Century"/>
              </a:rPr>
              <a:t>  </a:t>
            </a:r>
            <a:r>
              <a:rPr sz="1100" dirty="0">
                <a:solidFill>
                  <a:srgbClr val="525200"/>
                </a:solidFill>
                <a:latin typeface="Georgia"/>
                <a:cs typeface="Georgia"/>
                <a:hlinkClick r:id="rId15" action="ppaction://hlinksldjump"/>
              </a:rPr>
              <a:t>Next</a:t>
            </a:r>
            <a:r>
              <a:rPr sz="1100" spc="90" dirty="0">
                <a:solidFill>
                  <a:srgbClr val="525200"/>
                </a:solidFill>
                <a:latin typeface="Georgia"/>
                <a:cs typeface="Georgia"/>
                <a:hlinkClick r:id="rId15" action="ppaction://hlinksldjump"/>
              </a:rPr>
              <a:t> </a:t>
            </a:r>
            <a:r>
              <a:rPr sz="1100" spc="-20" dirty="0">
                <a:solidFill>
                  <a:srgbClr val="525200"/>
                </a:solidFill>
                <a:latin typeface="Georgia"/>
                <a:cs typeface="Georgia"/>
                <a:hlinkClick r:id="rId15" action="ppaction://hlinksldjump"/>
              </a:rPr>
              <a:t>Time</a:t>
            </a:r>
            <a:endParaRPr sz="1100" dirty="0">
              <a:latin typeface="Georgia"/>
              <a:cs typeface="Georgia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2</a:t>
            </a:fld>
            <a:r>
              <a:rPr dirty="0"/>
              <a:t>/19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14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15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1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15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1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15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1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15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1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15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1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15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15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15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167765">
              <a:lnSpc>
                <a:spcPct val="100000"/>
              </a:lnSpc>
              <a:spcBef>
                <a:spcPts val="135"/>
              </a:spcBef>
            </a:pPr>
            <a:r>
              <a:rPr spc="45" dirty="0"/>
              <a:t>Copyright</a:t>
            </a:r>
            <a:r>
              <a:rPr spc="125" dirty="0"/>
              <a:t> </a:t>
            </a:r>
            <a:r>
              <a:rPr spc="60" dirty="0"/>
              <a:t>Statement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1215326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1"/>
                </a:lnTo>
                <a:lnTo>
                  <a:pt x="4432566" y="198361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622615" y="1245003"/>
            <a:ext cx="136334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Copyright</a:t>
            </a:r>
            <a:r>
              <a:rPr sz="1200" spc="2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Statement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544" y="1423301"/>
            <a:ext cx="4432935" cy="7080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9209" marR="123825" indent="-635" algn="ctr">
              <a:lnSpc>
                <a:spcPct val="102600"/>
              </a:lnSpc>
              <a:spcBef>
                <a:spcPts val="55"/>
              </a:spcBef>
            </a:pPr>
            <a:r>
              <a:rPr sz="1100" spc="-10" dirty="0">
                <a:latin typeface="Georgia"/>
                <a:cs typeface="Georgia"/>
              </a:rPr>
              <a:t>Materials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prepared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for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and/or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included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in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this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course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protected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by </a:t>
            </a:r>
            <a:r>
              <a:rPr sz="1100" spc="-10" dirty="0">
                <a:latin typeface="Georgia"/>
                <a:cs typeface="Georgia"/>
              </a:rPr>
              <a:t>copyright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law.</a:t>
            </a:r>
            <a:r>
              <a:rPr sz="1100" spc="1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They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intended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to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be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used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only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by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students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enrolled </a:t>
            </a:r>
            <a:r>
              <a:rPr sz="1100" dirty="0">
                <a:latin typeface="Georgia"/>
                <a:cs typeface="Georgia"/>
              </a:rPr>
              <a:t>in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this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course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during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current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term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should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not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further </a:t>
            </a:r>
            <a:r>
              <a:rPr sz="1100" spc="-30" dirty="0">
                <a:latin typeface="Georgia"/>
                <a:cs typeface="Georgia"/>
              </a:rPr>
              <a:t>disseminated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without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prior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permission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from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course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instructor.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3</a:t>
            </a:fld>
            <a:r>
              <a:rPr dirty="0"/>
              <a:t>/19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14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61096" y="62407"/>
            <a:ext cx="10858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Independence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743" y="1418742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1"/>
                </a:lnTo>
                <a:lnTo>
                  <a:pt x="4432566" y="198361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862162" y="1448406"/>
            <a:ext cx="88328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Independence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544" y="1626704"/>
            <a:ext cx="44329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0365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Two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events,</a:t>
            </a:r>
            <a:r>
              <a:rPr sz="1100" spc="70" dirty="0">
                <a:latin typeface="Georgia"/>
                <a:cs typeface="Georgia"/>
              </a:rPr>
              <a:t> A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70" dirty="0">
                <a:latin typeface="Georgia"/>
                <a:cs typeface="Georgia"/>
              </a:rPr>
              <a:t> </a:t>
            </a:r>
            <a:r>
              <a:rPr sz="1100" spc="50" dirty="0">
                <a:latin typeface="Georgia"/>
                <a:cs typeface="Georgia"/>
              </a:rPr>
              <a:t>B</a:t>
            </a:r>
            <a:r>
              <a:rPr sz="1100" spc="7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b="1" spc="-40" dirty="0">
                <a:latin typeface="Georgia"/>
                <a:cs typeface="Georgia"/>
              </a:rPr>
              <a:t>independent</a:t>
            </a:r>
            <a:r>
              <a:rPr sz="1100" b="1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if</a:t>
            </a:r>
            <a:r>
              <a:rPr sz="1100" spc="7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8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80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Georgia"/>
                <a:cs typeface="Georgia"/>
              </a:rPr>
              <a:t>(</a:t>
            </a:r>
            <a:r>
              <a:rPr sz="1100" b="0" i="1" spc="-25" dirty="0">
                <a:latin typeface="Bookman Old Style"/>
                <a:cs typeface="Bookman Old Style"/>
              </a:rPr>
              <a:t>A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4</a:t>
            </a:fld>
            <a:r>
              <a:rPr dirty="0"/>
              <a:t>/19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14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61096" y="62407"/>
            <a:ext cx="10858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Independence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599541"/>
            <a:ext cx="13373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Georgia"/>
                <a:cs typeface="Georgia"/>
              </a:rPr>
              <a:t>Remember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8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8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91170" y="505815"/>
            <a:ext cx="6115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6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b="0" i="1" spc="-50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B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03870" y="716153"/>
            <a:ext cx="586105" cy="0"/>
          </a:xfrm>
          <a:custGeom>
            <a:avLst/>
            <a:gdLst/>
            <a:ahLst/>
            <a:cxnLst/>
            <a:rect l="l" t="t" r="r" b="b"/>
            <a:pathLst>
              <a:path w="586105">
                <a:moveTo>
                  <a:pt x="0" y="0"/>
                </a:moveTo>
                <a:lnTo>
                  <a:pt x="58583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620100" y="694575"/>
            <a:ext cx="3536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Georgia"/>
                <a:cs typeface="Georgia"/>
              </a:rPr>
              <a:t>(</a:t>
            </a:r>
            <a:r>
              <a:rPr sz="1100" b="0" i="1" spc="-25" dirty="0">
                <a:latin typeface="Bookman Old Style"/>
                <a:cs typeface="Bookman Old Style"/>
              </a:rPr>
              <a:t>B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7/19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45542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Independence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599541"/>
            <a:ext cx="13373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Georgia"/>
                <a:cs typeface="Georgia"/>
              </a:rPr>
              <a:t>Remember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8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8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91170" y="505815"/>
            <a:ext cx="6115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6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b="0" i="1" spc="-50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B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03870" y="716153"/>
            <a:ext cx="586105" cy="0"/>
          </a:xfrm>
          <a:custGeom>
            <a:avLst/>
            <a:gdLst/>
            <a:ahLst/>
            <a:cxnLst/>
            <a:rect l="l" t="t" r="r" b="b"/>
            <a:pathLst>
              <a:path w="586105">
                <a:moveTo>
                  <a:pt x="0" y="0"/>
                </a:moveTo>
                <a:lnTo>
                  <a:pt x="58583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620100" y="694575"/>
            <a:ext cx="3536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Georgia"/>
                <a:cs typeface="Georgia"/>
              </a:rPr>
              <a:t>(</a:t>
            </a:r>
            <a:r>
              <a:rPr sz="1100" b="0" i="1" spc="-25" dirty="0">
                <a:latin typeface="Bookman Old Style"/>
                <a:cs typeface="Bookman Old Style"/>
              </a:rPr>
              <a:t>B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5844" y="1018083"/>
            <a:ext cx="191706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So,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if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70" dirty="0">
                <a:latin typeface="Georgia"/>
                <a:cs typeface="Georgia"/>
              </a:rPr>
              <a:t>A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50" dirty="0">
                <a:latin typeface="Georgia"/>
                <a:cs typeface="Georgia"/>
              </a:rPr>
              <a:t>B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independent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03350" y="1400441"/>
            <a:ext cx="11468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6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6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80" dirty="0">
                <a:latin typeface="Georgia"/>
                <a:cs typeface="Georgia"/>
              </a:rPr>
              <a:t> 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78226" y="1306715"/>
            <a:ext cx="6115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6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b="0" i="1" spc="-50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B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590926" y="1517053"/>
            <a:ext cx="586105" cy="0"/>
          </a:xfrm>
          <a:custGeom>
            <a:avLst/>
            <a:gdLst/>
            <a:ahLst/>
            <a:cxnLst/>
            <a:rect l="l" t="t" r="r" b="b"/>
            <a:pathLst>
              <a:path w="586105">
                <a:moveTo>
                  <a:pt x="0" y="0"/>
                </a:moveTo>
                <a:lnTo>
                  <a:pt x="58583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707157" y="1495475"/>
            <a:ext cx="3536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Georgia"/>
                <a:cs typeface="Georgia"/>
              </a:rPr>
              <a:t>(</a:t>
            </a:r>
            <a:r>
              <a:rPr sz="1100" b="0" i="1" spc="-25" dirty="0">
                <a:latin typeface="Bookman Old Style"/>
                <a:cs typeface="Bookman Old Style"/>
              </a:rPr>
              <a:t>B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5844" y="1721218"/>
            <a:ext cx="6070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Georgia"/>
                <a:cs typeface="Georgia"/>
              </a:rPr>
              <a:t>Therefore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82102" y="2065375"/>
            <a:ext cx="14439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b="0" i="1" spc="-35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Georgia"/>
                <a:cs typeface="Georgia"/>
              </a:rPr>
              <a:t>(</a:t>
            </a:r>
            <a:r>
              <a:rPr sz="1100" b="0" i="1" spc="-25" dirty="0">
                <a:latin typeface="Bookman Old Style"/>
                <a:cs typeface="Bookman Old Style"/>
              </a:rPr>
              <a:t>B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7/19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45542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Independence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599541"/>
            <a:ext cx="13373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Georgia"/>
                <a:cs typeface="Georgia"/>
              </a:rPr>
              <a:t>Remember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8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8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91170" y="505815"/>
            <a:ext cx="6115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6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b="0" i="1" spc="-50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B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03870" y="716153"/>
            <a:ext cx="586105" cy="0"/>
          </a:xfrm>
          <a:custGeom>
            <a:avLst/>
            <a:gdLst/>
            <a:ahLst/>
            <a:cxnLst/>
            <a:rect l="l" t="t" r="r" b="b"/>
            <a:pathLst>
              <a:path w="586105">
                <a:moveTo>
                  <a:pt x="0" y="0"/>
                </a:moveTo>
                <a:lnTo>
                  <a:pt x="58583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620100" y="694575"/>
            <a:ext cx="3536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Georgia"/>
                <a:cs typeface="Georgia"/>
              </a:rPr>
              <a:t>(</a:t>
            </a:r>
            <a:r>
              <a:rPr sz="1100" b="0" i="1" spc="-25" dirty="0">
                <a:latin typeface="Bookman Old Style"/>
                <a:cs typeface="Bookman Old Style"/>
              </a:rPr>
              <a:t>B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5844" y="1018083"/>
            <a:ext cx="191706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So,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if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70" dirty="0">
                <a:latin typeface="Georgia"/>
                <a:cs typeface="Georgia"/>
              </a:rPr>
              <a:t>A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50" dirty="0">
                <a:latin typeface="Georgia"/>
                <a:cs typeface="Georgia"/>
              </a:rPr>
              <a:t>B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independent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03350" y="1400441"/>
            <a:ext cx="11468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6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6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80" dirty="0">
                <a:latin typeface="Georgia"/>
                <a:cs typeface="Georgia"/>
              </a:rPr>
              <a:t> 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78226" y="1306715"/>
            <a:ext cx="6115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6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b="0" i="1" spc="-50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B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590926" y="1517053"/>
            <a:ext cx="586105" cy="0"/>
          </a:xfrm>
          <a:custGeom>
            <a:avLst/>
            <a:gdLst/>
            <a:ahLst/>
            <a:cxnLst/>
            <a:rect l="l" t="t" r="r" b="b"/>
            <a:pathLst>
              <a:path w="586105">
                <a:moveTo>
                  <a:pt x="0" y="0"/>
                </a:moveTo>
                <a:lnTo>
                  <a:pt x="58583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707157" y="1495475"/>
            <a:ext cx="3536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Georgia"/>
                <a:cs typeface="Georgia"/>
              </a:rPr>
              <a:t>(</a:t>
            </a:r>
            <a:r>
              <a:rPr sz="1100" b="0" i="1" spc="-25" dirty="0">
                <a:latin typeface="Bookman Old Style"/>
                <a:cs typeface="Bookman Old Style"/>
              </a:rPr>
              <a:t>B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5844" y="1721218"/>
            <a:ext cx="6070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Georgia"/>
                <a:cs typeface="Georgia"/>
              </a:rPr>
              <a:t>Therefore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82102" y="2065375"/>
            <a:ext cx="14439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b="0" i="1" spc="-35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Georgia"/>
                <a:cs typeface="Georgia"/>
              </a:rPr>
              <a:t>(</a:t>
            </a:r>
            <a:r>
              <a:rPr sz="1100" b="0" i="1" spc="-25" dirty="0">
                <a:latin typeface="Bookman Old Style"/>
                <a:cs typeface="Bookman Old Style"/>
              </a:rPr>
              <a:t>B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5844" y="2319693"/>
            <a:ext cx="5613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And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also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98829" y="2709976"/>
            <a:ext cx="4997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130" dirty="0">
                <a:latin typeface="Georgia"/>
                <a:cs typeface="Georgia"/>
              </a:rPr>
              <a:t> </a:t>
            </a:r>
            <a:r>
              <a:rPr sz="1100" spc="8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26717" y="2616250"/>
            <a:ext cx="6115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6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b="0" i="1" spc="-50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B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539417" y="2826588"/>
            <a:ext cx="586105" cy="0"/>
          </a:xfrm>
          <a:custGeom>
            <a:avLst/>
            <a:gdLst/>
            <a:ahLst/>
            <a:cxnLst/>
            <a:rect l="l" t="t" r="r" b="b"/>
            <a:pathLst>
              <a:path w="586105">
                <a:moveTo>
                  <a:pt x="0" y="0"/>
                </a:moveTo>
                <a:lnTo>
                  <a:pt x="58583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659712" y="2805010"/>
            <a:ext cx="3454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Georgia"/>
                <a:cs typeface="Georgia"/>
              </a:rPr>
              <a:t>(</a:t>
            </a:r>
            <a:r>
              <a:rPr sz="1100" b="0" i="1" spc="-25" dirty="0">
                <a:latin typeface="Bookman Old Style"/>
                <a:cs typeface="Bookman Old Style"/>
              </a:rPr>
              <a:t>A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66226" y="2709976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4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27655" y="2616250"/>
            <a:ext cx="6115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6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b="0" i="1" spc="5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75" dirty="0">
                <a:latin typeface="Lucida Sans Unicode"/>
                <a:cs typeface="Lucida Sans Unicode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A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340355" y="2826588"/>
            <a:ext cx="586105" cy="0"/>
          </a:xfrm>
          <a:custGeom>
            <a:avLst/>
            <a:gdLst/>
            <a:ahLst/>
            <a:cxnLst/>
            <a:rect l="l" t="t" r="r" b="b"/>
            <a:pathLst>
              <a:path w="586105">
                <a:moveTo>
                  <a:pt x="0" y="0"/>
                </a:moveTo>
                <a:lnTo>
                  <a:pt x="58583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460637" y="2805010"/>
            <a:ext cx="3454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Georgia"/>
                <a:cs typeface="Georgia"/>
              </a:rPr>
              <a:t>(</a:t>
            </a:r>
            <a:r>
              <a:rPr sz="1100" b="0" i="1" spc="-25" dirty="0">
                <a:latin typeface="Bookman Old Style"/>
                <a:cs typeface="Bookman Old Style"/>
              </a:rPr>
              <a:t>A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967151" y="2709976"/>
            <a:ext cx="6419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65" dirty="0">
                <a:latin typeface="Bookman Old Style"/>
                <a:cs typeface="Bookman Old Style"/>
              </a:rPr>
              <a:t> </a:t>
            </a:r>
            <a:r>
              <a:rPr sz="1100" spc="-10" dirty="0">
                <a:latin typeface="Georgia"/>
                <a:cs typeface="Georgia"/>
              </a:rPr>
              <a:t>(</a:t>
            </a:r>
            <a:r>
              <a:rPr sz="1100" b="0" i="1" spc="-10" dirty="0">
                <a:latin typeface="Bookman Old Style"/>
                <a:cs typeface="Bookman Old Style"/>
              </a:rPr>
              <a:t>B</a:t>
            </a:r>
            <a:r>
              <a:rPr sz="1100" spc="-10" dirty="0">
                <a:latin typeface="Lucida Sans Unicode"/>
                <a:cs typeface="Lucida Sans Unicode"/>
              </a:rPr>
              <a:t>|</a:t>
            </a:r>
            <a:r>
              <a:rPr sz="1100" b="0" i="1" spc="-10" dirty="0">
                <a:latin typeface="Bookman Old Style"/>
                <a:cs typeface="Bookman Old Style"/>
              </a:rPr>
              <a:t>A</a:t>
            </a:r>
            <a:r>
              <a:rPr sz="1100" spc="-10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7/19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51510">
              <a:lnSpc>
                <a:spcPct val="100000"/>
              </a:lnSpc>
              <a:spcBef>
                <a:spcPts val="135"/>
              </a:spcBef>
            </a:pPr>
            <a:r>
              <a:rPr dirty="0"/>
              <a:t>Determine</a:t>
            </a:r>
            <a:r>
              <a:rPr spc="455" dirty="0"/>
              <a:t> </a:t>
            </a:r>
            <a:r>
              <a:rPr dirty="0"/>
              <a:t>Independence</a:t>
            </a:r>
            <a:r>
              <a:rPr spc="455" dirty="0"/>
              <a:t> </a:t>
            </a:r>
            <a:r>
              <a:rPr dirty="0"/>
              <a:t>by</a:t>
            </a:r>
            <a:r>
              <a:rPr spc="459" dirty="0"/>
              <a:t> </a:t>
            </a:r>
            <a:r>
              <a:rPr spc="-10" dirty="0"/>
              <a:t>Table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1042136"/>
            <a:ext cx="63233" cy="6323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912873"/>
            <a:ext cx="3996054" cy="124777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dirty="0">
                <a:latin typeface="Georgia"/>
                <a:cs typeface="Georgia"/>
              </a:rPr>
              <a:t>There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two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programming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groups,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Group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75" dirty="0">
                <a:latin typeface="Georgia"/>
                <a:cs typeface="Georgia"/>
              </a:rPr>
              <a:t>C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2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Group</a:t>
            </a:r>
            <a:r>
              <a:rPr sz="1100" spc="1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N.</a:t>
            </a:r>
            <a:endParaRPr sz="1100">
              <a:latin typeface="Georgia"/>
              <a:cs typeface="Georgia"/>
            </a:endParaRPr>
          </a:p>
          <a:p>
            <a:pPr marL="12700" marR="5080">
              <a:lnSpc>
                <a:spcPct val="102699"/>
              </a:lnSpc>
              <a:spcBef>
                <a:spcPts val="295"/>
              </a:spcBef>
            </a:pPr>
            <a:r>
              <a:rPr sz="1100" dirty="0">
                <a:latin typeface="Georgia"/>
                <a:cs typeface="Georgia"/>
              </a:rPr>
              <a:t>If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they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both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work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on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task,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probability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both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succeeding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is </a:t>
            </a:r>
            <a:r>
              <a:rPr sz="1100" spc="-10" dirty="0">
                <a:latin typeface="Georgia"/>
                <a:cs typeface="Georgia"/>
              </a:rPr>
              <a:t>5/12.</a:t>
            </a:r>
            <a:endParaRPr sz="1100">
              <a:latin typeface="Georgia"/>
              <a:cs typeface="Georgia"/>
            </a:endParaRPr>
          </a:p>
          <a:p>
            <a:pPr marL="12700" marR="1908175">
              <a:lnSpc>
                <a:spcPct val="125299"/>
              </a:lnSpc>
            </a:pPr>
            <a:r>
              <a:rPr sz="1100" spc="50" dirty="0">
                <a:latin typeface="Georgia"/>
                <a:cs typeface="Georgia"/>
              </a:rPr>
              <a:t>P(C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success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N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failure)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1/4. </a:t>
            </a:r>
            <a:r>
              <a:rPr sz="1100" spc="50" dirty="0">
                <a:latin typeface="Georgia"/>
                <a:cs typeface="Georgia"/>
              </a:rPr>
              <a:t>P(C </a:t>
            </a:r>
            <a:r>
              <a:rPr sz="1100" dirty="0">
                <a:latin typeface="Georgia"/>
                <a:cs typeface="Georgia"/>
              </a:rPr>
              <a:t>fail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N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succeed)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1/12 </a:t>
            </a:r>
            <a:r>
              <a:rPr sz="1100" dirty="0">
                <a:latin typeface="Georgia"/>
                <a:cs typeface="Georgia"/>
              </a:rPr>
              <a:t>P(both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fail)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1/4</a:t>
            </a:r>
            <a:endParaRPr sz="1100">
              <a:latin typeface="Georgia"/>
              <a:cs typeface="Georgi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252169"/>
            <a:ext cx="63233" cy="6323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133" y="1634274"/>
            <a:ext cx="63233" cy="6323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3133" y="1844306"/>
            <a:ext cx="63233" cy="6323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3133" y="2054339"/>
            <a:ext cx="63233" cy="63233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8/19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51510">
              <a:lnSpc>
                <a:spcPct val="100000"/>
              </a:lnSpc>
              <a:spcBef>
                <a:spcPts val="135"/>
              </a:spcBef>
            </a:pPr>
            <a:r>
              <a:rPr dirty="0"/>
              <a:t>Determine</a:t>
            </a:r>
            <a:r>
              <a:rPr spc="455" dirty="0"/>
              <a:t> </a:t>
            </a:r>
            <a:r>
              <a:rPr dirty="0"/>
              <a:t>Independence</a:t>
            </a:r>
            <a:r>
              <a:rPr spc="455" dirty="0"/>
              <a:t> </a:t>
            </a:r>
            <a:r>
              <a:rPr dirty="0"/>
              <a:t>by</a:t>
            </a:r>
            <a:r>
              <a:rPr spc="459" dirty="0"/>
              <a:t> </a:t>
            </a:r>
            <a:r>
              <a:rPr spc="-10" dirty="0"/>
              <a:t>Table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1042136"/>
            <a:ext cx="63233" cy="6323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252169"/>
            <a:ext cx="63233" cy="6323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133" y="1634274"/>
            <a:ext cx="63233" cy="6323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3133" y="1844306"/>
            <a:ext cx="63233" cy="6323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3133" y="2054339"/>
            <a:ext cx="63233" cy="63233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89560">
              <a:lnSpc>
                <a:spcPct val="100000"/>
              </a:lnSpc>
              <a:spcBef>
                <a:spcPts val="434"/>
              </a:spcBef>
            </a:pPr>
            <a:r>
              <a:rPr dirty="0"/>
              <a:t>There</a:t>
            </a:r>
            <a:r>
              <a:rPr spc="15" dirty="0"/>
              <a:t> </a:t>
            </a:r>
            <a:r>
              <a:rPr dirty="0"/>
              <a:t>are</a:t>
            </a:r>
            <a:r>
              <a:rPr spc="15" dirty="0"/>
              <a:t> </a:t>
            </a:r>
            <a:r>
              <a:rPr dirty="0"/>
              <a:t>two</a:t>
            </a:r>
            <a:r>
              <a:rPr spc="20" dirty="0"/>
              <a:t> </a:t>
            </a:r>
            <a:r>
              <a:rPr spc="-30" dirty="0"/>
              <a:t>programming</a:t>
            </a:r>
            <a:r>
              <a:rPr spc="15" dirty="0"/>
              <a:t> </a:t>
            </a:r>
            <a:r>
              <a:rPr spc="-10" dirty="0"/>
              <a:t>groups,</a:t>
            </a:r>
            <a:r>
              <a:rPr spc="20" dirty="0"/>
              <a:t> </a:t>
            </a:r>
            <a:r>
              <a:rPr dirty="0"/>
              <a:t>Group</a:t>
            </a:r>
            <a:r>
              <a:rPr spc="15" dirty="0"/>
              <a:t> </a:t>
            </a:r>
            <a:r>
              <a:rPr spc="75" dirty="0"/>
              <a:t>C</a:t>
            </a:r>
            <a:r>
              <a:rPr spc="15" dirty="0"/>
              <a:t> </a:t>
            </a:r>
            <a:r>
              <a:rPr dirty="0"/>
              <a:t>and</a:t>
            </a:r>
            <a:r>
              <a:rPr spc="20" dirty="0"/>
              <a:t> </a:t>
            </a:r>
            <a:r>
              <a:rPr dirty="0"/>
              <a:t>Group</a:t>
            </a:r>
            <a:r>
              <a:rPr spc="15" dirty="0"/>
              <a:t> </a:t>
            </a:r>
            <a:r>
              <a:rPr spc="-25" dirty="0"/>
              <a:t>N.</a:t>
            </a:r>
          </a:p>
          <a:p>
            <a:pPr marL="289560" marR="5080">
              <a:lnSpc>
                <a:spcPct val="102699"/>
              </a:lnSpc>
              <a:spcBef>
                <a:spcPts val="295"/>
              </a:spcBef>
            </a:pPr>
            <a:r>
              <a:rPr dirty="0"/>
              <a:t>If</a:t>
            </a:r>
            <a:r>
              <a:rPr spc="40" dirty="0"/>
              <a:t> </a:t>
            </a:r>
            <a:r>
              <a:rPr dirty="0"/>
              <a:t>they</a:t>
            </a:r>
            <a:r>
              <a:rPr spc="50" dirty="0"/>
              <a:t> </a:t>
            </a:r>
            <a:r>
              <a:rPr dirty="0"/>
              <a:t>both</a:t>
            </a:r>
            <a:r>
              <a:rPr spc="40" dirty="0"/>
              <a:t> </a:t>
            </a:r>
            <a:r>
              <a:rPr spc="-10" dirty="0"/>
              <a:t>work</a:t>
            </a:r>
            <a:r>
              <a:rPr spc="45" dirty="0"/>
              <a:t> </a:t>
            </a:r>
            <a:r>
              <a:rPr dirty="0"/>
              <a:t>on</a:t>
            </a:r>
            <a:r>
              <a:rPr spc="45" dirty="0"/>
              <a:t> </a:t>
            </a:r>
            <a:r>
              <a:rPr dirty="0"/>
              <a:t>a</a:t>
            </a:r>
            <a:r>
              <a:rPr spc="40" dirty="0"/>
              <a:t> </a:t>
            </a:r>
            <a:r>
              <a:rPr dirty="0"/>
              <a:t>task,</a:t>
            </a:r>
            <a:r>
              <a:rPr spc="45" dirty="0"/>
              <a:t> </a:t>
            </a:r>
            <a:r>
              <a:rPr dirty="0"/>
              <a:t>the</a:t>
            </a:r>
            <a:r>
              <a:rPr spc="45" dirty="0"/>
              <a:t> </a:t>
            </a:r>
            <a:r>
              <a:rPr spc="-10" dirty="0"/>
              <a:t>probability</a:t>
            </a:r>
            <a:r>
              <a:rPr spc="40" dirty="0"/>
              <a:t> </a:t>
            </a:r>
            <a:r>
              <a:rPr dirty="0"/>
              <a:t>of</a:t>
            </a:r>
            <a:r>
              <a:rPr spc="45" dirty="0"/>
              <a:t> </a:t>
            </a:r>
            <a:r>
              <a:rPr dirty="0"/>
              <a:t>both</a:t>
            </a:r>
            <a:r>
              <a:rPr spc="45" dirty="0"/>
              <a:t> </a:t>
            </a:r>
            <a:r>
              <a:rPr spc="-25" dirty="0"/>
              <a:t>succeeding</a:t>
            </a:r>
            <a:r>
              <a:rPr spc="40" dirty="0"/>
              <a:t> </a:t>
            </a:r>
            <a:r>
              <a:rPr spc="-25" dirty="0"/>
              <a:t>is </a:t>
            </a:r>
            <a:r>
              <a:rPr spc="-10" dirty="0"/>
              <a:t>5/12.</a:t>
            </a:r>
          </a:p>
          <a:p>
            <a:pPr marL="289560" marR="1908175">
              <a:lnSpc>
                <a:spcPct val="125299"/>
              </a:lnSpc>
            </a:pPr>
            <a:r>
              <a:rPr spc="50" dirty="0"/>
              <a:t>P(C</a:t>
            </a:r>
            <a:r>
              <a:rPr spc="45" dirty="0"/>
              <a:t> </a:t>
            </a:r>
            <a:r>
              <a:rPr spc="-25" dirty="0"/>
              <a:t>success</a:t>
            </a:r>
            <a:r>
              <a:rPr spc="45" dirty="0"/>
              <a:t> </a:t>
            </a:r>
            <a:r>
              <a:rPr dirty="0"/>
              <a:t>and</a:t>
            </a:r>
            <a:r>
              <a:rPr spc="45" dirty="0"/>
              <a:t> </a:t>
            </a:r>
            <a:r>
              <a:rPr dirty="0"/>
              <a:t>N</a:t>
            </a:r>
            <a:r>
              <a:rPr spc="45" dirty="0"/>
              <a:t> </a:t>
            </a:r>
            <a:r>
              <a:rPr spc="-10" dirty="0"/>
              <a:t>failure)</a:t>
            </a:r>
            <a:r>
              <a:rPr spc="45" dirty="0"/>
              <a:t> </a:t>
            </a:r>
            <a:r>
              <a:rPr spc="130" dirty="0"/>
              <a:t>=</a:t>
            </a:r>
            <a:r>
              <a:rPr spc="45" dirty="0"/>
              <a:t> </a:t>
            </a:r>
            <a:r>
              <a:rPr spc="-20" dirty="0"/>
              <a:t>1/4. </a:t>
            </a:r>
            <a:r>
              <a:rPr spc="50" dirty="0"/>
              <a:t>P(C </a:t>
            </a:r>
            <a:r>
              <a:rPr dirty="0"/>
              <a:t>fail</a:t>
            </a:r>
            <a:r>
              <a:rPr spc="55" dirty="0"/>
              <a:t> </a:t>
            </a:r>
            <a:r>
              <a:rPr dirty="0"/>
              <a:t>and</a:t>
            </a:r>
            <a:r>
              <a:rPr spc="55" dirty="0"/>
              <a:t> </a:t>
            </a:r>
            <a:r>
              <a:rPr dirty="0"/>
              <a:t>N</a:t>
            </a:r>
            <a:r>
              <a:rPr spc="55" dirty="0"/>
              <a:t> </a:t>
            </a:r>
            <a:r>
              <a:rPr spc="-25" dirty="0"/>
              <a:t>succeed)</a:t>
            </a:r>
            <a:r>
              <a:rPr spc="55" dirty="0"/>
              <a:t> </a:t>
            </a:r>
            <a:r>
              <a:rPr spc="130" dirty="0"/>
              <a:t>=</a:t>
            </a:r>
            <a:r>
              <a:rPr spc="55" dirty="0"/>
              <a:t> </a:t>
            </a:r>
            <a:r>
              <a:rPr spc="-20" dirty="0"/>
              <a:t>1/12 </a:t>
            </a:r>
            <a:r>
              <a:rPr dirty="0"/>
              <a:t>P(both</a:t>
            </a:r>
            <a:r>
              <a:rPr spc="90" dirty="0"/>
              <a:t> </a:t>
            </a:r>
            <a:r>
              <a:rPr dirty="0"/>
              <a:t>fail)</a:t>
            </a:r>
            <a:r>
              <a:rPr spc="95" dirty="0"/>
              <a:t> </a:t>
            </a:r>
            <a:r>
              <a:rPr spc="130" dirty="0"/>
              <a:t>=</a:t>
            </a:r>
            <a:r>
              <a:rPr spc="95" dirty="0"/>
              <a:t> </a:t>
            </a:r>
            <a:r>
              <a:rPr spc="-25" dirty="0"/>
              <a:t>1/4</a:t>
            </a: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500"/>
          </a:p>
          <a:p>
            <a:pPr marL="12700">
              <a:lnSpc>
                <a:spcPct val="100000"/>
              </a:lnSpc>
            </a:pPr>
            <a:r>
              <a:rPr dirty="0"/>
              <a:t>Do</a:t>
            </a:r>
            <a:r>
              <a:rPr spc="25" dirty="0"/>
              <a:t> </a:t>
            </a:r>
            <a:r>
              <a:rPr dirty="0"/>
              <a:t>the</a:t>
            </a:r>
            <a:r>
              <a:rPr spc="30" dirty="0"/>
              <a:t> </a:t>
            </a:r>
            <a:r>
              <a:rPr spc="-20" dirty="0"/>
              <a:t>groups</a:t>
            </a:r>
            <a:r>
              <a:rPr spc="30" dirty="0"/>
              <a:t> </a:t>
            </a:r>
            <a:r>
              <a:rPr spc="-20" dirty="0"/>
              <a:t>succeed</a:t>
            </a:r>
            <a:r>
              <a:rPr spc="25" dirty="0"/>
              <a:t> </a:t>
            </a:r>
            <a:r>
              <a:rPr dirty="0"/>
              <a:t>or</a:t>
            </a:r>
            <a:r>
              <a:rPr spc="25" dirty="0"/>
              <a:t> </a:t>
            </a:r>
            <a:r>
              <a:rPr dirty="0"/>
              <a:t>fail</a:t>
            </a:r>
            <a:r>
              <a:rPr spc="30" dirty="0"/>
              <a:t> </a:t>
            </a:r>
            <a:r>
              <a:rPr spc="-10" dirty="0"/>
              <a:t>independently?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8/19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7072" y="62407"/>
            <a:ext cx="269303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Determine</a:t>
            </a:r>
            <a:r>
              <a:rPr sz="1400" spc="4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Independence</a:t>
            </a:r>
            <a:r>
              <a:rPr sz="1400" spc="4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1400" spc="45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Table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694091" y="1172159"/>
          <a:ext cx="1219834" cy="10286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4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59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CS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100" spc="35" dirty="0">
                          <a:latin typeface="Georgia"/>
                          <a:cs typeface="Georgia"/>
                        </a:rPr>
                        <a:t>CF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445">
                <a:tc>
                  <a:txBody>
                    <a:bodyPr/>
                    <a:lstStyle/>
                    <a:p>
                      <a:pPr marR="1841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NS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43815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ts val="885"/>
                        </a:lnSpc>
                        <a:spcBef>
                          <a:spcPts val="215"/>
                        </a:spcBef>
                      </a:pPr>
                      <a:r>
                        <a:rPr sz="800" u="sng" spc="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5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 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23189">
                        <a:lnSpc>
                          <a:spcPts val="835"/>
                        </a:lnSpc>
                      </a:pPr>
                      <a:r>
                        <a:rPr sz="800" spc="-25" dirty="0">
                          <a:latin typeface="Century"/>
                          <a:cs typeface="Century"/>
                        </a:rPr>
                        <a:t>12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273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6839">
                        <a:lnSpc>
                          <a:spcPts val="885"/>
                        </a:lnSpc>
                        <a:spcBef>
                          <a:spcPts val="215"/>
                        </a:spcBef>
                      </a:pPr>
                      <a:r>
                        <a:rPr sz="800" u="sng" spc="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 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16839">
                        <a:lnSpc>
                          <a:spcPts val="835"/>
                        </a:lnSpc>
                      </a:pPr>
                      <a:r>
                        <a:rPr sz="800" spc="-25" dirty="0">
                          <a:latin typeface="Century"/>
                          <a:cs typeface="Century"/>
                        </a:rPr>
                        <a:t>12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273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8445">
                <a:tc>
                  <a:txBody>
                    <a:bodyPr/>
                    <a:lstStyle/>
                    <a:p>
                      <a:pPr marR="508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NF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31115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885"/>
                        </a:lnSpc>
                        <a:spcBef>
                          <a:spcPts val="114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2065" algn="ctr">
                        <a:lnSpc>
                          <a:spcPts val="88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4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1460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885"/>
                        </a:lnSpc>
                        <a:spcBef>
                          <a:spcPts val="114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R="4445" algn="ctr">
                        <a:lnSpc>
                          <a:spcPts val="88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4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1460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59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9/19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14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7072" y="62407"/>
            <a:ext cx="269303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Determine</a:t>
            </a:r>
            <a:r>
              <a:rPr sz="1400" spc="4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Independence</a:t>
            </a:r>
            <a:r>
              <a:rPr sz="1400" spc="4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1400" spc="45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Table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652028" y="1172159"/>
          <a:ext cx="1303653" cy="10286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82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59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CS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100" spc="35" dirty="0">
                          <a:latin typeface="Georgia"/>
                          <a:cs typeface="Georgia"/>
                        </a:rPr>
                        <a:t>CF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44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NS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43815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ts val="885"/>
                        </a:lnSpc>
                        <a:spcBef>
                          <a:spcPts val="215"/>
                        </a:spcBef>
                      </a:pPr>
                      <a:r>
                        <a:rPr sz="800" u="sng" spc="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5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 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23189">
                        <a:lnSpc>
                          <a:spcPts val="835"/>
                        </a:lnSpc>
                      </a:pPr>
                      <a:r>
                        <a:rPr sz="800" spc="-25" dirty="0">
                          <a:latin typeface="Century"/>
                          <a:cs typeface="Century"/>
                        </a:rPr>
                        <a:t>12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273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6839">
                        <a:lnSpc>
                          <a:spcPts val="885"/>
                        </a:lnSpc>
                        <a:spcBef>
                          <a:spcPts val="215"/>
                        </a:spcBef>
                      </a:pPr>
                      <a:r>
                        <a:rPr sz="800" u="sng" spc="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 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16839">
                        <a:lnSpc>
                          <a:spcPts val="835"/>
                        </a:lnSpc>
                      </a:pPr>
                      <a:r>
                        <a:rPr sz="800" spc="-25" dirty="0">
                          <a:latin typeface="Century"/>
                          <a:cs typeface="Century"/>
                        </a:rPr>
                        <a:t>12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273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885"/>
                        </a:lnSpc>
                        <a:spcBef>
                          <a:spcPts val="215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2065" algn="ctr">
                        <a:lnSpc>
                          <a:spcPts val="83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2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27305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844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NF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31115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885"/>
                        </a:lnSpc>
                        <a:spcBef>
                          <a:spcPts val="114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2065" algn="ctr">
                        <a:lnSpc>
                          <a:spcPts val="88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4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1460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885"/>
                        </a:lnSpc>
                        <a:spcBef>
                          <a:spcPts val="114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R="4445" algn="ctr">
                        <a:lnSpc>
                          <a:spcPts val="88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4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1460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885"/>
                        </a:lnSpc>
                        <a:spcBef>
                          <a:spcPts val="114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2065" algn="ctr">
                        <a:lnSpc>
                          <a:spcPts val="88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2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14604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59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885"/>
                        </a:lnSpc>
                        <a:spcBef>
                          <a:spcPts val="215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2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2065" algn="ctr">
                        <a:lnSpc>
                          <a:spcPts val="81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3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273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885"/>
                        </a:lnSpc>
                        <a:spcBef>
                          <a:spcPts val="215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R="4445" algn="ctr">
                        <a:lnSpc>
                          <a:spcPts val="81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3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273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10/19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14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51510">
              <a:lnSpc>
                <a:spcPct val="100000"/>
              </a:lnSpc>
              <a:spcBef>
                <a:spcPts val="135"/>
              </a:spcBef>
            </a:pPr>
            <a:r>
              <a:rPr dirty="0"/>
              <a:t>Determine</a:t>
            </a:r>
            <a:r>
              <a:rPr spc="455" dirty="0"/>
              <a:t> </a:t>
            </a:r>
            <a:r>
              <a:rPr dirty="0"/>
              <a:t>Independence</a:t>
            </a:r>
            <a:r>
              <a:rPr spc="455" dirty="0"/>
              <a:t> </a:t>
            </a:r>
            <a:r>
              <a:rPr dirty="0"/>
              <a:t>by</a:t>
            </a:r>
            <a:r>
              <a:rPr spc="459" dirty="0"/>
              <a:t> </a:t>
            </a:r>
            <a:r>
              <a:rPr spc="-10" dirty="0"/>
              <a:t>Table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791705"/>
            <a:ext cx="4302125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-30" dirty="0">
                <a:latin typeface="Georgia"/>
                <a:cs typeface="Georgia"/>
              </a:rPr>
              <a:t>Remembering</a:t>
            </a:r>
            <a:r>
              <a:rPr sz="1100" spc="11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7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b="0" i="1" spc="-80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7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×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7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),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what</a:t>
            </a:r>
            <a:r>
              <a:rPr sz="1100" spc="11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would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each</a:t>
            </a:r>
            <a:r>
              <a:rPr sz="1100" spc="1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table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entry </a:t>
            </a:r>
            <a:r>
              <a:rPr sz="1100" dirty="0">
                <a:latin typeface="Georgia"/>
                <a:cs typeface="Georgia"/>
              </a:rPr>
              <a:t>be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b="1" dirty="0">
                <a:latin typeface="Georgia"/>
                <a:cs typeface="Georgia"/>
              </a:rPr>
              <a:t>if</a:t>
            </a:r>
            <a:r>
              <a:rPr sz="1100" b="1" spc="70" dirty="0">
                <a:latin typeface="Georgia"/>
                <a:cs typeface="Georgia"/>
              </a:rPr>
              <a:t> </a:t>
            </a:r>
            <a:r>
              <a:rPr sz="1100" b="1" spc="105" dirty="0">
                <a:latin typeface="Georgia"/>
                <a:cs typeface="Georgia"/>
              </a:rPr>
              <a:t>A</a:t>
            </a:r>
            <a:r>
              <a:rPr sz="1100" b="1" spc="70" dirty="0">
                <a:latin typeface="Georgia"/>
                <a:cs typeface="Georgia"/>
              </a:rPr>
              <a:t> </a:t>
            </a:r>
            <a:r>
              <a:rPr sz="1100" b="1" spc="-10" dirty="0">
                <a:latin typeface="Georgia"/>
                <a:cs typeface="Georgia"/>
              </a:rPr>
              <a:t>and</a:t>
            </a:r>
            <a:r>
              <a:rPr sz="1100" b="1" spc="75" dirty="0">
                <a:latin typeface="Georgia"/>
                <a:cs typeface="Georgia"/>
              </a:rPr>
              <a:t> </a:t>
            </a:r>
            <a:r>
              <a:rPr sz="1100" b="1" spc="55" dirty="0">
                <a:latin typeface="Georgia"/>
                <a:cs typeface="Georgia"/>
              </a:rPr>
              <a:t>B</a:t>
            </a:r>
            <a:r>
              <a:rPr sz="1100" b="1" spc="70" dirty="0">
                <a:latin typeface="Georgia"/>
                <a:cs typeface="Georgia"/>
              </a:rPr>
              <a:t> </a:t>
            </a:r>
            <a:r>
              <a:rPr sz="1100" b="1" spc="-10" dirty="0">
                <a:latin typeface="Georgia"/>
                <a:cs typeface="Georgia"/>
              </a:rPr>
              <a:t>are</a:t>
            </a:r>
            <a:r>
              <a:rPr sz="1100" b="1" spc="70" dirty="0">
                <a:latin typeface="Georgia"/>
                <a:cs typeface="Georgia"/>
              </a:rPr>
              <a:t> </a:t>
            </a:r>
            <a:r>
              <a:rPr sz="1100" b="1" spc="-10" dirty="0">
                <a:latin typeface="Georgia"/>
                <a:cs typeface="Georgia"/>
              </a:rPr>
              <a:t>independent</a:t>
            </a:r>
            <a:r>
              <a:rPr sz="1100" spc="-10" dirty="0">
                <a:latin typeface="Georgia"/>
                <a:cs typeface="Georgia"/>
              </a:rPr>
              <a:t>?</a:t>
            </a:r>
            <a:endParaRPr sz="1100">
              <a:latin typeface="Georgia"/>
              <a:cs typeface="Georgi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8415" y="1268488"/>
          <a:ext cx="1304288" cy="10286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89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59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CS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100" spc="35" dirty="0">
                          <a:latin typeface="Georgia"/>
                          <a:cs typeface="Georgia"/>
                        </a:rPr>
                        <a:t>CF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44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NS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43815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885"/>
                        </a:lnSpc>
                        <a:spcBef>
                          <a:spcPts val="215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2065" algn="ctr">
                        <a:lnSpc>
                          <a:spcPts val="83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3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273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885"/>
                        </a:lnSpc>
                        <a:spcBef>
                          <a:spcPts val="215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R="4445" algn="ctr">
                        <a:lnSpc>
                          <a:spcPts val="83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273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885"/>
                        </a:lnSpc>
                        <a:spcBef>
                          <a:spcPts val="215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2065" algn="ctr">
                        <a:lnSpc>
                          <a:spcPts val="83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2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27305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844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NF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31115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885"/>
                        </a:lnSpc>
                        <a:spcBef>
                          <a:spcPts val="114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2065" algn="ctr">
                        <a:lnSpc>
                          <a:spcPts val="88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3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1460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885"/>
                        </a:lnSpc>
                        <a:spcBef>
                          <a:spcPts val="114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R="4445" algn="ctr">
                        <a:lnSpc>
                          <a:spcPts val="88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1460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885"/>
                        </a:lnSpc>
                        <a:spcBef>
                          <a:spcPts val="114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2065" algn="ctr">
                        <a:lnSpc>
                          <a:spcPts val="88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2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14604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59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885"/>
                        </a:lnSpc>
                        <a:spcBef>
                          <a:spcPts val="215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2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2065" algn="ctr">
                        <a:lnSpc>
                          <a:spcPts val="81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3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273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885"/>
                        </a:lnSpc>
                        <a:spcBef>
                          <a:spcPts val="215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R="4445" algn="ctr">
                        <a:lnSpc>
                          <a:spcPts val="81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3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273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465641" y="1268488"/>
          <a:ext cx="1304288" cy="10286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89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59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CS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100" spc="35" dirty="0">
                          <a:latin typeface="Georgia"/>
                          <a:cs typeface="Georgia"/>
                        </a:rPr>
                        <a:t>CF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44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NS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43815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ts val="885"/>
                        </a:lnSpc>
                        <a:spcBef>
                          <a:spcPts val="215"/>
                        </a:spcBef>
                      </a:pPr>
                      <a:r>
                        <a:rPr sz="800" u="sng" spc="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5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 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23189">
                        <a:lnSpc>
                          <a:spcPts val="835"/>
                        </a:lnSpc>
                      </a:pPr>
                      <a:r>
                        <a:rPr sz="800" spc="-25" dirty="0">
                          <a:latin typeface="Century"/>
                          <a:cs typeface="Century"/>
                        </a:rPr>
                        <a:t>12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273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6839">
                        <a:lnSpc>
                          <a:spcPts val="885"/>
                        </a:lnSpc>
                        <a:spcBef>
                          <a:spcPts val="215"/>
                        </a:spcBef>
                      </a:pPr>
                      <a:r>
                        <a:rPr sz="800" u="sng" spc="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 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16839">
                        <a:lnSpc>
                          <a:spcPts val="835"/>
                        </a:lnSpc>
                      </a:pPr>
                      <a:r>
                        <a:rPr sz="800" spc="-25" dirty="0">
                          <a:latin typeface="Century"/>
                          <a:cs typeface="Century"/>
                        </a:rPr>
                        <a:t>12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273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885"/>
                        </a:lnSpc>
                        <a:spcBef>
                          <a:spcPts val="215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2065" algn="ctr">
                        <a:lnSpc>
                          <a:spcPts val="83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2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27305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844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NF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31115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885"/>
                        </a:lnSpc>
                        <a:spcBef>
                          <a:spcPts val="114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2065" algn="ctr">
                        <a:lnSpc>
                          <a:spcPts val="88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4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1460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885"/>
                        </a:lnSpc>
                        <a:spcBef>
                          <a:spcPts val="114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R="4445" algn="ctr">
                        <a:lnSpc>
                          <a:spcPts val="88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4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1460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885"/>
                        </a:lnSpc>
                        <a:spcBef>
                          <a:spcPts val="114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2065" algn="ctr">
                        <a:lnSpc>
                          <a:spcPts val="88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2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14604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59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885"/>
                        </a:lnSpc>
                        <a:spcBef>
                          <a:spcPts val="215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2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2065" algn="ctr">
                        <a:lnSpc>
                          <a:spcPts val="81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3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273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885"/>
                        </a:lnSpc>
                        <a:spcBef>
                          <a:spcPts val="215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R="4445" algn="ctr">
                        <a:lnSpc>
                          <a:spcPts val="81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3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273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11/19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51510">
              <a:lnSpc>
                <a:spcPct val="100000"/>
              </a:lnSpc>
              <a:spcBef>
                <a:spcPts val="135"/>
              </a:spcBef>
            </a:pPr>
            <a:r>
              <a:rPr dirty="0"/>
              <a:t>Determine</a:t>
            </a:r>
            <a:r>
              <a:rPr spc="455" dirty="0"/>
              <a:t> </a:t>
            </a:r>
            <a:r>
              <a:rPr dirty="0"/>
              <a:t>Independence</a:t>
            </a:r>
            <a:r>
              <a:rPr spc="455" dirty="0"/>
              <a:t> </a:t>
            </a:r>
            <a:r>
              <a:rPr dirty="0"/>
              <a:t>by</a:t>
            </a:r>
            <a:r>
              <a:rPr spc="459" dirty="0"/>
              <a:t> </a:t>
            </a:r>
            <a:r>
              <a:rPr spc="-10" dirty="0"/>
              <a:t>Table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791705"/>
            <a:ext cx="4302125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-30" dirty="0">
                <a:latin typeface="Georgia"/>
                <a:cs typeface="Georgia"/>
              </a:rPr>
              <a:t>Remembering</a:t>
            </a:r>
            <a:r>
              <a:rPr sz="1100" spc="11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7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b="0" i="1" spc="-80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7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×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7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),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what</a:t>
            </a:r>
            <a:r>
              <a:rPr sz="1100" spc="11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would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each</a:t>
            </a:r>
            <a:r>
              <a:rPr sz="1100" spc="1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table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entry </a:t>
            </a:r>
            <a:r>
              <a:rPr sz="1100" dirty="0">
                <a:latin typeface="Georgia"/>
                <a:cs typeface="Georgia"/>
              </a:rPr>
              <a:t>be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b="1" dirty="0">
                <a:latin typeface="Georgia"/>
                <a:cs typeface="Georgia"/>
              </a:rPr>
              <a:t>if</a:t>
            </a:r>
            <a:r>
              <a:rPr sz="1100" b="1" spc="70" dirty="0">
                <a:latin typeface="Georgia"/>
                <a:cs typeface="Georgia"/>
              </a:rPr>
              <a:t> </a:t>
            </a:r>
            <a:r>
              <a:rPr sz="1100" b="1" spc="105" dirty="0">
                <a:latin typeface="Georgia"/>
                <a:cs typeface="Georgia"/>
              </a:rPr>
              <a:t>A</a:t>
            </a:r>
            <a:r>
              <a:rPr sz="1100" b="1" spc="70" dirty="0">
                <a:latin typeface="Georgia"/>
                <a:cs typeface="Georgia"/>
              </a:rPr>
              <a:t> </a:t>
            </a:r>
            <a:r>
              <a:rPr sz="1100" b="1" spc="-10" dirty="0">
                <a:latin typeface="Georgia"/>
                <a:cs typeface="Georgia"/>
              </a:rPr>
              <a:t>and</a:t>
            </a:r>
            <a:r>
              <a:rPr sz="1100" b="1" spc="75" dirty="0">
                <a:latin typeface="Georgia"/>
                <a:cs typeface="Georgia"/>
              </a:rPr>
              <a:t> </a:t>
            </a:r>
            <a:r>
              <a:rPr sz="1100" b="1" spc="55" dirty="0">
                <a:latin typeface="Georgia"/>
                <a:cs typeface="Georgia"/>
              </a:rPr>
              <a:t>B</a:t>
            </a:r>
            <a:r>
              <a:rPr sz="1100" b="1" spc="70" dirty="0">
                <a:latin typeface="Georgia"/>
                <a:cs typeface="Georgia"/>
              </a:rPr>
              <a:t> </a:t>
            </a:r>
            <a:r>
              <a:rPr sz="1100" b="1" spc="-10" dirty="0">
                <a:latin typeface="Georgia"/>
                <a:cs typeface="Georgia"/>
              </a:rPr>
              <a:t>are</a:t>
            </a:r>
            <a:r>
              <a:rPr sz="1100" b="1" spc="70" dirty="0">
                <a:latin typeface="Georgia"/>
                <a:cs typeface="Georgia"/>
              </a:rPr>
              <a:t> </a:t>
            </a:r>
            <a:r>
              <a:rPr sz="1100" b="1" spc="-10" dirty="0">
                <a:latin typeface="Georgia"/>
                <a:cs typeface="Georgia"/>
              </a:rPr>
              <a:t>independent</a:t>
            </a:r>
            <a:r>
              <a:rPr sz="1100" spc="-10" dirty="0">
                <a:latin typeface="Georgia"/>
                <a:cs typeface="Georgia"/>
              </a:rPr>
              <a:t>?</a:t>
            </a:r>
            <a:endParaRPr sz="1100">
              <a:latin typeface="Georgia"/>
              <a:cs typeface="Georgi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8415" y="1268488"/>
          <a:ext cx="1304288" cy="10286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89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59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CS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100" spc="35" dirty="0">
                          <a:latin typeface="Georgia"/>
                          <a:cs typeface="Georgia"/>
                        </a:rPr>
                        <a:t>CF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44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NS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43815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885"/>
                        </a:lnSpc>
                        <a:spcBef>
                          <a:spcPts val="215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2065" algn="ctr">
                        <a:lnSpc>
                          <a:spcPts val="83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3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273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885"/>
                        </a:lnSpc>
                        <a:spcBef>
                          <a:spcPts val="215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R="4445" algn="ctr">
                        <a:lnSpc>
                          <a:spcPts val="83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273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885"/>
                        </a:lnSpc>
                        <a:spcBef>
                          <a:spcPts val="215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2065" algn="ctr">
                        <a:lnSpc>
                          <a:spcPts val="83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2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27305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844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NF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31115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885"/>
                        </a:lnSpc>
                        <a:spcBef>
                          <a:spcPts val="114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2065" algn="ctr">
                        <a:lnSpc>
                          <a:spcPts val="88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3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1460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885"/>
                        </a:lnSpc>
                        <a:spcBef>
                          <a:spcPts val="114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 dirty="0">
                        <a:latin typeface="Century"/>
                        <a:cs typeface="Century"/>
                      </a:endParaRPr>
                    </a:p>
                    <a:p>
                      <a:pPr marR="4445" algn="ctr">
                        <a:lnSpc>
                          <a:spcPts val="88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6</a:t>
                      </a:r>
                    </a:p>
                  </a:txBody>
                  <a:tcPr marL="0" marR="0" marT="1460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885"/>
                        </a:lnSpc>
                        <a:spcBef>
                          <a:spcPts val="114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2065" algn="ctr">
                        <a:lnSpc>
                          <a:spcPts val="88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2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14604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59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885"/>
                        </a:lnSpc>
                        <a:spcBef>
                          <a:spcPts val="215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2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2065" algn="ctr">
                        <a:lnSpc>
                          <a:spcPts val="81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3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273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885"/>
                        </a:lnSpc>
                        <a:spcBef>
                          <a:spcPts val="215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R="4445" algn="ctr">
                        <a:lnSpc>
                          <a:spcPts val="81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3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273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465641" y="1268488"/>
          <a:ext cx="1304288" cy="10286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89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59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CS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100" spc="35" dirty="0">
                          <a:latin typeface="Georgia"/>
                          <a:cs typeface="Georgia"/>
                        </a:rPr>
                        <a:t>CF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285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44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NS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43815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ts val="885"/>
                        </a:lnSpc>
                        <a:spcBef>
                          <a:spcPts val="215"/>
                        </a:spcBef>
                      </a:pPr>
                      <a:r>
                        <a:rPr sz="800" u="sng" spc="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5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 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23189">
                        <a:lnSpc>
                          <a:spcPts val="835"/>
                        </a:lnSpc>
                      </a:pPr>
                      <a:r>
                        <a:rPr sz="800" spc="-25" dirty="0">
                          <a:latin typeface="Century"/>
                          <a:cs typeface="Century"/>
                        </a:rPr>
                        <a:t>12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273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6839">
                        <a:lnSpc>
                          <a:spcPts val="885"/>
                        </a:lnSpc>
                        <a:spcBef>
                          <a:spcPts val="215"/>
                        </a:spcBef>
                      </a:pPr>
                      <a:r>
                        <a:rPr sz="800" u="sng" spc="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 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16839">
                        <a:lnSpc>
                          <a:spcPts val="835"/>
                        </a:lnSpc>
                      </a:pPr>
                      <a:r>
                        <a:rPr sz="800" spc="-25" dirty="0">
                          <a:latin typeface="Century"/>
                          <a:cs typeface="Century"/>
                        </a:rPr>
                        <a:t>12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273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885"/>
                        </a:lnSpc>
                        <a:spcBef>
                          <a:spcPts val="215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2065" algn="ctr">
                        <a:lnSpc>
                          <a:spcPts val="83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2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27305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844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100" spc="-25" dirty="0">
                          <a:latin typeface="Georgia"/>
                          <a:cs typeface="Georgia"/>
                        </a:rPr>
                        <a:t>NF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31115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885"/>
                        </a:lnSpc>
                        <a:spcBef>
                          <a:spcPts val="114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2065" algn="ctr">
                        <a:lnSpc>
                          <a:spcPts val="88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4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1460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885"/>
                        </a:lnSpc>
                        <a:spcBef>
                          <a:spcPts val="114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R="4445" algn="ctr">
                        <a:lnSpc>
                          <a:spcPts val="88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4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1460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885"/>
                        </a:lnSpc>
                        <a:spcBef>
                          <a:spcPts val="114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2065" algn="ctr">
                        <a:lnSpc>
                          <a:spcPts val="88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2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14604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59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885"/>
                        </a:lnSpc>
                        <a:spcBef>
                          <a:spcPts val="215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2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L="12065" algn="ctr">
                        <a:lnSpc>
                          <a:spcPts val="81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3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273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885"/>
                        </a:lnSpc>
                        <a:spcBef>
                          <a:spcPts val="215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marR="4445" algn="ctr">
                        <a:lnSpc>
                          <a:spcPts val="81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3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273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2693604" y="2569922"/>
            <a:ext cx="10763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Not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independent.</a:t>
            </a:r>
            <a:endParaRPr sz="1100" dirty="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11/19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757555">
              <a:lnSpc>
                <a:spcPct val="100000"/>
              </a:lnSpc>
              <a:spcBef>
                <a:spcPts val="135"/>
              </a:spcBef>
            </a:pPr>
            <a:r>
              <a:rPr dirty="0"/>
              <a:t>Combining</a:t>
            </a:r>
            <a:r>
              <a:rPr spc="305" dirty="0"/>
              <a:t> </a:t>
            </a:r>
            <a:r>
              <a:rPr spc="55" dirty="0"/>
              <a:t>Independent</a:t>
            </a:r>
            <a:r>
              <a:rPr spc="305" dirty="0"/>
              <a:t> </a:t>
            </a:r>
            <a:r>
              <a:rPr spc="-10" dirty="0"/>
              <a:t>Events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1209802"/>
            <a:ext cx="3666490" cy="8147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Georgia"/>
                <a:cs typeface="Georgia"/>
              </a:rPr>
              <a:t>Suppose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A,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50" dirty="0">
                <a:latin typeface="Georgia"/>
                <a:cs typeface="Georgia"/>
              </a:rPr>
              <a:t>B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independent.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50">
              <a:latin typeface="Georgia"/>
              <a:cs typeface="Georgia"/>
            </a:endParaRPr>
          </a:p>
          <a:p>
            <a:pPr marL="689610" algn="ctr">
              <a:lnSpc>
                <a:spcPct val="100000"/>
              </a:lnSpc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&amp;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b="0" i="1" spc="-35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55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×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Georgia"/>
                <a:cs typeface="Georgia"/>
              </a:rPr>
              <a:t>(</a:t>
            </a:r>
            <a:r>
              <a:rPr sz="1100" b="0" i="1" spc="-25" dirty="0">
                <a:latin typeface="Bookman Old Style"/>
                <a:cs typeface="Bookman Old Style"/>
              </a:rPr>
              <a:t>B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50">
              <a:latin typeface="Georgia"/>
              <a:cs typeface="Georgia"/>
            </a:endParaRPr>
          </a:p>
          <a:p>
            <a:pPr marL="689610" algn="ctr">
              <a:lnSpc>
                <a:spcPct val="100000"/>
              </a:lnSpc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7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(at</a:t>
            </a:r>
            <a:r>
              <a:rPr sz="1100" spc="114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least</a:t>
            </a:r>
            <a:r>
              <a:rPr sz="1100" spc="11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one</a:t>
            </a:r>
            <a:r>
              <a:rPr sz="1100" spc="114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70" dirty="0">
                <a:latin typeface="Georgia"/>
                <a:cs typeface="Georgia"/>
              </a:rPr>
              <a:t>1</a:t>
            </a:r>
            <a:r>
              <a:rPr sz="1100" spc="-10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Georgia"/>
                <a:cs typeface="Georgia"/>
              </a:rPr>
              <a:t>(1</a:t>
            </a:r>
            <a:r>
              <a:rPr sz="1100" spc="-10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7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))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×</a:t>
            </a:r>
            <a:r>
              <a:rPr sz="1100" spc="-9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Georgia"/>
                <a:cs typeface="Georgia"/>
              </a:rPr>
              <a:t>(1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9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75" dirty="0">
                <a:latin typeface="Bookman Old Style"/>
                <a:cs typeface="Bookman Old Style"/>
              </a:rPr>
              <a:t> </a:t>
            </a:r>
            <a:r>
              <a:rPr sz="1100" spc="-20" dirty="0">
                <a:latin typeface="Georgia"/>
                <a:cs typeface="Georgia"/>
              </a:rPr>
              <a:t>(</a:t>
            </a:r>
            <a:r>
              <a:rPr sz="1100" b="0" i="1" spc="-20" dirty="0">
                <a:latin typeface="Bookman Old Style"/>
                <a:cs typeface="Bookman Old Style"/>
              </a:rPr>
              <a:t>B</a:t>
            </a:r>
            <a:r>
              <a:rPr sz="1100" spc="-20" dirty="0">
                <a:latin typeface="Georgia"/>
                <a:cs typeface="Georgia"/>
              </a:rPr>
              <a:t>))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12/19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14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619250" y="3343393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 dirty="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64322" y="62407"/>
            <a:ext cx="108013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75" dirty="0">
                <a:solidFill>
                  <a:srgbClr val="FFFFFF"/>
                </a:solidFill>
                <a:latin typeface="Times New Roman"/>
                <a:cs typeface="Times New Roman"/>
              </a:rPr>
              <a:t>At</a:t>
            </a:r>
            <a:r>
              <a:rPr sz="1400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Least</a:t>
            </a:r>
            <a:r>
              <a:rPr sz="1400" spc="2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imes New Roman"/>
                <a:cs typeface="Times New Roman"/>
              </a:rPr>
              <a:t>One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1406945"/>
              </p:ext>
            </p:extLst>
          </p:nvPr>
        </p:nvGraphicFramePr>
        <p:xfrm>
          <a:off x="1504518" y="490415"/>
          <a:ext cx="2178685" cy="2159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8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9545"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2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(1</a:t>
                      </a:r>
                      <a:r>
                        <a:rPr sz="1100" spc="2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100" spc="-35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60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100" b="0" i="1" dirty="0">
                          <a:latin typeface="Bookman Old Style"/>
                          <a:cs typeface="Bookman Old Style"/>
                        </a:rPr>
                        <a:t>P</a:t>
                      </a:r>
                      <a:r>
                        <a:rPr sz="1100" b="0" i="1" spc="-15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spc="-20" dirty="0">
                          <a:latin typeface="Georgia"/>
                          <a:cs typeface="Georgia"/>
                        </a:rPr>
                        <a:t>(</a:t>
                      </a:r>
                      <a:r>
                        <a:rPr sz="1100" b="0" i="1" spc="-20" dirty="0">
                          <a:latin typeface="Bookman Old Style"/>
                          <a:cs typeface="Bookman Old Style"/>
                        </a:rPr>
                        <a:t>A</a:t>
                      </a:r>
                      <a:r>
                        <a:rPr sz="1100" spc="-20" dirty="0">
                          <a:latin typeface="Georgia"/>
                          <a:cs typeface="Georgia"/>
                        </a:rPr>
                        <a:t>)</a:t>
                      </a:r>
                      <a:endParaRPr sz="1100" dirty="0">
                        <a:latin typeface="Georgia"/>
                        <a:cs typeface="Georgia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100" dirty="0">
                          <a:latin typeface="Lucida Sans Unicode"/>
                          <a:cs typeface="Lucida Sans Unicode"/>
                        </a:rPr>
                        <a:t>×</a:t>
                      </a:r>
                      <a:r>
                        <a:rPr sz="1100" dirty="0">
                          <a:latin typeface="Georgia"/>
                          <a:cs typeface="Georgia"/>
                        </a:rPr>
                        <a:t>(1</a:t>
                      </a:r>
                      <a:r>
                        <a:rPr sz="1100" spc="1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100" spc="-35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100" spc="-70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100" b="0" i="1" dirty="0">
                          <a:latin typeface="Bookman Old Style"/>
                          <a:cs typeface="Bookman Old Style"/>
                        </a:rPr>
                        <a:t>P</a:t>
                      </a:r>
                      <a:r>
                        <a:rPr sz="1100" b="0" i="1" spc="-16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spc="-20" dirty="0">
                          <a:latin typeface="Georgia"/>
                          <a:cs typeface="Georgia"/>
                        </a:rPr>
                        <a:t>(</a:t>
                      </a:r>
                      <a:r>
                        <a:rPr sz="1100" b="0" i="1" spc="-20" dirty="0">
                          <a:latin typeface="Bookman Old Style"/>
                          <a:cs typeface="Bookman Old Style"/>
                        </a:rPr>
                        <a:t>B</a:t>
                      </a:r>
                      <a:r>
                        <a:rPr sz="1100" spc="-20" dirty="0">
                          <a:latin typeface="Georgia"/>
                          <a:cs typeface="Georgia"/>
                        </a:rPr>
                        <a:t>))</a:t>
                      </a:r>
                      <a:endParaRPr sz="1100" dirty="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9455"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100" b="0" i="1" dirty="0">
                          <a:latin typeface="Bookman Old Style"/>
                          <a:cs typeface="Bookman Old Style"/>
                        </a:rPr>
                        <a:t>P</a:t>
                      </a:r>
                      <a:r>
                        <a:rPr sz="1100" b="0" i="1" spc="-155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dirty="0">
                          <a:latin typeface="Georgia"/>
                          <a:cs typeface="Georgia"/>
                        </a:rPr>
                        <a:t>(</a:t>
                      </a:r>
                      <a:r>
                        <a:rPr sz="1100" b="0" i="1" dirty="0">
                          <a:latin typeface="Bookman Old Style"/>
                          <a:cs typeface="Bookman Old Style"/>
                        </a:rPr>
                        <a:t>A</a:t>
                      </a:r>
                      <a:r>
                        <a:rPr sz="1100" dirty="0">
                          <a:latin typeface="Georgia"/>
                          <a:cs typeface="Georgia"/>
                        </a:rPr>
                        <a:t>)</a:t>
                      </a:r>
                      <a:r>
                        <a:rPr sz="1100" spc="2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1100" spc="-400" dirty="0">
                          <a:latin typeface="Lucida Sans Unicode"/>
                          <a:cs typeface="Lucida Sans Unicode"/>
                        </a:rPr>
                        <a:t>·</a:t>
                      </a:r>
                      <a:r>
                        <a:rPr sz="1100" spc="-60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100" b="0" i="1" dirty="0">
                          <a:latin typeface="Bookman Old Style"/>
                          <a:cs typeface="Bookman Old Style"/>
                        </a:rPr>
                        <a:t>P</a:t>
                      </a:r>
                      <a:r>
                        <a:rPr sz="1100" b="0" i="1" spc="-150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spc="-25" dirty="0">
                          <a:latin typeface="Georgia"/>
                          <a:cs typeface="Georgia"/>
                        </a:rPr>
                        <a:t>(</a:t>
                      </a:r>
                      <a:r>
                        <a:rPr sz="1100" b="0" i="1" spc="-25" dirty="0">
                          <a:latin typeface="Bookman Old Style"/>
                          <a:cs typeface="Bookman Old Style"/>
                        </a:rPr>
                        <a:t>B</a:t>
                      </a:r>
                      <a:r>
                        <a:rPr sz="1100" spc="-25" dirty="0">
                          <a:latin typeface="Georgia"/>
                          <a:cs typeface="Georgia"/>
                        </a:rPr>
                        <a:t>)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816076" y="2173820"/>
            <a:ext cx="2976245" cy="10680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68275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Georgia"/>
                <a:cs typeface="Georgia"/>
              </a:rPr>
              <a:t>(</a:t>
            </a:r>
            <a:r>
              <a:rPr sz="1100" b="0" i="1" spc="-25" dirty="0">
                <a:latin typeface="Bookman Old Style"/>
                <a:cs typeface="Bookman Old Style"/>
              </a:rPr>
              <a:t>A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50">
              <a:latin typeface="Georgia"/>
              <a:cs typeface="Georgia"/>
            </a:endParaRPr>
          </a:p>
          <a:p>
            <a:pPr marL="883919">
              <a:lnSpc>
                <a:spcPct val="100000"/>
              </a:lnSpc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Georgia"/>
                <a:cs typeface="Georgia"/>
              </a:rPr>
              <a:t>(</a:t>
            </a:r>
            <a:r>
              <a:rPr sz="1100" b="0" i="1" spc="-25" dirty="0">
                <a:latin typeface="Bookman Old Style"/>
                <a:cs typeface="Bookman Old Style"/>
              </a:rPr>
              <a:t>B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7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(at</a:t>
            </a:r>
            <a:r>
              <a:rPr sz="1100" spc="114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least</a:t>
            </a:r>
            <a:r>
              <a:rPr sz="1100" spc="11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one</a:t>
            </a:r>
            <a:r>
              <a:rPr sz="1100" spc="114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70" dirty="0">
                <a:latin typeface="Georgia"/>
                <a:cs typeface="Georgia"/>
              </a:rPr>
              <a:t>1</a:t>
            </a:r>
            <a:r>
              <a:rPr sz="1100" spc="-10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Georgia"/>
                <a:cs typeface="Georgia"/>
              </a:rPr>
              <a:t>(1</a:t>
            </a:r>
            <a:r>
              <a:rPr sz="1100" spc="-10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7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))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×</a:t>
            </a:r>
            <a:r>
              <a:rPr sz="1100" spc="-9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Georgia"/>
                <a:cs typeface="Georgia"/>
              </a:rPr>
              <a:t>(1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9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75" dirty="0">
                <a:latin typeface="Bookman Old Style"/>
                <a:cs typeface="Bookman Old Style"/>
              </a:rPr>
              <a:t> </a:t>
            </a:r>
            <a:r>
              <a:rPr sz="1100" spc="-20" dirty="0">
                <a:latin typeface="Georgia"/>
                <a:cs typeface="Georgia"/>
              </a:rPr>
              <a:t>(</a:t>
            </a:r>
            <a:r>
              <a:rPr sz="1100" b="0" i="1" spc="-20" dirty="0">
                <a:latin typeface="Bookman Old Style"/>
                <a:cs typeface="Bookman Old Style"/>
              </a:rPr>
              <a:t>B</a:t>
            </a:r>
            <a:r>
              <a:rPr sz="1100" spc="-20" dirty="0">
                <a:latin typeface="Georgia"/>
                <a:cs typeface="Georgia"/>
              </a:rPr>
              <a:t>))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13/19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14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583055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Reliability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344" y="509714"/>
            <a:ext cx="4424045" cy="8883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76200" marR="17780" algn="just">
              <a:lnSpc>
                <a:spcPts val="1350"/>
              </a:lnSpc>
              <a:spcBef>
                <a:spcPts val="110"/>
              </a:spcBef>
            </a:pPr>
            <a:r>
              <a:rPr sz="1100" spc="70" dirty="0">
                <a:latin typeface="Georgia"/>
                <a:cs typeface="Georgia"/>
              </a:rPr>
              <a:t>A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software</a:t>
            </a:r>
            <a:r>
              <a:rPr sz="1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package</a:t>
            </a:r>
            <a:r>
              <a:rPr sz="1100" dirty="0">
                <a:latin typeface="Georgia"/>
                <a:cs typeface="Georgia"/>
              </a:rPr>
              <a:t> is updated regularly.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There are two quality </a:t>
            </a:r>
            <a:r>
              <a:rPr sz="1100" spc="-10" dirty="0">
                <a:latin typeface="Georgia"/>
                <a:cs typeface="Georgia"/>
              </a:rPr>
              <a:t>control </a:t>
            </a:r>
            <a:r>
              <a:rPr sz="1100" dirty="0">
                <a:latin typeface="Georgia"/>
                <a:cs typeface="Georgia"/>
              </a:rPr>
              <a:t>teams</a:t>
            </a:r>
            <a:r>
              <a:rPr sz="1100" spc="-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who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look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for</a:t>
            </a:r>
            <a:r>
              <a:rPr sz="1100" spc="-1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problems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with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software</a:t>
            </a:r>
            <a:r>
              <a:rPr sz="1100" spc="-1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independently.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Team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sz="1100" spc="20" dirty="0">
                <a:latin typeface="Georgia"/>
                <a:cs typeface="Georgia"/>
              </a:rPr>
              <a:t>A </a:t>
            </a:r>
            <a:r>
              <a:rPr sz="1100" spc="-10" dirty="0">
                <a:latin typeface="Georgia"/>
                <a:cs typeface="Georgia"/>
              </a:rPr>
              <a:t>finds</a:t>
            </a:r>
            <a:r>
              <a:rPr sz="1100" spc="130" dirty="0">
                <a:latin typeface="Georgia"/>
                <a:cs typeface="Georgia"/>
              </a:rPr>
              <a:t> </a:t>
            </a:r>
            <a:r>
              <a:rPr sz="1200" u="sng" baseline="312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3</a:t>
            </a:r>
            <a:r>
              <a:rPr sz="1200" spc="254" baseline="31250" dirty="0">
                <a:latin typeface="Century"/>
                <a:cs typeface="Century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problems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Team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50" dirty="0">
                <a:latin typeface="Georgia"/>
                <a:cs typeface="Georgia"/>
              </a:rPr>
              <a:t>B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finds</a:t>
            </a:r>
            <a:r>
              <a:rPr sz="1100" spc="130" dirty="0">
                <a:latin typeface="Georgia"/>
                <a:cs typeface="Georgia"/>
              </a:rPr>
              <a:t> </a:t>
            </a:r>
            <a:r>
              <a:rPr sz="1200" u="sng" baseline="312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5</a:t>
            </a:r>
            <a:r>
              <a:rPr sz="1200" spc="254" baseline="31250" dirty="0">
                <a:latin typeface="Century"/>
                <a:cs typeface="Century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problems.</a:t>
            </a:r>
            <a:endParaRPr sz="1100">
              <a:latin typeface="Georgia"/>
              <a:cs typeface="Georgia"/>
            </a:endParaRPr>
          </a:p>
          <a:p>
            <a:pPr marL="422909">
              <a:lnSpc>
                <a:spcPts val="275"/>
              </a:lnSpc>
              <a:tabLst>
                <a:tab pos="2669540" algn="l"/>
              </a:tabLst>
            </a:pPr>
            <a:r>
              <a:rPr sz="800" spc="-50" dirty="0">
                <a:latin typeface="Century"/>
                <a:cs typeface="Century"/>
              </a:rPr>
              <a:t>4</a:t>
            </a:r>
            <a:r>
              <a:rPr sz="800" dirty="0">
                <a:latin typeface="Century"/>
                <a:cs typeface="Century"/>
              </a:rPr>
              <a:t>	</a:t>
            </a:r>
            <a:r>
              <a:rPr sz="800" spc="-50" dirty="0">
                <a:latin typeface="Century"/>
                <a:cs typeface="Century"/>
              </a:rPr>
              <a:t>8</a:t>
            </a:r>
            <a:endParaRPr sz="800">
              <a:latin typeface="Century"/>
              <a:cs typeface="Century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900">
              <a:latin typeface="Century"/>
              <a:cs typeface="Century"/>
            </a:endParaRPr>
          </a:p>
          <a:p>
            <a:pPr marL="76200" algn="just">
              <a:lnSpc>
                <a:spcPct val="100000"/>
              </a:lnSpc>
            </a:pPr>
            <a:r>
              <a:rPr sz="1100" dirty="0">
                <a:latin typeface="Georgia"/>
                <a:cs typeface="Georgia"/>
              </a:rPr>
              <a:t>What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probability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that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they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will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both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find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problem?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14/19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583055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Reliability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344" y="509714"/>
            <a:ext cx="4424045" cy="8883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76200" marR="17780" algn="just">
              <a:lnSpc>
                <a:spcPts val="1350"/>
              </a:lnSpc>
              <a:spcBef>
                <a:spcPts val="110"/>
              </a:spcBef>
            </a:pPr>
            <a:r>
              <a:rPr sz="1100" spc="70" dirty="0">
                <a:latin typeface="Georgia"/>
                <a:cs typeface="Georgia"/>
              </a:rPr>
              <a:t>A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software</a:t>
            </a:r>
            <a:r>
              <a:rPr sz="1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package</a:t>
            </a:r>
            <a:r>
              <a:rPr sz="1100" dirty="0">
                <a:latin typeface="Georgia"/>
                <a:cs typeface="Georgia"/>
              </a:rPr>
              <a:t> is updated regularly.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There are two quality </a:t>
            </a:r>
            <a:r>
              <a:rPr sz="1100" spc="-10" dirty="0">
                <a:latin typeface="Georgia"/>
                <a:cs typeface="Georgia"/>
              </a:rPr>
              <a:t>control </a:t>
            </a:r>
            <a:r>
              <a:rPr sz="1100" dirty="0">
                <a:latin typeface="Georgia"/>
                <a:cs typeface="Georgia"/>
              </a:rPr>
              <a:t>teams</a:t>
            </a:r>
            <a:r>
              <a:rPr sz="1100" spc="-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who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look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for</a:t>
            </a:r>
            <a:r>
              <a:rPr sz="1100" spc="-1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problems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with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software</a:t>
            </a:r>
            <a:r>
              <a:rPr sz="1100" spc="-1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independently.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Team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sz="1100" spc="20" dirty="0">
                <a:latin typeface="Georgia"/>
                <a:cs typeface="Georgia"/>
              </a:rPr>
              <a:t>A </a:t>
            </a:r>
            <a:r>
              <a:rPr sz="1100" spc="-10" dirty="0">
                <a:latin typeface="Georgia"/>
                <a:cs typeface="Georgia"/>
              </a:rPr>
              <a:t>finds</a:t>
            </a:r>
            <a:r>
              <a:rPr sz="1100" spc="130" dirty="0">
                <a:latin typeface="Georgia"/>
                <a:cs typeface="Georgia"/>
              </a:rPr>
              <a:t> </a:t>
            </a:r>
            <a:r>
              <a:rPr sz="1200" u="sng" baseline="312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3</a:t>
            </a:r>
            <a:r>
              <a:rPr sz="1200" spc="254" baseline="31250" dirty="0">
                <a:latin typeface="Century"/>
                <a:cs typeface="Century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problems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Team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50" dirty="0">
                <a:latin typeface="Georgia"/>
                <a:cs typeface="Georgia"/>
              </a:rPr>
              <a:t>B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finds</a:t>
            </a:r>
            <a:r>
              <a:rPr sz="1100" spc="130" dirty="0">
                <a:latin typeface="Georgia"/>
                <a:cs typeface="Georgia"/>
              </a:rPr>
              <a:t> </a:t>
            </a:r>
            <a:r>
              <a:rPr sz="1200" u="sng" baseline="312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5</a:t>
            </a:r>
            <a:r>
              <a:rPr sz="1200" spc="254" baseline="31250" dirty="0">
                <a:latin typeface="Century"/>
                <a:cs typeface="Century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problems.</a:t>
            </a:r>
            <a:endParaRPr sz="1100">
              <a:latin typeface="Georgia"/>
              <a:cs typeface="Georgia"/>
            </a:endParaRPr>
          </a:p>
          <a:p>
            <a:pPr marL="422909">
              <a:lnSpc>
                <a:spcPts val="275"/>
              </a:lnSpc>
              <a:tabLst>
                <a:tab pos="2669540" algn="l"/>
              </a:tabLst>
            </a:pPr>
            <a:r>
              <a:rPr sz="800" spc="-50" dirty="0">
                <a:latin typeface="Century"/>
                <a:cs typeface="Century"/>
              </a:rPr>
              <a:t>4</a:t>
            </a:r>
            <a:r>
              <a:rPr sz="800" dirty="0">
                <a:latin typeface="Century"/>
                <a:cs typeface="Century"/>
              </a:rPr>
              <a:t>	</a:t>
            </a:r>
            <a:r>
              <a:rPr sz="800" spc="-50" dirty="0">
                <a:latin typeface="Century"/>
                <a:cs typeface="Century"/>
              </a:rPr>
              <a:t>8</a:t>
            </a:r>
            <a:endParaRPr sz="800">
              <a:latin typeface="Century"/>
              <a:cs typeface="Century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900">
              <a:latin typeface="Century"/>
              <a:cs typeface="Century"/>
            </a:endParaRPr>
          </a:p>
          <a:p>
            <a:pPr marL="76200" algn="just">
              <a:lnSpc>
                <a:spcPct val="100000"/>
              </a:lnSpc>
            </a:pPr>
            <a:r>
              <a:rPr sz="1100" dirty="0">
                <a:latin typeface="Georgia"/>
                <a:cs typeface="Georgia"/>
              </a:rPr>
              <a:t>What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probability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that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they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will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both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find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problem?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958060" y="1870291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27033" y="1870291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060600" y="1753679"/>
            <a:ext cx="41020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88925" algn="l"/>
              </a:tabLst>
            </a:pPr>
            <a:r>
              <a:rPr sz="1100" spc="-50" dirty="0">
                <a:latin typeface="Lucida Sans Unicode"/>
                <a:cs typeface="Lucida Sans Unicode"/>
              </a:rPr>
              <a:t>×</a:t>
            </a:r>
            <a:r>
              <a:rPr sz="1100" dirty="0">
                <a:latin typeface="Lucida Sans Unicode"/>
                <a:cs typeface="Lucida Sans Unicode"/>
              </a:rPr>
              <a:t>	</a:t>
            </a:r>
            <a:r>
              <a:rPr sz="1100" spc="8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45360" y="1659953"/>
            <a:ext cx="7175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81305" algn="l"/>
                <a:tab pos="565785" algn="l"/>
              </a:tabLst>
            </a:pPr>
            <a:r>
              <a:rPr sz="1100" spc="-50" dirty="0">
                <a:latin typeface="Georgia"/>
                <a:cs typeface="Georgia"/>
              </a:rPr>
              <a:t>3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spc="-50" dirty="0">
                <a:latin typeface="Georgia"/>
                <a:cs typeface="Georgia"/>
              </a:rPr>
              <a:t>5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spc="-25" dirty="0">
                <a:latin typeface="Georgia"/>
                <a:cs typeface="Georgia"/>
              </a:rPr>
              <a:t>15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511399" y="1870291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>
                <a:moveTo>
                  <a:pt x="0" y="0"/>
                </a:moveTo>
                <a:lnTo>
                  <a:pt x="1385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945360" y="1848713"/>
            <a:ext cx="7175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81305" algn="l"/>
                <a:tab pos="565785" algn="l"/>
              </a:tabLst>
            </a:pPr>
            <a:r>
              <a:rPr sz="1100" spc="-50" dirty="0">
                <a:latin typeface="Georgia"/>
                <a:cs typeface="Georgia"/>
              </a:rPr>
              <a:t>4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spc="-50" dirty="0">
                <a:latin typeface="Georgia"/>
                <a:cs typeface="Georgia"/>
              </a:rPr>
              <a:t>8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spc="-45" dirty="0">
                <a:latin typeface="Georgia"/>
                <a:cs typeface="Georgia"/>
              </a:rPr>
              <a:t>32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14/19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583055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Reliability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344" y="509714"/>
            <a:ext cx="4424045" cy="8883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76200" marR="17780" algn="just">
              <a:lnSpc>
                <a:spcPts val="1350"/>
              </a:lnSpc>
              <a:spcBef>
                <a:spcPts val="110"/>
              </a:spcBef>
            </a:pPr>
            <a:r>
              <a:rPr sz="1100" spc="70" dirty="0">
                <a:latin typeface="Georgia"/>
                <a:cs typeface="Georgia"/>
              </a:rPr>
              <a:t>A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software</a:t>
            </a:r>
            <a:r>
              <a:rPr sz="1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package</a:t>
            </a:r>
            <a:r>
              <a:rPr sz="1100" dirty="0">
                <a:latin typeface="Georgia"/>
                <a:cs typeface="Georgia"/>
              </a:rPr>
              <a:t> is updated regularly.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There are two quality </a:t>
            </a:r>
            <a:r>
              <a:rPr sz="1100" spc="-10" dirty="0">
                <a:latin typeface="Georgia"/>
                <a:cs typeface="Georgia"/>
              </a:rPr>
              <a:t>control </a:t>
            </a:r>
            <a:r>
              <a:rPr sz="1100" dirty="0">
                <a:latin typeface="Georgia"/>
                <a:cs typeface="Georgia"/>
              </a:rPr>
              <a:t>teams</a:t>
            </a:r>
            <a:r>
              <a:rPr sz="1100" spc="-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who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look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for</a:t>
            </a:r>
            <a:r>
              <a:rPr sz="1100" spc="-1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problems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with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software</a:t>
            </a:r>
            <a:r>
              <a:rPr sz="1100" spc="-1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independently.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Team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sz="1100" spc="20" dirty="0">
                <a:latin typeface="Georgia"/>
                <a:cs typeface="Georgia"/>
              </a:rPr>
              <a:t>A </a:t>
            </a:r>
            <a:r>
              <a:rPr sz="1100" spc="-10" dirty="0">
                <a:latin typeface="Georgia"/>
                <a:cs typeface="Georgia"/>
              </a:rPr>
              <a:t>finds</a:t>
            </a:r>
            <a:r>
              <a:rPr sz="1100" spc="130" dirty="0">
                <a:latin typeface="Georgia"/>
                <a:cs typeface="Georgia"/>
              </a:rPr>
              <a:t> </a:t>
            </a:r>
            <a:r>
              <a:rPr sz="1200" u="sng" baseline="312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3</a:t>
            </a:r>
            <a:r>
              <a:rPr sz="1200" spc="254" baseline="31250" dirty="0">
                <a:latin typeface="Century"/>
                <a:cs typeface="Century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problems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Team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50" dirty="0">
                <a:latin typeface="Georgia"/>
                <a:cs typeface="Georgia"/>
              </a:rPr>
              <a:t>B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finds</a:t>
            </a:r>
            <a:r>
              <a:rPr sz="1100" spc="130" dirty="0">
                <a:latin typeface="Georgia"/>
                <a:cs typeface="Georgia"/>
              </a:rPr>
              <a:t> </a:t>
            </a:r>
            <a:r>
              <a:rPr sz="1200" u="sng" baseline="312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5</a:t>
            </a:r>
            <a:r>
              <a:rPr sz="1200" spc="254" baseline="31250" dirty="0">
                <a:latin typeface="Century"/>
                <a:cs typeface="Century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problems.</a:t>
            </a:r>
            <a:endParaRPr sz="1100">
              <a:latin typeface="Georgia"/>
              <a:cs typeface="Georgia"/>
            </a:endParaRPr>
          </a:p>
          <a:p>
            <a:pPr marL="422909">
              <a:lnSpc>
                <a:spcPts val="275"/>
              </a:lnSpc>
              <a:tabLst>
                <a:tab pos="2669540" algn="l"/>
              </a:tabLst>
            </a:pPr>
            <a:r>
              <a:rPr sz="800" spc="-50" dirty="0">
                <a:latin typeface="Century"/>
                <a:cs typeface="Century"/>
              </a:rPr>
              <a:t>4</a:t>
            </a:r>
            <a:r>
              <a:rPr sz="800" dirty="0">
                <a:latin typeface="Century"/>
                <a:cs typeface="Century"/>
              </a:rPr>
              <a:t>	</a:t>
            </a:r>
            <a:r>
              <a:rPr sz="800" spc="-50" dirty="0">
                <a:latin typeface="Century"/>
                <a:cs typeface="Century"/>
              </a:rPr>
              <a:t>8</a:t>
            </a:r>
            <a:endParaRPr sz="800">
              <a:latin typeface="Century"/>
              <a:cs typeface="Century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900">
              <a:latin typeface="Century"/>
              <a:cs typeface="Century"/>
            </a:endParaRPr>
          </a:p>
          <a:p>
            <a:pPr marL="76200" algn="just">
              <a:lnSpc>
                <a:spcPct val="100000"/>
              </a:lnSpc>
            </a:pPr>
            <a:r>
              <a:rPr sz="1100" dirty="0">
                <a:latin typeface="Georgia"/>
                <a:cs typeface="Georgia"/>
              </a:rPr>
              <a:t>What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probability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that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they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will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both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find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problem?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958060" y="1870291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27033" y="1870291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060600" y="1753679"/>
            <a:ext cx="41020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88925" algn="l"/>
              </a:tabLst>
            </a:pPr>
            <a:r>
              <a:rPr sz="1100" spc="-50" dirty="0">
                <a:latin typeface="Lucida Sans Unicode"/>
                <a:cs typeface="Lucida Sans Unicode"/>
              </a:rPr>
              <a:t>×</a:t>
            </a:r>
            <a:r>
              <a:rPr sz="1100" dirty="0">
                <a:latin typeface="Lucida Sans Unicode"/>
                <a:cs typeface="Lucida Sans Unicode"/>
              </a:rPr>
              <a:t>	</a:t>
            </a:r>
            <a:r>
              <a:rPr sz="1100" spc="8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45360" y="1659953"/>
            <a:ext cx="7175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81305" algn="l"/>
                <a:tab pos="565785" algn="l"/>
              </a:tabLst>
            </a:pPr>
            <a:r>
              <a:rPr sz="1100" spc="-50" dirty="0">
                <a:latin typeface="Georgia"/>
                <a:cs typeface="Georgia"/>
              </a:rPr>
              <a:t>3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spc="-50" dirty="0">
                <a:latin typeface="Georgia"/>
                <a:cs typeface="Georgia"/>
              </a:rPr>
              <a:t>5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spc="-25" dirty="0">
                <a:latin typeface="Georgia"/>
                <a:cs typeface="Georgia"/>
              </a:rPr>
              <a:t>15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511399" y="1870291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>
                <a:moveTo>
                  <a:pt x="0" y="0"/>
                </a:moveTo>
                <a:lnTo>
                  <a:pt x="1385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945360" y="1848713"/>
            <a:ext cx="7175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81305" algn="l"/>
                <a:tab pos="565785" algn="l"/>
              </a:tabLst>
            </a:pPr>
            <a:r>
              <a:rPr sz="1100" spc="-50" dirty="0">
                <a:latin typeface="Georgia"/>
                <a:cs typeface="Georgia"/>
              </a:rPr>
              <a:t>4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spc="-50" dirty="0">
                <a:latin typeface="Georgia"/>
                <a:cs typeface="Georgia"/>
              </a:rPr>
              <a:t>8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spc="-45" dirty="0">
                <a:latin typeface="Georgia"/>
                <a:cs typeface="Georgia"/>
              </a:rPr>
              <a:t>32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5844" y="2219820"/>
            <a:ext cx="42729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What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probability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that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at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least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one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them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will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find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problem?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14/19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583055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Reliability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344" y="509714"/>
            <a:ext cx="4424045" cy="8883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76200" marR="17780" algn="just">
              <a:lnSpc>
                <a:spcPts val="1350"/>
              </a:lnSpc>
              <a:spcBef>
                <a:spcPts val="110"/>
              </a:spcBef>
            </a:pPr>
            <a:r>
              <a:rPr sz="1100" spc="70" dirty="0">
                <a:latin typeface="Georgia"/>
                <a:cs typeface="Georgia"/>
              </a:rPr>
              <a:t>A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software</a:t>
            </a:r>
            <a:r>
              <a:rPr sz="1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package</a:t>
            </a:r>
            <a:r>
              <a:rPr sz="1100" dirty="0">
                <a:latin typeface="Georgia"/>
                <a:cs typeface="Georgia"/>
              </a:rPr>
              <a:t> is updated regularly.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There are two quality </a:t>
            </a:r>
            <a:r>
              <a:rPr sz="1100" spc="-10" dirty="0">
                <a:latin typeface="Georgia"/>
                <a:cs typeface="Georgia"/>
              </a:rPr>
              <a:t>control </a:t>
            </a:r>
            <a:r>
              <a:rPr sz="1100" dirty="0">
                <a:latin typeface="Georgia"/>
                <a:cs typeface="Georgia"/>
              </a:rPr>
              <a:t>teams</a:t>
            </a:r>
            <a:r>
              <a:rPr sz="1100" spc="-1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who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look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for</a:t>
            </a:r>
            <a:r>
              <a:rPr sz="1100" spc="-1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problems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with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software</a:t>
            </a:r>
            <a:r>
              <a:rPr sz="1100" spc="-1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independently.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Team</a:t>
            </a:r>
            <a:r>
              <a:rPr sz="1100" spc="-5" dirty="0">
                <a:latin typeface="Georgia"/>
                <a:cs typeface="Georgia"/>
              </a:rPr>
              <a:t> </a:t>
            </a:r>
            <a:r>
              <a:rPr sz="1100" spc="20" dirty="0">
                <a:latin typeface="Georgia"/>
                <a:cs typeface="Georgia"/>
              </a:rPr>
              <a:t>A </a:t>
            </a:r>
            <a:r>
              <a:rPr sz="1100" spc="-10" dirty="0">
                <a:latin typeface="Georgia"/>
                <a:cs typeface="Georgia"/>
              </a:rPr>
              <a:t>finds</a:t>
            </a:r>
            <a:r>
              <a:rPr sz="1100" spc="130" dirty="0">
                <a:latin typeface="Georgia"/>
                <a:cs typeface="Georgia"/>
              </a:rPr>
              <a:t> </a:t>
            </a:r>
            <a:r>
              <a:rPr sz="1200" u="sng" baseline="312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3</a:t>
            </a:r>
            <a:r>
              <a:rPr sz="1200" spc="254" baseline="31250" dirty="0">
                <a:latin typeface="Century"/>
                <a:cs typeface="Century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problems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Team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50" dirty="0">
                <a:latin typeface="Georgia"/>
                <a:cs typeface="Georgia"/>
              </a:rPr>
              <a:t>B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finds</a:t>
            </a:r>
            <a:r>
              <a:rPr sz="1100" spc="130" dirty="0">
                <a:latin typeface="Georgia"/>
                <a:cs typeface="Georgia"/>
              </a:rPr>
              <a:t> </a:t>
            </a:r>
            <a:r>
              <a:rPr sz="1200" u="sng" baseline="312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5</a:t>
            </a:r>
            <a:r>
              <a:rPr sz="1200" spc="254" baseline="31250" dirty="0">
                <a:latin typeface="Century"/>
                <a:cs typeface="Century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problems.</a:t>
            </a:r>
            <a:endParaRPr sz="1100">
              <a:latin typeface="Georgia"/>
              <a:cs typeface="Georgia"/>
            </a:endParaRPr>
          </a:p>
          <a:p>
            <a:pPr marL="422909">
              <a:lnSpc>
                <a:spcPts val="275"/>
              </a:lnSpc>
              <a:tabLst>
                <a:tab pos="2669540" algn="l"/>
              </a:tabLst>
            </a:pPr>
            <a:r>
              <a:rPr sz="800" spc="-50" dirty="0">
                <a:latin typeface="Century"/>
                <a:cs typeface="Century"/>
              </a:rPr>
              <a:t>4</a:t>
            </a:r>
            <a:r>
              <a:rPr sz="800" dirty="0">
                <a:latin typeface="Century"/>
                <a:cs typeface="Century"/>
              </a:rPr>
              <a:t>	</a:t>
            </a:r>
            <a:r>
              <a:rPr sz="800" spc="-50" dirty="0">
                <a:latin typeface="Century"/>
                <a:cs typeface="Century"/>
              </a:rPr>
              <a:t>8</a:t>
            </a:r>
            <a:endParaRPr sz="800">
              <a:latin typeface="Century"/>
              <a:cs typeface="Century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900">
              <a:latin typeface="Century"/>
              <a:cs typeface="Century"/>
            </a:endParaRPr>
          </a:p>
          <a:p>
            <a:pPr marL="76200" algn="just">
              <a:lnSpc>
                <a:spcPct val="100000"/>
              </a:lnSpc>
            </a:pPr>
            <a:r>
              <a:rPr sz="1100" dirty="0">
                <a:latin typeface="Georgia"/>
                <a:cs typeface="Georgia"/>
              </a:rPr>
              <a:t>What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probability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that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they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will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both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find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problem?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958060" y="1870291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27033" y="1870291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060600" y="1753679"/>
            <a:ext cx="41020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88925" algn="l"/>
              </a:tabLst>
            </a:pPr>
            <a:r>
              <a:rPr sz="1100" spc="-50" dirty="0">
                <a:latin typeface="Lucida Sans Unicode"/>
                <a:cs typeface="Lucida Sans Unicode"/>
              </a:rPr>
              <a:t>×</a:t>
            </a:r>
            <a:r>
              <a:rPr sz="1100" dirty="0">
                <a:latin typeface="Lucida Sans Unicode"/>
                <a:cs typeface="Lucida Sans Unicode"/>
              </a:rPr>
              <a:t>	</a:t>
            </a:r>
            <a:r>
              <a:rPr sz="1100" spc="8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45360" y="1659953"/>
            <a:ext cx="7175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81305" algn="l"/>
                <a:tab pos="565785" algn="l"/>
              </a:tabLst>
            </a:pPr>
            <a:r>
              <a:rPr sz="1100" spc="-50" dirty="0">
                <a:latin typeface="Georgia"/>
                <a:cs typeface="Georgia"/>
              </a:rPr>
              <a:t>3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spc="-50" dirty="0">
                <a:latin typeface="Georgia"/>
                <a:cs typeface="Georgia"/>
              </a:rPr>
              <a:t>5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spc="-25" dirty="0">
                <a:latin typeface="Georgia"/>
                <a:cs typeface="Georgia"/>
              </a:rPr>
              <a:t>15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511399" y="1870291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>
                <a:moveTo>
                  <a:pt x="0" y="0"/>
                </a:moveTo>
                <a:lnTo>
                  <a:pt x="1385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945360" y="1848713"/>
            <a:ext cx="7175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81305" algn="l"/>
                <a:tab pos="565785" algn="l"/>
              </a:tabLst>
            </a:pPr>
            <a:r>
              <a:rPr sz="1100" spc="-50" dirty="0">
                <a:latin typeface="Georgia"/>
                <a:cs typeface="Georgia"/>
              </a:rPr>
              <a:t>4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spc="-50" dirty="0">
                <a:latin typeface="Georgia"/>
                <a:cs typeface="Georgia"/>
              </a:rPr>
              <a:t>8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spc="-45" dirty="0">
                <a:latin typeface="Georgia"/>
                <a:cs typeface="Georgia"/>
              </a:rPr>
              <a:t>32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5844" y="2219820"/>
            <a:ext cx="42729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What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is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probability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that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at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least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one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of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them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will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find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problem?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579410" y="2902051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566710" y="2880474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80" dirty="0">
                <a:latin typeface="Georgia"/>
                <a:cs typeface="Georgia"/>
              </a:rPr>
              <a:t>4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290952" y="2902051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231874" y="2792078"/>
            <a:ext cx="12795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52755" algn="l"/>
                <a:tab pos="723900" algn="l"/>
                <a:tab pos="1163955" algn="l"/>
              </a:tabLst>
            </a:pPr>
            <a:r>
              <a:rPr sz="1100" spc="-50" dirty="0">
                <a:latin typeface="Wide Latin"/>
                <a:cs typeface="Wide Latin"/>
              </a:rPr>
              <a:t>(</a:t>
            </a:r>
            <a:r>
              <a:rPr sz="1100" dirty="0">
                <a:latin typeface="Wide Latin"/>
                <a:cs typeface="Wide Latin"/>
              </a:rPr>
              <a:t>	</a:t>
            </a:r>
            <a:r>
              <a:rPr sz="1100" spc="-50" dirty="0">
                <a:latin typeface="Wide Latin"/>
                <a:cs typeface="Wide Latin"/>
              </a:rPr>
              <a:t>)</a:t>
            </a:r>
            <a:r>
              <a:rPr sz="1100" dirty="0">
                <a:latin typeface="Wide Latin"/>
                <a:cs typeface="Wide Latin"/>
              </a:rPr>
              <a:t>	</a:t>
            </a:r>
            <a:r>
              <a:rPr sz="1100" spc="-50" dirty="0">
                <a:latin typeface="Wide Latin"/>
                <a:cs typeface="Wide Latin"/>
              </a:rPr>
              <a:t>(</a:t>
            </a:r>
            <a:r>
              <a:rPr sz="1100" dirty="0">
                <a:latin typeface="Wide Latin"/>
                <a:cs typeface="Wide Latin"/>
              </a:rPr>
              <a:t>	</a:t>
            </a:r>
            <a:r>
              <a:rPr sz="1100" spc="-50" dirty="0">
                <a:latin typeface="Wide Latin"/>
                <a:cs typeface="Wide Latin"/>
              </a:rPr>
              <a:t>)</a:t>
            </a:r>
            <a:endParaRPr sz="1100" dirty="0">
              <a:latin typeface="Wide Latin"/>
              <a:cs typeface="Wide Lati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915907" y="2902051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184880" y="2902051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972324" y="2691714"/>
            <a:ext cx="2648585" cy="2857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07060">
              <a:lnSpc>
                <a:spcPts val="1030"/>
              </a:lnSpc>
              <a:spcBef>
                <a:spcPts val="90"/>
              </a:spcBef>
              <a:tabLst>
                <a:tab pos="1318260" algn="l"/>
                <a:tab pos="1943100" algn="l"/>
                <a:tab pos="2212340" algn="l"/>
                <a:tab pos="2496820" algn="l"/>
              </a:tabLst>
            </a:pPr>
            <a:r>
              <a:rPr sz="1100" spc="-50" dirty="0">
                <a:latin typeface="Georgia"/>
                <a:cs typeface="Georgia"/>
              </a:rPr>
              <a:t>3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spc="-50" dirty="0">
                <a:latin typeface="Georgia"/>
                <a:cs typeface="Georgia"/>
              </a:rPr>
              <a:t>5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spc="20" dirty="0">
                <a:latin typeface="Georgia"/>
                <a:cs typeface="Georgia"/>
              </a:rPr>
              <a:t>1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spc="-50" dirty="0">
                <a:latin typeface="Georgia"/>
                <a:cs typeface="Georgia"/>
              </a:rPr>
              <a:t>3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spc="-55" dirty="0">
                <a:latin typeface="Georgia"/>
                <a:cs typeface="Georgia"/>
              </a:rPr>
              <a:t>29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ts val="1030"/>
              </a:lnSpc>
              <a:tabLst>
                <a:tab pos="353060" algn="l"/>
                <a:tab pos="824230" algn="l"/>
                <a:tab pos="1064260" algn="l"/>
                <a:tab pos="1543050" algn="l"/>
                <a:tab pos="2058670" algn="l"/>
                <a:tab pos="2334895" algn="l"/>
              </a:tabLst>
            </a:pPr>
            <a:r>
              <a:rPr sz="1100" spc="70" dirty="0">
                <a:latin typeface="Georgia"/>
                <a:cs typeface="Georgia"/>
              </a:rPr>
              <a:t>1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spc="-50" dirty="0">
                <a:latin typeface="Lucida Sans Unicode"/>
                <a:cs typeface="Lucida Sans Unicode"/>
              </a:rPr>
              <a:t>−</a:t>
            </a:r>
            <a:r>
              <a:rPr sz="1100" dirty="0">
                <a:latin typeface="Lucida Sans Unicode"/>
                <a:cs typeface="Lucida Sans Unicode"/>
              </a:rPr>
              <a:t>	</a:t>
            </a:r>
            <a:r>
              <a:rPr sz="1100" spc="70" dirty="0">
                <a:latin typeface="Georgia"/>
                <a:cs typeface="Georgia"/>
              </a:rPr>
              <a:t>1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spc="-50" dirty="0">
                <a:latin typeface="Lucida Sans Unicode"/>
                <a:cs typeface="Lucida Sans Unicode"/>
              </a:rPr>
              <a:t>−</a:t>
            </a:r>
            <a:r>
              <a:rPr sz="1100" dirty="0">
                <a:latin typeface="Lucida Sans Unicode"/>
                <a:cs typeface="Lucida Sans Unicode"/>
              </a:rPr>
              <a:t>	</a:t>
            </a:r>
            <a:r>
              <a:rPr sz="1100" spc="-50" dirty="0">
                <a:latin typeface="Lucida Sans Unicode"/>
                <a:cs typeface="Lucida Sans Unicode"/>
              </a:rPr>
              <a:t>×</a:t>
            </a:r>
            <a:r>
              <a:rPr sz="1100" dirty="0">
                <a:latin typeface="Lucida Sans Unicode"/>
                <a:cs typeface="Lucida Sans Unicode"/>
              </a:rPr>
              <a:t>	</a:t>
            </a:r>
            <a:r>
              <a:rPr sz="1100" spc="70" dirty="0">
                <a:latin typeface="Georgia"/>
                <a:cs typeface="Georgia"/>
              </a:rPr>
              <a:t>1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spc="-50" dirty="0">
                <a:latin typeface="Lucida Sans Unicode"/>
                <a:cs typeface="Lucida Sans Unicode"/>
              </a:rPr>
              <a:t>−</a:t>
            </a:r>
            <a:r>
              <a:rPr sz="1100" dirty="0">
                <a:latin typeface="Lucida Sans Unicode"/>
                <a:cs typeface="Lucida Sans Unicode"/>
              </a:rPr>
              <a:t>	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70" dirty="0">
                <a:latin typeface="Georgia"/>
                <a:cs typeface="Georgia"/>
              </a:rPr>
              <a:t>1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spc="-50" dirty="0">
                <a:latin typeface="Lucida Sans Unicode"/>
                <a:cs typeface="Lucida Sans Unicode"/>
              </a:rPr>
              <a:t>−</a:t>
            </a:r>
            <a:r>
              <a:rPr sz="1100" dirty="0">
                <a:latin typeface="Lucida Sans Unicode"/>
                <a:cs typeface="Lucida Sans Unicode"/>
              </a:rPr>
              <a:t>	</a:t>
            </a:r>
            <a:r>
              <a:rPr sz="1100" spc="-50" dirty="0">
                <a:latin typeface="Lucida Sans Unicode"/>
                <a:cs typeface="Lucida Sans Unicode"/>
              </a:rPr>
              <a:t>×</a:t>
            </a:r>
            <a:r>
              <a:rPr sz="1100" dirty="0">
                <a:latin typeface="Lucida Sans Unicode"/>
                <a:cs typeface="Lucida Sans Unicode"/>
              </a:rPr>
              <a:t>	</a:t>
            </a:r>
            <a:r>
              <a:rPr sz="1100" spc="8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469246" y="2902051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>
                <a:moveTo>
                  <a:pt x="0" y="0"/>
                </a:moveTo>
                <a:lnTo>
                  <a:pt x="1385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278252" y="2880474"/>
            <a:ext cx="13423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37540" algn="l"/>
                <a:tab pos="906144" algn="l"/>
                <a:tab pos="1190625" algn="l"/>
              </a:tabLst>
            </a:pPr>
            <a:r>
              <a:rPr sz="1100" spc="-50" dirty="0">
                <a:latin typeface="Georgia"/>
                <a:cs typeface="Georgia"/>
              </a:rPr>
              <a:t>8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spc="-50" dirty="0">
                <a:latin typeface="Georgia"/>
                <a:cs typeface="Georgia"/>
              </a:rPr>
              <a:t>4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spc="-50" dirty="0">
                <a:latin typeface="Georgia"/>
                <a:cs typeface="Georgia"/>
              </a:rPr>
              <a:t>8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spc="-45" dirty="0">
                <a:latin typeface="Georgia"/>
                <a:cs typeface="Georgia"/>
              </a:rPr>
              <a:t>32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14/19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64322" y="62407"/>
            <a:ext cx="108013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75" dirty="0">
                <a:solidFill>
                  <a:srgbClr val="FFFFFF"/>
                </a:solidFill>
                <a:latin typeface="Times New Roman"/>
                <a:cs typeface="Times New Roman"/>
              </a:rPr>
              <a:t>At</a:t>
            </a:r>
            <a:r>
              <a:rPr sz="1400" spc="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Least</a:t>
            </a:r>
            <a:r>
              <a:rPr sz="1400" spc="2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imes New Roman"/>
                <a:cs typeface="Times New Roman"/>
              </a:rPr>
              <a:t>One</a:t>
            </a:r>
            <a:endParaRPr sz="14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445590" y="598949"/>
            <a:ext cx="2160270" cy="1440180"/>
            <a:chOff x="1445590" y="598949"/>
            <a:chExt cx="2160270" cy="1440180"/>
          </a:xfrm>
        </p:grpSpPr>
        <p:sp>
          <p:nvSpPr>
            <p:cNvPr id="4" name="object 4"/>
            <p:cNvSpPr/>
            <p:nvPr/>
          </p:nvSpPr>
          <p:spPr>
            <a:xfrm>
              <a:off x="2165598" y="598949"/>
              <a:ext cx="1440180" cy="1440180"/>
            </a:xfrm>
            <a:custGeom>
              <a:avLst/>
              <a:gdLst/>
              <a:ahLst/>
              <a:cxnLst/>
              <a:rect l="l" t="t" r="r" b="b"/>
              <a:pathLst>
                <a:path w="1440179" h="1440180">
                  <a:moveTo>
                    <a:pt x="1440014" y="0"/>
                  </a:moveTo>
                  <a:lnTo>
                    <a:pt x="0" y="0"/>
                  </a:lnTo>
                  <a:lnTo>
                    <a:pt x="0" y="1440014"/>
                  </a:lnTo>
                  <a:lnTo>
                    <a:pt x="1440014" y="1440014"/>
                  </a:lnTo>
                  <a:lnTo>
                    <a:pt x="144001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45590" y="598949"/>
              <a:ext cx="720090" cy="1440180"/>
            </a:xfrm>
            <a:custGeom>
              <a:avLst/>
              <a:gdLst/>
              <a:ahLst/>
              <a:cxnLst/>
              <a:rect l="l" t="t" r="r" b="b"/>
              <a:pathLst>
                <a:path w="720089" h="1440180">
                  <a:moveTo>
                    <a:pt x="720013" y="0"/>
                  </a:moveTo>
                  <a:lnTo>
                    <a:pt x="0" y="0"/>
                  </a:lnTo>
                  <a:lnTo>
                    <a:pt x="0" y="1440014"/>
                  </a:lnTo>
                  <a:lnTo>
                    <a:pt x="720013" y="1440014"/>
                  </a:lnTo>
                  <a:lnTo>
                    <a:pt x="720013" y="0"/>
                  </a:lnTo>
                  <a:close/>
                </a:path>
              </a:pathLst>
            </a:custGeom>
            <a:solidFill>
              <a:srgbClr val="FFF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6967912"/>
              </p:ext>
            </p:extLst>
          </p:nvPr>
        </p:nvGraphicFramePr>
        <p:xfrm>
          <a:off x="1026960" y="1210231"/>
          <a:ext cx="1943735" cy="2171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5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80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5570">
                <a:tc>
                  <a:txBody>
                    <a:bodyPr/>
                    <a:lstStyle/>
                    <a:p>
                      <a:pPr marL="31750">
                        <a:lnSpc>
                          <a:spcPts val="815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5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9405">
                        <a:lnSpc>
                          <a:spcPts val="815"/>
                        </a:lnSpc>
                      </a:pPr>
                      <a:r>
                        <a:rPr sz="800" u="sng" spc="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5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 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solidFill>
                      <a:srgbClr val="FFF200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815"/>
                        </a:lnSpc>
                      </a:pP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15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 marL="31750">
                        <a:lnSpc>
                          <a:spcPts val="700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8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9405">
                        <a:lnSpc>
                          <a:spcPts val="700"/>
                        </a:lnSpc>
                      </a:pPr>
                      <a:r>
                        <a:rPr sz="800" spc="-25" dirty="0">
                          <a:latin typeface="Century"/>
                          <a:cs typeface="Century"/>
                        </a:rPr>
                        <a:t>32</a:t>
                      </a:r>
                      <a:endParaRPr sz="800" dirty="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solidFill>
                      <a:srgbClr val="FFF200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700"/>
                        </a:lnSpc>
                      </a:pPr>
                      <a:r>
                        <a:rPr sz="800" spc="-25" dirty="0">
                          <a:latin typeface="Century"/>
                          <a:cs typeface="Century"/>
                        </a:rPr>
                        <a:t>32</a:t>
                      </a:r>
                      <a:endParaRPr sz="800" dirty="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026960" y="2038959"/>
          <a:ext cx="2578735" cy="10077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84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70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ts val="905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3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R="298450" algn="r">
                        <a:lnSpc>
                          <a:spcPts val="905"/>
                        </a:lnSpc>
                      </a:pPr>
                      <a:r>
                        <a:rPr sz="800" u="sng" spc="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3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 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666115">
                        <a:lnSpc>
                          <a:spcPts val="905"/>
                        </a:lnSpc>
                      </a:pPr>
                      <a:r>
                        <a:rPr sz="800" u="sng" spc="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9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 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marL="31750">
                        <a:lnSpc>
                          <a:spcPts val="760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8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98450" algn="r">
                        <a:lnSpc>
                          <a:spcPts val="760"/>
                        </a:lnSpc>
                      </a:pPr>
                      <a:r>
                        <a:rPr sz="800" spc="-25" dirty="0">
                          <a:latin typeface="Century"/>
                          <a:cs typeface="Century"/>
                        </a:rPr>
                        <a:t>32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666115">
                        <a:lnSpc>
                          <a:spcPts val="760"/>
                        </a:lnSpc>
                      </a:pPr>
                      <a:r>
                        <a:rPr sz="800" spc="-25" dirty="0">
                          <a:latin typeface="Century"/>
                          <a:cs typeface="Century"/>
                        </a:rPr>
                        <a:t>32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66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25120" algn="r">
                        <a:lnSpc>
                          <a:spcPts val="905"/>
                        </a:lnSpc>
                        <a:spcBef>
                          <a:spcPts val="470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59690" marB="0"/>
                </a:tc>
                <a:tc>
                  <a:txBody>
                    <a:bodyPr/>
                    <a:lstStyle/>
                    <a:p>
                      <a:pPr marL="692785">
                        <a:lnSpc>
                          <a:spcPts val="905"/>
                        </a:lnSpc>
                        <a:spcBef>
                          <a:spcPts val="470"/>
                        </a:spcBef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3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5969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25120" algn="r">
                        <a:lnSpc>
                          <a:spcPts val="700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4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2785">
                        <a:lnSpc>
                          <a:spcPts val="700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4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15/19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14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E91DAF5-B12C-C682-FEF2-F67426B5A126}"/>
              </a:ext>
            </a:extLst>
          </p:cNvPr>
          <p:cNvSpPr txBox="1"/>
          <p:nvPr/>
        </p:nvSpPr>
        <p:spPr>
          <a:xfrm>
            <a:off x="1044086" y="53975"/>
            <a:ext cx="2521928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1400" spc="75" dirty="0">
                <a:solidFill>
                  <a:srgbClr val="FFFFFF"/>
                </a:solidFill>
                <a:latin typeface="Times New Roman"/>
                <a:cs typeface="Times New Roman"/>
              </a:rPr>
              <a:t>Independent Events Example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5E578D-5FA0-DBA5-34B1-709BEE62DA9C}"/>
              </a:ext>
            </a:extLst>
          </p:cNvPr>
          <p:cNvSpPr txBox="1"/>
          <p:nvPr/>
        </p:nvSpPr>
        <p:spPr>
          <a:xfrm>
            <a:off x="323850" y="739759"/>
            <a:ext cx="2438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Toss a fair die:</a:t>
            </a:r>
          </a:p>
          <a:p>
            <a:r>
              <a:rPr lang="en-US" sz="1200" dirty="0"/>
              <a:t>A = {1,2 ,3} B={3,4,5}</a:t>
            </a:r>
          </a:p>
        </p:txBody>
      </p:sp>
    </p:spTree>
    <p:extLst>
      <p:ext uri="{BB962C8B-B14F-4D97-AF65-F5344CB8AC3E}">
        <p14:creationId xmlns:p14="http://schemas.microsoft.com/office/powerpoint/2010/main" val="16176537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69644">
              <a:lnSpc>
                <a:spcPct val="100000"/>
              </a:lnSpc>
              <a:spcBef>
                <a:spcPts val="135"/>
              </a:spcBef>
            </a:pPr>
            <a:r>
              <a:rPr dirty="0"/>
              <a:t>Conditional</a:t>
            </a:r>
            <a:r>
              <a:rPr spc="145" dirty="0"/>
              <a:t>  </a:t>
            </a:r>
            <a:r>
              <a:rPr spc="-10" dirty="0"/>
              <a:t>Independence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1297317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1"/>
                </a:lnTo>
                <a:lnTo>
                  <a:pt x="4432566" y="198361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57452" y="1326981"/>
            <a:ext cx="169354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Conditional</a:t>
            </a:r>
            <a:r>
              <a:rPr sz="1200" spc="3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Independence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544" y="1497584"/>
            <a:ext cx="4432935" cy="5029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94615" algn="ctr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Two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events,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70" dirty="0">
                <a:latin typeface="Georgia"/>
                <a:cs typeface="Georgia"/>
              </a:rPr>
              <a:t>A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B,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conditionally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independent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if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for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event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25" dirty="0">
                <a:latin typeface="Georgia"/>
                <a:cs typeface="Georgia"/>
              </a:rPr>
              <a:t>C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50">
              <a:latin typeface="Georgia"/>
              <a:cs typeface="Georgia"/>
            </a:endParaRPr>
          </a:p>
          <a:p>
            <a:pPr marR="93980" algn="ctr">
              <a:lnSpc>
                <a:spcPct val="100000"/>
              </a:lnSpc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6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b="0" i="1" spc="-60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C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7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6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C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5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×</a:t>
            </a:r>
            <a:r>
              <a:rPr sz="1100" spc="-75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65" dirty="0">
                <a:latin typeface="Bookman Old Style"/>
                <a:cs typeface="Bookman Old Style"/>
              </a:rPr>
              <a:t> </a:t>
            </a:r>
            <a:r>
              <a:rPr sz="1100" spc="-20" dirty="0">
                <a:latin typeface="Georgia"/>
                <a:cs typeface="Georgia"/>
              </a:rPr>
              <a:t>(</a:t>
            </a:r>
            <a:r>
              <a:rPr sz="1100" b="0" i="1" spc="-20" dirty="0">
                <a:latin typeface="Bookman Old Style"/>
                <a:cs typeface="Bookman Old Style"/>
              </a:rPr>
              <a:t>B</a:t>
            </a:r>
            <a:r>
              <a:rPr sz="1100" spc="-20" dirty="0">
                <a:latin typeface="Lucida Sans Unicode"/>
                <a:cs typeface="Lucida Sans Unicode"/>
              </a:rPr>
              <a:t>|</a:t>
            </a:r>
            <a:r>
              <a:rPr sz="1100" b="0" i="1" spc="-20" dirty="0">
                <a:latin typeface="Bookman Old Style"/>
                <a:cs typeface="Bookman Old Style"/>
              </a:rPr>
              <a:t>C</a:t>
            </a:r>
            <a:r>
              <a:rPr sz="1100" spc="-20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16/19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14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183640">
              <a:lnSpc>
                <a:spcPct val="100000"/>
              </a:lnSpc>
              <a:spcBef>
                <a:spcPts val="135"/>
              </a:spcBef>
            </a:pPr>
            <a:r>
              <a:rPr spc="50" dirty="0"/>
              <a:t>Example</a:t>
            </a:r>
            <a:r>
              <a:rPr spc="150" dirty="0"/>
              <a:t> </a:t>
            </a:r>
            <a:r>
              <a:rPr dirty="0"/>
              <a:t>1.20</a:t>
            </a:r>
            <a:r>
              <a:rPr spc="160" dirty="0"/>
              <a:t> </a:t>
            </a:r>
            <a:r>
              <a:rPr dirty="0"/>
              <a:t>pg</a:t>
            </a:r>
            <a:r>
              <a:rPr spc="150" dirty="0"/>
              <a:t> </a:t>
            </a:r>
            <a:r>
              <a:rPr spc="-25" dirty="0"/>
              <a:t>37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/>
              <p:cNvSpPr txBox="1"/>
              <p:nvPr/>
            </p:nvSpPr>
            <p:spPr>
              <a:xfrm>
                <a:off x="-57151" y="367334"/>
                <a:ext cx="4679551" cy="1125949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90"/>
                  </a:spcBef>
                </a:pPr>
                <a:r>
                  <a:rPr lang="en-US" sz="1100" spc="-10" dirty="0">
                    <a:latin typeface="Georgia"/>
                    <a:cs typeface="Georgia"/>
                  </a:rPr>
                  <a:t>         </a:t>
                </a:r>
                <a:r>
                  <a:rPr sz="1100" spc="-10" dirty="0">
                    <a:latin typeface="Georgia"/>
                    <a:cs typeface="Georgia"/>
                  </a:rPr>
                  <a:t>Toss</a:t>
                </a:r>
                <a:r>
                  <a:rPr sz="1100" spc="45" dirty="0">
                    <a:latin typeface="Georgia"/>
                    <a:cs typeface="Georgia"/>
                  </a:rPr>
                  <a:t> </a:t>
                </a:r>
                <a:r>
                  <a:rPr sz="1100" dirty="0">
                    <a:latin typeface="Georgia"/>
                    <a:cs typeface="Georgia"/>
                  </a:rPr>
                  <a:t>two</a:t>
                </a:r>
                <a:r>
                  <a:rPr sz="1100" spc="45" dirty="0">
                    <a:latin typeface="Georgia"/>
                    <a:cs typeface="Georgia"/>
                  </a:rPr>
                  <a:t> </a:t>
                </a:r>
                <a:r>
                  <a:rPr sz="1100" spc="-20" dirty="0">
                    <a:latin typeface="Georgia"/>
                    <a:cs typeface="Georgia"/>
                  </a:rPr>
                  <a:t>coins:</a:t>
                </a:r>
                <a:r>
                  <a:rPr sz="1100" spc="145" dirty="0">
                    <a:latin typeface="Georgia"/>
                    <a:cs typeface="Georgia"/>
                  </a:rPr>
                  <a:t> </a:t>
                </a:r>
                <a:r>
                  <a:rPr sz="1100" dirty="0">
                    <a:latin typeface="Georgia"/>
                    <a:cs typeface="Georgia"/>
                  </a:rPr>
                  <a:t>A,</a:t>
                </a:r>
                <a:r>
                  <a:rPr sz="1100" spc="45" dirty="0">
                    <a:latin typeface="Georgia"/>
                    <a:cs typeface="Georgia"/>
                  </a:rPr>
                  <a:t> </a:t>
                </a:r>
                <a:r>
                  <a:rPr sz="1100" dirty="0">
                    <a:latin typeface="Georgia"/>
                    <a:cs typeface="Georgia"/>
                  </a:rPr>
                  <a:t>B</a:t>
                </a:r>
              </a:p>
              <a:p>
                <a:pPr marL="620395" marR="3246755" indent="7620" algn="just">
                  <a:lnSpc>
                    <a:spcPct val="125299"/>
                  </a:lnSpc>
                  <a:spcBef>
                    <a:spcPts val="795"/>
                  </a:spcBef>
                </a:pPr>
                <a:r>
                  <a:rPr sz="1100" b="0" i="1" dirty="0">
                    <a:latin typeface="Bookman Old Style"/>
                    <a:cs typeface="Bookman Old Style"/>
                  </a:rPr>
                  <a:t>H</a:t>
                </a:r>
                <a:r>
                  <a:rPr sz="1200" baseline="-10416" dirty="0">
                    <a:latin typeface="Century"/>
                    <a:cs typeface="Century"/>
                  </a:rPr>
                  <a:t>1</a:t>
                </a:r>
                <a:r>
                  <a:rPr sz="1200" spc="187" baseline="-10416" dirty="0">
                    <a:latin typeface="Century"/>
                    <a:cs typeface="Century"/>
                  </a:rPr>
                  <a:t> </a:t>
                </a:r>
                <a:r>
                  <a:rPr sz="1100" dirty="0">
                    <a:latin typeface="Georgia"/>
                    <a:cs typeface="Georgia"/>
                  </a:rPr>
                  <a:t>:</a:t>
                </a:r>
                <a:r>
                  <a:rPr sz="1100" spc="40" dirty="0">
                    <a:latin typeface="Georgia"/>
                    <a:cs typeface="Georgia"/>
                  </a:rPr>
                  <a:t> </a:t>
                </a:r>
                <a:r>
                  <a:rPr sz="1100" b="0" i="1" dirty="0">
                    <a:latin typeface="Bookman Old Style"/>
                    <a:cs typeface="Bookman Old Style"/>
                  </a:rPr>
                  <a:t>A</a:t>
                </a:r>
                <a:r>
                  <a:rPr sz="1100" b="0" i="1" spc="-30" dirty="0">
                    <a:latin typeface="Bookman Old Style"/>
                    <a:cs typeface="Bookman Old Style"/>
                  </a:rPr>
                  <a:t> </a:t>
                </a:r>
                <a:r>
                  <a:rPr sz="1100" spc="130" dirty="0">
                    <a:latin typeface="Georgia"/>
                    <a:cs typeface="Georgia"/>
                  </a:rPr>
                  <a:t>=</a:t>
                </a:r>
                <a:r>
                  <a:rPr sz="1100" spc="40" dirty="0">
                    <a:latin typeface="Georgia"/>
                    <a:cs typeface="Georgia"/>
                  </a:rPr>
                  <a:t> </a:t>
                </a:r>
                <a:r>
                  <a:rPr sz="1100" b="0" i="1" spc="-50" dirty="0">
                    <a:latin typeface="Bookman Old Style"/>
                    <a:cs typeface="Bookman Old Style"/>
                  </a:rPr>
                  <a:t>H </a:t>
                </a:r>
                <a:r>
                  <a:rPr sz="1100" b="0" i="1" dirty="0">
                    <a:latin typeface="Bookman Old Style"/>
                    <a:cs typeface="Bookman Old Style"/>
                  </a:rPr>
                  <a:t>H</a:t>
                </a:r>
                <a:r>
                  <a:rPr sz="1200" baseline="-10416" dirty="0">
                    <a:latin typeface="Century"/>
                    <a:cs typeface="Century"/>
                  </a:rPr>
                  <a:t>2</a:t>
                </a:r>
                <a:r>
                  <a:rPr sz="1200" spc="179" baseline="-10416" dirty="0">
                    <a:latin typeface="Century"/>
                    <a:cs typeface="Century"/>
                  </a:rPr>
                  <a:t> </a:t>
                </a:r>
                <a:r>
                  <a:rPr sz="1100" dirty="0">
                    <a:latin typeface="Georgia"/>
                    <a:cs typeface="Georgia"/>
                  </a:rPr>
                  <a:t>:</a:t>
                </a:r>
                <a:r>
                  <a:rPr sz="1100" spc="35" dirty="0">
                    <a:latin typeface="Georgia"/>
                    <a:cs typeface="Georgia"/>
                  </a:rPr>
                  <a:t> </a:t>
                </a:r>
                <a:r>
                  <a:rPr sz="1100" b="0" i="1" dirty="0">
                    <a:latin typeface="Bookman Old Style"/>
                    <a:cs typeface="Bookman Old Style"/>
                  </a:rPr>
                  <a:t>B</a:t>
                </a:r>
                <a:r>
                  <a:rPr sz="1100" b="0" i="1" spc="25" dirty="0">
                    <a:latin typeface="Bookman Old Style"/>
                    <a:cs typeface="Bookman Old Style"/>
                  </a:rPr>
                  <a:t> </a:t>
                </a:r>
                <a:r>
                  <a:rPr sz="1100" spc="130" dirty="0">
                    <a:latin typeface="Georgia"/>
                    <a:cs typeface="Georgia"/>
                  </a:rPr>
                  <a:t>=</a:t>
                </a:r>
                <a:r>
                  <a:rPr sz="1100" spc="35" dirty="0">
                    <a:latin typeface="Georgia"/>
                    <a:cs typeface="Georgia"/>
                  </a:rPr>
                  <a:t> </a:t>
                </a:r>
                <a:r>
                  <a:rPr sz="1100" b="0" i="1" spc="-50" dirty="0">
                    <a:latin typeface="Bookman Old Style"/>
                    <a:cs typeface="Bookman Old Style"/>
                  </a:rPr>
                  <a:t>H </a:t>
                </a:r>
                <a:r>
                  <a:rPr sz="1100" b="0" i="1" spc="80" dirty="0">
                    <a:latin typeface="Bookman Old Style"/>
                    <a:cs typeface="Bookman Old Style"/>
                  </a:rPr>
                  <a:t>D</a:t>
                </a:r>
                <a:r>
                  <a:rPr sz="1100" b="0" i="1" dirty="0">
                    <a:latin typeface="Bookman Old Style"/>
                    <a:cs typeface="Bookman Old Style"/>
                  </a:rPr>
                  <a:t> </a:t>
                </a:r>
                <a:r>
                  <a:rPr sz="1100" dirty="0">
                    <a:latin typeface="Georgia"/>
                    <a:cs typeface="Georgia"/>
                  </a:rPr>
                  <a:t>:</a:t>
                </a:r>
                <a:r>
                  <a:rPr sz="1100" spc="35" dirty="0">
                    <a:latin typeface="Georgia"/>
                    <a:cs typeface="Georgia"/>
                  </a:rPr>
                  <a:t> </a:t>
                </a:r>
                <a:r>
                  <a:rPr sz="1100" b="0" i="1" dirty="0">
                    <a:latin typeface="Bookman Old Style"/>
                    <a:cs typeface="Bookman Old Style"/>
                  </a:rPr>
                  <a:t>A</a:t>
                </a:r>
                <a:r>
                  <a:rPr sz="1100" b="0" i="1" spc="-25" dirty="0">
                    <a:latin typeface="Bookman Old Style"/>
                    <a:cs typeface="Bookman Old Style"/>
                  </a:rPr>
                  <a:t> </a:t>
                </a:r>
                <a:r>
                  <a:rPr sz="1100" spc="35" dirty="0">
                    <a:latin typeface="Georgia"/>
                    <a:cs typeface="Georgia"/>
                  </a:rPr>
                  <a:t> </a:t>
                </a:r>
                <a14:m>
                  <m:oMath xmlns:m="http://schemas.openxmlformats.org/officeDocument/2006/math">
                    <m:r>
                      <a:rPr lang="en-US" sz="1100" b="0" i="1" spc="-50" dirty="0" smtClean="0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sz="1100" b="0" i="1" spc="-50" dirty="0">
                    <a:latin typeface="Bookman Old Style"/>
                    <a:cs typeface="Bookman Old Style"/>
                  </a:rPr>
                  <a:t>B</a:t>
                </a:r>
                <a:endParaRPr sz="1100" dirty="0">
                  <a:latin typeface="Bookman Old Style"/>
                  <a:cs typeface="Bookman Old Style"/>
                </a:endParaRPr>
              </a:p>
              <a:p>
                <a:pPr marL="1022985">
                  <a:lnSpc>
                    <a:spcPct val="100000"/>
                  </a:lnSpc>
                  <a:spcBef>
                    <a:spcPts val="335"/>
                  </a:spcBef>
                </a:pPr>
                <a:r>
                  <a:rPr sz="1100" dirty="0">
                    <a:latin typeface="Georgia"/>
                    <a:cs typeface="Georgia"/>
                  </a:rPr>
                  <a:t>The</a:t>
                </a:r>
                <a:r>
                  <a:rPr sz="1100" spc="50" dirty="0">
                    <a:latin typeface="Georgia"/>
                    <a:cs typeface="Georgia"/>
                  </a:rPr>
                  <a:t> </a:t>
                </a:r>
                <a:r>
                  <a:rPr sz="1100" dirty="0">
                    <a:latin typeface="Georgia"/>
                    <a:cs typeface="Georgia"/>
                  </a:rPr>
                  <a:t>two</a:t>
                </a:r>
                <a:r>
                  <a:rPr sz="1100" spc="55" dirty="0">
                    <a:latin typeface="Georgia"/>
                    <a:cs typeface="Georgia"/>
                  </a:rPr>
                  <a:t> </a:t>
                </a:r>
                <a:r>
                  <a:rPr sz="1100" spc="-20" dirty="0">
                    <a:latin typeface="Georgia"/>
                    <a:cs typeface="Georgia"/>
                  </a:rPr>
                  <a:t>events</a:t>
                </a:r>
                <a:r>
                  <a:rPr sz="1100" spc="55" dirty="0">
                    <a:latin typeface="Georgia"/>
                    <a:cs typeface="Georgia"/>
                  </a:rPr>
                  <a:t> </a:t>
                </a:r>
                <a:r>
                  <a:rPr sz="1100" b="0" i="1" dirty="0">
                    <a:latin typeface="Bookman Old Style"/>
                    <a:cs typeface="Bookman Old Style"/>
                  </a:rPr>
                  <a:t>H</a:t>
                </a:r>
                <a:r>
                  <a:rPr sz="1200" baseline="-10416" dirty="0">
                    <a:latin typeface="Century"/>
                    <a:cs typeface="Century"/>
                  </a:rPr>
                  <a:t>1</a:t>
                </a:r>
                <a:r>
                  <a:rPr sz="1200" spc="209" baseline="-10416" dirty="0">
                    <a:latin typeface="Century"/>
                    <a:cs typeface="Century"/>
                  </a:rPr>
                  <a:t> </a:t>
                </a:r>
                <a:r>
                  <a:rPr sz="1100" dirty="0">
                    <a:latin typeface="Georgia"/>
                    <a:cs typeface="Georgia"/>
                  </a:rPr>
                  <a:t>and</a:t>
                </a:r>
                <a:r>
                  <a:rPr sz="1100" spc="55" dirty="0">
                    <a:latin typeface="Georgia"/>
                    <a:cs typeface="Georgia"/>
                  </a:rPr>
                  <a:t> </a:t>
                </a:r>
                <a:r>
                  <a:rPr sz="1100" b="0" i="1" dirty="0">
                    <a:latin typeface="Bookman Old Style"/>
                    <a:cs typeface="Bookman Old Style"/>
                  </a:rPr>
                  <a:t>H</a:t>
                </a:r>
                <a:r>
                  <a:rPr sz="1200" baseline="-10416" dirty="0">
                    <a:latin typeface="Century"/>
                    <a:cs typeface="Century"/>
                  </a:rPr>
                  <a:t>2</a:t>
                </a:r>
                <a:r>
                  <a:rPr sz="1200" spc="209" baseline="-10416" dirty="0">
                    <a:latin typeface="Century"/>
                    <a:cs typeface="Century"/>
                  </a:rPr>
                  <a:t> </a:t>
                </a:r>
                <a:r>
                  <a:rPr sz="1100" dirty="0">
                    <a:latin typeface="Georgia"/>
                    <a:cs typeface="Georgia"/>
                  </a:rPr>
                  <a:t>are</a:t>
                </a:r>
                <a:r>
                  <a:rPr sz="1100" spc="55" dirty="0">
                    <a:latin typeface="Georgia"/>
                    <a:cs typeface="Georgia"/>
                  </a:rPr>
                  <a:t> </a:t>
                </a:r>
                <a:r>
                  <a:rPr sz="1100" spc="-10" dirty="0">
                    <a:latin typeface="Georgia"/>
                    <a:cs typeface="Georgia"/>
                  </a:rPr>
                  <a:t>independe</a:t>
                </a:r>
                <a:r>
                  <a:rPr lang="en-US" sz="1100" spc="-10" dirty="0">
                    <a:latin typeface="Georgia"/>
                    <a:cs typeface="Georgia"/>
                  </a:rPr>
                  <a:t>nt</a:t>
                </a:r>
                <a:endParaRPr sz="1100" dirty="0">
                  <a:latin typeface="Georgia"/>
                  <a:cs typeface="Georgia"/>
                </a:endParaRPr>
              </a:p>
            </p:txBody>
          </p:sp>
        </mc:Choice>
        <mc:Fallback xmlns=""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7151" y="367334"/>
                <a:ext cx="4679551" cy="1125949"/>
              </a:xfrm>
              <a:prstGeom prst="rect">
                <a:avLst/>
              </a:prstGeom>
              <a:blipFill>
                <a:blip r:embed="rId2"/>
                <a:stretch>
                  <a:fillRect t="-3243" b="-7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17/19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14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183640">
              <a:lnSpc>
                <a:spcPct val="100000"/>
              </a:lnSpc>
              <a:spcBef>
                <a:spcPts val="135"/>
              </a:spcBef>
            </a:pPr>
            <a:r>
              <a:rPr spc="50" dirty="0"/>
              <a:t>Example</a:t>
            </a:r>
            <a:r>
              <a:rPr spc="150" dirty="0"/>
              <a:t> </a:t>
            </a:r>
            <a:r>
              <a:rPr dirty="0"/>
              <a:t>1.20</a:t>
            </a:r>
            <a:r>
              <a:rPr spc="160" dirty="0"/>
              <a:t> </a:t>
            </a:r>
            <a:r>
              <a:rPr dirty="0"/>
              <a:t>pg</a:t>
            </a:r>
            <a:r>
              <a:rPr spc="150" dirty="0"/>
              <a:t> </a:t>
            </a:r>
            <a:r>
              <a:rPr spc="-25" dirty="0"/>
              <a:t>37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/>
              <p:cNvSpPr txBox="1"/>
              <p:nvPr/>
            </p:nvSpPr>
            <p:spPr>
              <a:xfrm>
                <a:off x="-57151" y="367334"/>
                <a:ext cx="4679551" cy="1125949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90"/>
                  </a:spcBef>
                </a:pPr>
                <a:r>
                  <a:rPr lang="en-US" sz="1100" spc="-10" dirty="0">
                    <a:latin typeface="Georgia"/>
                    <a:cs typeface="Georgia"/>
                  </a:rPr>
                  <a:t>         </a:t>
                </a:r>
                <a:r>
                  <a:rPr sz="1100" spc="-10" dirty="0">
                    <a:latin typeface="Georgia"/>
                    <a:cs typeface="Georgia"/>
                  </a:rPr>
                  <a:t>Toss</a:t>
                </a:r>
                <a:r>
                  <a:rPr sz="1100" spc="45" dirty="0">
                    <a:latin typeface="Georgia"/>
                    <a:cs typeface="Georgia"/>
                  </a:rPr>
                  <a:t> </a:t>
                </a:r>
                <a:r>
                  <a:rPr sz="1100" dirty="0">
                    <a:latin typeface="Georgia"/>
                    <a:cs typeface="Georgia"/>
                  </a:rPr>
                  <a:t>two</a:t>
                </a:r>
                <a:r>
                  <a:rPr sz="1100" spc="45" dirty="0">
                    <a:latin typeface="Georgia"/>
                    <a:cs typeface="Georgia"/>
                  </a:rPr>
                  <a:t> </a:t>
                </a:r>
                <a:r>
                  <a:rPr sz="1100" spc="-20" dirty="0">
                    <a:latin typeface="Georgia"/>
                    <a:cs typeface="Georgia"/>
                  </a:rPr>
                  <a:t>coins:</a:t>
                </a:r>
                <a:r>
                  <a:rPr sz="1100" spc="145" dirty="0">
                    <a:latin typeface="Georgia"/>
                    <a:cs typeface="Georgia"/>
                  </a:rPr>
                  <a:t> </a:t>
                </a:r>
                <a:r>
                  <a:rPr sz="1100" dirty="0">
                    <a:latin typeface="Georgia"/>
                    <a:cs typeface="Georgia"/>
                  </a:rPr>
                  <a:t>A,</a:t>
                </a:r>
                <a:r>
                  <a:rPr sz="1100" spc="45" dirty="0">
                    <a:latin typeface="Georgia"/>
                    <a:cs typeface="Georgia"/>
                  </a:rPr>
                  <a:t> </a:t>
                </a:r>
                <a:r>
                  <a:rPr sz="1100" dirty="0">
                    <a:latin typeface="Georgia"/>
                    <a:cs typeface="Georgia"/>
                  </a:rPr>
                  <a:t>B</a:t>
                </a:r>
              </a:p>
              <a:p>
                <a:pPr marL="620395" marR="3246755" indent="7620" algn="just">
                  <a:lnSpc>
                    <a:spcPct val="125299"/>
                  </a:lnSpc>
                  <a:spcBef>
                    <a:spcPts val="795"/>
                  </a:spcBef>
                </a:pPr>
                <a:r>
                  <a:rPr sz="1100" b="0" i="1" dirty="0">
                    <a:latin typeface="Bookman Old Style"/>
                    <a:cs typeface="Bookman Old Style"/>
                  </a:rPr>
                  <a:t>H</a:t>
                </a:r>
                <a:r>
                  <a:rPr sz="1200" baseline="-10416" dirty="0">
                    <a:latin typeface="Century"/>
                    <a:cs typeface="Century"/>
                  </a:rPr>
                  <a:t>1</a:t>
                </a:r>
                <a:r>
                  <a:rPr sz="1200" spc="187" baseline="-10416" dirty="0">
                    <a:latin typeface="Century"/>
                    <a:cs typeface="Century"/>
                  </a:rPr>
                  <a:t> </a:t>
                </a:r>
                <a:r>
                  <a:rPr sz="1100" dirty="0">
                    <a:latin typeface="Georgia"/>
                    <a:cs typeface="Georgia"/>
                  </a:rPr>
                  <a:t>:</a:t>
                </a:r>
                <a:r>
                  <a:rPr sz="1100" spc="40" dirty="0">
                    <a:latin typeface="Georgia"/>
                    <a:cs typeface="Georgia"/>
                  </a:rPr>
                  <a:t> </a:t>
                </a:r>
                <a:r>
                  <a:rPr sz="1100" b="0" i="1" dirty="0">
                    <a:latin typeface="Bookman Old Style"/>
                    <a:cs typeface="Bookman Old Style"/>
                  </a:rPr>
                  <a:t>A</a:t>
                </a:r>
                <a:r>
                  <a:rPr sz="1100" b="0" i="1" spc="-30" dirty="0">
                    <a:latin typeface="Bookman Old Style"/>
                    <a:cs typeface="Bookman Old Style"/>
                  </a:rPr>
                  <a:t> </a:t>
                </a:r>
                <a:r>
                  <a:rPr sz="1100" spc="130" dirty="0">
                    <a:latin typeface="Georgia"/>
                    <a:cs typeface="Georgia"/>
                  </a:rPr>
                  <a:t>=</a:t>
                </a:r>
                <a:r>
                  <a:rPr sz="1100" spc="40" dirty="0">
                    <a:latin typeface="Georgia"/>
                    <a:cs typeface="Georgia"/>
                  </a:rPr>
                  <a:t> </a:t>
                </a:r>
                <a:r>
                  <a:rPr sz="1100" b="0" i="1" spc="-50" dirty="0">
                    <a:latin typeface="Bookman Old Style"/>
                    <a:cs typeface="Bookman Old Style"/>
                  </a:rPr>
                  <a:t>H </a:t>
                </a:r>
                <a:r>
                  <a:rPr sz="1100" b="0" i="1" dirty="0">
                    <a:latin typeface="Bookman Old Style"/>
                    <a:cs typeface="Bookman Old Style"/>
                  </a:rPr>
                  <a:t>H</a:t>
                </a:r>
                <a:r>
                  <a:rPr sz="1200" baseline="-10416" dirty="0">
                    <a:latin typeface="Century"/>
                    <a:cs typeface="Century"/>
                  </a:rPr>
                  <a:t>2</a:t>
                </a:r>
                <a:r>
                  <a:rPr sz="1200" spc="179" baseline="-10416" dirty="0">
                    <a:latin typeface="Century"/>
                    <a:cs typeface="Century"/>
                  </a:rPr>
                  <a:t> </a:t>
                </a:r>
                <a:r>
                  <a:rPr sz="1100" dirty="0">
                    <a:latin typeface="Georgia"/>
                    <a:cs typeface="Georgia"/>
                  </a:rPr>
                  <a:t>:</a:t>
                </a:r>
                <a:r>
                  <a:rPr sz="1100" spc="35" dirty="0">
                    <a:latin typeface="Georgia"/>
                    <a:cs typeface="Georgia"/>
                  </a:rPr>
                  <a:t> </a:t>
                </a:r>
                <a:r>
                  <a:rPr sz="1100" b="0" i="1" dirty="0">
                    <a:latin typeface="Bookman Old Style"/>
                    <a:cs typeface="Bookman Old Style"/>
                  </a:rPr>
                  <a:t>B</a:t>
                </a:r>
                <a:r>
                  <a:rPr sz="1100" b="0" i="1" spc="25" dirty="0">
                    <a:latin typeface="Bookman Old Style"/>
                    <a:cs typeface="Bookman Old Style"/>
                  </a:rPr>
                  <a:t> </a:t>
                </a:r>
                <a:r>
                  <a:rPr sz="1100" spc="130" dirty="0">
                    <a:latin typeface="Georgia"/>
                    <a:cs typeface="Georgia"/>
                  </a:rPr>
                  <a:t>=</a:t>
                </a:r>
                <a:r>
                  <a:rPr sz="1100" spc="35" dirty="0">
                    <a:latin typeface="Georgia"/>
                    <a:cs typeface="Georgia"/>
                  </a:rPr>
                  <a:t> </a:t>
                </a:r>
                <a:r>
                  <a:rPr sz="1100" b="0" i="1" spc="-50" dirty="0">
                    <a:latin typeface="Bookman Old Style"/>
                    <a:cs typeface="Bookman Old Style"/>
                  </a:rPr>
                  <a:t>H </a:t>
                </a:r>
                <a:r>
                  <a:rPr sz="1100" b="0" i="1" spc="80" dirty="0">
                    <a:latin typeface="Bookman Old Style"/>
                    <a:cs typeface="Bookman Old Style"/>
                  </a:rPr>
                  <a:t>D</a:t>
                </a:r>
                <a:r>
                  <a:rPr sz="1100" b="0" i="1" dirty="0">
                    <a:latin typeface="Bookman Old Style"/>
                    <a:cs typeface="Bookman Old Style"/>
                  </a:rPr>
                  <a:t> </a:t>
                </a:r>
                <a:r>
                  <a:rPr sz="1100" dirty="0">
                    <a:latin typeface="Georgia"/>
                    <a:cs typeface="Georgia"/>
                  </a:rPr>
                  <a:t>:</a:t>
                </a:r>
                <a:r>
                  <a:rPr sz="1100" spc="35" dirty="0">
                    <a:latin typeface="Georgia"/>
                    <a:cs typeface="Georgia"/>
                  </a:rPr>
                  <a:t> </a:t>
                </a:r>
                <a:r>
                  <a:rPr sz="1100" b="0" i="1" dirty="0">
                    <a:latin typeface="Bookman Old Style"/>
                    <a:cs typeface="Bookman Old Style"/>
                  </a:rPr>
                  <a:t>A</a:t>
                </a:r>
                <a:r>
                  <a:rPr sz="1100" b="0" i="1" spc="-25" dirty="0">
                    <a:latin typeface="Bookman Old Style"/>
                    <a:cs typeface="Bookman Old Style"/>
                  </a:rPr>
                  <a:t> </a:t>
                </a:r>
                <a:r>
                  <a:rPr sz="1100" spc="35" dirty="0">
                    <a:latin typeface="Georgia"/>
                    <a:cs typeface="Georgia"/>
                  </a:rPr>
                  <a:t> </a:t>
                </a:r>
                <a14:m>
                  <m:oMath xmlns:m="http://schemas.openxmlformats.org/officeDocument/2006/math">
                    <m:r>
                      <a:rPr lang="en-US" sz="1100" b="0" i="1" spc="-50" dirty="0" smtClean="0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sz="1100" b="0" i="1" spc="-50" dirty="0">
                    <a:latin typeface="Bookman Old Style"/>
                    <a:cs typeface="Bookman Old Style"/>
                  </a:rPr>
                  <a:t>B</a:t>
                </a:r>
                <a:endParaRPr sz="1100" dirty="0">
                  <a:latin typeface="Bookman Old Style"/>
                  <a:cs typeface="Bookman Old Style"/>
                </a:endParaRPr>
              </a:p>
              <a:p>
                <a:pPr marL="1022985">
                  <a:lnSpc>
                    <a:spcPct val="100000"/>
                  </a:lnSpc>
                  <a:spcBef>
                    <a:spcPts val="335"/>
                  </a:spcBef>
                </a:pPr>
                <a:r>
                  <a:rPr sz="1100" dirty="0">
                    <a:latin typeface="Georgia"/>
                    <a:cs typeface="Georgia"/>
                  </a:rPr>
                  <a:t>The</a:t>
                </a:r>
                <a:r>
                  <a:rPr sz="1100" spc="50" dirty="0">
                    <a:latin typeface="Georgia"/>
                    <a:cs typeface="Georgia"/>
                  </a:rPr>
                  <a:t> </a:t>
                </a:r>
                <a:r>
                  <a:rPr sz="1100" dirty="0">
                    <a:latin typeface="Georgia"/>
                    <a:cs typeface="Georgia"/>
                  </a:rPr>
                  <a:t>two</a:t>
                </a:r>
                <a:r>
                  <a:rPr sz="1100" spc="55" dirty="0">
                    <a:latin typeface="Georgia"/>
                    <a:cs typeface="Georgia"/>
                  </a:rPr>
                  <a:t> </a:t>
                </a:r>
                <a:r>
                  <a:rPr sz="1100" spc="-20" dirty="0">
                    <a:latin typeface="Georgia"/>
                    <a:cs typeface="Georgia"/>
                  </a:rPr>
                  <a:t>events</a:t>
                </a:r>
                <a:r>
                  <a:rPr sz="1100" spc="55" dirty="0">
                    <a:latin typeface="Georgia"/>
                    <a:cs typeface="Georgia"/>
                  </a:rPr>
                  <a:t> </a:t>
                </a:r>
                <a:r>
                  <a:rPr sz="1100" b="0" i="1" dirty="0">
                    <a:latin typeface="Bookman Old Style"/>
                    <a:cs typeface="Bookman Old Style"/>
                  </a:rPr>
                  <a:t>H</a:t>
                </a:r>
                <a:r>
                  <a:rPr sz="1200" baseline="-10416" dirty="0">
                    <a:latin typeface="Century"/>
                    <a:cs typeface="Century"/>
                  </a:rPr>
                  <a:t>1</a:t>
                </a:r>
                <a:r>
                  <a:rPr sz="1200" spc="209" baseline="-10416" dirty="0">
                    <a:latin typeface="Century"/>
                    <a:cs typeface="Century"/>
                  </a:rPr>
                  <a:t> </a:t>
                </a:r>
                <a:r>
                  <a:rPr sz="1100" dirty="0">
                    <a:latin typeface="Georgia"/>
                    <a:cs typeface="Georgia"/>
                  </a:rPr>
                  <a:t>and</a:t>
                </a:r>
                <a:r>
                  <a:rPr sz="1100" spc="55" dirty="0">
                    <a:latin typeface="Georgia"/>
                    <a:cs typeface="Georgia"/>
                  </a:rPr>
                  <a:t> </a:t>
                </a:r>
                <a:r>
                  <a:rPr sz="1100" b="0" i="1" dirty="0">
                    <a:latin typeface="Bookman Old Style"/>
                    <a:cs typeface="Bookman Old Style"/>
                  </a:rPr>
                  <a:t>H</a:t>
                </a:r>
                <a:r>
                  <a:rPr sz="1200" baseline="-10416" dirty="0">
                    <a:latin typeface="Century"/>
                    <a:cs typeface="Century"/>
                  </a:rPr>
                  <a:t>2</a:t>
                </a:r>
                <a:r>
                  <a:rPr sz="1200" spc="209" baseline="-10416" dirty="0">
                    <a:latin typeface="Century"/>
                    <a:cs typeface="Century"/>
                  </a:rPr>
                  <a:t> </a:t>
                </a:r>
                <a:r>
                  <a:rPr sz="1100" dirty="0">
                    <a:latin typeface="Georgia"/>
                    <a:cs typeface="Georgia"/>
                  </a:rPr>
                  <a:t>are</a:t>
                </a:r>
                <a:r>
                  <a:rPr sz="1100" spc="55" dirty="0">
                    <a:latin typeface="Georgia"/>
                    <a:cs typeface="Georgia"/>
                  </a:rPr>
                  <a:t> </a:t>
                </a:r>
                <a:r>
                  <a:rPr sz="1100" spc="-10" dirty="0">
                    <a:latin typeface="Georgia"/>
                    <a:cs typeface="Georgia"/>
                  </a:rPr>
                  <a:t>independe</a:t>
                </a:r>
                <a:r>
                  <a:rPr lang="en-US" sz="1100" spc="-10" dirty="0">
                    <a:latin typeface="Georgia"/>
                    <a:cs typeface="Georgia"/>
                  </a:rPr>
                  <a:t>nt</a:t>
                </a:r>
                <a:endParaRPr sz="1100" dirty="0">
                  <a:latin typeface="Georgia"/>
                  <a:cs typeface="Georgia"/>
                </a:endParaRPr>
              </a:p>
            </p:txBody>
          </p:sp>
        </mc:Choice>
        <mc:Fallback xmlns=""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7151" y="367334"/>
                <a:ext cx="4679551" cy="1125949"/>
              </a:xfrm>
              <a:prstGeom prst="rect">
                <a:avLst/>
              </a:prstGeom>
              <a:blipFill>
                <a:blip r:embed="rId2"/>
                <a:stretch>
                  <a:fillRect t="-3243" b="-7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bject 4"/>
          <p:cNvSpPr txBox="1"/>
          <p:nvPr/>
        </p:nvSpPr>
        <p:spPr>
          <a:xfrm>
            <a:off x="1310970" y="1559128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70" dirty="0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23670" y="1769465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310970" y="1887791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70" dirty="0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323670" y="2098116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310970" y="2216442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70" dirty="0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323670" y="2426779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00444" y="1652854"/>
            <a:ext cx="1330960" cy="11156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7498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6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H</a:t>
            </a:r>
            <a:r>
              <a:rPr sz="1200" baseline="-10416" dirty="0">
                <a:latin typeface="Century"/>
                <a:cs typeface="Century"/>
              </a:rPr>
              <a:t>1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D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215" dirty="0">
                <a:latin typeface="Georgia"/>
                <a:cs typeface="Georgia"/>
              </a:rPr>
              <a:t> </a:t>
            </a:r>
            <a:r>
              <a:rPr sz="1650" spc="-75" baseline="-37878" dirty="0">
                <a:latin typeface="Georgia"/>
                <a:cs typeface="Georgia"/>
              </a:rPr>
              <a:t>2</a:t>
            </a:r>
            <a:endParaRPr sz="1650" baseline="-37878" dirty="0">
              <a:latin typeface="Georgia"/>
              <a:cs typeface="Georgia"/>
            </a:endParaRPr>
          </a:p>
          <a:p>
            <a:pPr marL="474980">
              <a:lnSpc>
                <a:spcPct val="100000"/>
              </a:lnSpc>
              <a:spcBef>
                <a:spcPts val="1265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6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H</a:t>
            </a:r>
            <a:r>
              <a:rPr sz="1200" baseline="-10416" dirty="0">
                <a:latin typeface="Century"/>
                <a:cs typeface="Century"/>
              </a:rPr>
              <a:t>2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D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215" dirty="0">
                <a:latin typeface="Georgia"/>
                <a:cs typeface="Georgia"/>
              </a:rPr>
              <a:t> </a:t>
            </a:r>
            <a:r>
              <a:rPr sz="1650" spc="-75" baseline="-37878" dirty="0">
                <a:latin typeface="Georgia"/>
                <a:cs typeface="Georgia"/>
              </a:rPr>
              <a:t>2</a:t>
            </a:r>
            <a:endParaRPr sz="1650" baseline="-37878" dirty="0">
              <a:latin typeface="Georgia"/>
              <a:cs typeface="Georgia"/>
            </a:endParaRPr>
          </a:p>
          <a:p>
            <a:pPr marL="302260">
              <a:lnSpc>
                <a:spcPct val="100000"/>
              </a:lnSpc>
              <a:spcBef>
                <a:spcPts val="127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7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H</a:t>
            </a:r>
            <a:r>
              <a:rPr sz="1200" baseline="-10416" dirty="0">
                <a:latin typeface="Century"/>
                <a:cs typeface="Century"/>
              </a:rPr>
              <a:t>1</a:t>
            </a:r>
            <a:r>
              <a:rPr sz="1200" spc="142" baseline="-10416" dirty="0">
                <a:latin typeface="Century"/>
                <a:cs typeface="Century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H</a:t>
            </a:r>
            <a:r>
              <a:rPr sz="1200" baseline="-10416" dirty="0">
                <a:latin typeface="Century"/>
                <a:cs typeface="Century"/>
              </a:rPr>
              <a:t>2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6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95" dirty="0">
                <a:latin typeface="Georgia"/>
                <a:cs typeface="Georgia"/>
              </a:rPr>
              <a:t> </a:t>
            </a:r>
            <a:r>
              <a:rPr sz="1650" spc="-75" baseline="-37878" dirty="0">
                <a:latin typeface="Georgia"/>
                <a:cs typeface="Georgia"/>
              </a:rPr>
              <a:t>4</a:t>
            </a:r>
            <a:endParaRPr sz="1650" baseline="-37878" dirty="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775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6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((</a:t>
            </a:r>
            <a:r>
              <a:rPr sz="1100" b="0" i="1" dirty="0">
                <a:latin typeface="Bookman Old Style"/>
                <a:cs typeface="Bookman Old Style"/>
              </a:rPr>
              <a:t>H</a:t>
            </a:r>
            <a:r>
              <a:rPr sz="1200" baseline="-10416" dirty="0">
                <a:latin typeface="Century"/>
                <a:cs typeface="Century"/>
              </a:rPr>
              <a:t>1</a:t>
            </a:r>
            <a:r>
              <a:rPr sz="1200" spc="150" baseline="-10416" dirty="0">
                <a:latin typeface="Century"/>
                <a:cs typeface="Century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75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H</a:t>
            </a:r>
            <a:r>
              <a:rPr sz="1200" baseline="-10416" dirty="0">
                <a:latin typeface="Century"/>
                <a:cs typeface="Century"/>
              </a:rPr>
              <a:t>2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dirty="0">
                <a:latin typeface="Lucida Sans Unicode"/>
                <a:cs typeface="Lucida Sans Unicode"/>
              </a:rPr>
              <a:t>|</a:t>
            </a:r>
            <a:r>
              <a:rPr sz="1100" b="0" i="1" dirty="0">
                <a:latin typeface="Bookman Old Style"/>
                <a:cs typeface="Bookman Old Style"/>
              </a:rPr>
              <a:t>D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6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70" dirty="0">
                <a:latin typeface="Georgia"/>
                <a:cs typeface="Georgia"/>
              </a:rPr>
              <a:t> </a:t>
            </a:r>
            <a:r>
              <a:rPr sz="1100" spc="-50" dirty="0">
                <a:latin typeface="Georgia"/>
                <a:cs typeface="Georgia"/>
              </a:rPr>
              <a:t>0</a:t>
            </a:r>
            <a:endParaRPr sz="1100" dirty="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0444" y="3097555"/>
            <a:ext cx="31013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So,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H</a:t>
            </a:r>
            <a:r>
              <a:rPr sz="1200" baseline="-10416" dirty="0">
                <a:latin typeface="Century"/>
                <a:cs typeface="Century"/>
              </a:rPr>
              <a:t>1</a:t>
            </a:r>
            <a:r>
              <a:rPr sz="1200" spc="187" baseline="-10416" dirty="0">
                <a:latin typeface="Century"/>
                <a:cs typeface="Century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H</a:t>
            </a:r>
            <a:r>
              <a:rPr sz="1200" baseline="-10416" dirty="0">
                <a:latin typeface="Century"/>
                <a:cs typeface="Century"/>
              </a:rPr>
              <a:t>1</a:t>
            </a:r>
            <a:r>
              <a:rPr sz="1200" spc="187" baseline="-10416" dirty="0">
                <a:latin typeface="Century"/>
                <a:cs typeface="Century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not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conditionally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independent.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17/19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14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  <p:extLst>
      <p:ext uri="{BB962C8B-B14F-4D97-AF65-F5344CB8AC3E}">
        <p14:creationId xmlns:p14="http://schemas.microsoft.com/office/powerpoint/2010/main" val="3900503753"/>
      </p:ext>
    </p:extLst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223" y="62407"/>
            <a:ext cx="3973652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183640">
              <a:lnSpc>
                <a:spcPct val="100000"/>
              </a:lnSpc>
              <a:spcBef>
                <a:spcPts val="135"/>
              </a:spcBef>
            </a:pPr>
            <a:r>
              <a:rPr spc="50" dirty="0"/>
              <a:t>Example</a:t>
            </a:r>
            <a:r>
              <a:rPr spc="150" dirty="0"/>
              <a:t> </a:t>
            </a:r>
            <a:r>
              <a:rPr dirty="0"/>
              <a:t>1.2</a:t>
            </a:r>
            <a:r>
              <a:rPr lang="en-US" dirty="0"/>
              <a:t>3</a:t>
            </a:r>
            <a:r>
              <a:rPr spc="160" dirty="0"/>
              <a:t> </a:t>
            </a:r>
            <a:r>
              <a:rPr dirty="0" err="1"/>
              <a:t>pg</a:t>
            </a:r>
            <a:r>
              <a:rPr spc="150" dirty="0"/>
              <a:t> </a:t>
            </a:r>
            <a:r>
              <a:rPr spc="-25" dirty="0"/>
              <a:t>3</a:t>
            </a:r>
            <a:r>
              <a:rPr lang="en-US" spc="-25" dirty="0"/>
              <a:t>9</a:t>
            </a:r>
            <a:endParaRPr spc="-25" dirty="0"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17/19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14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13" name="Picture 12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6C8F24D5-52D1-945F-8C41-24033DEB8D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1" y="491101"/>
            <a:ext cx="4610100" cy="1239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613736"/>
      </p:ext>
    </p:extLst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223" y="62407"/>
            <a:ext cx="3973652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183640">
              <a:lnSpc>
                <a:spcPct val="100000"/>
              </a:lnSpc>
              <a:spcBef>
                <a:spcPts val="135"/>
              </a:spcBef>
            </a:pPr>
            <a:r>
              <a:rPr spc="50" dirty="0"/>
              <a:t>Example</a:t>
            </a:r>
            <a:r>
              <a:rPr spc="150" dirty="0"/>
              <a:t> </a:t>
            </a:r>
            <a:r>
              <a:rPr dirty="0"/>
              <a:t>1.2</a:t>
            </a:r>
            <a:r>
              <a:rPr lang="en-US" dirty="0"/>
              <a:t>3</a:t>
            </a:r>
            <a:r>
              <a:rPr spc="160" dirty="0"/>
              <a:t> </a:t>
            </a:r>
            <a:r>
              <a:rPr dirty="0" err="1"/>
              <a:t>pg</a:t>
            </a:r>
            <a:r>
              <a:rPr spc="150" dirty="0"/>
              <a:t> </a:t>
            </a:r>
            <a:r>
              <a:rPr spc="-25" dirty="0"/>
              <a:t>3</a:t>
            </a:r>
            <a:r>
              <a:rPr lang="en-US" spc="-25" dirty="0"/>
              <a:t>9</a:t>
            </a:r>
            <a:endParaRPr spc="-25" dirty="0"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17/19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14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4" name="Picture 3" descr="Text&#10;&#10;Description automatically generated with medium confidence">
            <a:extLst>
              <a:ext uri="{FF2B5EF4-FFF2-40B4-BE49-F238E27FC236}">
                <a16:creationId xmlns:a16="http://schemas.microsoft.com/office/drawing/2014/main" id="{60709C8B-9892-F363-8878-847EC611A1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8775"/>
            <a:ext cx="4610100" cy="2442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445659"/>
      </p:ext>
    </p:extLst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223" y="62407"/>
            <a:ext cx="3973652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183640">
              <a:lnSpc>
                <a:spcPct val="100000"/>
              </a:lnSpc>
              <a:spcBef>
                <a:spcPts val="135"/>
              </a:spcBef>
            </a:pPr>
            <a:r>
              <a:rPr spc="50" dirty="0"/>
              <a:t>Example</a:t>
            </a:r>
            <a:r>
              <a:rPr spc="150" dirty="0"/>
              <a:t> </a:t>
            </a:r>
            <a:r>
              <a:rPr dirty="0"/>
              <a:t>1.2</a:t>
            </a:r>
            <a:r>
              <a:rPr lang="en-US" dirty="0"/>
              <a:t>3</a:t>
            </a:r>
            <a:r>
              <a:rPr spc="160" dirty="0"/>
              <a:t> </a:t>
            </a:r>
            <a:r>
              <a:rPr dirty="0" err="1"/>
              <a:t>pg</a:t>
            </a:r>
            <a:r>
              <a:rPr spc="150" dirty="0"/>
              <a:t> </a:t>
            </a:r>
            <a:r>
              <a:rPr spc="-25" dirty="0"/>
              <a:t>3</a:t>
            </a:r>
            <a:r>
              <a:rPr lang="en-US" spc="-25" dirty="0"/>
              <a:t>9</a:t>
            </a:r>
            <a:endParaRPr spc="-25" dirty="0"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17/19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10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14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610780A0-80DA-DA9A-1EBF-7C19887593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516" y="326548"/>
            <a:ext cx="3423065" cy="2998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042530"/>
      </p:ext>
    </p:extLst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i="1" spc="95" dirty="0">
                <a:latin typeface="Verdana"/>
                <a:cs typeface="Verdana"/>
              </a:rPr>
              <a:t>A</a:t>
            </a:r>
            <a:r>
              <a:rPr i="1" spc="-15" dirty="0">
                <a:latin typeface="Verdana"/>
                <a:cs typeface="Verdana"/>
              </a:rPr>
              <a:t> </a:t>
            </a:r>
            <a:r>
              <a:rPr spc="70" dirty="0"/>
              <a:t>and</a:t>
            </a:r>
            <a:r>
              <a:rPr spc="130" dirty="0"/>
              <a:t> </a:t>
            </a:r>
            <a:r>
              <a:rPr i="1" spc="105" dirty="0">
                <a:latin typeface="Verdana"/>
                <a:cs typeface="Verdana"/>
              </a:rPr>
              <a:t>B</a:t>
            </a:r>
            <a:r>
              <a:rPr i="1" spc="60" dirty="0">
                <a:latin typeface="Verdana"/>
                <a:cs typeface="Verdana"/>
              </a:rPr>
              <a:t> </a:t>
            </a:r>
            <a:r>
              <a:rPr spc="55" dirty="0"/>
              <a:t>independent</a:t>
            </a:r>
            <a:r>
              <a:rPr spc="130" dirty="0"/>
              <a:t> </a:t>
            </a:r>
            <a:r>
              <a:rPr spc="114" dirty="0">
                <a:latin typeface="Lucida Sans Unicode"/>
                <a:cs typeface="Lucida Sans Unicode"/>
              </a:rPr>
              <a:t>⇒</a:t>
            </a:r>
            <a:r>
              <a:rPr spc="-35" dirty="0">
                <a:latin typeface="Lucida Sans Unicode"/>
                <a:cs typeface="Lucida Sans Unicode"/>
              </a:rPr>
              <a:t> </a:t>
            </a:r>
            <a:r>
              <a:rPr i="1" dirty="0">
                <a:latin typeface="Verdana"/>
                <a:cs typeface="Verdana"/>
              </a:rPr>
              <a:t>A</a:t>
            </a:r>
            <a:r>
              <a:rPr sz="1500" b="0" i="1" baseline="27777" dirty="0">
                <a:latin typeface="Bookman Old Style"/>
                <a:cs typeface="Bookman Old Style"/>
              </a:rPr>
              <a:t>C</a:t>
            </a:r>
            <a:r>
              <a:rPr sz="1500" b="0" i="1" spc="450" baseline="27777" dirty="0">
                <a:latin typeface="Bookman Old Style"/>
                <a:cs typeface="Bookman Old Style"/>
              </a:rPr>
              <a:t> </a:t>
            </a:r>
            <a:r>
              <a:rPr sz="1400" spc="70" dirty="0"/>
              <a:t>and</a:t>
            </a:r>
            <a:r>
              <a:rPr sz="1400" spc="130" dirty="0"/>
              <a:t> </a:t>
            </a:r>
            <a:r>
              <a:rPr sz="1400" i="1" spc="80" dirty="0">
                <a:latin typeface="Verdana"/>
                <a:cs typeface="Verdana"/>
              </a:rPr>
              <a:t>B</a:t>
            </a:r>
            <a:r>
              <a:rPr sz="1500" b="0" i="1" spc="120" baseline="27777" dirty="0">
                <a:latin typeface="Bookman Old Style"/>
                <a:cs typeface="Bookman Old Style"/>
              </a:rPr>
              <a:t>C</a:t>
            </a:r>
            <a:r>
              <a:rPr sz="1500" b="0" i="1" spc="450" baseline="27777" dirty="0">
                <a:latin typeface="Bookman Old Style"/>
                <a:cs typeface="Bookman Old Style"/>
              </a:rPr>
              <a:t> </a:t>
            </a:r>
            <a:r>
              <a:rPr sz="1400" spc="45" dirty="0"/>
              <a:t>independent</a:t>
            </a:r>
            <a:endParaRPr sz="1400">
              <a:latin typeface="Bookman Old Style"/>
              <a:cs typeface="Bookman Old Style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797318"/>
            <a:ext cx="63233" cy="6323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0444" y="458023"/>
            <a:ext cx="3851275" cy="44577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spc="-20" dirty="0">
                <a:latin typeface="Georgia"/>
                <a:cs typeface="Georgia"/>
              </a:rPr>
              <a:t>Suppose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b="0" i="1" spc="-1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b="0" i="1" spc="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independent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events.</a:t>
            </a:r>
            <a:r>
              <a:rPr sz="1100" spc="16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Then</a:t>
            </a:r>
            <a:endParaRPr sz="1100">
              <a:latin typeface="Georgia"/>
              <a:cs typeface="Georgia"/>
            </a:endParaRPr>
          </a:p>
          <a:p>
            <a:pPr marL="314960">
              <a:lnSpc>
                <a:spcPct val="100000"/>
              </a:lnSpc>
              <a:spcBef>
                <a:spcPts val="334"/>
              </a:spcBef>
            </a:pPr>
            <a:r>
              <a:rPr sz="1100" spc="70" dirty="0">
                <a:latin typeface="Georgia"/>
                <a:cs typeface="Georgia"/>
              </a:rPr>
              <a:t>1</a:t>
            </a:r>
            <a:r>
              <a:rPr sz="1100" spc="12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2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&amp;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&amp;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spc="-50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18/19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i="1" spc="95" dirty="0">
                <a:latin typeface="Verdana"/>
                <a:cs typeface="Verdana"/>
              </a:rPr>
              <a:t>A</a:t>
            </a:r>
            <a:r>
              <a:rPr i="1" spc="-15" dirty="0">
                <a:latin typeface="Verdana"/>
                <a:cs typeface="Verdana"/>
              </a:rPr>
              <a:t> </a:t>
            </a:r>
            <a:r>
              <a:rPr spc="70" dirty="0"/>
              <a:t>and</a:t>
            </a:r>
            <a:r>
              <a:rPr spc="130" dirty="0"/>
              <a:t> </a:t>
            </a:r>
            <a:r>
              <a:rPr i="1" spc="105" dirty="0">
                <a:latin typeface="Verdana"/>
                <a:cs typeface="Verdana"/>
              </a:rPr>
              <a:t>B</a:t>
            </a:r>
            <a:r>
              <a:rPr i="1" spc="60" dirty="0">
                <a:latin typeface="Verdana"/>
                <a:cs typeface="Verdana"/>
              </a:rPr>
              <a:t> </a:t>
            </a:r>
            <a:r>
              <a:rPr spc="55" dirty="0"/>
              <a:t>independent</a:t>
            </a:r>
            <a:r>
              <a:rPr spc="130" dirty="0"/>
              <a:t> </a:t>
            </a:r>
            <a:r>
              <a:rPr spc="114" dirty="0">
                <a:latin typeface="Lucida Sans Unicode"/>
                <a:cs typeface="Lucida Sans Unicode"/>
              </a:rPr>
              <a:t>⇒</a:t>
            </a:r>
            <a:r>
              <a:rPr spc="-35" dirty="0">
                <a:latin typeface="Lucida Sans Unicode"/>
                <a:cs typeface="Lucida Sans Unicode"/>
              </a:rPr>
              <a:t> </a:t>
            </a:r>
            <a:r>
              <a:rPr i="1" dirty="0">
                <a:latin typeface="Verdana"/>
                <a:cs typeface="Verdana"/>
              </a:rPr>
              <a:t>A</a:t>
            </a:r>
            <a:r>
              <a:rPr sz="1500" b="0" i="1" baseline="27777" dirty="0">
                <a:latin typeface="Bookman Old Style"/>
                <a:cs typeface="Bookman Old Style"/>
              </a:rPr>
              <a:t>C</a:t>
            </a:r>
            <a:r>
              <a:rPr sz="1500" b="0" i="1" spc="450" baseline="27777" dirty="0">
                <a:latin typeface="Bookman Old Style"/>
                <a:cs typeface="Bookman Old Style"/>
              </a:rPr>
              <a:t> </a:t>
            </a:r>
            <a:r>
              <a:rPr sz="1400" spc="70" dirty="0"/>
              <a:t>and</a:t>
            </a:r>
            <a:r>
              <a:rPr sz="1400" spc="130" dirty="0"/>
              <a:t> </a:t>
            </a:r>
            <a:r>
              <a:rPr sz="1400" i="1" spc="80" dirty="0">
                <a:latin typeface="Verdana"/>
                <a:cs typeface="Verdana"/>
              </a:rPr>
              <a:t>B</a:t>
            </a:r>
            <a:r>
              <a:rPr sz="1500" b="0" i="1" spc="120" baseline="27777" dirty="0">
                <a:latin typeface="Bookman Old Style"/>
                <a:cs typeface="Bookman Old Style"/>
              </a:rPr>
              <a:t>C</a:t>
            </a:r>
            <a:r>
              <a:rPr sz="1500" b="0" i="1" spc="450" baseline="27777" dirty="0">
                <a:latin typeface="Bookman Old Style"/>
                <a:cs typeface="Bookman Old Style"/>
              </a:rPr>
              <a:t> </a:t>
            </a:r>
            <a:r>
              <a:rPr sz="1400" spc="45" dirty="0"/>
              <a:t>independent</a:t>
            </a:r>
            <a:endParaRPr sz="1400">
              <a:latin typeface="Bookman Old Style"/>
              <a:cs typeface="Bookman Old Style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797318"/>
            <a:ext cx="63233" cy="6323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007351"/>
            <a:ext cx="63233" cy="6323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0444" y="458023"/>
            <a:ext cx="3959225" cy="65595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spc="-20" dirty="0">
                <a:latin typeface="Georgia"/>
                <a:cs typeface="Georgia"/>
              </a:rPr>
              <a:t>Suppose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b="0" i="1" spc="-1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b="0" i="1" spc="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independent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events.</a:t>
            </a:r>
            <a:r>
              <a:rPr sz="1100" spc="16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Then</a:t>
            </a:r>
            <a:endParaRPr sz="1100">
              <a:latin typeface="Georgia"/>
              <a:cs typeface="Georgia"/>
            </a:endParaRPr>
          </a:p>
          <a:p>
            <a:pPr marL="314960">
              <a:lnSpc>
                <a:spcPct val="100000"/>
              </a:lnSpc>
              <a:spcBef>
                <a:spcPts val="334"/>
              </a:spcBef>
            </a:pPr>
            <a:r>
              <a:rPr sz="1100" spc="70" dirty="0">
                <a:latin typeface="Georgia"/>
                <a:cs typeface="Georgia"/>
              </a:rPr>
              <a:t>1</a:t>
            </a:r>
            <a:r>
              <a:rPr sz="1100" spc="12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2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&amp;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&amp;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spc="-50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 marL="314960">
              <a:lnSpc>
                <a:spcPct val="100000"/>
              </a:lnSpc>
              <a:spcBef>
                <a:spcPts val="330"/>
              </a:spcBef>
            </a:pPr>
            <a:r>
              <a:rPr sz="1100" spc="70" dirty="0">
                <a:latin typeface="Georgia"/>
                <a:cs typeface="Georgia"/>
              </a:rPr>
              <a:t>1</a:t>
            </a:r>
            <a:r>
              <a:rPr sz="1100" spc="12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2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&amp;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spc="-50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18/19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i="1" spc="95" dirty="0">
                <a:latin typeface="Verdana"/>
                <a:cs typeface="Verdana"/>
              </a:rPr>
              <a:t>A</a:t>
            </a:r>
            <a:r>
              <a:rPr i="1" spc="-15" dirty="0">
                <a:latin typeface="Verdana"/>
                <a:cs typeface="Verdana"/>
              </a:rPr>
              <a:t> </a:t>
            </a:r>
            <a:r>
              <a:rPr spc="70" dirty="0"/>
              <a:t>and</a:t>
            </a:r>
            <a:r>
              <a:rPr spc="130" dirty="0"/>
              <a:t> </a:t>
            </a:r>
            <a:r>
              <a:rPr i="1" spc="105" dirty="0">
                <a:latin typeface="Verdana"/>
                <a:cs typeface="Verdana"/>
              </a:rPr>
              <a:t>B</a:t>
            </a:r>
            <a:r>
              <a:rPr i="1" spc="60" dirty="0">
                <a:latin typeface="Verdana"/>
                <a:cs typeface="Verdana"/>
              </a:rPr>
              <a:t> </a:t>
            </a:r>
            <a:r>
              <a:rPr spc="55" dirty="0"/>
              <a:t>independent</a:t>
            </a:r>
            <a:r>
              <a:rPr spc="130" dirty="0"/>
              <a:t> </a:t>
            </a:r>
            <a:r>
              <a:rPr spc="114" dirty="0">
                <a:latin typeface="Lucida Sans Unicode"/>
                <a:cs typeface="Lucida Sans Unicode"/>
              </a:rPr>
              <a:t>⇒</a:t>
            </a:r>
            <a:r>
              <a:rPr spc="-35" dirty="0">
                <a:latin typeface="Lucida Sans Unicode"/>
                <a:cs typeface="Lucida Sans Unicode"/>
              </a:rPr>
              <a:t> </a:t>
            </a:r>
            <a:r>
              <a:rPr i="1" dirty="0">
                <a:latin typeface="Verdana"/>
                <a:cs typeface="Verdana"/>
              </a:rPr>
              <a:t>A</a:t>
            </a:r>
            <a:r>
              <a:rPr sz="1500" b="0" i="1" baseline="27777" dirty="0">
                <a:latin typeface="Bookman Old Style"/>
                <a:cs typeface="Bookman Old Style"/>
              </a:rPr>
              <a:t>C</a:t>
            </a:r>
            <a:r>
              <a:rPr sz="1500" b="0" i="1" spc="450" baseline="27777" dirty="0">
                <a:latin typeface="Bookman Old Style"/>
                <a:cs typeface="Bookman Old Style"/>
              </a:rPr>
              <a:t> </a:t>
            </a:r>
            <a:r>
              <a:rPr sz="1400" spc="70" dirty="0"/>
              <a:t>and</a:t>
            </a:r>
            <a:r>
              <a:rPr sz="1400" spc="130" dirty="0"/>
              <a:t> </a:t>
            </a:r>
            <a:r>
              <a:rPr sz="1400" i="1" spc="80" dirty="0">
                <a:latin typeface="Verdana"/>
                <a:cs typeface="Verdana"/>
              </a:rPr>
              <a:t>B</a:t>
            </a:r>
            <a:r>
              <a:rPr sz="1500" b="0" i="1" spc="120" baseline="27777" dirty="0">
                <a:latin typeface="Bookman Old Style"/>
                <a:cs typeface="Bookman Old Style"/>
              </a:rPr>
              <a:t>C</a:t>
            </a:r>
            <a:r>
              <a:rPr sz="1500" b="0" i="1" spc="450" baseline="27777" dirty="0">
                <a:latin typeface="Bookman Old Style"/>
                <a:cs typeface="Bookman Old Style"/>
              </a:rPr>
              <a:t> </a:t>
            </a:r>
            <a:r>
              <a:rPr sz="1400" spc="45" dirty="0"/>
              <a:t>independent</a:t>
            </a:r>
            <a:endParaRPr sz="1400">
              <a:latin typeface="Bookman Old Style"/>
              <a:cs typeface="Bookman Old Style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797318"/>
            <a:ext cx="63233" cy="6323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007351"/>
            <a:ext cx="63233" cy="6323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133" y="1217383"/>
            <a:ext cx="63233" cy="6323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0444" y="458023"/>
            <a:ext cx="4407535" cy="86614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spc="-20" dirty="0">
                <a:latin typeface="Georgia"/>
                <a:cs typeface="Georgia"/>
              </a:rPr>
              <a:t>Suppose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b="0" i="1" spc="-1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b="0" i="1" spc="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independent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events.</a:t>
            </a:r>
            <a:r>
              <a:rPr sz="1100" spc="16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Then</a:t>
            </a:r>
            <a:endParaRPr sz="1100">
              <a:latin typeface="Georgia"/>
              <a:cs typeface="Georgia"/>
            </a:endParaRPr>
          </a:p>
          <a:p>
            <a:pPr marL="314960">
              <a:lnSpc>
                <a:spcPct val="100000"/>
              </a:lnSpc>
              <a:spcBef>
                <a:spcPts val="334"/>
              </a:spcBef>
            </a:pPr>
            <a:r>
              <a:rPr sz="1100" spc="70" dirty="0">
                <a:latin typeface="Georgia"/>
                <a:cs typeface="Georgia"/>
              </a:rPr>
              <a:t>1</a:t>
            </a:r>
            <a:r>
              <a:rPr sz="1100" spc="12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2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&amp;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&amp;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spc="-50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 marL="314960">
              <a:lnSpc>
                <a:spcPct val="100000"/>
              </a:lnSpc>
              <a:spcBef>
                <a:spcPts val="330"/>
              </a:spcBef>
            </a:pPr>
            <a:r>
              <a:rPr sz="1100" spc="70" dirty="0">
                <a:latin typeface="Georgia"/>
                <a:cs typeface="Georgia"/>
              </a:rPr>
              <a:t>1</a:t>
            </a:r>
            <a:r>
              <a:rPr sz="1100" spc="12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2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&amp;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spc="-50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 marL="314960">
              <a:lnSpc>
                <a:spcPct val="100000"/>
              </a:lnSpc>
              <a:spcBef>
                <a:spcPts val="335"/>
              </a:spcBef>
            </a:pPr>
            <a:r>
              <a:rPr sz="1100" spc="70" dirty="0">
                <a:latin typeface="Georgia"/>
                <a:cs typeface="Georgia"/>
              </a:rPr>
              <a:t>1</a:t>
            </a:r>
            <a:r>
              <a:rPr sz="1100" spc="12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)(1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))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(1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&amp;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2" baseline="27777" dirty="0">
                <a:latin typeface="Elephant"/>
                <a:cs typeface="Elephant"/>
              </a:rPr>
              <a:t> </a:t>
            </a:r>
            <a:r>
              <a:rPr sz="1100" spc="-50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18/19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i="1" spc="95" dirty="0">
                <a:latin typeface="Verdana"/>
                <a:cs typeface="Verdana"/>
              </a:rPr>
              <a:t>A</a:t>
            </a:r>
            <a:r>
              <a:rPr i="1" spc="-15" dirty="0">
                <a:latin typeface="Verdana"/>
                <a:cs typeface="Verdana"/>
              </a:rPr>
              <a:t> </a:t>
            </a:r>
            <a:r>
              <a:rPr spc="70" dirty="0"/>
              <a:t>and</a:t>
            </a:r>
            <a:r>
              <a:rPr spc="130" dirty="0"/>
              <a:t> </a:t>
            </a:r>
            <a:r>
              <a:rPr i="1" spc="105" dirty="0">
                <a:latin typeface="Verdana"/>
                <a:cs typeface="Verdana"/>
              </a:rPr>
              <a:t>B</a:t>
            </a:r>
            <a:r>
              <a:rPr i="1" spc="60" dirty="0">
                <a:latin typeface="Verdana"/>
                <a:cs typeface="Verdana"/>
              </a:rPr>
              <a:t> </a:t>
            </a:r>
            <a:r>
              <a:rPr spc="55" dirty="0"/>
              <a:t>independent</a:t>
            </a:r>
            <a:r>
              <a:rPr spc="130" dirty="0"/>
              <a:t> </a:t>
            </a:r>
            <a:r>
              <a:rPr spc="114" dirty="0">
                <a:latin typeface="Lucida Sans Unicode"/>
                <a:cs typeface="Lucida Sans Unicode"/>
              </a:rPr>
              <a:t>⇒</a:t>
            </a:r>
            <a:r>
              <a:rPr spc="-35" dirty="0">
                <a:latin typeface="Lucida Sans Unicode"/>
                <a:cs typeface="Lucida Sans Unicode"/>
              </a:rPr>
              <a:t> </a:t>
            </a:r>
            <a:r>
              <a:rPr i="1" dirty="0">
                <a:latin typeface="Verdana"/>
                <a:cs typeface="Verdana"/>
              </a:rPr>
              <a:t>A</a:t>
            </a:r>
            <a:r>
              <a:rPr sz="1500" b="0" i="1" baseline="27777" dirty="0">
                <a:latin typeface="Bookman Old Style"/>
                <a:cs typeface="Bookman Old Style"/>
              </a:rPr>
              <a:t>C</a:t>
            </a:r>
            <a:r>
              <a:rPr sz="1500" b="0" i="1" spc="450" baseline="27777" dirty="0">
                <a:latin typeface="Bookman Old Style"/>
                <a:cs typeface="Bookman Old Style"/>
              </a:rPr>
              <a:t> </a:t>
            </a:r>
            <a:r>
              <a:rPr sz="1400" spc="70" dirty="0"/>
              <a:t>and</a:t>
            </a:r>
            <a:r>
              <a:rPr sz="1400" spc="130" dirty="0"/>
              <a:t> </a:t>
            </a:r>
            <a:r>
              <a:rPr sz="1400" i="1" spc="80" dirty="0">
                <a:latin typeface="Verdana"/>
                <a:cs typeface="Verdana"/>
              </a:rPr>
              <a:t>B</a:t>
            </a:r>
            <a:r>
              <a:rPr sz="1500" b="0" i="1" spc="120" baseline="27777" dirty="0">
                <a:latin typeface="Bookman Old Style"/>
                <a:cs typeface="Bookman Old Style"/>
              </a:rPr>
              <a:t>C</a:t>
            </a:r>
            <a:r>
              <a:rPr sz="1500" b="0" i="1" spc="450" baseline="27777" dirty="0">
                <a:latin typeface="Bookman Old Style"/>
                <a:cs typeface="Bookman Old Style"/>
              </a:rPr>
              <a:t> </a:t>
            </a:r>
            <a:r>
              <a:rPr sz="1400" spc="45" dirty="0"/>
              <a:t>independent</a:t>
            </a:r>
            <a:endParaRPr sz="1400">
              <a:latin typeface="Bookman Old Style"/>
              <a:cs typeface="Bookman Old Style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797318"/>
            <a:ext cx="63233" cy="6323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007351"/>
            <a:ext cx="63233" cy="6323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133" y="1217383"/>
            <a:ext cx="63233" cy="6323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3133" y="1427416"/>
            <a:ext cx="63233" cy="6323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0444" y="458023"/>
            <a:ext cx="4414406" cy="1563889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spc="-20" dirty="0">
                <a:latin typeface="Georgia"/>
                <a:cs typeface="Georgia"/>
              </a:rPr>
              <a:t>Suppose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b="0" i="1" spc="-1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b="0" i="1" spc="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independent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events.</a:t>
            </a:r>
            <a:r>
              <a:rPr sz="1100" spc="16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Then</a:t>
            </a:r>
            <a:endParaRPr sz="1100" dirty="0">
              <a:latin typeface="Georgia"/>
              <a:cs typeface="Georgia"/>
            </a:endParaRPr>
          </a:p>
          <a:p>
            <a:pPr marL="314960">
              <a:lnSpc>
                <a:spcPct val="100000"/>
              </a:lnSpc>
              <a:spcBef>
                <a:spcPts val="334"/>
              </a:spcBef>
            </a:pPr>
            <a:r>
              <a:rPr sz="1100" spc="70" dirty="0">
                <a:latin typeface="Georgia"/>
                <a:cs typeface="Georgia"/>
              </a:rPr>
              <a:t>1</a:t>
            </a:r>
            <a:r>
              <a:rPr sz="1100" spc="12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2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&amp;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&amp;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spc="-50" dirty="0">
                <a:latin typeface="Georgia"/>
                <a:cs typeface="Georgia"/>
              </a:rPr>
              <a:t>)</a:t>
            </a:r>
            <a:endParaRPr sz="1100" dirty="0">
              <a:latin typeface="Georgia"/>
              <a:cs typeface="Georgia"/>
            </a:endParaRPr>
          </a:p>
          <a:p>
            <a:pPr marL="314960">
              <a:lnSpc>
                <a:spcPct val="100000"/>
              </a:lnSpc>
              <a:spcBef>
                <a:spcPts val="330"/>
              </a:spcBef>
            </a:pPr>
            <a:r>
              <a:rPr sz="1100" spc="70" dirty="0">
                <a:latin typeface="Georgia"/>
                <a:cs typeface="Georgia"/>
              </a:rPr>
              <a:t>1</a:t>
            </a:r>
            <a:r>
              <a:rPr sz="1100" spc="12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2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&amp;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spc="-50" dirty="0">
                <a:latin typeface="Georgia"/>
                <a:cs typeface="Georgia"/>
              </a:rPr>
              <a:t>)</a:t>
            </a:r>
            <a:endParaRPr sz="1100" dirty="0">
              <a:latin typeface="Georgia"/>
              <a:cs typeface="Georgia"/>
            </a:endParaRPr>
          </a:p>
          <a:p>
            <a:pPr marL="314960">
              <a:lnSpc>
                <a:spcPct val="100000"/>
              </a:lnSpc>
              <a:spcBef>
                <a:spcPts val="335"/>
              </a:spcBef>
            </a:pPr>
            <a:r>
              <a:rPr sz="1100" spc="70" dirty="0">
                <a:latin typeface="Georgia"/>
                <a:cs typeface="Georgia"/>
              </a:rPr>
              <a:t>1</a:t>
            </a:r>
            <a:r>
              <a:rPr sz="1100" spc="12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)(1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))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(1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&amp;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2" baseline="27777" dirty="0">
                <a:latin typeface="Elephant"/>
                <a:cs typeface="Elephant"/>
              </a:rPr>
              <a:t> </a:t>
            </a:r>
            <a:r>
              <a:rPr sz="1100" spc="-50" dirty="0">
                <a:latin typeface="Georgia"/>
                <a:cs typeface="Georgia"/>
              </a:rPr>
              <a:t>)</a:t>
            </a:r>
            <a:endParaRPr sz="1100" dirty="0">
              <a:latin typeface="Georgia"/>
              <a:cs typeface="Georgia"/>
            </a:endParaRPr>
          </a:p>
          <a:p>
            <a:pPr marL="314960">
              <a:lnSpc>
                <a:spcPct val="100000"/>
              </a:lnSpc>
              <a:spcBef>
                <a:spcPts val="335"/>
              </a:spcBef>
            </a:pPr>
            <a:r>
              <a:rPr sz="1100" spc="70" dirty="0">
                <a:latin typeface="Georgia"/>
                <a:cs typeface="Georgia"/>
              </a:rPr>
              <a:t>1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80" dirty="0">
                <a:latin typeface="Georgia"/>
                <a:cs typeface="Georgia"/>
              </a:rPr>
              <a:t>=</a:t>
            </a:r>
            <a:endParaRPr sz="1100" dirty="0">
              <a:latin typeface="Georgia"/>
              <a:cs typeface="Georgia"/>
            </a:endParaRPr>
          </a:p>
          <a:p>
            <a:pPr marL="314960">
              <a:lnSpc>
                <a:spcPct val="100000"/>
              </a:lnSpc>
              <a:spcBef>
                <a:spcPts val="35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2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2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4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2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3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2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2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3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2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2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4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2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4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2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75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&amp;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75" baseline="27777" dirty="0">
                <a:latin typeface="Elephant"/>
                <a:cs typeface="Elephant"/>
              </a:rPr>
              <a:t> </a:t>
            </a:r>
            <a:r>
              <a:rPr sz="1100" spc="-50" dirty="0">
                <a:latin typeface="Georgia"/>
                <a:cs typeface="Georgia"/>
              </a:rPr>
              <a:t>)</a:t>
            </a:r>
            <a:endParaRPr sz="1100" dirty="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18/19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6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i="1" spc="95" dirty="0">
                <a:latin typeface="Verdana"/>
                <a:cs typeface="Verdana"/>
              </a:rPr>
              <a:t>A</a:t>
            </a:r>
            <a:r>
              <a:rPr i="1" spc="-15" dirty="0">
                <a:latin typeface="Verdana"/>
                <a:cs typeface="Verdana"/>
              </a:rPr>
              <a:t> </a:t>
            </a:r>
            <a:r>
              <a:rPr spc="70" dirty="0"/>
              <a:t>and</a:t>
            </a:r>
            <a:r>
              <a:rPr spc="130" dirty="0"/>
              <a:t> </a:t>
            </a:r>
            <a:r>
              <a:rPr i="1" spc="105" dirty="0">
                <a:latin typeface="Verdana"/>
                <a:cs typeface="Verdana"/>
              </a:rPr>
              <a:t>B</a:t>
            </a:r>
            <a:r>
              <a:rPr i="1" spc="60" dirty="0">
                <a:latin typeface="Verdana"/>
                <a:cs typeface="Verdana"/>
              </a:rPr>
              <a:t> </a:t>
            </a:r>
            <a:r>
              <a:rPr spc="55" dirty="0"/>
              <a:t>independent</a:t>
            </a:r>
            <a:r>
              <a:rPr spc="130" dirty="0"/>
              <a:t> </a:t>
            </a:r>
            <a:r>
              <a:rPr spc="114" dirty="0">
                <a:latin typeface="Lucida Sans Unicode"/>
                <a:cs typeface="Lucida Sans Unicode"/>
              </a:rPr>
              <a:t>⇒</a:t>
            </a:r>
            <a:r>
              <a:rPr spc="-35" dirty="0">
                <a:latin typeface="Lucida Sans Unicode"/>
                <a:cs typeface="Lucida Sans Unicode"/>
              </a:rPr>
              <a:t> </a:t>
            </a:r>
            <a:r>
              <a:rPr i="1" dirty="0">
                <a:latin typeface="Verdana"/>
                <a:cs typeface="Verdana"/>
              </a:rPr>
              <a:t>A</a:t>
            </a:r>
            <a:r>
              <a:rPr sz="1500" b="0" i="1" baseline="27777" dirty="0">
                <a:latin typeface="Bookman Old Style"/>
                <a:cs typeface="Bookman Old Style"/>
              </a:rPr>
              <a:t>C</a:t>
            </a:r>
            <a:r>
              <a:rPr sz="1500" b="0" i="1" spc="450" baseline="27777" dirty="0">
                <a:latin typeface="Bookman Old Style"/>
                <a:cs typeface="Bookman Old Style"/>
              </a:rPr>
              <a:t> </a:t>
            </a:r>
            <a:r>
              <a:rPr sz="1400" spc="70" dirty="0"/>
              <a:t>and</a:t>
            </a:r>
            <a:r>
              <a:rPr sz="1400" spc="130" dirty="0"/>
              <a:t> </a:t>
            </a:r>
            <a:r>
              <a:rPr sz="1400" i="1" spc="80" dirty="0">
                <a:latin typeface="Verdana"/>
                <a:cs typeface="Verdana"/>
              </a:rPr>
              <a:t>B</a:t>
            </a:r>
            <a:r>
              <a:rPr sz="1500" b="0" i="1" spc="120" baseline="27777" dirty="0">
                <a:latin typeface="Bookman Old Style"/>
                <a:cs typeface="Bookman Old Style"/>
              </a:rPr>
              <a:t>C</a:t>
            </a:r>
            <a:r>
              <a:rPr sz="1500" b="0" i="1" spc="450" baseline="27777" dirty="0">
                <a:latin typeface="Bookman Old Style"/>
                <a:cs typeface="Bookman Old Style"/>
              </a:rPr>
              <a:t> </a:t>
            </a:r>
            <a:r>
              <a:rPr sz="1400" spc="45" dirty="0"/>
              <a:t>independent</a:t>
            </a:r>
            <a:endParaRPr sz="1400">
              <a:latin typeface="Bookman Old Style"/>
              <a:cs typeface="Bookman Old Style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797318"/>
            <a:ext cx="63233" cy="6323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007351"/>
            <a:ext cx="63233" cy="6323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133" y="1217383"/>
            <a:ext cx="63233" cy="6323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3133" y="1427416"/>
            <a:ext cx="63233" cy="6323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3133" y="1809521"/>
            <a:ext cx="63233" cy="6323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00444" y="458023"/>
            <a:ext cx="4407535" cy="145796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spc="-20" dirty="0">
                <a:latin typeface="Georgia"/>
                <a:cs typeface="Georgia"/>
              </a:rPr>
              <a:t>Suppose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b="0" i="1" spc="-1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b="0" i="1" spc="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independent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events.</a:t>
            </a:r>
            <a:r>
              <a:rPr sz="1100" spc="16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Then</a:t>
            </a:r>
            <a:endParaRPr sz="1100">
              <a:latin typeface="Georgia"/>
              <a:cs typeface="Georgia"/>
            </a:endParaRPr>
          </a:p>
          <a:p>
            <a:pPr marL="314960">
              <a:lnSpc>
                <a:spcPct val="100000"/>
              </a:lnSpc>
              <a:spcBef>
                <a:spcPts val="334"/>
              </a:spcBef>
            </a:pPr>
            <a:r>
              <a:rPr sz="1100" spc="70" dirty="0">
                <a:latin typeface="Georgia"/>
                <a:cs typeface="Georgia"/>
              </a:rPr>
              <a:t>1</a:t>
            </a:r>
            <a:r>
              <a:rPr sz="1100" spc="12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2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&amp;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&amp;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spc="-50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 marL="314960">
              <a:lnSpc>
                <a:spcPct val="100000"/>
              </a:lnSpc>
              <a:spcBef>
                <a:spcPts val="330"/>
              </a:spcBef>
            </a:pPr>
            <a:r>
              <a:rPr sz="1100" spc="70" dirty="0">
                <a:latin typeface="Georgia"/>
                <a:cs typeface="Georgia"/>
              </a:rPr>
              <a:t>1</a:t>
            </a:r>
            <a:r>
              <a:rPr sz="1100" spc="12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2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&amp;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spc="-50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 marL="314960">
              <a:lnSpc>
                <a:spcPct val="100000"/>
              </a:lnSpc>
              <a:spcBef>
                <a:spcPts val="335"/>
              </a:spcBef>
            </a:pPr>
            <a:r>
              <a:rPr sz="1100" spc="70" dirty="0">
                <a:latin typeface="Georgia"/>
                <a:cs typeface="Georgia"/>
              </a:rPr>
              <a:t>1</a:t>
            </a:r>
            <a:r>
              <a:rPr sz="1100" spc="12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)(1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))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(1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&amp;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2" baseline="27777" dirty="0">
                <a:latin typeface="Elephant"/>
                <a:cs typeface="Elephant"/>
              </a:rPr>
              <a:t> </a:t>
            </a:r>
            <a:r>
              <a:rPr sz="1100" spc="-50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 marL="314960">
              <a:lnSpc>
                <a:spcPct val="100000"/>
              </a:lnSpc>
              <a:spcBef>
                <a:spcPts val="335"/>
              </a:spcBef>
            </a:pPr>
            <a:r>
              <a:rPr sz="1100" spc="70" dirty="0">
                <a:latin typeface="Georgia"/>
                <a:cs typeface="Georgia"/>
              </a:rPr>
              <a:t>1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8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  <a:p>
            <a:pPr marL="314960">
              <a:lnSpc>
                <a:spcPct val="100000"/>
              </a:lnSpc>
              <a:spcBef>
                <a:spcPts val="35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2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2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4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2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3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2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2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3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2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2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4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2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4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2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75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&amp;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75" baseline="27777" dirty="0">
                <a:latin typeface="Elephant"/>
                <a:cs typeface="Elephant"/>
              </a:rPr>
              <a:t> </a:t>
            </a:r>
            <a:r>
              <a:rPr sz="1100" spc="-50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 marL="314960">
              <a:lnSpc>
                <a:spcPct val="100000"/>
              </a:lnSpc>
              <a:spcBef>
                <a:spcPts val="334"/>
              </a:spcBef>
            </a:pPr>
            <a:r>
              <a:rPr sz="1100" spc="70" dirty="0">
                <a:latin typeface="Georgia"/>
                <a:cs typeface="Georgia"/>
              </a:rPr>
              <a:t>1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1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97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&amp;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97" baseline="27777" dirty="0">
                <a:latin typeface="Elephant"/>
                <a:cs typeface="Elephant"/>
              </a:rPr>
              <a:t> </a:t>
            </a:r>
            <a:r>
              <a:rPr sz="1100" spc="-50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18/19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i="1" spc="95" dirty="0">
                <a:latin typeface="Verdana"/>
                <a:cs typeface="Verdana"/>
              </a:rPr>
              <a:t>A</a:t>
            </a:r>
            <a:r>
              <a:rPr i="1" spc="-15" dirty="0">
                <a:latin typeface="Verdana"/>
                <a:cs typeface="Verdana"/>
              </a:rPr>
              <a:t> </a:t>
            </a:r>
            <a:r>
              <a:rPr spc="70" dirty="0"/>
              <a:t>and</a:t>
            </a:r>
            <a:r>
              <a:rPr spc="130" dirty="0"/>
              <a:t> </a:t>
            </a:r>
            <a:r>
              <a:rPr i="1" spc="105" dirty="0">
                <a:latin typeface="Verdana"/>
                <a:cs typeface="Verdana"/>
              </a:rPr>
              <a:t>B</a:t>
            </a:r>
            <a:r>
              <a:rPr i="1" spc="60" dirty="0">
                <a:latin typeface="Verdana"/>
                <a:cs typeface="Verdana"/>
              </a:rPr>
              <a:t> </a:t>
            </a:r>
            <a:r>
              <a:rPr spc="55" dirty="0"/>
              <a:t>independent</a:t>
            </a:r>
            <a:r>
              <a:rPr spc="130" dirty="0"/>
              <a:t> </a:t>
            </a:r>
            <a:r>
              <a:rPr spc="114" dirty="0">
                <a:latin typeface="Lucida Sans Unicode"/>
                <a:cs typeface="Lucida Sans Unicode"/>
              </a:rPr>
              <a:t>⇒</a:t>
            </a:r>
            <a:r>
              <a:rPr spc="-35" dirty="0">
                <a:latin typeface="Lucida Sans Unicode"/>
                <a:cs typeface="Lucida Sans Unicode"/>
              </a:rPr>
              <a:t> </a:t>
            </a:r>
            <a:r>
              <a:rPr i="1" dirty="0">
                <a:latin typeface="Verdana"/>
                <a:cs typeface="Verdana"/>
              </a:rPr>
              <a:t>A</a:t>
            </a:r>
            <a:r>
              <a:rPr sz="1500" b="0" i="1" baseline="27777" dirty="0">
                <a:latin typeface="Bookman Old Style"/>
                <a:cs typeface="Bookman Old Style"/>
              </a:rPr>
              <a:t>C</a:t>
            </a:r>
            <a:r>
              <a:rPr sz="1500" b="0" i="1" spc="450" baseline="27777" dirty="0">
                <a:latin typeface="Bookman Old Style"/>
                <a:cs typeface="Bookman Old Style"/>
              </a:rPr>
              <a:t> </a:t>
            </a:r>
            <a:r>
              <a:rPr sz="1400" spc="70" dirty="0"/>
              <a:t>and</a:t>
            </a:r>
            <a:r>
              <a:rPr sz="1400" spc="130" dirty="0"/>
              <a:t> </a:t>
            </a:r>
            <a:r>
              <a:rPr sz="1400" i="1" spc="80" dirty="0">
                <a:latin typeface="Verdana"/>
                <a:cs typeface="Verdana"/>
              </a:rPr>
              <a:t>B</a:t>
            </a:r>
            <a:r>
              <a:rPr sz="1500" b="0" i="1" spc="120" baseline="27777" dirty="0">
                <a:latin typeface="Bookman Old Style"/>
                <a:cs typeface="Bookman Old Style"/>
              </a:rPr>
              <a:t>C</a:t>
            </a:r>
            <a:r>
              <a:rPr sz="1500" b="0" i="1" spc="450" baseline="27777" dirty="0">
                <a:latin typeface="Bookman Old Style"/>
                <a:cs typeface="Bookman Old Style"/>
              </a:rPr>
              <a:t> </a:t>
            </a:r>
            <a:r>
              <a:rPr sz="1400" spc="45" dirty="0"/>
              <a:t>independent</a:t>
            </a:r>
            <a:endParaRPr sz="1400">
              <a:latin typeface="Bookman Old Style"/>
              <a:cs typeface="Bookman Old Style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797318"/>
            <a:ext cx="63233" cy="6323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007351"/>
            <a:ext cx="63233" cy="6323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133" y="1217383"/>
            <a:ext cx="63233" cy="6323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3133" y="1427416"/>
            <a:ext cx="63233" cy="6323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3133" y="1809521"/>
            <a:ext cx="63233" cy="6323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3133" y="2019554"/>
            <a:ext cx="63233" cy="6323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00444" y="458023"/>
            <a:ext cx="4407535" cy="166814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spc="-20" dirty="0">
                <a:latin typeface="Georgia"/>
                <a:cs typeface="Georgia"/>
              </a:rPr>
              <a:t>Suppose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b="0" i="1" spc="-1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b="0" i="1" spc="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independent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events.</a:t>
            </a:r>
            <a:r>
              <a:rPr sz="1100" spc="16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Then</a:t>
            </a:r>
            <a:endParaRPr sz="1100">
              <a:latin typeface="Georgia"/>
              <a:cs typeface="Georgia"/>
            </a:endParaRPr>
          </a:p>
          <a:p>
            <a:pPr marL="314960">
              <a:lnSpc>
                <a:spcPct val="100000"/>
              </a:lnSpc>
              <a:spcBef>
                <a:spcPts val="334"/>
              </a:spcBef>
            </a:pPr>
            <a:r>
              <a:rPr sz="1100" spc="70" dirty="0">
                <a:latin typeface="Georgia"/>
                <a:cs typeface="Georgia"/>
              </a:rPr>
              <a:t>1</a:t>
            </a:r>
            <a:r>
              <a:rPr sz="1100" spc="12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2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&amp;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&amp;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spc="-50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 marL="314960">
              <a:lnSpc>
                <a:spcPct val="100000"/>
              </a:lnSpc>
              <a:spcBef>
                <a:spcPts val="330"/>
              </a:spcBef>
            </a:pPr>
            <a:r>
              <a:rPr sz="1100" spc="70" dirty="0">
                <a:latin typeface="Georgia"/>
                <a:cs typeface="Georgia"/>
              </a:rPr>
              <a:t>1</a:t>
            </a:r>
            <a:r>
              <a:rPr sz="1100" spc="12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2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&amp;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spc="-50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 marL="314960">
              <a:lnSpc>
                <a:spcPct val="100000"/>
              </a:lnSpc>
              <a:spcBef>
                <a:spcPts val="335"/>
              </a:spcBef>
            </a:pPr>
            <a:r>
              <a:rPr sz="1100" spc="70" dirty="0">
                <a:latin typeface="Georgia"/>
                <a:cs typeface="Georgia"/>
              </a:rPr>
              <a:t>1</a:t>
            </a:r>
            <a:r>
              <a:rPr sz="1100" spc="12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)(1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))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(1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&amp;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2" baseline="27777" dirty="0">
                <a:latin typeface="Elephant"/>
                <a:cs typeface="Elephant"/>
              </a:rPr>
              <a:t> </a:t>
            </a:r>
            <a:r>
              <a:rPr sz="1100" spc="-50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 marL="314960">
              <a:lnSpc>
                <a:spcPct val="100000"/>
              </a:lnSpc>
              <a:spcBef>
                <a:spcPts val="335"/>
              </a:spcBef>
            </a:pPr>
            <a:r>
              <a:rPr sz="1100" spc="70" dirty="0">
                <a:latin typeface="Georgia"/>
                <a:cs typeface="Georgia"/>
              </a:rPr>
              <a:t>1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8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  <a:p>
            <a:pPr marL="314960">
              <a:lnSpc>
                <a:spcPct val="100000"/>
              </a:lnSpc>
              <a:spcBef>
                <a:spcPts val="35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2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2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4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2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3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2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2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3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2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2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4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2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4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2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75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&amp;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75" baseline="27777" dirty="0">
                <a:latin typeface="Elephant"/>
                <a:cs typeface="Elephant"/>
              </a:rPr>
              <a:t> </a:t>
            </a:r>
            <a:r>
              <a:rPr sz="1100" spc="-50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 marL="314960">
              <a:lnSpc>
                <a:spcPct val="100000"/>
              </a:lnSpc>
              <a:spcBef>
                <a:spcPts val="334"/>
              </a:spcBef>
            </a:pPr>
            <a:r>
              <a:rPr sz="1100" spc="70" dirty="0">
                <a:latin typeface="Georgia"/>
                <a:cs typeface="Georgia"/>
              </a:rPr>
              <a:t>1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1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97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&amp;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97" baseline="27777" dirty="0">
                <a:latin typeface="Elephant"/>
                <a:cs typeface="Elephant"/>
              </a:rPr>
              <a:t> </a:t>
            </a:r>
            <a:r>
              <a:rPr sz="1100" spc="-50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 marL="314960">
              <a:lnSpc>
                <a:spcPct val="100000"/>
              </a:lnSpc>
              <a:spcBef>
                <a:spcPts val="33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104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&amp;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97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70" dirty="0">
                <a:latin typeface="Georgia"/>
                <a:cs typeface="Georgia"/>
              </a:rPr>
              <a:t>1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Georgia"/>
                <a:cs typeface="Georgia"/>
              </a:rPr>
              <a:t>(</a:t>
            </a:r>
            <a:r>
              <a:rPr sz="1100" b="0" i="1" spc="-25" dirty="0">
                <a:latin typeface="Bookman Old Style"/>
                <a:cs typeface="Bookman Old Style"/>
              </a:rPr>
              <a:t>B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18/19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8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i="1" spc="95" dirty="0">
                <a:latin typeface="Verdana"/>
                <a:cs typeface="Verdana"/>
              </a:rPr>
              <a:t>A</a:t>
            </a:r>
            <a:r>
              <a:rPr i="1" spc="-15" dirty="0">
                <a:latin typeface="Verdana"/>
                <a:cs typeface="Verdana"/>
              </a:rPr>
              <a:t> </a:t>
            </a:r>
            <a:r>
              <a:rPr spc="70" dirty="0"/>
              <a:t>and</a:t>
            </a:r>
            <a:r>
              <a:rPr spc="130" dirty="0"/>
              <a:t> </a:t>
            </a:r>
            <a:r>
              <a:rPr i="1" spc="105" dirty="0">
                <a:latin typeface="Verdana"/>
                <a:cs typeface="Verdana"/>
              </a:rPr>
              <a:t>B</a:t>
            </a:r>
            <a:r>
              <a:rPr i="1" spc="60" dirty="0">
                <a:latin typeface="Verdana"/>
                <a:cs typeface="Verdana"/>
              </a:rPr>
              <a:t> </a:t>
            </a:r>
            <a:r>
              <a:rPr spc="55" dirty="0"/>
              <a:t>independent</a:t>
            </a:r>
            <a:r>
              <a:rPr spc="130" dirty="0"/>
              <a:t> </a:t>
            </a:r>
            <a:r>
              <a:rPr spc="114" dirty="0">
                <a:latin typeface="Lucida Sans Unicode"/>
                <a:cs typeface="Lucida Sans Unicode"/>
              </a:rPr>
              <a:t>⇒</a:t>
            </a:r>
            <a:r>
              <a:rPr spc="-35" dirty="0">
                <a:latin typeface="Lucida Sans Unicode"/>
                <a:cs typeface="Lucida Sans Unicode"/>
              </a:rPr>
              <a:t> </a:t>
            </a:r>
            <a:r>
              <a:rPr i="1" dirty="0">
                <a:latin typeface="Verdana"/>
                <a:cs typeface="Verdana"/>
              </a:rPr>
              <a:t>A</a:t>
            </a:r>
            <a:r>
              <a:rPr sz="1500" b="0" i="1" baseline="27777" dirty="0">
                <a:latin typeface="Bookman Old Style"/>
                <a:cs typeface="Bookman Old Style"/>
              </a:rPr>
              <a:t>C</a:t>
            </a:r>
            <a:r>
              <a:rPr sz="1500" b="0" i="1" spc="450" baseline="27777" dirty="0">
                <a:latin typeface="Bookman Old Style"/>
                <a:cs typeface="Bookman Old Style"/>
              </a:rPr>
              <a:t> </a:t>
            </a:r>
            <a:r>
              <a:rPr sz="1400" spc="70" dirty="0"/>
              <a:t>and</a:t>
            </a:r>
            <a:r>
              <a:rPr sz="1400" spc="130" dirty="0"/>
              <a:t> </a:t>
            </a:r>
            <a:r>
              <a:rPr sz="1400" i="1" spc="80" dirty="0">
                <a:latin typeface="Verdana"/>
                <a:cs typeface="Verdana"/>
              </a:rPr>
              <a:t>B</a:t>
            </a:r>
            <a:r>
              <a:rPr sz="1500" b="0" i="1" spc="120" baseline="27777" dirty="0">
                <a:latin typeface="Bookman Old Style"/>
                <a:cs typeface="Bookman Old Style"/>
              </a:rPr>
              <a:t>C</a:t>
            </a:r>
            <a:r>
              <a:rPr sz="1500" b="0" i="1" spc="450" baseline="27777" dirty="0">
                <a:latin typeface="Bookman Old Style"/>
                <a:cs typeface="Bookman Old Style"/>
              </a:rPr>
              <a:t> </a:t>
            </a:r>
            <a:r>
              <a:rPr sz="1400" spc="45" dirty="0"/>
              <a:t>independent</a:t>
            </a:r>
            <a:endParaRPr sz="1400">
              <a:latin typeface="Bookman Old Style"/>
              <a:cs typeface="Bookman Old Style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797318"/>
            <a:ext cx="63233" cy="6323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007351"/>
            <a:ext cx="63233" cy="6323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133" y="1217383"/>
            <a:ext cx="63233" cy="6323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3133" y="1427416"/>
            <a:ext cx="63233" cy="6323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3133" y="1809521"/>
            <a:ext cx="63233" cy="6323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3133" y="2019554"/>
            <a:ext cx="63233" cy="6323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3133" y="2229586"/>
            <a:ext cx="63233" cy="63233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00444" y="458023"/>
            <a:ext cx="4407535" cy="187833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spc="-20" dirty="0">
                <a:latin typeface="Georgia"/>
                <a:cs typeface="Georgia"/>
              </a:rPr>
              <a:t>Suppose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b="0" i="1" spc="-1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b="0" i="1" spc="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independent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events.</a:t>
            </a:r>
            <a:r>
              <a:rPr sz="1100" spc="16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Then</a:t>
            </a:r>
            <a:endParaRPr sz="1100">
              <a:latin typeface="Georgia"/>
              <a:cs typeface="Georgia"/>
            </a:endParaRPr>
          </a:p>
          <a:p>
            <a:pPr marL="314960">
              <a:lnSpc>
                <a:spcPct val="100000"/>
              </a:lnSpc>
              <a:spcBef>
                <a:spcPts val="334"/>
              </a:spcBef>
            </a:pPr>
            <a:r>
              <a:rPr sz="1100" spc="70" dirty="0">
                <a:latin typeface="Georgia"/>
                <a:cs typeface="Georgia"/>
              </a:rPr>
              <a:t>1</a:t>
            </a:r>
            <a:r>
              <a:rPr sz="1100" spc="12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2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&amp;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&amp;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spc="-50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 marL="314960">
              <a:lnSpc>
                <a:spcPct val="100000"/>
              </a:lnSpc>
              <a:spcBef>
                <a:spcPts val="330"/>
              </a:spcBef>
            </a:pPr>
            <a:r>
              <a:rPr sz="1100" spc="70" dirty="0">
                <a:latin typeface="Georgia"/>
                <a:cs typeface="Georgia"/>
              </a:rPr>
              <a:t>1</a:t>
            </a:r>
            <a:r>
              <a:rPr sz="1100" spc="12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2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&amp;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spc="-50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 marL="314960">
              <a:lnSpc>
                <a:spcPct val="100000"/>
              </a:lnSpc>
              <a:spcBef>
                <a:spcPts val="335"/>
              </a:spcBef>
            </a:pPr>
            <a:r>
              <a:rPr sz="1100" spc="70" dirty="0">
                <a:latin typeface="Georgia"/>
                <a:cs typeface="Georgia"/>
              </a:rPr>
              <a:t>1</a:t>
            </a:r>
            <a:r>
              <a:rPr sz="1100" spc="12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)(1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))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(1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&amp;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2" baseline="27777" dirty="0">
                <a:latin typeface="Elephant"/>
                <a:cs typeface="Elephant"/>
              </a:rPr>
              <a:t> </a:t>
            </a:r>
            <a:r>
              <a:rPr sz="1100" spc="-50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 marL="314960">
              <a:lnSpc>
                <a:spcPct val="100000"/>
              </a:lnSpc>
              <a:spcBef>
                <a:spcPts val="335"/>
              </a:spcBef>
            </a:pPr>
            <a:r>
              <a:rPr sz="1100" spc="70" dirty="0">
                <a:latin typeface="Georgia"/>
                <a:cs typeface="Georgia"/>
              </a:rPr>
              <a:t>1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8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  <a:p>
            <a:pPr marL="314960">
              <a:lnSpc>
                <a:spcPct val="100000"/>
              </a:lnSpc>
              <a:spcBef>
                <a:spcPts val="35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2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2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4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2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3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2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2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3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2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2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4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2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4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2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75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&amp;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75" baseline="27777" dirty="0">
                <a:latin typeface="Elephant"/>
                <a:cs typeface="Elephant"/>
              </a:rPr>
              <a:t> </a:t>
            </a:r>
            <a:r>
              <a:rPr sz="1100" spc="-50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 marL="314960">
              <a:lnSpc>
                <a:spcPct val="100000"/>
              </a:lnSpc>
              <a:spcBef>
                <a:spcPts val="334"/>
              </a:spcBef>
            </a:pPr>
            <a:r>
              <a:rPr sz="1100" spc="70" dirty="0">
                <a:latin typeface="Georgia"/>
                <a:cs typeface="Georgia"/>
              </a:rPr>
              <a:t>1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1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97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&amp;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97" baseline="27777" dirty="0">
                <a:latin typeface="Elephant"/>
                <a:cs typeface="Elephant"/>
              </a:rPr>
              <a:t> </a:t>
            </a:r>
            <a:r>
              <a:rPr sz="1100" spc="-50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 marL="314960">
              <a:lnSpc>
                <a:spcPct val="100000"/>
              </a:lnSpc>
              <a:spcBef>
                <a:spcPts val="33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104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&amp;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97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70" dirty="0">
                <a:latin typeface="Georgia"/>
                <a:cs typeface="Georgia"/>
              </a:rPr>
              <a:t>1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Georgia"/>
                <a:cs typeface="Georgia"/>
              </a:rPr>
              <a:t>(</a:t>
            </a:r>
            <a:r>
              <a:rPr sz="1100" b="0" i="1" spc="-25" dirty="0">
                <a:latin typeface="Bookman Old Style"/>
                <a:cs typeface="Bookman Old Style"/>
              </a:rPr>
              <a:t>B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 marL="314960">
              <a:lnSpc>
                <a:spcPct val="100000"/>
              </a:lnSpc>
              <a:spcBef>
                <a:spcPts val="335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97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&amp;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97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11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14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97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4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)(1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4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spc="-20" dirty="0">
                <a:latin typeface="Georgia"/>
                <a:cs typeface="Georgia"/>
              </a:rPr>
              <a:t>(</a:t>
            </a:r>
            <a:r>
              <a:rPr sz="1100" b="0" i="1" spc="-20" dirty="0">
                <a:latin typeface="Bookman Old Style"/>
                <a:cs typeface="Bookman Old Style"/>
              </a:rPr>
              <a:t>A</a:t>
            </a:r>
            <a:r>
              <a:rPr sz="1100" spc="-20" dirty="0">
                <a:latin typeface="Georgia"/>
                <a:cs typeface="Georgia"/>
              </a:rPr>
              <a:t>))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18/19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9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9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9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9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9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9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9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9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9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9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9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9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9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i="1" spc="95" dirty="0">
                <a:latin typeface="Verdana"/>
                <a:cs typeface="Verdana"/>
              </a:rPr>
              <a:t>A</a:t>
            </a:r>
            <a:r>
              <a:rPr i="1" spc="-15" dirty="0">
                <a:latin typeface="Verdana"/>
                <a:cs typeface="Verdana"/>
              </a:rPr>
              <a:t> </a:t>
            </a:r>
            <a:r>
              <a:rPr spc="70" dirty="0"/>
              <a:t>and</a:t>
            </a:r>
            <a:r>
              <a:rPr spc="130" dirty="0"/>
              <a:t> </a:t>
            </a:r>
            <a:r>
              <a:rPr i="1" spc="105" dirty="0">
                <a:latin typeface="Verdana"/>
                <a:cs typeface="Verdana"/>
              </a:rPr>
              <a:t>B</a:t>
            </a:r>
            <a:r>
              <a:rPr i="1" spc="60" dirty="0">
                <a:latin typeface="Verdana"/>
                <a:cs typeface="Verdana"/>
              </a:rPr>
              <a:t> </a:t>
            </a:r>
            <a:r>
              <a:rPr spc="55" dirty="0"/>
              <a:t>independent</a:t>
            </a:r>
            <a:r>
              <a:rPr spc="130" dirty="0"/>
              <a:t> </a:t>
            </a:r>
            <a:r>
              <a:rPr spc="114" dirty="0">
                <a:latin typeface="Lucida Sans Unicode"/>
                <a:cs typeface="Lucida Sans Unicode"/>
              </a:rPr>
              <a:t>⇒</a:t>
            </a:r>
            <a:r>
              <a:rPr spc="-35" dirty="0">
                <a:latin typeface="Lucida Sans Unicode"/>
                <a:cs typeface="Lucida Sans Unicode"/>
              </a:rPr>
              <a:t> </a:t>
            </a:r>
            <a:r>
              <a:rPr i="1" dirty="0">
                <a:latin typeface="Verdana"/>
                <a:cs typeface="Verdana"/>
              </a:rPr>
              <a:t>A</a:t>
            </a:r>
            <a:r>
              <a:rPr sz="1500" b="0" i="1" baseline="27777" dirty="0">
                <a:latin typeface="Bookman Old Style"/>
                <a:cs typeface="Bookman Old Style"/>
              </a:rPr>
              <a:t>C</a:t>
            </a:r>
            <a:r>
              <a:rPr sz="1500" b="0" i="1" spc="450" baseline="27777" dirty="0">
                <a:latin typeface="Bookman Old Style"/>
                <a:cs typeface="Bookman Old Style"/>
              </a:rPr>
              <a:t> </a:t>
            </a:r>
            <a:r>
              <a:rPr sz="1400" spc="70" dirty="0"/>
              <a:t>and</a:t>
            </a:r>
            <a:r>
              <a:rPr sz="1400" spc="130" dirty="0"/>
              <a:t> </a:t>
            </a:r>
            <a:r>
              <a:rPr sz="1400" i="1" spc="80" dirty="0">
                <a:latin typeface="Verdana"/>
                <a:cs typeface="Verdana"/>
              </a:rPr>
              <a:t>B</a:t>
            </a:r>
            <a:r>
              <a:rPr sz="1500" b="0" i="1" spc="120" baseline="27777" dirty="0">
                <a:latin typeface="Bookman Old Style"/>
                <a:cs typeface="Bookman Old Style"/>
              </a:rPr>
              <a:t>C</a:t>
            </a:r>
            <a:r>
              <a:rPr sz="1500" b="0" i="1" spc="450" baseline="27777" dirty="0">
                <a:latin typeface="Bookman Old Style"/>
                <a:cs typeface="Bookman Old Style"/>
              </a:rPr>
              <a:t> </a:t>
            </a:r>
            <a:r>
              <a:rPr sz="1400" spc="45" dirty="0"/>
              <a:t>independent</a:t>
            </a:r>
            <a:endParaRPr sz="1400">
              <a:latin typeface="Bookman Old Style"/>
              <a:cs typeface="Bookman Old Style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797318"/>
            <a:ext cx="63233" cy="6323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007351"/>
            <a:ext cx="63233" cy="6323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133" y="1217383"/>
            <a:ext cx="63233" cy="6323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3133" y="1427416"/>
            <a:ext cx="63233" cy="6323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3133" y="1809521"/>
            <a:ext cx="63233" cy="6323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3133" y="2019554"/>
            <a:ext cx="63233" cy="6323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3133" y="2229586"/>
            <a:ext cx="63233" cy="6323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83133" y="2439619"/>
            <a:ext cx="63233" cy="63233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00444" y="458023"/>
            <a:ext cx="4407535" cy="208788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spc="-20" dirty="0">
                <a:latin typeface="Georgia"/>
                <a:cs typeface="Georgia"/>
              </a:rPr>
              <a:t>Suppose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b="0" i="1" spc="-1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b="0" i="1" spc="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independent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events.</a:t>
            </a:r>
            <a:r>
              <a:rPr sz="1100" spc="16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Then</a:t>
            </a:r>
            <a:endParaRPr sz="1100">
              <a:latin typeface="Georgia"/>
              <a:cs typeface="Georgia"/>
            </a:endParaRPr>
          </a:p>
          <a:p>
            <a:pPr marL="314960">
              <a:lnSpc>
                <a:spcPct val="100000"/>
              </a:lnSpc>
              <a:spcBef>
                <a:spcPts val="334"/>
              </a:spcBef>
            </a:pPr>
            <a:r>
              <a:rPr sz="1100" spc="70" dirty="0">
                <a:latin typeface="Georgia"/>
                <a:cs typeface="Georgia"/>
              </a:rPr>
              <a:t>1</a:t>
            </a:r>
            <a:r>
              <a:rPr sz="1100" spc="12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2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&amp;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&amp;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spc="-50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 marL="314960">
              <a:lnSpc>
                <a:spcPct val="100000"/>
              </a:lnSpc>
              <a:spcBef>
                <a:spcPts val="330"/>
              </a:spcBef>
            </a:pPr>
            <a:r>
              <a:rPr sz="1100" spc="70" dirty="0">
                <a:latin typeface="Georgia"/>
                <a:cs typeface="Georgia"/>
              </a:rPr>
              <a:t>1</a:t>
            </a:r>
            <a:r>
              <a:rPr sz="1100" spc="12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2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&amp;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spc="-50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 marL="314960">
              <a:lnSpc>
                <a:spcPct val="100000"/>
              </a:lnSpc>
              <a:spcBef>
                <a:spcPts val="335"/>
              </a:spcBef>
            </a:pPr>
            <a:r>
              <a:rPr sz="1100" spc="70" dirty="0">
                <a:latin typeface="Georgia"/>
                <a:cs typeface="Georgia"/>
              </a:rPr>
              <a:t>1</a:t>
            </a:r>
            <a:r>
              <a:rPr sz="1100" spc="12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)(1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))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(1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&amp;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2" baseline="27777" dirty="0">
                <a:latin typeface="Elephant"/>
                <a:cs typeface="Elephant"/>
              </a:rPr>
              <a:t> </a:t>
            </a:r>
            <a:r>
              <a:rPr sz="1100" spc="-50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 marL="314960">
              <a:lnSpc>
                <a:spcPct val="100000"/>
              </a:lnSpc>
              <a:spcBef>
                <a:spcPts val="335"/>
              </a:spcBef>
            </a:pPr>
            <a:r>
              <a:rPr sz="1100" spc="70" dirty="0">
                <a:latin typeface="Georgia"/>
                <a:cs typeface="Georgia"/>
              </a:rPr>
              <a:t>1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8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  <a:p>
            <a:pPr marL="314960">
              <a:lnSpc>
                <a:spcPct val="100000"/>
              </a:lnSpc>
              <a:spcBef>
                <a:spcPts val="35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2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2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4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2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3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2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2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3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2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2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4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2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4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2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75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&amp;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75" baseline="27777" dirty="0">
                <a:latin typeface="Elephant"/>
                <a:cs typeface="Elephant"/>
              </a:rPr>
              <a:t> </a:t>
            </a:r>
            <a:r>
              <a:rPr sz="1100" spc="-50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 marL="314960">
              <a:lnSpc>
                <a:spcPct val="100000"/>
              </a:lnSpc>
              <a:spcBef>
                <a:spcPts val="334"/>
              </a:spcBef>
            </a:pPr>
            <a:r>
              <a:rPr sz="1100" spc="70" dirty="0">
                <a:latin typeface="Georgia"/>
                <a:cs typeface="Georgia"/>
              </a:rPr>
              <a:t>1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1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97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&amp;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97" baseline="27777" dirty="0">
                <a:latin typeface="Elephant"/>
                <a:cs typeface="Elephant"/>
              </a:rPr>
              <a:t> </a:t>
            </a:r>
            <a:r>
              <a:rPr sz="1100" spc="-50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 marL="314960">
              <a:lnSpc>
                <a:spcPct val="100000"/>
              </a:lnSpc>
              <a:spcBef>
                <a:spcPts val="33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104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&amp;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97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70" dirty="0">
                <a:latin typeface="Georgia"/>
                <a:cs typeface="Georgia"/>
              </a:rPr>
              <a:t>1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Georgia"/>
                <a:cs typeface="Georgia"/>
              </a:rPr>
              <a:t>(</a:t>
            </a:r>
            <a:r>
              <a:rPr sz="1100" b="0" i="1" spc="-25" dirty="0">
                <a:latin typeface="Bookman Old Style"/>
                <a:cs typeface="Bookman Old Style"/>
              </a:rPr>
              <a:t>B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 marL="314960">
              <a:lnSpc>
                <a:spcPct val="100000"/>
              </a:lnSpc>
              <a:spcBef>
                <a:spcPts val="335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97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&amp;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97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11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14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97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4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)(1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4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spc="-20" dirty="0">
                <a:latin typeface="Georgia"/>
                <a:cs typeface="Georgia"/>
              </a:rPr>
              <a:t>(</a:t>
            </a:r>
            <a:r>
              <a:rPr sz="1100" b="0" i="1" spc="-20" dirty="0">
                <a:latin typeface="Bookman Old Style"/>
                <a:cs typeface="Bookman Old Style"/>
              </a:rPr>
              <a:t>A</a:t>
            </a:r>
            <a:r>
              <a:rPr sz="1100" spc="-20" dirty="0">
                <a:latin typeface="Georgia"/>
                <a:cs typeface="Georgia"/>
              </a:rPr>
              <a:t>))</a:t>
            </a:r>
            <a:endParaRPr sz="1100">
              <a:latin typeface="Georgia"/>
              <a:cs typeface="Georgia"/>
            </a:endParaRPr>
          </a:p>
          <a:p>
            <a:pPr marL="314960">
              <a:lnSpc>
                <a:spcPct val="100000"/>
              </a:lnSpc>
              <a:spcBef>
                <a:spcPts val="335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&amp;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12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2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spc="-50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18/19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10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10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10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10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10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10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10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10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10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10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10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10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10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i="1" spc="95" dirty="0">
                <a:latin typeface="Verdana"/>
                <a:cs typeface="Verdana"/>
              </a:rPr>
              <a:t>A</a:t>
            </a:r>
            <a:r>
              <a:rPr i="1" spc="-15" dirty="0">
                <a:latin typeface="Verdana"/>
                <a:cs typeface="Verdana"/>
              </a:rPr>
              <a:t> </a:t>
            </a:r>
            <a:r>
              <a:rPr spc="70" dirty="0"/>
              <a:t>and</a:t>
            </a:r>
            <a:r>
              <a:rPr spc="130" dirty="0"/>
              <a:t> </a:t>
            </a:r>
            <a:r>
              <a:rPr i="1" spc="105" dirty="0">
                <a:latin typeface="Verdana"/>
                <a:cs typeface="Verdana"/>
              </a:rPr>
              <a:t>B</a:t>
            </a:r>
            <a:r>
              <a:rPr i="1" spc="60" dirty="0">
                <a:latin typeface="Verdana"/>
                <a:cs typeface="Verdana"/>
              </a:rPr>
              <a:t> </a:t>
            </a:r>
            <a:r>
              <a:rPr spc="55" dirty="0"/>
              <a:t>independent</a:t>
            </a:r>
            <a:r>
              <a:rPr spc="130" dirty="0"/>
              <a:t> </a:t>
            </a:r>
            <a:r>
              <a:rPr spc="114" dirty="0">
                <a:latin typeface="Lucida Sans Unicode"/>
                <a:cs typeface="Lucida Sans Unicode"/>
              </a:rPr>
              <a:t>⇒</a:t>
            </a:r>
            <a:r>
              <a:rPr spc="-35" dirty="0">
                <a:latin typeface="Lucida Sans Unicode"/>
                <a:cs typeface="Lucida Sans Unicode"/>
              </a:rPr>
              <a:t> </a:t>
            </a:r>
            <a:r>
              <a:rPr i="1" dirty="0">
                <a:latin typeface="Verdana"/>
                <a:cs typeface="Verdana"/>
              </a:rPr>
              <a:t>A</a:t>
            </a:r>
            <a:r>
              <a:rPr sz="1500" b="0" i="1" baseline="27777" dirty="0">
                <a:latin typeface="Bookman Old Style"/>
                <a:cs typeface="Bookman Old Style"/>
              </a:rPr>
              <a:t>C</a:t>
            </a:r>
            <a:r>
              <a:rPr sz="1500" b="0" i="1" spc="450" baseline="27777" dirty="0">
                <a:latin typeface="Bookman Old Style"/>
                <a:cs typeface="Bookman Old Style"/>
              </a:rPr>
              <a:t> </a:t>
            </a:r>
            <a:r>
              <a:rPr sz="1400" spc="70" dirty="0"/>
              <a:t>and</a:t>
            </a:r>
            <a:r>
              <a:rPr sz="1400" spc="130" dirty="0"/>
              <a:t> </a:t>
            </a:r>
            <a:r>
              <a:rPr sz="1400" i="1" spc="80" dirty="0">
                <a:latin typeface="Verdana"/>
                <a:cs typeface="Verdana"/>
              </a:rPr>
              <a:t>B</a:t>
            </a:r>
            <a:r>
              <a:rPr sz="1500" b="0" i="1" spc="120" baseline="27777" dirty="0">
                <a:latin typeface="Bookman Old Style"/>
                <a:cs typeface="Bookman Old Style"/>
              </a:rPr>
              <a:t>C</a:t>
            </a:r>
            <a:r>
              <a:rPr sz="1500" b="0" i="1" spc="450" baseline="27777" dirty="0">
                <a:latin typeface="Bookman Old Style"/>
                <a:cs typeface="Bookman Old Style"/>
              </a:rPr>
              <a:t> </a:t>
            </a:r>
            <a:r>
              <a:rPr sz="1400" spc="45" dirty="0"/>
              <a:t>independent</a:t>
            </a:r>
            <a:endParaRPr sz="1400">
              <a:latin typeface="Bookman Old Style"/>
              <a:cs typeface="Bookman Old Style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797318"/>
            <a:ext cx="63233" cy="6323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007351"/>
            <a:ext cx="63233" cy="6323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133" y="1217383"/>
            <a:ext cx="63233" cy="6323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3133" y="1427416"/>
            <a:ext cx="63233" cy="6323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3133" y="1809521"/>
            <a:ext cx="63233" cy="6323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3133" y="2019554"/>
            <a:ext cx="63233" cy="6323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3133" y="2229586"/>
            <a:ext cx="63233" cy="6323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83133" y="2439619"/>
            <a:ext cx="63233" cy="6323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83133" y="2649651"/>
            <a:ext cx="63233" cy="63233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00444" y="458023"/>
            <a:ext cx="4407535" cy="229806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spc="-20" dirty="0">
                <a:latin typeface="Georgia"/>
                <a:cs typeface="Georgia"/>
              </a:rPr>
              <a:t>Suppose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b="0" i="1" spc="-1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b="0" i="1" spc="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independent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events.</a:t>
            </a:r>
            <a:r>
              <a:rPr sz="1100" spc="16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Then</a:t>
            </a:r>
            <a:endParaRPr sz="1100">
              <a:latin typeface="Georgia"/>
              <a:cs typeface="Georgia"/>
            </a:endParaRPr>
          </a:p>
          <a:p>
            <a:pPr marL="314960">
              <a:lnSpc>
                <a:spcPct val="100000"/>
              </a:lnSpc>
              <a:spcBef>
                <a:spcPts val="334"/>
              </a:spcBef>
            </a:pPr>
            <a:r>
              <a:rPr sz="1100" spc="70" dirty="0">
                <a:latin typeface="Georgia"/>
                <a:cs typeface="Georgia"/>
              </a:rPr>
              <a:t>1</a:t>
            </a:r>
            <a:r>
              <a:rPr sz="1100" spc="12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2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&amp;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&amp;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spc="-50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 marL="314960">
              <a:lnSpc>
                <a:spcPct val="100000"/>
              </a:lnSpc>
              <a:spcBef>
                <a:spcPts val="330"/>
              </a:spcBef>
            </a:pPr>
            <a:r>
              <a:rPr sz="1100" spc="70" dirty="0">
                <a:latin typeface="Georgia"/>
                <a:cs typeface="Georgia"/>
              </a:rPr>
              <a:t>1</a:t>
            </a:r>
            <a:r>
              <a:rPr sz="1100" spc="12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2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&amp;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spc="-50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 marL="314960">
              <a:lnSpc>
                <a:spcPct val="100000"/>
              </a:lnSpc>
              <a:spcBef>
                <a:spcPts val="335"/>
              </a:spcBef>
            </a:pPr>
            <a:r>
              <a:rPr sz="1100" spc="70" dirty="0">
                <a:latin typeface="Georgia"/>
                <a:cs typeface="Georgia"/>
              </a:rPr>
              <a:t>1</a:t>
            </a:r>
            <a:r>
              <a:rPr sz="1100" spc="12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)(1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))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(1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&amp;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2" baseline="27777" dirty="0">
                <a:latin typeface="Elephant"/>
                <a:cs typeface="Elephant"/>
              </a:rPr>
              <a:t> </a:t>
            </a:r>
            <a:r>
              <a:rPr sz="1100" spc="-50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 marL="314960">
              <a:lnSpc>
                <a:spcPct val="100000"/>
              </a:lnSpc>
              <a:spcBef>
                <a:spcPts val="335"/>
              </a:spcBef>
            </a:pPr>
            <a:r>
              <a:rPr sz="1100" spc="70" dirty="0">
                <a:latin typeface="Georgia"/>
                <a:cs typeface="Georgia"/>
              </a:rPr>
              <a:t>1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8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  <a:p>
            <a:pPr marL="314960">
              <a:lnSpc>
                <a:spcPct val="100000"/>
              </a:lnSpc>
              <a:spcBef>
                <a:spcPts val="35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2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2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4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2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3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2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2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3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2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2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4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2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4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2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75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&amp;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75" baseline="27777" dirty="0">
                <a:latin typeface="Elephant"/>
                <a:cs typeface="Elephant"/>
              </a:rPr>
              <a:t> </a:t>
            </a:r>
            <a:r>
              <a:rPr sz="1100" spc="-50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 marL="314960">
              <a:lnSpc>
                <a:spcPct val="100000"/>
              </a:lnSpc>
              <a:spcBef>
                <a:spcPts val="334"/>
              </a:spcBef>
            </a:pPr>
            <a:r>
              <a:rPr sz="1100" spc="70" dirty="0">
                <a:latin typeface="Georgia"/>
                <a:cs typeface="Georgia"/>
              </a:rPr>
              <a:t>1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1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97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&amp;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97" baseline="27777" dirty="0">
                <a:latin typeface="Elephant"/>
                <a:cs typeface="Elephant"/>
              </a:rPr>
              <a:t> </a:t>
            </a:r>
            <a:r>
              <a:rPr sz="1100" spc="-50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 marL="314960">
              <a:lnSpc>
                <a:spcPct val="100000"/>
              </a:lnSpc>
              <a:spcBef>
                <a:spcPts val="33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104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&amp;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97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70" dirty="0">
                <a:latin typeface="Georgia"/>
                <a:cs typeface="Georgia"/>
              </a:rPr>
              <a:t>1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Georgia"/>
                <a:cs typeface="Georgia"/>
              </a:rPr>
              <a:t>(</a:t>
            </a:r>
            <a:r>
              <a:rPr sz="1100" b="0" i="1" spc="-25" dirty="0">
                <a:latin typeface="Bookman Old Style"/>
                <a:cs typeface="Bookman Old Style"/>
              </a:rPr>
              <a:t>B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 marL="314960">
              <a:lnSpc>
                <a:spcPct val="100000"/>
              </a:lnSpc>
              <a:spcBef>
                <a:spcPts val="335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97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&amp;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97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11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14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97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4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)(1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4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spc="-20" dirty="0">
                <a:latin typeface="Georgia"/>
                <a:cs typeface="Georgia"/>
              </a:rPr>
              <a:t>(</a:t>
            </a:r>
            <a:r>
              <a:rPr sz="1100" b="0" i="1" spc="-20" dirty="0">
                <a:latin typeface="Bookman Old Style"/>
                <a:cs typeface="Bookman Old Style"/>
              </a:rPr>
              <a:t>A</a:t>
            </a:r>
            <a:r>
              <a:rPr sz="1100" spc="-20" dirty="0">
                <a:latin typeface="Georgia"/>
                <a:cs typeface="Georgia"/>
              </a:rPr>
              <a:t>))</a:t>
            </a:r>
            <a:endParaRPr sz="1100">
              <a:latin typeface="Georgia"/>
              <a:cs typeface="Georgia"/>
            </a:endParaRPr>
          </a:p>
          <a:p>
            <a:pPr marL="314960">
              <a:lnSpc>
                <a:spcPct val="100000"/>
              </a:lnSpc>
              <a:spcBef>
                <a:spcPts val="335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&amp;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12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2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spc="-50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 marL="314960">
              <a:lnSpc>
                <a:spcPct val="100000"/>
              </a:lnSpc>
              <a:spcBef>
                <a:spcPts val="334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&amp;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97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114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1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)(1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4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spc="-20" dirty="0">
                <a:latin typeface="Georgia"/>
                <a:cs typeface="Georgia"/>
              </a:rPr>
              <a:t>(</a:t>
            </a:r>
            <a:r>
              <a:rPr sz="1100" b="0" i="1" spc="-20" dirty="0">
                <a:latin typeface="Bookman Old Style"/>
                <a:cs typeface="Bookman Old Style"/>
              </a:rPr>
              <a:t>B</a:t>
            </a:r>
            <a:r>
              <a:rPr sz="1100" spc="-20" dirty="0">
                <a:latin typeface="Georgia"/>
                <a:cs typeface="Georgia"/>
              </a:rPr>
              <a:t>))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18/19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11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11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11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11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11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11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11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11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11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11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11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11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11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i="1" spc="95" dirty="0">
                <a:latin typeface="Verdana"/>
                <a:cs typeface="Verdana"/>
              </a:rPr>
              <a:t>A</a:t>
            </a:r>
            <a:r>
              <a:rPr i="1" spc="-15" dirty="0">
                <a:latin typeface="Verdana"/>
                <a:cs typeface="Verdana"/>
              </a:rPr>
              <a:t> </a:t>
            </a:r>
            <a:r>
              <a:rPr spc="70" dirty="0"/>
              <a:t>and</a:t>
            </a:r>
            <a:r>
              <a:rPr spc="130" dirty="0"/>
              <a:t> </a:t>
            </a:r>
            <a:r>
              <a:rPr i="1" spc="105" dirty="0">
                <a:latin typeface="Verdana"/>
                <a:cs typeface="Verdana"/>
              </a:rPr>
              <a:t>B</a:t>
            </a:r>
            <a:r>
              <a:rPr i="1" spc="60" dirty="0">
                <a:latin typeface="Verdana"/>
                <a:cs typeface="Verdana"/>
              </a:rPr>
              <a:t> </a:t>
            </a:r>
            <a:r>
              <a:rPr spc="55" dirty="0"/>
              <a:t>independent</a:t>
            </a:r>
            <a:r>
              <a:rPr spc="130" dirty="0"/>
              <a:t> </a:t>
            </a:r>
            <a:r>
              <a:rPr spc="114" dirty="0">
                <a:latin typeface="Lucida Sans Unicode"/>
                <a:cs typeface="Lucida Sans Unicode"/>
              </a:rPr>
              <a:t>⇒</a:t>
            </a:r>
            <a:r>
              <a:rPr spc="-35" dirty="0">
                <a:latin typeface="Lucida Sans Unicode"/>
                <a:cs typeface="Lucida Sans Unicode"/>
              </a:rPr>
              <a:t> </a:t>
            </a:r>
            <a:r>
              <a:rPr i="1" dirty="0">
                <a:latin typeface="Verdana"/>
                <a:cs typeface="Verdana"/>
              </a:rPr>
              <a:t>A</a:t>
            </a:r>
            <a:r>
              <a:rPr sz="1500" b="0" i="1" baseline="27777" dirty="0">
                <a:latin typeface="Bookman Old Style"/>
                <a:cs typeface="Bookman Old Style"/>
              </a:rPr>
              <a:t>C</a:t>
            </a:r>
            <a:r>
              <a:rPr sz="1500" b="0" i="1" spc="450" baseline="27777" dirty="0">
                <a:latin typeface="Bookman Old Style"/>
                <a:cs typeface="Bookman Old Style"/>
              </a:rPr>
              <a:t> </a:t>
            </a:r>
            <a:r>
              <a:rPr sz="1400" spc="70" dirty="0"/>
              <a:t>and</a:t>
            </a:r>
            <a:r>
              <a:rPr sz="1400" spc="130" dirty="0"/>
              <a:t> </a:t>
            </a:r>
            <a:r>
              <a:rPr sz="1400" i="1" spc="80" dirty="0">
                <a:latin typeface="Verdana"/>
                <a:cs typeface="Verdana"/>
              </a:rPr>
              <a:t>B</a:t>
            </a:r>
            <a:r>
              <a:rPr sz="1500" b="0" i="1" spc="120" baseline="27777" dirty="0">
                <a:latin typeface="Bookman Old Style"/>
                <a:cs typeface="Bookman Old Style"/>
              </a:rPr>
              <a:t>C</a:t>
            </a:r>
            <a:r>
              <a:rPr sz="1500" b="0" i="1" spc="450" baseline="27777" dirty="0">
                <a:latin typeface="Bookman Old Style"/>
                <a:cs typeface="Bookman Old Style"/>
              </a:rPr>
              <a:t> </a:t>
            </a:r>
            <a:r>
              <a:rPr sz="1400" spc="45" dirty="0"/>
              <a:t>independent</a:t>
            </a:r>
            <a:endParaRPr sz="1400">
              <a:latin typeface="Bookman Old Style"/>
              <a:cs typeface="Bookman Old Style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797318"/>
            <a:ext cx="63233" cy="6323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007351"/>
            <a:ext cx="63233" cy="6323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3133" y="1217383"/>
            <a:ext cx="63233" cy="6323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3133" y="1427416"/>
            <a:ext cx="63233" cy="6323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3133" y="1809521"/>
            <a:ext cx="63233" cy="6323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3133" y="2019554"/>
            <a:ext cx="63233" cy="6323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3133" y="2229586"/>
            <a:ext cx="63233" cy="6323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83133" y="2439619"/>
            <a:ext cx="63233" cy="6323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83133" y="2649651"/>
            <a:ext cx="63233" cy="6323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83133" y="2859684"/>
            <a:ext cx="63233" cy="63233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00444" y="458023"/>
            <a:ext cx="4407535" cy="271843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spc="-20" dirty="0">
                <a:latin typeface="Georgia"/>
                <a:cs typeface="Georgia"/>
              </a:rPr>
              <a:t>Suppose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b="0" i="1" spc="-1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b="0" i="1" spc="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independent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events.</a:t>
            </a:r>
            <a:r>
              <a:rPr sz="1100" spc="16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Then</a:t>
            </a:r>
            <a:endParaRPr sz="1100">
              <a:latin typeface="Georgia"/>
              <a:cs typeface="Georgia"/>
            </a:endParaRPr>
          </a:p>
          <a:p>
            <a:pPr marL="314960">
              <a:lnSpc>
                <a:spcPct val="100000"/>
              </a:lnSpc>
              <a:spcBef>
                <a:spcPts val="334"/>
              </a:spcBef>
            </a:pPr>
            <a:r>
              <a:rPr sz="1100" spc="70" dirty="0">
                <a:latin typeface="Georgia"/>
                <a:cs typeface="Georgia"/>
              </a:rPr>
              <a:t>1</a:t>
            </a:r>
            <a:r>
              <a:rPr sz="1100" spc="12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2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&amp;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&amp;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spc="-50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 marL="314960">
              <a:lnSpc>
                <a:spcPct val="100000"/>
              </a:lnSpc>
              <a:spcBef>
                <a:spcPts val="330"/>
              </a:spcBef>
            </a:pPr>
            <a:r>
              <a:rPr sz="1100" spc="70" dirty="0">
                <a:latin typeface="Georgia"/>
                <a:cs typeface="Georgia"/>
              </a:rPr>
              <a:t>1</a:t>
            </a:r>
            <a:r>
              <a:rPr sz="1100" spc="12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2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&amp;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spc="-50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 marL="314960">
              <a:lnSpc>
                <a:spcPct val="100000"/>
              </a:lnSpc>
              <a:spcBef>
                <a:spcPts val="335"/>
              </a:spcBef>
            </a:pPr>
            <a:r>
              <a:rPr sz="1100" spc="70" dirty="0">
                <a:latin typeface="Georgia"/>
                <a:cs typeface="Georgia"/>
              </a:rPr>
              <a:t>1</a:t>
            </a:r>
            <a:r>
              <a:rPr sz="1100" spc="12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)(1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))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(1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&amp;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2" baseline="27777" dirty="0">
                <a:latin typeface="Elephant"/>
                <a:cs typeface="Elephant"/>
              </a:rPr>
              <a:t> </a:t>
            </a:r>
            <a:r>
              <a:rPr sz="1100" spc="-50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 marL="314960">
              <a:lnSpc>
                <a:spcPct val="100000"/>
              </a:lnSpc>
              <a:spcBef>
                <a:spcPts val="335"/>
              </a:spcBef>
            </a:pPr>
            <a:r>
              <a:rPr sz="1100" spc="70" dirty="0">
                <a:latin typeface="Georgia"/>
                <a:cs typeface="Georgia"/>
              </a:rPr>
              <a:t>1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80" dirty="0">
                <a:latin typeface="Georgia"/>
                <a:cs typeface="Georgia"/>
              </a:rPr>
              <a:t>=</a:t>
            </a:r>
            <a:endParaRPr sz="1100">
              <a:latin typeface="Georgia"/>
              <a:cs typeface="Georgia"/>
            </a:endParaRPr>
          </a:p>
          <a:p>
            <a:pPr marL="314960">
              <a:lnSpc>
                <a:spcPct val="100000"/>
              </a:lnSpc>
              <a:spcBef>
                <a:spcPts val="35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2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2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4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2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3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2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2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3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2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2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4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2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-4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2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75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&amp;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75" baseline="27777" dirty="0">
                <a:latin typeface="Elephant"/>
                <a:cs typeface="Elephant"/>
              </a:rPr>
              <a:t> </a:t>
            </a:r>
            <a:r>
              <a:rPr sz="1100" spc="-50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 marL="314960">
              <a:lnSpc>
                <a:spcPct val="100000"/>
              </a:lnSpc>
              <a:spcBef>
                <a:spcPts val="334"/>
              </a:spcBef>
            </a:pPr>
            <a:r>
              <a:rPr sz="1100" spc="70" dirty="0">
                <a:latin typeface="Georgia"/>
                <a:cs typeface="Georgia"/>
              </a:rPr>
              <a:t>1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1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97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&amp;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97" baseline="27777" dirty="0">
                <a:latin typeface="Elephant"/>
                <a:cs typeface="Elephant"/>
              </a:rPr>
              <a:t> </a:t>
            </a:r>
            <a:r>
              <a:rPr sz="1100" spc="-50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 marL="314960">
              <a:lnSpc>
                <a:spcPct val="100000"/>
              </a:lnSpc>
              <a:spcBef>
                <a:spcPts val="33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104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&amp;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97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70" dirty="0">
                <a:latin typeface="Georgia"/>
                <a:cs typeface="Georgia"/>
              </a:rPr>
              <a:t>1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+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50" dirty="0">
                <a:latin typeface="Bookman Old Style"/>
                <a:cs typeface="Bookman Old Style"/>
              </a:rPr>
              <a:t> </a:t>
            </a:r>
            <a:r>
              <a:rPr sz="1100" spc="-25" dirty="0">
                <a:latin typeface="Georgia"/>
                <a:cs typeface="Georgia"/>
              </a:rPr>
              <a:t>(</a:t>
            </a:r>
            <a:r>
              <a:rPr sz="1100" b="0" i="1" spc="-25" dirty="0">
                <a:latin typeface="Bookman Old Style"/>
                <a:cs typeface="Bookman Old Style"/>
              </a:rPr>
              <a:t>B</a:t>
            </a:r>
            <a:r>
              <a:rPr sz="1100" spc="-25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 marL="314960">
              <a:lnSpc>
                <a:spcPct val="100000"/>
              </a:lnSpc>
              <a:spcBef>
                <a:spcPts val="335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97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&amp;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97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11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14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97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4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)(1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4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spc="-20" dirty="0">
                <a:latin typeface="Georgia"/>
                <a:cs typeface="Georgia"/>
              </a:rPr>
              <a:t>(</a:t>
            </a:r>
            <a:r>
              <a:rPr sz="1100" b="0" i="1" spc="-20" dirty="0">
                <a:latin typeface="Bookman Old Style"/>
                <a:cs typeface="Bookman Old Style"/>
              </a:rPr>
              <a:t>A</a:t>
            </a:r>
            <a:r>
              <a:rPr sz="1100" spc="-20" dirty="0">
                <a:latin typeface="Georgia"/>
                <a:cs typeface="Georgia"/>
              </a:rPr>
              <a:t>))</a:t>
            </a:r>
            <a:endParaRPr sz="1100">
              <a:latin typeface="Georgia"/>
              <a:cs typeface="Georgia"/>
            </a:endParaRPr>
          </a:p>
          <a:p>
            <a:pPr marL="314960">
              <a:lnSpc>
                <a:spcPct val="100000"/>
              </a:lnSpc>
              <a:spcBef>
                <a:spcPts val="335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&amp;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12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2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45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spc="-50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 marL="314960">
              <a:lnSpc>
                <a:spcPct val="100000"/>
              </a:lnSpc>
              <a:spcBef>
                <a:spcPts val="334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&amp;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97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114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10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)(1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4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spc="-20" dirty="0">
                <a:latin typeface="Georgia"/>
                <a:cs typeface="Georgia"/>
              </a:rPr>
              <a:t>(</a:t>
            </a:r>
            <a:r>
              <a:rPr sz="1100" b="0" i="1" spc="-20" dirty="0">
                <a:latin typeface="Bookman Old Style"/>
                <a:cs typeface="Bookman Old Style"/>
              </a:rPr>
              <a:t>B</a:t>
            </a:r>
            <a:r>
              <a:rPr sz="1100" spc="-20" dirty="0">
                <a:latin typeface="Georgia"/>
                <a:cs typeface="Georgia"/>
              </a:rPr>
              <a:t>))</a:t>
            </a:r>
            <a:endParaRPr sz="1100">
              <a:latin typeface="Georgia"/>
              <a:cs typeface="Georgia"/>
            </a:endParaRPr>
          </a:p>
          <a:p>
            <a:pPr marL="314960">
              <a:lnSpc>
                <a:spcPct val="100000"/>
              </a:lnSpc>
              <a:spcBef>
                <a:spcPts val="33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2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&amp;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9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spc="140" dirty="0">
                <a:latin typeface="Georgia"/>
                <a:cs typeface="Georgia"/>
              </a:rPr>
              <a:t> </a:t>
            </a:r>
            <a:r>
              <a:rPr sz="1100" spc="130" dirty="0">
                <a:latin typeface="Georgia"/>
                <a:cs typeface="Georgia"/>
              </a:rPr>
              <a:t>=</a:t>
            </a:r>
            <a:r>
              <a:rPr sz="1100" spc="13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2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)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-13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Georgia"/>
                <a:cs typeface="Georgia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-82" baseline="27777" dirty="0">
                <a:latin typeface="Elephant"/>
                <a:cs typeface="Elephant"/>
              </a:rPr>
              <a:t> </a:t>
            </a:r>
            <a:r>
              <a:rPr sz="1100" spc="-50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335"/>
              </a:spcBef>
            </a:pPr>
            <a:r>
              <a:rPr sz="1100" dirty="0">
                <a:latin typeface="Georgia"/>
                <a:cs typeface="Georgia"/>
              </a:rPr>
              <a:t>Then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A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382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and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B</a:t>
            </a:r>
            <a:r>
              <a:rPr sz="1200" i="1" baseline="27777" dirty="0">
                <a:latin typeface="Elephant"/>
                <a:cs typeface="Elephant"/>
              </a:rPr>
              <a:t>C</a:t>
            </a:r>
            <a:r>
              <a:rPr sz="1200" i="1" spc="382" baseline="27777" dirty="0">
                <a:latin typeface="Elephant"/>
                <a:cs typeface="Elephant"/>
              </a:rPr>
              <a:t> </a:t>
            </a:r>
            <a:r>
              <a:rPr sz="1100" dirty="0">
                <a:latin typeface="Georgia"/>
                <a:cs typeface="Georgia"/>
              </a:rPr>
              <a:t>are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independent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events.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18/19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1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1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1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1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1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1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1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1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1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1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1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1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1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7259F-E12F-1141-6CED-1CF5B2FAA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223" y="62407"/>
            <a:ext cx="3973652" cy="215444"/>
          </a:xfrm>
        </p:spPr>
        <p:txBody>
          <a:bodyPr/>
          <a:lstStyle/>
          <a:p>
            <a:r>
              <a:rPr lang="en-US" dirty="0"/>
              <a:t>Finding Probabilities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7E2B16C8-5836-93AC-64A0-1CACF2DF94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4975"/>
            <a:ext cx="4610100" cy="192801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7BA3AD-ABBD-D39E-D939-04F25B2DE240}"/>
              </a:ext>
            </a:extLst>
          </p:cNvPr>
          <p:cNvSpPr txBox="1"/>
          <p:nvPr/>
        </p:nvSpPr>
        <p:spPr>
          <a:xfrm>
            <a:off x="318223" y="2644775"/>
            <a:ext cx="24440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Hint: Venn Diagram</a:t>
            </a:r>
          </a:p>
        </p:txBody>
      </p:sp>
    </p:spTree>
    <p:extLst>
      <p:ext uri="{BB962C8B-B14F-4D97-AF65-F5344CB8AC3E}">
        <p14:creationId xmlns:p14="http://schemas.microsoft.com/office/powerpoint/2010/main" val="9112323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9135A-850D-5477-66E5-763CCFA50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62978-EBEE-EAEB-1CE8-8DA710DA4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223" y="62407"/>
            <a:ext cx="3973652" cy="215444"/>
          </a:xfrm>
        </p:spPr>
        <p:txBody>
          <a:bodyPr/>
          <a:lstStyle/>
          <a:p>
            <a:r>
              <a:rPr lang="en-US" dirty="0"/>
              <a:t>Finding Probabilities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BBFC9AA1-EEDD-DCF4-4B9E-52F60D2DF5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4975"/>
            <a:ext cx="4610100" cy="192801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74108AD-8AEC-48A7-965A-B3CFE577EAC0}"/>
              </a:ext>
            </a:extLst>
          </p:cNvPr>
          <p:cNvSpPr txBox="1"/>
          <p:nvPr/>
        </p:nvSpPr>
        <p:spPr>
          <a:xfrm>
            <a:off x="318223" y="2644775"/>
            <a:ext cx="24440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Hint: Venn Diagram</a:t>
            </a:r>
          </a:p>
        </p:txBody>
      </p:sp>
    </p:spTree>
    <p:extLst>
      <p:ext uri="{BB962C8B-B14F-4D97-AF65-F5344CB8AC3E}">
        <p14:creationId xmlns:p14="http://schemas.microsoft.com/office/powerpoint/2010/main" val="29649013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69122" y="62407"/>
            <a:ext cx="8699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5" dirty="0">
                <a:solidFill>
                  <a:srgbClr val="FFFFFF"/>
                </a:solidFill>
                <a:latin typeface="Times New Roman"/>
                <a:cs typeface="Times New Roman"/>
              </a:rPr>
              <a:t>Next</a:t>
            </a:r>
            <a:r>
              <a:rPr sz="1400" spc="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56703" y="1514475"/>
            <a:ext cx="2494915" cy="3629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 dirty="0">
                <a:latin typeface="Georgia"/>
                <a:cs typeface="Georgia"/>
              </a:rPr>
              <a:t>Task: read reliability problem in </a:t>
            </a:r>
            <a:r>
              <a:rPr lang="en-US" sz="1100" dirty="0" err="1">
                <a:latin typeface="Georgia"/>
                <a:cs typeface="Georgia"/>
              </a:rPr>
              <a:t>pg</a:t>
            </a:r>
            <a:r>
              <a:rPr lang="en-US" sz="1100" dirty="0">
                <a:latin typeface="Georgia"/>
                <a:cs typeface="Georgia"/>
              </a:rPr>
              <a:t> 40</a:t>
            </a: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Read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Chapter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1,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1.5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ppg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34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-</a:t>
            </a:r>
            <a:r>
              <a:rPr sz="1100" spc="5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43</a:t>
            </a:r>
            <a:r>
              <a:rPr sz="1100" spc="5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(Again)</a:t>
            </a:r>
            <a:endParaRPr sz="1100" dirty="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21387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19/19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c01506f5-305e-4c16-814a-34df78f45099" xsi:nil="true"/>
    <lcf76f155ced4ddcb4097134ff3c332f xmlns="89fcee1f-ef3f-45b6-92f6-d5fcc1f0d356">
      <Terms xmlns="http://schemas.microsoft.com/office/infopath/2007/PartnerControls"/>
    </lcf76f155ced4ddcb4097134ff3c332f>
    <_ip_UnifiedCompliancePolicyProperties xmlns="http://schemas.microsoft.com/sharepoint/v3" xsi:nil="true"/>
    <_dlc_DocId xmlns="c01506f5-305e-4c16-814a-34df78f45099">M2AVRSERJEAQ-585345103-43126</_dlc_DocId>
    <_dlc_DocIdUrl xmlns="c01506f5-305e-4c16-814a-34df78f45099">
      <Url>https://uab365.sharepoint.com/sites/provost/cas/departments/cis/_layouts/15/DocIdRedir.aspx?ID=M2AVRSERJEAQ-585345103-43126</Url>
      <Description>M2AVRSERJEAQ-585345103-43126</Description>
    </_dlc_DocIdUrl>
  </documentManagement>
</p:properties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E1541AA9D2DF54EAD9E3EC334D2D1DF" ma:contentTypeVersion="389" ma:contentTypeDescription="Create a new document." ma:contentTypeScope="" ma:versionID="ee9d5b04bdbfe709e97b1d67d5c11c54">
  <xsd:schema xmlns:xsd="http://www.w3.org/2001/XMLSchema" xmlns:xs="http://www.w3.org/2001/XMLSchema" xmlns:p="http://schemas.microsoft.com/office/2006/metadata/properties" xmlns:ns1="http://schemas.microsoft.com/sharepoint/v3" xmlns:ns2="c01506f5-305e-4c16-814a-34df78f45099" xmlns:ns3="89fcee1f-ef3f-45b6-92f6-d5fcc1f0d356" xmlns:ns4="62eb5de7-a296-4932-8c46-6bd9a6968804" targetNamespace="http://schemas.microsoft.com/office/2006/metadata/properties" ma:root="true" ma:fieldsID="f257ade738029761462c5025b24c41f5" ns1:_="" ns2:_="" ns3:_="" ns4:_="">
    <xsd:import namespace="http://schemas.microsoft.com/sharepoint/v3"/>
    <xsd:import namespace="c01506f5-305e-4c16-814a-34df78f45099"/>
    <xsd:import namespace="89fcee1f-ef3f-45b6-92f6-d5fcc1f0d356"/>
    <xsd:import namespace="62eb5de7-a296-4932-8c46-6bd9a6968804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1:_ip_UnifiedCompliancePolicyProperties" minOccurs="0"/>
                <xsd:element ref="ns1:_ip_UnifiedCompliancePolicyUIAction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3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4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1506f5-305e-4c16-814a-34df78f45099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28" nillable="true" ma:displayName="Taxonomy Catch All Column" ma:hidden="true" ma:list="{bfc68881-a71c-43b4-810a-1656967a577f}" ma:internalName="TaxCatchAll" ma:showField="CatchAllData" ma:web="c01506f5-305e-4c16-814a-34df78f4509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fcee1f-ef3f-45b6-92f6-d5fcc1f0d3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7" nillable="true" ma:taxonomy="true" ma:internalName="lcf76f155ced4ddcb4097134ff3c332f" ma:taxonomyFieldName="MediaServiceImageTags" ma:displayName="Image Tags" ma:readOnly="false" ma:fieldId="{5cf76f15-5ced-4ddc-b409-7134ff3c332f}" ma:taxonomyMulti="true" ma:sspId="ecb661bd-580e-4f87-9e86-f3e9db1d3ba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9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eb5de7-a296-4932-8c46-6bd9a6968804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C15E78D-C952-4384-9B59-720387CAF02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c01506f5-305e-4c16-814a-34df78f45099"/>
    <ds:schemaRef ds:uri="89fcee1f-ef3f-45b6-92f6-d5fcc1f0d356"/>
  </ds:schemaRefs>
</ds:datastoreItem>
</file>

<file path=customXml/itemProps2.xml><?xml version="1.0" encoding="utf-8"?>
<ds:datastoreItem xmlns:ds="http://schemas.openxmlformats.org/officeDocument/2006/customXml" ds:itemID="{D148F218-63EF-46F3-A98A-C87186D251E2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EA513999-BC69-4009-AC80-70D0FD1C625F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C750CECE-182A-4725-B4ED-C5926EA7B9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c01506f5-305e-4c16-814a-34df78f45099"/>
    <ds:schemaRef ds:uri="89fcee1f-ef3f-45b6-92f6-d5fcc1f0d356"/>
    <ds:schemaRef ds:uri="62eb5de7-a296-4932-8c46-6bd9a696880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4425</TotalTime>
  <Words>3817</Words>
  <Application>Microsoft Office PowerPoint</Application>
  <PresentationFormat>Custom</PresentationFormat>
  <Paragraphs>484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0" baseType="lpstr">
      <vt:lpstr>Bookman Old Style</vt:lpstr>
      <vt:lpstr>Cambria Math</vt:lpstr>
      <vt:lpstr>Century</vt:lpstr>
      <vt:lpstr>Elephant</vt:lpstr>
      <vt:lpstr>Georgia</vt:lpstr>
      <vt:lpstr>Lucida Sans Unicode</vt:lpstr>
      <vt:lpstr>Times New Roman</vt:lpstr>
      <vt:lpstr>Verdana</vt:lpstr>
      <vt:lpstr>Wide Latin</vt:lpstr>
      <vt:lpstr>Office Theme</vt:lpstr>
      <vt:lpstr>PowerPoint Presentation</vt:lpstr>
      <vt:lpstr>Introduction</vt:lpstr>
      <vt:lpstr>Copyright Statement</vt:lpstr>
      <vt:lpstr>PowerPoint Presentation</vt:lpstr>
      <vt:lpstr>PowerPoint Presentation</vt:lpstr>
      <vt:lpstr>Independence</vt:lpstr>
      <vt:lpstr>Independence</vt:lpstr>
      <vt:lpstr>Determine Independence by Table</vt:lpstr>
      <vt:lpstr>Determine Independence by Table</vt:lpstr>
      <vt:lpstr>PowerPoint Presentation</vt:lpstr>
      <vt:lpstr>PowerPoint Presentation</vt:lpstr>
      <vt:lpstr>Determine Independence by Table</vt:lpstr>
      <vt:lpstr>Determine Independence by Table</vt:lpstr>
      <vt:lpstr>Combining Independent Events</vt:lpstr>
      <vt:lpstr>PowerPoint Presentation</vt:lpstr>
      <vt:lpstr>Reliability</vt:lpstr>
      <vt:lpstr>Reliability</vt:lpstr>
      <vt:lpstr>Reliability</vt:lpstr>
      <vt:lpstr>Reliability</vt:lpstr>
      <vt:lpstr>PowerPoint Presentation</vt:lpstr>
      <vt:lpstr>PowerPoint Presentation</vt:lpstr>
      <vt:lpstr>Conditional  Independence</vt:lpstr>
      <vt:lpstr>Example 1.20 pg 37</vt:lpstr>
      <vt:lpstr>Example 1.20 pg 37</vt:lpstr>
      <vt:lpstr>Example 1.23 pg 39</vt:lpstr>
      <vt:lpstr>Example 1.23 pg 39</vt:lpstr>
      <vt:lpstr>Example 1.23 pg 39</vt:lpstr>
      <vt:lpstr>A and B independent ⇒ AC and BC independent</vt:lpstr>
      <vt:lpstr>A and B independent ⇒ AC and BC independent</vt:lpstr>
      <vt:lpstr>A and B independent ⇒ AC and BC independent</vt:lpstr>
      <vt:lpstr>A and B independent ⇒ AC and BC independent</vt:lpstr>
      <vt:lpstr>A and B independent ⇒ AC and BC independent</vt:lpstr>
      <vt:lpstr>A and B independent ⇒ AC and BC independent</vt:lpstr>
      <vt:lpstr>A and B independent ⇒ AC and BC independent</vt:lpstr>
      <vt:lpstr>A and B independent ⇒ AC and BC independent</vt:lpstr>
      <vt:lpstr>A and B independent ⇒ AC and BC independent</vt:lpstr>
      <vt:lpstr>A and B independent ⇒ AC and BC independent</vt:lpstr>
      <vt:lpstr>Finding Probabilities</vt:lpstr>
      <vt:lpstr>Finding Probabilities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355/555  Probability and Statistics for CS</dc:title>
  <dc:creator>Ivan H. Mann III</dc:creator>
  <cp:lastModifiedBy>Baocheng Geng</cp:lastModifiedBy>
  <cp:revision>4</cp:revision>
  <dcterms:created xsi:type="dcterms:W3CDTF">2023-01-23T16:20:12Z</dcterms:created>
  <dcterms:modified xsi:type="dcterms:W3CDTF">2025-02-03T03:07:20Z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2022-12-02T00:00:00Z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2023-01-23T00:00:00Z</vt:filetime>
  </property>
  <property fmtid="{D5CDD505-2E9C-101B-9397-08002B2CF9AE}" pid="5" name="PTEX.Fullbanner">
    <vt:lpwstr>This is pdfTeX, Version 3.141592653-2.6-1.40.22 (TeX Live 2022/dev/Debian) kpathsea version 6.3.4/dev</vt:lpwstr>
  </property>
  <property fmtid="{D5CDD505-2E9C-101B-9397-08002B2CF9AE}" pid="6" name="Producer">
    <vt:lpwstr>pdfTeX-1.40.22</vt:lpwstr>
  </property>
  <property fmtid="{D5CDD505-2E9C-101B-9397-08002B2CF9AE}" pid="7" name="ContentTypeId">
    <vt:lpwstr>0x0101005E1541AA9D2DF54EAD9E3EC334D2D1DF</vt:lpwstr>
  </property>
  <property fmtid="{D5CDD505-2E9C-101B-9397-08002B2CF9AE}" pid="8" name="_dlc_DocIdItemGuid">
    <vt:lpwstr>04b79a92-fc46-45a5-aaea-bdf33b42fdf1</vt:lpwstr>
  </property>
</Properties>
</file>