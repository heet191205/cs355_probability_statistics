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61" r:id="rId8"/>
    <p:sldId id="262" r:id="rId9"/>
    <p:sldId id="264" r:id="rId10"/>
    <p:sldId id="311" r:id="rId11"/>
    <p:sldId id="267" r:id="rId12"/>
    <p:sldId id="306" r:id="rId13"/>
    <p:sldId id="279" r:id="rId14"/>
    <p:sldId id="308" r:id="rId15"/>
    <p:sldId id="307" r:id="rId16"/>
    <p:sldId id="280" r:id="rId17"/>
    <p:sldId id="282" r:id="rId18"/>
    <p:sldId id="309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6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312" r:id="rId36"/>
    <p:sldId id="305" r:id="rId37"/>
    <p:sldId id="310" r:id="rId3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96DA6-E9DA-41D3-8901-1652A5D94FAA}" v="1" dt="2024-03-05T17:50:44.0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5" d="100"/>
          <a:sy n="175" d="100"/>
        </p:scale>
        <p:origin x="1286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FD39A011-717A-4DAB-B2F8-FB200CD1D1B5}"/>
    <pc:docChg chg="undo custSel addSld delSld modSld sldOrd">
      <pc:chgData name="Geng, Baocheng" userId="b4253f3e-c40b-4a70-8207-93818653a34c" providerId="ADAL" clId="{FD39A011-717A-4DAB-B2F8-FB200CD1D1B5}" dt="2023-03-02T15:23:12.497" v="536" actId="313"/>
      <pc:docMkLst>
        <pc:docMk/>
      </pc:docMkLst>
      <pc:sldChg chg="delSp modSp mod">
        <pc:chgData name="Geng, Baocheng" userId="b4253f3e-c40b-4a70-8207-93818653a34c" providerId="ADAL" clId="{FD39A011-717A-4DAB-B2F8-FB200CD1D1B5}" dt="2023-03-01T17:11:10.998" v="37" actId="1076"/>
        <pc:sldMkLst>
          <pc:docMk/>
          <pc:sldMk cId="0" sldId="256"/>
        </pc:sldMkLst>
        <pc:spChg chg="mod">
          <ac:chgData name="Geng, Baocheng" userId="b4253f3e-c40b-4a70-8207-93818653a34c" providerId="ADAL" clId="{FD39A011-717A-4DAB-B2F8-FB200CD1D1B5}" dt="2023-03-01T17:11:10.998" v="3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09:12.230" v="34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09:37.021" v="36" actId="1076"/>
          <ac:spMkLst>
            <pc:docMk/>
            <pc:sldMk cId="0" sldId="256"/>
            <ac:spMk id="13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09:32.975" v="35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Sp mod">
        <pc:chgData name="Geng, Baocheng" userId="b4253f3e-c40b-4a70-8207-93818653a34c" providerId="ADAL" clId="{FD39A011-717A-4DAB-B2F8-FB200CD1D1B5}" dt="2023-03-01T17:22:07.053" v="115" actId="1076"/>
        <pc:sldMkLst>
          <pc:docMk/>
          <pc:sldMk cId="0" sldId="257"/>
        </pc:sldMkLst>
        <pc:spChg chg="mod">
          <ac:chgData name="Geng, Baocheng" userId="b4253f3e-c40b-4a70-8207-93818653a34c" providerId="ADAL" clId="{FD39A011-717A-4DAB-B2F8-FB200CD1D1B5}" dt="2023-03-01T17:22:07.053" v="11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21:42.480" v="11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21:42.480" v="11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21:42.480" v="11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21:42.480" v="112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21:42.480" v="112" actId="1076"/>
          <ac:spMkLst>
            <pc:docMk/>
            <pc:sldMk cId="0" sldId="257"/>
            <ac:spMk id="17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21:30.343" v="111" actId="478"/>
          <ac:grpSpMkLst>
            <pc:docMk/>
            <pc:sldMk cId="0" sldId="257"/>
            <ac:grpSpMk id="18" creationId="{00000000-0000-0000-0000-000000000000}"/>
          </ac:grpSpMkLst>
        </pc:grpChg>
        <pc:picChg chg="del">
          <ac:chgData name="Geng, Baocheng" userId="b4253f3e-c40b-4a70-8207-93818653a34c" providerId="ADAL" clId="{FD39A011-717A-4DAB-B2F8-FB200CD1D1B5}" dt="2023-03-01T17:21:11.435" v="106" actId="478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13" creationId="{00000000-0000-0000-0000-000000000000}"/>
          </ac:picMkLst>
        </pc:picChg>
        <pc:picChg chg="mod">
          <ac:chgData name="Geng, Baocheng" userId="b4253f3e-c40b-4a70-8207-93818653a34c" providerId="ADAL" clId="{FD39A011-717A-4DAB-B2F8-FB200CD1D1B5}" dt="2023-03-01T17:21:42.480" v="112" actId="1076"/>
          <ac:picMkLst>
            <pc:docMk/>
            <pc:sldMk cId="0" sldId="257"/>
            <ac:picMk id="16" creationId="{00000000-0000-0000-0000-000000000000}"/>
          </ac:picMkLst>
        </pc:picChg>
      </pc:sldChg>
      <pc:sldChg chg="delSp modSp del mod">
        <pc:chgData name="Geng, Baocheng" userId="b4253f3e-c40b-4a70-8207-93818653a34c" providerId="ADAL" clId="{FD39A011-717A-4DAB-B2F8-FB200CD1D1B5}" dt="2023-03-01T17:22:40.473" v="116" actId="47"/>
        <pc:sldMkLst>
          <pc:docMk/>
          <pc:sldMk cId="0" sldId="258"/>
        </pc:sldMkLst>
        <pc:spChg chg="del mod">
          <ac:chgData name="Geng, Baocheng" userId="b4253f3e-c40b-4a70-8207-93818653a34c" providerId="ADAL" clId="{FD39A011-717A-4DAB-B2F8-FB200CD1D1B5}" dt="2023-03-01T17:12:11.096" v="42" actId="478"/>
          <ac:spMkLst>
            <pc:docMk/>
            <pc:sldMk cId="0" sldId="258"/>
            <ac:spMk id="7" creationId="{00000000-0000-0000-0000-000000000000}"/>
          </ac:spMkLst>
        </pc:spChg>
        <pc:grpChg chg="mod">
          <ac:chgData name="Geng, Baocheng" userId="b4253f3e-c40b-4a70-8207-93818653a34c" providerId="ADAL" clId="{FD39A011-717A-4DAB-B2F8-FB200CD1D1B5}" dt="2023-03-01T17:12:17.067" v="43" actId="1076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FD39A011-717A-4DAB-B2F8-FB200CD1D1B5}" dt="2023-03-01T17:13:14.115" v="44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del mod">
        <pc:chgData name="Geng, Baocheng" userId="b4253f3e-c40b-4a70-8207-93818653a34c" providerId="ADAL" clId="{FD39A011-717A-4DAB-B2F8-FB200CD1D1B5}" dt="2023-03-01T17:22:42.210" v="117" actId="47"/>
        <pc:sldMkLst>
          <pc:docMk/>
          <pc:sldMk cId="0" sldId="259"/>
        </pc:sldMkLst>
        <pc:spChg chg="del mod">
          <ac:chgData name="Geng, Baocheng" userId="b4253f3e-c40b-4a70-8207-93818653a34c" providerId="ADAL" clId="{FD39A011-717A-4DAB-B2F8-FB200CD1D1B5}" dt="2023-03-01T17:13:27.399" v="49" actId="478"/>
          <ac:spMkLst>
            <pc:docMk/>
            <pc:sldMk cId="0" sldId="259"/>
            <ac:spMk id="7" creationId="{00000000-0000-0000-0000-000000000000}"/>
          </ac:spMkLst>
        </pc:spChg>
        <pc:grpChg chg="mod">
          <ac:chgData name="Geng, Baocheng" userId="b4253f3e-c40b-4a70-8207-93818653a34c" providerId="ADAL" clId="{FD39A011-717A-4DAB-B2F8-FB200CD1D1B5}" dt="2023-03-01T17:13:31.211" v="50" actId="1076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FD39A011-717A-4DAB-B2F8-FB200CD1D1B5}" dt="2023-03-01T17:13:33.266" v="51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FD39A011-717A-4DAB-B2F8-FB200CD1D1B5}" dt="2023-03-01T17:22:44.551" v="118" actId="47"/>
        <pc:sldMkLst>
          <pc:docMk/>
          <pc:sldMk cId="0" sldId="260"/>
        </pc:sldMkLst>
        <pc:spChg chg="del mod">
          <ac:chgData name="Geng, Baocheng" userId="b4253f3e-c40b-4a70-8207-93818653a34c" providerId="ADAL" clId="{FD39A011-717A-4DAB-B2F8-FB200CD1D1B5}" dt="2023-03-01T17:14:01.510" v="61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13:53.008" v="56" actId="1076"/>
          <ac:spMkLst>
            <pc:docMk/>
            <pc:sldMk cId="0" sldId="260"/>
            <ac:spMk id="9" creationId="{00000000-0000-0000-0000-000000000000}"/>
          </ac:spMkLst>
        </pc:spChg>
        <pc:grpChg chg="add del mod">
          <ac:chgData name="Geng, Baocheng" userId="b4253f3e-c40b-4a70-8207-93818653a34c" providerId="ADAL" clId="{FD39A011-717A-4DAB-B2F8-FB200CD1D1B5}" dt="2023-03-01T17:14:04.681" v="62" actId="1076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FD39A011-717A-4DAB-B2F8-FB200CD1D1B5}" dt="2023-03-01T17:14:06.309" v="63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4:10.740" v="64" actId="478"/>
        <pc:sldMkLst>
          <pc:docMk/>
          <pc:sldMk cId="0" sldId="261"/>
        </pc:sldMkLst>
        <pc:grpChg chg="del">
          <ac:chgData name="Geng, Baocheng" userId="b4253f3e-c40b-4a70-8207-93818653a34c" providerId="ADAL" clId="{FD39A011-717A-4DAB-B2F8-FB200CD1D1B5}" dt="2023-03-01T17:14:10.740" v="64" actId="478"/>
          <ac:grpSpMkLst>
            <pc:docMk/>
            <pc:sldMk cId="0" sldId="261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7:29:27.142" v="124" actId="1076"/>
        <pc:sldMkLst>
          <pc:docMk/>
          <pc:sldMk cId="0" sldId="262"/>
        </pc:sldMkLst>
        <pc:spChg chg="mod">
          <ac:chgData name="Geng, Baocheng" userId="b4253f3e-c40b-4a70-8207-93818653a34c" providerId="ADAL" clId="{FD39A011-717A-4DAB-B2F8-FB200CD1D1B5}" dt="2023-03-01T17:26:08.170" v="123" actId="1076"/>
          <ac:spMkLst>
            <pc:docMk/>
            <pc:sldMk cId="0" sldId="262"/>
            <ac:spMk id="3" creationId="{00000000-0000-0000-0000-000000000000}"/>
          </ac:spMkLst>
        </pc:spChg>
        <pc:grpChg chg="del mod">
          <ac:chgData name="Geng, Baocheng" userId="b4253f3e-c40b-4a70-8207-93818653a34c" providerId="ADAL" clId="{FD39A011-717A-4DAB-B2F8-FB200CD1D1B5}" dt="2023-03-01T17:14:18.775" v="66" actId="478"/>
          <ac:grpSpMkLst>
            <pc:docMk/>
            <pc:sldMk cId="0" sldId="262"/>
            <ac:grpSpMk id="4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29:27.142" v="124" actId="1076"/>
          <ac:picMkLst>
            <pc:docMk/>
            <pc:sldMk cId="0" sldId="262"/>
            <ac:picMk id="10" creationId="{4E0B3A72-42BD-128C-48C5-1C8F51608F9B}"/>
          </ac:picMkLst>
        </pc:picChg>
      </pc:sldChg>
      <pc:sldChg chg="delSp modSp del mod">
        <pc:chgData name="Geng, Baocheng" userId="b4253f3e-c40b-4a70-8207-93818653a34c" providerId="ADAL" clId="{FD39A011-717A-4DAB-B2F8-FB200CD1D1B5}" dt="2023-03-01T17:32:33.215" v="208" actId="47"/>
        <pc:sldMkLst>
          <pc:docMk/>
          <pc:sldMk cId="0" sldId="263"/>
        </pc:sldMkLst>
        <pc:spChg chg="del mod">
          <ac:chgData name="Geng, Baocheng" userId="b4253f3e-c40b-4a70-8207-93818653a34c" providerId="ADAL" clId="{FD39A011-717A-4DAB-B2F8-FB200CD1D1B5}" dt="2023-03-01T17:14:40.199" v="69" actId="478"/>
          <ac:spMkLst>
            <pc:docMk/>
            <pc:sldMk cId="0" sldId="263"/>
            <ac:spMk id="7" creationId="{00000000-0000-0000-0000-000000000000}"/>
          </ac:spMkLst>
        </pc:spChg>
        <pc:grpChg chg="mod">
          <ac:chgData name="Geng, Baocheng" userId="b4253f3e-c40b-4a70-8207-93818653a34c" providerId="ADAL" clId="{FD39A011-717A-4DAB-B2F8-FB200CD1D1B5}" dt="2023-03-01T17:14:45.522" v="70" actId="1076"/>
          <ac:grpSpMkLst>
            <pc:docMk/>
            <pc:sldMk cId="0" sldId="263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FD39A011-717A-4DAB-B2F8-FB200CD1D1B5}" dt="2023-03-01T17:32:22.591" v="207" actId="1076"/>
        <pc:sldMkLst>
          <pc:docMk/>
          <pc:sldMk cId="0" sldId="264"/>
        </pc:sldMkLst>
        <pc:spChg chg="del mod">
          <ac:chgData name="Geng, Baocheng" userId="b4253f3e-c40b-4a70-8207-93818653a34c" providerId="ADAL" clId="{FD39A011-717A-4DAB-B2F8-FB200CD1D1B5}" dt="2023-03-01T17:15:00.995" v="77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30:07.853" v="126" actId="20577"/>
          <ac:spMkLst>
            <pc:docMk/>
            <pc:sldMk cId="0" sldId="264"/>
            <ac:spMk id="9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30:03.923" v="125" actId="478"/>
          <ac:spMkLst>
            <pc:docMk/>
            <pc:sldMk cId="0" sldId="264"/>
            <ac:spMk id="10" creationId="{00000000-0000-0000-0000-000000000000}"/>
          </ac:spMkLst>
        </pc:spChg>
        <pc:spChg chg="del mod">
          <ac:chgData name="Geng, Baocheng" userId="b4253f3e-c40b-4a70-8207-93818653a34c" providerId="ADAL" clId="{FD39A011-717A-4DAB-B2F8-FB200CD1D1B5}" dt="2023-03-01T17:14:52.496" v="73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30:11.437" v="127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30:13.930" v="128" actId="478"/>
          <ac:spMkLst>
            <pc:docMk/>
            <pc:sldMk cId="0" sldId="264"/>
            <ac:spMk id="22" creationId="{00000000-0000-0000-0000-000000000000}"/>
          </ac:spMkLst>
        </pc:spChg>
        <pc:grpChg chg="mod">
          <ac:chgData name="Geng, Baocheng" userId="b4253f3e-c40b-4a70-8207-93818653a34c" providerId="ADAL" clId="{FD39A011-717A-4DAB-B2F8-FB200CD1D1B5}" dt="2023-03-01T17:14:59.011" v="75" actId="1076"/>
          <ac:grpSpMkLst>
            <pc:docMk/>
            <pc:sldMk cId="0" sldId="264"/>
            <ac:grpSpMk id="5" creationId="{00000000-0000-0000-0000-000000000000}"/>
          </ac:grpSpMkLst>
        </pc:grpChg>
        <pc:grpChg chg="mod">
          <ac:chgData name="Geng, Baocheng" userId="b4253f3e-c40b-4a70-8207-93818653a34c" providerId="ADAL" clId="{FD39A011-717A-4DAB-B2F8-FB200CD1D1B5}" dt="2023-03-01T17:14:50.557" v="71" actId="1076"/>
          <ac:grpSpMkLst>
            <pc:docMk/>
            <pc:sldMk cId="0" sldId="264"/>
            <ac:grpSpMk id="15" creationId="{00000000-0000-0000-0000-000000000000}"/>
          </ac:grpSpMkLst>
        </pc:grpChg>
        <pc:grpChg chg="del">
          <ac:chgData name="Geng, Baocheng" userId="b4253f3e-c40b-4a70-8207-93818653a34c" providerId="ADAL" clId="{FD39A011-717A-4DAB-B2F8-FB200CD1D1B5}" dt="2023-03-01T17:30:15.466" v="129" actId="478"/>
          <ac:grpSpMkLst>
            <pc:docMk/>
            <pc:sldMk cId="0" sldId="264"/>
            <ac:grpSpMk id="24" creationId="{00000000-0000-0000-0000-000000000000}"/>
          </ac:grpSpMkLst>
        </pc:grpChg>
        <pc:picChg chg="del mod replST">
          <ac:chgData name="Geng, Baocheng" userId="b4253f3e-c40b-4a70-8207-93818653a34c" providerId="ADAL" clId="{FD39A011-717A-4DAB-B2F8-FB200CD1D1B5}" dt="2023-03-01T17:31:22.529" v="179" actId="478"/>
          <ac:picMkLst>
            <pc:docMk/>
            <pc:sldMk cId="0" sldId="264"/>
            <ac:picMk id="31" creationId="{AA515EE5-50E5-0104-63B4-F25A5DEA0448}"/>
          </ac:picMkLst>
        </pc:picChg>
        <pc:picChg chg="mod ord replST">
          <ac:chgData name="Geng, Baocheng" userId="b4253f3e-c40b-4a70-8207-93818653a34c" providerId="ADAL" clId="{FD39A011-717A-4DAB-B2F8-FB200CD1D1B5}" dt="2023-03-01T17:31:32.494" v="183" actId="1076"/>
          <ac:picMkLst>
            <pc:docMk/>
            <pc:sldMk cId="0" sldId="264"/>
            <ac:picMk id="33" creationId="{C43BED07-1729-F20A-A53B-A71D2A513936}"/>
          </ac:picMkLst>
        </pc:picChg>
        <pc:picChg chg="mod replST">
          <ac:chgData name="Geng, Baocheng" userId="b4253f3e-c40b-4a70-8207-93818653a34c" providerId="ADAL" clId="{FD39A011-717A-4DAB-B2F8-FB200CD1D1B5}" dt="2023-03-01T17:32:22.591" v="207" actId="1076"/>
          <ac:picMkLst>
            <pc:docMk/>
            <pc:sldMk cId="0" sldId="264"/>
            <ac:picMk id="35" creationId="{6CCFADC9-FE13-5546-EE24-4773145DD480}"/>
          </ac:picMkLst>
        </pc:picChg>
      </pc:sldChg>
      <pc:sldChg chg="del">
        <pc:chgData name="Geng, Baocheng" userId="b4253f3e-c40b-4a70-8207-93818653a34c" providerId="ADAL" clId="{FD39A011-717A-4DAB-B2F8-FB200CD1D1B5}" dt="2023-03-01T17:15:19.934" v="78" actId="47"/>
        <pc:sldMkLst>
          <pc:docMk/>
          <pc:sldMk cId="0" sldId="265"/>
        </pc:sldMkLst>
      </pc:sldChg>
      <pc:sldChg chg="addSp delSp modSp mod">
        <pc:chgData name="Geng, Baocheng" userId="b4253f3e-c40b-4a70-8207-93818653a34c" providerId="ADAL" clId="{FD39A011-717A-4DAB-B2F8-FB200CD1D1B5}" dt="2023-03-01T17:33:18.593" v="219" actId="1076"/>
        <pc:sldMkLst>
          <pc:docMk/>
          <pc:sldMk cId="0" sldId="266"/>
        </pc:sldMkLst>
        <pc:spChg chg="del">
          <ac:chgData name="Geng, Baocheng" userId="b4253f3e-c40b-4a70-8207-93818653a34c" providerId="ADAL" clId="{FD39A011-717A-4DAB-B2F8-FB200CD1D1B5}" dt="2023-03-01T17:15:29.813" v="82" actId="478"/>
          <ac:spMkLst>
            <pc:docMk/>
            <pc:sldMk cId="0" sldId="266"/>
            <ac:spMk id="7" creationId="{00000000-0000-0000-0000-000000000000}"/>
          </ac:spMkLst>
        </pc:spChg>
        <pc:spChg chg="add del">
          <ac:chgData name="Geng, Baocheng" userId="b4253f3e-c40b-4a70-8207-93818653a34c" providerId="ADAL" clId="{FD39A011-717A-4DAB-B2F8-FB200CD1D1B5}" dt="2023-03-01T17:15:27.965" v="81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32:45.749" v="211" actId="478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Geng, Baocheng" userId="b4253f3e-c40b-4a70-8207-93818653a34c" providerId="ADAL" clId="{FD39A011-717A-4DAB-B2F8-FB200CD1D1B5}" dt="2023-03-01T17:32:42.868" v="210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15:24.474" v="79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32:57.977" v="215" actId="478"/>
          <ac:spMkLst>
            <pc:docMk/>
            <pc:sldMk cId="0" sldId="266"/>
            <ac:spMk id="20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33:18.593" v="219" actId="1076"/>
          <ac:spMkLst>
            <pc:docMk/>
            <pc:sldMk cId="0" sldId="266"/>
            <ac:spMk id="21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33:09.296" v="218" actId="478"/>
          <ac:grpSpMkLst>
            <pc:docMk/>
            <pc:sldMk cId="0" sldId="266"/>
            <ac:grpSpMk id="22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32:53.191" v="213" actId="1076"/>
          <ac:picMkLst>
            <pc:docMk/>
            <pc:sldMk cId="0" sldId="266"/>
            <ac:picMk id="28" creationId="{794688D7-B98F-497E-CA1B-CE1483F2944D}"/>
          </ac:picMkLst>
        </pc:picChg>
        <pc:picChg chg="add mod">
          <ac:chgData name="Geng, Baocheng" userId="b4253f3e-c40b-4a70-8207-93818653a34c" providerId="ADAL" clId="{FD39A011-717A-4DAB-B2F8-FB200CD1D1B5}" dt="2023-03-01T17:33:06.491" v="217" actId="1076"/>
          <ac:picMkLst>
            <pc:docMk/>
            <pc:sldMk cId="0" sldId="266"/>
            <ac:picMk id="29" creationId="{A04ED7C5-A932-A18B-D66B-B5C59427CBE8}"/>
          </ac:picMkLst>
        </pc:picChg>
      </pc:sldChg>
      <pc:sldChg chg="addSp delSp modSp mod">
        <pc:chgData name="Geng, Baocheng" userId="b4253f3e-c40b-4a70-8207-93818653a34c" providerId="ADAL" clId="{FD39A011-717A-4DAB-B2F8-FB200CD1D1B5}" dt="2023-03-01T17:39:10.928" v="235" actId="1076"/>
        <pc:sldMkLst>
          <pc:docMk/>
          <pc:sldMk cId="0" sldId="267"/>
        </pc:sldMkLst>
        <pc:spChg chg="mod">
          <ac:chgData name="Geng, Baocheng" userId="b4253f3e-c40b-4a70-8207-93818653a34c" providerId="ADAL" clId="{FD39A011-717A-4DAB-B2F8-FB200CD1D1B5}" dt="2023-03-01T17:39:08.831" v="234" actId="20577"/>
          <ac:spMkLst>
            <pc:docMk/>
            <pc:sldMk cId="0" sldId="267"/>
            <ac:spMk id="3" creationId="{00000000-0000-0000-0000-000000000000}"/>
          </ac:spMkLst>
        </pc:spChg>
        <pc:spChg chg="del topLvl">
          <ac:chgData name="Geng, Baocheng" userId="b4253f3e-c40b-4a70-8207-93818653a34c" providerId="ADAL" clId="{FD39A011-717A-4DAB-B2F8-FB200CD1D1B5}" dt="2023-03-01T17:34:33.680" v="221" actId="478"/>
          <ac:spMkLst>
            <pc:docMk/>
            <pc:sldMk cId="0" sldId="267"/>
            <ac:spMk id="5" creationId="{00000000-0000-0000-0000-000000000000}"/>
          </ac:spMkLst>
        </pc:spChg>
        <pc:spChg chg="del topLvl">
          <ac:chgData name="Geng, Baocheng" userId="b4253f3e-c40b-4a70-8207-93818653a34c" providerId="ADAL" clId="{FD39A011-717A-4DAB-B2F8-FB200CD1D1B5}" dt="2023-03-01T17:34:32.135" v="220" actId="478"/>
          <ac:spMkLst>
            <pc:docMk/>
            <pc:sldMk cId="0" sldId="267"/>
            <ac:spMk id="6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34:32.135" v="220" actId="478"/>
          <ac:grpSpMkLst>
            <pc:docMk/>
            <pc:sldMk cId="0" sldId="267"/>
            <ac:grpSpMk id="4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39:10.928" v="235" actId="1076"/>
          <ac:picMkLst>
            <pc:docMk/>
            <pc:sldMk cId="0" sldId="267"/>
            <ac:picMk id="11" creationId="{5D81332E-ED70-FCCF-C04B-C848A8AF1E2F}"/>
          </ac:picMkLst>
        </pc:picChg>
      </pc:sldChg>
      <pc:sldChg chg="delSp mod">
        <pc:chgData name="Geng, Baocheng" userId="b4253f3e-c40b-4a70-8207-93818653a34c" providerId="ADAL" clId="{FD39A011-717A-4DAB-B2F8-FB200CD1D1B5}" dt="2023-03-01T17:15:38.485" v="83" actId="478"/>
        <pc:sldMkLst>
          <pc:docMk/>
          <pc:sldMk cId="0" sldId="268"/>
        </pc:sldMkLst>
        <pc:grpChg chg="del">
          <ac:chgData name="Geng, Baocheng" userId="b4253f3e-c40b-4a70-8207-93818653a34c" providerId="ADAL" clId="{FD39A011-717A-4DAB-B2F8-FB200CD1D1B5}" dt="2023-03-01T17:15:38.485" v="83" actId="478"/>
          <ac:grpSpMkLst>
            <pc:docMk/>
            <pc:sldMk cId="0" sldId="268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5:44.889" v="84" actId="478"/>
        <pc:sldMkLst>
          <pc:docMk/>
          <pc:sldMk cId="0" sldId="269"/>
        </pc:sldMkLst>
        <pc:grpChg chg="del">
          <ac:chgData name="Geng, Baocheng" userId="b4253f3e-c40b-4a70-8207-93818653a34c" providerId="ADAL" clId="{FD39A011-717A-4DAB-B2F8-FB200CD1D1B5}" dt="2023-03-01T17:15:44.889" v="84" actId="478"/>
          <ac:grpSpMkLst>
            <pc:docMk/>
            <pc:sldMk cId="0" sldId="269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5:49.114" v="85" actId="478"/>
        <pc:sldMkLst>
          <pc:docMk/>
          <pc:sldMk cId="0" sldId="270"/>
        </pc:sldMkLst>
        <pc:grpChg chg="del">
          <ac:chgData name="Geng, Baocheng" userId="b4253f3e-c40b-4a70-8207-93818653a34c" providerId="ADAL" clId="{FD39A011-717A-4DAB-B2F8-FB200CD1D1B5}" dt="2023-03-01T17:15:49.114" v="85" actId="478"/>
          <ac:grpSpMkLst>
            <pc:docMk/>
            <pc:sldMk cId="0" sldId="270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5:52.785" v="86" actId="478"/>
        <pc:sldMkLst>
          <pc:docMk/>
          <pc:sldMk cId="0" sldId="271"/>
        </pc:sldMkLst>
        <pc:grpChg chg="del">
          <ac:chgData name="Geng, Baocheng" userId="b4253f3e-c40b-4a70-8207-93818653a34c" providerId="ADAL" clId="{FD39A011-717A-4DAB-B2F8-FB200CD1D1B5}" dt="2023-03-01T17:15:52.785" v="86" actId="478"/>
          <ac:grpSpMkLst>
            <pc:docMk/>
            <pc:sldMk cId="0" sldId="271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41:48.641" v="246" actId="478"/>
        <pc:sldMkLst>
          <pc:docMk/>
          <pc:sldMk cId="0" sldId="272"/>
        </pc:sldMkLst>
        <pc:grpChg chg="del">
          <ac:chgData name="Geng, Baocheng" userId="b4253f3e-c40b-4a70-8207-93818653a34c" providerId="ADAL" clId="{FD39A011-717A-4DAB-B2F8-FB200CD1D1B5}" dt="2023-03-01T17:41:48.641" v="246" actId="478"/>
          <ac:grpSpMkLst>
            <pc:docMk/>
            <pc:sldMk cId="0" sldId="272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41:46.329" v="245" actId="478"/>
        <pc:sldMkLst>
          <pc:docMk/>
          <pc:sldMk cId="0" sldId="273"/>
        </pc:sldMkLst>
        <pc:grpChg chg="del">
          <ac:chgData name="Geng, Baocheng" userId="b4253f3e-c40b-4a70-8207-93818653a34c" providerId="ADAL" clId="{FD39A011-717A-4DAB-B2F8-FB200CD1D1B5}" dt="2023-03-01T17:41:46.329" v="245" actId="478"/>
          <ac:grpSpMkLst>
            <pc:docMk/>
            <pc:sldMk cId="0" sldId="273"/>
            <ac:grpSpMk id="14" creationId="{00000000-0000-0000-0000-000000000000}"/>
          </ac:grpSpMkLst>
        </pc:grpChg>
      </pc:sldChg>
      <pc:sldChg chg="delSp modSp mod">
        <pc:chgData name="Geng, Baocheng" userId="b4253f3e-c40b-4a70-8207-93818653a34c" providerId="ADAL" clId="{FD39A011-717A-4DAB-B2F8-FB200CD1D1B5}" dt="2023-03-01T17:43:10.851" v="269" actId="1076"/>
        <pc:sldMkLst>
          <pc:docMk/>
          <pc:sldMk cId="0" sldId="274"/>
        </pc:sldMkLst>
        <pc:grpChg chg="del">
          <ac:chgData name="Geng, Baocheng" userId="b4253f3e-c40b-4a70-8207-93818653a34c" providerId="ADAL" clId="{FD39A011-717A-4DAB-B2F8-FB200CD1D1B5}" dt="2023-03-01T17:16:00.396" v="87" actId="478"/>
          <ac:grpSpMkLst>
            <pc:docMk/>
            <pc:sldMk cId="0" sldId="274"/>
            <ac:grpSpMk id="10" creationId="{00000000-0000-0000-0000-000000000000}"/>
          </ac:grpSpMkLst>
        </pc:grpChg>
        <pc:picChg chg="mod replST">
          <ac:chgData name="Geng, Baocheng" userId="b4253f3e-c40b-4a70-8207-93818653a34c" providerId="ADAL" clId="{FD39A011-717A-4DAB-B2F8-FB200CD1D1B5}" dt="2023-03-01T17:43:10.851" v="269" actId="1076"/>
          <ac:picMkLst>
            <pc:docMk/>
            <pc:sldMk cId="0" sldId="274"/>
            <ac:picMk id="17" creationId="{9D343A64-33C1-AC83-03B4-B562674AC8BF}"/>
          </ac:picMkLst>
        </pc:picChg>
      </pc:sldChg>
      <pc:sldChg chg="delSp del mod">
        <pc:chgData name="Geng, Baocheng" userId="b4253f3e-c40b-4a70-8207-93818653a34c" providerId="ADAL" clId="{FD39A011-717A-4DAB-B2F8-FB200CD1D1B5}" dt="2023-03-01T17:43:36.606" v="271" actId="47"/>
        <pc:sldMkLst>
          <pc:docMk/>
          <pc:sldMk cId="0" sldId="275"/>
        </pc:sldMkLst>
        <pc:grpChg chg="del">
          <ac:chgData name="Geng, Baocheng" userId="b4253f3e-c40b-4a70-8207-93818653a34c" providerId="ADAL" clId="{FD39A011-717A-4DAB-B2F8-FB200CD1D1B5}" dt="2023-03-01T17:16:05.815" v="88" actId="478"/>
          <ac:grpSpMkLst>
            <pc:docMk/>
            <pc:sldMk cId="0" sldId="275"/>
            <ac:grpSpMk id="11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7:43:43.198" v="273" actId="1076"/>
        <pc:sldMkLst>
          <pc:docMk/>
          <pc:sldMk cId="0" sldId="276"/>
        </pc:sldMkLst>
        <pc:spChg chg="mod">
          <ac:chgData name="Geng, Baocheng" userId="b4253f3e-c40b-4a70-8207-93818653a34c" providerId="ADAL" clId="{FD39A011-717A-4DAB-B2F8-FB200CD1D1B5}" dt="2023-03-01T17:43:28.276" v="270" actId="20577"/>
          <ac:spMkLst>
            <pc:docMk/>
            <pc:sldMk cId="0" sldId="276"/>
            <ac:spMk id="10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16:10.385" v="89" actId="478"/>
          <ac:grpSpMkLst>
            <pc:docMk/>
            <pc:sldMk cId="0" sldId="276"/>
            <ac:grpSpMk id="11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43:43.198" v="273" actId="1076"/>
          <ac:picMkLst>
            <pc:docMk/>
            <pc:sldMk cId="0" sldId="276"/>
            <ac:picMk id="17" creationId="{4271D1AA-9729-D0F4-50D6-0EF04AA873A8}"/>
          </ac:picMkLst>
        </pc:picChg>
      </pc:sldChg>
      <pc:sldChg chg="addSp delSp modSp del mod">
        <pc:chgData name="Geng, Baocheng" userId="b4253f3e-c40b-4a70-8207-93818653a34c" providerId="ADAL" clId="{FD39A011-717A-4DAB-B2F8-FB200CD1D1B5}" dt="2023-03-01T17:52:15.211" v="311" actId="47"/>
        <pc:sldMkLst>
          <pc:docMk/>
          <pc:sldMk cId="0" sldId="277"/>
        </pc:sldMkLst>
        <pc:spChg chg="add del">
          <ac:chgData name="Geng, Baocheng" userId="b4253f3e-c40b-4a70-8207-93818653a34c" providerId="ADAL" clId="{FD39A011-717A-4DAB-B2F8-FB200CD1D1B5}" dt="2023-03-01T17:44:14.692" v="284" actId="478"/>
          <ac:spMkLst>
            <pc:docMk/>
            <pc:sldMk cId="0" sldId="277"/>
            <ac:spMk id="3" creationId="{00000000-0000-0000-0000-000000000000}"/>
          </ac:spMkLst>
        </pc:spChg>
        <pc:spChg chg="add del">
          <ac:chgData name="Geng, Baocheng" userId="b4253f3e-c40b-4a70-8207-93818653a34c" providerId="ADAL" clId="{FD39A011-717A-4DAB-B2F8-FB200CD1D1B5}" dt="2023-03-01T17:44:12.339" v="283" actId="478"/>
          <ac:spMkLst>
            <pc:docMk/>
            <pc:sldMk cId="0" sldId="277"/>
            <ac:spMk id="4" creationId="{00000000-0000-0000-0000-000000000000}"/>
          </ac:spMkLst>
        </pc:spChg>
        <pc:spChg chg="add del mod">
          <ac:chgData name="Geng, Baocheng" userId="b4253f3e-c40b-4a70-8207-93818653a34c" providerId="ADAL" clId="{FD39A011-717A-4DAB-B2F8-FB200CD1D1B5}" dt="2023-03-01T17:44:10.514" v="282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44:59.232" v="287" actId="20577"/>
          <ac:spMkLst>
            <pc:docMk/>
            <pc:sldMk cId="0" sldId="277"/>
            <ac:spMk id="8" creationId="{00000000-0000-0000-0000-000000000000}"/>
          </ac:spMkLst>
        </pc:spChg>
        <pc:spChg chg="add mod">
          <ac:chgData name="Geng, Baocheng" userId="b4253f3e-c40b-4a70-8207-93818653a34c" providerId="ADAL" clId="{FD39A011-717A-4DAB-B2F8-FB200CD1D1B5}" dt="2023-03-01T17:44:41.543" v="286" actId="13822"/>
          <ac:spMkLst>
            <pc:docMk/>
            <pc:sldMk cId="0" sldId="277"/>
            <ac:spMk id="17" creationId="{92E2831E-53D6-AB87-6658-BBF569B75555}"/>
          </ac:spMkLst>
        </pc:spChg>
        <pc:grpChg chg="del">
          <ac:chgData name="Geng, Baocheng" userId="b4253f3e-c40b-4a70-8207-93818653a34c" providerId="ADAL" clId="{FD39A011-717A-4DAB-B2F8-FB200CD1D1B5}" dt="2023-03-01T17:43:47.584" v="274" actId="478"/>
          <ac:grpSpMkLst>
            <pc:docMk/>
            <pc:sldMk cId="0" sldId="277"/>
            <ac:grpSpMk id="11" creationId="{00000000-0000-0000-0000-000000000000}"/>
          </ac:grpSpMkLst>
        </pc:grpChg>
      </pc:sldChg>
      <pc:sldChg chg="delSp del mod">
        <pc:chgData name="Geng, Baocheng" userId="b4253f3e-c40b-4a70-8207-93818653a34c" providerId="ADAL" clId="{FD39A011-717A-4DAB-B2F8-FB200CD1D1B5}" dt="2023-03-01T17:52:13.856" v="310" actId="47"/>
        <pc:sldMkLst>
          <pc:docMk/>
          <pc:sldMk cId="0" sldId="278"/>
        </pc:sldMkLst>
        <pc:grpChg chg="del">
          <ac:chgData name="Geng, Baocheng" userId="b4253f3e-c40b-4a70-8207-93818653a34c" providerId="ADAL" clId="{FD39A011-717A-4DAB-B2F8-FB200CD1D1B5}" dt="2023-03-01T17:52:11.510" v="309" actId="478"/>
          <ac:grpSpMkLst>
            <pc:docMk/>
            <pc:sldMk cId="0" sldId="278"/>
            <ac:grpSpMk id="16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7:52:33.765" v="314" actId="478"/>
        <pc:sldMkLst>
          <pc:docMk/>
          <pc:sldMk cId="1368940548" sldId="279"/>
        </pc:sldMkLst>
        <pc:spChg chg="del">
          <ac:chgData name="Geng, Baocheng" userId="b4253f3e-c40b-4a70-8207-93818653a34c" providerId="ADAL" clId="{FD39A011-717A-4DAB-B2F8-FB200CD1D1B5}" dt="2023-03-01T17:45:47.058" v="291" actId="478"/>
          <ac:spMkLst>
            <pc:docMk/>
            <pc:sldMk cId="1368940548" sldId="279"/>
            <ac:spMk id="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5:42.146" v="290" actId="478"/>
          <ac:spMkLst>
            <pc:docMk/>
            <pc:sldMk cId="1368940548" sldId="279"/>
            <ac:spMk id="4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45:34.845" v="289" actId="1076"/>
          <ac:spMkLst>
            <pc:docMk/>
            <pc:sldMk cId="1368940548" sldId="279"/>
            <ac:spMk id="7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46:10.986" v="294" actId="20577"/>
          <ac:spMkLst>
            <pc:docMk/>
            <pc:sldMk cId="1368940548" sldId="279"/>
            <ac:spMk id="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6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1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7:09.690" v="301" actId="478"/>
          <ac:spMkLst>
            <pc:docMk/>
            <pc:sldMk cId="1368940548" sldId="279"/>
            <ac:spMk id="1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7:07.327" v="300" actId="478"/>
          <ac:spMkLst>
            <pc:docMk/>
            <pc:sldMk cId="1368940548" sldId="279"/>
            <ac:spMk id="19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7:11.589" v="302" actId="478"/>
          <ac:spMkLst>
            <pc:docMk/>
            <pc:sldMk cId="1368940548" sldId="279"/>
            <ac:spMk id="2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2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2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7:14.578" v="303" actId="478"/>
          <ac:spMkLst>
            <pc:docMk/>
            <pc:sldMk cId="1368940548" sldId="279"/>
            <ac:spMk id="2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47:18.097" v="304" actId="478"/>
          <ac:spMkLst>
            <pc:docMk/>
            <pc:sldMk cId="1368940548" sldId="279"/>
            <ac:spMk id="2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25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48:06.032" v="307" actId="1076"/>
          <ac:spMkLst>
            <pc:docMk/>
            <pc:sldMk cId="1368940548" sldId="279"/>
            <ac:spMk id="31" creationId="{00000000-0000-0000-0000-000000000000}"/>
          </ac:spMkLst>
        </pc:spChg>
        <pc:spChg chg="add mod">
          <ac:chgData name="Geng, Baocheng" userId="b4253f3e-c40b-4a70-8207-93818653a34c" providerId="ADAL" clId="{FD39A011-717A-4DAB-B2F8-FB200CD1D1B5}" dt="2023-03-01T17:46:01.237" v="293" actId="13822"/>
          <ac:spMkLst>
            <pc:docMk/>
            <pc:sldMk cId="1368940548" sldId="279"/>
            <ac:spMk id="32" creationId="{63A387FC-5AB4-99D7-ACA6-CEA273EAEA03}"/>
          </ac:spMkLst>
        </pc:spChg>
        <pc:spChg chg="add del mod">
          <ac:chgData name="Geng, Baocheng" userId="b4253f3e-c40b-4a70-8207-93818653a34c" providerId="ADAL" clId="{FD39A011-717A-4DAB-B2F8-FB200CD1D1B5}" dt="2023-03-01T17:52:33.765" v="314" actId="478"/>
          <ac:spMkLst>
            <pc:docMk/>
            <pc:sldMk cId="1368940548" sldId="279"/>
            <ac:spMk id="35" creationId="{C02D7BDA-BACC-0685-D763-2317CF5D0542}"/>
          </ac:spMkLst>
        </pc:spChg>
        <pc:grpChg chg="del">
          <ac:chgData name="Geng, Baocheng" userId="b4253f3e-c40b-4a70-8207-93818653a34c" providerId="ADAL" clId="{FD39A011-717A-4DAB-B2F8-FB200CD1D1B5}" dt="2023-03-01T17:46:21.856" v="295" actId="478"/>
          <ac:grpSpMkLst>
            <pc:docMk/>
            <pc:sldMk cId="1368940548" sldId="279"/>
            <ac:grpSpMk id="26" creationId="{00000000-0000-0000-0000-000000000000}"/>
          </ac:grpSpMkLst>
        </pc:grpChg>
        <pc:picChg chg="add del mod">
          <ac:chgData name="Geng, Baocheng" userId="b4253f3e-c40b-4a70-8207-93818653a34c" providerId="ADAL" clId="{FD39A011-717A-4DAB-B2F8-FB200CD1D1B5}" dt="2023-03-01T17:52:33.765" v="314" actId="478"/>
          <ac:picMkLst>
            <pc:docMk/>
            <pc:sldMk cId="1368940548" sldId="279"/>
            <ac:picMk id="33" creationId="{2DE6FC43-57F6-D08E-C984-7433648CE231}"/>
          </ac:picMkLst>
        </pc:picChg>
        <pc:picChg chg="add del mod">
          <ac:chgData name="Geng, Baocheng" userId="b4253f3e-c40b-4a70-8207-93818653a34c" providerId="ADAL" clId="{FD39A011-717A-4DAB-B2F8-FB200CD1D1B5}" dt="2023-03-01T17:52:33.765" v="314" actId="478"/>
          <ac:picMkLst>
            <pc:docMk/>
            <pc:sldMk cId="1368940548" sldId="279"/>
            <ac:picMk id="34" creationId="{A3C3E63C-F461-0EB0-943C-CECBEE9E4C35}"/>
          </ac:picMkLst>
        </pc:picChg>
      </pc:sldChg>
      <pc:sldChg chg="delSp mod">
        <pc:chgData name="Geng, Baocheng" userId="b4253f3e-c40b-4a70-8207-93818653a34c" providerId="ADAL" clId="{FD39A011-717A-4DAB-B2F8-FB200CD1D1B5}" dt="2023-03-01T17:49:08.528" v="308" actId="478"/>
        <pc:sldMkLst>
          <pc:docMk/>
          <pc:sldMk cId="1719057744" sldId="280"/>
        </pc:sldMkLst>
        <pc:grpChg chg="del">
          <ac:chgData name="Geng, Baocheng" userId="b4253f3e-c40b-4a70-8207-93818653a34c" providerId="ADAL" clId="{FD39A011-717A-4DAB-B2F8-FB200CD1D1B5}" dt="2023-03-01T17:49:08.528" v="308" actId="478"/>
          <ac:grpSpMkLst>
            <pc:docMk/>
            <pc:sldMk cId="1719057744" sldId="280"/>
            <ac:grpSpMk id="4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FD39A011-717A-4DAB-B2F8-FB200CD1D1B5}" dt="2023-03-01T17:57:14.217" v="374" actId="47"/>
        <pc:sldMkLst>
          <pc:docMk/>
          <pc:sldMk cId="0" sldId="281"/>
        </pc:sldMkLst>
        <pc:grpChg chg="del">
          <ac:chgData name="Geng, Baocheng" userId="b4253f3e-c40b-4a70-8207-93818653a34c" providerId="ADAL" clId="{FD39A011-717A-4DAB-B2F8-FB200CD1D1B5}" dt="2023-03-01T17:53:22.268" v="319" actId="478"/>
          <ac:grpSpMkLst>
            <pc:docMk/>
            <pc:sldMk cId="0" sldId="281"/>
            <ac:grpSpMk id="12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53:43.326" v="322" actId="1076"/>
          <ac:picMkLst>
            <pc:docMk/>
            <pc:sldMk cId="0" sldId="281"/>
            <ac:picMk id="18" creationId="{540F61D4-56AC-F7BB-047F-5E1F6DB75AED}"/>
          </ac:picMkLst>
        </pc:picChg>
        <pc:picChg chg="add mod">
          <ac:chgData name="Geng, Baocheng" userId="b4253f3e-c40b-4a70-8207-93818653a34c" providerId="ADAL" clId="{FD39A011-717A-4DAB-B2F8-FB200CD1D1B5}" dt="2023-03-01T17:53:59.017" v="324" actId="1076"/>
          <ac:picMkLst>
            <pc:docMk/>
            <pc:sldMk cId="0" sldId="281"/>
            <ac:picMk id="19" creationId="{173534D1-DFFD-0160-92BE-35944FD9CF69}"/>
          </ac:picMkLst>
        </pc:picChg>
        <pc:picChg chg="add del mod">
          <ac:chgData name="Geng, Baocheng" userId="b4253f3e-c40b-4a70-8207-93818653a34c" providerId="ADAL" clId="{FD39A011-717A-4DAB-B2F8-FB200CD1D1B5}" dt="2023-03-01T17:54:07.860" v="327" actId="478"/>
          <ac:picMkLst>
            <pc:docMk/>
            <pc:sldMk cId="0" sldId="281"/>
            <ac:picMk id="20" creationId="{63CD01C8-C07F-A751-E840-9DBD1B930944}"/>
          </ac:picMkLst>
        </pc:picChg>
      </pc:sldChg>
      <pc:sldChg chg="addSp delSp modSp mod">
        <pc:chgData name="Geng, Baocheng" userId="b4253f3e-c40b-4a70-8207-93818653a34c" providerId="ADAL" clId="{FD39A011-717A-4DAB-B2F8-FB200CD1D1B5}" dt="2023-03-01T17:57:18.064" v="375" actId="478"/>
        <pc:sldMkLst>
          <pc:docMk/>
          <pc:sldMk cId="1518121502" sldId="282"/>
        </pc:sldMkLst>
        <pc:spChg chg="mod">
          <ac:chgData name="Geng, Baocheng" userId="b4253f3e-c40b-4a70-8207-93818653a34c" providerId="ADAL" clId="{FD39A011-717A-4DAB-B2F8-FB200CD1D1B5}" dt="2023-03-01T17:54:24.495" v="332" actId="1076"/>
          <ac:spMkLst>
            <pc:docMk/>
            <pc:sldMk cId="1518121502" sldId="282"/>
            <ac:spMk id="5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54:22.310" v="331" actId="1076"/>
          <ac:spMkLst>
            <pc:docMk/>
            <pc:sldMk cId="1518121502" sldId="282"/>
            <ac:spMk id="6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7:55:00.779" v="338"/>
          <ac:spMkLst>
            <pc:docMk/>
            <pc:sldMk cId="1518121502" sldId="282"/>
            <ac:spMk id="1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7:18.064" v="375" actId="478"/>
          <ac:spMkLst>
            <pc:docMk/>
            <pc:sldMk cId="1518121502" sldId="282"/>
            <ac:spMk id="1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6:12.374" v="365" actId="478"/>
          <ac:spMkLst>
            <pc:docMk/>
            <pc:sldMk cId="1518121502" sldId="282"/>
            <ac:spMk id="1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6:04.043" v="362" actId="478"/>
          <ac:spMkLst>
            <pc:docMk/>
            <pc:sldMk cId="1518121502" sldId="282"/>
            <ac:spMk id="1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7:18.064" v="375" actId="478"/>
          <ac:spMkLst>
            <pc:docMk/>
            <pc:sldMk cId="1518121502" sldId="282"/>
            <ac:spMk id="15" creationId="{00000000-0000-0000-0000-000000000000}"/>
          </ac:spMkLst>
        </pc:spChg>
        <pc:spChg chg="del mod">
          <ac:chgData name="Geng, Baocheng" userId="b4253f3e-c40b-4a70-8207-93818653a34c" providerId="ADAL" clId="{FD39A011-717A-4DAB-B2F8-FB200CD1D1B5}" dt="2023-03-01T17:57:18.064" v="375" actId="478"/>
          <ac:spMkLst>
            <pc:docMk/>
            <pc:sldMk cId="1518121502" sldId="282"/>
            <ac:spMk id="16" creationId="{00000000-0000-0000-0000-000000000000}"/>
          </ac:spMkLst>
        </pc:spChg>
        <pc:spChg chg="del mod">
          <ac:chgData name="Geng, Baocheng" userId="b4253f3e-c40b-4a70-8207-93818653a34c" providerId="ADAL" clId="{FD39A011-717A-4DAB-B2F8-FB200CD1D1B5}" dt="2023-03-01T17:57:18.064" v="375" actId="478"/>
          <ac:spMkLst>
            <pc:docMk/>
            <pc:sldMk cId="1518121502" sldId="282"/>
            <ac:spMk id="17" creationId="{00000000-0000-0000-0000-000000000000}"/>
          </ac:spMkLst>
        </pc:spChg>
        <pc:spChg chg="add mod">
          <ac:chgData name="Geng, Baocheng" userId="b4253f3e-c40b-4a70-8207-93818653a34c" providerId="ADAL" clId="{FD39A011-717A-4DAB-B2F8-FB200CD1D1B5}" dt="2023-03-01T17:55:52.546" v="361" actId="1076"/>
          <ac:spMkLst>
            <pc:docMk/>
            <pc:sldMk cId="1518121502" sldId="282"/>
            <ac:spMk id="26" creationId="{58537E93-1446-F8D3-BAB9-F150BE1D0A05}"/>
          </ac:spMkLst>
        </pc:spChg>
        <pc:spChg chg="add del mod">
          <ac:chgData name="Geng, Baocheng" userId="b4253f3e-c40b-4a70-8207-93818653a34c" providerId="ADAL" clId="{FD39A011-717A-4DAB-B2F8-FB200CD1D1B5}" dt="2023-03-01T17:57:18.064" v="375" actId="478"/>
          <ac:spMkLst>
            <pc:docMk/>
            <pc:sldMk cId="1518121502" sldId="282"/>
            <ac:spMk id="27" creationId="{DACEA1B3-C80F-D225-2380-D314EB808C5D}"/>
          </ac:spMkLst>
        </pc:spChg>
        <pc:grpChg chg="del">
          <ac:chgData name="Geng, Baocheng" userId="b4253f3e-c40b-4a70-8207-93818653a34c" providerId="ADAL" clId="{FD39A011-717A-4DAB-B2F8-FB200CD1D1B5}" dt="2023-03-01T17:53:24.009" v="320" actId="478"/>
          <ac:grpSpMkLst>
            <pc:docMk/>
            <pc:sldMk cId="1518121502" sldId="282"/>
            <ac:grpSpMk id="18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7:54:18.462" v="330" actId="1076"/>
          <ac:picMkLst>
            <pc:docMk/>
            <pc:sldMk cId="1518121502" sldId="282"/>
            <ac:picMk id="24" creationId="{96EC426E-7002-4BA1-3779-EB9648EB5C28}"/>
          </ac:picMkLst>
        </pc:picChg>
        <pc:picChg chg="add mod">
          <ac:chgData name="Geng, Baocheng" userId="b4253f3e-c40b-4a70-8207-93818653a34c" providerId="ADAL" clId="{FD39A011-717A-4DAB-B2F8-FB200CD1D1B5}" dt="2023-03-01T17:54:32.508" v="334" actId="1076"/>
          <ac:picMkLst>
            <pc:docMk/>
            <pc:sldMk cId="1518121502" sldId="282"/>
            <ac:picMk id="25" creationId="{122F932B-40D2-B0F1-3647-41F06F093DA1}"/>
          </ac:picMkLst>
        </pc:picChg>
      </pc:sldChg>
      <pc:sldChg chg="delSp mod">
        <pc:chgData name="Geng, Baocheng" userId="b4253f3e-c40b-4a70-8207-93818653a34c" providerId="ADAL" clId="{FD39A011-717A-4DAB-B2F8-FB200CD1D1B5}" dt="2023-03-01T17:57:23.200" v="376" actId="478"/>
        <pc:sldMkLst>
          <pc:docMk/>
          <pc:sldMk cId="0" sldId="283"/>
        </pc:sldMkLst>
        <pc:grpChg chg="del">
          <ac:chgData name="Geng, Baocheng" userId="b4253f3e-c40b-4a70-8207-93818653a34c" providerId="ADAL" clId="{FD39A011-717A-4DAB-B2F8-FB200CD1D1B5}" dt="2023-03-01T17:57:23.200" v="376" actId="478"/>
          <ac:grpSpMkLst>
            <pc:docMk/>
            <pc:sldMk cId="0" sldId="28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57:40.978" v="377" actId="478"/>
        <pc:sldMkLst>
          <pc:docMk/>
          <pc:sldMk cId="0" sldId="284"/>
        </pc:sldMkLst>
        <pc:grpChg chg="del">
          <ac:chgData name="Geng, Baocheng" userId="b4253f3e-c40b-4a70-8207-93818653a34c" providerId="ADAL" clId="{FD39A011-717A-4DAB-B2F8-FB200CD1D1B5}" dt="2023-03-01T17:57:40.978" v="377" actId="478"/>
          <ac:grpSpMkLst>
            <pc:docMk/>
            <pc:sldMk cId="0" sldId="28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8:00:01.217" v="406" actId="478"/>
        <pc:sldMkLst>
          <pc:docMk/>
          <pc:sldMk cId="0" sldId="285"/>
        </pc:sldMkLst>
        <pc:grpChg chg="del">
          <ac:chgData name="Geng, Baocheng" userId="b4253f3e-c40b-4a70-8207-93818653a34c" providerId="ADAL" clId="{FD39A011-717A-4DAB-B2F8-FB200CD1D1B5}" dt="2023-03-01T18:00:01.217" v="406" actId="478"/>
          <ac:grpSpMkLst>
            <pc:docMk/>
            <pc:sldMk cId="0" sldId="285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57:45.982" v="378" actId="478"/>
        <pc:sldMkLst>
          <pc:docMk/>
          <pc:sldMk cId="0" sldId="286"/>
        </pc:sldMkLst>
        <pc:grpChg chg="del">
          <ac:chgData name="Geng, Baocheng" userId="b4253f3e-c40b-4a70-8207-93818653a34c" providerId="ADAL" clId="{FD39A011-717A-4DAB-B2F8-FB200CD1D1B5}" dt="2023-03-01T17:57:45.982" v="378" actId="478"/>
          <ac:grpSpMkLst>
            <pc:docMk/>
            <pc:sldMk cId="0" sldId="286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57:49.032" v="379" actId="478"/>
        <pc:sldMkLst>
          <pc:docMk/>
          <pc:sldMk cId="0" sldId="287"/>
        </pc:sldMkLst>
        <pc:grpChg chg="del">
          <ac:chgData name="Geng, Baocheng" userId="b4253f3e-c40b-4a70-8207-93818653a34c" providerId="ADAL" clId="{FD39A011-717A-4DAB-B2F8-FB200CD1D1B5}" dt="2023-03-01T17:57:49.032" v="379" actId="478"/>
          <ac:grpSpMkLst>
            <pc:docMk/>
            <pc:sldMk cId="0" sldId="287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7:59:17.209" v="400" actId="1076"/>
        <pc:sldMkLst>
          <pc:docMk/>
          <pc:sldMk cId="0" sldId="288"/>
        </pc:sldMkLst>
        <pc:spChg chg="add mod">
          <ac:chgData name="Geng, Baocheng" userId="b4253f3e-c40b-4a70-8207-93818653a34c" providerId="ADAL" clId="{FD39A011-717A-4DAB-B2F8-FB200CD1D1B5}" dt="2023-03-01T17:59:17.209" v="400" actId="1076"/>
          <ac:spMkLst>
            <pc:docMk/>
            <pc:sldMk cId="0" sldId="288"/>
            <ac:spMk id="14" creationId="{D558A8B5-D303-4619-1129-175C361E5BF8}"/>
          </ac:spMkLst>
        </pc:spChg>
        <pc:grpChg chg="del">
          <ac:chgData name="Geng, Baocheng" userId="b4253f3e-c40b-4a70-8207-93818653a34c" providerId="ADAL" clId="{FD39A011-717A-4DAB-B2F8-FB200CD1D1B5}" dt="2023-03-01T17:57:59.106" v="380" actId="478"/>
          <ac:grpSpMkLst>
            <pc:docMk/>
            <pc:sldMk cId="0" sldId="288"/>
            <ac:grpSpMk id="8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7:59:42.171" v="405" actId="1076"/>
        <pc:sldMkLst>
          <pc:docMk/>
          <pc:sldMk cId="0" sldId="289"/>
        </pc:sldMkLst>
        <pc:spChg chg="add del mod">
          <ac:chgData name="Geng, Baocheng" userId="b4253f3e-c40b-4a70-8207-93818653a34c" providerId="ADAL" clId="{FD39A011-717A-4DAB-B2F8-FB200CD1D1B5}" dt="2023-03-01T17:58:27.368" v="390" actId="478"/>
          <ac:spMkLst>
            <pc:docMk/>
            <pc:sldMk cId="0" sldId="289"/>
            <ac:spMk id="14" creationId="{1F2F43F7-551B-92E8-21FA-53E47917B1E0}"/>
          </ac:spMkLst>
        </pc:spChg>
        <pc:spChg chg="add mod">
          <ac:chgData name="Geng, Baocheng" userId="b4253f3e-c40b-4a70-8207-93818653a34c" providerId="ADAL" clId="{FD39A011-717A-4DAB-B2F8-FB200CD1D1B5}" dt="2023-03-01T17:59:42.171" v="405" actId="1076"/>
          <ac:spMkLst>
            <pc:docMk/>
            <pc:sldMk cId="0" sldId="289"/>
            <ac:spMk id="15" creationId="{8E3BCEBC-DA14-6AC9-3F84-D35CD4DCE718}"/>
          </ac:spMkLst>
        </pc:spChg>
        <pc:grpChg chg="del">
          <ac:chgData name="Geng, Baocheng" userId="b4253f3e-c40b-4a70-8207-93818653a34c" providerId="ADAL" clId="{FD39A011-717A-4DAB-B2F8-FB200CD1D1B5}" dt="2023-03-01T17:17:23.375" v="90" actId="478"/>
          <ac:grpSpMkLst>
            <pc:docMk/>
            <pc:sldMk cId="0" sldId="289"/>
            <ac:grpSpMk id="7" creationId="{00000000-0000-0000-0000-000000000000}"/>
          </ac:grpSpMkLst>
        </pc:grpChg>
        <pc:graphicFrameChg chg="mod">
          <ac:chgData name="Geng, Baocheng" userId="b4253f3e-c40b-4a70-8207-93818653a34c" providerId="ADAL" clId="{FD39A011-717A-4DAB-B2F8-FB200CD1D1B5}" dt="2023-03-01T17:58:24.037" v="388" actId="1076"/>
          <ac:graphicFrameMkLst>
            <pc:docMk/>
            <pc:sldMk cId="0" sldId="289"/>
            <ac:graphicFrameMk id="6" creationId="{00000000-0000-0000-0000-000000000000}"/>
          </ac:graphicFrameMkLst>
        </pc:graphicFrameChg>
      </pc:sldChg>
      <pc:sldChg chg="delSp del mod">
        <pc:chgData name="Geng, Baocheng" userId="b4253f3e-c40b-4a70-8207-93818653a34c" providerId="ADAL" clId="{FD39A011-717A-4DAB-B2F8-FB200CD1D1B5}" dt="2023-03-01T18:01:15.070" v="407" actId="47"/>
        <pc:sldMkLst>
          <pc:docMk/>
          <pc:sldMk cId="0" sldId="290"/>
        </pc:sldMkLst>
        <pc:grpChg chg="del">
          <ac:chgData name="Geng, Baocheng" userId="b4253f3e-c40b-4a70-8207-93818653a34c" providerId="ADAL" clId="{FD39A011-717A-4DAB-B2F8-FB200CD1D1B5}" dt="2023-03-01T17:17:56.259" v="91" actId="478"/>
          <ac:grpSpMkLst>
            <pc:docMk/>
            <pc:sldMk cId="0" sldId="290"/>
            <ac:grpSpMk id="29" creationId="{00000000-0000-0000-0000-000000000000}"/>
          </ac:grpSpMkLst>
        </pc:grpChg>
      </pc:sldChg>
      <pc:sldChg chg="delSp modSp mod">
        <pc:chgData name="Geng, Baocheng" userId="b4253f3e-c40b-4a70-8207-93818653a34c" providerId="ADAL" clId="{FD39A011-717A-4DAB-B2F8-FB200CD1D1B5}" dt="2023-03-01T18:04:00.408" v="487" actId="1076"/>
        <pc:sldMkLst>
          <pc:docMk/>
          <pc:sldMk cId="0" sldId="291"/>
        </pc:sldMkLst>
        <pc:spChg chg="del">
          <ac:chgData name="Geng, Baocheng" userId="b4253f3e-c40b-4a70-8207-93818653a34c" providerId="ADAL" clId="{FD39A011-717A-4DAB-B2F8-FB200CD1D1B5}" dt="2023-03-01T18:01:32.401" v="410" actId="478"/>
          <ac:spMkLst>
            <pc:docMk/>
            <pc:sldMk cId="0" sldId="291"/>
            <ac:spMk id="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01:27.534" v="408" actId="478"/>
          <ac:spMkLst>
            <pc:docMk/>
            <pc:sldMk cId="0" sldId="291"/>
            <ac:spMk id="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01:29.966" v="409" actId="478"/>
          <ac:spMkLst>
            <pc:docMk/>
            <pc:sldMk cId="0" sldId="291"/>
            <ac:spMk id="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01:34.621" v="411" actId="478"/>
          <ac:spMkLst>
            <pc:docMk/>
            <pc:sldMk cId="0" sldId="291"/>
            <ac:spMk id="1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01:36.690" v="412" actId="478"/>
          <ac:spMkLst>
            <pc:docMk/>
            <pc:sldMk cId="0" sldId="291"/>
            <ac:spMk id="12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17:59.194" v="92" actId="478"/>
          <ac:grpSpMkLst>
            <pc:docMk/>
            <pc:sldMk cId="0" sldId="291"/>
            <ac:grpSpMk id="17" creationId="{00000000-0000-0000-0000-000000000000}"/>
          </ac:grpSpMkLst>
        </pc:grpChg>
        <pc:picChg chg="mod replST">
          <ac:chgData name="Geng, Baocheng" userId="b4253f3e-c40b-4a70-8207-93818653a34c" providerId="ADAL" clId="{FD39A011-717A-4DAB-B2F8-FB200CD1D1B5}" dt="2023-03-01T18:03:28.975" v="437" actId="1076"/>
          <ac:picMkLst>
            <pc:docMk/>
            <pc:sldMk cId="0" sldId="291"/>
            <ac:picMk id="24" creationId="{79A78173-4CF5-D144-AF1C-5D4EAD5425FD}"/>
          </ac:picMkLst>
        </pc:picChg>
        <pc:picChg chg="del mod replST">
          <ac:chgData name="Geng, Baocheng" userId="b4253f3e-c40b-4a70-8207-93818653a34c" providerId="ADAL" clId="{FD39A011-717A-4DAB-B2F8-FB200CD1D1B5}" dt="2023-03-01T18:03:57.375" v="484" actId="478"/>
          <ac:picMkLst>
            <pc:docMk/>
            <pc:sldMk cId="0" sldId="291"/>
            <ac:picMk id="26" creationId="{DDFBE2F2-3355-C1C7-B89B-E86EF38B1A1C}"/>
          </ac:picMkLst>
        </pc:picChg>
        <pc:picChg chg="mod ord replST">
          <ac:chgData name="Geng, Baocheng" userId="b4253f3e-c40b-4a70-8207-93818653a34c" providerId="ADAL" clId="{FD39A011-717A-4DAB-B2F8-FB200CD1D1B5}" dt="2023-03-01T18:04:00.408" v="487" actId="1076"/>
          <ac:picMkLst>
            <pc:docMk/>
            <pc:sldMk cId="0" sldId="291"/>
            <ac:picMk id="28" creationId="{CC94A974-C7A1-FA34-FE6F-3D205C20E9E5}"/>
          </ac:picMkLst>
        </pc:picChg>
      </pc:sldChg>
      <pc:sldChg chg="del">
        <pc:chgData name="Geng, Baocheng" userId="b4253f3e-c40b-4a70-8207-93818653a34c" providerId="ADAL" clId="{FD39A011-717A-4DAB-B2F8-FB200CD1D1B5}" dt="2023-03-01T18:11:45.438" v="501" actId="47"/>
        <pc:sldMkLst>
          <pc:docMk/>
          <pc:sldMk cId="0" sldId="292"/>
        </pc:sldMkLst>
      </pc:sldChg>
      <pc:sldChg chg="add del">
        <pc:chgData name="Geng, Baocheng" userId="b4253f3e-c40b-4a70-8207-93818653a34c" providerId="ADAL" clId="{FD39A011-717A-4DAB-B2F8-FB200CD1D1B5}" dt="2023-03-01T18:11:46.409" v="502" actId="47"/>
        <pc:sldMkLst>
          <pc:docMk/>
          <pc:sldMk cId="0" sldId="293"/>
        </pc:sldMkLst>
      </pc:sldChg>
      <pc:sldChg chg="add del">
        <pc:chgData name="Geng, Baocheng" userId="b4253f3e-c40b-4a70-8207-93818653a34c" providerId="ADAL" clId="{FD39A011-717A-4DAB-B2F8-FB200CD1D1B5}" dt="2023-03-01T18:11:47.396" v="503" actId="47"/>
        <pc:sldMkLst>
          <pc:docMk/>
          <pc:sldMk cId="0" sldId="294"/>
        </pc:sldMkLst>
      </pc:sldChg>
      <pc:sldChg chg="delSp add del mod">
        <pc:chgData name="Geng, Baocheng" userId="b4253f3e-c40b-4a70-8207-93818653a34c" providerId="ADAL" clId="{FD39A011-717A-4DAB-B2F8-FB200CD1D1B5}" dt="2023-03-01T18:11:48.555" v="504" actId="47"/>
        <pc:sldMkLst>
          <pc:docMk/>
          <pc:sldMk cId="0" sldId="295"/>
        </pc:sldMkLst>
        <pc:grpChg chg="del">
          <ac:chgData name="Geng, Baocheng" userId="b4253f3e-c40b-4a70-8207-93818653a34c" providerId="ADAL" clId="{FD39A011-717A-4DAB-B2F8-FB200CD1D1B5}" dt="2023-03-01T18:08:27.345" v="488" actId="478"/>
          <ac:grpSpMkLst>
            <pc:docMk/>
            <pc:sldMk cId="0" sldId="295"/>
            <ac:grpSpMk id="16" creationId="{00000000-0000-0000-0000-000000000000}"/>
          </ac:grpSpMkLst>
        </pc:grpChg>
      </pc:sldChg>
      <pc:sldChg chg="del">
        <pc:chgData name="Geng, Baocheng" userId="b4253f3e-c40b-4a70-8207-93818653a34c" providerId="ADAL" clId="{FD39A011-717A-4DAB-B2F8-FB200CD1D1B5}" dt="2023-03-01T18:11:50.321" v="505" actId="47"/>
        <pc:sldMkLst>
          <pc:docMk/>
          <pc:sldMk cId="0" sldId="296"/>
        </pc:sldMkLst>
      </pc:sldChg>
      <pc:sldChg chg="delSp add del mod">
        <pc:chgData name="Geng, Baocheng" userId="b4253f3e-c40b-4a70-8207-93818653a34c" providerId="ADAL" clId="{FD39A011-717A-4DAB-B2F8-FB200CD1D1B5}" dt="2023-03-01T18:11:52.481" v="506" actId="47"/>
        <pc:sldMkLst>
          <pc:docMk/>
          <pc:sldMk cId="0" sldId="297"/>
        </pc:sldMkLst>
        <pc:grpChg chg="del">
          <ac:chgData name="Geng, Baocheng" userId="b4253f3e-c40b-4a70-8207-93818653a34c" providerId="ADAL" clId="{FD39A011-717A-4DAB-B2F8-FB200CD1D1B5}" dt="2023-03-01T17:19:13.175" v="93" actId="478"/>
          <ac:grpSpMkLst>
            <pc:docMk/>
            <pc:sldMk cId="0" sldId="297"/>
            <ac:grpSpMk id="16" creationId="{00000000-0000-0000-0000-000000000000}"/>
          </ac:grpSpMkLst>
        </pc:grpChg>
      </pc:sldChg>
      <pc:sldChg chg="delSp add del mod">
        <pc:chgData name="Geng, Baocheng" userId="b4253f3e-c40b-4a70-8207-93818653a34c" providerId="ADAL" clId="{FD39A011-717A-4DAB-B2F8-FB200CD1D1B5}" dt="2023-03-01T18:11:56.576" v="507" actId="47"/>
        <pc:sldMkLst>
          <pc:docMk/>
          <pc:sldMk cId="0" sldId="298"/>
        </pc:sldMkLst>
        <pc:grpChg chg="del">
          <ac:chgData name="Geng, Baocheng" userId="b4253f3e-c40b-4a70-8207-93818653a34c" providerId="ADAL" clId="{FD39A011-717A-4DAB-B2F8-FB200CD1D1B5}" dt="2023-03-01T17:19:16.739" v="94" actId="478"/>
          <ac:grpSpMkLst>
            <pc:docMk/>
            <pc:sldMk cId="0" sldId="298"/>
            <ac:grpSpMk id="6" creationId="{00000000-0000-0000-0000-000000000000}"/>
          </ac:grpSpMkLst>
        </pc:grpChg>
      </pc:sldChg>
      <pc:sldChg chg="delSp modSp mod">
        <pc:chgData name="Geng, Baocheng" userId="b4253f3e-c40b-4a70-8207-93818653a34c" providerId="ADAL" clId="{FD39A011-717A-4DAB-B2F8-FB200CD1D1B5}" dt="2023-03-01T18:10:34.762" v="490" actId="20577"/>
        <pc:sldMkLst>
          <pc:docMk/>
          <pc:sldMk cId="0" sldId="299"/>
        </pc:sldMkLst>
        <pc:spChg chg="mod">
          <ac:chgData name="Geng, Baocheng" userId="b4253f3e-c40b-4a70-8207-93818653a34c" providerId="ADAL" clId="{FD39A011-717A-4DAB-B2F8-FB200CD1D1B5}" dt="2023-03-01T18:10:34.762" v="490" actId="20577"/>
          <ac:spMkLst>
            <pc:docMk/>
            <pc:sldMk cId="0" sldId="299"/>
            <ac:spMk id="5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7:19:21.190" v="95" actId="478"/>
          <ac:grpSpMkLst>
            <pc:docMk/>
            <pc:sldMk cId="0" sldId="299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9:24.616" v="96" actId="478"/>
        <pc:sldMkLst>
          <pc:docMk/>
          <pc:sldMk cId="0" sldId="300"/>
        </pc:sldMkLst>
        <pc:grpChg chg="del">
          <ac:chgData name="Geng, Baocheng" userId="b4253f3e-c40b-4a70-8207-93818653a34c" providerId="ADAL" clId="{FD39A011-717A-4DAB-B2F8-FB200CD1D1B5}" dt="2023-03-01T17:19:24.616" v="96" actId="478"/>
          <ac:grpSpMkLst>
            <pc:docMk/>
            <pc:sldMk cId="0" sldId="30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7:19:28.127" v="97" actId="478"/>
        <pc:sldMkLst>
          <pc:docMk/>
          <pc:sldMk cId="0" sldId="301"/>
        </pc:sldMkLst>
        <pc:grpChg chg="del">
          <ac:chgData name="Geng, Baocheng" userId="b4253f3e-c40b-4a70-8207-93818653a34c" providerId="ADAL" clId="{FD39A011-717A-4DAB-B2F8-FB200CD1D1B5}" dt="2023-03-01T17:19:28.127" v="97" actId="478"/>
          <ac:grpSpMkLst>
            <pc:docMk/>
            <pc:sldMk cId="0" sldId="301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FD39A011-717A-4DAB-B2F8-FB200CD1D1B5}" dt="2023-03-01T18:16:05.216" v="518" actId="1076"/>
        <pc:sldMkLst>
          <pc:docMk/>
          <pc:sldMk cId="0" sldId="302"/>
        </pc:sldMkLst>
        <pc:spChg chg="mod">
          <ac:chgData name="Geng, Baocheng" userId="b4253f3e-c40b-4a70-8207-93818653a34c" providerId="ADAL" clId="{FD39A011-717A-4DAB-B2F8-FB200CD1D1B5}" dt="2023-03-01T18:12:15.368" v="509" actId="1076"/>
          <ac:spMkLst>
            <pc:docMk/>
            <pc:sldMk cId="0" sldId="302"/>
            <ac:spMk id="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6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9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1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33.249" v="511" actId="478"/>
          <ac:spMkLst>
            <pc:docMk/>
            <pc:sldMk cId="0" sldId="302"/>
            <ac:spMk id="19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35.239" v="512" actId="478"/>
          <ac:spMkLst>
            <pc:docMk/>
            <pc:sldMk cId="0" sldId="302"/>
            <ac:spMk id="23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4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6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37.091" v="513" actId="478"/>
          <ac:spMkLst>
            <pc:docMk/>
            <pc:sldMk cId="0" sldId="302"/>
            <ac:spMk id="28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29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30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3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38.903" v="514" actId="478"/>
          <ac:spMkLst>
            <pc:docMk/>
            <pc:sldMk cId="0" sldId="302"/>
            <ac:spMk id="3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8:12:28.391" v="510" actId="478"/>
          <ac:spMkLst>
            <pc:docMk/>
            <pc:sldMk cId="0" sldId="302"/>
            <ac:spMk id="33" creationId="{00000000-0000-0000-0000-000000000000}"/>
          </ac:spMkLst>
        </pc:spChg>
        <pc:spChg chg="mod">
          <ac:chgData name="Geng, Baocheng" userId="b4253f3e-c40b-4a70-8207-93818653a34c" providerId="ADAL" clId="{FD39A011-717A-4DAB-B2F8-FB200CD1D1B5}" dt="2023-03-01T18:15:02.095" v="516" actId="1076"/>
          <ac:spMkLst>
            <pc:docMk/>
            <pc:sldMk cId="0" sldId="302"/>
            <ac:spMk id="34" creationId="{00000000-0000-0000-0000-000000000000}"/>
          </ac:spMkLst>
        </pc:spChg>
        <pc:grpChg chg="del">
          <ac:chgData name="Geng, Baocheng" userId="b4253f3e-c40b-4a70-8207-93818653a34c" providerId="ADAL" clId="{FD39A011-717A-4DAB-B2F8-FB200CD1D1B5}" dt="2023-03-01T18:12:28.391" v="510" actId="478"/>
          <ac:grpSpMkLst>
            <pc:docMk/>
            <pc:sldMk cId="0" sldId="302"/>
            <ac:grpSpMk id="15" creationId="{00000000-0000-0000-0000-000000000000}"/>
          </ac:grpSpMkLst>
        </pc:grpChg>
        <pc:grpChg chg="del">
          <ac:chgData name="Geng, Baocheng" userId="b4253f3e-c40b-4a70-8207-93818653a34c" providerId="ADAL" clId="{FD39A011-717A-4DAB-B2F8-FB200CD1D1B5}" dt="2023-03-01T18:12:06.652" v="508" actId="478"/>
          <ac:grpSpMkLst>
            <pc:docMk/>
            <pc:sldMk cId="0" sldId="302"/>
            <ac:grpSpMk id="35" creationId="{00000000-0000-0000-0000-000000000000}"/>
          </ac:grpSpMkLst>
        </pc:grpChg>
        <pc:picChg chg="add mod">
          <ac:chgData name="Geng, Baocheng" userId="b4253f3e-c40b-4a70-8207-93818653a34c" providerId="ADAL" clId="{FD39A011-717A-4DAB-B2F8-FB200CD1D1B5}" dt="2023-03-01T18:16:05.216" v="518" actId="1076"/>
          <ac:picMkLst>
            <pc:docMk/>
            <pc:sldMk cId="0" sldId="302"/>
            <ac:picMk id="41" creationId="{38651B77-D536-FBDB-F2F9-ED238508EE12}"/>
          </ac:picMkLst>
        </pc:picChg>
      </pc:sldChg>
      <pc:sldChg chg="delSp mod">
        <pc:chgData name="Geng, Baocheng" userId="b4253f3e-c40b-4a70-8207-93818653a34c" providerId="ADAL" clId="{FD39A011-717A-4DAB-B2F8-FB200CD1D1B5}" dt="2023-03-01T18:16:10.146" v="519" actId="478"/>
        <pc:sldMkLst>
          <pc:docMk/>
          <pc:sldMk cId="0" sldId="303"/>
        </pc:sldMkLst>
        <pc:grpChg chg="del">
          <ac:chgData name="Geng, Baocheng" userId="b4253f3e-c40b-4a70-8207-93818653a34c" providerId="ADAL" clId="{FD39A011-717A-4DAB-B2F8-FB200CD1D1B5}" dt="2023-03-01T18:16:10.146" v="519" actId="478"/>
          <ac:grpSpMkLst>
            <pc:docMk/>
            <pc:sldMk cId="0" sldId="303"/>
            <ac:grpSpMk id="21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8:16:12.360" v="520" actId="478"/>
        <pc:sldMkLst>
          <pc:docMk/>
          <pc:sldMk cId="0" sldId="304"/>
        </pc:sldMkLst>
        <pc:grpChg chg="del">
          <ac:chgData name="Geng, Baocheng" userId="b4253f3e-c40b-4a70-8207-93818653a34c" providerId="ADAL" clId="{FD39A011-717A-4DAB-B2F8-FB200CD1D1B5}" dt="2023-03-01T18:16:12.360" v="520" actId="478"/>
          <ac:grpSpMkLst>
            <pc:docMk/>
            <pc:sldMk cId="0" sldId="30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FD39A011-717A-4DAB-B2F8-FB200CD1D1B5}" dt="2023-03-01T18:16:14.906" v="521" actId="478"/>
        <pc:sldMkLst>
          <pc:docMk/>
          <pc:sldMk cId="0" sldId="305"/>
        </pc:sldMkLst>
        <pc:grpChg chg="del">
          <ac:chgData name="Geng, Baocheng" userId="b4253f3e-c40b-4a70-8207-93818653a34c" providerId="ADAL" clId="{FD39A011-717A-4DAB-B2F8-FB200CD1D1B5}" dt="2023-03-01T18:16:14.906" v="521" actId="478"/>
          <ac:grpSpMkLst>
            <pc:docMk/>
            <pc:sldMk cId="0" sldId="305"/>
            <ac:grpSpMk id="4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FD39A011-717A-4DAB-B2F8-FB200CD1D1B5}" dt="2023-03-01T17:40:45.588" v="244" actId="1076"/>
        <pc:sldMkLst>
          <pc:docMk/>
          <pc:sldMk cId="4197650538" sldId="306"/>
        </pc:sldMkLst>
        <pc:spChg chg="mod">
          <ac:chgData name="Geng, Baocheng" userId="b4253f3e-c40b-4a70-8207-93818653a34c" providerId="ADAL" clId="{FD39A011-717A-4DAB-B2F8-FB200CD1D1B5}" dt="2023-03-01T17:40:44.033" v="243" actId="1076"/>
          <ac:spMkLst>
            <pc:docMk/>
            <pc:sldMk cId="4197650538" sldId="306"/>
            <ac:spMk id="3" creationId="{00000000-0000-0000-0000-000000000000}"/>
          </ac:spMkLst>
        </pc:spChg>
        <pc:picChg chg="add mod">
          <ac:chgData name="Geng, Baocheng" userId="b4253f3e-c40b-4a70-8207-93818653a34c" providerId="ADAL" clId="{FD39A011-717A-4DAB-B2F8-FB200CD1D1B5}" dt="2023-03-01T17:40:45.588" v="244" actId="1076"/>
          <ac:picMkLst>
            <pc:docMk/>
            <pc:sldMk cId="4197650538" sldId="306"/>
            <ac:picMk id="5" creationId="{9FD64338-DD95-E5F3-F921-376DC3A892E5}"/>
          </ac:picMkLst>
        </pc:picChg>
        <pc:picChg chg="del mod">
          <ac:chgData name="Geng, Baocheng" userId="b4253f3e-c40b-4a70-8207-93818653a34c" providerId="ADAL" clId="{FD39A011-717A-4DAB-B2F8-FB200CD1D1B5}" dt="2023-03-01T17:39:31.493" v="237" actId="478"/>
          <ac:picMkLst>
            <pc:docMk/>
            <pc:sldMk cId="4197650538" sldId="306"/>
            <ac:picMk id="11" creationId="{5D81332E-ED70-FCCF-C04B-C848A8AF1E2F}"/>
          </ac:picMkLst>
        </pc:picChg>
      </pc:sldChg>
      <pc:sldChg chg="add">
        <pc:chgData name="Geng, Baocheng" userId="b4253f3e-c40b-4a70-8207-93818653a34c" providerId="ADAL" clId="{FD39A011-717A-4DAB-B2F8-FB200CD1D1B5}" dt="2023-03-01T17:52:21.814" v="312" actId="2890"/>
        <pc:sldMkLst>
          <pc:docMk/>
          <pc:sldMk cId="2751241948" sldId="307"/>
        </pc:sldMkLst>
      </pc:sldChg>
      <pc:sldChg chg="delSp add mod ord">
        <pc:chgData name="Geng, Baocheng" userId="b4253f3e-c40b-4a70-8207-93818653a34c" providerId="ADAL" clId="{FD39A011-717A-4DAB-B2F8-FB200CD1D1B5}" dt="2023-03-01T17:53:04.618" v="318"/>
        <pc:sldMkLst>
          <pc:docMk/>
          <pc:sldMk cId="2310150374" sldId="308"/>
        </pc:sldMkLst>
        <pc:spChg chg="del">
          <ac:chgData name="Geng, Baocheng" userId="b4253f3e-c40b-4a70-8207-93818653a34c" providerId="ADAL" clId="{FD39A011-717A-4DAB-B2F8-FB200CD1D1B5}" dt="2023-03-01T17:52:56.952" v="316" actId="478"/>
          <ac:spMkLst>
            <pc:docMk/>
            <pc:sldMk cId="2310150374" sldId="308"/>
            <ac:spMk id="1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16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17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21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2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25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1T17:52:54.082" v="315" actId="478"/>
          <ac:spMkLst>
            <pc:docMk/>
            <pc:sldMk cId="2310150374" sldId="308"/>
            <ac:spMk id="35" creationId="{C02D7BDA-BACC-0685-D763-2317CF5D0542}"/>
          </ac:spMkLst>
        </pc:spChg>
      </pc:sldChg>
      <pc:sldChg chg="add">
        <pc:chgData name="Geng, Baocheng" userId="b4253f3e-c40b-4a70-8207-93818653a34c" providerId="ADAL" clId="{FD39A011-717A-4DAB-B2F8-FB200CD1D1B5}" dt="2023-03-01T17:57:12.460" v="373" actId="2890"/>
        <pc:sldMkLst>
          <pc:docMk/>
          <pc:sldMk cId="3421674535" sldId="309"/>
        </pc:sldMkLst>
      </pc:sldChg>
      <pc:sldChg chg="addSp delSp modSp add mod">
        <pc:chgData name="Geng, Baocheng" userId="b4253f3e-c40b-4a70-8207-93818653a34c" providerId="ADAL" clId="{FD39A011-717A-4DAB-B2F8-FB200CD1D1B5}" dt="2023-03-02T15:23:12.497" v="536" actId="313"/>
        <pc:sldMkLst>
          <pc:docMk/>
          <pc:sldMk cId="704409610" sldId="310"/>
        </pc:sldMkLst>
        <pc:spChg chg="mod">
          <ac:chgData name="Geng, Baocheng" userId="b4253f3e-c40b-4a70-8207-93818653a34c" providerId="ADAL" clId="{FD39A011-717A-4DAB-B2F8-FB200CD1D1B5}" dt="2023-03-02T15:23:12.497" v="536" actId="313"/>
          <ac:spMkLst>
            <pc:docMk/>
            <pc:sldMk cId="704409610" sldId="310"/>
            <ac:spMk id="2" creationId="{00000000-0000-0000-0000-000000000000}"/>
          </ac:spMkLst>
        </pc:spChg>
        <pc:spChg chg="del">
          <ac:chgData name="Geng, Baocheng" userId="b4253f3e-c40b-4a70-8207-93818653a34c" providerId="ADAL" clId="{FD39A011-717A-4DAB-B2F8-FB200CD1D1B5}" dt="2023-03-02T15:22:23.383" v="528" actId="478"/>
          <ac:spMkLst>
            <pc:docMk/>
            <pc:sldMk cId="704409610" sldId="310"/>
            <ac:spMk id="3" creationId="{00000000-0000-0000-0000-000000000000}"/>
          </ac:spMkLst>
        </pc:spChg>
        <pc:picChg chg="add mod">
          <ac:chgData name="Geng, Baocheng" userId="b4253f3e-c40b-4a70-8207-93818653a34c" providerId="ADAL" clId="{FD39A011-717A-4DAB-B2F8-FB200CD1D1B5}" dt="2023-03-02T15:22:56.919" v="535" actId="1076"/>
          <ac:picMkLst>
            <pc:docMk/>
            <pc:sldMk cId="704409610" sldId="310"/>
            <ac:picMk id="5" creationId="{C2CBF8F3-BBF9-5FD9-9D3A-00CA904AC9CC}"/>
          </ac:picMkLst>
        </pc:picChg>
      </pc:sldChg>
    </pc:docChg>
  </pc:docChgLst>
  <pc:docChgLst>
    <pc:chgData name="Geng, Baocheng" userId="b4253f3e-c40b-4a70-8207-93818653a34c" providerId="ADAL" clId="{C2A96DA6-E9DA-41D3-8901-1652A5D94FAA}"/>
    <pc:docChg chg="undo custSel addSld delSld modSld">
      <pc:chgData name="Geng, Baocheng" userId="b4253f3e-c40b-4a70-8207-93818653a34c" providerId="ADAL" clId="{C2A96DA6-E9DA-41D3-8901-1652A5D94FAA}" dt="2024-03-05T17:52:44.490" v="10" actId="20577"/>
      <pc:docMkLst>
        <pc:docMk/>
      </pc:docMkLst>
      <pc:sldChg chg="modSp mod">
        <pc:chgData name="Geng, Baocheng" userId="b4253f3e-c40b-4a70-8207-93818653a34c" providerId="ADAL" clId="{C2A96DA6-E9DA-41D3-8901-1652A5D94FAA}" dt="2024-03-05T17:52:44.490" v="10" actId="20577"/>
        <pc:sldMkLst>
          <pc:docMk/>
          <pc:sldMk cId="0" sldId="256"/>
        </pc:sldMkLst>
        <pc:spChg chg="mod">
          <ac:chgData name="Geng, Baocheng" userId="b4253f3e-c40b-4a70-8207-93818653a34c" providerId="ADAL" clId="{C2A96DA6-E9DA-41D3-8901-1652A5D94FAA}" dt="2024-03-05T17:52:44.490" v="1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 modShow">
        <pc:chgData name="Geng, Baocheng" userId="b4253f3e-c40b-4a70-8207-93818653a34c" providerId="ADAL" clId="{C2A96DA6-E9DA-41D3-8901-1652A5D94FAA}" dt="2024-03-05T17:48:18.447" v="4" actId="729"/>
        <pc:sldMkLst>
          <pc:docMk/>
          <pc:sldMk cId="0" sldId="267"/>
        </pc:sldMkLst>
      </pc:sldChg>
      <pc:sldChg chg="del">
        <pc:chgData name="Geng, Baocheng" userId="b4253f3e-c40b-4a70-8207-93818653a34c" providerId="ADAL" clId="{C2A96DA6-E9DA-41D3-8901-1652A5D94FAA}" dt="2024-03-05T17:50:31.239" v="5" actId="2696"/>
        <pc:sldMkLst>
          <pc:docMk/>
          <pc:sldMk cId="1368940548" sldId="279"/>
        </pc:sldMkLst>
      </pc:sldChg>
      <pc:sldChg chg="add">
        <pc:chgData name="Geng, Baocheng" userId="b4253f3e-c40b-4a70-8207-93818653a34c" providerId="ADAL" clId="{C2A96DA6-E9DA-41D3-8901-1652A5D94FAA}" dt="2024-03-05T17:50:44.013" v="6"/>
        <pc:sldMkLst>
          <pc:docMk/>
          <pc:sldMk cId="1719057744" sldId="280"/>
        </pc:sldMkLst>
      </pc:sldChg>
      <pc:sldChg chg="del">
        <pc:chgData name="Geng, Baocheng" userId="b4253f3e-c40b-4a70-8207-93818653a34c" providerId="ADAL" clId="{C2A96DA6-E9DA-41D3-8901-1652A5D94FAA}" dt="2024-03-05T17:50:31.239" v="5" actId="2696"/>
        <pc:sldMkLst>
          <pc:docMk/>
          <pc:sldMk cId="1518121502" sldId="282"/>
        </pc:sldMkLst>
      </pc:sldChg>
      <pc:sldChg chg="modSp mod">
        <pc:chgData name="Geng, Baocheng" userId="b4253f3e-c40b-4a70-8207-93818653a34c" providerId="ADAL" clId="{C2A96DA6-E9DA-41D3-8901-1652A5D94FAA}" dt="2024-03-05T17:46:43.112" v="0" actId="20577"/>
        <pc:sldMkLst>
          <pc:docMk/>
          <pc:sldMk cId="0" sldId="304"/>
        </pc:sldMkLst>
        <pc:spChg chg="mod">
          <ac:chgData name="Geng, Baocheng" userId="b4253f3e-c40b-4a70-8207-93818653a34c" providerId="ADAL" clId="{C2A96DA6-E9DA-41D3-8901-1652A5D94FAA}" dt="2024-03-05T17:46:43.112" v="0" actId="20577"/>
          <ac:spMkLst>
            <pc:docMk/>
            <pc:sldMk cId="0" sldId="304"/>
            <ac:spMk id="3" creationId="{00000000-0000-0000-0000-000000000000}"/>
          </ac:spMkLst>
        </pc:spChg>
      </pc:sldChg>
      <pc:sldChg chg="add del mod modShow">
        <pc:chgData name="Geng, Baocheng" userId="b4253f3e-c40b-4a70-8207-93818653a34c" providerId="ADAL" clId="{C2A96DA6-E9DA-41D3-8901-1652A5D94FAA}" dt="2024-03-05T17:48:14.954" v="3" actId="729"/>
        <pc:sldMkLst>
          <pc:docMk/>
          <pc:sldMk cId="4197650538" sldId="306"/>
        </pc:sldMkLst>
      </pc:sldChg>
      <pc:sldChg chg="add">
        <pc:chgData name="Geng, Baocheng" userId="b4253f3e-c40b-4a70-8207-93818653a34c" providerId="ADAL" clId="{C2A96DA6-E9DA-41D3-8901-1652A5D94FAA}" dt="2024-03-05T17:50:44.013" v="6"/>
        <pc:sldMkLst>
          <pc:docMk/>
          <pc:sldMk cId="2179205897" sldId="307"/>
        </pc:sldMkLst>
      </pc:sldChg>
      <pc:sldChg chg="del">
        <pc:chgData name="Geng, Baocheng" userId="b4253f3e-c40b-4a70-8207-93818653a34c" providerId="ADAL" clId="{C2A96DA6-E9DA-41D3-8901-1652A5D94FAA}" dt="2024-03-05T17:50:31.239" v="5" actId="2696"/>
        <pc:sldMkLst>
          <pc:docMk/>
          <pc:sldMk cId="2751241948" sldId="307"/>
        </pc:sldMkLst>
      </pc:sldChg>
      <pc:sldChg chg="del">
        <pc:chgData name="Geng, Baocheng" userId="b4253f3e-c40b-4a70-8207-93818653a34c" providerId="ADAL" clId="{C2A96DA6-E9DA-41D3-8901-1652A5D94FAA}" dt="2024-03-05T17:50:31.239" v="5" actId="2696"/>
        <pc:sldMkLst>
          <pc:docMk/>
          <pc:sldMk cId="2310150374" sldId="308"/>
        </pc:sldMkLst>
      </pc:sldChg>
      <pc:sldChg chg="add">
        <pc:chgData name="Geng, Baocheng" userId="b4253f3e-c40b-4a70-8207-93818653a34c" providerId="ADAL" clId="{C2A96DA6-E9DA-41D3-8901-1652A5D94FAA}" dt="2024-03-05T17:50:44.013" v="6"/>
        <pc:sldMkLst>
          <pc:docMk/>
          <pc:sldMk cId="4291233748" sldId="308"/>
        </pc:sldMkLst>
      </pc:sldChg>
      <pc:sldChg chg="add">
        <pc:chgData name="Geng, Baocheng" userId="b4253f3e-c40b-4a70-8207-93818653a34c" providerId="ADAL" clId="{C2A96DA6-E9DA-41D3-8901-1652A5D94FAA}" dt="2024-03-05T17:50:44.013" v="6"/>
        <pc:sldMkLst>
          <pc:docMk/>
          <pc:sldMk cId="1957392096" sldId="309"/>
        </pc:sldMkLst>
      </pc:sldChg>
      <pc:sldChg chg="del">
        <pc:chgData name="Geng, Baocheng" userId="b4253f3e-c40b-4a70-8207-93818653a34c" providerId="ADAL" clId="{C2A96DA6-E9DA-41D3-8901-1652A5D94FAA}" dt="2024-03-05T17:50:31.239" v="5" actId="2696"/>
        <pc:sldMkLst>
          <pc:docMk/>
          <pc:sldMk cId="3421674535" sldId="3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5055" y="62407"/>
            <a:ext cx="335998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4162" y="62407"/>
            <a:ext cx="424177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744" y="812850"/>
            <a:ext cx="3488054" cy="1216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32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30.xml"/><Relationship Id="rId5" Type="http://schemas.openxmlformats.org/officeDocument/2006/relationships/slide" Target="slide3.xml"/><Relationship Id="rId10" Type="http://schemas.openxmlformats.org/officeDocument/2006/relationships/slide" Target="slide12.xml"/><Relationship Id="rId4" Type="http://schemas.openxmlformats.org/officeDocument/2006/relationships/image" Target="../media/image3.png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" Target="slide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" Target="slide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5.png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5.png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5.png"/><Relationship Id="rId4" Type="http://schemas.openxmlformats.org/officeDocument/2006/relationships/slide" Target="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5.png"/><Relationship Id="rId4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slide" Target="slide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743" y="81925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85" y="1715668"/>
            <a:ext cx="1758265" cy="4655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Times New Roman"/>
                <a:cs typeface="Times New Roman"/>
              </a:rPr>
              <a:t>B</a:t>
            </a:r>
            <a:r>
              <a:rPr lang="en-US" altLang="zh-CN" sz="1100" dirty="0">
                <a:latin typeface="Times New Roman"/>
                <a:cs typeface="Times New Roman"/>
              </a:rPr>
              <a:t>aocheng Geng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6034">
              <a:lnSpc>
                <a:spcPct val="100000"/>
              </a:lnSpc>
            </a:pPr>
            <a:r>
              <a:rPr lang="en-US" sz="800" b="0" dirty="0">
                <a:latin typeface="Bookman Old Style"/>
                <a:cs typeface="Bookman Old Style"/>
              </a:rPr>
              <a:t>Lecture </a:t>
            </a:r>
            <a:r>
              <a:rPr lang="en-US" sz="800" dirty="0">
                <a:latin typeface="Bookman Old Style"/>
                <a:cs typeface="Bookman Old Style"/>
              </a:rPr>
              <a:t>20</a:t>
            </a:r>
            <a:r>
              <a:rPr lang="en-US" sz="800" b="0" dirty="0">
                <a:latin typeface="Bookman Old Style"/>
                <a:cs typeface="Bookman Old Style"/>
              </a:rPr>
              <a:t>, 03/17</a:t>
            </a:r>
            <a:r>
              <a:rPr lang="en-US" sz="800" b="0" spc="15" dirty="0">
                <a:latin typeface="Bookman Old Style"/>
                <a:cs typeface="Bookman Old Style"/>
              </a:rPr>
              <a:t>/</a:t>
            </a:r>
            <a:r>
              <a:rPr sz="800" b="0" spc="-30" dirty="0">
                <a:latin typeface="Bookman Old Style"/>
                <a:cs typeface="Bookman Old Style"/>
              </a:rPr>
              <a:t>202</a:t>
            </a:r>
            <a:r>
              <a:rPr lang="en-US" sz="800" spc="-30" dirty="0">
                <a:latin typeface="Bookman Old Style"/>
                <a:cs typeface="Bookman Old Style"/>
              </a:rPr>
              <a:t>5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66850" y="334339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24940">
              <a:lnSpc>
                <a:spcPct val="100000"/>
              </a:lnSpc>
              <a:spcBef>
                <a:spcPts val="135"/>
              </a:spcBef>
            </a:pPr>
            <a:r>
              <a:rPr dirty="0"/>
              <a:t>Table</a:t>
            </a:r>
            <a:r>
              <a:rPr spc="180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spc="45" dirty="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16" y="928461"/>
            <a:ext cx="155092" cy="155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16" y="1208978"/>
            <a:ext cx="155092" cy="155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704" y="1431152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576" y="339150"/>
            <a:ext cx="3246120" cy="119616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73355" indent="-161290">
              <a:lnSpc>
                <a:spcPct val="100000"/>
              </a:lnSpc>
              <a:spcBef>
                <a:spcPts val="890"/>
              </a:spcBef>
              <a:buClr>
                <a:srgbClr val="EDEDE5"/>
              </a:buClr>
              <a:buSzPct val="72727"/>
              <a:buFont typeface="Bookman Old Style"/>
              <a:buAutoNum type="arabicPlain"/>
              <a:tabLst>
                <a:tab pos="173990" algn="l"/>
              </a:tabLst>
            </a:pPr>
            <a:endParaRPr lang="en-US" sz="1100" spc="-10" dirty="0">
              <a:solidFill>
                <a:srgbClr val="525200"/>
              </a:solidFill>
              <a:latin typeface="Times New Roman"/>
              <a:cs typeface="Times New Roman"/>
              <a:hlinkClick r:id="rId5" action="ppaction://hlinksldjump"/>
            </a:endParaRPr>
          </a:p>
          <a:p>
            <a:pPr marL="173355" indent="-161290">
              <a:lnSpc>
                <a:spcPct val="100000"/>
              </a:lnSpc>
              <a:spcBef>
                <a:spcPts val="890"/>
              </a:spcBef>
              <a:buClr>
                <a:srgbClr val="EDEDE5"/>
              </a:buClr>
              <a:buSzPct val="72727"/>
              <a:buFont typeface="Bookman Old Style"/>
              <a:buAutoNum type="arabicPlain"/>
              <a:tabLst>
                <a:tab pos="173990" algn="l"/>
              </a:tabLst>
            </a:pPr>
            <a:r>
              <a:rPr lang="en-US"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Moments</a:t>
            </a:r>
            <a:endParaRPr lang="en-US" sz="1100" dirty="0">
              <a:latin typeface="Times New Roman"/>
              <a:cs typeface="Times New Roman"/>
            </a:endParaRPr>
          </a:p>
          <a:p>
            <a:pPr marL="173990" marR="814705" indent="-161925">
              <a:lnSpc>
                <a:spcPct val="102600"/>
              </a:lnSpc>
              <a:spcBef>
                <a:spcPts val="855"/>
              </a:spcBef>
              <a:buClr>
                <a:srgbClr val="EDEDE5"/>
              </a:buClr>
              <a:buSzPct val="72727"/>
              <a:buFont typeface="Bookman Old Style"/>
              <a:buAutoNum type="arabicPlain"/>
              <a:tabLst>
                <a:tab pos="307975" algn="l"/>
              </a:tabLst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Cumulative</a:t>
            </a:r>
            <a:r>
              <a:rPr sz="1100" spc="475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Distribution</a:t>
            </a:r>
            <a:r>
              <a:rPr sz="1100" spc="48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5" action="ppaction://hlinksldjump"/>
              </a:rPr>
              <a:t>Functions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</a:rPr>
              <a:t> 	</a:t>
            </a:r>
            <a:r>
              <a:rPr sz="1100" dirty="0">
                <a:latin typeface="Times New Roman"/>
                <a:cs typeface="Times New Roman"/>
                <a:hlinkClick r:id="rId5" action="ppaction://hlinksldjump"/>
              </a:rPr>
              <a:t>Cumulative</a:t>
            </a:r>
            <a:r>
              <a:rPr sz="1100" spc="475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dirty="0">
                <a:latin typeface="Times New Roman"/>
                <a:cs typeface="Times New Roman"/>
                <a:hlinkClick r:id="rId5" action="ppaction://hlinksldjump"/>
              </a:rPr>
              <a:t>Distribution</a:t>
            </a:r>
            <a:r>
              <a:rPr sz="1100" spc="48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100" spc="-10" dirty="0">
                <a:latin typeface="Times New Roman"/>
                <a:cs typeface="Times New Roman"/>
                <a:hlinkClick r:id="rId5" action="ppaction://hlinksldjump"/>
              </a:rPr>
              <a:t>Functions</a:t>
            </a: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16" y="1661555"/>
            <a:ext cx="155092" cy="1550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4576" y="1657796"/>
            <a:ext cx="793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0" spc="-75" dirty="0">
                <a:solidFill>
                  <a:srgbClr val="EDEDE5"/>
                </a:solidFill>
                <a:latin typeface="Bookman Old Style"/>
                <a:cs typeface="Bookman Old Style"/>
              </a:rPr>
              <a:t>3</a:t>
            </a:r>
            <a:endParaRPr sz="800" dirty="0">
              <a:latin typeface="Bookman Old Style"/>
              <a:cs typeface="Bookman Old Styl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704" y="1883742"/>
            <a:ext cx="63233" cy="632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704" y="2055814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5676" y="1629615"/>
            <a:ext cx="298640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6685" marR="630555" indent="-1346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Continuous</a:t>
            </a:r>
            <a:r>
              <a:rPr sz="1100" spc="320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Uniform</a:t>
            </a:r>
            <a:r>
              <a:rPr sz="1100" spc="315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Random</a:t>
            </a:r>
            <a:r>
              <a:rPr sz="1100" spc="315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  <a:hlinkClick r:id="rId9" action="ppaction://hlinksldjump"/>
              </a:rPr>
              <a:t>Variable</a:t>
            </a:r>
            <a:r>
              <a:rPr sz="1100" spc="-10" dirty="0">
                <a:solidFill>
                  <a:srgbClr val="5252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  <a:hlinkClick r:id="rId10" action="ppaction://hlinksldjump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  <a:hlinkClick r:id="rId11" action="ppaction://hlinksldjump"/>
              </a:rPr>
              <a:t>Geometric</a:t>
            </a:r>
            <a:r>
              <a:rPr sz="1100" spc="30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100" spc="50" dirty="0">
                <a:latin typeface="Times New Roman"/>
                <a:cs typeface="Times New Roman"/>
                <a:hlinkClick r:id="rId11" action="ppaction://hlinksldjump"/>
              </a:rPr>
              <a:t>and</a:t>
            </a:r>
            <a:r>
              <a:rPr sz="1100" spc="30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100" dirty="0">
                <a:latin typeface="Times New Roman"/>
                <a:cs typeface="Times New Roman"/>
                <a:hlinkClick r:id="rId11" action="ppaction://hlinksldjump"/>
              </a:rPr>
              <a:t>Exponential</a:t>
            </a:r>
            <a:r>
              <a:rPr sz="1100" spc="30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100" dirty="0">
                <a:latin typeface="Times New Roman"/>
                <a:cs typeface="Times New Roman"/>
                <a:hlinkClick r:id="rId11" action="ppaction://hlinksldjump"/>
              </a:rPr>
              <a:t>Random</a:t>
            </a:r>
            <a:r>
              <a:rPr sz="1100" spc="305" dirty="0">
                <a:latin typeface="Times New Roman"/>
                <a:cs typeface="Times New Roman"/>
                <a:hlinkClick r:id="rId11" action="ppaction://hlinksldjump"/>
              </a:rPr>
              <a:t> </a:t>
            </a:r>
            <a:r>
              <a:rPr sz="1100" spc="-10" dirty="0">
                <a:latin typeface="Times New Roman"/>
                <a:cs typeface="Times New Roman"/>
                <a:hlinkClick r:id="rId11" action="ppaction://hlinksldjump"/>
              </a:rPr>
              <a:t>Variables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576" y="2282458"/>
            <a:ext cx="793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b="0" spc="-75" dirty="0">
                <a:solidFill>
                  <a:srgbClr val="EDEDE5"/>
                </a:solidFill>
                <a:latin typeface="Bookman Old Style"/>
                <a:cs typeface="Bookman Old Style"/>
              </a:rPr>
              <a:t>4</a:t>
            </a:r>
            <a:endParaRPr sz="800" dirty="0">
              <a:latin typeface="Bookman Old Style"/>
              <a:cs typeface="Bookman Old Styl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6616" y="2566722"/>
            <a:ext cx="155092" cy="15509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44576" y="2534782"/>
            <a:ext cx="11576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200" b="0" baseline="3472" dirty="0">
                <a:solidFill>
                  <a:srgbClr val="EDEDE5"/>
                </a:solidFill>
                <a:latin typeface="Bookman Old Style"/>
                <a:cs typeface="Bookman Old Style"/>
              </a:rPr>
              <a:t>4</a:t>
            </a:r>
            <a:r>
              <a:rPr sz="1200" b="0" spc="300" baseline="3472" dirty="0">
                <a:solidFill>
                  <a:srgbClr val="EDEDE5"/>
                </a:solidFill>
                <a:latin typeface="Bookman Old Style"/>
                <a:cs typeface="Bookman Old Style"/>
              </a:rPr>
              <a:t> 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Next</a:t>
            </a:r>
            <a:r>
              <a:rPr sz="1100" spc="120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Class</a:t>
            </a:r>
            <a:r>
              <a:rPr sz="1100" spc="114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-</a:t>
            </a:r>
            <a:r>
              <a:rPr sz="1100" spc="120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 </a:t>
            </a:r>
            <a:r>
              <a:rPr sz="1100" spc="-25" dirty="0">
                <a:solidFill>
                  <a:srgbClr val="525200"/>
                </a:solidFill>
                <a:latin typeface="Times New Roman"/>
                <a:cs typeface="Times New Roman"/>
                <a:hlinkClick r:id="rId13" action="ppaction://hlinksldjump"/>
              </a:rPr>
              <a:t>3.3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706247"/>
            <a:ext cx="4119879" cy="675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Recall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discrete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Variables: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Probability</a:t>
            </a:r>
            <a:r>
              <a:rPr sz="1100" b="1" spc="18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Mass</a:t>
            </a:r>
            <a:r>
              <a:rPr sz="1100" b="1" spc="18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Function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261620" algn="ctr">
              <a:lnSpc>
                <a:spcPct val="100000"/>
              </a:lnSpc>
              <a:spcBef>
                <a:spcPts val="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" y="663575"/>
            <a:ext cx="4246880" cy="179138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Recall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discrete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Variables:</a:t>
            </a:r>
            <a:endParaRPr sz="11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3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Probability</a:t>
            </a:r>
            <a:r>
              <a:rPr sz="1100" b="1" spc="18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Mass</a:t>
            </a:r>
            <a:r>
              <a:rPr sz="1100" b="1" spc="18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Function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261620" algn="ctr">
              <a:lnSpc>
                <a:spcPct val="100000"/>
              </a:lnSpc>
              <a:spcBef>
                <a:spcPts val="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 dirty="0">
              <a:latin typeface="Times New Roman"/>
              <a:cs typeface="Times New Roman"/>
            </a:endParaRPr>
          </a:p>
          <a:p>
            <a:pPr marL="88265" marR="89535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Also,from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last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Probability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Distribution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Function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Variables: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261620" algn="ctr">
              <a:lnSpc>
                <a:spcPct val="100000"/>
              </a:lnSpc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define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0" name="Picture 9" descr="\documentclass{article}&#10;\usepackage{amsmath}&#10;\pagestyle{empty}&#10;\begin{document}&#10;&#10;&#10;$P(X\in B) =\int_B f_X(x)dx $&#10;&#10;\end{document}" title="IguanaTex Bitmap Display">
            <a:extLst>
              <a:ext uri="{FF2B5EF4-FFF2-40B4-BE49-F238E27FC236}">
                <a16:creationId xmlns:a16="http://schemas.microsoft.com/office/drawing/2014/main" id="{4E0B3A72-42BD-128C-48C5-1C8F51608F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54" y="2492375"/>
            <a:ext cx="1599589" cy="17230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30186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40343" y="958161"/>
            <a:ext cx="5276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Discrete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100" y="1115980"/>
            <a:ext cx="4432935" cy="625932"/>
            <a:chOff x="87743" y="1103668"/>
            <a:chExt cx="4432935" cy="625932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103668"/>
              <a:ext cx="44325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147940"/>
              <a:ext cx="4432935" cy="581660"/>
            </a:xfrm>
            <a:custGeom>
              <a:avLst/>
              <a:gdLst/>
              <a:ahLst/>
              <a:cxnLst/>
              <a:rect l="l" t="t" r="r" b="b"/>
              <a:pathLst>
                <a:path w="4432935" h="581660">
                  <a:moveTo>
                    <a:pt x="4432566" y="0"/>
                  </a:moveTo>
                  <a:lnTo>
                    <a:pt x="0" y="0"/>
                  </a:lnTo>
                  <a:lnTo>
                    <a:pt x="0" y="530694"/>
                  </a:lnTo>
                  <a:lnTo>
                    <a:pt x="4008" y="550419"/>
                  </a:lnTo>
                  <a:lnTo>
                    <a:pt x="14922" y="566572"/>
                  </a:lnTo>
                  <a:lnTo>
                    <a:pt x="31075" y="577486"/>
                  </a:lnTo>
                  <a:lnTo>
                    <a:pt x="50800" y="581494"/>
                  </a:lnTo>
                  <a:lnTo>
                    <a:pt x="4381766" y="581494"/>
                  </a:lnTo>
                  <a:lnTo>
                    <a:pt x="4401491" y="577486"/>
                  </a:lnTo>
                  <a:lnTo>
                    <a:pt x="4417644" y="566572"/>
                  </a:lnTo>
                  <a:lnTo>
                    <a:pt x="4428558" y="550419"/>
                  </a:lnTo>
                  <a:lnTo>
                    <a:pt x="4432566" y="53069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5844" y="677672"/>
            <a:ext cx="3101975" cy="5501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Cumulative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Distribution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Function</a:t>
            </a:r>
            <a:r>
              <a:rPr sz="1100" spc="-2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4952" y="1392034"/>
            <a:ext cx="16617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560195" algn="l"/>
              </a:tabLst>
            </a:pPr>
            <a:r>
              <a:rPr sz="800" b="0" i="1" spc="8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8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5862" y="1333258"/>
            <a:ext cx="19494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57924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105" dirty="0">
                <a:latin typeface="Bookman Old Style"/>
                <a:cs typeface="Bookman Old Style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35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1881365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8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36051" y="1909340"/>
            <a:ext cx="7359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Continuous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159" y="2133182"/>
            <a:ext cx="4432935" cy="594182"/>
            <a:chOff x="87743" y="2054847"/>
            <a:chExt cx="4432935" cy="594182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4" y="2054847"/>
              <a:ext cx="4432566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7743" y="2099119"/>
              <a:ext cx="4432935" cy="549910"/>
            </a:xfrm>
            <a:custGeom>
              <a:avLst/>
              <a:gdLst/>
              <a:ahLst/>
              <a:cxnLst/>
              <a:rect l="l" t="t" r="r" b="b"/>
              <a:pathLst>
                <a:path w="4432935" h="549910">
                  <a:moveTo>
                    <a:pt x="4432566" y="0"/>
                  </a:moveTo>
                  <a:lnTo>
                    <a:pt x="0" y="0"/>
                  </a:lnTo>
                  <a:lnTo>
                    <a:pt x="0" y="499033"/>
                  </a:lnTo>
                  <a:lnTo>
                    <a:pt x="4008" y="518758"/>
                  </a:lnTo>
                  <a:lnTo>
                    <a:pt x="14922" y="534911"/>
                  </a:lnTo>
                  <a:lnTo>
                    <a:pt x="31075" y="545825"/>
                  </a:lnTo>
                  <a:lnTo>
                    <a:pt x="50800" y="549833"/>
                  </a:lnTo>
                  <a:lnTo>
                    <a:pt x="4381766" y="549833"/>
                  </a:lnTo>
                  <a:lnTo>
                    <a:pt x="4401491" y="545825"/>
                  </a:lnTo>
                  <a:lnTo>
                    <a:pt x="4417644" y="534911"/>
                  </a:lnTo>
                  <a:lnTo>
                    <a:pt x="4428558" y="518758"/>
                  </a:lnTo>
                  <a:lnTo>
                    <a:pt x="4432566" y="49903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16202" y="2317115"/>
            <a:ext cx="137922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5283" y="2128532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7468" y="2317115"/>
            <a:ext cx="65678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 err="1">
                <a:latin typeface="Bookman Old Style"/>
                <a:cs typeface="Bookman Old Style"/>
              </a:rPr>
              <a:t>f</a:t>
            </a:r>
            <a:r>
              <a:rPr sz="1200" b="0" i="1" spc="217" baseline="-10416" dirty="0" err="1">
                <a:latin typeface="Bookman Old Style"/>
                <a:cs typeface="Bookman Old Style"/>
              </a:rPr>
              <a:t>X</a:t>
            </a:r>
            <a:r>
              <a:rPr sz="1200" b="0" i="1" spc="-12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d</a:t>
            </a:r>
            <a:r>
              <a:rPr lang="en-US" sz="1100" b="0" i="1" spc="-25" dirty="0">
                <a:latin typeface="Bookman Old Style"/>
                <a:cs typeface="Bookman Old Style"/>
              </a:rPr>
              <a:t>x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3" name="Picture 32" descr="\documentclass{article}&#10;\usepackage{amsmath}&#10;\pagestyle{empty}&#10;\begin{document}&#10;&#10;$\sum\limits_{k\leq a}$&#10;&#10;&#10;\end{document}" title="IguanaTex Bitmap Display">
            <a:extLst>
              <a:ext uri="{FF2B5EF4-FFF2-40B4-BE49-F238E27FC236}">
                <a16:creationId xmlns:a16="http://schemas.microsoft.com/office/drawing/2014/main" id="{C43BED07-1729-F20A-A53B-A71D2A5139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68" y="1337916"/>
            <a:ext cx="232973" cy="292999"/>
          </a:xfrm>
          <a:prstGeom prst="rect">
            <a:avLst/>
          </a:prstGeom>
        </p:spPr>
      </p:pic>
      <p:pic>
        <p:nvPicPr>
          <p:cNvPr id="35" name="Picture 34" descr="\documentclass{article}&#10;\usepackage{amsmath}&#10;\pagestyle{empty}&#10;\begin{document}&#10;&#10;&#10;$\int_{-\infty}^a$&#10;&#10;\end{document}" title="IguanaTex Bitmap Display">
            <a:extLst>
              <a:ext uri="{FF2B5EF4-FFF2-40B4-BE49-F238E27FC236}">
                <a16:creationId xmlns:a16="http://schemas.microsoft.com/office/drawing/2014/main" id="{6CCFADC9-FE13-5546-EE24-4773145DD48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768" y="2303891"/>
            <a:ext cx="317700" cy="21821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CEC0-BB2A-7369-0FB5-EF35F840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7E0C00-6BA2-78CD-13F5-1A6EEC0EB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C5348FF-31DC-8D76-5787-6ED37F5382B9}"/>
              </a:ext>
            </a:extLst>
          </p:cNvPr>
          <p:cNvSpPr/>
          <p:nvPr/>
        </p:nvSpPr>
        <p:spPr>
          <a:xfrm>
            <a:off x="87743" y="930186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DA0882-491D-1BD5-1192-C5047C62D257}"/>
              </a:ext>
            </a:extLst>
          </p:cNvPr>
          <p:cNvSpPr txBox="1"/>
          <p:nvPr/>
        </p:nvSpPr>
        <p:spPr>
          <a:xfrm>
            <a:off x="2040343" y="958161"/>
            <a:ext cx="5276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Discrete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8DC191C7-9D21-AAFD-860F-CAEC8EBF6C3F}"/>
              </a:ext>
            </a:extLst>
          </p:cNvPr>
          <p:cNvGrpSpPr/>
          <p:nvPr/>
        </p:nvGrpSpPr>
        <p:grpSpPr>
          <a:xfrm>
            <a:off x="85100" y="1115980"/>
            <a:ext cx="4432935" cy="625932"/>
            <a:chOff x="87743" y="1103668"/>
            <a:chExt cx="4432935" cy="625932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786150D-FD71-FAD5-C796-A6411BEB1D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103668"/>
              <a:ext cx="4432566" cy="50609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E6586FA-78BC-B569-891E-9A17CCD46AC9}"/>
                </a:ext>
              </a:extLst>
            </p:cNvPr>
            <p:cNvSpPr/>
            <p:nvPr/>
          </p:nvSpPr>
          <p:spPr>
            <a:xfrm>
              <a:off x="87743" y="1147940"/>
              <a:ext cx="4432935" cy="581660"/>
            </a:xfrm>
            <a:custGeom>
              <a:avLst/>
              <a:gdLst/>
              <a:ahLst/>
              <a:cxnLst/>
              <a:rect l="l" t="t" r="r" b="b"/>
              <a:pathLst>
                <a:path w="4432935" h="581660">
                  <a:moveTo>
                    <a:pt x="4432566" y="0"/>
                  </a:moveTo>
                  <a:lnTo>
                    <a:pt x="0" y="0"/>
                  </a:lnTo>
                  <a:lnTo>
                    <a:pt x="0" y="530694"/>
                  </a:lnTo>
                  <a:lnTo>
                    <a:pt x="4008" y="550419"/>
                  </a:lnTo>
                  <a:lnTo>
                    <a:pt x="14922" y="566572"/>
                  </a:lnTo>
                  <a:lnTo>
                    <a:pt x="31075" y="577486"/>
                  </a:lnTo>
                  <a:lnTo>
                    <a:pt x="50800" y="581494"/>
                  </a:lnTo>
                  <a:lnTo>
                    <a:pt x="4381766" y="581494"/>
                  </a:lnTo>
                  <a:lnTo>
                    <a:pt x="4401491" y="577486"/>
                  </a:lnTo>
                  <a:lnTo>
                    <a:pt x="4417644" y="566572"/>
                  </a:lnTo>
                  <a:lnTo>
                    <a:pt x="4428558" y="550419"/>
                  </a:lnTo>
                  <a:lnTo>
                    <a:pt x="4432566" y="53069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32936C9C-BA9D-203F-68EA-8D6184E2864F}"/>
              </a:ext>
            </a:extLst>
          </p:cNvPr>
          <p:cNvSpPr txBox="1"/>
          <p:nvPr/>
        </p:nvSpPr>
        <p:spPr>
          <a:xfrm>
            <a:off x="125844" y="677672"/>
            <a:ext cx="3101975" cy="5501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Cumulative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Distribution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Function</a:t>
            </a:r>
            <a:r>
              <a:rPr sz="1100" spc="-2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5E4BCB8-A829-5620-0761-0A5BCA15E9AC}"/>
              </a:ext>
            </a:extLst>
          </p:cNvPr>
          <p:cNvSpPr txBox="1"/>
          <p:nvPr/>
        </p:nvSpPr>
        <p:spPr>
          <a:xfrm>
            <a:off x="1424952" y="1392034"/>
            <a:ext cx="16617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560195" algn="l"/>
              </a:tabLst>
            </a:pPr>
            <a:r>
              <a:rPr sz="800" b="0" i="1" spc="8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8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9018BA4-F846-ABCE-B2E8-D3595FC342B5}"/>
              </a:ext>
            </a:extLst>
          </p:cNvPr>
          <p:cNvSpPr txBox="1"/>
          <p:nvPr/>
        </p:nvSpPr>
        <p:spPr>
          <a:xfrm>
            <a:off x="1335862" y="1333258"/>
            <a:ext cx="19494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57924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105" dirty="0">
                <a:latin typeface="Bookman Old Style"/>
                <a:cs typeface="Bookman Old Style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35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20BE95C-28D7-3EB7-2EDB-5CD5CB10C8E8}"/>
              </a:ext>
            </a:extLst>
          </p:cNvPr>
          <p:cNvSpPr/>
          <p:nvPr/>
        </p:nvSpPr>
        <p:spPr>
          <a:xfrm>
            <a:off x="87743" y="1881365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8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E458923-A1D6-E9DF-82CE-7D3108A79759}"/>
              </a:ext>
            </a:extLst>
          </p:cNvPr>
          <p:cNvSpPr txBox="1"/>
          <p:nvPr/>
        </p:nvSpPr>
        <p:spPr>
          <a:xfrm>
            <a:off x="1936051" y="1909340"/>
            <a:ext cx="7359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Continuous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F1A5AFCA-55A0-B939-226C-C9010E9A5FB8}"/>
              </a:ext>
            </a:extLst>
          </p:cNvPr>
          <p:cNvGrpSpPr/>
          <p:nvPr/>
        </p:nvGrpSpPr>
        <p:grpSpPr>
          <a:xfrm>
            <a:off x="62159" y="2133182"/>
            <a:ext cx="4432935" cy="594182"/>
            <a:chOff x="87743" y="2054847"/>
            <a:chExt cx="4432935" cy="594182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9383BB87-673C-AB0E-3C74-96EE2EA2AAB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44" y="2054847"/>
              <a:ext cx="4432566" cy="50609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2617EE2-575C-FCDF-E69F-38DF82D44FF1}"/>
                </a:ext>
              </a:extLst>
            </p:cNvPr>
            <p:cNvSpPr/>
            <p:nvPr/>
          </p:nvSpPr>
          <p:spPr>
            <a:xfrm>
              <a:off x="87743" y="2099119"/>
              <a:ext cx="4432935" cy="549910"/>
            </a:xfrm>
            <a:custGeom>
              <a:avLst/>
              <a:gdLst/>
              <a:ahLst/>
              <a:cxnLst/>
              <a:rect l="l" t="t" r="r" b="b"/>
              <a:pathLst>
                <a:path w="4432935" h="549910">
                  <a:moveTo>
                    <a:pt x="4432566" y="0"/>
                  </a:moveTo>
                  <a:lnTo>
                    <a:pt x="0" y="0"/>
                  </a:lnTo>
                  <a:lnTo>
                    <a:pt x="0" y="499033"/>
                  </a:lnTo>
                  <a:lnTo>
                    <a:pt x="4008" y="518758"/>
                  </a:lnTo>
                  <a:lnTo>
                    <a:pt x="14922" y="534911"/>
                  </a:lnTo>
                  <a:lnTo>
                    <a:pt x="31075" y="545825"/>
                  </a:lnTo>
                  <a:lnTo>
                    <a:pt x="50800" y="549833"/>
                  </a:lnTo>
                  <a:lnTo>
                    <a:pt x="4381766" y="549833"/>
                  </a:lnTo>
                  <a:lnTo>
                    <a:pt x="4401491" y="545825"/>
                  </a:lnTo>
                  <a:lnTo>
                    <a:pt x="4417644" y="534911"/>
                  </a:lnTo>
                  <a:lnTo>
                    <a:pt x="4428558" y="518758"/>
                  </a:lnTo>
                  <a:lnTo>
                    <a:pt x="4432566" y="49903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83881217-C370-2B1E-F9F4-B869E1E8F734}"/>
              </a:ext>
            </a:extLst>
          </p:cNvPr>
          <p:cNvSpPr txBox="1"/>
          <p:nvPr/>
        </p:nvSpPr>
        <p:spPr>
          <a:xfrm>
            <a:off x="1216202" y="2317115"/>
            <a:ext cx="137922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lang="en-US"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2091439-5271-535C-D7ED-632A5E8CB728}"/>
              </a:ext>
            </a:extLst>
          </p:cNvPr>
          <p:cNvSpPr txBox="1"/>
          <p:nvPr/>
        </p:nvSpPr>
        <p:spPr>
          <a:xfrm>
            <a:off x="2595283" y="2128532"/>
            <a:ext cx="90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F89080F-CE56-97E5-CE80-85641EC099F8}"/>
              </a:ext>
            </a:extLst>
          </p:cNvPr>
          <p:cNvSpPr txBox="1"/>
          <p:nvPr/>
        </p:nvSpPr>
        <p:spPr>
          <a:xfrm>
            <a:off x="2867468" y="2317115"/>
            <a:ext cx="65678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 err="1">
                <a:latin typeface="Bookman Old Style"/>
                <a:cs typeface="Bookman Old Style"/>
              </a:rPr>
              <a:t>f</a:t>
            </a:r>
            <a:r>
              <a:rPr sz="1200" b="0" i="1" spc="217" baseline="-10416" dirty="0" err="1">
                <a:latin typeface="Bookman Old Style"/>
                <a:cs typeface="Bookman Old Style"/>
              </a:rPr>
              <a:t>X</a:t>
            </a:r>
            <a:r>
              <a:rPr sz="1200" b="0" i="1" spc="-12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d</a:t>
            </a:r>
            <a:r>
              <a:rPr lang="en-US" sz="1100" b="0" i="1" spc="-25" dirty="0">
                <a:latin typeface="Bookman Old Style"/>
                <a:cs typeface="Bookman Old Style"/>
              </a:rPr>
              <a:t>x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51372A0-CEBB-482D-1F12-0E10BDECA1E0}"/>
              </a:ext>
            </a:extLst>
          </p:cNvPr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75C37A7-A232-2919-687C-E976B765986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06E2BAB-A702-6DCC-5F8B-4A4CCA1EE45D}"/>
              </a:ext>
            </a:extLst>
          </p:cNvPr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3" name="Picture 32" descr="\documentclass{article}&#10;\usepackage{amsmath}&#10;\pagestyle{empty}&#10;\begin{document}&#10;&#10;$\sum\limits_{k\leq a}$&#10;&#10;&#10;\end{document}" title="IguanaTex Bitmap Display">
            <a:extLst>
              <a:ext uri="{FF2B5EF4-FFF2-40B4-BE49-F238E27FC236}">
                <a16:creationId xmlns:a16="http://schemas.microsoft.com/office/drawing/2014/main" id="{F3CA2DDF-37A0-8A6F-F227-D54D571490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68" y="1337916"/>
            <a:ext cx="232973" cy="292999"/>
          </a:xfrm>
          <a:prstGeom prst="rect">
            <a:avLst/>
          </a:prstGeom>
        </p:spPr>
      </p:pic>
      <p:pic>
        <p:nvPicPr>
          <p:cNvPr id="35" name="Picture 34" descr="\documentclass{article}&#10;\usepackage{amsmath}&#10;\pagestyle{empty}&#10;\begin{document}&#10;&#10;&#10;$\int_{-\infty}^a$&#10;&#10;\end{document}" title="IguanaTex Bitmap Display">
            <a:extLst>
              <a:ext uri="{FF2B5EF4-FFF2-40B4-BE49-F238E27FC236}">
                <a16:creationId xmlns:a16="http://schemas.microsoft.com/office/drawing/2014/main" id="{6E00058E-C984-D279-C864-316DB5F47D0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768" y="2303891"/>
            <a:ext cx="317700" cy="218218"/>
          </a:xfrm>
          <a:prstGeom prst="rect">
            <a:avLst/>
          </a:prstGeom>
        </p:spPr>
      </p:pic>
      <p:sp>
        <p:nvSpPr>
          <p:cNvPr id="7" name="object 21">
            <a:extLst>
              <a:ext uri="{FF2B5EF4-FFF2-40B4-BE49-F238E27FC236}">
                <a16:creationId xmlns:a16="http://schemas.microsoft.com/office/drawing/2014/main" id="{2EF712A5-07B8-48E9-8A80-ECF0337831D5}"/>
              </a:ext>
            </a:extLst>
          </p:cNvPr>
          <p:cNvSpPr txBox="1"/>
          <p:nvPr/>
        </p:nvSpPr>
        <p:spPr>
          <a:xfrm>
            <a:off x="184162" y="2624697"/>
            <a:ext cx="4382135" cy="3039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Cumulative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Distribution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b="0" i="1" spc="-85" dirty="0">
                <a:latin typeface="Bookman Old Style"/>
                <a:cs typeface="Bookman Old Style"/>
              </a:rPr>
              <a:t>accumulates</a:t>
            </a:r>
            <a:r>
              <a:rPr sz="1100" b="0" i="1" spc="3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probability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up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a.</a:t>
            </a:r>
            <a:endParaRPr sz="1100" dirty="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41506543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354198"/>
            <a:ext cx="1899285" cy="447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70560">
              <a:lnSpc>
                <a:spcPct val="317400"/>
              </a:lnSpc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3.6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discrete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7/24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5D81332E-ED70-FCCF-C04B-C848A8AF1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5115"/>
            <a:ext cx="4610100" cy="120378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35"/>
              </a:spcBef>
            </a:pPr>
            <a:r>
              <a:rPr dirty="0"/>
              <a:t>Cumulative</a:t>
            </a:r>
            <a:r>
              <a:rPr spc="365" dirty="0"/>
              <a:t> </a:t>
            </a:r>
            <a:r>
              <a:rPr spc="55" dirty="0"/>
              <a:t>Distribution</a:t>
            </a:r>
            <a:r>
              <a:rPr spc="370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29" y="251128"/>
            <a:ext cx="1899285" cy="447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70560">
              <a:lnSpc>
                <a:spcPct val="317400"/>
              </a:lnSpc>
            </a:pPr>
            <a:r>
              <a:rPr sz="1100" dirty="0">
                <a:latin typeface="Times New Roman"/>
                <a:cs typeface="Times New Roman"/>
              </a:rPr>
              <a:t>Fig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3.7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continuous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7/24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9FD64338-DD95-E5F3-F921-376DC3A89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735118"/>
            <a:ext cx="3905250" cy="25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50538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6428-A627-EF77-65EC-A24046EB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2DDDD5-12C6-B8E3-38D0-F20CA66A2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8262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Example:</a:t>
            </a:r>
            <a:r>
              <a:rPr spc="375" dirty="0"/>
              <a:t> </a:t>
            </a:r>
            <a:r>
              <a:rPr dirty="0"/>
              <a:t>Uniform</a:t>
            </a:r>
            <a:r>
              <a:rPr spc="190" dirty="0"/>
              <a:t> </a:t>
            </a:r>
            <a:r>
              <a:rPr spc="60" dirty="0"/>
              <a:t>Random</a:t>
            </a:r>
            <a:r>
              <a:rPr spc="19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87B162B-0B32-6930-A4C3-4C9B51477237}"/>
              </a:ext>
            </a:extLst>
          </p:cNvPr>
          <p:cNvSpPr txBox="1"/>
          <p:nvPr/>
        </p:nvSpPr>
        <p:spPr>
          <a:xfrm>
            <a:off x="1933397" y="86192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FEC7E26-2129-DF82-98AF-CBCF775FCA8F}"/>
              </a:ext>
            </a:extLst>
          </p:cNvPr>
          <p:cNvSpPr txBox="1"/>
          <p:nvPr/>
        </p:nvSpPr>
        <p:spPr>
          <a:xfrm>
            <a:off x="1179410" y="1037564"/>
            <a:ext cx="10109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66445" algn="l"/>
              </a:tabLst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650" b="0" i="1" spc="-89" baseline="2525" dirty="0">
                <a:latin typeface="Bookman Old Style"/>
                <a:cs typeface="Bookman Old Style"/>
              </a:rPr>
              <a:t>c</a:t>
            </a:r>
            <a:r>
              <a:rPr sz="1650" b="0" i="1" spc="-44" baseline="2525" dirty="0">
                <a:latin typeface="Bookman Old Style"/>
                <a:cs typeface="Bookman Old Style"/>
              </a:rPr>
              <a:t> </a:t>
            </a:r>
            <a:r>
              <a:rPr sz="1650" spc="254" baseline="2525" dirty="0">
                <a:latin typeface="Times New Roman"/>
                <a:cs typeface="Times New Roman"/>
              </a:rPr>
              <a:t>=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C1E8DB4-0B5C-671B-7558-A1CD79536D25}"/>
              </a:ext>
            </a:extLst>
          </p:cNvPr>
          <p:cNvSpPr txBox="1"/>
          <p:nvPr/>
        </p:nvSpPr>
        <p:spPr>
          <a:xfrm>
            <a:off x="1918525" y="1150607"/>
            <a:ext cx="332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112" baseline="-32828" dirty="0">
                <a:latin typeface="Times New Roman"/>
                <a:cs typeface="Times New Roman"/>
              </a:rPr>
              <a:t>0</a:t>
            </a:r>
            <a:endParaRPr sz="1650" baseline="-32828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F2CEF1F-87D6-164E-3592-DCF3BCD289CF}"/>
              </a:ext>
            </a:extLst>
          </p:cNvPr>
          <p:cNvSpPr txBox="1"/>
          <p:nvPr/>
        </p:nvSpPr>
        <p:spPr>
          <a:xfrm>
            <a:off x="2521750" y="861923"/>
            <a:ext cx="803275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 dirty="0">
              <a:latin typeface="Bookman Old Style"/>
              <a:cs typeface="Bookman Old Style"/>
            </a:endParaRPr>
          </a:p>
          <a:p>
            <a:pPr marL="12700" marR="5080">
              <a:lnSpc>
                <a:spcPts val="141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29557A9-C60E-2AED-7C67-94636CD30F8E}"/>
              </a:ext>
            </a:extLst>
          </p:cNvPr>
          <p:cNvSpPr/>
          <p:nvPr/>
        </p:nvSpPr>
        <p:spPr>
          <a:xfrm>
            <a:off x="2205964" y="1150607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7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0A73989-F17D-6E7B-6482-F6C274AD8467}"/>
              </a:ext>
            </a:extLst>
          </p:cNvPr>
          <p:cNvSpPr txBox="1"/>
          <p:nvPr/>
        </p:nvSpPr>
        <p:spPr>
          <a:xfrm>
            <a:off x="2193264" y="1016774"/>
            <a:ext cx="21272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85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1</a:t>
            </a:r>
            <a:endParaRPr sz="800">
              <a:latin typeface="Bookman Old Style"/>
              <a:cs typeface="Bookman Old Style"/>
            </a:endParaRPr>
          </a:p>
          <a:p>
            <a:pPr algn="ctr">
              <a:lnSpc>
                <a:spcPts val="885"/>
              </a:lnSpc>
            </a:pPr>
            <a:r>
              <a:rPr sz="800" b="0" i="1" spc="-25" dirty="0">
                <a:latin typeface="Bookman Old Style"/>
                <a:cs typeface="Bookman Old Style"/>
              </a:rPr>
              <a:t>b</a:t>
            </a:r>
            <a:r>
              <a:rPr sz="800" i="1" spc="-25" dirty="0">
                <a:latin typeface="Arial"/>
                <a:cs typeface="Arial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1E99D50-55AA-7E60-2469-61AE83119C93}"/>
              </a:ext>
            </a:extLst>
          </p:cNvPr>
          <p:cNvSpPr txBox="1"/>
          <p:nvPr/>
        </p:nvSpPr>
        <p:spPr>
          <a:xfrm>
            <a:off x="1441450" y="1375448"/>
            <a:ext cx="80391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71374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50D548E-E656-B848-BCFE-4B0AF70D0552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D353FB6-F77B-23AB-2D27-360EAEC92C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23F6FD8-DED8-9035-3180-F1F1D3A2924F}"/>
              </a:ext>
            </a:extLst>
          </p:cNvPr>
          <p:cNvSpPr txBox="1"/>
          <p:nvPr/>
        </p:nvSpPr>
        <p:spPr>
          <a:xfrm>
            <a:off x="1579994" y="3334664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128946DF-E747-7E68-937E-6B10C5D16016}"/>
              </a:ext>
            </a:extLst>
          </p:cNvPr>
          <p:cNvSpPr/>
          <p:nvPr/>
        </p:nvSpPr>
        <p:spPr>
          <a:xfrm>
            <a:off x="1775866" y="861923"/>
            <a:ext cx="67539" cy="50889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4054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DD2C-6639-C2AE-AEA0-21019A16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559E73-B99C-12CD-7B0D-ED1AE86F5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8262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Example:</a:t>
            </a:r>
            <a:r>
              <a:rPr spc="375" dirty="0"/>
              <a:t> </a:t>
            </a:r>
            <a:r>
              <a:rPr dirty="0"/>
              <a:t>Uniform</a:t>
            </a:r>
            <a:r>
              <a:rPr spc="190" dirty="0"/>
              <a:t> </a:t>
            </a:r>
            <a:r>
              <a:rPr spc="60" dirty="0"/>
              <a:t>Random</a:t>
            </a:r>
            <a:r>
              <a:rPr spc="19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477C03F-308B-DAA9-CC02-83A457DA66EC}"/>
              </a:ext>
            </a:extLst>
          </p:cNvPr>
          <p:cNvSpPr txBox="1"/>
          <p:nvPr/>
        </p:nvSpPr>
        <p:spPr>
          <a:xfrm>
            <a:off x="1933397" y="86192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D2988F7-0F00-80D1-2FA5-E3F84C19C5A9}"/>
              </a:ext>
            </a:extLst>
          </p:cNvPr>
          <p:cNvSpPr txBox="1"/>
          <p:nvPr/>
        </p:nvSpPr>
        <p:spPr>
          <a:xfrm>
            <a:off x="1179410" y="1037564"/>
            <a:ext cx="10109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66445" algn="l"/>
              </a:tabLst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650" b="0" i="1" spc="-89" baseline="2525" dirty="0">
                <a:latin typeface="Bookman Old Style"/>
                <a:cs typeface="Bookman Old Style"/>
              </a:rPr>
              <a:t>c</a:t>
            </a:r>
            <a:r>
              <a:rPr sz="1650" b="0" i="1" spc="-44" baseline="2525" dirty="0">
                <a:latin typeface="Bookman Old Style"/>
                <a:cs typeface="Bookman Old Style"/>
              </a:rPr>
              <a:t> </a:t>
            </a:r>
            <a:r>
              <a:rPr sz="1650" spc="254" baseline="2525" dirty="0">
                <a:latin typeface="Times New Roman"/>
                <a:cs typeface="Times New Roman"/>
              </a:rPr>
              <a:t>=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39AF2B-AAA7-BF51-85F4-620C4CA08155}"/>
              </a:ext>
            </a:extLst>
          </p:cNvPr>
          <p:cNvSpPr txBox="1"/>
          <p:nvPr/>
        </p:nvSpPr>
        <p:spPr>
          <a:xfrm>
            <a:off x="1918525" y="1150607"/>
            <a:ext cx="332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112" baseline="-32828" dirty="0">
                <a:latin typeface="Times New Roman"/>
                <a:cs typeface="Times New Roman"/>
              </a:rPr>
              <a:t>0</a:t>
            </a:r>
            <a:endParaRPr sz="1650" baseline="-32828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B3F3210-57F1-C8D2-56F1-B2BF37F9F337}"/>
              </a:ext>
            </a:extLst>
          </p:cNvPr>
          <p:cNvSpPr txBox="1"/>
          <p:nvPr/>
        </p:nvSpPr>
        <p:spPr>
          <a:xfrm>
            <a:off x="2521750" y="861923"/>
            <a:ext cx="803275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 dirty="0">
              <a:latin typeface="Bookman Old Style"/>
              <a:cs typeface="Bookman Old Style"/>
            </a:endParaRPr>
          </a:p>
          <a:p>
            <a:pPr marL="12700" marR="5080">
              <a:lnSpc>
                <a:spcPts val="141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681418-65CC-59BD-0462-495612D4BAF7}"/>
              </a:ext>
            </a:extLst>
          </p:cNvPr>
          <p:cNvSpPr/>
          <p:nvPr/>
        </p:nvSpPr>
        <p:spPr>
          <a:xfrm>
            <a:off x="2205964" y="1150607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7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D477CBA-EBFF-E7B9-3790-A63EB6E1F65F}"/>
              </a:ext>
            </a:extLst>
          </p:cNvPr>
          <p:cNvSpPr txBox="1"/>
          <p:nvPr/>
        </p:nvSpPr>
        <p:spPr>
          <a:xfrm>
            <a:off x="2193264" y="1016774"/>
            <a:ext cx="21272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85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1</a:t>
            </a:r>
            <a:endParaRPr sz="800">
              <a:latin typeface="Bookman Old Style"/>
              <a:cs typeface="Bookman Old Style"/>
            </a:endParaRPr>
          </a:p>
          <a:p>
            <a:pPr algn="ctr">
              <a:lnSpc>
                <a:spcPts val="885"/>
              </a:lnSpc>
            </a:pPr>
            <a:r>
              <a:rPr sz="800" b="0" i="1" spc="-25" dirty="0">
                <a:latin typeface="Bookman Old Style"/>
                <a:cs typeface="Bookman Old Style"/>
              </a:rPr>
              <a:t>b</a:t>
            </a:r>
            <a:r>
              <a:rPr sz="800" i="1" spc="-25" dirty="0">
                <a:latin typeface="Arial"/>
                <a:cs typeface="Arial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50A8161-2DBF-F85D-59F1-0B01DFAB4A53}"/>
              </a:ext>
            </a:extLst>
          </p:cNvPr>
          <p:cNvSpPr txBox="1"/>
          <p:nvPr/>
        </p:nvSpPr>
        <p:spPr>
          <a:xfrm>
            <a:off x="1441450" y="1375448"/>
            <a:ext cx="80391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71374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A0D3A2F-B114-6615-F476-DE4F301DB1AC}"/>
              </a:ext>
            </a:extLst>
          </p:cNvPr>
          <p:cNvSpPr txBox="1"/>
          <p:nvPr/>
        </p:nvSpPr>
        <p:spPr>
          <a:xfrm>
            <a:off x="1579994" y="1452841"/>
            <a:ext cx="787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3740" algn="l"/>
              </a:tabLst>
            </a:pPr>
            <a:r>
              <a:rPr sz="800" b="0" i="1" spc="-5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13760DF-9807-7101-04BF-03A58F48F50F}"/>
              </a:ext>
            </a:extLst>
          </p:cNvPr>
          <p:cNvSpPr txBox="1"/>
          <p:nvPr/>
        </p:nvSpPr>
        <p:spPr>
          <a:xfrm>
            <a:off x="3367659" y="1470304"/>
            <a:ext cx="34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u="sng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23653F2-FD38-8A0C-0EE2-44611F2A5C49}"/>
              </a:ext>
            </a:extLst>
          </p:cNvPr>
          <p:cNvSpPr txBox="1"/>
          <p:nvPr/>
        </p:nvSpPr>
        <p:spPr>
          <a:xfrm>
            <a:off x="852614" y="1564030"/>
            <a:ext cx="2877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29944" algn="l"/>
                <a:tab pos="1530985" algn="l"/>
              </a:tabLst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-65" dirty="0">
                <a:latin typeface="Bookman Old Style"/>
                <a:cs typeface="Bookman Old Style"/>
              </a:rPr>
              <a:t>c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650" b="0" i="1" spc="-307" baseline="-37878" dirty="0">
                <a:latin typeface="Bookman Old Style"/>
                <a:cs typeface="Bookman Old Style"/>
              </a:rPr>
              <a:t>b</a:t>
            </a:r>
            <a:r>
              <a:rPr sz="1650" b="0" i="1" spc="-135" baseline="-37878" dirty="0">
                <a:latin typeface="Bookman Old Style"/>
                <a:cs typeface="Bookman Old Style"/>
              </a:rPr>
              <a:t> </a:t>
            </a:r>
            <a:r>
              <a:rPr sz="1650" spc="-52" baseline="-37878" dirty="0">
                <a:latin typeface="Lucida Sans Unicode"/>
                <a:cs typeface="Lucida Sans Unicode"/>
              </a:rPr>
              <a:t>−</a:t>
            </a:r>
            <a:r>
              <a:rPr sz="1650" spc="-157" baseline="-37878" dirty="0">
                <a:latin typeface="Lucida Sans Unicode"/>
                <a:cs typeface="Lucida Sans Unicode"/>
              </a:rPr>
              <a:t> </a:t>
            </a:r>
            <a:r>
              <a:rPr sz="1650" b="0" i="1" spc="-75" baseline="-37878" dirty="0">
                <a:latin typeface="Bookman Old Style"/>
                <a:cs typeface="Bookman Old Style"/>
              </a:rPr>
              <a:t>a</a:t>
            </a:r>
            <a:endParaRPr sz="1650" baseline="-37878">
              <a:latin typeface="Bookman Old Style"/>
              <a:cs typeface="Bookman Old Style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7A3FE57-C9B4-D54A-4360-C31F16803F05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41E5FA4-7353-4C36-C90D-995C1B3EEE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E46D640-199B-2A59-8235-A0072382CA03}"/>
              </a:ext>
            </a:extLst>
          </p:cNvPr>
          <p:cNvSpPr txBox="1"/>
          <p:nvPr/>
        </p:nvSpPr>
        <p:spPr>
          <a:xfrm>
            <a:off x="1579994" y="3334664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6C4C48D4-53F7-882E-792C-85467F29BBD2}"/>
              </a:ext>
            </a:extLst>
          </p:cNvPr>
          <p:cNvSpPr/>
          <p:nvPr/>
        </p:nvSpPr>
        <p:spPr>
          <a:xfrm>
            <a:off x="1775866" y="861923"/>
            <a:ext cx="67539" cy="50889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C5C5FC49-A9CE-8FCA-B740-D90023607F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20" y="1518671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A5722606-13EE-43A0-7EB7-BD77FB63D9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22" y="1526501"/>
            <a:ext cx="140800" cy="2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33748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D377-587D-EB25-60D1-12CF697D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5A58C7-CD0A-ED5E-F8CF-482B13783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8262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Example:</a:t>
            </a:r>
            <a:r>
              <a:rPr spc="375" dirty="0"/>
              <a:t> </a:t>
            </a:r>
            <a:r>
              <a:rPr dirty="0"/>
              <a:t>Uniform</a:t>
            </a:r>
            <a:r>
              <a:rPr spc="190" dirty="0"/>
              <a:t> </a:t>
            </a:r>
            <a:r>
              <a:rPr spc="60" dirty="0"/>
              <a:t>Random</a:t>
            </a:r>
            <a:r>
              <a:rPr spc="19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5615C06-41AB-12B5-E803-B4E62196BEEC}"/>
              </a:ext>
            </a:extLst>
          </p:cNvPr>
          <p:cNvSpPr txBox="1"/>
          <p:nvPr/>
        </p:nvSpPr>
        <p:spPr>
          <a:xfrm>
            <a:off x="1933397" y="86192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74D6A50-D1AB-CD22-DEED-D58E1D356897}"/>
              </a:ext>
            </a:extLst>
          </p:cNvPr>
          <p:cNvSpPr txBox="1"/>
          <p:nvPr/>
        </p:nvSpPr>
        <p:spPr>
          <a:xfrm>
            <a:off x="1179410" y="1037564"/>
            <a:ext cx="10109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66445" algn="l"/>
              </a:tabLst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650" b="0" i="1" spc="-89" baseline="2525" dirty="0">
                <a:latin typeface="Bookman Old Style"/>
                <a:cs typeface="Bookman Old Style"/>
              </a:rPr>
              <a:t>c</a:t>
            </a:r>
            <a:r>
              <a:rPr sz="1650" b="0" i="1" spc="-44" baseline="2525" dirty="0">
                <a:latin typeface="Bookman Old Style"/>
                <a:cs typeface="Bookman Old Style"/>
              </a:rPr>
              <a:t> </a:t>
            </a:r>
            <a:r>
              <a:rPr sz="1650" spc="254" baseline="2525" dirty="0">
                <a:latin typeface="Times New Roman"/>
                <a:cs typeface="Times New Roman"/>
              </a:rPr>
              <a:t>=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D410A8-BD3D-13B4-6D9A-1510284C6388}"/>
              </a:ext>
            </a:extLst>
          </p:cNvPr>
          <p:cNvSpPr txBox="1"/>
          <p:nvPr/>
        </p:nvSpPr>
        <p:spPr>
          <a:xfrm>
            <a:off x="1918525" y="1150607"/>
            <a:ext cx="332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112" baseline="-32828" dirty="0">
                <a:latin typeface="Times New Roman"/>
                <a:cs typeface="Times New Roman"/>
              </a:rPr>
              <a:t>0</a:t>
            </a:r>
            <a:endParaRPr sz="1650" baseline="-32828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EE52E37-D4F3-6E3C-5E50-0A0ACA4D7AC6}"/>
              </a:ext>
            </a:extLst>
          </p:cNvPr>
          <p:cNvSpPr txBox="1"/>
          <p:nvPr/>
        </p:nvSpPr>
        <p:spPr>
          <a:xfrm>
            <a:off x="2521750" y="861923"/>
            <a:ext cx="803275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 dirty="0">
              <a:latin typeface="Bookman Old Style"/>
              <a:cs typeface="Bookman Old Style"/>
            </a:endParaRPr>
          </a:p>
          <a:p>
            <a:pPr marL="12700" marR="5080">
              <a:lnSpc>
                <a:spcPts val="141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1504AEE-D190-7582-B190-5AB5B5821D0B}"/>
              </a:ext>
            </a:extLst>
          </p:cNvPr>
          <p:cNvSpPr/>
          <p:nvPr/>
        </p:nvSpPr>
        <p:spPr>
          <a:xfrm>
            <a:off x="2205964" y="1150607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7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50B6B38-AE0A-9668-0855-0A3B3654759D}"/>
              </a:ext>
            </a:extLst>
          </p:cNvPr>
          <p:cNvSpPr txBox="1"/>
          <p:nvPr/>
        </p:nvSpPr>
        <p:spPr>
          <a:xfrm>
            <a:off x="2193264" y="1016774"/>
            <a:ext cx="21272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885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1</a:t>
            </a:r>
            <a:endParaRPr sz="800">
              <a:latin typeface="Bookman Old Style"/>
              <a:cs typeface="Bookman Old Style"/>
            </a:endParaRPr>
          </a:p>
          <a:p>
            <a:pPr algn="ctr">
              <a:lnSpc>
                <a:spcPts val="885"/>
              </a:lnSpc>
            </a:pPr>
            <a:r>
              <a:rPr sz="800" b="0" i="1" spc="-25" dirty="0">
                <a:latin typeface="Bookman Old Style"/>
                <a:cs typeface="Bookman Old Style"/>
              </a:rPr>
              <a:t>b</a:t>
            </a:r>
            <a:r>
              <a:rPr sz="800" i="1" spc="-25" dirty="0">
                <a:latin typeface="Arial"/>
                <a:cs typeface="Arial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92B0C5C-081E-09F7-FEF2-F92425C43CD6}"/>
              </a:ext>
            </a:extLst>
          </p:cNvPr>
          <p:cNvSpPr txBox="1"/>
          <p:nvPr/>
        </p:nvSpPr>
        <p:spPr>
          <a:xfrm>
            <a:off x="1441450" y="1375448"/>
            <a:ext cx="80391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71374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7E5C138-5BB7-E0A1-BDBE-AE087FD86613}"/>
              </a:ext>
            </a:extLst>
          </p:cNvPr>
          <p:cNvSpPr txBox="1"/>
          <p:nvPr/>
        </p:nvSpPr>
        <p:spPr>
          <a:xfrm>
            <a:off x="1579994" y="1452841"/>
            <a:ext cx="787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3740" algn="l"/>
              </a:tabLst>
            </a:pPr>
            <a:r>
              <a:rPr sz="800" b="0" i="1" spc="-5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6E0E795-0B68-A132-B241-D09D8ECF3FE6}"/>
              </a:ext>
            </a:extLst>
          </p:cNvPr>
          <p:cNvSpPr txBox="1"/>
          <p:nvPr/>
        </p:nvSpPr>
        <p:spPr>
          <a:xfrm>
            <a:off x="3367659" y="1470304"/>
            <a:ext cx="34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u="sng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x</a:t>
            </a:r>
            <a:r>
              <a:rPr sz="1100" b="0" i="1" u="sng" spc="-8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B5DB35C-DDAE-CB4B-D8F6-4D95617A43C5}"/>
              </a:ext>
            </a:extLst>
          </p:cNvPr>
          <p:cNvSpPr txBox="1"/>
          <p:nvPr/>
        </p:nvSpPr>
        <p:spPr>
          <a:xfrm>
            <a:off x="852614" y="1564030"/>
            <a:ext cx="2877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29944" algn="l"/>
                <a:tab pos="1530985" algn="l"/>
              </a:tabLst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-65" dirty="0">
                <a:latin typeface="Bookman Old Style"/>
                <a:cs typeface="Bookman Old Style"/>
              </a:rPr>
              <a:t>c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2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c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650" b="0" i="1" spc="-307" baseline="-37878" dirty="0">
                <a:latin typeface="Bookman Old Style"/>
                <a:cs typeface="Bookman Old Style"/>
              </a:rPr>
              <a:t>b</a:t>
            </a:r>
            <a:r>
              <a:rPr sz="1650" b="0" i="1" spc="-135" baseline="-37878" dirty="0">
                <a:latin typeface="Bookman Old Style"/>
                <a:cs typeface="Bookman Old Style"/>
              </a:rPr>
              <a:t> </a:t>
            </a:r>
            <a:r>
              <a:rPr sz="1650" spc="-52" baseline="-37878" dirty="0">
                <a:latin typeface="Lucida Sans Unicode"/>
                <a:cs typeface="Lucida Sans Unicode"/>
              </a:rPr>
              <a:t>−</a:t>
            </a:r>
            <a:r>
              <a:rPr sz="1650" spc="-157" baseline="-37878" dirty="0">
                <a:latin typeface="Lucida Sans Unicode"/>
                <a:cs typeface="Lucida Sans Unicode"/>
              </a:rPr>
              <a:t> </a:t>
            </a:r>
            <a:r>
              <a:rPr sz="1650" b="0" i="1" spc="-75" baseline="-37878" dirty="0">
                <a:latin typeface="Bookman Old Style"/>
                <a:cs typeface="Bookman Old Style"/>
              </a:rPr>
              <a:t>a</a:t>
            </a:r>
            <a:endParaRPr sz="1650" baseline="-37878">
              <a:latin typeface="Bookman Old Style"/>
              <a:cs typeface="Bookman Old Style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1A2D184-CDAF-5B30-2448-1816D7D7E7A7}"/>
              </a:ext>
            </a:extLst>
          </p:cNvPr>
          <p:cNvSpPr txBox="1"/>
          <p:nvPr/>
        </p:nvSpPr>
        <p:spPr>
          <a:xfrm>
            <a:off x="125844" y="1703370"/>
            <a:ext cx="2176780" cy="3695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05255">
              <a:lnSpc>
                <a:spcPct val="100000"/>
              </a:lnSpc>
              <a:spcBef>
                <a:spcPts val="280"/>
              </a:spcBef>
              <a:tabLst>
                <a:tab pos="2106295" algn="l"/>
              </a:tabLst>
            </a:pPr>
            <a:r>
              <a:rPr sz="800" b="0" i="1" spc="-50" dirty="0">
                <a:latin typeface="Bookman Old Style"/>
                <a:cs typeface="Bookman Old Style"/>
              </a:rPr>
              <a:t>a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-50" dirty="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100" dirty="0">
                <a:latin typeface="Times New Roman"/>
                <a:cs typeface="Times New Roman"/>
              </a:rPr>
              <a:t>Note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assumption: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9E506E4-1F6C-23F3-29B6-F394E8041BAF}"/>
              </a:ext>
            </a:extLst>
          </p:cNvPr>
          <p:cNvSpPr txBox="1"/>
          <p:nvPr/>
        </p:nvSpPr>
        <p:spPr>
          <a:xfrm>
            <a:off x="1115174" y="2433167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F2305D1-12A3-FDB3-C8AE-88F7C6328C46}"/>
              </a:ext>
            </a:extLst>
          </p:cNvPr>
          <p:cNvSpPr txBox="1"/>
          <p:nvPr/>
        </p:nvSpPr>
        <p:spPr>
          <a:xfrm>
            <a:off x="1000683" y="2361590"/>
            <a:ext cx="601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200" i="1" spc="112" baseline="31250" dirty="0">
                <a:latin typeface="Arial"/>
                <a:cs typeface="Arial"/>
              </a:rPr>
              <a:t>′</a:t>
            </a:r>
            <a:r>
              <a:rPr sz="1200" i="1" spc="405" baseline="31250" dirty="0">
                <a:latin typeface="Arial"/>
                <a:cs typeface="Aria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925EB16-1471-C7C5-60C5-4DD797EC9C74}"/>
              </a:ext>
            </a:extLst>
          </p:cNvPr>
          <p:cNvSpPr txBox="1"/>
          <p:nvPr/>
        </p:nvSpPr>
        <p:spPr>
          <a:xfrm>
            <a:off x="1775929" y="2185949"/>
            <a:ext cx="227965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75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  <a:p>
            <a:pPr marL="27305">
              <a:lnSpc>
                <a:spcPts val="835"/>
              </a:lnSpc>
            </a:pPr>
            <a:r>
              <a:rPr sz="800" u="sng" spc="3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b="0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1</a:t>
            </a:r>
            <a:r>
              <a:rPr sz="800" b="0" u="sng" spc="50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800">
              <a:latin typeface="Bookman Old Style"/>
              <a:cs typeface="Bookman Old Style"/>
            </a:endParaRPr>
          </a:p>
          <a:p>
            <a:pPr marL="27305">
              <a:lnSpc>
                <a:spcPts val="770"/>
              </a:lnSpc>
            </a:pPr>
            <a:r>
              <a:rPr sz="800" b="0" i="1" spc="-25" dirty="0">
                <a:latin typeface="Bookman Old Style"/>
                <a:cs typeface="Bookman Old Style"/>
              </a:rPr>
              <a:t>b</a:t>
            </a:r>
            <a:r>
              <a:rPr sz="800" i="1" spc="-25" dirty="0">
                <a:latin typeface="Arial"/>
                <a:cs typeface="Arial"/>
              </a:rPr>
              <a:t>−</a:t>
            </a:r>
            <a:r>
              <a:rPr sz="800" b="0" i="1" spc="-25" dirty="0">
                <a:latin typeface="Bookman Old Style"/>
                <a:cs typeface="Bookman Old Style"/>
              </a:rPr>
              <a:t>a</a:t>
            </a:r>
            <a:endParaRPr sz="800">
              <a:latin typeface="Bookman Old Style"/>
              <a:cs typeface="Bookman Old Style"/>
            </a:endParaRPr>
          </a:p>
          <a:p>
            <a:pPr marL="12700">
              <a:lnSpc>
                <a:spcPts val="1205"/>
              </a:lnSpc>
            </a:pPr>
            <a:r>
              <a:rPr sz="1100" spc="-5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185DBBB-233E-FCD5-7274-C9861B085E2A}"/>
              </a:ext>
            </a:extLst>
          </p:cNvPr>
          <p:cNvSpPr txBox="1"/>
          <p:nvPr/>
        </p:nvSpPr>
        <p:spPr>
          <a:xfrm>
            <a:off x="2119604" y="2185949"/>
            <a:ext cx="734060" cy="542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  <a:p>
            <a:pPr marL="12700" marR="5080">
              <a:lnSpc>
                <a:spcPts val="141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195" dirty="0">
                <a:latin typeface="Bookman Old Style"/>
                <a:cs typeface="Bookman Old Style"/>
              </a:rPr>
              <a:t>b</a:t>
            </a:r>
            <a:r>
              <a:rPr sz="1100" b="0" i="1" dirty="0">
                <a:latin typeface="Bookman Old Style"/>
                <a:cs typeface="Bookman Old Style"/>
              </a:rPr>
              <a:t> 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7DD4D15D-7A66-49BB-526D-FD081D104D1E}"/>
              </a:ext>
            </a:extLst>
          </p:cNvPr>
          <p:cNvSpPr txBox="1"/>
          <p:nvPr/>
        </p:nvSpPr>
        <p:spPr>
          <a:xfrm>
            <a:off x="3027426" y="2361590"/>
            <a:ext cx="580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EC0C6C9-A3AA-94C3-B921-22B8D41D8810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CE22AE9-5D55-72DA-DCA0-9413575A698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CB39BE4-3DD3-8457-1320-C6C8A2A6E5B1}"/>
              </a:ext>
            </a:extLst>
          </p:cNvPr>
          <p:cNvSpPr txBox="1"/>
          <p:nvPr/>
        </p:nvSpPr>
        <p:spPr>
          <a:xfrm>
            <a:off x="1579994" y="3334664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4C044B1F-84FB-CFB6-3CF6-DE714847FD95}"/>
              </a:ext>
            </a:extLst>
          </p:cNvPr>
          <p:cNvSpPr/>
          <p:nvPr/>
        </p:nvSpPr>
        <p:spPr>
          <a:xfrm>
            <a:off x="1775866" y="861923"/>
            <a:ext cx="67539" cy="50889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EEE88C0E-2CF3-0745-3907-0C2596E0B0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20" y="1518671"/>
            <a:ext cx="140800" cy="28160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F9DF5368-7135-236F-9A26-1B68A32E9D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22" y="1526501"/>
            <a:ext cx="140800" cy="281600"/>
          </a:xfrm>
          <a:prstGeom prst="rect">
            <a:avLst/>
          </a:prstGeom>
        </p:spPr>
      </p:pic>
      <p:sp>
        <p:nvSpPr>
          <p:cNvPr id="35" name="Left Brace 34">
            <a:extLst>
              <a:ext uri="{FF2B5EF4-FFF2-40B4-BE49-F238E27FC236}">
                <a16:creationId xmlns:a16="http://schemas.microsoft.com/office/drawing/2014/main" id="{89F5BCAF-182C-B31E-FBAE-50B6B8F789EB}"/>
              </a:ext>
            </a:extLst>
          </p:cNvPr>
          <p:cNvSpPr/>
          <p:nvPr/>
        </p:nvSpPr>
        <p:spPr>
          <a:xfrm>
            <a:off x="1649731" y="2185949"/>
            <a:ext cx="45719" cy="54292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0589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AC53A-3A84-455D-D474-4A020A1D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0748C3-8D74-BB06-85FC-1001AEFAE07D}"/>
              </a:ext>
            </a:extLst>
          </p:cNvPr>
          <p:cNvSpPr txBox="1"/>
          <p:nvPr/>
        </p:nvSpPr>
        <p:spPr>
          <a:xfrm>
            <a:off x="1658315" y="62407"/>
            <a:ext cx="12668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0" i="1" spc="210" dirty="0">
                <a:solidFill>
                  <a:srgbClr val="FFFFFF"/>
                </a:solidFill>
                <a:latin typeface="Bookman Old Style"/>
                <a:cs typeface="Bookman Old Style"/>
              </a:rPr>
              <a:t>f </a:t>
            </a: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b="0" i="1" spc="-50" dirty="0">
                <a:solidFill>
                  <a:srgbClr val="FFFFFF"/>
                </a:solidFill>
                <a:latin typeface="Bookman Old Style"/>
                <a:cs typeface="Bookman Old Style"/>
              </a:rPr>
              <a:t>F</a:t>
            </a:r>
            <a:endParaRPr sz="1400">
              <a:latin typeface="Bookman Old Style"/>
              <a:cs typeface="Bookman Old Style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FC1919-DD74-9418-29E6-B1B16D525106}"/>
              </a:ext>
            </a:extLst>
          </p:cNvPr>
          <p:cNvSpPr txBox="1"/>
          <p:nvPr/>
        </p:nvSpPr>
        <p:spPr>
          <a:xfrm>
            <a:off x="100444" y="981659"/>
            <a:ext cx="2472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45" dirty="0">
                <a:latin typeface="Times New Roman"/>
                <a:cs typeface="Times New Roman"/>
              </a:rPr>
              <a:t>[0</a:t>
            </a:r>
            <a:r>
              <a:rPr sz="1100" b="0" i="1" spc="-4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3C47D03-DF18-5E9D-0BED-C419C4267FB2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F587AAA-FF0B-88E5-0240-BF1D36AF4A2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472A4B-BF89-8D93-E534-1EAA3AC417C3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719057744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493F-F4B5-18D3-340A-D88575AAE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7C7DDF-A5F7-6B03-BA4B-BFD453315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6535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20" dirty="0"/>
              <a:t> </a:t>
            </a:r>
            <a:r>
              <a:rPr b="0" i="1" spc="210" dirty="0">
                <a:latin typeface="Bookman Old Style"/>
                <a:cs typeface="Bookman Old Style"/>
              </a:rPr>
              <a:t>f </a:t>
            </a:r>
            <a:r>
              <a:rPr spc="75" dirty="0"/>
              <a:t>to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F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530E69-11C1-A4FB-24F6-A36169F8297E}"/>
              </a:ext>
            </a:extLst>
          </p:cNvPr>
          <p:cNvSpPr txBox="1"/>
          <p:nvPr/>
        </p:nvSpPr>
        <p:spPr>
          <a:xfrm>
            <a:off x="100444" y="981659"/>
            <a:ext cx="2472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45" dirty="0">
                <a:latin typeface="Times New Roman"/>
                <a:cs typeface="Times New Roman"/>
              </a:rPr>
              <a:t>[0</a:t>
            </a:r>
            <a:r>
              <a:rPr sz="1100" b="0" i="1" spc="-4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E5B5AF-3E91-ADE4-63A9-85DC5490572C}"/>
              </a:ext>
            </a:extLst>
          </p:cNvPr>
          <p:cNvSpPr txBox="1"/>
          <p:nvPr/>
        </p:nvSpPr>
        <p:spPr>
          <a:xfrm>
            <a:off x="1415973" y="1180439"/>
            <a:ext cx="87249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78232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9FB68CE-AEDC-A025-4DBC-1C2764E03B17}"/>
              </a:ext>
            </a:extLst>
          </p:cNvPr>
          <p:cNvSpPr txBox="1"/>
          <p:nvPr/>
        </p:nvSpPr>
        <p:spPr>
          <a:xfrm>
            <a:off x="1543457" y="1257421"/>
            <a:ext cx="856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320" algn="l"/>
              </a:tabLst>
            </a:pPr>
            <a:r>
              <a:rPr sz="800" b="0" i="1" spc="-5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7B31DB7-0BD9-E137-6A25-CF69645EB94B}"/>
              </a:ext>
            </a:extLst>
          </p:cNvPr>
          <p:cNvSpPr txBox="1"/>
          <p:nvPr/>
        </p:nvSpPr>
        <p:spPr>
          <a:xfrm>
            <a:off x="1506575" y="1485740"/>
            <a:ext cx="849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320" algn="l"/>
              </a:tabLst>
            </a:pPr>
            <a:r>
              <a:rPr sz="800" b="0" spc="-50" dirty="0">
                <a:latin typeface="Bookman Old Style"/>
                <a:cs typeface="Bookman Old Style"/>
              </a:rPr>
              <a:t>0</a:t>
            </a:r>
            <a:r>
              <a:rPr sz="800" b="0" dirty="0">
                <a:latin typeface="Bookman Old Style"/>
                <a:cs typeface="Bookman Old Style"/>
              </a:rPr>
              <a:t>	</a:t>
            </a:r>
            <a:r>
              <a:rPr sz="800" b="0" spc="-50" dirty="0">
                <a:latin typeface="Bookman Old Style"/>
                <a:cs typeface="Bookman Old Style"/>
              </a:rPr>
              <a:t>0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4F9432-D17C-3E6C-CDE6-2E28B1E1E449}"/>
              </a:ext>
            </a:extLst>
          </p:cNvPr>
          <p:cNvSpPr txBox="1"/>
          <p:nvPr/>
        </p:nvSpPr>
        <p:spPr>
          <a:xfrm>
            <a:off x="3004134" y="12752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7D3286E-CF28-E77E-95EC-C4F873982B2C}"/>
              </a:ext>
            </a:extLst>
          </p:cNvPr>
          <p:cNvSpPr txBox="1"/>
          <p:nvPr/>
        </p:nvSpPr>
        <p:spPr>
          <a:xfrm>
            <a:off x="3138614" y="1349146"/>
            <a:ext cx="1847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dirty="0">
                <a:latin typeface="Bookman Old Style"/>
                <a:cs typeface="Bookman Old Style"/>
              </a:rPr>
              <a:t>2</a:t>
            </a:r>
            <a:r>
              <a:rPr sz="800" b="0" spc="20" dirty="0">
                <a:latin typeface="Bookman Old Style"/>
                <a:cs typeface="Bookman Old Style"/>
              </a:rPr>
              <a:t> 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D794950-8B7F-774E-0E3D-F0FC9101ADD7}"/>
              </a:ext>
            </a:extLst>
          </p:cNvPr>
          <p:cNvSpPr txBox="1"/>
          <p:nvPr/>
        </p:nvSpPr>
        <p:spPr>
          <a:xfrm>
            <a:off x="2886964" y="1173670"/>
            <a:ext cx="54483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29259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E9B892F-ADEB-E609-709B-AFE6C96A1950}"/>
              </a:ext>
            </a:extLst>
          </p:cNvPr>
          <p:cNvSpPr txBox="1"/>
          <p:nvPr/>
        </p:nvSpPr>
        <p:spPr>
          <a:xfrm>
            <a:off x="827138" y="1369022"/>
            <a:ext cx="289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29944" algn="l"/>
                <a:tab pos="1599565" algn="l"/>
                <a:tab pos="2189480" algn="l"/>
                <a:tab pos="2629535" algn="l"/>
              </a:tabLst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2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650" spc="-15" baseline="-37878" dirty="0">
                <a:latin typeface="Times New Roman"/>
                <a:cs typeface="Times New Roman"/>
              </a:rPr>
              <a:t>2</a:t>
            </a:r>
            <a:r>
              <a:rPr sz="1650" spc="-240" baseline="-37878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16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200" b="0" spc="-37" baseline="-17361" dirty="0">
                <a:latin typeface="Bookman Old Style"/>
                <a:cs typeface="Bookman Old Style"/>
              </a:rPr>
              <a:t>0</a:t>
            </a:r>
            <a:r>
              <a:rPr sz="1200" b="0" baseline="-17361" dirty="0">
                <a:latin typeface="Bookman Old Style"/>
                <a:cs typeface="Bookman Old Style"/>
              </a:rPr>
              <a:t>	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x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AE7D263-7595-784C-1C48-5DBDC499EFF6}"/>
              </a:ext>
            </a:extLst>
          </p:cNvPr>
          <p:cNvSpPr txBox="1"/>
          <p:nvPr/>
        </p:nvSpPr>
        <p:spPr>
          <a:xfrm>
            <a:off x="3669956" y="134914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2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FA32B51-3F64-5E2D-FF8D-9B2CF64E6396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2741F3B-4D56-FA2F-9119-2F0FF8282E2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E1C834B-299B-9D34-B80E-CB00939D543A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4" name="Picture 2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ECFFF66-1BAA-2CB6-60F9-D9DF54C860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04" y="1301923"/>
            <a:ext cx="140800" cy="2816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10C27D42-576B-4C6A-4906-0C8CBED9DB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79" y="1289017"/>
            <a:ext cx="140800" cy="281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FCF98B1-F88D-7A01-EB8D-3522B2039EA9}"/>
              </a:ext>
            </a:extLst>
          </p:cNvPr>
          <p:cNvSpPr txBox="1"/>
          <p:nvPr/>
        </p:nvSpPr>
        <p:spPr>
          <a:xfrm>
            <a:off x="2821279" y="1269555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     )</a:t>
            </a:r>
          </a:p>
        </p:txBody>
      </p:sp>
    </p:spTree>
    <p:extLst>
      <p:ext uri="{BB962C8B-B14F-4D97-AF65-F5344CB8AC3E}">
        <p14:creationId xmlns:p14="http://schemas.microsoft.com/office/powerpoint/2010/main" val="151812150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FAD3-A96C-8B8A-131A-DF7E6A4E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305F82-FB48-9BC5-D6BE-0020FADCE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86535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20" dirty="0"/>
              <a:t> </a:t>
            </a:r>
            <a:r>
              <a:rPr b="0" i="1" spc="210" dirty="0">
                <a:latin typeface="Bookman Old Style"/>
                <a:cs typeface="Bookman Old Style"/>
              </a:rPr>
              <a:t>f </a:t>
            </a:r>
            <a:r>
              <a:rPr spc="75" dirty="0"/>
              <a:t>to</a:t>
            </a:r>
            <a:r>
              <a:rPr spc="125" dirty="0"/>
              <a:t> </a:t>
            </a:r>
            <a:r>
              <a:rPr b="0" i="1" spc="-50" dirty="0">
                <a:latin typeface="Bookman Old Style"/>
                <a:cs typeface="Bookman Old Style"/>
              </a:rPr>
              <a:t>F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F2A134F-68B7-C451-573C-EF57D4ADA464}"/>
              </a:ext>
            </a:extLst>
          </p:cNvPr>
          <p:cNvSpPr txBox="1"/>
          <p:nvPr/>
        </p:nvSpPr>
        <p:spPr>
          <a:xfrm>
            <a:off x="100444" y="981659"/>
            <a:ext cx="2472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45" dirty="0">
                <a:latin typeface="Times New Roman"/>
                <a:cs typeface="Times New Roman"/>
              </a:rPr>
              <a:t>[0</a:t>
            </a:r>
            <a:r>
              <a:rPr sz="1100" b="0" i="1" spc="-4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9F8A347-3498-5EB9-D90F-F6C09C3A2CCE}"/>
              </a:ext>
            </a:extLst>
          </p:cNvPr>
          <p:cNvSpPr txBox="1"/>
          <p:nvPr/>
        </p:nvSpPr>
        <p:spPr>
          <a:xfrm>
            <a:off x="1415973" y="1180439"/>
            <a:ext cx="87249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78232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69B2DA6-641B-426B-9C4C-2A456CE1CE6B}"/>
              </a:ext>
            </a:extLst>
          </p:cNvPr>
          <p:cNvSpPr txBox="1"/>
          <p:nvPr/>
        </p:nvSpPr>
        <p:spPr>
          <a:xfrm>
            <a:off x="1543457" y="1257421"/>
            <a:ext cx="856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320" algn="l"/>
              </a:tabLst>
            </a:pPr>
            <a:r>
              <a:rPr sz="800" b="0" i="1" spc="-50" dirty="0">
                <a:latin typeface="Bookman Old Style"/>
                <a:cs typeface="Bookman Old Style"/>
              </a:rPr>
              <a:t>x</a:t>
            </a:r>
            <a:r>
              <a:rPr sz="800" b="0" i="1" dirty="0">
                <a:latin typeface="Bookman Old Style"/>
                <a:cs typeface="Bookman Old Style"/>
              </a:rPr>
              <a:t>	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AF13DAA-5E29-B84E-AD0C-8CBDD27F9D91}"/>
              </a:ext>
            </a:extLst>
          </p:cNvPr>
          <p:cNvSpPr txBox="1"/>
          <p:nvPr/>
        </p:nvSpPr>
        <p:spPr>
          <a:xfrm>
            <a:off x="1506575" y="1485740"/>
            <a:ext cx="849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2320" algn="l"/>
              </a:tabLst>
            </a:pPr>
            <a:r>
              <a:rPr sz="800" b="0" spc="-50" dirty="0">
                <a:latin typeface="Bookman Old Style"/>
                <a:cs typeface="Bookman Old Style"/>
              </a:rPr>
              <a:t>0</a:t>
            </a:r>
            <a:r>
              <a:rPr sz="800" b="0" dirty="0">
                <a:latin typeface="Bookman Old Style"/>
                <a:cs typeface="Bookman Old Style"/>
              </a:rPr>
              <a:t>	</a:t>
            </a:r>
            <a:r>
              <a:rPr sz="800" b="0" spc="-50" dirty="0">
                <a:latin typeface="Bookman Old Style"/>
                <a:cs typeface="Bookman Old Style"/>
              </a:rPr>
              <a:t>0</a:t>
            </a:r>
            <a:endParaRPr sz="800" dirty="0">
              <a:latin typeface="Bookman Old Style"/>
              <a:cs typeface="Bookman Old Style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AD88F82-3D11-E2D0-C870-C42B84A660CB}"/>
              </a:ext>
            </a:extLst>
          </p:cNvPr>
          <p:cNvSpPr txBox="1"/>
          <p:nvPr/>
        </p:nvSpPr>
        <p:spPr>
          <a:xfrm>
            <a:off x="3004134" y="12752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FEB1D9C-EBE1-B152-57ED-0E95556F4512}"/>
              </a:ext>
            </a:extLst>
          </p:cNvPr>
          <p:cNvSpPr txBox="1"/>
          <p:nvPr/>
        </p:nvSpPr>
        <p:spPr>
          <a:xfrm>
            <a:off x="3138614" y="1349146"/>
            <a:ext cx="1847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dirty="0">
                <a:latin typeface="Bookman Old Style"/>
                <a:cs typeface="Bookman Old Style"/>
              </a:rPr>
              <a:t>2</a:t>
            </a:r>
            <a:r>
              <a:rPr sz="800" b="0" spc="20" dirty="0">
                <a:latin typeface="Bookman Old Style"/>
                <a:cs typeface="Bookman Old Style"/>
              </a:rPr>
              <a:t> </a:t>
            </a:r>
            <a:r>
              <a:rPr sz="800" b="0" i="1" spc="-5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10D7BF-F630-64A7-81F6-067705B6BB00}"/>
              </a:ext>
            </a:extLst>
          </p:cNvPr>
          <p:cNvSpPr txBox="1"/>
          <p:nvPr/>
        </p:nvSpPr>
        <p:spPr>
          <a:xfrm>
            <a:off x="2886964" y="1173670"/>
            <a:ext cx="54483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29259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0933A16-7837-A9A2-DCCD-457BCE84F1B5}"/>
              </a:ext>
            </a:extLst>
          </p:cNvPr>
          <p:cNvSpPr txBox="1"/>
          <p:nvPr/>
        </p:nvSpPr>
        <p:spPr>
          <a:xfrm>
            <a:off x="827138" y="1369022"/>
            <a:ext cx="289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29944" algn="l"/>
                <a:tab pos="1599565" algn="l"/>
                <a:tab pos="2189480" algn="l"/>
                <a:tab pos="2629535" algn="l"/>
              </a:tabLst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2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dt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650" spc="-15" baseline="-37878" dirty="0">
                <a:latin typeface="Times New Roman"/>
                <a:cs typeface="Times New Roman"/>
              </a:rPr>
              <a:t>2</a:t>
            </a:r>
            <a:r>
              <a:rPr sz="1650" spc="-240" baseline="-37878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b="0" i="1" spc="16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|</a:t>
            </a:r>
            <a:r>
              <a:rPr sz="1200" b="0" spc="-37" baseline="-17361" dirty="0">
                <a:latin typeface="Bookman Old Style"/>
                <a:cs typeface="Bookman Old Style"/>
              </a:rPr>
              <a:t>0</a:t>
            </a:r>
            <a:r>
              <a:rPr sz="1200" b="0" baseline="-17361" dirty="0">
                <a:latin typeface="Bookman Old Style"/>
                <a:cs typeface="Bookman Old Style"/>
              </a:rPr>
              <a:t>	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x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A5F8CC6-25A3-E32F-96FF-C4E75EFA569E}"/>
              </a:ext>
            </a:extLst>
          </p:cNvPr>
          <p:cNvSpPr txBox="1"/>
          <p:nvPr/>
        </p:nvSpPr>
        <p:spPr>
          <a:xfrm>
            <a:off x="3669956" y="134914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2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1575599-DBA8-574F-E250-F17E10486F56}"/>
              </a:ext>
            </a:extLst>
          </p:cNvPr>
          <p:cNvSpPr txBox="1"/>
          <p:nvPr/>
        </p:nvSpPr>
        <p:spPr>
          <a:xfrm>
            <a:off x="1330045" y="1985670"/>
            <a:ext cx="601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22E2964-0011-CF76-24F1-F8D25C91BF74}"/>
              </a:ext>
            </a:extLst>
          </p:cNvPr>
          <p:cNvSpPr txBox="1"/>
          <p:nvPr/>
        </p:nvSpPr>
        <p:spPr>
          <a:xfrm>
            <a:off x="2079904" y="1935175"/>
            <a:ext cx="209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7" baseline="-20202" dirty="0">
                <a:latin typeface="Bookman Old Style"/>
                <a:cs typeface="Bookman Old Style"/>
              </a:rPr>
              <a:t>x</a:t>
            </a:r>
            <a:r>
              <a:rPr sz="800" b="0" spc="-25" dirty="0">
                <a:latin typeface="Bookman Old Style"/>
                <a:cs typeface="Bookman Old Style"/>
              </a:rPr>
              <a:t>2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67A0F73-C30F-98EE-6543-B7EB0E4ECDAE}"/>
              </a:ext>
            </a:extLst>
          </p:cNvPr>
          <p:cNvSpPr txBox="1"/>
          <p:nvPr/>
        </p:nvSpPr>
        <p:spPr>
          <a:xfrm>
            <a:off x="2079904" y="2092667"/>
            <a:ext cx="332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-112" baseline="-32828" dirty="0">
                <a:latin typeface="Times New Roman"/>
                <a:cs typeface="Times New Roman"/>
              </a:rPr>
              <a:t>1</a:t>
            </a:r>
            <a:endParaRPr sz="1650" baseline="-32828" dirty="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C3964D3-AB16-8C8C-D28C-0113A93C70B1}"/>
              </a:ext>
            </a:extLst>
          </p:cNvPr>
          <p:cNvSpPr txBox="1"/>
          <p:nvPr/>
        </p:nvSpPr>
        <p:spPr>
          <a:xfrm>
            <a:off x="2105304" y="1813382"/>
            <a:ext cx="106934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8130" algn="l"/>
              </a:tabLst>
            </a:pPr>
            <a:r>
              <a:rPr sz="1100" spc="-50" dirty="0">
                <a:latin typeface="Times New Roman"/>
                <a:cs typeface="Times New Roman"/>
              </a:rPr>
              <a:t>0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&lt;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lang="en-US" sz="1100" b="0" i="1" spc="-50" dirty="0">
                <a:latin typeface="Bookman Old Style"/>
                <a:cs typeface="Bookman Old Style"/>
              </a:rPr>
              <a:t>0</a:t>
            </a:r>
            <a:endParaRPr sz="1100" dirty="0">
              <a:latin typeface="Bookman Old Style"/>
              <a:cs typeface="Bookman Old Style"/>
            </a:endParaRPr>
          </a:p>
          <a:p>
            <a:pPr marL="278130" marR="5080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lang="en-US" sz="1100" b="0" i="1" spc="-114" dirty="0">
                <a:latin typeface="Bookman Old Style"/>
                <a:cs typeface="Bookman Old Style"/>
              </a:rPr>
              <a:t>0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lang="en-US" sz="1100" b="0" i="1" spc="-25" dirty="0">
                <a:latin typeface="Bookman Old Style"/>
                <a:cs typeface="Bookman Old Style"/>
              </a:rPr>
              <a:t>1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b="0" i="1" spc="180" dirty="0">
                <a:latin typeface="Bookman Old Style"/>
                <a:cs typeface="Bookman Old Style"/>
              </a:rPr>
              <a:t>&gt;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lang="en-US" sz="1100" b="0" i="1" spc="-50" dirty="0">
                <a:latin typeface="Bookman Old Style"/>
                <a:cs typeface="Bookman Old Style"/>
              </a:rPr>
              <a:t>1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B03838F-1FE4-596B-8C3B-3D64FBEF1EBC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5254B43-E552-65D3-C304-73A83C66B34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8A66E3F-14AC-CB03-2181-52E03852BFBF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4" name="Picture 23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09256851-AAF3-2669-359C-39B779879D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704" y="1301923"/>
            <a:ext cx="140800" cy="281600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697EE96D-0716-15BD-56D9-2BC2EFC6B84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679" y="1289017"/>
            <a:ext cx="140800" cy="281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747CA11-A24C-230E-CC67-1C7D753BD968}"/>
              </a:ext>
            </a:extLst>
          </p:cNvPr>
          <p:cNvSpPr txBox="1"/>
          <p:nvPr/>
        </p:nvSpPr>
        <p:spPr>
          <a:xfrm>
            <a:off x="2821279" y="1269555"/>
            <a:ext cx="114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     )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BECE19B2-C135-A080-A2A2-2E6BB4D56ED1}"/>
              </a:ext>
            </a:extLst>
          </p:cNvPr>
          <p:cNvSpPr/>
          <p:nvPr/>
        </p:nvSpPr>
        <p:spPr>
          <a:xfrm>
            <a:off x="1926045" y="1796692"/>
            <a:ext cx="45719" cy="61948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92096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4737" y="62407"/>
            <a:ext cx="2558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Properties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Box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92378"/>
            <a:ext cx="12452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4737" y="62407"/>
            <a:ext cx="2558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Properties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Box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832" y="748599"/>
            <a:ext cx="2872740" cy="7569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48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monotonic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3335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140" dirty="0">
                <a:latin typeface="Bookman Old Style"/>
                <a:cs typeface="Bookman Old Style"/>
              </a:rPr>
              <a:t>y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87894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Properties</a:t>
            </a:r>
            <a:r>
              <a:rPr spc="12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70" dirty="0"/>
              <a:t>a</a:t>
            </a:r>
            <a:r>
              <a:rPr spc="125" dirty="0"/>
              <a:t> </a:t>
            </a:r>
            <a:r>
              <a:rPr spc="90" dirty="0"/>
              <a:t>CDF</a:t>
            </a:r>
            <a:r>
              <a:rPr spc="130" dirty="0"/>
              <a:t> </a:t>
            </a:r>
            <a:r>
              <a:rPr dirty="0"/>
              <a:t>Box</a:t>
            </a:r>
            <a:r>
              <a:rPr spc="130" dirty="0"/>
              <a:t> </a:t>
            </a:r>
            <a:r>
              <a:rPr dirty="0"/>
              <a:t>pg</a:t>
            </a:r>
            <a:r>
              <a:rPr spc="130" dirty="0"/>
              <a:t> </a:t>
            </a:r>
            <a:r>
              <a:rPr spc="-25" dirty="0"/>
              <a:t>150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8789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043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956523"/>
            <a:ext cx="3848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10" dirty="0">
                <a:latin typeface="Bookman Old Style"/>
                <a:cs typeface="Bookman Old Style"/>
              </a:rPr>
              <a:t>x</a:t>
            </a:r>
            <a:r>
              <a:rPr sz="800" i="1" spc="110" dirty="0">
                <a:latin typeface="Arial"/>
                <a:cs typeface="Arial"/>
              </a:rPr>
              <a:t>→−∞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132" y="748599"/>
            <a:ext cx="2898140" cy="12782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48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monotonic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140" dirty="0">
                <a:latin typeface="Bookman Old Style"/>
                <a:cs typeface="Bookman Old Style"/>
              </a:rPr>
              <a:t>y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Properties</a:t>
            </a:r>
            <a:r>
              <a:rPr spc="12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70" dirty="0"/>
              <a:t>a</a:t>
            </a:r>
            <a:r>
              <a:rPr spc="125" dirty="0"/>
              <a:t> </a:t>
            </a:r>
            <a:r>
              <a:rPr spc="90" dirty="0"/>
              <a:t>CDF</a:t>
            </a:r>
            <a:r>
              <a:rPr spc="130" dirty="0"/>
              <a:t> </a:t>
            </a:r>
            <a:r>
              <a:rPr dirty="0"/>
              <a:t>Box</a:t>
            </a:r>
            <a:r>
              <a:rPr spc="130" dirty="0"/>
              <a:t> </a:t>
            </a:r>
            <a:r>
              <a:rPr dirty="0"/>
              <a:t>pg</a:t>
            </a:r>
            <a:r>
              <a:rPr spc="130" dirty="0"/>
              <a:t> </a:t>
            </a:r>
            <a:r>
              <a:rPr spc="-25" dirty="0"/>
              <a:t>150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8789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043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956523"/>
            <a:ext cx="3848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10" dirty="0">
                <a:latin typeface="Bookman Old Style"/>
                <a:cs typeface="Bookman Old Style"/>
              </a:rPr>
              <a:t>x</a:t>
            </a:r>
            <a:r>
              <a:rPr sz="800" i="1" spc="110" dirty="0">
                <a:latin typeface="Arial"/>
                <a:cs typeface="Arial"/>
              </a:rPr>
              <a:t>→−∞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132" y="748599"/>
            <a:ext cx="2898140" cy="12782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48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monotonic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140" dirty="0">
                <a:latin typeface="Bookman Old Style"/>
                <a:cs typeface="Bookman Old Style"/>
              </a:rPr>
              <a:t>y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83600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218575"/>
            <a:ext cx="301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90" dirty="0">
                <a:latin typeface="Bookman Old Style"/>
                <a:cs typeface="Bookman Old Style"/>
              </a:rPr>
              <a:t>x</a:t>
            </a:r>
            <a:r>
              <a:rPr sz="800" i="1" spc="90" dirty="0">
                <a:latin typeface="Arial"/>
                <a:cs typeface="Arial"/>
              </a:rPr>
              <a:t>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138" y="2098116"/>
            <a:ext cx="996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Properties</a:t>
            </a:r>
            <a:r>
              <a:rPr spc="12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70" dirty="0"/>
              <a:t>a</a:t>
            </a:r>
            <a:r>
              <a:rPr spc="125" dirty="0"/>
              <a:t> </a:t>
            </a:r>
            <a:r>
              <a:rPr spc="90" dirty="0"/>
              <a:t>CDF</a:t>
            </a:r>
            <a:r>
              <a:rPr spc="130" dirty="0"/>
              <a:t> </a:t>
            </a:r>
            <a:r>
              <a:rPr dirty="0"/>
              <a:t>Box</a:t>
            </a:r>
            <a:r>
              <a:rPr spc="130" dirty="0"/>
              <a:t> </a:t>
            </a:r>
            <a:r>
              <a:rPr dirty="0"/>
              <a:t>pg</a:t>
            </a:r>
            <a:r>
              <a:rPr spc="130" dirty="0"/>
              <a:t> </a:t>
            </a:r>
            <a:r>
              <a:rPr spc="-25" dirty="0"/>
              <a:t>150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8789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043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956523"/>
            <a:ext cx="3848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10" dirty="0">
                <a:latin typeface="Bookman Old Style"/>
                <a:cs typeface="Bookman Old Style"/>
              </a:rPr>
              <a:t>x</a:t>
            </a:r>
            <a:r>
              <a:rPr sz="800" i="1" spc="110" dirty="0">
                <a:latin typeface="Arial"/>
                <a:cs typeface="Arial"/>
              </a:rPr>
              <a:t>→−∞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132" y="748599"/>
            <a:ext cx="2898140" cy="12782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48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monotonic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140" dirty="0">
                <a:latin typeface="Bookman Old Style"/>
                <a:cs typeface="Bookman Old Style"/>
              </a:rPr>
              <a:t>y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83600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218575"/>
            <a:ext cx="301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90" dirty="0">
                <a:latin typeface="Bookman Old Style"/>
                <a:cs typeface="Bookman Old Style"/>
              </a:rPr>
              <a:t>x</a:t>
            </a:r>
            <a:r>
              <a:rPr sz="800" i="1" spc="90" dirty="0">
                <a:latin typeface="Arial"/>
                <a:cs typeface="Arial"/>
              </a:rPr>
              <a:t>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138" y="2098116"/>
            <a:ext cx="996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435098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7532" y="2349614"/>
            <a:ext cx="38246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discrete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piecewise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constant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(Fig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3.6)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Properties</a:t>
            </a:r>
            <a:r>
              <a:rPr spc="12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70" dirty="0"/>
              <a:t>a</a:t>
            </a:r>
            <a:r>
              <a:rPr spc="125" dirty="0"/>
              <a:t> </a:t>
            </a:r>
            <a:r>
              <a:rPr spc="90" dirty="0"/>
              <a:t>CDF</a:t>
            </a:r>
            <a:r>
              <a:rPr spc="130" dirty="0"/>
              <a:t> </a:t>
            </a:r>
            <a:r>
              <a:rPr dirty="0"/>
              <a:t>Box</a:t>
            </a:r>
            <a:r>
              <a:rPr spc="130" dirty="0"/>
              <a:t> </a:t>
            </a:r>
            <a:r>
              <a:rPr dirty="0"/>
              <a:t>pg</a:t>
            </a:r>
            <a:r>
              <a:rPr spc="130" dirty="0"/>
              <a:t> </a:t>
            </a:r>
            <a:r>
              <a:rPr spc="-25" dirty="0"/>
              <a:t>150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77862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87894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920430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956523"/>
            <a:ext cx="3848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10" dirty="0">
                <a:latin typeface="Bookman Old Style"/>
                <a:cs typeface="Bookman Old Style"/>
              </a:rPr>
              <a:t>x</a:t>
            </a:r>
            <a:r>
              <a:rPr sz="800" i="1" spc="110" dirty="0">
                <a:latin typeface="Arial"/>
                <a:cs typeface="Arial"/>
              </a:rPr>
              <a:t>→−∞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132" y="748599"/>
            <a:ext cx="2898140" cy="12782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9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334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48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monotonic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Times New Roman"/>
              <a:cs typeface="Times New Roman"/>
            </a:endParaRPr>
          </a:p>
          <a:p>
            <a:pPr marL="134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140" dirty="0">
                <a:latin typeface="Bookman Old Style"/>
                <a:cs typeface="Bookman Old Style"/>
              </a:rPr>
              <a:t>y</a:t>
            </a:r>
            <a:r>
              <a:rPr sz="1100" b="0" i="1" spc="30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y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4668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190" dirty="0">
                <a:latin typeface="Times New Roman"/>
                <a:cs typeface="Times New Roman"/>
              </a:rPr>
              <a:t> 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183600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218575"/>
            <a:ext cx="3016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90" dirty="0">
                <a:latin typeface="Bookman Old Style"/>
                <a:cs typeface="Bookman Old Style"/>
              </a:rPr>
              <a:t>x</a:t>
            </a:r>
            <a:r>
              <a:rPr sz="800" i="1" spc="90" dirty="0">
                <a:latin typeface="Arial"/>
                <a:cs typeface="Arial"/>
              </a:rPr>
              <a:t>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138" y="2098116"/>
            <a:ext cx="996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lim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→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435098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7532" y="2305834"/>
            <a:ext cx="3824604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discrete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piecewise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constant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(Fig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3.6)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5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50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(Fig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3.7)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645130"/>
            <a:ext cx="63233" cy="6323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4737" y="62407"/>
            <a:ext cx="2558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Properties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Times New Roman"/>
                <a:cs typeface="Times New Roman"/>
              </a:rPr>
              <a:t>CDF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Box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47635"/>
            <a:ext cx="1391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524" y="759066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8068" y="836460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4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486" y="1110602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4" dirty="0">
                <a:latin typeface="Arial"/>
                <a:cs typeface="Arial"/>
              </a:rPr>
              <a:t>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1710" y="947635"/>
            <a:ext cx="974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dt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2123" y="1420660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57" y="1349082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200" i="1" spc="112" baseline="31250" dirty="0">
                <a:latin typeface="Arial"/>
                <a:cs typeface="Arial"/>
              </a:rPr>
              <a:t>′</a:t>
            </a:r>
            <a:r>
              <a:rPr sz="1200" i="1" spc="375" baseline="31250" dirty="0">
                <a:latin typeface="Arial"/>
                <a:cs typeface="Arial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7" name="Picture 1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9D343A64-33C1-AC83-03B4-B562674AC8B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59" y="906985"/>
            <a:ext cx="140800" cy="281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5"/>
              </a:spcBef>
            </a:pPr>
            <a:r>
              <a:rPr spc="60" dirty="0"/>
              <a:t>Properties</a:t>
            </a:r>
            <a:r>
              <a:rPr spc="125" dirty="0"/>
              <a:t> </a:t>
            </a:r>
            <a:r>
              <a:rPr dirty="0"/>
              <a:t>of</a:t>
            </a:r>
            <a:r>
              <a:rPr spc="135" dirty="0"/>
              <a:t> </a:t>
            </a:r>
            <a:r>
              <a:rPr spc="70" dirty="0"/>
              <a:t>a</a:t>
            </a:r>
            <a:r>
              <a:rPr spc="125" dirty="0"/>
              <a:t> </a:t>
            </a:r>
            <a:r>
              <a:rPr spc="90" dirty="0"/>
              <a:t>CDF</a:t>
            </a:r>
            <a:r>
              <a:rPr spc="130" dirty="0"/>
              <a:t> </a:t>
            </a:r>
            <a:r>
              <a:rPr dirty="0"/>
              <a:t>Box</a:t>
            </a:r>
            <a:r>
              <a:rPr spc="130" dirty="0"/>
              <a:t> </a:t>
            </a:r>
            <a:r>
              <a:rPr dirty="0"/>
              <a:t>pg</a:t>
            </a:r>
            <a:r>
              <a:rPr spc="130" dirty="0"/>
              <a:t> </a:t>
            </a:r>
            <a:r>
              <a:rPr spc="-25" dirty="0"/>
              <a:t>150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947635"/>
            <a:ext cx="1391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10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524" y="759066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8068" y="836460"/>
            <a:ext cx="863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40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6486" y="1110602"/>
            <a:ext cx="217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4" dirty="0">
                <a:latin typeface="Arial"/>
                <a:cs typeface="Arial"/>
              </a:rPr>
              <a:t>−∞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1710" y="947635"/>
            <a:ext cx="974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t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90" dirty="0">
                <a:latin typeface="Times New Roman"/>
                <a:cs typeface="Times New Roman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dt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2123" y="1420660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57" y="1349082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spc="145" dirty="0">
                <a:latin typeface="Bookman Old Style"/>
                <a:cs typeface="Bookman Old Style"/>
              </a:rPr>
              <a:t>f</a:t>
            </a:r>
            <a:r>
              <a:rPr sz="1200" b="0" i="1" spc="217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200" i="1" spc="112" baseline="31250" dirty="0">
                <a:latin typeface="Arial"/>
                <a:cs typeface="Arial"/>
              </a:rPr>
              <a:t>′</a:t>
            </a:r>
            <a:r>
              <a:rPr sz="1200" i="1" spc="375" baseline="31250" dirty="0">
                <a:latin typeface="Arial"/>
                <a:cs typeface="Arial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x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840344"/>
            <a:ext cx="4171315" cy="5344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latin typeface="Times New Roman"/>
                <a:cs typeface="Times New Roman"/>
              </a:rPr>
              <a:t>Sometimes,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easier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CDF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PDF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CDF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derivative.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9/24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7" name="Picture 16" descr="\documentclass{article}&#10;\usepackage{amsmath}&#10;\pagestyle{empty}&#10;\begin{document}&#10;&#10;$\int$&#10;&#10;&#10;\end{document}" title="IguanaTex Bitmap Display">
            <a:extLst>
              <a:ext uri="{FF2B5EF4-FFF2-40B4-BE49-F238E27FC236}">
                <a16:creationId xmlns:a16="http://schemas.microsoft.com/office/drawing/2014/main" id="{4271D1AA-9729-D0F4-50D6-0EF04AA873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59" y="902662"/>
            <a:ext cx="140800" cy="2816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70" dirty="0"/>
              <a:t> </a:t>
            </a:r>
            <a:r>
              <a:rPr dirty="0"/>
              <a:t>3.6,</a:t>
            </a:r>
            <a:r>
              <a:rPr spc="175" dirty="0"/>
              <a:t> </a:t>
            </a:r>
            <a:r>
              <a:rPr dirty="0"/>
              <a:t>page</a:t>
            </a:r>
            <a:r>
              <a:rPr spc="175" dirty="0"/>
              <a:t> </a:t>
            </a:r>
            <a:r>
              <a:rPr dirty="0"/>
              <a:t>150</a:t>
            </a:r>
            <a:r>
              <a:rPr spc="170" dirty="0"/>
              <a:t> </a:t>
            </a:r>
            <a:r>
              <a:rPr dirty="0"/>
              <a:t>-</a:t>
            </a:r>
            <a:r>
              <a:rPr spc="170" dirty="0"/>
              <a:t> </a:t>
            </a:r>
            <a:r>
              <a:rPr dirty="0"/>
              <a:t>More</a:t>
            </a:r>
            <a:r>
              <a:rPr spc="175" dirty="0"/>
              <a:t> </a:t>
            </a:r>
            <a:r>
              <a:rPr spc="-10" dirty="0"/>
              <a:t>complicated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34720"/>
            <a:ext cx="4293870" cy="1060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times.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maximum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scores.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tests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integer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10.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9710">
              <a:lnSpc>
                <a:spcPct val="102600"/>
              </a:lnSpc>
              <a:spcBef>
                <a:spcPts val="5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independent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(that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didn’t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anything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test).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70" dirty="0"/>
              <a:t> </a:t>
            </a:r>
            <a:r>
              <a:rPr dirty="0"/>
              <a:t>3.6,</a:t>
            </a:r>
            <a:r>
              <a:rPr spc="175" dirty="0"/>
              <a:t> </a:t>
            </a:r>
            <a:r>
              <a:rPr dirty="0"/>
              <a:t>page</a:t>
            </a:r>
            <a:r>
              <a:rPr spc="175" dirty="0"/>
              <a:t> </a:t>
            </a:r>
            <a:r>
              <a:rPr dirty="0"/>
              <a:t>150</a:t>
            </a:r>
            <a:r>
              <a:rPr spc="170" dirty="0"/>
              <a:t> </a:t>
            </a:r>
            <a:r>
              <a:rPr dirty="0"/>
              <a:t>-</a:t>
            </a:r>
            <a:r>
              <a:rPr spc="170" dirty="0"/>
              <a:t> </a:t>
            </a:r>
            <a:r>
              <a:rPr dirty="0"/>
              <a:t>More</a:t>
            </a:r>
            <a:r>
              <a:rPr spc="175" dirty="0"/>
              <a:t> </a:t>
            </a:r>
            <a:r>
              <a:rPr spc="-10" dirty="0"/>
              <a:t>complicated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934720"/>
            <a:ext cx="4344670" cy="158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times.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25" dirty="0">
                <a:latin typeface="Times New Roman"/>
                <a:cs typeface="Times New Roman"/>
              </a:rPr>
              <a:t>the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maximum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scores.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tests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integer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10.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marR="232410">
              <a:lnSpc>
                <a:spcPct val="102600"/>
              </a:lnSpc>
              <a:spcBef>
                <a:spcPts val="5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independent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(that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didn’t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anything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40" dirty="0">
                <a:latin typeface="Times New Roman"/>
                <a:cs typeface="Times New Roman"/>
              </a:rPr>
              <a:t>test).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50800" marR="92075">
              <a:lnSpc>
                <a:spcPct val="102699"/>
              </a:lnSpc>
            </a:pP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PMF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4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100" dirty="0">
                <a:latin typeface="Times New Roman"/>
                <a:cs typeface="Times New Roman"/>
              </a:rPr>
              <a:t>),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test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scores,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200" b="0" i="1" spc="142" baseline="-10416" dirty="0">
                <a:latin typeface="Bookman Old Style"/>
                <a:cs typeface="Bookman Old Style"/>
              </a:rPr>
              <a:t>i</a:t>
            </a:r>
            <a:r>
              <a:rPr sz="1200" b="0" i="1" spc="382" baseline="-10416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Uniform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5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6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7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9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1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10].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12/24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055" y="62407"/>
            <a:ext cx="3357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3.6,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812850"/>
            <a:ext cx="282384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CDF:</a:t>
            </a:r>
            <a:endParaRPr sz="1100">
              <a:latin typeface="Times New Roman"/>
              <a:cs typeface="Times New Roman"/>
            </a:endParaRPr>
          </a:p>
          <a:p>
            <a:pPr marL="1608455">
              <a:lnSpc>
                <a:spcPct val="100000"/>
              </a:lnSpc>
              <a:spcBef>
                <a:spcPts val="35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055" y="62407"/>
            <a:ext cx="3357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3.6,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812850"/>
            <a:ext cx="3189605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Calculate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CDF:</a:t>
            </a:r>
            <a:endParaRPr sz="1100">
              <a:latin typeface="Times New Roman"/>
              <a:cs typeface="Times New Roman"/>
            </a:endParaRPr>
          </a:p>
          <a:p>
            <a:pPr marL="1217295" algn="ctr">
              <a:lnSpc>
                <a:spcPct val="100000"/>
              </a:lnSpc>
              <a:spcBef>
                <a:spcPts val="35"/>
              </a:spcBef>
            </a:pPr>
            <a:r>
              <a:rPr sz="1100"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1217295" algn="ctr">
              <a:lnSpc>
                <a:spcPct val="100000"/>
              </a:lnSpc>
            </a:pP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200" b="0" spc="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70" dirty="0"/>
              <a:t> </a:t>
            </a:r>
            <a:r>
              <a:rPr dirty="0"/>
              <a:t>3.6,</a:t>
            </a:r>
            <a:r>
              <a:rPr spc="175" dirty="0"/>
              <a:t> </a:t>
            </a:r>
            <a:r>
              <a:rPr dirty="0"/>
              <a:t>page</a:t>
            </a:r>
            <a:r>
              <a:rPr spc="175" dirty="0"/>
              <a:t> </a:t>
            </a:r>
            <a:r>
              <a:rPr dirty="0"/>
              <a:t>150</a:t>
            </a:r>
            <a:r>
              <a:rPr spc="170" dirty="0"/>
              <a:t> </a:t>
            </a:r>
            <a:r>
              <a:rPr dirty="0"/>
              <a:t>-</a:t>
            </a:r>
            <a:r>
              <a:rPr spc="170" dirty="0"/>
              <a:t> </a:t>
            </a:r>
            <a:r>
              <a:rPr dirty="0"/>
              <a:t>More</a:t>
            </a:r>
            <a:r>
              <a:rPr spc="175" dirty="0"/>
              <a:t> </a:t>
            </a:r>
            <a:r>
              <a:rPr spc="-10" dirty="0"/>
              <a:t>complicated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/>
              <a:t>Calculate</a:t>
            </a:r>
            <a:r>
              <a:rPr spc="235" dirty="0"/>
              <a:t> </a:t>
            </a:r>
            <a:r>
              <a:rPr spc="50" dirty="0"/>
              <a:t>the</a:t>
            </a:r>
            <a:r>
              <a:rPr spc="240" dirty="0"/>
              <a:t> </a:t>
            </a:r>
            <a:r>
              <a:rPr spc="-20" dirty="0"/>
              <a:t>CDF:</a:t>
            </a:r>
          </a:p>
          <a:p>
            <a:pPr marL="944880" algn="ctr">
              <a:lnSpc>
                <a:spcPct val="100000"/>
              </a:lnSpc>
              <a:spcBef>
                <a:spcPts val="35"/>
              </a:spcBef>
            </a:pPr>
            <a:r>
              <a:rPr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40" dirty="0"/>
              <a:t> </a:t>
            </a:r>
            <a:r>
              <a:rPr sz="1100" spc="220" dirty="0"/>
              <a:t>=</a:t>
            </a:r>
            <a:r>
              <a:rPr sz="1100" spc="40" dirty="0"/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90" dirty="0"/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/>
          </a:p>
          <a:p>
            <a:pPr marL="944880" algn="ctr">
              <a:lnSpc>
                <a:spcPct val="100000"/>
              </a:lnSpc>
            </a:pPr>
            <a:r>
              <a:rPr spc="220" dirty="0"/>
              <a:t>=</a:t>
            </a:r>
            <a:r>
              <a:rPr spc="15" dirty="0"/>
              <a:t> </a:t>
            </a:r>
            <a:r>
              <a:rPr b="0" i="1" dirty="0">
                <a:latin typeface="Bookman Old Style"/>
                <a:cs typeface="Bookman Old Style"/>
              </a:rPr>
              <a:t>P</a:t>
            </a:r>
            <a:r>
              <a:rPr b="0" i="1" spc="-180" dirty="0">
                <a:latin typeface="Bookman Old Style"/>
                <a:cs typeface="Bookman Old Style"/>
              </a:rPr>
              <a:t> </a:t>
            </a:r>
            <a:r>
              <a:rPr dirty="0"/>
              <a:t>(</a:t>
            </a:r>
            <a:r>
              <a:rPr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200" b="0" spc="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/>
          </a:p>
          <a:p>
            <a:pPr marL="944880" algn="ctr">
              <a:lnSpc>
                <a:spcPct val="100000"/>
              </a:lnSpc>
            </a:pPr>
            <a:r>
              <a:rPr spc="220" dirty="0"/>
              <a:t>=</a:t>
            </a:r>
            <a:r>
              <a:rPr spc="50" dirty="0"/>
              <a:t> </a:t>
            </a:r>
            <a:r>
              <a:rPr b="0" i="1" dirty="0">
                <a:latin typeface="Bookman Old Style"/>
                <a:cs typeface="Bookman Old Style"/>
              </a:rPr>
              <a:t>P</a:t>
            </a:r>
            <a:r>
              <a:rPr b="0" i="1" spc="-165" dirty="0">
                <a:latin typeface="Bookman Old Style"/>
                <a:cs typeface="Bookman Old Style"/>
              </a:rPr>
              <a:t> </a:t>
            </a:r>
            <a:r>
              <a:rPr dirty="0"/>
              <a:t>(</a:t>
            </a:r>
            <a:r>
              <a:rPr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200" b="0" spc="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200" b="0" spc="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200" b="0" spc="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5339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70" dirty="0"/>
              <a:t> </a:t>
            </a:r>
            <a:r>
              <a:rPr dirty="0"/>
              <a:t>3.6,</a:t>
            </a:r>
            <a:r>
              <a:rPr spc="175" dirty="0"/>
              <a:t> </a:t>
            </a:r>
            <a:r>
              <a:rPr dirty="0"/>
              <a:t>page</a:t>
            </a:r>
            <a:r>
              <a:rPr spc="175" dirty="0"/>
              <a:t> </a:t>
            </a:r>
            <a:r>
              <a:rPr dirty="0"/>
              <a:t>150</a:t>
            </a:r>
            <a:r>
              <a:rPr spc="170" dirty="0"/>
              <a:t> </a:t>
            </a:r>
            <a:r>
              <a:rPr dirty="0"/>
              <a:t>-</a:t>
            </a:r>
            <a:r>
              <a:rPr spc="170" dirty="0"/>
              <a:t> </a:t>
            </a:r>
            <a:r>
              <a:rPr dirty="0"/>
              <a:t>More</a:t>
            </a:r>
            <a:r>
              <a:rPr spc="175" dirty="0"/>
              <a:t> </a:t>
            </a:r>
            <a:r>
              <a:rPr spc="-10" dirty="0"/>
              <a:t>complicated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/>
              <a:t>Calculate</a:t>
            </a:r>
            <a:r>
              <a:rPr spc="235" dirty="0"/>
              <a:t> </a:t>
            </a:r>
            <a:r>
              <a:rPr spc="50" dirty="0"/>
              <a:t>the</a:t>
            </a:r>
            <a:r>
              <a:rPr spc="240" dirty="0"/>
              <a:t> </a:t>
            </a:r>
            <a:r>
              <a:rPr spc="-20" dirty="0"/>
              <a:t>CDF:</a:t>
            </a:r>
          </a:p>
          <a:p>
            <a:pPr marL="944880" algn="ctr">
              <a:lnSpc>
                <a:spcPct val="100000"/>
              </a:lnSpc>
              <a:spcBef>
                <a:spcPts val="35"/>
              </a:spcBef>
            </a:pPr>
            <a:r>
              <a:rPr b="0" i="1" spc="70" dirty="0">
                <a:latin typeface="Bookman Old Style"/>
                <a:cs typeface="Bookman Old Style"/>
              </a:rPr>
              <a:t>F</a:t>
            </a:r>
            <a:r>
              <a:rPr sz="1200" b="0" i="1" spc="104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40" dirty="0"/>
              <a:t> </a:t>
            </a:r>
            <a:r>
              <a:rPr sz="1100" spc="220" dirty="0"/>
              <a:t>=</a:t>
            </a:r>
            <a:r>
              <a:rPr sz="1100" spc="40" dirty="0"/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90" dirty="0"/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/>
          </a:p>
          <a:p>
            <a:pPr marL="944880" algn="ctr">
              <a:lnSpc>
                <a:spcPct val="100000"/>
              </a:lnSpc>
            </a:pPr>
            <a:r>
              <a:rPr spc="220" dirty="0"/>
              <a:t>=</a:t>
            </a:r>
            <a:r>
              <a:rPr spc="15" dirty="0"/>
              <a:t> </a:t>
            </a:r>
            <a:r>
              <a:rPr b="0" i="1" dirty="0">
                <a:latin typeface="Bookman Old Style"/>
                <a:cs typeface="Bookman Old Style"/>
              </a:rPr>
              <a:t>P</a:t>
            </a:r>
            <a:r>
              <a:rPr b="0" i="1" spc="-180" dirty="0">
                <a:latin typeface="Bookman Old Style"/>
                <a:cs typeface="Bookman Old Style"/>
              </a:rPr>
              <a:t> </a:t>
            </a:r>
            <a:r>
              <a:rPr dirty="0"/>
              <a:t>(</a:t>
            </a:r>
            <a:r>
              <a:rPr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200" b="0" spc="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k,</a:t>
            </a:r>
            <a:r>
              <a:rPr sz="1100" b="0" i="1" spc="150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200" b="0" spc="13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/>
          </a:p>
          <a:p>
            <a:pPr marL="944880" algn="ctr">
              <a:lnSpc>
                <a:spcPct val="100000"/>
              </a:lnSpc>
            </a:pPr>
            <a:r>
              <a:rPr spc="220" dirty="0"/>
              <a:t>=</a:t>
            </a:r>
            <a:r>
              <a:rPr spc="50" dirty="0"/>
              <a:t> </a:t>
            </a:r>
            <a:r>
              <a:rPr b="0" i="1" dirty="0">
                <a:latin typeface="Bookman Old Style"/>
                <a:cs typeface="Bookman Old Style"/>
              </a:rPr>
              <a:t>P</a:t>
            </a:r>
            <a:r>
              <a:rPr b="0" i="1" spc="-165" dirty="0">
                <a:latin typeface="Bookman Old Style"/>
                <a:cs typeface="Bookman Old Style"/>
              </a:rPr>
              <a:t> </a:t>
            </a:r>
            <a:r>
              <a:rPr dirty="0"/>
              <a:t>(</a:t>
            </a:r>
            <a:r>
              <a:rPr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1</a:t>
            </a:r>
            <a:r>
              <a:rPr sz="1200" b="0" spc="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2</a:t>
            </a:r>
            <a:r>
              <a:rPr sz="1200" b="0" spc="187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/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="0" baseline="-10416" dirty="0">
                <a:latin typeface="Bookman Old Style"/>
                <a:cs typeface="Bookman Old Style"/>
              </a:rPr>
              <a:t>3</a:t>
            </a:r>
            <a:r>
              <a:rPr sz="1200" b="0" spc="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/>
              <a:t>)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1685" y="233074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5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5095" y="2214509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65"/>
              </a:spcBef>
            </a:pPr>
            <a:r>
              <a:rPr sz="1100" b="0" i="1" u="sng" spc="-95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Times New Roman"/>
                <a:cs typeface="Times New Roman"/>
              </a:rPr>
              <a:t>10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925" y="2135390"/>
            <a:ext cx="3987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83210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0810" y="220723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3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13/24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8A8B5-D303-4619-1129-175C361E5BF8}"/>
              </a:ext>
            </a:extLst>
          </p:cNvPr>
          <p:cNvSpPr txBox="1"/>
          <p:nvPr/>
        </p:nvSpPr>
        <p:spPr>
          <a:xfrm>
            <a:off x="2127605" y="220723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 )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055" y="62407"/>
            <a:ext cx="3357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3.6,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150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4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4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complicated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2788" y="784377"/>
            <a:ext cx="5480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100" b="0" i="1" spc="90" dirty="0">
                <a:latin typeface="Bookman Old Style"/>
                <a:cs typeface="Bookman Old Style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6642" y="76715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u="sng" spc="-4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8453" y="73693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spc="-75" dirty="0">
                <a:latin typeface="Bookman Old Style"/>
                <a:cs typeface="Bookman Old Style"/>
              </a:rPr>
              <a:t>3</a:t>
            </a:r>
            <a:endParaRPr sz="800">
              <a:latin typeface="Bookman Old Style"/>
              <a:cs typeface="Bookman Old Styl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33934"/>
              </p:ext>
            </p:extLst>
          </p:nvPr>
        </p:nvGraphicFramePr>
        <p:xfrm>
          <a:off x="922439" y="780554"/>
          <a:ext cx="2757805" cy="1997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025"/>
                        </a:lnSpc>
                      </a:pPr>
                      <a:r>
                        <a:rPr sz="1650" b="0" i="1" spc="-37" baseline="-20202" dirty="0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sz="800" b="0" spc="-25" dirty="0">
                          <a:latin typeface="Bookman Old Style"/>
                          <a:cs typeface="Bookman Old Style"/>
                        </a:rPr>
                        <a:t>3</a:t>
                      </a:r>
                      <a:endParaRPr sz="800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850"/>
                        </a:lnSpc>
                        <a:spcBef>
                          <a:spcPts val="775"/>
                        </a:spcBef>
                        <a:tabLst>
                          <a:tab pos="715010" algn="l"/>
                        </a:tabLst>
                      </a:pPr>
                      <a:r>
                        <a:rPr sz="1200" b="0" i="1" spc="120" baseline="13888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baseline="13888" dirty="0">
                          <a:latin typeface="Bookman Old Style"/>
                          <a:cs typeface="Bookman Old Style"/>
                        </a:rPr>
                        <a:t>	</a:t>
                      </a:r>
                      <a:r>
                        <a:rPr sz="800" b="0" spc="-25" dirty="0">
                          <a:latin typeface="Bookman Old Style"/>
                          <a:cs typeface="Bookman Old Style"/>
                        </a:rPr>
                        <a:t>10</a:t>
                      </a:r>
                      <a:endParaRPr sz="800" dirty="0">
                        <a:latin typeface="Bookman Old Style"/>
                        <a:cs typeface="Bookman Old Style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165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k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0.001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0.999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0.992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0.973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0.125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0.936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0.216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0.875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0.343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0.127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0.784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0.512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0.169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0.657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729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0.729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0.217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0.488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0.271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0.271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3BCEBC-DA14-6AC9-3F84-D35CD4DCE718}"/>
              </a:ext>
            </a:extLst>
          </p:cNvPr>
          <p:cNvSpPr txBox="1"/>
          <p:nvPr/>
        </p:nvSpPr>
        <p:spPr>
          <a:xfrm>
            <a:off x="2219150" y="711608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 )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62" y="62407"/>
            <a:ext cx="4241774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Exponential</a:t>
            </a:r>
            <a:r>
              <a:rPr spc="250" dirty="0"/>
              <a:t> </a:t>
            </a:r>
            <a:r>
              <a:rPr spc="60" dirty="0"/>
              <a:t>Random</a:t>
            </a:r>
            <a:r>
              <a:rPr spc="240" dirty="0"/>
              <a:t> </a:t>
            </a:r>
            <a:r>
              <a:rPr dirty="0"/>
              <a:t>Variables</a:t>
            </a:r>
            <a:r>
              <a:rPr spc="250" dirty="0"/>
              <a:t> </a:t>
            </a:r>
            <a:r>
              <a:rPr dirty="0"/>
              <a:t>pg</a:t>
            </a:r>
            <a:r>
              <a:rPr spc="240" dirty="0"/>
              <a:t> </a:t>
            </a:r>
            <a:r>
              <a:rPr spc="-25" dirty="0"/>
              <a:t>151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95945" y="1607134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95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9770" y="1775828"/>
            <a:ext cx="210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70" dirty="0">
                <a:latin typeface="Arial"/>
                <a:cs typeface="Arial"/>
              </a:rPr>
              <a:t>−</a:t>
            </a:r>
            <a:r>
              <a:rPr sz="800" b="0" i="1" spc="70" dirty="0">
                <a:latin typeface="Bookman Old Style"/>
                <a:cs typeface="Bookman Old Style"/>
              </a:rPr>
              <a:t>λt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8886" y="1795716"/>
            <a:ext cx="1395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97890" algn="l"/>
                <a:tab pos="123507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F</a:t>
            </a:r>
            <a:r>
              <a:rPr sz="1200" b="0" i="1" baseline="-10416" dirty="0">
                <a:latin typeface="Bookman Old Style"/>
                <a:cs typeface="Bookman Old Style"/>
              </a:rPr>
              <a:t>exp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-25" dirty="0">
                <a:latin typeface="Bookman Old Style"/>
                <a:cs typeface="Bookman Old Style"/>
              </a:rPr>
              <a:t>λe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b="0" i="1" spc="-25" dirty="0">
                <a:latin typeface="Bookman Old Style"/>
                <a:cs typeface="Bookman Old Style"/>
              </a:rPr>
              <a:t>dt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55708" y="1795716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60" dirty="0">
                <a:latin typeface="Bookman Old Style"/>
                <a:cs typeface="Bookman Old Style"/>
              </a:rPr>
              <a:t>e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5060" y="1775828"/>
            <a:ext cx="232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70" dirty="0">
                <a:latin typeface="Arial"/>
                <a:cs typeface="Arial"/>
              </a:rPr>
              <a:t>−</a:t>
            </a:r>
            <a:r>
              <a:rPr sz="800" b="0" i="1" spc="70" dirty="0">
                <a:latin typeface="Bookman Old Style"/>
                <a:cs typeface="Bookman Old Style"/>
              </a:rPr>
              <a:t>λx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8" name="Picture 27" descr="\documentclass{article}&#10;\usepackage{amsmath}&#10;\pagestyle{empty}&#10;\begin{document}&#10;&#10;$\int_0^x$&#10;&#10;&#10;\end{document}" title="IguanaTex Bitmap Display">
            <a:extLst>
              <a:ext uri="{FF2B5EF4-FFF2-40B4-BE49-F238E27FC236}">
                <a16:creationId xmlns:a16="http://schemas.microsoft.com/office/drawing/2014/main" id="{CC94A974-C7A1-FA34-FE6F-3D205C20E9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85" y="1769268"/>
            <a:ext cx="194057" cy="2345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D933-14A2-1254-A7BB-A84D15E9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7407949D-ED24-A74A-2C3C-6834E7EFD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426"/>
            <a:ext cx="4610100" cy="171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019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8318" y="1517548"/>
            <a:ext cx="2250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Read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3.3,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Normal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Variables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Quiz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C2CBF8F3-BBF9-5FD9-9D3A-00CA904AC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5" y="414950"/>
            <a:ext cx="4096940" cy="131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09610"/>
      </p:ext>
    </p:extLst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0.7199"/>
  <p:tag name="ORIGINALWIDTH" val="2234.721"/>
  <p:tag name="LATEXADDIN" val="\documentclass{article}&#10;\usepackage{amsmath}&#10;\pagestyle{empty}&#10;\begin{document}&#10;&#10;&#10;$P(X\in B) =\int_B f_X(x)dx $&#10;&#10;\end{document}"/>
  <p:tag name="IGUANATEXSIZE" val="20"/>
  <p:tag name="IGUANATEXCURSOR" val="10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9.7038"/>
  <p:tag name="ORIGINALWIDTH" val="293.9632"/>
  <p:tag name="LATEXADDIN" val="\documentclass{article}&#10;\usepackage{amsmath}&#10;\pagestyle{empty}&#10;\begin{document}&#10;&#10;$\sum\limits_{k\leq a}$&#10;&#10;&#10;\end{document}"/>
  <p:tag name="IGUANATEXSIZE" val="20"/>
  <p:tag name="IGUANATEXCURSOR" val="9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4.9681"/>
  <p:tag name="ORIGINALWIDTH" val="371.2036"/>
  <p:tag name="LATEXADDIN" val="\documentclass{article}&#10;\usepackage{amsmath}&#10;\pagestyle{empty}&#10;\begin{document}&#10;&#10;&#10;$\int_{-\infty}^a$&#10;&#10;\end{document}"/>
  <p:tag name="IGUANATEXSIZE" val="2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69.7038"/>
  <p:tag name="ORIGINALWIDTH" val="293.9632"/>
  <p:tag name="LATEXADDIN" val="\documentclass{article}&#10;\usepackage{amsmath}&#10;\pagestyle{empty}&#10;\begin{document}&#10;&#10;$\sum\limits_{k\leq a}$&#10;&#10;&#10;\end{document}"/>
  <p:tag name="IGUANATEXSIZE" val="20"/>
  <p:tag name="IGUANATEXCURSOR" val="9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4.9681"/>
  <p:tag name="ORIGINALWIDTH" val="371.2036"/>
  <p:tag name="LATEXADDIN" val="\documentclass{article}&#10;\usepackage{amsmath}&#10;\pagestyle{empty}&#10;\begin{document}&#10;&#10;&#10;$\int_{-\infty}^a$&#10;&#10;\end{document}"/>
  <p:tag name="IGUANATEXSIZE" val="2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15.4856"/>
  <p:tag name="LATEXADDIN" val="\documentclass{article}&#10;\usepackage{amsmath}&#10;\pagestyle{empty}&#10;\begin{document}&#10;&#10;$\int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56.468"/>
  <p:tag name="ORIGINALWIDTH" val="212.2235"/>
  <p:tag name="LATEXADDIN" val="\documentclass{article}&#10;\usepackage{amsmath}&#10;\pagestyle{empty}&#10;\begin{document}&#10;&#10;$\int_0^x$&#10;&#10;&#10;\end{document}"/>
  <p:tag name="IGUANATEXSIZE" val="15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M2AVRSERJEAQ-585345103-43159</_dlc_DocId>
    <_dlc_DocIdUrl xmlns="c01506f5-305e-4c16-814a-34df78f45099">
      <Url>https://uab365.sharepoint.com/sites/provost/cas/departments/cis/_layouts/15/DocIdRedir.aspx?ID=M2AVRSERJEAQ-585345103-43159</Url>
      <Description>M2AVRSERJEAQ-585345103-43159</Description>
    </_dlc_DocIdUrl>
  </documentManagement>
</p:properties>
</file>

<file path=customXml/itemProps1.xml><?xml version="1.0" encoding="utf-8"?>
<ds:datastoreItem xmlns:ds="http://schemas.openxmlformats.org/officeDocument/2006/customXml" ds:itemID="{68151C26-751D-4033-A017-9BC5423AA0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2DCFD7-5078-4A6B-8EA5-E37A93C32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4EC55C-43FA-4C6B-8668-F13BD835A75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55DCAB9-0DB6-4FD0-99B5-AFEFD124703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1975</Words>
  <Application>Microsoft Office PowerPoint</Application>
  <PresentationFormat>Custom</PresentationFormat>
  <Paragraphs>399</Paragraphs>
  <Slides>33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Bookman Old Style</vt:lpstr>
      <vt:lpstr>Georgia</vt:lpstr>
      <vt:lpstr>Lucida Sans Unicode</vt:lpstr>
      <vt:lpstr>Times New Roman</vt:lpstr>
      <vt:lpstr>Office Theme</vt:lpstr>
      <vt:lpstr>PowerPoint Presentation</vt:lpstr>
      <vt:lpstr>Table of Contents</vt:lpstr>
      <vt:lpstr>Cumulative Distribution Function</vt:lpstr>
      <vt:lpstr>Cumulative Distribution Function</vt:lpstr>
      <vt:lpstr>Cumulative Distribution Function</vt:lpstr>
      <vt:lpstr>Cumulative Distribution Function</vt:lpstr>
      <vt:lpstr>Cumulative Distribution Function</vt:lpstr>
      <vt:lpstr>Cumulative Distribution Function</vt:lpstr>
      <vt:lpstr>Example: Uniform Random Variable</vt:lpstr>
      <vt:lpstr>Example: Uniform Random Variable</vt:lpstr>
      <vt:lpstr>Example: Uniform Random Variable</vt:lpstr>
      <vt:lpstr>PowerPoint Presentation</vt:lpstr>
      <vt:lpstr>Example f to F</vt:lpstr>
      <vt:lpstr>Example f to F</vt:lpstr>
      <vt:lpstr>PowerPoint Presentation</vt:lpstr>
      <vt:lpstr>PowerPoint Presentation</vt:lpstr>
      <vt:lpstr>Properties of a CDF Box pg 150</vt:lpstr>
      <vt:lpstr>Properties of a CDF Box pg 150</vt:lpstr>
      <vt:lpstr>Properties of a CDF Box pg 150</vt:lpstr>
      <vt:lpstr>Properties of a CDF Box pg 150</vt:lpstr>
      <vt:lpstr>PowerPoint Presentation</vt:lpstr>
      <vt:lpstr>Properties of a CDF Box pg 150</vt:lpstr>
      <vt:lpstr>Example 3.6, page 150 - More complicated</vt:lpstr>
      <vt:lpstr>Example 3.6, page 150 - More complicated</vt:lpstr>
      <vt:lpstr>PowerPoint Presentation</vt:lpstr>
      <vt:lpstr>PowerPoint Presentation</vt:lpstr>
      <vt:lpstr>Example 3.6, page 150 - More complicated</vt:lpstr>
      <vt:lpstr>Example 3.6, page 150 - More complicated</vt:lpstr>
      <vt:lpstr>PowerPoint Presentation</vt:lpstr>
      <vt:lpstr>Exponential Random Variables pg 151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4</cp:revision>
  <dcterms:created xsi:type="dcterms:W3CDTF">2023-03-01T17:01:30Z</dcterms:created>
  <dcterms:modified xsi:type="dcterms:W3CDTF">2025-03-17T15:52:25Z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2023-03-01T00:00:00Z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adef1a42-4c44-4730-b0c5-32094e689f6c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2025-03-07T16:01:16Z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5e640fdd-b2c8-4dda-94e8-9b4755a0b661</vt:lpwstr>
  </property>
  <property fmtid="{D5CDD505-2E9C-101B-9397-08002B2CF9AE}" pid="15" name="MSIP_Label_ae7542bc-63e5-412b-b0a0-d9586028a7d0_ContentBits">
    <vt:lpwstr>0</vt:lpwstr>
  </property>
  <property fmtid="{D5CDD505-2E9C-101B-9397-08002B2CF9AE}" pid="16" name="MSIP_Label_ae7542bc-63e5-412b-b0a0-d9586028a7d0_Tag">
    <vt:lpwstr>10, 3, 0, 1</vt:lpwstr>
  </property>
</Properties>
</file>