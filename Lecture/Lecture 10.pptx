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64"/>
  </p:notesMasterIdLst>
  <p:sldIdLst>
    <p:sldId id="256" r:id="rId6"/>
    <p:sldId id="315" r:id="rId7"/>
    <p:sldId id="257" r:id="rId8"/>
    <p:sldId id="258" r:id="rId9"/>
    <p:sldId id="314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4" r:id="rId18"/>
    <p:sldId id="259" r:id="rId19"/>
    <p:sldId id="260" r:id="rId20"/>
    <p:sldId id="261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283" r:id="rId57"/>
    <p:sldId id="309" r:id="rId58"/>
    <p:sldId id="310" r:id="rId59"/>
    <p:sldId id="311" r:id="rId60"/>
    <p:sldId id="312" r:id="rId61"/>
    <p:sldId id="313" r:id="rId62"/>
    <p:sldId id="301" r:id="rId63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C535B7-C984-4B26-90F6-CEF871D1D489}" v="1" dt="2024-02-05T18:23:12.35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1977" autoAdjust="0"/>
  </p:normalViewPr>
  <p:slideViewPr>
    <p:cSldViewPr>
      <p:cViewPr>
        <p:scale>
          <a:sx n="163" d="100"/>
          <a:sy n="163" d="100"/>
        </p:scale>
        <p:origin x="1421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b4253f3e-c40b-4a70-8207-93818653a34c" providerId="ADAL" clId="{90C535B7-C984-4B26-90F6-CEF871D1D489}"/>
    <pc:docChg chg="addSld delSld modSld">
      <pc:chgData name="Geng, Baocheng" userId="b4253f3e-c40b-4a70-8207-93818653a34c" providerId="ADAL" clId="{90C535B7-C984-4B26-90F6-CEF871D1D489}" dt="2024-02-05T18:23:12.355" v="7"/>
      <pc:docMkLst>
        <pc:docMk/>
      </pc:docMkLst>
      <pc:sldChg chg="modSp mod">
        <pc:chgData name="Geng, Baocheng" userId="b4253f3e-c40b-4a70-8207-93818653a34c" providerId="ADAL" clId="{90C535B7-C984-4B26-90F6-CEF871D1D489}" dt="2024-01-29T19:52:33.349" v="5" actId="20577"/>
        <pc:sldMkLst>
          <pc:docMk/>
          <pc:sldMk cId="0" sldId="256"/>
        </pc:sldMkLst>
        <pc:spChg chg="mod">
          <ac:chgData name="Geng, Baocheng" userId="b4253f3e-c40b-4a70-8207-93818653a34c" providerId="ADAL" clId="{90C535B7-C984-4B26-90F6-CEF871D1D489}" dt="2024-01-29T19:52:33.349" v="5" actId="20577"/>
          <ac:spMkLst>
            <pc:docMk/>
            <pc:sldMk cId="0" sldId="256"/>
            <ac:spMk id="7" creationId="{00000000-0000-0000-0000-000000000000}"/>
          </ac:spMkLst>
        </pc:spChg>
      </pc:sldChg>
      <pc:sldChg chg="del">
        <pc:chgData name="Geng, Baocheng" userId="b4253f3e-c40b-4a70-8207-93818653a34c" providerId="ADAL" clId="{90C535B7-C984-4B26-90F6-CEF871D1D489}" dt="2024-02-05T18:23:00.696" v="6" actId="2696"/>
        <pc:sldMkLst>
          <pc:docMk/>
          <pc:sldMk cId="2501856098" sldId="275"/>
        </pc:sldMkLst>
      </pc:sldChg>
      <pc:sldChg chg="del">
        <pc:chgData name="Geng, Baocheng" userId="b4253f3e-c40b-4a70-8207-93818653a34c" providerId="ADAL" clId="{90C535B7-C984-4B26-90F6-CEF871D1D489}" dt="2024-02-05T18:23:00.696" v="6" actId="2696"/>
        <pc:sldMkLst>
          <pc:docMk/>
          <pc:sldMk cId="19856739" sldId="276"/>
        </pc:sldMkLst>
      </pc:sldChg>
      <pc:sldChg chg="del">
        <pc:chgData name="Geng, Baocheng" userId="b4253f3e-c40b-4a70-8207-93818653a34c" providerId="ADAL" clId="{90C535B7-C984-4B26-90F6-CEF871D1D489}" dt="2024-02-05T18:23:00.696" v="6" actId="2696"/>
        <pc:sldMkLst>
          <pc:docMk/>
          <pc:sldMk cId="1277368997" sldId="277"/>
        </pc:sldMkLst>
      </pc:sldChg>
      <pc:sldChg chg="del">
        <pc:chgData name="Geng, Baocheng" userId="b4253f3e-c40b-4a70-8207-93818653a34c" providerId="ADAL" clId="{90C535B7-C984-4B26-90F6-CEF871D1D489}" dt="2024-02-05T18:23:00.696" v="6" actId="2696"/>
        <pc:sldMkLst>
          <pc:docMk/>
          <pc:sldMk cId="1659105912" sldId="278"/>
        </pc:sldMkLst>
      </pc:sldChg>
      <pc:sldChg chg="del">
        <pc:chgData name="Geng, Baocheng" userId="b4253f3e-c40b-4a70-8207-93818653a34c" providerId="ADAL" clId="{90C535B7-C984-4B26-90F6-CEF871D1D489}" dt="2024-02-05T18:23:00.696" v="6" actId="2696"/>
        <pc:sldMkLst>
          <pc:docMk/>
          <pc:sldMk cId="3503795302" sldId="279"/>
        </pc:sldMkLst>
      </pc:sldChg>
      <pc:sldChg chg="add">
        <pc:chgData name="Geng, Baocheng" userId="b4253f3e-c40b-4a70-8207-93818653a34c" providerId="ADAL" clId="{90C535B7-C984-4B26-90F6-CEF871D1D489}" dt="2024-02-05T18:23:12.355" v="7"/>
        <pc:sldMkLst>
          <pc:docMk/>
          <pc:sldMk cId="951483086" sldId="280"/>
        </pc:sldMkLst>
      </pc:sldChg>
      <pc:sldChg chg="add">
        <pc:chgData name="Geng, Baocheng" userId="b4253f3e-c40b-4a70-8207-93818653a34c" providerId="ADAL" clId="{90C535B7-C984-4B26-90F6-CEF871D1D489}" dt="2024-02-05T18:23:12.355" v="7"/>
        <pc:sldMkLst>
          <pc:docMk/>
          <pc:sldMk cId="3993961917" sldId="281"/>
        </pc:sldMkLst>
      </pc:sldChg>
      <pc:sldChg chg="del">
        <pc:chgData name="Geng, Baocheng" userId="b4253f3e-c40b-4a70-8207-93818653a34c" providerId="ADAL" clId="{90C535B7-C984-4B26-90F6-CEF871D1D489}" dt="2024-02-05T18:23:00.696" v="6" actId="2696"/>
        <pc:sldMkLst>
          <pc:docMk/>
          <pc:sldMk cId="1736586605" sldId="282"/>
        </pc:sldMkLst>
      </pc:sldChg>
      <pc:sldChg chg="add">
        <pc:chgData name="Geng, Baocheng" userId="b4253f3e-c40b-4a70-8207-93818653a34c" providerId="ADAL" clId="{90C535B7-C984-4B26-90F6-CEF871D1D489}" dt="2024-02-05T18:23:12.355" v="7"/>
        <pc:sldMkLst>
          <pc:docMk/>
          <pc:sldMk cId="4294120823" sldId="284"/>
        </pc:sldMkLst>
      </pc:sldChg>
    </pc:docChg>
  </pc:docChgLst>
  <pc:docChgLst>
    <pc:chgData name="Geng, Baocheng" userId="b4253f3e-c40b-4a70-8207-93818653a34c" providerId="ADAL" clId="{926DEDC8-D6A6-42B8-8509-F9FF98DE42CD}"/>
    <pc:docChg chg="undo custSel addSld delSld modSld">
      <pc:chgData name="Geng, Baocheng" userId="b4253f3e-c40b-4a70-8207-93818653a34c" providerId="ADAL" clId="{926DEDC8-D6A6-42B8-8509-F9FF98DE42CD}" dt="2023-01-31T16:28:27.621" v="336" actId="14100"/>
      <pc:docMkLst>
        <pc:docMk/>
      </pc:docMkLst>
      <pc:sldChg chg="delSp modSp mod">
        <pc:chgData name="Geng, Baocheng" userId="b4253f3e-c40b-4a70-8207-93818653a34c" providerId="ADAL" clId="{926DEDC8-D6A6-42B8-8509-F9FF98DE42CD}" dt="2023-01-31T15:58:20.411" v="289" actId="20577"/>
        <pc:sldMkLst>
          <pc:docMk/>
          <pc:sldMk cId="0" sldId="256"/>
        </pc:sldMkLst>
        <pc:spChg chg="mod">
          <ac:chgData name="Geng, Baocheng" userId="b4253f3e-c40b-4a70-8207-93818653a34c" providerId="ADAL" clId="{926DEDC8-D6A6-42B8-8509-F9FF98DE42CD}" dt="2023-01-31T15:58:20.411" v="289" actId="20577"/>
          <ac:spMkLst>
            <pc:docMk/>
            <pc:sldMk cId="0" sldId="256"/>
            <ac:spMk id="7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04:02.195" v="65" actId="47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eng, Baocheng" userId="b4253f3e-c40b-4a70-8207-93818653a34c" providerId="ADAL" clId="{926DEDC8-D6A6-42B8-8509-F9FF98DE42CD}" dt="2023-01-30T17:03:59.721" v="64" actId="14100"/>
          <ac:spMkLst>
            <pc:docMk/>
            <pc:sldMk cId="0" sldId="256"/>
            <ac:spMk id="12" creationId="{00000000-0000-0000-0000-000000000000}"/>
          </ac:spMkLst>
        </pc:spChg>
      </pc:sldChg>
      <pc:sldChg chg="delSp mod">
        <pc:chgData name="Geng, Baocheng" userId="b4253f3e-c40b-4a70-8207-93818653a34c" providerId="ADAL" clId="{926DEDC8-D6A6-42B8-8509-F9FF98DE42CD}" dt="2023-01-30T17:04:07.939" v="66" actId="478"/>
        <pc:sldMkLst>
          <pc:docMk/>
          <pc:sldMk cId="0" sldId="257"/>
        </pc:sldMkLst>
        <pc:grpChg chg="del">
          <ac:chgData name="Geng, Baocheng" userId="b4253f3e-c40b-4a70-8207-93818653a34c" providerId="ADAL" clId="{926DEDC8-D6A6-42B8-8509-F9FF98DE42CD}" dt="2023-01-30T17:04:07.939" v="66" actId="478"/>
          <ac:grpSpMkLst>
            <pc:docMk/>
            <pc:sldMk cId="0" sldId="257"/>
            <ac:grpSpMk id="12" creationId="{00000000-0000-0000-0000-000000000000}"/>
          </ac:grpSpMkLst>
        </pc:grpChg>
      </pc:sldChg>
      <pc:sldChg chg="delSp modSp mod">
        <pc:chgData name="Geng, Baocheng" userId="b4253f3e-c40b-4a70-8207-93818653a34c" providerId="ADAL" clId="{926DEDC8-D6A6-42B8-8509-F9FF98DE42CD}" dt="2023-01-30T17:04:13.375" v="69" actId="478"/>
        <pc:sldMkLst>
          <pc:docMk/>
          <pc:sldMk cId="0" sldId="258"/>
        </pc:sldMkLst>
        <pc:grpChg chg="del mod">
          <ac:chgData name="Geng, Baocheng" userId="b4253f3e-c40b-4a70-8207-93818653a34c" providerId="ADAL" clId="{926DEDC8-D6A6-42B8-8509-F9FF98DE42CD}" dt="2023-01-30T17:04:13.375" v="69" actId="478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6DEDC8-D6A6-42B8-8509-F9FF98DE42CD}" dt="2023-01-30T17:04:10.547" v="67" actId="478"/>
          <ac:grpSpMkLst>
            <pc:docMk/>
            <pc:sldMk cId="0" sldId="258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926DEDC8-D6A6-42B8-8509-F9FF98DE42CD}" dt="2023-01-31T16:04:27.441" v="318" actId="20577"/>
        <pc:sldMkLst>
          <pc:docMk/>
          <pc:sldMk cId="0" sldId="259"/>
        </pc:sldMkLst>
        <pc:spChg chg="mod">
          <ac:chgData name="Geng, Baocheng" userId="b4253f3e-c40b-4a70-8207-93818653a34c" providerId="ADAL" clId="{926DEDC8-D6A6-42B8-8509-F9FF98DE42CD}" dt="2023-01-31T16:04:27.441" v="318" actId="20577"/>
          <ac:spMkLst>
            <pc:docMk/>
            <pc:sldMk cId="0" sldId="259"/>
            <ac:spMk id="9" creationId="{00000000-0000-0000-0000-000000000000}"/>
          </ac:spMkLst>
        </pc:spChg>
        <pc:grpChg chg="del mod">
          <ac:chgData name="Geng, Baocheng" userId="b4253f3e-c40b-4a70-8207-93818653a34c" providerId="ADAL" clId="{926DEDC8-D6A6-42B8-8509-F9FF98DE42CD}" dt="2023-01-30T17:04:17.097" v="71" actId="478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6DEDC8-D6A6-42B8-8509-F9FF98DE42CD}" dt="2023-01-30T17:04:18.862" v="72" actId="478"/>
          <ac:grpSpMkLst>
            <pc:docMk/>
            <pc:sldMk cId="0" sldId="259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926DEDC8-D6A6-42B8-8509-F9FF98DE42CD}" dt="2023-01-31T16:04:33.562" v="327" actId="20577"/>
        <pc:sldMkLst>
          <pc:docMk/>
          <pc:sldMk cId="0" sldId="260"/>
        </pc:sldMkLst>
        <pc:spChg chg="mod">
          <ac:chgData name="Geng, Baocheng" userId="b4253f3e-c40b-4a70-8207-93818653a34c" providerId="ADAL" clId="{926DEDC8-D6A6-42B8-8509-F9FF98DE42CD}" dt="2023-01-31T16:04:33.562" v="327" actId="20577"/>
          <ac:spMkLst>
            <pc:docMk/>
            <pc:sldMk cId="0" sldId="260"/>
            <ac:spMk id="12" creationId="{00000000-0000-0000-0000-000000000000}"/>
          </ac:spMkLst>
        </pc:spChg>
        <pc:grpChg chg="del">
          <ac:chgData name="Geng, Baocheng" userId="b4253f3e-c40b-4a70-8207-93818653a34c" providerId="ADAL" clId="{926DEDC8-D6A6-42B8-8509-F9FF98DE42CD}" dt="2023-01-30T17:04:26.057" v="74" actId="478"/>
          <ac:grpSpMkLst>
            <pc:docMk/>
            <pc:sldMk cId="0" sldId="260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6DEDC8-D6A6-42B8-8509-F9FF98DE42CD}" dt="2023-01-30T17:04:23.371" v="73" actId="478"/>
          <ac:grpSpMkLst>
            <pc:docMk/>
            <pc:sldMk cId="0" sldId="260"/>
            <ac:grpSpMk id="13" creationId="{00000000-0000-0000-0000-000000000000}"/>
          </ac:grpSpMkLst>
        </pc:grpChg>
      </pc:sldChg>
      <pc:sldChg chg="delSp modSp mod">
        <pc:chgData name="Geng, Baocheng" userId="b4253f3e-c40b-4a70-8207-93818653a34c" providerId="ADAL" clId="{926DEDC8-D6A6-42B8-8509-F9FF98DE42CD}" dt="2023-01-30T17:04:35.877" v="77" actId="478"/>
        <pc:sldMkLst>
          <pc:docMk/>
          <pc:sldMk cId="0" sldId="261"/>
        </pc:sldMkLst>
        <pc:grpChg chg="del mod">
          <ac:chgData name="Geng, Baocheng" userId="b4253f3e-c40b-4a70-8207-93818653a34c" providerId="ADAL" clId="{926DEDC8-D6A6-42B8-8509-F9FF98DE42CD}" dt="2023-01-30T17:04:35.877" v="77" actId="478"/>
          <ac:grpSpMkLst>
            <pc:docMk/>
            <pc:sldMk cId="0" sldId="261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6DEDC8-D6A6-42B8-8509-F9FF98DE42CD}" dt="2023-01-30T17:04:31.855" v="75" actId="478"/>
          <ac:grpSpMkLst>
            <pc:docMk/>
            <pc:sldMk cId="0" sldId="261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926DEDC8-D6A6-42B8-8509-F9FF98DE42CD}" dt="2023-01-30T17:04:42.389" v="78" actId="47"/>
        <pc:sldMkLst>
          <pc:docMk/>
          <pc:sldMk cId="0" sldId="262"/>
        </pc:sldMkLst>
      </pc:sldChg>
      <pc:sldChg chg="delSp mod">
        <pc:chgData name="Geng, Baocheng" userId="b4253f3e-c40b-4a70-8207-93818653a34c" providerId="ADAL" clId="{926DEDC8-D6A6-42B8-8509-F9FF98DE42CD}" dt="2023-01-30T17:04:48.103" v="79" actId="478"/>
        <pc:sldMkLst>
          <pc:docMk/>
          <pc:sldMk cId="0" sldId="263"/>
        </pc:sldMkLst>
        <pc:grpChg chg="del">
          <ac:chgData name="Geng, Baocheng" userId="b4253f3e-c40b-4a70-8207-93818653a34c" providerId="ADAL" clId="{926DEDC8-D6A6-42B8-8509-F9FF98DE42CD}" dt="2023-01-30T17:04:48.103" v="79" actId="478"/>
          <ac:grpSpMkLst>
            <pc:docMk/>
            <pc:sldMk cId="0" sldId="263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04:53.102" v="80" actId="478"/>
        <pc:sldMkLst>
          <pc:docMk/>
          <pc:sldMk cId="0" sldId="264"/>
        </pc:sldMkLst>
        <pc:grpChg chg="del">
          <ac:chgData name="Geng, Baocheng" userId="b4253f3e-c40b-4a70-8207-93818653a34c" providerId="ADAL" clId="{926DEDC8-D6A6-42B8-8509-F9FF98DE42CD}" dt="2023-01-30T17:04:53.102" v="80" actId="478"/>
          <ac:grpSpMkLst>
            <pc:docMk/>
            <pc:sldMk cId="0" sldId="264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05:41.392" v="86" actId="478"/>
        <pc:sldMkLst>
          <pc:docMk/>
          <pc:sldMk cId="0" sldId="265"/>
        </pc:sldMkLst>
        <pc:grpChg chg="del">
          <ac:chgData name="Geng, Baocheng" userId="b4253f3e-c40b-4a70-8207-93818653a34c" providerId="ADAL" clId="{926DEDC8-D6A6-42B8-8509-F9FF98DE42CD}" dt="2023-01-30T17:05:41.392" v="86" actId="478"/>
          <ac:grpSpMkLst>
            <pc:docMk/>
            <pc:sldMk cId="0" sldId="265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04:57.078" v="81" actId="478"/>
        <pc:sldMkLst>
          <pc:docMk/>
          <pc:sldMk cId="0" sldId="266"/>
        </pc:sldMkLst>
        <pc:grpChg chg="del">
          <ac:chgData name="Geng, Baocheng" userId="b4253f3e-c40b-4a70-8207-93818653a34c" providerId="ADAL" clId="{926DEDC8-D6A6-42B8-8509-F9FF98DE42CD}" dt="2023-01-30T17:04:57.078" v="81" actId="478"/>
          <ac:grpSpMkLst>
            <pc:docMk/>
            <pc:sldMk cId="0" sldId="266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05:30.441" v="85" actId="478"/>
        <pc:sldMkLst>
          <pc:docMk/>
          <pc:sldMk cId="0" sldId="267"/>
        </pc:sldMkLst>
        <pc:grpChg chg="del">
          <ac:chgData name="Geng, Baocheng" userId="b4253f3e-c40b-4a70-8207-93818653a34c" providerId="ADAL" clId="{926DEDC8-D6A6-42B8-8509-F9FF98DE42CD}" dt="2023-01-30T17:05:30.441" v="85" actId="478"/>
          <ac:grpSpMkLst>
            <pc:docMk/>
            <pc:sldMk cId="0" sldId="267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05:01.081" v="82" actId="478"/>
        <pc:sldMkLst>
          <pc:docMk/>
          <pc:sldMk cId="0" sldId="268"/>
        </pc:sldMkLst>
        <pc:grpChg chg="del">
          <ac:chgData name="Geng, Baocheng" userId="b4253f3e-c40b-4a70-8207-93818653a34c" providerId="ADAL" clId="{926DEDC8-D6A6-42B8-8509-F9FF98DE42CD}" dt="2023-01-30T17:05:01.081" v="82" actId="478"/>
          <ac:grpSpMkLst>
            <pc:docMk/>
            <pc:sldMk cId="0" sldId="268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05:11.079" v="83" actId="478"/>
        <pc:sldMkLst>
          <pc:docMk/>
          <pc:sldMk cId="0" sldId="269"/>
        </pc:sldMkLst>
        <pc:grpChg chg="del">
          <ac:chgData name="Geng, Baocheng" userId="b4253f3e-c40b-4a70-8207-93818653a34c" providerId="ADAL" clId="{926DEDC8-D6A6-42B8-8509-F9FF98DE42CD}" dt="2023-01-30T17:05:11.079" v="83" actId="478"/>
          <ac:grpSpMkLst>
            <pc:docMk/>
            <pc:sldMk cId="0" sldId="269"/>
            <ac:grpSpMk id="9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05:22.635" v="84" actId="478"/>
        <pc:sldMkLst>
          <pc:docMk/>
          <pc:sldMk cId="0" sldId="270"/>
        </pc:sldMkLst>
        <pc:grpChg chg="del">
          <ac:chgData name="Geng, Baocheng" userId="b4253f3e-c40b-4a70-8207-93818653a34c" providerId="ADAL" clId="{926DEDC8-D6A6-42B8-8509-F9FF98DE42CD}" dt="2023-01-30T17:05:22.635" v="84" actId="478"/>
          <ac:grpSpMkLst>
            <pc:docMk/>
            <pc:sldMk cId="0" sldId="270"/>
            <ac:grpSpMk id="11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06:02.880" v="87" actId="478"/>
        <pc:sldMkLst>
          <pc:docMk/>
          <pc:sldMk cId="0" sldId="271"/>
        </pc:sldMkLst>
        <pc:grpChg chg="del">
          <ac:chgData name="Geng, Baocheng" userId="b4253f3e-c40b-4a70-8207-93818653a34c" providerId="ADAL" clId="{926DEDC8-D6A6-42B8-8509-F9FF98DE42CD}" dt="2023-01-30T17:06:02.880" v="87" actId="478"/>
          <ac:grpSpMkLst>
            <pc:docMk/>
            <pc:sldMk cId="0" sldId="271"/>
            <ac:grpSpMk id="14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06:15.310" v="89" actId="478"/>
        <pc:sldMkLst>
          <pc:docMk/>
          <pc:sldMk cId="0" sldId="272"/>
        </pc:sldMkLst>
        <pc:grpChg chg="del">
          <ac:chgData name="Geng, Baocheng" userId="b4253f3e-c40b-4a70-8207-93818653a34c" providerId="ADAL" clId="{926DEDC8-D6A6-42B8-8509-F9FF98DE42CD}" dt="2023-01-30T17:06:15.310" v="89" actId="478"/>
          <ac:grpSpMkLst>
            <pc:docMk/>
            <pc:sldMk cId="0" sldId="272"/>
            <ac:grpSpMk id="4" creationId="{00000000-0000-0000-0000-000000000000}"/>
          </ac:grpSpMkLst>
        </pc:grpChg>
      </pc:sldChg>
      <pc:sldChg chg="delSp modSp mod">
        <pc:chgData name="Geng, Baocheng" userId="b4253f3e-c40b-4a70-8207-93818653a34c" providerId="ADAL" clId="{926DEDC8-D6A6-42B8-8509-F9FF98DE42CD}" dt="2023-01-31T16:03:20.057" v="309" actId="20577"/>
        <pc:sldMkLst>
          <pc:docMk/>
          <pc:sldMk cId="0" sldId="273"/>
        </pc:sldMkLst>
        <pc:spChg chg="mod">
          <ac:chgData name="Geng, Baocheng" userId="b4253f3e-c40b-4a70-8207-93818653a34c" providerId="ADAL" clId="{926DEDC8-D6A6-42B8-8509-F9FF98DE42CD}" dt="2023-01-31T16:03:20.057" v="309" actId="20577"/>
          <ac:spMkLst>
            <pc:docMk/>
            <pc:sldMk cId="0" sldId="273"/>
            <ac:spMk id="4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09:21.662" v="94" actId="478"/>
          <ac:spMkLst>
            <pc:docMk/>
            <pc:sldMk cId="0" sldId="273"/>
            <ac:spMk id="5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09:20.146" v="93" actId="478"/>
          <ac:spMkLst>
            <pc:docMk/>
            <pc:sldMk cId="0" sldId="273"/>
            <ac:spMk id="6" creationId="{00000000-0000-0000-0000-000000000000}"/>
          </ac:spMkLst>
        </pc:spChg>
        <pc:spChg chg="mod">
          <ac:chgData name="Geng, Baocheng" userId="b4253f3e-c40b-4a70-8207-93818653a34c" providerId="ADAL" clId="{926DEDC8-D6A6-42B8-8509-F9FF98DE42CD}" dt="2023-01-30T17:08:48.233" v="91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Geng, Baocheng" userId="b4253f3e-c40b-4a70-8207-93818653a34c" providerId="ADAL" clId="{926DEDC8-D6A6-42B8-8509-F9FF98DE42CD}" dt="2023-01-30T17:09:59.200" v="103"/>
          <ac:spMkLst>
            <pc:docMk/>
            <pc:sldMk cId="0" sldId="273"/>
            <ac:spMk id="12" creationId="{C1934FE0-91D3-3AEE-5CD0-2B2D44A85D56}"/>
          </ac:spMkLst>
        </pc:spChg>
        <pc:grpChg chg="del">
          <ac:chgData name="Geng, Baocheng" userId="b4253f3e-c40b-4a70-8207-93818653a34c" providerId="ADAL" clId="{926DEDC8-D6A6-42B8-8509-F9FF98DE42CD}" dt="2023-01-30T17:06:10.883" v="88" actId="478"/>
          <ac:grpSpMkLst>
            <pc:docMk/>
            <pc:sldMk cId="0" sldId="273"/>
            <ac:grpSpMk id="12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926DEDC8-D6A6-42B8-8509-F9FF98DE42CD}" dt="2023-01-30T17:10:34.230" v="106" actId="478"/>
        <pc:sldMkLst>
          <pc:docMk/>
          <pc:sldMk cId="0" sldId="274"/>
        </pc:sldMkLst>
        <pc:spChg chg="del">
          <ac:chgData name="Geng, Baocheng" userId="b4253f3e-c40b-4a70-8207-93818653a34c" providerId="ADAL" clId="{926DEDC8-D6A6-42B8-8509-F9FF98DE42CD}" dt="2023-01-30T17:09:53.370" v="101" actId="478"/>
          <ac:spMkLst>
            <pc:docMk/>
            <pc:sldMk cId="0" sldId="274"/>
            <ac:spMk id="3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09:52.015" v="100" actId="478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Geng, Baocheng" userId="b4253f3e-c40b-4a70-8207-93818653a34c" providerId="ADAL" clId="{926DEDC8-D6A6-42B8-8509-F9FF98DE42CD}" dt="2023-01-30T17:10:27.427" v="105" actId="1076"/>
          <ac:spMkLst>
            <pc:docMk/>
            <pc:sldMk cId="0" sldId="274"/>
            <ac:spMk id="15" creationId="{51D142DD-C60C-B298-0917-FF1373690D1E}"/>
          </ac:spMkLst>
        </pc:spChg>
        <pc:grpChg chg="del">
          <ac:chgData name="Geng, Baocheng" userId="b4253f3e-c40b-4a70-8207-93818653a34c" providerId="ADAL" clId="{926DEDC8-D6A6-42B8-8509-F9FF98DE42CD}" dt="2023-01-30T17:10:34.230" v="106" actId="478"/>
          <ac:grpSpMkLst>
            <pc:docMk/>
            <pc:sldMk cId="0" sldId="274"/>
            <ac:grpSpMk id="9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10:41.716" v="107" actId="478"/>
        <pc:sldMkLst>
          <pc:docMk/>
          <pc:sldMk cId="2501856098" sldId="275"/>
        </pc:sldMkLst>
        <pc:grpChg chg="del">
          <ac:chgData name="Geng, Baocheng" userId="b4253f3e-c40b-4a70-8207-93818653a34c" providerId="ADAL" clId="{926DEDC8-D6A6-42B8-8509-F9FF98DE42CD}" dt="2023-01-30T17:10:41.716" v="107" actId="478"/>
          <ac:grpSpMkLst>
            <pc:docMk/>
            <pc:sldMk cId="2501856098" sldId="275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10:45.894" v="108" actId="478"/>
        <pc:sldMkLst>
          <pc:docMk/>
          <pc:sldMk cId="19856739" sldId="276"/>
        </pc:sldMkLst>
        <pc:grpChg chg="del">
          <ac:chgData name="Geng, Baocheng" userId="b4253f3e-c40b-4a70-8207-93818653a34c" providerId="ADAL" clId="{926DEDC8-D6A6-42B8-8509-F9FF98DE42CD}" dt="2023-01-30T17:10:45.894" v="108" actId="478"/>
          <ac:grpSpMkLst>
            <pc:docMk/>
            <pc:sldMk cId="19856739" sldId="276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10:56.774" v="109" actId="478"/>
        <pc:sldMkLst>
          <pc:docMk/>
          <pc:sldMk cId="1277368997" sldId="277"/>
        </pc:sldMkLst>
        <pc:grpChg chg="del">
          <ac:chgData name="Geng, Baocheng" userId="b4253f3e-c40b-4a70-8207-93818653a34c" providerId="ADAL" clId="{926DEDC8-D6A6-42B8-8509-F9FF98DE42CD}" dt="2023-01-30T17:10:56.774" v="109" actId="478"/>
          <ac:grpSpMkLst>
            <pc:docMk/>
            <pc:sldMk cId="1277368997" sldId="277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1T16:01:25.233" v="290" actId="478"/>
        <pc:sldMkLst>
          <pc:docMk/>
          <pc:sldMk cId="1659105912" sldId="278"/>
        </pc:sldMkLst>
        <pc:grpChg chg="del">
          <ac:chgData name="Geng, Baocheng" userId="b4253f3e-c40b-4a70-8207-93818653a34c" providerId="ADAL" clId="{926DEDC8-D6A6-42B8-8509-F9FF98DE42CD}" dt="2023-01-31T16:01:25.233" v="290" actId="478"/>
          <ac:grpSpMkLst>
            <pc:docMk/>
            <pc:sldMk cId="1659105912" sldId="278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11:00.215" v="110" actId="478"/>
        <pc:sldMkLst>
          <pc:docMk/>
          <pc:sldMk cId="3503795302" sldId="279"/>
        </pc:sldMkLst>
        <pc:grpChg chg="del">
          <ac:chgData name="Geng, Baocheng" userId="b4253f3e-c40b-4a70-8207-93818653a34c" providerId="ADAL" clId="{926DEDC8-D6A6-42B8-8509-F9FF98DE42CD}" dt="2023-01-30T17:11:00.215" v="110" actId="478"/>
          <ac:grpSpMkLst>
            <pc:docMk/>
            <pc:sldMk cId="3503795302" sldId="279"/>
            <ac:grpSpMk id="8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1T16:01:28.506" v="291" actId="478"/>
        <pc:sldMkLst>
          <pc:docMk/>
          <pc:sldMk cId="951483086" sldId="280"/>
        </pc:sldMkLst>
        <pc:grpChg chg="del">
          <ac:chgData name="Geng, Baocheng" userId="b4253f3e-c40b-4a70-8207-93818653a34c" providerId="ADAL" clId="{926DEDC8-D6A6-42B8-8509-F9FF98DE42CD}" dt="2023-01-31T16:01:28.506" v="291" actId="478"/>
          <ac:grpSpMkLst>
            <pc:docMk/>
            <pc:sldMk cId="951483086" sldId="280"/>
            <ac:grpSpMk id="9" creationId="{00000000-0000-0000-0000-000000000000}"/>
          </ac:grpSpMkLst>
        </pc:grpChg>
      </pc:sldChg>
      <pc:sldChg chg="delSp modSp mod">
        <pc:chgData name="Geng, Baocheng" userId="b4253f3e-c40b-4a70-8207-93818653a34c" providerId="ADAL" clId="{926DEDC8-D6A6-42B8-8509-F9FF98DE42CD}" dt="2023-01-30T17:11:50.038" v="123" actId="20577"/>
        <pc:sldMkLst>
          <pc:docMk/>
          <pc:sldMk cId="3993961917" sldId="281"/>
        </pc:sldMkLst>
        <pc:spChg chg="mod">
          <ac:chgData name="Geng, Baocheng" userId="b4253f3e-c40b-4a70-8207-93818653a34c" providerId="ADAL" clId="{926DEDC8-D6A6-42B8-8509-F9FF98DE42CD}" dt="2023-01-30T17:11:50.038" v="123" actId="20577"/>
          <ac:spMkLst>
            <pc:docMk/>
            <pc:sldMk cId="3993961917" sldId="281"/>
            <ac:spMk id="10" creationId="{00000000-0000-0000-0000-000000000000}"/>
          </ac:spMkLst>
        </pc:spChg>
        <pc:grpChg chg="del">
          <ac:chgData name="Geng, Baocheng" userId="b4253f3e-c40b-4a70-8207-93818653a34c" providerId="ADAL" clId="{926DEDC8-D6A6-42B8-8509-F9FF98DE42CD}" dt="2023-01-30T17:11:04.614" v="111" actId="478"/>
          <ac:grpSpMkLst>
            <pc:docMk/>
            <pc:sldMk cId="3993961917" sldId="281"/>
            <ac:grpSpMk id="13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926DEDC8-D6A6-42B8-8509-F9FF98DE42CD}" dt="2023-01-30T17:15:19.436" v="177" actId="1076"/>
        <pc:sldMkLst>
          <pc:docMk/>
          <pc:sldMk cId="1736586605" sldId="282"/>
        </pc:sldMkLst>
        <pc:spChg chg="mod">
          <ac:chgData name="Geng, Baocheng" userId="b4253f3e-c40b-4a70-8207-93818653a34c" providerId="ADAL" clId="{926DEDC8-D6A6-42B8-8509-F9FF98DE42CD}" dt="2023-01-30T17:15:19.436" v="177" actId="1076"/>
          <ac:spMkLst>
            <pc:docMk/>
            <pc:sldMk cId="1736586605" sldId="282"/>
            <ac:spMk id="10" creationId="{00000000-0000-0000-0000-000000000000}"/>
          </ac:spMkLst>
        </pc:spChg>
        <pc:spChg chg="mod">
          <ac:chgData name="Geng, Baocheng" userId="b4253f3e-c40b-4a70-8207-93818653a34c" providerId="ADAL" clId="{926DEDC8-D6A6-42B8-8509-F9FF98DE42CD}" dt="2023-01-30T17:14:25.906" v="174" actId="20577"/>
          <ac:spMkLst>
            <pc:docMk/>
            <pc:sldMk cId="1736586605" sldId="282"/>
            <ac:spMk id="12" creationId="{00000000-0000-0000-0000-000000000000}"/>
          </ac:spMkLst>
        </pc:spChg>
        <pc:spChg chg="mod">
          <ac:chgData name="Geng, Baocheng" userId="b4253f3e-c40b-4a70-8207-93818653a34c" providerId="ADAL" clId="{926DEDC8-D6A6-42B8-8509-F9FF98DE42CD}" dt="2023-01-30T17:12:58.322" v="148" actId="1076"/>
          <ac:spMkLst>
            <pc:docMk/>
            <pc:sldMk cId="1736586605" sldId="282"/>
            <ac:spMk id="14" creationId="{00000000-0000-0000-0000-000000000000}"/>
          </ac:spMkLst>
        </pc:spChg>
        <pc:spChg chg="add mod">
          <ac:chgData name="Geng, Baocheng" userId="b4253f3e-c40b-4a70-8207-93818653a34c" providerId="ADAL" clId="{926DEDC8-D6A6-42B8-8509-F9FF98DE42CD}" dt="2023-01-30T17:13:02.527" v="149" actId="1076"/>
          <ac:spMkLst>
            <pc:docMk/>
            <pc:sldMk cId="1736586605" sldId="282"/>
            <ac:spMk id="25" creationId="{EDE0AC3C-CD85-C5DA-039C-661195F3AFCB}"/>
          </ac:spMkLst>
        </pc:spChg>
        <pc:grpChg chg="del">
          <ac:chgData name="Geng, Baocheng" userId="b4253f3e-c40b-4a70-8207-93818653a34c" providerId="ADAL" clId="{926DEDC8-D6A6-42B8-8509-F9FF98DE42CD}" dt="2023-01-30T17:13:05.615" v="150" actId="478"/>
          <ac:grpSpMkLst>
            <pc:docMk/>
            <pc:sldMk cId="1736586605" sldId="282"/>
            <ac:grpSpMk id="18" creationId="{00000000-0000-0000-0000-000000000000}"/>
          </ac:grpSpMkLst>
        </pc:grpChg>
      </pc:sldChg>
      <pc:sldChg chg="delSp modSp add del mod">
        <pc:chgData name="Geng, Baocheng" userId="b4253f3e-c40b-4a70-8207-93818653a34c" providerId="ADAL" clId="{926DEDC8-D6A6-42B8-8509-F9FF98DE42CD}" dt="2023-01-31T16:28:08.620" v="331" actId="14100"/>
        <pc:sldMkLst>
          <pc:docMk/>
          <pc:sldMk cId="0" sldId="283"/>
        </pc:sldMkLst>
        <pc:spChg chg="mod">
          <ac:chgData name="Geng, Baocheng" userId="b4253f3e-c40b-4a70-8207-93818653a34c" providerId="ADAL" clId="{926DEDC8-D6A6-42B8-8509-F9FF98DE42CD}" dt="2023-01-31T16:28:08.620" v="331" actId="14100"/>
          <ac:spMkLst>
            <pc:docMk/>
            <pc:sldMk cId="0" sldId="283"/>
            <ac:spMk id="2" creationId="{00000000-0000-0000-0000-000000000000}"/>
          </ac:spMkLst>
        </pc:spChg>
        <pc:grpChg chg="del">
          <ac:chgData name="Geng, Baocheng" userId="b4253f3e-c40b-4a70-8207-93818653a34c" providerId="ADAL" clId="{926DEDC8-D6A6-42B8-8509-F9FF98DE42CD}" dt="2023-01-30T17:31:18.272" v="282" actId="478"/>
          <ac:grpSpMkLst>
            <pc:docMk/>
            <pc:sldMk cId="0" sldId="283"/>
            <ac:grpSpMk id="4" creationId="{00000000-0000-0000-0000-000000000000}"/>
          </ac:grpSpMkLst>
        </pc:grpChg>
      </pc:sldChg>
      <pc:sldChg chg="delSp modSp mod">
        <pc:chgData name="Geng, Baocheng" userId="b4253f3e-c40b-4a70-8207-93818653a34c" providerId="ADAL" clId="{926DEDC8-D6A6-42B8-8509-F9FF98DE42CD}" dt="2023-01-30T17:15:35.377" v="179" actId="478"/>
        <pc:sldMkLst>
          <pc:docMk/>
          <pc:sldMk cId="4294120823" sldId="284"/>
        </pc:sldMkLst>
        <pc:spChg chg="mod">
          <ac:chgData name="Geng, Baocheng" userId="b4253f3e-c40b-4a70-8207-93818653a34c" providerId="ADAL" clId="{926DEDC8-D6A6-42B8-8509-F9FF98DE42CD}" dt="2023-01-30T17:07:26.328" v="90" actId="14100"/>
          <ac:spMkLst>
            <pc:docMk/>
            <pc:sldMk cId="4294120823" sldId="284"/>
            <ac:spMk id="3" creationId="{00000000-0000-0000-0000-000000000000}"/>
          </ac:spMkLst>
        </pc:spChg>
        <pc:grpChg chg="del">
          <ac:chgData name="Geng, Baocheng" userId="b4253f3e-c40b-4a70-8207-93818653a34c" providerId="ADAL" clId="{926DEDC8-D6A6-42B8-8509-F9FF98DE42CD}" dt="2023-01-30T17:15:35.377" v="179" actId="478"/>
          <ac:grpSpMkLst>
            <pc:docMk/>
            <pc:sldMk cId="4294120823" sldId="284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17:13.622" v="186" actId="478"/>
        <pc:sldMkLst>
          <pc:docMk/>
          <pc:sldMk cId="0" sldId="285"/>
        </pc:sldMkLst>
        <pc:grpChg chg="del">
          <ac:chgData name="Geng, Baocheng" userId="b4253f3e-c40b-4a70-8207-93818653a34c" providerId="ADAL" clId="{926DEDC8-D6A6-42B8-8509-F9FF98DE42CD}" dt="2023-01-30T17:17:13.622" v="186" actId="478"/>
          <ac:grpSpMkLst>
            <pc:docMk/>
            <pc:sldMk cId="0" sldId="285"/>
            <ac:grpSpMk id="4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926DEDC8-D6A6-42B8-8509-F9FF98DE42CD}" dt="2023-01-31T16:02:02.746" v="299" actId="20577"/>
        <pc:sldMkLst>
          <pc:docMk/>
          <pc:sldMk cId="0" sldId="286"/>
        </pc:sldMkLst>
        <pc:spChg chg="del">
          <ac:chgData name="Geng, Baocheng" userId="b4253f3e-c40b-4a70-8207-93818653a34c" providerId="ADAL" clId="{926DEDC8-D6A6-42B8-8509-F9FF98DE42CD}" dt="2023-01-31T16:01:52.495" v="294" actId="478"/>
          <ac:spMkLst>
            <pc:docMk/>
            <pc:sldMk cId="0" sldId="286"/>
            <ac:spMk id="4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1T16:01:52.495" v="294" actId="478"/>
          <ac:spMkLst>
            <pc:docMk/>
            <pc:sldMk cId="0" sldId="286"/>
            <ac:spMk id="5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1T16:01:52.495" v="294" actId="478"/>
          <ac:spMkLst>
            <pc:docMk/>
            <pc:sldMk cId="0" sldId="286"/>
            <ac:spMk id="6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1T16:01:52.495" v="294" actId="478"/>
          <ac:spMkLst>
            <pc:docMk/>
            <pc:sldMk cId="0" sldId="286"/>
            <ac:spMk id="7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1T16:01:52.495" v="294" actId="478"/>
          <ac:spMkLst>
            <pc:docMk/>
            <pc:sldMk cId="0" sldId="286"/>
            <ac:spMk id="8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1T16:01:52.495" v="294" actId="478"/>
          <ac:spMkLst>
            <pc:docMk/>
            <pc:sldMk cId="0" sldId="286"/>
            <ac:spMk id="9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1T16:01:52.495" v="294" actId="478"/>
          <ac:spMkLst>
            <pc:docMk/>
            <pc:sldMk cId="0" sldId="286"/>
            <ac:spMk id="10" creationId="{00000000-0000-0000-0000-000000000000}"/>
          </ac:spMkLst>
        </pc:spChg>
        <pc:spChg chg="add mod">
          <ac:chgData name="Geng, Baocheng" userId="b4253f3e-c40b-4a70-8207-93818653a34c" providerId="ADAL" clId="{926DEDC8-D6A6-42B8-8509-F9FF98DE42CD}" dt="2023-01-31T16:02:02.746" v="299" actId="20577"/>
          <ac:spMkLst>
            <pc:docMk/>
            <pc:sldMk cId="0" sldId="286"/>
            <ac:spMk id="11" creationId="{AA98C1B3-A7B2-6BBB-9A14-8DE004AB0CC4}"/>
          </ac:spMkLst>
        </pc:spChg>
        <pc:grpChg chg="del">
          <ac:chgData name="Geng, Baocheng" userId="b4253f3e-c40b-4a70-8207-93818653a34c" providerId="ADAL" clId="{926DEDC8-D6A6-42B8-8509-F9FF98DE42CD}" dt="2023-01-30T17:16:06.933" v="180" actId="478"/>
          <ac:grpSpMkLst>
            <pc:docMk/>
            <pc:sldMk cId="0" sldId="286"/>
            <ac:grpSpMk id="11" creationId="{00000000-0000-0000-0000-000000000000}"/>
          </ac:grpSpMkLst>
        </pc:grpChg>
      </pc:sldChg>
      <pc:sldChg chg="delSp modSp mod">
        <pc:chgData name="Geng, Baocheng" userId="b4253f3e-c40b-4a70-8207-93818653a34c" providerId="ADAL" clId="{926DEDC8-D6A6-42B8-8509-F9FF98DE42CD}" dt="2023-01-30T17:19:38.919" v="217" actId="255"/>
        <pc:sldMkLst>
          <pc:docMk/>
          <pc:sldMk cId="0" sldId="287"/>
        </pc:sldMkLst>
        <pc:spChg chg="mod">
          <ac:chgData name="Geng, Baocheng" userId="b4253f3e-c40b-4a70-8207-93818653a34c" providerId="ADAL" clId="{926DEDC8-D6A6-42B8-8509-F9FF98DE42CD}" dt="2023-01-30T17:19:38.919" v="217" actId="255"/>
          <ac:spMkLst>
            <pc:docMk/>
            <pc:sldMk cId="0" sldId="287"/>
            <ac:spMk id="4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10.206" v="206" actId="478"/>
          <ac:spMkLst>
            <pc:docMk/>
            <pc:sldMk cId="0" sldId="287"/>
            <ac:spMk id="5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12.515" v="207" actId="478"/>
          <ac:spMkLst>
            <pc:docMk/>
            <pc:sldMk cId="0" sldId="287"/>
            <ac:spMk id="6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08.636" v="205" actId="478"/>
          <ac:spMkLst>
            <pc:docMk/>
            <pc:sldMk cId="0" sldId="287"/>
            <ac:spMk id="7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14.758" v="208" actId="478"/>
          <ac:spMkLst>
            <pc:docMk/>
            <pc:sldMk cId="0" sldId="287"/>
            <ac:spMk id="8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18.245" v="209" actId="478"/>
          <ac:spMkLst>
            <pc:docMk/>
            <pc:sldMk cId="0" sldId="287"/>
            <ac:spMk id="10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14.758" v="208" actId="478"/>
          <ac:spMkLst>
            <pc:docMk/>
            <pc:sldMk cId="0" sldId="287"/>
            <ac:spMk id="11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14.758" v="208" actId="478"/>
          <ac:spMkLst>
            <pc:docMk/>
            <pc:sldMk cId="0" sldId="287"/>
            <ac:spMk id="12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14.758" v="208" actId="478"/>
          <ac:spMkLst>
            <pc:docMk/>
            <pc:sldMk cId="0" sldId="287"/>
            <ac:spMk id="13" creationId="{00000000-0000-0000-0000-000000000000}"/>
          </ac:spMkLst>
        </pc:spChg>
        <pc:grpChg chg="del">
          <ac:chgData name="Geng, Baocheng" userId="b4253f3e-c40b-4a70-8207-93818653a34c" providerId="ADAL" clId="{926DEDC8-D6A6-42B8-8509-F9FF98DE42CD}" dt="2023-01-30T17:16:24.507" v="181" actId="478"/>
          <ac:grpSpMkLst>
            <pc:docMk/>
            <pc:sldMk cId="0" sldId="287"/>
            <ac:grpSpMk id="14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926DEDC8-D6A6-42B8-8509-F9FF98DE42CD}" dt="2023-01-30T17:20:35.326" v="226" actId="1076"/>
        <pc:sldMkLst>
          <pc:docMk/>
          <pc:sldMk cId="0" sldId="288"/>
        </pc:sldMkLst>
        <pc:spChg chg="del">
          <ac:chgData name="Geng, Baocheng" userId="b4253f3e-c40b-4a70-8207-93818653a34c" providerId="ADAL" clId="{926DEDC8-D6A6-42B8-8509-F9FF98DE42CD}" dt="2023-01-30T17:19:54.510" v="218" actId="478"/>
          <ac:spMkLst>
            <pc:docMk/>
            <pc:sldMk cId="0" sldId="288"/>
            <ac:spMk id="4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54.510" v="218" actId="478"/>
          <ac:spMkLst>
            <pc:docMk/>
            <pc:sldMk cId="0" sldId="288"/>
            <ac:spMk id="5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54.510" v="218" actId="478"/>
          <ac:spMkLst>
            <pc:docMk/>
            <pc:sldMk cId="0" sldId="288"/>
            <ac:spMk id="6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54.510" v="218" actId="478"/>
          <ac:spMkLst>
            <pc:docMk/>
            <pc:sldMk cId="0" sldId="288"/>
            <ac:spMk id="7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54.510" v="218" actId="478"/>
          <ac:spMkLst>
            <pc:docMk/>
            <pc:sldMk cId="0" sldId="288"/>
            <ac:spMk id="8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54.510" v="218" actId="478"/>
          <ac:spMkLst>
            <pc:docMk/>
            <pc:sldMk cId="0" sldId="288"/>
            <ac:spMk id="9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54.510" v="218" actId="478"/>
          <ac:spMkLst>
            <pc:docMk/>
            <pc:sldMk cId="0" sldId="288"/>
            <ac:spMk id="10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54.510" v="218" actId="478"/>
          <ac:spMkLst>
            <pc:docMk/>
            <pc:sldMk cId="0" sldId="288"/>
            <ac:spMk id="11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54.510" v="218" actId="478"/>
          <ac:spMkLst>
            <pc:docMk/>
            <pc:sldMk cId="0" sldId="288"/>
            <ac:spMk id="12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19:54.510" v="218" actId="478"/>
          <ac:spMkLst>
            <pc:docMk/>
            <pc:sldMk cId="0" sldId="288"/>
            <ac:spMk id="13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0:02.146" v="221" actId="478"/>
          <ac:spMkLst>
            <pc:docMk/>
            <pc:sldMk cId="0" sldId="288"/>
            <ac:spMk id="15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0:02.979" v="222" actId="478"/>
          <ac:spMkLst>
            <pc:docMk/>
            <pc:sldMk cId="0" sldId="288"/>
            <ac:spMk id="16" creationId="{00000000-0000-0000-0000-000000000000}"/>
          </ac:spMkLst>
        </pc:spChg>
        <pc:spChg chg="mod">
          <ac:chgData name="Geng, Baocheng" userId="b4253f3e-c40b-4a70-8207-93818653a34c" providerId="ADAL" clId="{926DEDC8-D6A6-42B8-8509-F9FF98DE42CD}" dt="2023-01-30T17:20:23.902" v="224" actId="1076"/>
          <ac:spMkLst>
            <pc:docMk/>
            <pc:sldMk cId="0" sldId="288"/>
            <ac:spMk id="18" creationId="{00000000-0000-0000-0000-000000000000}"/>
          </ac:spMkLst>
        </pc:spChg>
        <pc:spChg chg="add mod">
          <ac:chgData name="Geng, Baocheng" userId="b4253f3e-c40b-4a70-8207-93818653a34c" providerId="ADAL" clId="{926DEDC8-D6A6-42B8-8509-F9FF98DE42CD}" dt="2023-01-30T17:19:59.063" v="220" actId="1076"/>
          <ac:spMkLst>
            <pc:docMk/>
            <pc:sldMk cId="0" sldId="288"/>
            <ac:spMk id="25" creationId="{3E36270F-DE59-3C54-C615-DEF730DF4A4B}"/>
          </ac:spMkLst>
        </pc:spChg>
        <pc:spChg chg="mod">
          <ac:chgData name="Geng, Baocheng" userId="b4253f3e-c40b-4a70-8207-93818653a34c" providerId="ADAL" clId="{926DEDC8-D6A6-42B8-8509-F9FF98DE42CD}" dt="2023-01-30T17:20:35.326" v="226" actId="1076"/>
          <ac:spMkLst>
            <pc:docMk/>
            <pc:sldMk cId="0" sldId="288"/>
            <ac:spMk id="26" creationId="{450D6465-AF70-CA44-103A-8426C682A10F}"/>
          </ac:spMkLst>
        </pc:spChg>
        <pc:grpChg chg="del">
          <ac:chgData name="Geng, Baocheng" userId="b4253f3e-c40b-4a70-8207-93818653a34c" providerId="ADAL" clId="{926DEDC8-D6A6-42B8-8509-F9FF98DE42CD}" dt="2023-01-30T17:16:27.623" v="182" actId="478"/>
          <ac:grpSpMkLst>
            <pc:docMk/>
            <pc:sldMk cId="0" sldId="288"/>
            <ac:grpSpMk id="19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926DEDC8-D6A6-42B8-8509-F9FF98DE42CD}" dt="2023-01-30T17:24:36.713" v="252" actId="20577"/>
        <pc:sldMkLst>
          <pc:docMk/>
          <pc:sldMk cId="0" sldId="289"/>
        </pc:sldMkLst>
        <pc:spChg chg="mod">
          <ac:chgData name="Geng, Baocheng" userId="b4253f3e-c40b-4a70-8207-93818653a34c" providerId="ADAL" clId="{926DEDC8-D6A6-42B8-8509-F9FF98DE42CD}" dt="2023-01-30T17:24:36.713" v="252" actId="20577"/>
          <ac:spMkLst>
            <pc:docMk/>
            <pc:sldMk cId="0" sldId="289"/>
            <ac:spMk id="3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3:56.388" v="244" actId="478"/>
          <ac:spMkLst>
            <pc:docMk/>
            <pc:sldMk cId="0" sldId="289"/>
            <ac:spMk id="4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3:56.388" v="244" actId="478"/>
          <ac:spMkLst>
            <pc:docMk/>
            <pc:sldMk cId="0" sldId="289"/>
            <ac:spMk id="5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3:56.388" v="244" actId="478"/>
          <ac:spMkLst>
            <pc:docMk/>
            <pc:sldMk cId="0" sldId="289"/>
            <ac:spMk id="6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3:56.388" v="244" actId="478"/>
          <ac:spMkLst>
            <pc:docMk/>
            <pc:sldMk cId="0" sldId="289"/>
            <ac:spMk id="7" creationId="{00000000-0000-0000-0000-000000000000}"/>
          </ac:spMkLst>
        </pc:spChg>
        <pc:spChg chg="del mod">
          <ac:chgData name="Geng, Baocheng" userId="b4253f3e-c40b-4a70-8207-93818653a34c" providerId="ADAL" clId="{926DEDC8-D6A6-42B8-8509-F9FF98DE42CD}" dt="2023-01-30T17:23:54.506" v="243" actId="478"/>
          <ac:spMkLst>
            <pc:docMk/>
            <pc:sldMk cId="0" sldId="289"/>
            <ac:spMk id="8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3:56.388" v="244" actId="478"/>
          <ac:spMkLst>
            <pc:docMk/>
            <pc:sldMk cId="0" sldId="289"/>
            <ac:spMk id="9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3:52.043" v="241" actId="478"/>
          <ac:spMkLst>
            <pc:docMk/>
            <pc:sldMk cId="0" sldId="289"/>
            <ac:spMk id="10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3:46.773" v="239" actId="478"/>
          <ac:spMkLst>
            <pc:docMk/>
            <pc:sldMk cId="0" sldId="289"/>
            <ac:spMk id="11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3:46.773" v="239" actId="478"/>
          <ac:spMkLst>
            <pc:docMk/>
            <pc:sldMk cId="0" sldId="289"/>
            <ac:spMk id="12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3:46.773" v="239" actId="478"/>
          <ac:spMkLst>
            <pc:docMk/>
            <pc:sldMk cId="0" sldId="289"/>
            <ac:spMk id="13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3:46.773" v="239" actId="478"/>
          <ac:spMkLst>
            <pc:docMk/>
            <pc:sldMk cId="0" sldId="289"/>
            <ac:spMk id="14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3:48.402" v="240" actId="478"/>
          <ac:spMkLst>
            <pc:docMk/>
            <pc:sldMk cId="0" sldId="289"/>
            <ac:spMk id="15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3:46.773" v="239" actId="478"/>
          <ac:spMkLst>
            <pc:docMk/>
            <pc:sldMk cId="0" sldId="289"/>
            <ac:spMk id="16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3:46.773" v="239" actId="478"/>
          <ac:spMkLst>
            <pc:docMk/>
            <pc:sldMk cId="0" sldId="289"/>
            <ac:spMk id="17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23:59.884" v="245" actId="478"/>
          <ac:spMkLst>
            <pc:docMk/>
            <pc:sldMk cId="0" sldId="289"/>
            <ac:spMk id="18" creationId="{00000000-0000-0000-0000-000000000000}"/>
          </ac:spMkLst>
        </pc:spChg>
        <pc:spChg chg="add mod">
          <ac:chgData name="Geng, Baocheng" userId="b4253f3e-c40b-4a70-8207-93818653a34c" providerId="ADAL" clId="{926DEDC8-D6A6-42B8-8509-F9FF98DE42CD}" dt="2023-01-30T17:24:21.129" v="249" actId="1076"/>
          <ac:spMkLst>
            <pc:docMk/>
            <pc:sldMk cId="0" sldId="289"/>
            <ac:spMk id="25" creationId="{359D7A1F-2867-0688-C8DA-62D7271C0980}"/>
          </ac:spMkLst>
        </pc:spChg>
        <pc:grpChg chg="del">
          <ac:chgData name="Geng, Baocheng" userId="b4253f3e-c40b-4a70-8207-93818653a34c" providerId="ADAL" clId="{926DEDC8-D6A6-42B8-8509-F9FF98DE42CD}" dt="2023-01-30T17:16:34.912" v="183" actId="478"/>
          <ac:grpSpMkLst>
            <pc:docMk/>
            <pc:sldMk cId="0" sldId="289"/>
            <ac:grpSpMk id="19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16:39.357" v="184" actId="478"/>
        <pc:sldMkLst>
          <pc:docMk/>
          <pc:sldMk cId="0" sldId="290"/>
        </pc:sldMkLst>
        <pc:grpChg chg="del">
          <ac:chgData name="Geng, Baocheng" userId="b4253f3e-c40b-4a70-8207-93818653a34c" providerId="ADAL" clId="{926DEDC8-D6A6-42B8-8509-F9FF98DE42CD}" dt="2023-01-30T17:16:39.357" v="184" actId="478"/>
          <ac:grpSpMkLst>
            <pc:docMk/>
            <pc:sldMk cId="0" sldId="290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16:42.174" v="185" actId="478"/>
        <pc:sldMkLst>
          <pc:docMk/>
          <pc:sldMk cId="0" sldId="291"/>
        </pc:sldMkLst>
        <pc:grpChg chg="del">
          <ac:chgData name="Geng, Baocheng" userId="b4253f3e-c40b-4a70-8207-93818653a34c" providerId="ADAL" clId="{926DEDC8-D6A6-42B8-8509-F9FF98DE42CD}" dt="2023-01-30T17:16:42.174" v="185" actId="478"/>
          <ac:grpSpMkLst>
            <pc:docMk/>
            <pc:sldMk cId="0" sldId="291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24:56.394" v="253" actId="478"/>
        <pc:sldMkLst>
          <pc:docMk/>
          <pc:sldMk cId="0" sldId="292"/>
        </pc:sldMkLst>
        <pc:grpChg chg="del">
          <ac:chgData name="Geng, Baocheng" userId="b4253f3e-c40b-4a70-8207-93818653a34c" providerId="ADAL" clId="{926DEDC8-D6A6-42B8-8509-F9FF98DE42CD}" dt="2023-01-30T17:24:56.394" v="253" actId="478"/>
          <ac:grpSpMkLst>
            <pc:docMk/>
            <pc:sldMk cId="0" sldId="292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25:02.300" v="254" actId="478"/>
        <pc:sldMkLst>
          <pc:docMk/>
          <pc:sldMk cId="0" sldId="293"/>
        </pc:sldMkLst>
        <pc:grpChg chg="del">
          <ac:chgData name="Geng, Baocheng" userId="b4253f3e-c40b-4a70-8207-93818653a34c" providerId="ADAL" clId="{926DEDC8-D6A6-42B8-8509-F9FF98DE42CD}" dt="2023-01-30T17:25:02.300" v="254" actId="478"/>
          <ac:grpSpMkLst>
            <pc:docMk/>
            <pc:sldMk cId="0" sldId="293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25:07.828" v="255" actId="478"/>
        <pc:sldMkLst>
          <pc:docMk/>
          <pc:sldMk cId="0" sldId="294"/>
        </pc:sldMkLst>
        <pc:grpChg chg="del">
          <ac:chgData name="Geng, Baocheng" userId="b4253f3e-c40b-4a70-8207-93818653a34c" providerId="ADAL" clId="{926DEDC8-D6A6-42B8-8509-F9FF98DE42CD}" dt="2023-01-30T17:25:07.828" v="255" actId="478"/>
          <ac:grpSpMkLst>
            <pc:docMk/>
            <pc:sldMk cId="0" sldId="294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25:13.715" v="256" actId="478"/>
        <pc:sldMkLst>
          <pc:docMk/>
          <pc:sldMk cId="0" sldId="295"/>
        </pc:sldMkLst>
        <pc:grpChg chg="del">
          <ac:chgData name="Geng, Baocheng" userId="b4253f3e-c40b-4a70-8207-93818653a34c" providerId="ADAL" clId="{926DEDC8-D6A6-42B8-8509-F9FF98DE42CD}" dt="2023-01-30T17:25:13.715" v="256" actId="478"/>
          <ac:grpSpMkLst>
            <pc:docMk/>
            <pc:sldMk cId="0" sldId="295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25:17.867" v="257" actId="478"/>
        <pc:sldMkLst>
          <pc:docMk/>
          <pc:sldMk cId="0" sldId="296"/>
        </pc:sldMkLst>
        <pc:grpChg chg="del">
          <ac:chgData name="Geng, Baocheng" userId="b4253f3e-c40b-4a70-8207-93818653a34c" providerId="ADAL" clId="{926DEDC8-D6A6-42B8-8509-F9FF98DE42CD}" dt="2023-01-30T17:25:17.867" v="257" actId="478"/>
          <ac:grpSpMkLst>
            <pc:docMk/>
            <pc:sldMk cId="0" sldId="296"/>
            <ac:grpSpMk id="6" creationId="{00000000-0000-0000-0000-000000000000}"/>
          </ac:grpSpMkLst>
        </pc:grpChg>
      </pc:sldChg>
      <pc:sldChg chg="delSp modSp mod">
        <pc:chgData name="Geng, Baocheng" userId="b4253f3e-c40b-4a70-8207-93818653a34c" providerId="ADAL" clId="{926DEDC8-D6A6-42B8-8509-F9FF98DE42CD}" dt="2023-01-30T17:25:45.712" v="261" actId="478"/>
        <pc:sldMkLst>
          <pc:docMk/>
          <pc:sldMk cId="0" sldId="297"/>
        </pc:sldMkLst>
        <pc:spChg chg="mod">
          <ac:chgData name="Geng, Baocheng" userId="b4253f3e-c40b-4a70-8207-93818653a34c" providerId="ADAL" clId="{926DEDC8-D6A6-42B8-8509-F9FF98DE42CD}" dt="2023-01-30T17:25:36.224" v="260" actId="20577"/>
          <ac:spMkLst>
            <pc:docMk/>
            <pc:sldMk cId="0" sldId="297"/>
            <ac:spMk id="3" creationId="{00000000-0000-0000-0000-000000000000}"/>
          </ac:spMkLst>
        </pc:spChg>
        <pc:grpChg chg="del">
          <ac:chgData name="Geng, Baocheng" userId="b4253f3e-c40b-4a70-8207-93818653a34c" providerId="ADAL" clId="{926DEDC8-D6A6-42B8-8509-F9FF98DE42CD}" dt="2023-01-30T17:25:45.712" v="261" actId="478"/>
          <ac:grpSpMkLst>
            <pc:docMk/>
            <pc:sldMk cId="0" sldId="297"/>
            <ac:grpSpMk id="5" creationId="{00000000-0000-0000-0000-000000000000}"/>
          </ac:grpSpMkLst>
        </pc:grpChg>
      </pc:sldChg>
      <pc:sldChg chg="delSp modSp mod">
        <pc:chgData name="Geng, Baocheng" userId="b4253f3e-c40b-4a70-8207-93818653a34c" providerId="ADAL" clId="{926DEDC8-D6A6-42B8-8509-F9FF98DE42CD}" dt="2023-01-30T17:26:51.365" v="265" actId="20577"/>
        <pc:sldMkLst>
          <pc:docMk/>
          <pc:sldMk cId="0" sldId="298"/>
        </pc:sldMkLst>
        <pc:spChg chg="mod">
          <ac:chgData name="Geng, Baocheng" userId="b4253f3e-c40b-4a70-8207-93818653a34c" providerId="ADAL" clId="{926DEDC8-D6A6-42B8-8509-F9FF98DE42CD}" dt="2023-01-30T17:26:51.365" v="265" actId="20577"/>
          <ac:spMkLst>
            <pc:docMk/>
            <pc:sldMk cId="0" sldId="298"/>
            <ac:spMk id="3" creationId="{00000000-0000-0000-0000-000000000000}"/>
          </ac:spMkLst>
        </pc:spChg>
        <pc:grpChg chg="del">
          <ac:chgData name="Geng, Baocheng" userId="b4253f3e-c40b-4a70-8207-93818653a34c" providerId="ADAL" clId="{926DEDC8-D6A6-42B8-8509-F9FF98DE42CD}" dt="2023-01-30T17:25:48.351" v="262" actId="478"/>
          <ac:grpSpMkLst>
            <pc:docMk/>
            <pc:sldMk cId="0" sldId="298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27:12.441" v="266" actId="478"/>
        <pc:sldMkLst>
          <pc:docMk/>
          <pc:sldMk cId="0" sldId="299"/>
        </pc:sldMkLst>
        <pc:grpChg chg="del">
          <ac:chgData name="Geng, Baocheng" userId="b4253f3e-c40b-4a70-8207-93818653a34c" providerId="ADAL" clId="{926DEDC8-D6A6-42B8-8509-F9FF98DE42CD}" dt="2023-01-30T17:27:12.441" v="266" actId="478"/>
          <ac:grpSpMkLst>
            <pc:docMk/>
            <pc:sldMk cId="0" sldId="299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27:15.497" v="267" actId="478"/>
        <pc:sldMkLst>
          <pc:docMk/>
          <pc:sldMk cId="0" sldId="300"/>
        </pc:sldMkLst>
        <pc:grpChg chg="del">
          <ac:chgData name="Geng, Baocheng" userId="b4253f3e-c40b-4a70-8207-93818653a34c" providerId="ADAL" clId="{926DEDC8-D6A6-42B8-8509-F9FF98DE42CD}" dt="2023-01-30T17:27:15.497" v="267" actId="478"/>
          <ac:grpSpMkLst>
            <pc:docMk/>
            <pc:sldMk cId="0" sldId="300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926DEDC8-D6A6-42B8-8509-F9FF98DE42CD}" dt="2023-01-30T17:32:46.515" v="288" actId="478"/>
        <pc:sldMkLst>
          <pc:docMk/>
          <pc:sldMk cId="0" sldId="301"/>
        </pc:sldMkLst>
        <pc:grpChg chg="del">
          <ac:chgData name="Geng, Baocheng" userId="b4253f3e-c40b-4a70-8207-93818653a34c" providerId="ADAL" clId="{926DEDC8-D6A6-42B8-8509-F9FF98DE42CD}" dt="2023-01-30T17:32:46.515" v="288" actId="478"/>
          <ac:grpSpMkLst>
            <pc:docMk/>
            <pc:sldMk cId="0" sldId="301"/>
            <ac:grpSpMk id="4" creationId="{00000000-0000-0000-0000-000000000000}"/>
          </ac:grpSpMkLst>
        </pc:grpChg>
      </pc:sldChg>
      <pc:sldChg chg="delSp modSp add mod">
        <pc:chgData name="Geng, Baocheng" userId="b4253f3e-c40b-4a70-8207-93818653a34c" providerId="ADAL" clId="{926DEDC8-D6A6-42B8-8509-F9FF98DE42CD}" dt="2023-01-31T16:28:27.621" v="336" actId="14100"/>
        <pc:sldMkLst>
          <pc:docMk/>
          <pc:sldMk cId="0" sldId="302"/>
        </pc:sldMkLst>
        <pc:spChg chg="mod">
          <ac:chgData name="Geng, Baocheng" userId="b4253f3e-c40b-4a70-8207-93818653a34c" providerId="ADAL" clId="{926DEDC8-D6A6-42B8-8509-F9FF98DE42CD}" dt="2023-01-31T16:28:27.621" v="336" actId="14100"/>
          <ac:spMkLst>
            <pc:docMk/>
            <pc:sldMk cId="0" sldId="302"/>
            <ac:spMk id="2" creationId="{00000000-0000-0000-0000-000000000000}"/>
          </ac:spMkLst>
        </pc:spChg>
        <pc:grpChg chg="del">
          <ac:chgData name="Geng, Baocheng" userId="b4253f3e-c40b-4a70-8207-93818653a34c" providerId="ADAL" clId="{926DEDC8-D6A6-42B8-8509-F9FF98DE42CD}" dt="2023-01-30T17:29:03.389" v="269" actId="478"/>
          <ac:grpSpMkLst>
            <pc:docMk/>
            <pc:sldMk cId="0" sldId="302"/>
            <ac:grpSpMk id="4" creationId="{00000000-0000-0000-0000-000000000000}"/>
          </ac:grpSpMkLst>
        </pc:grpChg>
      </pc:sldChg>
      <pc:sldChg chg="delSp modSp add mod">
        <pc:chgData name="Geng, Baocheng" userId="b4253f3e-c40b-4a70-8207-93818653a34c" providerId="ADAL" clId="{926DEDC8-D6A6-42B8-8509-F9FF98DE42CD}" dt="2023-01-31T16:28:22.329" v="334" actId="14100"/>
        <pc:sldMkLst>
          <pc:docMk/>
          <pc:sldMk cId="0" sldId="303"/>
        </pc:sldMkLst>
        <pc:spChg chg="mod">
          <ac:chgData name="Geng, Baocheng" userId="b4253f3e-c40b-4a70-8207-93818653a34c" providerId="ADAL" clId="{926DEDC8-D6A6-42B8-8509-F9FF98DE42CD}" dt="2023-01-31T16:28:22.329" v="334" actId="14100"/>
          <ac:spMkLst>
            <pc:docMk/>
            <pc:sldMk cId="0" sldId="303"/>
            <ac:spMk id="2" creationId="{00000000-0000-0000-0000-000000000000}"/>
          </ac:spMkLst>
        </pc:spChg>
        <pc:grpChg chg="del">
          <ac:chgData name="Geng, Baocheng" userId="b4253f3e-c40b-4a70-8207-93818653a34c" providerId="ADAL" clId="{926DEDC8-D6A6-42B8-8509-F9FF98DE42CD}" dt="2023-01-30T17:29:09.893" v="270" actId="478"/>
          <ac:grpSpMkLst>
            <pc:docMk/>
            <pc:sldMk cId="0" sldId="303"/>
            <ac:grpSpMk id="10" creationId="{00000000-0000-0000-0000-000000000000}"/>
          </ac:grpSpMkLst>
        </pc:grpChg>
      </pc:sldChg>
      <pc:sldChg chg="delSp add mod">
        <pc:chgData name="Geng, Baocheng" userId="b4253f3e-c40b-4a70-8207-93818653a34c" providerId="ADAL" clId="{926DEDC8-D6A6-42B8-8509-F9FF98DE42CD}" dt="2023-01-30T17:29:52.319" v="271" actId="478"/>
        <pc:sldMkLst>
          <pc:docMk/>
          <pc:sldMk cId="0" sldId="304"/>
        </pc:sldMkLst>
        <pc:grpChg chg="del">
          <ac:chgData name="Geng, Baocheng" userId="b4253f3e-c40b-4a70-8207-93818653a34c" providerId="ADAL" clId="{926DEDC8-D6A6-42B8-8509-F9FF98DE42CD}" dt="2023-01-30T17:29:52.319" v="271" actId="478"/>
          <ac:grpSpMkLst>
            <pc:docMk/>
            <pc:sldMk cId="0" sldId="304"/>
            <ac:grpSpMk id="4" creationId="{00000000-0000-0000-0000-000000000000}"/>
          </ac:grpSpMkLst>
        </pc:grpChg>
      </pc:sldChg>
      <pc:sldChg chg="delSp add mod">
        <pc:chgData name="Geng, Baocheng" userId="b4253f3e-c40b-4a70-8207-93818653a34c" providerId="ADAL" clId="{926DEDC8-D6A6-42B8-8509-F9FF98DE42CD}" dt="2023-01-30T17:30:00.896" v="272" actId="478"/>
        <pc:sldMkLst>
          <pc:docMk/>
          <pc:sldMk cId="0" sldId="305"/>
        </pc:sldMkLst>
        <pc:grpChg chg="del">
          <ac:chgData name="Geng, Baocheng" userId="b4253f3e-c40b-4a70-8207-93818653a34c" providerId="ADAL" clId="{926DEDC8-D6A6-42B8-8509-F9FF98DE42CD}" dt="2023-01-30T17:30:00.896" v="272" actId="478"/>
          <ac:grpSpMkLst>
            <pc:docMk/>
            <pc:sldMk cId="0" sldId="305"/>
            <ac:grpSpMk id="4" creationId="{00000000-0000-0000-0000-000000000000}"/>
          </ac:grpSpMkLst>
        </pc:grpChg>
      </pc:sldChg>
      <pc:sldChg chg="delSp add mod">
        <pc:chgData name="Geng, Baocheng" userId="b4253f3e-c40b-4a70-8207-93818653a34c" providerId="ADAL" clId="{926DEDC8-D6A6-42B8-8509-F9FF98DE42CD}" dt="2023-01-30T17:30:15.184" v="273" actId="478"/>
        <pc:sldMkLst>
          <pc:docMk/>
          <pc:sldMk cId="0" sldId="306"/>
        </pc:sldMkLst>
        <pc:grpChg chg="del">
          <ac:chgData name="Geng, Baocheng" userId="b4253f3e-c40b-4a70-8207-93818653a34c" providerId="ADAL" clId="{926DEDC8-D6A6-42B8-8509-F9FF98DE42CD}" dt="2023-01-30T17:30:15.184" v="273" actId="478"/>
          <ac:grpSpMkLst>
            <pc:docMk/>
            <pc:sldMk cId="0" sldId="306"/>
            <ac:grpSpMk id="5" creationId="{00000000-0000-0000-0000-000000000000}"/>
          </ac:grpSpMkLst>
        </pc:grpChg>
      </pc:sldChg>
      <pc:sldChg chg="delSp modSp add mod">
        <pc:chgData name="Geng, Baocheng" userId="b4253f3e-c40b-4a70-8207-93818653a34c" providerId="ADAL" clId="{926DEDC8-D6A6-42B8-8509-F9FF98DE42CD}" dt="2023-01-31T16:28:17.391" v="333" actId="14100"/>
        <pc:sldMkLst>
          <pc:docMk/>
          <pc:sldMk cId="0" sldId="307"/>
        </pc:sldMkLst>
        <pc:spChg chg="mod">
          <ac:chgData name="Geng, Baocheng" userId="b4253f3e-c40b-4a70-8207-93818653a34c" providerId="ADAL" clId="{926DEDC8-D6A6-42B8-8509-F9FF98DE42CD}" dt="2023-01-31T16:28:17.391" v="333" actId="14100"/>
          <ac:spMkLst>
            <pc:docMk/>
            <pc:sldMk cId="0" sldId="307"/>
            <ac:spMk id="2" creationId="{00000000-0000-0000-0000-000000000000}"/>
          </ac:spMkLst>
        </pc:spChg>
        <pc:grpChg chg="del">
          <ac:chgData name="Geng, Baocheng" userId="b4253f3e-c40b-4a70-8207-93818653a34c" providerId="ADAL" clId="{926DEDC8-D6A6-42B8-8509-F9FF98DE42CD}" dt="2023-01-30T17:30:20.275" v="274" actId="478"/>
          <ac:grpSpMkLst>
            <pc:docMk/>
            <pc:sldMk cId="0" sldId="307"/>
            <ac:grpSpMk id="6" creationId="{00000000-0000-0000-0000-000000000000}"/>
          </ac:grpSpMkLst>
        </pc:grpChg>
      </pc:sldChg>
      <pc:sldChg chg="delSp modSp add mod">
        <pc:chgData name="Geng, Baocheng" userId="b4253f3e-c40b-4a70-8207-93818653a34c" providerId="ADAL" clId="{926DEDC8-D6A6-42B8-8509-F9FF98DE42CD}" dt="2023-01-31T16:28:13.310" v="332" actId="14100"/>
        <pc:sldMkLst>
          <pc:docMk/>
          <pc:sldMk cId="0" sldId="308"/>
        </pc:sldMkLst>
        <pc:spChg chg="mod">
          <ac:chgData name="Geng, Baocheng" userId="b4253f3e-c40b-4a70-8207-93818653a34c" providerId="ADAL" clId="{926DEDC8-D6A6-42B8-8509-F9FF98DE42CD}" dt="2023-01-31T16:28:13.310" v="332" actId="14100"/>
          <ac:spMkLst>
            <pc:docMk/>
            <pc:sldMk cId="0" sldId="308"/>
            <ac:spMk id="2" creationId="{00000000-0000-0000-0000-000000000000}"/>
          </ac:spMkLst>
        </pc:spChg>
        <pc:spChg chg="del mod">
          <ac:chgData name="Geng, Baocheng" userId="b4253f3e-c40b-4a70-8207-93818653a34c" providerId="ADAL" clId="{926DEDC8-D6A6-42B8-8509-F9FF98DE42CD}" dt="2023-01-30T17:31:13.564" v="281" actId="478"/>
          <ac:spMkLst>
            <pc:docMk/>
            <pc:sldMk cId="0" sldId="308"/>
            <ac:spMk id="6" creationId="{00000000-0000-0000-0000-000000000000}"/>
          </ac:spMkLst>
        </pc:spChg>
        <pc:spChg chg="del">
          <ac:chgData name="Geng, Baocheng" userId="b4253f3e-c40b-4a70-8207-93818653a34c" providerId="ADAL" clId="{926DEDC8-D6A6-42B8-8509-F9FF98DE42CD}" dt="2023-01-30T17:31:12.409" v="280" actId="478"/>
          <ac:spMkLst>
            <pc:docMk/>
            <pc:sldMk cId="0" sldId="308"/>
            <ac:spMk id="12" creationId="{00000000-0000-0000-0000-000000000000}"/>
          </ac:spMkLst>
        </pc:spChg>
        <pc:grpChg chg="del mod">
          <ac:chgData name="Geng, Baocheng" userId="b4253f3e-c40b-4a70-8207-93818653a34c" providerId="ADAL" clId="{926DEDC8-D6A6-42B8-8509-F9FF98DE42CD}" dt="2023-01-30T17:30:23.955" v="276" actId="478"/>
          <ac:grpSpMkLst>
            <pc:docMk/>
            <pc:sldMk cId="0" sldId="308"/>
            <ac:grpSpMk id="8" creationId="{00000000-0000-0000-0000-000000000000}"/>
          </ac:grpSpMkLst>
        </pc:grpChg>
        <pc:grpChg chg="del">
          <ac:chgData name="Geng, Baocheng" userId="b4253f3e-c40b-4a70-8207-93818653a34c" providerId="ADAL" clId="{926DEDC8-D6A6-42B8-8509-F9FF98DE42CD}" dt="2023-01-30T17:30:25.475" v="277" actId="478"/>
          <ac:grpSpMkLst>
            <pc:docMk/>
            <pc:sldMk cId="0" sldId="308"/>
            <ac:grpSpMk id="13" creationId="{00000000-0000-0000-0000-000000000000}"/>
          </ac:grpSpMkLst>
        </pc:grpChg>
      </pc:sldChg>
      <pc:sldChg chg="delSp add mod">
        <pc:chgData name="Geng, Baocheng" userId="b4253f3e-c40b-4a70-8207-93818653a34c" providerId="ADAL" clId="{926DEDC8-D6A6-42B8-8509-F9FF98DE42CD}" dt="2023-01-30T17:31:37.749" v="283" actId="478"/>
        <pc:sldMkLst>
          <pc:docMk/>
          <pc:sldMk cId="0" sldId="309"/>
        </pc:sldMkLst>
        <pc:grpChg chg="del">
          <ac:chgData name="Geng, Baocheng" userId="b4253f3e-c40b-4a70-8207-93818653a34c" providerId="ADAL" clId="{926DEDC8-D6A6-42B8-8509-F9FF98DE42CD}" dt="2023-01-30T17:31:37.749" v="283" actId="478"/>
          <ac:grpSpMkLst>
            <pc:docMk/>
            <pc:sldMk cId="0" sldId="309"/>
            <ac:grpSpMk id="4" creationId="{00000000-0000-0000-0000-000000000000}"/>
          </ac:grpSpMkLst>
        </pc:grpChg>
      </pc:sldChg>
      <pc:sldChg chg="delSp add mod">
        <pc:chgData name="Geng, Baocheng" userId="b4253f3e-c40b-4a70-8207-93818653a34c" providerId="ADAL" clId="{926DEDC8-D6A6-42B8-8509-F9FF98DE42CD}" dt="2023-01-30T17:31:53.260" v="284" actId="478"/>
        <pc:sldMkLst>
          <pc:docMk/>
          <pc:sldMk cId="0" sldId="310"/>
        </pc:sldMkLst>
        <pc:grpChg chg="del">
          <ac:chgData name="Geng, Baocheng" userId="b4253f3e-c40b-4a70-8207-93818653a34c" providerId="ADAL" clId="{926DEDC8-D6A6-42B8-8509-F9FF98DE42CD}" dt="2023-01-30T17:31:53.260" v="284" actId="478"/>
          <ac:grpSpMkLst>
            <pc:docMk/>
            <pc:sldMk cId="0" sldId="310"/>
            <ac:grpSpMk id="5" creationId="{00000000-0000-0000-0000-000000000000}"/>
          </ac:grpSpMkLst>
        </pc:grpChg>
      </pc:sldChg>
      <pc:sldChg chg="delSp add mod">
        <pc:chgData name="Geng, Baocheng" userId="b4253f3e-c40b-4a70-8207-93818653a34c" providerId="ADAL" clId="{926DEDC8-D6A6-42B8-8509-F9FF98DE42CD}" dt="2023-01-30T17:31:56.559" v="285" actId="478"/>
        <pc:sldMkLst>
          <pc:docMk/>
          <pc:sldMk cId="0" sldId="311"/>
        </pc:sldMkLst>
        <pc:grpChg chg="del">
          <ac:chgData name="Geng, Baocheng" userId="b4253f3e-c40b-4a70-8207-93818653a34c" providerId="ADAL" clId="{926DEDC8-D6A6-42B8-8509-F9FF98DE42CD}" dt="2023-01-30T17:31:56.559" v="285" actId="478"/>
          <ac:grpSpMkLst>
            <pc:docMk/>
            <pc:sldMk cId="0" sldId="311"/>
            <ac:grpSpMk id="5" creationId="{00000000-0000-0000-0000-000000000000}"/>
          </ac:grpSpMkLst>
        </pc:grpChg>
      </pc:sldChg>
      <pc:sldChg chg="delSp add mod">
        <pc:chgData name="Geng, Baocheng" userId="b4253f3e-c40b-4a70-8207-93818653a34c" providerId="ADAL" clId="{926DEDC8-D6A6-42B8-8509-F9FF98DE42CD}" dt="2023-01-30T17:32:38.539" v="286" actId="478"/>
        <pc:sldMkLst>
          <pc:docMk/>
          <pc:sldMk cId="0" sldId="312"/>
        </pc:sldMkLst>
        <pc:grpChg chg="del">
          <ac:chgData name="Geng, Baocheng" userId="b4253f3e-c40b-4a70-8207-93818653a34c" providerId="ADAL" clId="{926DEDC8-D6A6-42B8-8509-F9FF98DE42CD}" dt="2023-01-30T17:32:38.539" v="286" actId="478"/>
          <ac:grpSpMkLst>
            <pc:docMk/>
            <pc:sldMk cId="0" sldId="312"/>
            <ac:grpSpMk id="5" creationId="{00000000-0000-0000-0000-000000000000}"/>
          </ac:grpSpMkLst>
        </pc:grpChg>
      </pc:sldChg>
      <pc:sldChg chg="delSp modSp add mod">
        <pc:chgData name="Geng, Baocheng" userId="b4253f3e-c40b-4a70-8207-93818653a34c" providerId="ADAL" clId="{926DEDC8-D6A6-42B8-8509-F9FF98DE42CD}" dt="2023-01-31T16:28:02.415" v="330" actId="14100"/>
        <pc:sldMkLst>
          <pc:docMk/>
          <pc:sldMk cId="0" sldId="313"/>
        </pc:sldMkLst>
        <pc:spChg chg="mod">
          <ac:chgData name="Geng, Baocheng" userId="b4253f3e-c40b-4a70-8207-93818653a34c" providerId="ADAL" clId="{926DEDC8-D6A6-42B8-8509-F9FF98DE42CD}" dt="2023-01-31T16:28:02.415" v="330" actId="14100"/>
          <ac:spMkLst>
            <pc:docMk/>
            <pc:sldMk cId="0" sldId="313"/>
            <ac:spMk id="2" creationId="{00000000-0000-0000-0000-000000000000}"/>
          </ac:spMkLst>
        </pc:spChg>
        <pc:grpChg chg="del">
          <ac:chgData name="Geng, Baocheng" userId="b4253f3e-c40b-4a70-8207-93818653a34c" providerId="ADAL" clId="{926DEDC8-D6A6-42B8-8509-F9FF98DE42CD}" dt="2023-01-30T17:32:41.459" v="287" actId="478"/>
          <ac:grpSpMkLst>
            <pc:docMk/>
            <pc:sldMk cId="0" sldId="313"/>
            <ac:grpSpMk id="4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D3838-CE5B-4D95-A695-78D16816125C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574F1-908D-418F-859D-47AF1F6E4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6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574F1-908D-418F-859D-47AF1F6E43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46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5844" y="1253007"/>
            <a:ext cx="1989455" cy="363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11262" y="62407"/>
            <a:ext cx="178757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1012101"/>
            <a:ext cx="2207895" cy="1568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14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4.xml"/><Relationship Id="rId10" Type="http://schemas.openxmlformats.org/officeDocument/2006/relationships/slide" Target="slide58.xml"/><Relationship Id="rId4" Type="http://schemas.openxmlformats.org/officeDocument/2006/relationships/slide" Target="slide3.xml"/><Relationship Id="rId9" Type="http://schemas.openxmlformats.org/officeDocument/2006/relationships/slide" Target="slide3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slide" Target="slid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0702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396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r>
              <a:rPr sz="1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355/555</a:t>
            </a:r>
            <a:endParaRPr sz="1400">
              <a:latin typeface="Times New Roman"/>
              <a:cs typeface="Times New Roman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Statistics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4648" y="1715668"/>
            <a:ext cx="1296201" cy="4501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Baocheng Geng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 dirty="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Lecture 10      02/7/2025</a:t>
            </a:r>
            <a:endParaRPr sz="800" dirty="0">
              <a:latin typeface="Century"/>
              <a:cs typeface="Century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383030" cy="106680"/>
            </a:xfrm>
            <a:custGeom>
              <a:avLst/>
              <a:gdLst/>
              <a:ahLst/>
              <a:cxnLst/>
              <a:rect l="l" t="t" r="r" b="b"/>
              <a:pathLst>
                <a:path w="1383030" h="106679">
                  <a:moveTo>
                    <a:pt x="1382420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382420" y="106222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292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82420" y="3349777"/>
              <a:ext cx="3225800" cy="106680"/>
            </a:xfrm>
            <a:custGeom>
              <a:avLst/>
              <a:gdLst/>
              <a:ahLst/>
              <a:cxnLst/>
              <a:rect l="l" t="t" r="r" b="b"/>
              <a:pathLst>
                <a:path w="3225800" h="106679">
                  <a:moveTo>
                    <a:pt x="0" y="106222"/>
                  </a:moveTo>
                  <a:lnTo>
                    <a:pt x="3225584" y="106222"/>
                  </a:lnTo>
                  <a:lnTo>
                    <a:pt x="3225584" y="0"/>
                  </a:lnTo>
                  <a:lnTo>
                    <a:pt x="0" y="0"/>
                  </a:lnTo>
                  <a:lnTo>
                    <a:pt x="0" y="106222"/>
                  </a:lnTo>
                  <a:close/>
                </a:path>
              </a:pathLst>
            </a:custGeom>
            <a:solidFill>
              <a:srgbClr val="3E3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240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04495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1270088"/>
            <a:ext cx="155092" cy="1550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30" y="1690636"/>
            <a:ext cx="155092" cy="1550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8790" y="772998"/>
            <a:ext cx="3594100" cy="1077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8985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Book Antiqua"/>
                <a:cs typeface="Book Antiqua"/>
              </a:rPr>
              <a:t>Independent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Trials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Binomial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Probabilities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 marL="173355" indent="-161290">
              <a:lnSpc>
                <a:spcPct val="100000"/>
              </a:lnSpc>
              <a:spcBef>
                <a:spcPts val="975"/>
              </a:spcBef>
              <a:buClr>
                <a:srgbClr val="EDEDE5"/>
              </a:buClr>
              <a:buSzPct val="72727"/>
              <a:buFont typeface="Century"/>
              <a:buAutoNum type="arabicPlain"/>
              <a:tabLst>
                <a:tab pos="173990" algn="l"/>
              </a:tabLst>
            </a:pP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4" action="ppaction://hlinksldjump"/>
              </a:rPr>
              <a:t>Introduction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buClr>
                <a:srgbClr val="EDEDE5"/>
              </a:buClr>
              <a:buFont typeface="Century"/>
              <a:buAutoNum type="arabicPlain"/>
            </a:pPr>
            <a:endParaRPr sz="1600">
              <a:latin typeface="Book Antiqua"/>
              <a:cs typeface="Book Antiqua"/>
            </a:endParaRPr>
          </a:p>
          <a:p>
            <a:pPr marL="173355" indent="-161290">
              <a:lnSpc>
                <a:spcPct val="100000"/>
              </a:lnSpc>
              <a:spcBef>
                <a:spcPts val="5"/>
              </a:spcBef>
              <a:buClr>
                <a:srgbClr val="EDEDE5"/>
              </a:buClr>
              <a:buSzPct val="72727"/>
              <a:buFont typeface="Century"/>
              <a:buAutoNum type="arabicPlain"/>
              <a:tabLst>
                <a:tab pos="173990" algn="l"/>
              </a:tabLst>
            </a:pPr>
            <a:r>
              <a:rPr sz="1100" spc="-30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Independent</a:t>
            </a:r>
            <a:r>
              <a:rPr sz="1100" spc="5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Trials</a:t>
            </a:r>
            <a:r>
              <a:rPr sz="1100" spc="5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and</a:t>
            </a:r>
            <a:r>
              <a:rPr sz="1100" spc="10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Binomial</a:t>
            </a:r>
            <a:r>
              <a:rPr sz="1100" spc="5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Probabilities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2111184"/>
            <a:ext cx="155092" cy="1550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8790" y="210742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890" y="2079244"/>
            <a:ext cx="609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525200"/>
                </a:solidFill>
                <a:latin typeface="Book Antiqua"/>
                <a:cs typeface="Book Antiqua"/>
                <a:hlinkClick r:id="rId7" action="ppaction://hlinksldjump"/>
              </a:rPr>
              <a:t>Examples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830" y="2531732"/>
            <a:ext cx="155092" cy="1550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8790" y="252797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9890" y="2499791"/>
            <a:ext cx="5518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525200"/>
                </a:solidFill>
                <a:latin typeface="Book Antiqua"/>
                <a:cs typeface="Book Antiqua"/>
                <a:hlinkClick r:id="rId9" action="ppaction://hlinksldjump"/>
              </a:rPr>
              <a:t>Program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  <a:r>
              <a:rPr dirty="0"/>
              <a:t>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Copyright</a:t>
            </a:r>
            <a:r>
              <a:rPr spc="125" dirty="0"/>
              <a:t> </a:t>
            </a:r>
            <a:r>
              <a:rPr spc="6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Copyright</a:t>
            </a:r>
            <a:r>
              <a:rPr sz="12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Book Antiqua"/>
                <a:cs typeface="Book Antiqua"/>
              </a:rPr>
              <a:t>Materials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prepared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and/or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included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this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protected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by </a:t>
            </a:r>
            <a:r>
              <a:rPr sz="1100" spc="-30" dirty="0">
                <a:latin typeface="Book Antiqua"/>
                <a:cs typeface="Book Antiqua"/>
              </a:rPr>
              <a:t>copyright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law.</a:t>
            </a:r>
            <a:r>
              <a:rPr sz="1100" spc="1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intended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used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only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students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enrolled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this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during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current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term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should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further </a:t>
            </a:r>
            <a:r>
              <a:rPr sz="1100" spc="-30" dirty="0">
                <a:latin typeface="Book Antiqua"/>
                <a:cs typeface="Book Antiqua"/>
              </a:rPr>
              <a:t>disseminated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without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prior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permission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from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instructor.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</a:t>
            </a:fld>
            <a:r>
              <a:rPr dirty="0"/>
              <a:t>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52BCC-EA4E-B623-5C98-3EFE49C06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6B10E05-8C1E-6F2E-884C-91B21DD6942D}"/>
              </a:ext>
            </a:extLst>
          </p:cNvPr>
          <p:cNvSpPr txBox="1"/>
          <p:nvPr/>
        </p:nvSpPr>
        <p:spPr>
          <a:xfrm>
            <a:off x="1950618" y="62407"/>
            <a:ext cx="706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2FC2D9F-86FA-138F-B4E6-3C8F5CF3C448}"/>
              </a:ext>
            </a:extLst>
          </p:cNvPr>
          <p:cNvSpPr txBox="1"/>
          <p:nvPr/>
        </p:nvSpPr>
        <p:spPr>
          <a:xfrm>
            <a:off x="125844" y="1204785"/>
            <a:ext cx="32924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What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probability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flipping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13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heads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row?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1E7BEAC-B578-2C5E-28FD-D1D60EFB1B5D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49A7468-4352-6061-2FFA-1D50B26BDAF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41CE67D-2B97-9B2F-4213-DE7CF6B6AE81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129557889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703F0-9280-CAAC-0A2F-983D2048A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0D10179-EBE9-8DCB-BCED-A973DFD1460C}"/>
              </a:ext>
            </a:extLst>
          </p:cNvPr>
          <p:cNvSpPr txBox="1"/>
          <p:nvPr/>
        </p:nvSpPr>
        <p:spPr>
          <a:xfrm>
            <a:off x="1950618" y="62407"/>
            <a:ext cx="706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8A0EC42-CDE6-3FDA-21F0-5739BCDED3C6}"/>
              </a:ext>
            </a:extLst>
          </p:cNvPr>
          <p:cNvSpPr txBox="1"/>
          <p:nvPr/>
        </p:nvSpPr>
        <p:spPr>
          <a:xfrm>
            <a:off x="125844" y="1204785"/>
            <a:ext cx="329247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What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probability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flipping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13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heads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row?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i="1" spc="-130" dirty="0">
                <a:latin typeface="Verdana"/>
                <a:cs typeface="Verdana"/>
              </a:rPr>
              <a:t>ρ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i="1" spc="-25" dirty="0">
                <a:latin typeface="Verdana"/>
                <a:cs typeface="Verdana"/>
              </a:rPr>
              <a:t>.</a:t>
            </a:r>
            <a:r>
              <a:rPr sz="1100" spc="-25" dirty="0">
                <a:latin typeface="Book Antiqua"/>
                <a:cs typeface="Book Antiqua"/>
              </a:rPr>
              <a:t>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269BFD6-EDEF-10EB-259A-CA58B0EA9C63}"/>
              </a:ext>
            </a:extLst>
          </p:cNvPr>
          <p:cNvSpPr txBox="1"/>
          <p:nvPr/>
        </p:nvSpPr>
        <p:spPr>
          <a:xfrm>
            <a:off x="100444" y="1908937"/>
            <a:ext cx="16395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P(13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heads)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.</a:t>
            </a:r>
            <a:r>
              <a:rPr sz="1100" spc="-10" dirty="0">
                <a:latin typeface="Book Antiqua"/>
                <a:cs typeface="Book Antiqua"/>
              </a:rPr>
              <a:t>5</a:t>
            </a:r>
            <a:r>
              <a:rPr sz="1200" spc="-15" baseline="27777" dirty="0">
                <a:latin typeface="Century"/>
                <a:cs typeface="Century"/>
              </a:rPr>
              <a:t>13</a:t>
            </a:r>
            <a:r>
              <a:rPr sz="1200" spc="172" baseline="27777" dirty="0">
                <a:latin typeface="Century"/>
                <a:cs typeface="Century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30" dirty="0">
                <a:latin typeface="Book Antiqua"/>
                <a:cs typeface="Book Antiqua"/>
              </a:rPr>
              <a:t> </a:t>
            </a:r>
            <a:r>
              <a:rPr sz="1200" u="sng" spc="615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spc="-75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1200" u="sng" spc="750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1200" baseline="31250">
              <a:latin typeface="Century"/>
              <a:cs typeface="Century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758CA46-BBA4-8130-4DF8-5CB1712A1569}"/>
              </a:ext>
            </a:extLst>
          </p:cNvPr>
          <p:cNvSpPr txBox="1"/>
          <p:nvPr/>
        </p:nvSpPr>
        <p:spPr>
          <a:xfrm>
            <a:off x="1473720" y="1994039"/>
            <a:ext cx="2406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Century"/>
                <a:cs typeface="Century"/>
              </a:rPr>
              <a:t>8192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910DF05-6A91-B5CC-3B00-0A635C1C3CE5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84387AB-FA4F-E22B-8A3A-7FD1FA4F7D2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51AAD21-EA15-94AF-1C98-7C70E4FCA30D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9856739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536A-BAAA-3FEC-91F4-EB79D4FD9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A626B38-5252-A21D-C1D6-3169CDE3693C}"/>
              </a:ext>
            </a:extLst>
          </p:cNvPr>
          <p:cNvSpPr txBox="1"/>
          <p:nvPr/>
        </p:nvSpPr>
        <p:spPr>
          <a:xfrm>
            <a:off x="1950618" y="62407"/>
            <a:ext cx="706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A82672B-790D-1407-0001-CDDC39AAF5E9}"/>
              </a:ext>
            </a:extLst>
          </p:cNvPr>
          <p:cNvSpPr txBox="1"/>
          <p:nvPr/>
        </p:nvSpPr>
        <p:spPr>
          <a:xfrm>
            <a:off x="100444" y="884186"/>
            <a:ext cx="2722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Throw </a:t>
            </a:r>
            <a:r>
              <a:rPr sz="1100" spc="-35" dirty="0">
                <a:latin typeface="Book Antiqua"/>
                <a:cs typeface="Book Antiqua"/>
              </a:rPr>
              <a:t>two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fair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dice,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-240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Verdana"/>
                <a:cs typeface="Verdana"/>
              </a:rPr>
              <a:t>x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50" dirty="0">
                <a:latin typeface="Book Antiqua"/>
                <a:cs typeface="Book Antiqua"/>
              </a:rPr>
              <a:t> </a:t>
            </a:r>
            <a:r>
              <a:rPr sz="1100" i="1" spc="-125" dirty="0">
                <a:latin typeface="Verdana"/>
                <a:cs typeface="Verdana"/>
              </a:rPr>
              <a:t>y</a:t>
            </a:r>
            <a:r>
              <a:rPr sz="1100" i="1" spc="-45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&lt;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5)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20" dirty="0">
                <a:latin typeface="Book Antiqua"/>
                <a:cs typeface="Book Antiqua"/>
              </a:rPr>
              <a:t> </a:t>
            </a:r>
            <a:r>
              <a:rPr sz="1200" u="sng" spc="-15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6</a:t>
            </a:r>
            <a:r>
              <a:rPr sz="1200" u="sng" spc="-44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r>
              <a:rPr sz="1200" spc="254" baseline="31250" dirty="0">
                <a:latin typeface="Century"/>
                <a:cs typeface="Century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14" dirty="0">
                <a:latin typeface="Book Antiqua"/>
                <a:cs typeface="Book Antiqua"/>
              </a:rPr>
              <a:t> </a:t>
            </a:r>
            <a:r>
              <a:rPr sz="1200" u="sng" spc="-75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endParaRPr sz="1200" baseline="31250">
              <a:latin typeface="Century"/>
              <a:cs typeface="Century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4DAA720-3155-947E-8456-FBB22E292926}"/>
              </a:ext>
            </a:extLst>
          </p:cNvPr>
          <p:cNvSpPr txBox="1"/>
          <p:nvPr/>
        </p:nvSpPr>
        <p:spPr>
          <a:xfrm>
            <a:off x="2395575" y="969289"/>
            <a:ext cx="4019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5280" algn="l"/>
              </a:tabLst>
            </a:pPr>
            <a:r>
              <a:rPr sz="800" spc="-25" dirty="0">
                <a:latin typeface="Century"/>
                <a:cs typeface="Century"/>
              </a:rPr>
              <a:t>36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50" dirty="0">
                <a:latin typeface="Century"/>
                <a:cs typeface="Century"/>
              </a:rPr>
              <a:t>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A0FB602-2A4C-33EC-B263-F06B7B758276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34F9492-5DCE-13D5-9EE7-AF10503886D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189EA73-E7AE-24D9-3F8B-4CDB36EA4964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277368997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AF755-3D8F-48DA-D46F-464DCB2EF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37ED842-064D-2944-5E6C-D191251EDA50}"/>
              </a:ext>
            </a:extLst>
          </p:cNvPr>
          <p:cNvSpPr txBox="1"/>
          <p:nvPr/>
        </p:nvSpPr>
        <p:spPr>
          <a:xfrm>
            <a:off x="1950618" y="62407"/>
            <a:ext cx="706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0DD48B6-28A9-8D3C-5DD4-5150632C7C8A}"/>
              </a:ext>
            </a:extLst>
          </p:cNvPr>
          <p:cNvSpPr txBox="1"/>
          <p:nvPr/>
        </p:nvSpPr>
        <p:spPr>
          <a:xfrm>
            <a:off x="100444" y="884186"/>
            <a:ext cx="2722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Throw </a:t>
            </a:r>
            <a:r>
              <a:rPr sz="1100" spc="-35" dirty="0">
                <a:latin typeface="Book Antiqua"/>
                <a:cs typeface="Book Antiqua"/>
              </a:rPr>
              <a:t>two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fair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dice,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-240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Verdana"/>
                <a:cs typeface="Verdana"/>
              </a:rPr>
              <a:t>x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50" dirty="0">
                <a:latin typeface="Book Antiqua"/>
                <a:cs typeface="Book Antiqua"/>
              </a:rPr>
              <a:t> </a:t>
            </a:r>
            <a:r>
              <a:rPr sz="1100" i="1" spc="-125" dirty="0">
                <a:latin typeface="Verdana"/>
                <a:cs typeface="Verdana"/>
              </a:rPr>
              <a:t>y</a:t>
            </a:r>
            <a:r>
              <a:rPr sz="1100" i="1" spc="-45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&lt;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5)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20" dirty="0">
                <a:latin typeface="Book Antiqua"/>
                <a:cs typeface="Book Antiqua"/>
              </a:rPr>
              <a:t> </a:t>
            </a:r>
            <a:r>
              <a:rPr sz="1200" u="sng" spc="-15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6</a:t>
            </a:r>
            <a:r>
              <a:rPr sz="1200" u="sng" spc="-44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r>
              <a:rPr sz="1200" spc="254" baseline="31250" dirty="0">
                <a:latin typeface="Century"/>
                <a:cs typeface="Century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14" dirty="0">
                <a:latin typeface="Book Antiqua"/>
                <a:cs typeface="Book Antiqua"/>
              </a:rPr>
              <a:t> </a:t>
            </a:r>
            <a:r>
              <a:rPr sz="1200" u="sng" spc="-75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endParaRPr sz="1200" baseline="31250">
              <a:latin typeface="Century"/>
              <a:cs typeface="Century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D622F43-638F-A93C-B5ED-BCDE519D3BD8}"/>
              </a:ext>
            </a:extLst>
          </p:cNvPr>
          <p:cNvSpPr txBox="1"/>
          <p:nvPr/>
        </p:nvSpPr>
        <p:spPr>
          <a:xfrm>
            <a:off x="2395575" y="969289"/>
            <a:ext cx="4019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5280" algn="l"/>
              </a:tabLst>
            </a:pPr>
            <a:r>
              <a:rPr sz="800" spc="-25" dirty="0">
                <a:latin typeface="Century"/>
                <a:cs typeface="Century"/>
              </a:rPr>
              <a:t>36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50" dirty="0">
                <a:latin typeface="Century"/>
                <a:cs typeface="Century"/>
              </a:rPr>
              <a:t>6</a:t>
            </a:r>
            <a:endParaRPr sz="800">
              <a:latin typeface="Century"/>
              <a:cs typeface="Century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74B97AFF-55C6-20B1-1DBD-2D27B332B552}"/>
              </a:ext>
            </a:extLst>
          </p:cNvPr>
          <p:cNvGraphicFramePr>
            <a:graphicFrameLocks noGrp="1"/>
          </p:cNvGraphicFramePr>
          <p:nvPr/>
        </p:nvGraphicFramePr>
        <p:xfrm>
          <a:off x="1411046" y="1207198"/>
          <a:ext cx="1779898" cy="1258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6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FF0000"/>
                          </a:solidFill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>
            <a:extLst>
              <a:ext uri="{FF2B5EF4-FFF2-40B4-BE49-F238E27FC236}">
                <a16:creationId xmlns:a16="http://schemas.microsoft.com/office/drawing/2014/main" id="{D003CD0C-E05F-DDFF-CB66-5830A5E8AF5A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A6F65F3-66B9-6411-9761-5CB1D8A09AD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E87F614-B482-E5D4-DD9D-F4B9983527E8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1659105912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B0FC4-8243-1F00-F8FF-CCADDFD90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FDE743-33C3-2367-4B97-CA70415BEF2C}"/>
              </a:ext>
            </a:extLst>
          </p:cNvPr>
          <p:cNvSpPr txBox="1"/>
          <p:nvPr/>
        </p:nvSpPr>
        <p:spPr>
          <a:xfrm>
            <a:off x="1805660" y="62407"/>
            <a:ext cx="996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Throw</a:t>
            </a:r>
            <a:r>
              <a:rPr sz="1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twice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EFC18C9-A219-6947-482A-BFA5728D7BAD}"/>
              </a:ext>
            </a:extLst>
          </p:cNvPr>
          <p:cNvSpPr/>
          <p:nvPr/>
        </p:nvSpPr>
        <p:spPr>
          <a:xfrm>
            <a:off x="2698927" y="7229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09C9371-F685-42FA-B5AD-0789C5743C2D}"/>
              </a:ext>
            </a:extLst>
          </p:cNvPr>
          <p:cNvSpPr txBox="1"/>
          <p:nvPr/>
        </p:nvSpPr>
        <p:spPr>
          <a:xfrm>
            <a:off x="1458277" y="606310"/>
            <a:ext cx="15532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32560" algn="l"/>
              </a:tabLst>
            </a:pP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-220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(Both</a:t>
            </a:r>
            <a:r>
              <a:rPr sz="1100" spc="135" dirty="0">
                <a:latin typeface="Book Antiqua"/>
                <a:cs typeface="Book Antiqua"/>
              </a:rPr>
              <a:t> </a:t>
            </a:r>
            <a:r>
              <a:rPr sz="1100" i="1" spc="-70" dirty="0">
                <a:latin typeface="Verdana"/>
                <a:cs typeface="Verdana"/>
              </a:rPr>
              <a:t>x,</a:t>
            </a:r>
            <a:r>
              <a:rPr sz="1100" i="1" spc="-175" dirty="0">
                <a:latin typeface="Verdana"/>
                <a:cs typeface="Verdana"/>
              </a:rPr>
              <a:t> </a:t>
            </a:r>
            <a:r>
              <a:rPr sz="1100" i="1" spc="-125" dirty="0">
                <a:latin typeface="Verdana"/>
                <a:cs typeface="Verdana"/>
              </a:rPr>
              <a:t>y</a:t>
            </a:r>
            <a:r>
              <a:rPr sz="1100" i="1" spc="5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&lt;</a:t>
            </a:r>
            <a:r>
              <a:rPr sz="1100" i="1" spc="-45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5)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4AEA0E1-6C14-B534-4BCE-EE2137713605}"/>
              </a:ext>
            </a:extLst>
          </p:cNvPr>
          <p:cNvSpPr txBox="1"/>
          <p:nvPr/>
        </p:nvSpPr>
        <p:spPr>
          <a:xfrm>
            <a:off x="2686227" y="51258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Book Antiqua"/>
                <a:cs typeface="Book Antiqua"/>
              </a:rPr>
              <a:t>16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4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BF1C6E2-C203-2B6A-9CB8-EB78F5452DF8}"/>
              </a:ext>
            </a:extLst>
          </p:cNvPr>
          <p:cNvSpPr/>
          <p:nvPr/>
        </p:nvSpPr>
        <p:spPr>
          <a:xfrm>
            <a:off x="3052572" y="7229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239E64C-AD82-68A6-F772-F4CCFC73B88F}"/>
              </a:ext>
            </a:extLst>
          </p:cNvPr>
          <p:cNvSpPr txBox="1"/>
          <p:nvPr/>
        </p:nvSpPr>
        <p:spPr>
          <a:xfrm>
            <a:off x="2686227" y="70134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Book Antiqua"/>
                <a:cs typeface="Book Antiqua"/>
              </a:rPr>
              <a:t>36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9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5D2D755-7092-7F9A-5167-AF96D7F67260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16/29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C77F368-C63C-86A9-1C00-9F017A2DF8C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30DB588-55E8-6A13-6DB8-D66818141B7C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3503795302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7FF6-2E83-4CB7-9F48-C11B7C3B6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9C25D5A-37B4-2D69-828E-41B8C93DCEA2}"/>
              </a:ext>
            </a:extLst>
          </p:cNvPr>
          <p:cNvSpPr txBox="1"/>
          <p:nvPr/>
        </p:nvSpPr>
        <p:spPr>
          <a:xfrm>
            <a:off x="1805660" y="62407"/>
            <a:ext cx="996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Throw</a:t>
            </a:r>
            <a:r>
              <a:rPr sz="1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twice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68A2544-B54F-0DF5-FF1F-9D2B174C888A}"/>
              </a:ext>
            </a:extLst>
          </p:cNvPr>
          <p:cNvSpPr/>
          <p:nvPr/>
        </p:nvSpPr>
        <p:spPr>
          <a:xfrm>
            <a:off x="2698927" y="7229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8066F8B-CF10-C6FB-6501-958C679FDE92}"/>
              </a:ext>
            </a:extLst>
          </p:cNvPr>
          <p:cNvSpPr txBox="1"/>
          <p:nvPr/>
        </p:nvSpPr>
        <p:spPr>
          <a:xfrm>
            <a:off x="1458277" y="606310"/>
            <a:ext cx="15532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32560" algn="l"/>
              </a:tabLst>
            </a:pP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-220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(Both</a:t>
            </a:r>
            <a:r>
              <a:rPr sz="1100" spc="135" dirty="0">
                <a:latin typeface="Book Antiqua"/>
                <a:cs typeface="Book Antiqua"/>
              </a:rPr>
              <a:t> </a:t>
            </a:r>
            <a:r>
              <a:rPr sz="1100" i="1" spc="-70" dirty="0">
                <a:latin typeface="Verdana"/>
                <a:cs typeface="Verdana"/>
              </a:rPr>
              <a:t>x,</a:t>
            </a:r>
            <a:r>
              <a:rPr sz="1100" i="1" spc="-175" dirty="0">
                <a:latin typeface="Verdana"/>
                <a:cs typeface="Verdana"/>
              </a:rPr>
              <a:t> </a:t>
            </a:r>
            <a:r>
              <a:rPr sz="1100" i="1" spc="-125" dirty="0">
                <a:latin typeface="Verdana"/>
                <a:cs typeface="Verdana"/>
              </a:rPr>
              <a:t>y</a:t>
            </a:r>
            <a:r>
              <a:rPr sz="1100" i="1" spc="5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&lt;</a:t>
            </a:r>
            <a:r>
              <a:rPr sz="1100" i="1" spc="-45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5)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D3C3265-7FE7-DB7E-9847-12D1F923090B}"/>
              </a:ext>
            </a:extLst>
          </p:cNvPr>
          <p:cNvSpPr txBox="1"/>
          <p:nvPr/>
        </p:nvSpPr>
        <p:spPr>
          <a:xfrm>
            <a:off x="2686227" y="51258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Book Antiqua"/>
                <a:cs typeface="Book Antiqua"/>
              </a:rPr>
              <a:t>16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4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94301EA-A6D4-89D1-CA47-01566DE5CDD4}"/>
              </a:ext>
            </a:extLst>
          </p:cNvPr>
          <p:cNvSpPr/>
          <p:nvPr/>
        </p:nvSpPr>
        <p:spPr>
          <a:xfrm>
            <a:off x="3052572" y="7229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5B85BF3-3EB3-77E1-D874-633CBD447315}"/>
              </a:ext>
            </a:extLst>
          </p:cNvPr>
          <p:cNvSpPr txBox="1"/>
          <p:nvPr/>
        </p:nvSpPr>
        <p:spPr>
          <a:xfrm>
            <a:off x="2686227" y="70134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Book Antiqua"/>
                <a:cs typeface="Book Antiqua"/>
              </a:rPr>
              <a:t>36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9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751A98E6-05A1-C981-3B15-966EDDD94954}"/>
              </a:ext>
            </a:extLst>
          </p:cNvPr>
          <p:cNvGraphicFramePr>
            <a:graphicFrameLocks noGrp="1"/>
          </p:cNvGraphicFramePr>
          <p:nvPr/>
        </p:nvGraphicFramePr>
        <p:xfrm>
          <a:off x="1341780" y="1118489"/>
          <a:ext cx="1918965" cy="1258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6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object 12">
            <a:extLst>
              <a:ext uri="{FF2B5EF4-FFF2-40B4-BE49-F238E27FC236}">
                <a16:creationId xmlns:a16="http://schemas.microsoft.com/office/drawing/2014/main" id="{6D20CCA2-9895-C596-FE89-13D28B0AE2A8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16/29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D970176-8C2B-061B-943D-7B51858A093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A174A4F-79BC-B483-0B13-2B88672E8424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951483086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34D87-9C19-BA3E-E00B-56F214BB4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3CAF60-498F-BE25-A6C0-E94B823B9730}"/>
              </a:ext>
            </a:extLst>
          </p:cNvPr>
          <p:cNvSpPr txBox="1"/>
          <p:nvPr/>
        </p:nvSpPr>
        <p:spPr>
          <a:xfrm>
            <a:off x="1805660" y="62407"/>
            <a:ext cx="996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Throw</a:t>
            </a:r>
            <a:r>
              <a:rPr sz="1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twice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18C80B2-E98F-95A0-21B5-06818B556C35}"/>
              </a:ext>
            </a:extLst>
          </p:cNvPr>
          <p:cNvSpPr/>
          <p:nvPr/>
        </p:nvSpPr>
        <p:spPr>
          <a:xfrm>
            <a:off x="2698927" y="7229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9A5B831-4974-B767-430C-615D0738117D}"/>
              </a:ext>
            </a:extLst>
          </p:cNvPr>
          <p:cNvSpPr txBox="1"/>
          <p:nvPr/>
        </p:nvSpPr>
        <p:spPr>
          <a:xfrm>
            <a:off x="1458277" y="606310"/>
            <a:ext cx="15532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32560" algn="l"/>
              </a:tabLst>
            </a:pP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-220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(Both</a:t>
            </a:r>
            <a:r>
              <a:rPr sz="1100" spc="135" dirty="0">
                <a:latin typeface="Book Antiqua"/>
                <a:cs typeface="Book Antiqua"/>
              </a:rPr>
              <a:t> </a:t>
            </a:r>
            <a:r>
              <a:rPr sz="1100" i="1" spc="-70" dirty="0">
                <a:latin typeface="Verdana"/>
                <a:cs typeface="Verdana"/>
              </a:rPr>
              <a:t>x,</a:t>
            </a:r>
            <a:r>
              <a:rPr sz="1100" i="1" spc="-175" dirty="0">
                <a:latin typeface="Verdana"/>
                <a:cs typeface="Verdana"/>
              </a:rPr>
              <a:t> </a:t>
            </a:r>
            <a:r>
              <a:rPr sz="1100" i="1" spc="-125" dirty="0">
                <a:latin typeface="Verdana"/>
                <a:cs typeface="Verdana"/>
              </a:rPr>
              <a:t>y</a:t>
            </a:r>
            <a:r>
              <a:rPr sz="1100" i="1" spc="5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&lt;</a:t>
            </a:r>
            <a:r>
              <a:rPr sz="1100" i="1" spc="-45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5)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C510B3A-EC7D-D1CE-BF3F-4A58FE5A6782}"/>
              </a:ext>
            </a:extLst>
          </p:cNvPr>
          <p:cNvSpPr txBox="1"/>
          <p:nvPr/>
        </p:nvSpPr>
        <p:spPr>
          <a:xfrm>
            <a:off x="2686227" y="51258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Book Antiqua"/>
                <a:cs typeface="Book Antiqua"/>
              </a:rPr>
              <a:t>16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4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B1F3505-8A3B-E70D-C912-D5461E540716}"/>
              </a:ext>
            </a:extLst>
          </p:cNvPr>
          <p:cNvSpPr/>
          <p:nvPr/>
        </p:nvSpPr>
        <p:spPr>
          <a:xfrm>
            <a:off x="3052572" y="7229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639901C-AA1F-7FE0-820B-699F5C03977E}"/>
              </a:ext>
            </a:extLst>
          </p:cNvPr>
          <p:cNvSpPr txBox="1"/>
          <p:nvPr/>
        </p:nvSpPr>
        <p:spPr>
          <a:xfrm>
            <a:off x="2686227" y="70134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Book Antiqua"/>
                <a:cs typeface="Book Antiqua"/>
              </a:rPr>
              <a:t>36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9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AA1A4B53-93EB-4236-F77E-5BA366B118E9}"/>
              </a:ext>
            </a:extLst>
          </p:cNvPr>
          <p:cNvGraphicFramePr>
            <a:graphicFrameLocks noGrp="1"/>
          </p:cNvGraphicFramePr>
          <p:nvPr/>
        </p:nvGraphicFramePr>
        <p:xfrm>
          <a:off x="1341780" y="1118489"/>
          <a:ext cx="1918965" cy="1258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6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>
            <a:extLst>
              <a:ext uri="{FF2B5EF4-FFF2-40B4-BE49-F238E27FC236}">
                <a16:creationId xmlns:a16="http://schemas.microsoft.com/office/drawing/2014/main" id="{2FB0B56F-103C-7B80-8216-78E32C2699DA}"/>
              </a:ext>
            </a:extLst>
          </p:cNvPr>
          <p:cNvSpPr/>
          <p:nvPr/>
        </p:nvSpPr>
        <p:spPr>
          <a:xfrm>
            <a:off x="2698927" y="2650299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B84E2132-7ECA-6E27-5C49-8B2BDE5D47A2}"/>
                  </a:ext>
                </a:extLst>
              </p:cNvPr>
              <p:cNvSpPr txBox="1"/>
              <p:nvPr/>
            </p:nvSpPr>
            <p:spPr>
              <a:xfrm>
                <a:off x="1458277" y="2559889"/>
                <a:ext cx="1727200" cy="18081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0"/>
                  </a:spcBef>
                </a:pPr>
                <a:r>
                  <a:rPr lang="en-US" sz="1100" i="1" spc="30" dirty="0">
                    <a:latin typeface="Verdana"/>
                    <a:cs typeface="Verdana"/>
                  </a:rPr>
                  <a:t>P</a:t>
                </a:r>
                <a:r>
                  <a:rPr lang="en-US" sz="1100" i="1" spc="-240" dirty="0">
                    <a:latin typeface="Verdana"/>
                    <a:cs typeface="Verdana"/>
                  </a:rPr>
                  <a:t> </a:t>
                </a:r>
                <a:r>
                  <a:rPr lang="en-US" sz="1100" spc="25" dirty="0">
                    <a:latin typeface="Book Antiqua"/>
                    <a:cs typeface="Book Antiqua"/>
                  </a:rPr>
                  <a:t>(Both</a:t>
                </a:r>
                <a:r>
                  <a:rPr lang="en-US" sz="1100" spc="85" dirty="0">
                    <a:latin typeface="Book Antiqua"/>
                    <a:cs typeface="Book Antiqua"/>
                  </a:rPr>
                  <a:t> </a:t>
                </a:r>
                <a:r>
                  <a:rPr lang="en-US" sz="1100" i="1" spc="-65" dirty="0">
                    <a:latin typeface="Verdana"/>
                    <a:cs typeface="Verdana"/>
                  </a:rPr>
                  <a:t>x,</a:t>
                </a:r>
                <a:r>
                  <a:rPr lang="en-US" sz="1100" i="1" spc="-204" dirty="0">
                    <a:latin typeface="Verdana"/>
                    <a:cs typeface="Verdana"/>
                  </a:rPr>
                  <a:t> </a:t>
                </a:r>
                <a:r>
                  <a:rPr lang="en-US" sz="1100" i="1" spc="-120" dirty="0">
                    <a:latin typeface="Verdana"/>
                    <a:cs typeface="Verdana"/>
                  </a:rPr>
                  <a:t>y</a:t>
                </a:r>
                <a:r>
                  <a:rPr lang="en-US" sz="1100" i="1" spc="-45" dirty="0">
                    <a:latin typeface="Verdana"/>
                    <a:cs typeface="Verdan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i="1" spc="-45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100" b="0" i="1" spc="-45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spc="20" dirty="0">
                    <a:latin typeface="Book Antiqua"/>
                    <a:cs typeface="Book Antiqua"/>
                  </a:rPr>
                  <a:t>5)</a:t>
                </a:r>
                <a:r>
                  <a:rPr lang="en-US" sz="1100" spc="25" dirty="0">
                    <a:latin typeface="Book Antiqua"/>
                    <a:cs typeface="Book Antiqua"/>
                  </a:rPr>
                  <a:t> </a:t>
                </a:r>
                <a:r>
                  <a:rPr lang="en-US" sz="1100" spc="180" dirty="0">
                    <a:latin typeface="Book Antiqua"/>
                    <a:cs typeface="Book Antiqua"/>
                  </a:rPr>
                  <a:t>=</a:t>
                </a:r>
                <a:r>
                  <a:rPr lang="en-US" sz="1100" spc="420" dirty="0">
                    <a:latin typeface="Book Antiqua"/>
                    <a:cs typeface="Book Antiqua"/>
                  </a:rPr>
                  <a:t> </a:t>
                </a:r>
                <a:r>
                  <a:rPr lang="en-US" sz="1650" spc="-15" baseline="37878" dirty="0">
                    <a:latin typeface="Book Antiqua"/>
                    <a:cs typeface="Book Antiqua"/>
                  </a:rPr>
                  <a:t>4</a:t>
                </a:r>
                <a:r>
                  <a:rPr lang="en-US" sz="1650" spc="630" baseline="37878" dirty="0">
                    <a:latin typeface="Book Antiqua"/>
                    <a:cs typeface="Book Antiqua"/>
                  </a:rPr>
                  <a:t> </a:t>
                </a:r>
                <a:r>
                  <a:rPr lang="en-US" sz="1100" spc="180" dirty="0">
                    <a:latin typeface="Book Antiqua"/>
                    <a:cs typeface="Book Antiqua"/>
                  </a:rPr>
                  <a:t>=</a:t>
                </a:r>
                <a:r>
                  <a:rPr lang="en-US" sz="1100" spc="145" dirty="0">
                    <a:latin typeface="Book Antiqua"/>
                    <a:cs typeface="Book Antiqua"/>
                  </a:rPr>
                  <a:t> </a:t>
                </a:r>
                <a:r>
                  <a:rPr lang="en-US" sz="1650" spc="-825" baseline="37878" dirty="0">
                    <a:latin typeface="Book Antiqua"/>
                    <a:cs typeface="Book Antiqua"/>
                  </a:rPr>
                  <a:t>1</a:t>
                </a:r>
                <a:endParaRPr sz="1650" baseline="37878" dirty="0"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277" y="2559889"/>
                <a:ext cx="1727200" cy="180819"/>
              </a:xfrm>
              <a:prstGeom prst="rect">
                <a:avLst/>
              </a:prstGeom>
              <a:blipFill>
                <a:blip r:embed="rId2"/>
                <a:stretch>
                  <a:fillRect l="-2817" t="-63333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bject 11">
            <a:extLst>
              <a:ext uri="{FF2B5EF4-FFF2-40B4-BE49-F238E27FC236}">
                <a16:creationId xmlns:a16="http://schemas.microsoft.com/office/drawing/2014/main" id="{C5E48C1E-9CC4-DE92-FB21-596D6A542D6D}"/>
              </a:ext>
            </a:extLst>
          </p:cNvPr>
          <p:cNvSpPr/>
          <p:nvPr/>
        </p:nvSpPr>
        <p:spPr>
          <a:xfrm>
            <a:off x="3052572" y="265029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2EC1AD4-F2EA-9F0D-4EEF-0A40EA456D80}"/>
              </a:ext>
            </a:extLst>
          </p:cNvPr>
          <p:cNvSpPr txBox="1"/>
          <p:nvPr/>
        </p:nvSpPr>
        <p:spPr>
          <a:xfrm>
            <a:off x="2686227" y="2628735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Book Antiqua"/>
                <a:cs typeface="Book Antiqua"/>
              </a:rPr>
              <a:t>36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9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58EDE6A-B9A5-5DBD-A60D-A2734623BF20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16/29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43DA748-140C-8CBB-9818-9A5C92D3742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F942CA1-0ECF-BCF7-9D70-8C0E8F0F84C1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3993961917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73CBA-9CEB-BCC3-2850-7DD617EC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50283B9-4A50-08CD-C257-88BBF4A28741}"/>
              </a:ext>
            </a:extLst>
          </p:cNvPr>
          <p:cNvSpPr txBox="1"/>
          <p:nvPr/>
        </p:nvSpPr>
        <p:spPr>
          <a:xfrm>
            <a:off x="1805660" y="62407"/>
            <a:ext cx="996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Throw</a:t>
            </a:r>
            <a:r>
              <a:rPr sz="1400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twice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9B345B5-FB56-C011-EE1D-01F9E74F8A42}"/>
              </a:ext>
            </a:extLst>
          </p:cNvPr>
          <p:cNvSpPr/>
          <p:nvPr/>
        </p:nvSpPr>
        <p:spPr>
          <a:xfrm>
            <a:off x="2698927" y="7229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365205D-04BB-A1A4-3FA1-60B81AA61A3B}"/>
              </a:ext>
            </a:extLst>
          </p:cNvPr>
          <p:cNvSpPr txBox="1"/>
          <p:nvPr/>
        </p:nvSpPr>
        <p:spPr>
          <a:xfrm>
            <a:off x="1458277" y="606310"/>
            <a:ext cx="15532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32560" algn="l"/>
              </a:tabLst>
            </a:pP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-220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(Both</a:t>
            </a:r>
            <a:r>
              <a:rPr sz="1100" spc="135" dirty="0">
                <a:latin typeface="Book Antiqua"/>
                <a:cs typeface="Book Antiqua"/>
              </a:rPr>
              <a:t> </a:t>
            </a:r>
            <a:r>
              <a:rPr sz="1100" i="1" spc="-70" dirty="0">
                <a:latin typeface="Verdana"/>
                <a:cs typeface="Verdana"/>
              </a:rPr>
              <a:t>x,</a:t>
            </a:r>
            <a:r>
              <a:rPr sz="1100" i="1" spc="-175" dirty="0">
                <a:latin typeface="Verdana"/>
                <a:cs typeface="Verdana"/>
              </a:rPr>
              <a:t> </a:t>
            </a:r>
            <a:r>
              <a:rPr sz="1100" i="1" spc="-125" dirty="0">
                <a:latin typeface="Verdana"/>
                <a:cs typeface="Verdana"/>
              </a:rPr>
              <a:t>y</a:t>
            </a:r>
            <a:r>
              <a:rPr sz="1100" i="1" spc="5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&lt;</a:t>
            </a:r>
            <a:r>
              <a:rPr sz="1100" i="1" spc="-45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5)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02EAC64-04F8-8640-AD76-9DAF8CBBD3A3}"/>
              </a:ext>
            </a:extLst>
          </p:cNvPr>
          <p:cNvSpPr txBox="1"/>
          <p:nvPr/>
        </p:nvSpPr>
        <p:spPr>
          <a:xfrm>
            <a:off x="2686227" y="51258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Book Antiqua"/>
                <a:cs typeface="Book Antiqua"/>
              </a:rPr>
              <a:t>16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4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C538CD9-F1C4-E1A4-8D77-8E5253C38334}"/>
              </a:ext>
            </a:extLst>
          </p:cNvPr>
          <p:cNvSpPr/>
          <p:nvPr/>
        </p:nvSpPr>
        <p:spPr>
          <a:xfrm>
            <a:off x="3052572" y="7229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AEC3D3A-9795-4BC1-498D-7CE41E963271}"/>
              </a:ext>
            </a:extLst>
          </p:cNvPr>
          <p:cNvSpPr txBox="1"/>
          <p:nvPr/>
        </p:nvSpPr>
        <p:spPr>
          <a:xfrm>
            <a:off x="2686227" y="70134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Book Antiqua"/>
                <a:cs typeface="Book Antiqua"/>
              </a:rPr>
              <a:t>36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9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0FC95F81-A5C0-DD2B-F8D0-61AF00AF24C0}"/>
              </a:ext>
            </a:extLst>
          </p:cNvPr>
          <p:cNvGraphicFramePr>
            <a:graphicFrameLocks noGrp="1"/>
          </p:cNvGraphicFramePr>
          <p:nvPr/>
        </p:nvGraphicFramePr>
        <p:xfrm>
          <a:off x="1341780" y="1118489"/>
          <a:ext cx="1918965" cy="1258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6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7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>
            <a:extLst>
              <a:ext uri="{FF2B5EF4-FFF2-40B4-BE49-F238E27FC236}">
                <a16:creationId xmlns:a16="http://schemas.microsoft.com/office/drawing/2014/main" id="{3507F73E-9E6C-2FEE-4A46-E5C8631A86E6}"/>
              </a:ext>
            </a:extLst>
          </p:cNvPr>
          <p:cNvSpPr/>
          <p:nvPr/>
        </p:nvSpPr>
        <p:spPr>
          <a:xfrm>
            <a:off x="2698927" y="2650299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562DF7A5-F5CB-4BF3-D95D-26F2B20C2A9A}"/>
                  </a:ext>
                </a:extLst>
              </p:cNvPr>
              <p:cNvSpPr txBox="1"/>
              <p:nvPr/>
            </p:nvSpPr>
            <p:spPr>
              <a:xfrm>
                <a:off x="1428823" y="2557009"/>
                <a:ext cx="1727200" cy="18081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1100" i="1" spc="30" dirty="0">
                    <a:latin typeface="Verdana"/>
                    <a:cs typeface="Verdana"/>
                  </a:rPr>
                  <a:t>P</a:t>
                </a:r>
                <a:r>
                  <a:rPr sz="1100" i="1" spc="-240" dirty="0">
                    <a:latin typeface="Verdana"/>
                    <a:cs typeface="Verdana"/>
                  </a:rPr>
                  <a:t> </a:t>
                </a:r>
                <a:r>
                  <a:rPr sz="1100" spc="25" dirty="0">
                    <a:latin typeface="Book Antiqua"/>
                    <a:cs typeface="Book Antiqua"/>
                  </a:rPr>
                  <a:t>(Both</a:t>
                </a:r>
                <a:r>
                  <a:rPr sz="1100" spc="85" dirty="0">
                    <a:latin typeface="Book Antiqua"/>
                    <a:cs typeface="Book Antiqua"/>
                  </a:rPr>
                  <a:t> </a:t>
                </a:r>
                <a:r>
                  <a:rPr sz="1100" i="1" spc="-65" dirty="0">
                    <a:latin typeface="Verdana"/>
                    <a:cs typeface="Verdana"/>
                  </a:rPr>
                  <a:t>x,</a:t>
                </a:r>
                <a:r>
                  <a:rPr sz="1100" i="1" spc="-204" dirty="0">
                    <a:latin typeface="Verdana"/>
                    <a:cs typeface="Verdana"/>
                  </a:rPr>
                  <a:t> </a:t>
                </a:r>
                <a:r>
                  <a:rPr sz="1100" i="1" spc="-120" dirty="0">
                    <a:latin typeface="Verdana"/>
                    <a:cs typeface="Verdana"/>
                  </a:rPr>
                  <a:t>y</a:t>
                </a:r>
                <a:r>
                  <a:rPr sz="1100" i="1" spc="-45" dirty="0">
                    <a:latin typeface="Verdana"/>
                    <a:cs typeface="Verdan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i="1" spc="-85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1100" i="1" spc="-85" dirty="0">
                    <a:latin typeface="Verdana"/>
                    <a:cs typeface="Verdana"/>
                  </a:rPr>
                  <a:t> </a:t>
                </a:r>
                <a:r>
                  <a:rPr sz="1100" spc="20" dirty="0">
                    <a:latin typeface="Book Antiqua"/>
                    <a:cs typeface="Book Antiqua"/>
                  </a:rPr>
                  <a:t>5</a:t>
                </a:r>
                <a:r>
                  <a:rPr lang="en-US" sz="1100" spc="20" dirty="0">
                    <a:latin typeface="Book Antiqua"/>
                    <a:cs typeface="Book Antiqua"/>
                  </a:rPr>
                  <a:t> </a:t>
                </a:r>
                <a:r>
                  <a:rPr sz="1100" spc="20" dirty="0">
                    <a:latin typeface="Book Antiqua"/>
                    <a:cs typeface="Book Antiqua"/>
                  </a:rPr>
                  <a:t>)</a:t>
                </a:r>
                <a:r>
                  <a:rPr sz="1100" spc="25" dirty="0">
                    <a:latin typeface="Book Antiqua"/>
                    <a:cs typeface="Book Antiqua"/>
                  </a:rPr>
                  <a:t> </a:t>
                </a:r>
                <a:r>
                  <a:rPr sz="1100" spc="180" dirty="0">
                    <a:latin typeface="Book Antiqua"/>
                    <a:cs typeface="Book Antiqua"/>
                  </a:rPr>
                  <a:t>=</a:t>
                </a:r>
                <a:r>
                  <a:rPr sz="1100" spc="420" dirty="0">
                    <a:latin typeface="Book Antiqua"/>
                    <a:cs typeface="Book Antiqua"/>
                  </a:rPr>
                  <a:t> </a:t>
                </a:r>
                <a:r>
                  <a:rPr sz="1650" spc="-15" baseline="37878" dirty="0">
                    <a:latin typeface="Book Antiqua"/>
                    <a:cs typeface="Book Antiqua"/>
                  </a:rPr>
                  <a:t>4</a:t>
                </a:r>
                <a:r>
                  <a:rPr sz="1650" spc="630" baseline="37878" dirty="0">
                    <a:latin typeface="Book Antiqua"/>
                    <a:cs typeface="Book Antiqua"/>
                  </a:rPr>
                  <a:t> </a:t>
                </a:r>
                <a:r>
                  <a:rPr sz="1100" spc="180" dirty="0">
                    <a:latin typeface="Book Antiqua"/>
                    <a:cs typeface="Book Antiqua"/>
                  </a:rPr>
                  <a:t>=</a:t>
                </a:r>
                <a:r>
                  <a:rPr sz="1100" spc="145" dirty="0">
                    <a:latin typeface="Book Antiqua"/>
                    <a:cs typeface="Book Antiqua"/>
                  </a:rPr>
                  <a:t> </a:t>
                </a:r>
                <a:r>
                  <a:rPr lang="en-US" sz="1100" spc="145" dirty="0">
                    <a:latin typeface="Book Antiqua"/>
                    <a:cs typeface="Book Antiqua"/>
                  </a:rPr>
                  <a:t> </a:t>
                </a:r>
                <a:r>
                  <a:rPr sz="1650" spc="-825" baseline="37878" dirty="0">
                    <a:latin typeface="Book Antiqua"/>
                    <a:cs typeface="Book Antiqua"/>
                  </a:rPr>
                  <a:t>1</a:t>
                </a:r>
                <a:endParaRPr sz="1650" baseline="37878" dirty="0"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823" y="2557009"/>
                <a:ext cx="1727200" cy="180819"/>
              </a:xfrm>
              <a:prstGeom prst="rect">
                <a:avLst/>
              </a:prstGeom>
              <a:blipFill>
                <a:blip r:embed="rId2"/>
                <a:stretch>
                  <a:fillRect l="-2817" t="-60000" r="-2465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bject 11">
            <a:extLst>
              <a:ext uri="{FF2B5EF4-FFF2-40B4-BE49-F238E27FC236}">
                <a16:creationId xmlns:a16="http://schemas.microsoft.com/office/drawing/2014/main" id="{A9797CE1-D6FA-32DA-A24B-25D0E3391720}"/>
              </a:ext>
            </a:extLst>
          </p:cNvPr>
          <p:cNvSpPr/>
          <p:nvPr/>
        </p:nvSpPr>
        <p:spPr>
          <a:xfrm>
            <a:off x="3052572" y="265029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62A62DA-A3AF-6EA1-88F5-72CC40C3E6A9}"/>
              </a:ext>
            </a:extLst>
          </p:cNvPr>
          <p:cNvSpPr txBox="1"/>
          <p:nvPr/>
        </p:nvSpPr>
        <p:spPr>
          <a:xfrm>
            <a:off x="2686227" y="2628735"/>
            <a:ext cx="44894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Book Antiqua"/>
                <a:cs typeface="Book Antiqua"/>
              </a:rPr>
              <a:t>36</a:t>
            </a:r>
            <a:r>
              <a:rPr lang="en-US" sz="1100" spc="-25" dirty="0">
                <a:latin typeface="Book Antiqua"/>
                <a:cs typeface="Book Antiqua"/>
              </a:rPr>
              <a:t>       </a:t>
            </a:r>
            <a:r>
              <a:rPr sz="1100" spc="-50" dirty="0">
                <a:latin typeface="Book Antiqua"/>
                <a:cs typeface="Book Antiqua"/>
              </a:rPr>
              <a:t>9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CF91606-7B10-BA17-7623-DF1C3E5714E7}"/>
              </a:ext>
            </a:extLst>
          </p:cNvPr>
          <p:cNvSpPr/>
          <p:nvPr/>
        </p:nvSpPr>
        <p:spPr>
          <a:xfrm>
            <a:off x="2672956" y="3093770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A9B3C145-F572-6CF2-91F4-7000C8C84B1D}"/>
              </a:ext>
            </a:extLst>
          </p:cNvPr>
          <p:cNvSpPr txBox="1"/>
          <p:nvPr/>
        </p:nvSpPr>
        <p:spPr>
          <a:xfrm>
            <a:off x="1038498" y="3003258"/>
            <a:ext cx="1647729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80490" algn="l"/>
              </a:tabLst>
            </a:pP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-235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lang="en-US" sz="1100" dirty="0">
                <a:latin typeface="Book Antiqua"/>
                <a:cs typeface="Book Antiqua"/>
              </a:rPr>
              <a:t>At least one</a:t>
            </a:r>
            <a:r>
              <a:rPr sz="1100" spc="95" dirty="0">
                <a:latin typeface="Book Antiqua"/>
                <a:cs typeface="Book Antiqua"/>
              </a:rPr>
              <a:t> </a:t>
            </a:r>
            <a:r>
              <a:rPr sz="1100" i="1" spc="-70" dirty="0">
                <a:latin typeface="Verdana"/>
                <a:cs typeface="Verdana"/>
              </a:rPr>
              <a:t>x,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25" dirty="0">
                <a:latin typeface="Verdana"/>
                <a:cs typeface="Verdana"/>
              </a:rPr>
              <a:t>y</a:t>
            </a:r>
            <a:r>
              <a:rPr sz="1100" i="1" spc="-30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&lt;</a:t>
            </a:r>
            <a:r>
              <a:rPr sz="1100" i="1" spc="-75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5)</a:t>
            </a:r>
            <a:r>
              <a:rPr lang="en-US" sz="1100" dirty="0">
                <a:latin typeface="Book Antiqua"/>
                <a:cs typeface="Book Antiqua"/>
              </a:rPr>
              <a:t> =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	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60E3B10-A8E8-3222-8C13-0973A2254DE0}"/>
              </a:ext>
            </a:extLst>
          </p:cNvPr>
          <p:cNvSpPr txBox="1"/>
          <p:nvPr/>
        </p:nvSpPr>
        <p:spPr>
          <a:xfrm>
            <a:off x="2660256" y="2883433"/>
            <a:ext cx="44830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Book Antiqua"/>
                <a:cs typeface="Book Antiqua"/>
              </a:rPr>
              <a:t>32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8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356B672-5023-6D15-F8F5-C55C3B4EA66E}"/>
              </a:ext>
            </a:extLst>
          </p:cNvPr>
          <p:cNvSpPr/>
          <p:nvPr/>
        </p:nvSpPr>
        <p:spPr>
          <a:xfrm>
            <a:off x="3026587" y="3093770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ADEEC73-567B-B325-DF01-9D2FC10B04CD}"/>
              </a:ext>
            </a:extLst>
          </p:cNvPr>
          <p:cNvSpPr txBox="1"/>
          <p:nvPr/>
        </p:nvSpPr>
        <p:spPr>
          <a:xfrm>
            <a:off x="2660256" y="3072193"/>
            <a:ext cx="44830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Book Antiqua"/>
                <a:cs typeface="Book Antiqua"/>
              </a:rPr>
              <a:t>36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9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8C7EEAF9-BA6E-1824-2891-A58BB881F6EB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16/29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994B5E6B-0A90-09D3-AFC5-EF3213533FD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85DAD085-D38A-F080-8B82-05E4E4065EEC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9FC4D9-4D9E-AA95-64A1-66F29FE514EF}"/>
              </a:ext>
            </a:extLst>
          </p:cNvPr>
          <p:cNvSpPr txBox="1"/>
          <p:nvPr/>
        </p:nvSpPr>
        <p:spPr>
          <a:xfrm>
            <a:off x="2776697" y="2971556"/>
            <a:ext cx="2311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Book Antiqua"/>
                <a:cs typeface="Book Antiqua"/>
              </a:rPr>
              <a:t>=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36586605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92A08-32B7-FDF6-8501-A5CABF2B5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ADBAE59-F2EE-3AD3-8E3C-342B14EFBDA9}"/>
              </a:ext>
            </a:extLst>
          </p:cNvPr>
          <p:cNvSpPr txBox="1"/>
          <p:nvPr/>
        </p:nvSpPr>
        <p:spPr>
          <a:xfrm>
            <a:off x="1820557" y="62407"/>
            <a:ext cx="9671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Major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E8C3557-0FEA-A05C-C5B2-3893D686707F}"/>
              </a:ext>
            </a:extLst>
          </p:cNvPr>
          <p:cNvSpPr txBox="1"/>
          <p:nvPr/>
        </p:nvSpPr>
        <p:spPr>
          <a:xfrm>
            <a:off x="1126044" y="434975"/>
            <a:ext cx="2356130" cy="58092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Dice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have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memory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 dirty="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latin typeface="Book Antiqua"/>
                <a:cs typeface="Book Antiqua"/>
              </a:rPr>
              <a:t>Dice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have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consciousness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EBD9B95-5475-2552-84ED-8F1390D699EE}"/>
              </a:ext>
            </a:extLst>
          </p:cNvPr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17/29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200CF91-0605-E4E2-59B3-A99A12EC372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4BB27D1-D219-3B01-515E-F25829CB1772}"/>
              </a:ext>
            </a:extLst>
          </p:cNvPr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4294120823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35"/>
              </a:spcBef>
            </a:pPr>
            <a:r>
              <a:rPr dirty="0"/>
              <a:t>Binomial</a:t>
            </a:r>
            <a:r>
              <a:rPr spc="375" dirty="0"/>
              <a:t> </a:t>
            </a:r>
            <a:r>
              <a:rPr spc="35" dirty="0"/>
              <a:t>Probabilities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4462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8076" y="974290"/>
            <a:ext cx="9525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Bernoulli</a:t>
            </a:r>
            <a:r>
              <a:rPr sz="12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Trial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134351"/>
            <a:ext cx="443293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96414" marR="410209" indent="-148082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lang="en-US" sz="1100" spc="-10" dirty="0">
                <a:latin typeface="Book Antiqua"/>
                <a:cs typeface="Book Antiqua"/>
              </a:rPr>
              <a:t>sequence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independent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trials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where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there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only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two </a:t>
            </a:r>
            <a:r>
              <a:rPr sz="1100" spc="-10" dirty="0">
                <a:latin typeface="Book Antiqua"/>
                <a:cs typeface="Book Antiqua"/>
              </a:rPr>
              <a:t>possibilities.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35"/>
              </a:spcBef>
            </a:pPr>
            <a:r>
              <a:rPr dirty="0"/>
              <a:t>Binomial</a:t>
            </a:r>
            <a:r>
              <a:rPr spc="375" dirty="0"/>
              <a:t> </a:t>
            </a:r>
            <a:r>
              <a:rPr spc="35" dirty="0"/>
              <a:t>Probabilities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44626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8076" y="974290"/>
            <a:ext cx="9525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Bernoulli</a:t>
            </a:r>
            <a:r>
              <a:rPr sz="12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Trial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896046"/>
            <a:ext cx="63233" cy="6323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2106079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53657" y="1156354"/>
            <a:ext cx="4445635" cy="127906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09114" marR="410209" indent="-148082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lang="en-US" sz="1100" spc="-10" dirty="0">
                <a:latin typeface="Book Antiqua"/>
                <a:cs typeface="Book Antiqua"/>
              </a:rPr>
              <a:t>sequence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independent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trials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where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there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only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two </a:t>
            </a:r>
            <a:r>
              <a:rPr sz="1100" spc="-10" dirty="0">
                <a:latin typeface="Book Antiqua"/>
                <a:cs typeface="Book Antiqua"/>
              </a:rPr>
              <a:t>possibilities.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8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Book Antiqua"/>
                <a:cs typeface="Book Antiqua"/>
              </a:rPr>
              <a:t>Examples:</a:t>
            </a:r>
            <a:endParaRPr sz="1100" dirty="0">
              <a:latin typeface="Book Antiqua"/>
              <a:cs typeface="Book Antiqua"/>
            </a:endParaRPr>
          </a:p>
          <a:p>
            <a:pPr marL="289560" marR="3257550">
              <a:lnSpc>
                <a:spcPct val="125299"/>
              </a:lnSpc>
            </a:pPr>
            <a:r>
              <a:rPr lang="en-US" sz="1100" dirty="0">
                <a:latin typeface="Book Antiqua"/>
                <a:cs typeface="Book Antiqua"/>
              </a:rPr>
              <a:t>Flip</a:t>
            </a:r>
            <a:r>
              <a:rPr lang="en-US" sz="1100" spc="80" dirty="0">
                <a:latin typeface="Book Antiqua"/>
                <a:cs typeface="Book Antiqua"/>
              </a:rPr>
              <a:t> </a:t>
            </a:r>
            <a:r>
              <a:rPr lang="en-US" sz="1100" dirty="0">
                <a:latin typeface="Book Antiqua"/>
                <a:cs typeface="Book Antiqua"/>
              </a:rPr>
              <a:t>a</a:t>
            </a:r>
            <a:r>
              <a:rPr lang="en-US" sz="1100" spc="80" dirty="0">
                <a:latin typeface="Book Antiqua"/>
                <a:cs typeface="Book Antiqua"/>
              </a:rPr>
              <a:t> </a:t>
            </a:r>
            <a:r>
              <a:rPr lang="en-US" sz="1100" spc="-20" dirty="0">
                <a:latin typeface="Book Antiqua"/>
                <a:cs typeface="Book Antiqua"/>
              </a:rPr>
              <a:t>coin </a:t>
            </a:r>
            <a:r>
              <a:rPr lang="en-US" sz="1100" dirty="0">
                <a:latin typeface="Book Antiqua"/>
                <a:cs typeface="Book Antiqua"/>
              </a:rPr>
              <a:t>Pass</a:t>
            </a:r>
            <a:r>
              <a:rPr lang="en-US" sz="1100" spc="55" dirty="0">
                <a:latin typeface="Book Antiqua"/>
                <a:cs typeface="Book Antiqua"/>
              </a:rPr>
              <a:t> </a:t>
            </a:r>
            <a:r>
              <a:rPr lang="en-US" sz="1100" dirty="0">
                <a:latin typeface="Book Antiqua"/>
                <a:cs typeface="Book Antiqua"/>
              </a:rPr>
              <a:t>a</a:t>
            </a:r>
            <a:r>
              <a:rPr lang="en-US" sz="1100" spc="60" dirty="0">
                <a:latin typeface="Book Antiqua"/>
                <a:cs typeface="Book Antiqua"/>
              </a:rPr>
              <a:t> </a:t>
            </a:r>
            <a:r>
              <a:rPr lang="en-US" sz="1100" spc="-20" dirty="0">
                <a:latin typeface="Book Antiqua"/>
                <a:cs typeface="Book Antiqua"/>
              </a:rPr>
              <a:t>test </a:t>
            </a:r>
            <a:endParaRPr lang="en-US" sz="11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Book Antiqua"/>
                <a:cs typeface="Book Antiqua"/>
              </a:rPr>
              <a:t>O</a:t>
            </a:r>
            <a:r>
              <a:rPr lang="en-US" sz="1100" dirty="0">
                <a:latin typeface="Book Antiqua"/>
                <a:cs typeface="Book Antiqua"/>
              </a:rPr>
              <a:t>ne</a:t>
            </a:r>
            <a:r>
              <a:rPr sz="1100" spc="-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outcome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has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probability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i="1" spc="-130" dirty="0">
                <a:latin typeface="Verdana"/>
                <a:cs typeface="Verdana"/>
              </a:rPr>
              <a:t>ρ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other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-65" dirty="0">
                <a:latin typeface="Book Antiqua"/>
                <a:cs typeface="Book Antiqua"/>
              </a:rPr>
              <a:t> </a:t>
            </a:r>
            <a:r>
              <a:rPr sz="1100" i="1" spc="315" dirty="0">
                <a:latin typeface="Arial Narrow"/>
                <a:cs typeface="Arial Narrow"/>
              </a:rPr>
              <a:t>−</a:t>
            </a:r>
            <a:r>
              <a:rPr sz="1100" i="1" spc="-50" dirty="0">
                <a:latin typeface="Arial Narrow"/>
                <a:cs typeface="Arial Narrow"/>
              </a:rPr>
              <a:t> </a:t>
            </a:r>
            <a:r>
              <a:rPr sz="1100" i="1" spc="-25" dirty="0">
                <a:latin typeface="Verdana"/>
                <a:cs typeface="Verdana"/>
              </a:rPr>
              <a:t>ρ</a:t>
            </a:r>
            <a:r>
              <a:rPr sz="1100" spc="-25" dirty="0">
                <a:latin typeface="Book Antiqua"/>
                <a:cs typeface="Book Antiqua"/>
              </a:rPr>
              <a:t>.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75417" y="3352929"/>
            <a:ext cx="1245870" cy="103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8666" y="62407"/>
            <a:ext cx="1771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Binomial</a:t>
            </a:r>
            <a:r>
              <a:rPr sz="14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Times New Roman"/>
                <a:cs typeface="Times New Roman"/>
              </a:rPr>
              <a:t>Probabilities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320571"/>
            <a:ext cx="4432935" cy="158750"/>
          </a:xfrm>
          <a:custGeom>
            <a:avLst/>
            <a:gdLst/>
            <a:ahLst/>
            <a:cxnLst/>
            <a:rect l="l" t="t" r="r" b="b"/>
            <a:pathLst>
              <a:path w="4432935" h="15875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58305"/>
                </a:lnTo>
                <a:lnTo>
                  <a:pt x="4432566" y="158305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65667" y="1310167"/>
            <a:ext cx="7683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i="1" spc="-85" dirty="0">
                <a:solidFill>
                  <a:srgbClr val="FFFFFF"/>
                </a:solidFill>
                <a:latin typeface="Arial"/>
                <a:cs typeface="Arial"/>
              </a:rPr>
              <a:t>ρ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068057"/>
            <a:ext cx="4445635" cy="6045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new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letter!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550" dirty="0">
              <a:latin typeface="Book Antiqua"/>
              <a:cs typeface="Book Antiqua"/>
            </a:endParaRPr>
          </a:p>
          <a:p>
            <a:pPr marR="81280" algn="ctr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Book Antiqua"/>
                <a:cs typeface="Book Antiqua"/>
              </a:rPr>
              <a:t>Greek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letter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lower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case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rho,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ρ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5/29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8666" y="62407"/>
            <a:ext cx="1771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Binomial</a:t>
            </a:r>
            <a:r>
              <a:rPr sz="14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Times New Roman"/>
                <a:cs typeface="Times New Roman"/>
              </a:rPr>
              <a:t>Probabilities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494777"/>
            <a:ext cx="26924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Flip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coin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4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times,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what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outcomes?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r>
              <a:rPr dirty="0"/>
              <a:t>6/29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8666" y="62407"/>
            <a:ext cx="1771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Binomial</a:t>
            </a:r>
            <a:r>
              <a:rPr sz="14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Times New Roman"/>
                <a:cs typeface="Times New Roman"/>
              </a:rPr>
              <a:t>Probabilities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89988" y="453085"/>
          <a:ext cx="1023616" cy="282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r>
              <a:rPr dirty="0"/>
              <a:t>7/29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8666" y="62407"/>
            <a:ext cx="1771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Binomial</a:t>
            </a:r>
            <a:r>
              <a:rPr sz="14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Times New Roman"/>
                <a:cs typeface="Times New Roman"/>
              </a:rPr>
              <a:t>Probabilities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7597" y="453085"/>
          <a:ext cx="1023616" cy="282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H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70924" y="453085"/>
          <a:ext cx="883916" cy="2824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r>
              <a:rPr dirty="0"/>
              <a:t>8/29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8666" y="62407"/>
            <a:ext cx="1771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Binomial</a:t>
            </a:r>
            <a:r>
              <a:rPr sz="14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Times New Roman"/>
                <a:cs typeface="Times New Roman"/>
              </a:rPr>
              <a:t>Probabilities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38466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752983"/>
            <a:ext cx="2086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There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16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different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possibilities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8666" y="62407"/>
            <a:ext cx="1771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Binomial</a:t>
            </a:r>
            <a:r>
              <a:rPr sz="14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Times New Roman"/>
                <a:cs typeface="Times New Roman"/>
              </a:rPr>
              <a:t>Probabilities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38466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752983"/>
            <a:ext cx="2546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237105" algn="l"/>
              </a:tabLst>
            </a:pPr>
            <a:r>
              <a:rPr sz="1100" dirty="0">
                <a:latin typeface="Book Antiqua"/>
                <a:cs typeface="Book Antiqua"/>
              </a:rPr>
              <a:t>There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16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different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possibilities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2</a:t>
            </a:r>
            <a:r>
              <a:rPr sz="1200" spc="-37" baseline="27777" dirty="0">
                <a:latin typeface="Century"/>
                <a:cs typeface="Century"/>
              </a:rPr>
              <a:t>4</a:t>
            </a:r>
            <a:endParaRPr sz="1200" baseline="27777">
              <a:latin typeface="Century"/>
              <a:cs typeface="Century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8666" y="62407"/>
            <a:ext cx="1771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Binomial</a:t>
            </a:r>
            <a:r>
              <a:rPr sz="14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Times New Roman"/>
                <a:cs typeface="Times New Roman"/>
              </a:rPr>
              <a:t>Probabilities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38466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7532" y="709203"/>
            <a:ext cx="2546985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5299"/>
              </a:lnSpc>
              <a:spcBef>
                <a:spcPts val="100"/>
              </a:spcBef>
              <a:tabLst>
                <a:tab pos="2237105" algn="l"/>
              </a:tabLst>
            </a:pP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There</a:t>
            </a:r>
            <a:r>
              <a:rPr sz="1100" spc="4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are</a:t>
            </a:r>
            <a:r>
              <a:rPr sz="1100" spc="5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16</a:t>
            </a:r>
            <a:r>
              <a:rPr sz="1100" spc="5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30" dirty="0">
                <a:solidFill>
                  <a:srgbClr val="000000"/>
                </a:solidFill>
                <a:latin typeface="Book Antiqua"/>
                <a:cs typeface="Book Antiqua"/>
              </a:rPr>
              <a:t>different</a:t>
            </a:r>
            <a:r>
              <a:rPr sz="1100" spc="50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Book Antiqua"/>
                <a:cs typeface="Book Antiqua"/>
              </a:rPr>
              <a:t>possibilities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	</a:t>
            </a:r>
            <a:r>
              <a:rPr sz="1100" spc="180" dirty="0">
                <a:solidFill>
                  <a:srgbClr val="000000"/>
                </a:solidFill>
                <a:latin typeface="Book Antiqua"/>
                <a:cs typeface="Book Antiqua"/>
              </a:rPr>
              <a:t>=</a:t>
            </a:r>
            <a:r>
              <a:rPr sz="1100" spc="2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35" dirty="0">
                <a:solidFill>
                  <a:srgbClr val="000000"/>
                </a:solidFill>
                <a:latin typeface="Book Antiqua"/>
                <a:cs typeface="Book Antiqua"/>
              </a:rPr>
              <a:t>2</a:t>
            </a:r>
            <a:r>
              <a:rPr sz="1200" spc="-52" baseline="27777" dirty="0">
                <a:solidFill>
                  <a:srgbClr val="000000"/>
                </a:solidFill>
                <a:latin typeface="Century"/>
                <a:cs typeface="Century"/>
              </a:rPr>
              <a:t>4</a:t>
            </a:r>
            <a:r>
              <a:rPr sz="1200" baseline="27777" dirty="0">
                <a:solidFill>
                  <a:srgbClr val="000000"/>
                </a:solidFill>
                <a:latin typeface="Century"/>
                <a:cs typeface="Century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Each</a:t>
            </a:r>
            <a:r>
              <a:rPr sz="1100" spc="1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Book Antiqua"/>
                <a:cs typeface="Book Antiqua"/>
              </a:rPr>
              <a:t>line</a:t>
            </a:r>
            <a:r>
              <a:rPr sz="1100" spc="1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Book Antiqua"/>
                <a:cs typeface="Book Antiqua"/>
              </a:rPr>
              <a:t>counts</a:t>
            </a:r>
            <a:r>
              <a:rPr sz="1100" spc="1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in</a:t>
            </a:r>
            <a:r>
              <a:rPr sz="1100" spc="15" dirty="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Book Antiqua"/>
                <a:cs typeface="Book Antiqua"/>
              </a:rPr>
              <a:t>binary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48499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8666" y="62407"/>
            <a:ext cx="1771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Binomial</a:t>
            </a:r>
            <a:r>
              <a:rPr sz="14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Times New Roman"/>
                <a:cs typeface="Times New Roman"/>
              </a:rPr>
              <a:t>Probabilities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38466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709203"/>
            <a:ext cx="2546985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5299"/>
              </a:lnSpc>
              <a:spcBef>
                <a:spcPts val="100"/>
              </a:spcBef>
              <a:tabLst>
                <a:tab pos="2237105" algn="l"/>
              </a:tabLst>
            </a:pPr>
            <a:r>
              <a:rPr sz="1100" dirty="0">
                <a:latin typeface="Book Antiqua"/>
                <a:cs typeface="Book Antiqua"/>
              </a:rPr>
              <a:t>There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16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different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possibilities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2</a:t>
            </a:r>
            <a:r>
              <a:rPr sz="1200" spc="-52" baseline="27777" dirty="0">
                <a:latin typeface="Century"/>
                <a:cs typeface="Century"/>
              </a:rPr>
              <a:t>4</a:t>
            </a:r>
            <a:r>
              <a:rPr sz="1200" baseline="27777" dirty="0">
                <a:latin typeface="Century"/>
                <a:cs typeface="Century"/>
              </a:rPr>
              <a:t> </a:t>
            </a:r>
            <a:r>
              <a:rPr sz="1100" dirty="0">
                <a:latin typeface="Book Antiqua"/>
                <a:cs typeface="Book Antiqua"/>
              </a:rPr>
              <a:t>Each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line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counts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binary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48499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258531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77532" y="1173048"/>
            <a:ext cx="37001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i="1" spc="-130" dirty="0">
                <a:latin typeface="Verdana"/>
                <a:cs typeface="Verdana"/>
              </a:rPr>
              <a:t>ρ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i="1" spc="-20" dirty="0">
                <a:latin typeface="Verdana"/>
                <a:cs typeface="Verdana"/>
              </a:rPr>
              <a:t>.</a:t>
            </a:r>
            <a:r>
              <a:rPr sz="1100" spc="-20" dirty="0">
                <a:latin typeface="Book Antiqua"/>
                <a:cs typeface="Book Antiqua"/>
              </a:rPr>
              <a:t>5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-65" dirty="0">
                <a:latin typeface="Book Antiqua"/>
                <a:cs typeface="Book Antiqua"/>
              </a:rPr>
              <a:t> </a:t>
            </a:r>
            <a:r>
              <a:rPr sz="1100" i="1" spc="315" dirty="0">
                <a:latin typeface="Arial Narrow"/>
                <a:cs typeface="Arial Narrow"/>
              </a:rPr>
              <a:t>−</a:t>
            </a:r>
            <a:r>
              <a:rPr sz="1100" i="1" spc="-35" dirty="0">
                <a:latin typeface="Arial Narrow"/>
                <a:cs typeface="Arial Narrow"/>
              </a:rPr>
              <a:t> </a:t>
            </a:r>
            <a:r>
              <a:rPr sz="1100" i="1" spc="-130" dirty="0">
                <a:latin typeface="Verdana"/>
                <a:cs typeface="Verdana"/>
              </a:rPr>
              <a:t>ρ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then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each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entry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has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equal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probability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95" dirty="0">
                <a:latin typeface="Book Antiqua"/>
                <a:cs typeface="Book Antiqua"/>
              </a:rPr>
              <a:t> </a:t>
            </a:r>
            <a:r>
              <a:rPr sz="1200" u="sng" spc="-22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spc="-75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1200" u="sng" spc="750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1200" baseline="31250">
              <a:latin typeface="Century"/>
              <a:cs typeface="Century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8800" y="1258150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35"/>
              </a:spcBef>
            </a:pPr>
            <a:r>
              <a:rPr dirty="0"/>
              <a:t>Binomial</a:t>
            </a:r>
            <a:r>
              <a:rPr spc="375" dirty="0"/>
              <a:t> </a:t>
            </a:r>
            <a:r>
              <a:rPr spc="35" dirty="0"/>
              <a:t>Probabilities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38466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709203"/>
            <a:ext cx="2546985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5299"/>
              </a:lnSpc>
              <a:spcBef>
                <a:spcPts val="100"/>
              </a:spcBef>
              <a:tabLst>
                <a:tab pos="2237105" algn="l"/>
              </a:tabLst>
            </a:pPr>
            <a:r>
              <a:rPr sz="1100" dirty="0">
                <a:latin typeface="Book Antiqua"/>
                <a:cs typeface="Book Antiqua"/>
              </a:rPr>
              <a:t>There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16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different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possibilities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2</a:t>
            </a:r>
            <a:r>
              <a:rPr sz="1200" spc="-52" baseline="27777" dirty="0">
                <a:latin typeface="Century"/>
                <a:cs typeface="Century"/>
              </a:rPr>
              <a:t>4</a:t>
            </a:r>
            <a:r>
              <a:rPr sz="1200" baseline="27777" dirty="0">
                <a:latin typeface="Century"/>
                <a:cs typeface="Century"/>
              </a:rPr>
              <a:t> </a:t>
            </a:r>
            <a:r>
              <a:rPr sz="1100" dirty="0">
                <a:latin typeface="Book Antiqua"/>
                <a:cs typeface="Book Antiqua"/>
              </a:rPr>
              <a:t>Each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line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counts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binary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48499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258531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77532" y="1173048"/>
            <a:ext cx="37001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i="1" spc="-130" dirty="0">
                <a:latin typeface="Verdana"/>
                <a:cs typeface="Verdana"/>
              </a:rPr>
              <a:t>ρ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i="1" spc="-20" dirty="0">
                <a:latin typeface="Verdana"/>
                <a:cs typeface="Verdana"/>
              </a:rPr>
              <a:t>.</a:t>
            </a:r>
            <a:r>
              <a:rPr sz="1100" spc="-20" dirty="0">
                <a:latin typeface="Book Antiqua"/>
                <a:cs typeface="Book Antiqua"/>
              </a:rPr>
              <a:t>5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-65" dirty="0">
                <a:latin typeface="Book Antiqua"/>
                <a:cs typeface="Book Antiqua"/>
              </a:rPr>
              <a:t> </a:t>
            </a:r>
            <a:r>
              <a:rPr sz="1100" i="1" spc="315" dirty="0">
                <a:latin typeface="Arial Narrow"/>
                <a:cs typeface="Arial Narrow"/>
              </a:rPr>
              <a:t>−</a:t>
            </a:r>
            <a:r>
              <a:rPr sz="1100" i="1" spc="-35" dirty="0">
                <a:latin typeface="Arial Narrow"/>
                <a:cs typeface="Arial Narrow"/>
              </a:rPr>
              <a:t> </a:t>
            </a:r>
            <a:r>
              <a:rPr sz="1100" i="1" spc="-130" dirty="0">
                <a:latin typeface="Verdana"/>
                <a:cs typeface="Verdana"/>
              </a:rPr>
              <a:t>ρ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then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each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entry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has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equal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probability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95" dirty="0">
                <a:latin typeface="Book Antiqua"/>
                <a:cs typeface="Book Antiqua"/>
              </a:rPr>
              <a:t> </a:t>
            </a:r>
            <a:r>
              <a:rPr sz="1200" u="sng" spc="-22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spc="-75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1200" u="sng" spc="750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1200" baseline="31250">
              <a:latin typeface="Century"/>
              <a:cs typeface="Century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8800" y="1258150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383080"/>
            <a:ext cx="1639570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Count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lang="en-US" sz="1100" spc="-10" dirty="0">
                <a:latin typeface="Book Antiqua"/>
                <a:cs typeface="Book Antiqua"/>
              </a:rPr>
              <a:t>heads</a:t>
            </a:r>
            <a:r>
              <a:rPr sz="1100" spc="-10" dirty="0">
                <a:latin typeface="Book Antiqua"/>
                <a:cs typeface="Book Antiqua"/>
              </a:rPr>
              <a:t>:</a:t>
            </a:r>
            <a:endParaRPr sz="1100" dirty="0">
              <a:latin typeface="Book Antiqua"/>
              <a:cs typeface="Book Antiqu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670596" y="1660855"/>
          <a:ext cx="1261745" cy="105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#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Book Antiqua"/>
                          <a:cs typeface="Book Antiqua"/>
                        </a:rPr>
                        <a:t>Count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85" dirty="0">
                          <a:latin typeface="Book Antiqua"/>
                          <a:cs typeface="Book Antiqua"/>
                        </a:rPr>
                        <a:t>P(#)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9842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9842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9842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8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9842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9842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8666" y="62407"/>
            <a:ext cx="1771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Binomial</a:t>
            </a:r>
            <a:r>
              <a:rPr sz="1400" spc="3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Times New Roman"/>
                <a:cs typeface="Times New Roman"/>
              </a:rPr>
              <a:t>Probabilities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03997" y="614603"/>
            <a:ext cx="1800225" cy="2160270"/>
            <a:chOff x="1403997" y="614603"/>
            <a:chExt cx="1800225" cy="2160270"/>
          </a:xfrm>
        </p:grpSpPr>
        <p:sp>
          <p:nvSpPr>
            <p:cNvPr id="4" name="object 4"/>
            <p:cNvSpPr/>
            <p:nvPr/>
          </p:nvSpPr>
          <p:spPr>
            <a:xfrm>
              <a:off x="1403997" y="2414625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>
                  <a:moveTo>
                    <a:pt x="360006" y="0"/>
                  </a:moveTo>
                  <a:lnTo>
                    <a:pt x="0" y="0"/>
                  </a:lnTo>
                  <a:lnTo>
                    <a:pt x="0" y="360006"/>
                  </a:lnTo>
                  <a:lnTo>
                    <a:pt x="360006" y="360006"/>
                  </a:lnTo>
                  <a:lnTo>
                    <a:pt x="36000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64002" y="1334617"/>
              <a:ext cx="360045" cy="1440180"/>
            </a:xfrm>
            <a:custGeom>
              <a:avLst/>
              <a:gdLst/>
              <a:ahLst/>
              <a:cxnLst/>
              <a:rect l="l" t="t" r="r" b="b"/>
              <a:pathLst>
                <a:path w="360044" h="1440180">
                  <a:moveTo>
                    <a:pt x="360006" y="0"/>
                  </a:moveTo>
                  <a:lnTo>
                    <a:pt x="0" y="0"/>
                  </a:lnTo>
                  <a:lnTo>
                    <a:pt x="0" y="1440014"/>
                  </a:lnTo>
                  <a:lnTo>
                    <a:pt x="360006" y="1440014"/>
                  </a:lnTo>
                  <a:lnTo>
                    <a:pt x="360006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24006" y="614603"/>
              <a:ext cx="360045" cy="2160270"/>
            </a:xfrm>
            <a:custGeom>
              <a:avLst/>
              <a:gdLst/>
              <a:ahLst/>
              <a:cxnLst/>
              <a:rect l="l" t="t" r="r" b="b"/>
              <a:pathLst>
                <a:path w="360044" h="2160270">
                  <a:moveTo>
                    <a:pt x="360006" y="0"/>
                  </a:moveTo>
                  <a:lnTo>
                    <a:pt x="0" y="0"/>
                  </a:lnTo>
                  <a:lnTo>
                    <a:pt x="0" y="2160028"/>
                  </a:lnTo>
                  <a:lnTo>
                    <a:pt x="360006" y="2160028"/>
                  </a:lnTo>
                  <a:lnTo>
                    <a:pt x="360006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84010" y="1334617"/>
              <a:ext cx="360045" cy="1440180"/>
            </a:xfrm>
            <a:custGeom>
              <a:avLst/>
              <a:gdLst/>
              <a:ahLst/>
              <a:cxnLst/>
              <a:rect l="l" t="t" r="r" b="b"/>
              <a:pathLst>
                <a:path w="360044" h="1440180">
                  <a:moveTo>
                    <a:pt x="360006" y="0"/>
                  </a:moveTo>
                  <a:lnTo>
                    <a:pt x="0" y="0"/>
                  </a:lnTo>
                  <a:lnTo>
                    <a:pt x="0" y="1440014"/>
                  </a:lnTo>
                  <a:lnTo>
                    <a:pt x="360006" y="1440014"/>
                  </a:lnTo>
                  <a:lnTo>
                    <a:pt x="360006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44015" y="2414625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>
                  <a:moveTo>
                    <a:pt x="360006" y="0"/>
                  </a:moveTo>
                  <a:lnTo>
                    <a:pt x="0" y="0"/>
                  </a:lnTo>
                  <a:lnTo>
                    <a:pt x="0" y="360006"/>
                  </a:lnTo>
                  <a:lnTo>
                    <a:pt x="360006" y="360006"/>
                  </a:lnTo>
                  <a:lnTo>
                    <a:pt x="360006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36661" y="284802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96668" y="284802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56663" y="284802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16657" y="284802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76664" y="284802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4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10/29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7139" y="62407"/>
            <a:ext cx="171386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Binomial</a:t>
            </a:r>
            <a:r>
              <a:rPr sz="1400" spc="2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Trials</a:t>
            </a:r>
            <a:r>
              <a:rPr sz="14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pg</a:t>
            </a:r>
            <a:r>
              <a:rPr sz="1400" spc="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41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54823"/>
            <a:ext cx="2736215" cy="1068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Repeated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independent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trials,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outcome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1,0,</a:t>
            </a:r>
            <a:endParaRPr sz="1100">
              <a:latin typeface="Book Antiqua"/>
              <a:cs typeface="Book Antiqua"/>
            </a:endParaRPr>
          </a:p>
          <a:p>
            <a:pPr marL="1632585" marR="5080" indent="118745">
              <a:lnSpc>
                <a:spcPct val="185700"/>
              </a:lnSpc>
            </a:pP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-235" dirty="0">
                <a:latin typeface="Verdana"/>
                <a:cs typeface="Verdana"/>
              </a:rPr>
              <a:t> </a:t>
            </a:r>
            <a:r>
              <a:rPr sz="1100" spc="95" dirty="0">
                <a:latin typeface="Book Antiqua"/>
                <a:cs typeface="Book Antiqua"/>
              </a:rPr>
              <a:t>(</a:t>
            </a:r>
            <a:r>
              <a:rPr sz="1100" i="1" spc="95" dirty="0">
                <a:latin typeface="Verdana"/>
                <a:cs typeface="Verdana"/>
              </a:rPr>
              <a:t>X</a:t>
            </a:r>
            <a:r>
              <a:rPr sz="1100" i="1" spc="25" dirty="0">
                <a:latin typeface="Verdana"/>
                <a:cs typeface="Verdan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1)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ρ</a:t>
            </a:r>
            <a:r>
              <a:rPr sz="1100" i="1" spc="500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-235" dirty="0">
                <a:latin typeface="Verdana"/>
                <a:cs typeface="Verdana"/>
              </a:rPr>
              <a:t> </a:t>
            </a:r>
            <a:r>
              <a:rPr sz="1100" spc="95" dirty="0">
                <a:latin typeface="Book Antiqua"/>
                <a:cs typeface="Book Antiqua"/>
              </a:rPr>
              <a:t>(</a:t>
            </a:r>
            <a:r>
              <a:rPr sz="1100" i="1" spc="95" dirty="0">
                <a:latin typeface="Verdana"/>
                <a:cs typeface="Verdana"/>
              </a:rPr>
              <a:t>X</a:t>
            </a:r>
            <a:r>
              <a:rPr sz="1100" i="1" spc="15" dirty="0">
                <a:latin typeface="Verdana"/>
                <a:cs typeface="Verdan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0)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-25" dirty="0">
                <a:latin typeface="Book Antiqua"/>
                <a:cs typeface="Book Antiqua"/>
              </a:rPr>
              <a:t> </a:t>
            </a:r>
            <a:r>
              <a:rPr sz="1100" i="1" spc="315" dirty="0">
                <a:latin typeface="Arial Narrow"/>
                <a:cs typeface="Arial Narrow"/>
              </a:rPr>
              <a:t>−</a:t>
            </a:r>
            <a:r>
              <a:rPr sz="1100" i="1" dirty="0">
                <a:latin typeface="Arial Narrow"/>
                <a:cs typeface="Arial Narrow"/>
              </a:rPr>
              <a:t> </a:t>
            </a:r>
            <a:r>
              <a:rPr sz="1100" i="1" spc="-114" dirty="0">
                <a:latin typeface="Verdana"/>
                <a:cs typeface="Verdana"/>
              </a:rPr>
              <a:t>ρ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00" spc="25" dirty="0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11/29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135"/>
              </a:spcBef>
            </a:pPr>
            <a:r>
              <a:rPr dirty="0"/>
              <a:t>Figure</a:t>
            </a:r>
            <a:r>
              <a:rPr spc="250" dirty="0"/>
              <a:t> </a:t>
            </a:r>
            <a:r>
              <a:rPr dirty="0"/>
              <a:t>1.16,</a:t>
            </a:r>
            <a:r>
              <a:rPr spc="260" dirty="0"/>
              <a:t> </a:t>
            </a:r>
            <a:r>
              <a:rPr dirty="0"/>
              <a:t>pg</a:t>
            </a:r>
            <a:r>
              <a:rPr spc="254" dirty="0"/>
              <a:t> </a:t>
            </a:r>
            <a:r>
              <a:rPr spc="-25" dirty="0"/>
              <a:t>42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1035647"/>
            <a:ext cx="2831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P(any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branch,</a:t>
            </a:r>
            <a:r>
              <a:rPr sz="1100" spc="8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trials,</a:t>
            </a:r>
            <a:r>
              <a:rPr sz="1100" spc="8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k</a:t>
            </a:r>
            <a:r>
              <a:rPr sz="1100" spc="9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1’s)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p</a:t>
            </a:r>
            <a:r>
              <a:rPr sz="1200" b="0" i="1" spc="-150" baseline="27777" dirty="0">
                <a:latin typeface="Bookman Old Style"/>
                <a:cs typeface="Bookman Old Style"/>
              </a:rPr>
              <a:t>k</a:t>
            </a:r>
            <a:r>
              <a:rPr sz="1200" b="0" i="1" spc="-254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(1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i="1" spc="315" dirty="0">
                <a:latin typeface="Arial Narrow"/>
                <a:cs typeface="Arial Narrow"/>
              </a:rPr>
              <a:t>−</a:t>
            </a:r>
            <a:r>
              <a:rPr sz="1100" i="1" spc="-15" dirty="0">
                <a:latin typeface="Arial Narrow"/>
                <a:cs typeface="Arial Narrow"/>
              </a:rPr>
              <a:t> </a:t>
            </a:r>
            <a:r>
              <a:rPr sz="1100" i="1" dirty="0">
                <a:latin typeface="Verdana"/>
                <a:cs typeface="Verdana"/>
              </a:rPr>
              <a:t>p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200" b="0" i="1" baseline="27777" dirty="0">
                <a:latin typeface="Bookman Old Style"/>
                <a:cs typeface="Bookman Old Style"/>
              </a:rPr>
              <a:t>n</a:t>
            </a:r>
            <a:r>
              <a:rPr sz="1200" i="1" baseline="27777" dirty="0">
                <a:latin typeface="Arial"/>
                <a:cs typeface="Arial"/>
              </a:rPr>
              <a:t>−</a:t>
            </a:r>
            <a:r>
              <a:rPr sz="1200" b="0" i="1" baseline="27777" dirty="0">
                <a:latin typeface="Bookman Old Style"/>
                <a:cs typeface="Bookman Old Style"/>
              </a:rPr>
              <a:t>k</a:t>
            </a:r>
            <a:r>
              <a:rPr sz="1200" b="0" i="1" spc="-254" baseline="27777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,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0580" y="1423009"/>
            <a:ext cx="621538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i="1" dirty="0" err="1">
                <a:latin typeface="Verdana"/>
                <a:cs typeface="Verdana"/>
              </a:rPr>
              <a:t>P_n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Verdana"/>
                <a:cs typeface="Verdana"/>
              </a:rPr>
              <a:t>k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spc="-55" dirty="0">
                <a:latin typeface="Book Antiqua"/>
                <a:cs typeface="Book Antiqua"/>
              </a:rPr>
              <a:t> </a:t>
            </a:r>
            <a:r>
              <a:rPr sz="1100" spc="120" dirty="0">
                <a:latin typeface="Book Antiqua"/>
                <a:cs typeface="Book Antiqua"/>
              </a:rPr>
              <a:t>=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4717" y="1227658"/>
            <a:ext cx="31305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1549" y="140312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-40" dirty="0">
                <a:latin typeface="Bookman Old Style"/>
                <a:cs typeface="Bookman Old Style"/>
              </a:rPr>
              <a:t>k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6058" y="1422158"/>
            <a:ext cx="5765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75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(1</a:t>
            </a:r>
            <a:r>
              <a:rPr sz="1100" spc="-55" dirty="0">
                <a:latin typeface="Book Antiqua"/>
                <a:cs typeface="Book Antiqua"/>
              </a:rPr>
              <a:t> </a:t>
            </a:r>
            <a:r>
              <a:rPr sz="1100" i="1" spc="315" dirty="0">
                <a:latin typeface="Arial Narrow"/>
                <a:cs typeface="Arial Narrow"/>
              </a:rPr>
              <a:t>−</a:t>
            </a:r>
            <a:r>
              <a:rPr sz="1100" i="1" spc="-35" dirty="0">
                <a:latin typeface="Arial Narrow"/>
                <a:cs typeface="Arial Narrow"/>
              </a:rPr>
              <a:t> </a:t>
            </a:r>
            <a:r>
              <a:rPr sz="1100" i="1" spc="-25" dirty="0">
                <a:latin typeface="Verdana"/>
                <a:cs typeface="Verdana"/>
              </a:rPr>
              <a:t>p</a:t>
            </a:r>
            <a:r>
              <a:rPr sz="1100" spc="-25" dirty="0">
                <a:latin typeface="Book Antiqua"/>
                <a:cs typeface="Book Antiqua"/>
              </a:rPr>
              <a:t>)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2638" y="1403121"/>
            <a:ext cx="23050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25" dirty="0">
                <a:latin typeface="Bookman Old Style"/>
                <a:cs typeface="Bookman Old Style"/>
              </a:rPr>
              <a:t>n</a:t>
            </a:r>
            <a:r>
              <a:rPr sz="800" i="1" spc="25" dirty="0">
                <a:latin typeface="Arial"/>
                <a:cs typeface="Arial"/>
              </a:rPr>
              <a:t>−</a:t>
            </a:r>
            <a:r>
              <a:rPr sz="800" b="0" i="1" spc="25" dirty="0">
                <a:latin typeface="Bookman Old Style"/>
                <a:cs typeface="Bookman Old Style"/>
              </a:rPr>
              <a:t>k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48726" y="2096541"/>
            <a:ext cx="9099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latin typeface="Book Antiqua"/>
                <a:cs typeface="Book Antiqua"/>
              </a:rPr>
              <a:t>New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Notation!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12/29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934FE0-91D3-3AEE-5CD0-2B2D44A85D56}"/>
                  </a:ext>
                </a:extLst>
              </p:cNvPr>
              <p:cNvSpPr txBox="1"/>
              <p:nvPr/>
            </p:nvSpPr>
            <p:spPr>
              <a:xfrm>
                <a:off x="1952557" y="1383009"/>
                <a:ext cx="288295" cy="3234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934FE0-91D3-3AEE-5CD0-2B2D44A85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557" y="1383009"/>
                <a:ext cx="288295" cy="323486"/>
              </a:xfrm>
              <a:prstGeom prst="rect">
                <a:avLst/>
              </a:prstGeom>
              <a:blipFill>
                <a:blip r:embed="rId3"/>
                <a:stretch>
                  <a:fillRect b="-18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3918" y="62407"/>
            <a:ext cx="14408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Figure</a:t>
            </a:r>
            <a:r>
              <a:rPr sz="14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1.16,</a:t>
            </a:r>
            <a:r>
              <a:rPr sz="1400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pg</a:t>
            </a:r>
            <a:r>
              <a:rPr sz="1400" spc="25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42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5094" y="1074140"/>
            <a:ext cx="31305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0709" y="1269492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32126" y="1153259"/>
            <a:ext cx="615950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599"/>
              </a:lnSpc>
              <a:spcBef>
                <a:spcPts val="100"/>
              </a:spcBef>
              <a:tabLst>
                <a:tab pos="246379" algn="l"/>
                <a:tab pos="602615" algn="l"/>
              </a:tabLst>
            </a:pPr>
            <a:r>
              <a:rPr sz="11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	</a:t>
            </a:r>
            <a:r>
              <a:rPr sz="1100" i="1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n</a:t>
            </a:r>
            <a:r>
              <a:rPr sz="1100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!</a:t>
            </a:r>
            <a:r>
              <a:rPr sz="11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	</a:t>
            </a:r>
            <a:r>
              <a:rPr sz="1100" dirty="0">
                <a:solidFill>
                  <a:srgbClr val="000000"/>
                </a:solidFill>
                <a:latin typeface="Book Antiqua"/>
                <a:cs typeface="Book Antiqua"/>
              </a:rPr>
              <a:t> (</a:t>
            </a:r>
            <a:r>
              <a:rPr sz="1100" i="1" dirty="0">
                <a:solidFill>
                  <a:srgbClr val="000000"/>
                </a:solidFill>
                <a:latin typeface="Verdana"/>
                <a:cs typeface="Verdana"/>
              </a:rPr>
              <a:t>n</a:t>
            </a:r>
            <a:r>
              <a:rPr sz="1100" i="1" spc="-14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100" i="1" spc="315" dirty="0">
                <a:solidFill>
                  <a:srgbClr val="000000"/>
                </a:solidFill>
                <a:latin typeface="Arial Narrow"/>
                <a:cs typeface="Arial Narrow"/>
              </a:rPr>
              <a:t>−</a:t>
            </a:r>
            <a:r>
              <a:rPr sz="1100" i="1" spc="-5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sz="1100" i="1" spc="-20" dirty="0">
                <a:solidFill>
                  <a:srgbClr val="000000"/>
                </a:solidFill>
                <a:latin typeface="Verdana"/>
                <a:cs typeface="Verdana"/>
              </a:rPr>
              <a:t>k</a:t>
            </a:r>
            <a:r>
              <a:rPr sz="1100" spc="-20" dirty="0">
                <a:solidFill>
                  <a:srgbClr val="000000"/>
                </a:solidFill>
                <a:latin typeface="Book Antiqua"/>
                <a:cs typeface="Book Antiqua"/>
              </a:rPr>
              <a:t>)!</a:t>
            </a:r>
            <a:r>
              <a:rPr sz="1100" i="1" spc="-20" dirty="0">
                <a:solidFill>
                  <a:srgbClr val="000000"/>
                </a:solidFill>
                <a:latin typeface="Verdana"/>
                <a:cs typeface="Verdana"/>
              </a:rPr>
              <a:t>k</a:t>
            </a:r>
            <a:r>
              <a:rPr sz="1100" spc="-20" dirty="0">
                <a:solidFill>
                  <a:srgbClr val="000000"/>
                </a:solidFill>
                <a:latin typeface="Book Antiqua"/>
                <a:cs typeface="Book Antiqua"/>
              </a:rPr>
              <a:t>!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68639" y="2066086"/>
            <a:ext cx="6667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Verdana"/>
                <a:cs typeface="Verdana"/>
              </a:rPr>
              <a:t>n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choose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k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13/29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D142DD-C60C-B298-0917-FF1373690D1E}"/>
                  </a:ext>
                </a:extLst>
              </p:cNvPr>
              <p:cNvSpPr txBox="1"/>
              <p:nvPr/>
            </p:nvSpPr>
            <p:spPr>
              <a:xfrm>
                <a:off x="1732534" y="1198926"/>
                <a:ext cx="288295" cy="3234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D142DD-C60C-B298-0917-FF1373690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534" y="1198926"/>
                <a:ext cx="288295" cy="323486"/>
              </a:xfrm>
              <a:prstGeom prst="rect">
                <a:avLst/>
              </a:prstGeom>
              <a:blipFill>
                <a:blip r:embed="rId3"/>
                <a:stretch>
                  <a:fillRect b="-18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0956" y="62407"/>
            <a:ext cx="12858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Throw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six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times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86968"/>
            <a:ext cx="2811145" cy="62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57655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-240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(Three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six</a:t>
            </a:r>
            <a:r>
              <a:rPr sz="1100" spc="365" dirty="0">
                <a:latin typeface="Book Antiqua"/>
                <a:cs typeface="Book Antiqu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&lt;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5)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dirty="0">
                <a:latin typeface="Book Antiqua"/>
                <a:cs typeface="Book Antiqua"/>
              </a:rPr>
              <a:t>First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all:</a:t>
            </a:r>
            <a:r>
              <a:rPr sz="1100" spc="170" dirty="0">
                <a:latin typeface="Book Antiqua"/>
                <a:cs typeface="Book Antiqua"/>
              </a:rPr>
              <a:t> </a:t>
            </a:r>
            <a:r>
              <a:rPr sz="1100" spc="70" dirty="0">
                <a:latin typeface="Book Antiqua"/>
                <a:cs typeface="Book Antiqua"/>
              </a:rPr>
              <a:t>P(Y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80" dirty="0">
                <a:latin typeface="Book Antiqua"/>
                <a:cs typeface="Book Antiqua"/>
              </a:rPr>
              <a:t>Y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80" dirty="0">
                <a:latin typeface="Book Antiqua"/>
                <a:cs typeface="Book Antiqua"/>
              </a:rPr>
              <a:t>Y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N)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0956" y="62407"/>
            <a:ext cx="12858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Throw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six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times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86968"/>
            <a:ext cx="2811145" cy="62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57655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-240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(Three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six</a:t>
            </a:r>
            <a:r>
              <a:rPr sz="1100" spc="365" dirty="0">
                <a:latin typeface="Book Antiqua"/>
                <a:cs typeface="Book Antiqu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&lt;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5)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dirty="0">
                <a:latin typeface="Book Antiqua"/>
                <a:cs typeface="Book Antiqua"/>
              </a:rPr>
              <a:t>First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all:</a:t>
            </a:r>
            <a:r>
              <a:rPr sz="1100" spc="170" dirty="0">
                <a:latin typeface="Book Antiqua"/>
                <a:cs typeface="Book Antiqua"/>
              </a:rPr>
              <a:t> </a:t>
            </a:r>
            <a:r>
              <a:rPr sz="1100" spc="70" dirty="0">
                <a:latin typeface="Book Antiqua"/>
                <a:cs typeface="Book Antiqua"/>
              </a:rPr>
              <a:t>P(Y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80" dirty="0">
                <a:latin typeface="Book Antiqua"/>
                <a:cs typeface="Book Antiqua"/>
              </a:rPr>
              <a:t>Y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80" dirty="0">
                <a:latin typeface="Book Antiqua"/>
                <a:cs typeface="Book Antiqua"/>
              </a:rPr>
              <a:t>Y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N)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AA98C1B3-A7B2-6BBB-9A14-8DE004AB0CC4}"/>
                  </a:ext>
                </a:extLst>
              </p:cNvPr>
              <p:cNvSpPr txBox="1"/>
              <p:nvPr/>
            </p:nvSpPr>
            <p:spPr>
              <a:xfrm>
                <a:off x="691464" y="1797217"/>
                <a:ext cx="2904893" cy="37645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lang="en-US" sz="1400" i="1" dirty="0">
                    <a:latin typeface="Verdana"/>
                    <a:cs typeface="Verdana"/>
                  </a:rPr>
                  <a:t>P</a:t>
                </a:r>
                <a:r>
                  <a:rPr lang="en-US" sz="1400" i="1" spc="-235" dirty="0">
                    <a:latin typeface="Verdana"/>
                    <a:cs typeface="Verdana"/>
                  </a:rPr>
                  <a:t> </a:t>
                </a:r>
                <a:r>
                  <a:rPr lang="en-US" sz="1400" dirty="0">
                    <a:latin typeface="Book Antiqua"/>
                    <a:cs typeface="Book Antiqua"/>
                  </a:rPr>
                  <a:t>(</a:t>
                </a:r>
                <a:r>
                  <a:rPr lang="en-US" sz="1400" i="1" dirty="0">
                    <a:latin typeface="Verdana"/>
                    <a:cs typeface="Verdana"/>
                  </a:rPr>
                  <a:t>Y</a:t>
                </a:r>
                <a:r>
                  <a:rPr lang="en-US" sz="1400" i="1" spc="-135" dirty="0">
                    <a:latin typeface="Verdana"/>
                    <a:cs typeface="Verdana"/>
                  </a:rPr>
                  <a:t> </a:t>
                </a:r>
                <a:r>
                  <a:rPr lang="en-US" sz="1400" i="1" spc="-55" dirty="0">
                    <a:latin typeface="Verdana"/>
                    <a:cs typeface="Verdana"/>
                  </a:rPr>
                  <a:t>Y</a:t>
                </a:r>
                <a:r>
                  <a:rPr lang="en-US" sz="1400" i="1" spc="-130" dirty="0">
                    <a:latin typeface="Verdana"/>
                    <a:cs typeface="Verdana"/>
                  </a:rPr>
                  <a:t> </a:t>
                </a:r>
                <a:r>
                  <a:rPr lang="en-US" sz="1400" i="1" spc="-55" dirty="0">
                    <a:latin typeface="Verdana"/>
                    <a:cs typeface="Verdana"/>
                  </a:rPr>
                  <a:t>Y</a:t>
                </a:r>
                <a:r>
                  <a:rPr lang="en-US" sz="1400" i="1" spc="-135" dirty="0">
                    <a:latin typeface="Verdana"/>
                    <a:cs typeface="Verdana"/>
                  </a:rPr>
                  <a:t> </a:t>
                </a:r>
                <a:r>
                  <a:rPr lang="en-US" sz="1400" i="1" spc="125" dirty="0">
                    <a:latin typeface="Verdana"/>
                    <a:cs typeface="Verdana"/>
                  </a:rPr>
                  <a:t>NNN</a:t>
                </a:r>
                <a:r>
                  <a:rPr lang="en-US" sz="1400" i="1" spc="-265" dirty="0">
                    <a:latin typeface="Verdana"/>
                    <a:cs typeface="Verdana"/>
                  </a:rPr>
                  <a:t> </a:t>
                </a:r>
                <a:r>
                  <a:rPr lang="en-US" sz="1400" spc="50" dirty="0">
                    <a:latin typeface="Book Antiqua"/>
                    <a:cs typeface="Book Antiqua"/>
                  </a:rPr>
                  <a:t>)</a:t>
                </a:r>
                <a:r>
                  <a:rPr lang="en-US" sz="1400" spc="130" dirty="0">
                    <a:latin typeface="Book Antiqua"/>
                    <a:cs typeface="Book Antiqua"/>
                  </a:rPr>
                  <a:t>=</a:t>
                </a:r>
                <a:r>
                  <a:rPr lang="en-US" sz="1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sz="1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14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ar-AE" sz="1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ar-AE" sz="140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ar-AE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sz="1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1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ar-AE" sz="140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1400" dirty="0"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AA98C1B3-A7B2-6BBB-9A14-8DE004AB0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64" y="1797217"/>
                <a:ext cx="2904893" cy="376450"/>
              </a:xfrm>
              <a:prstGeom prst="rect">
                <a:avLst/>
              </a:prstGeom>
              <a:blipFill>
                <a:blip r:embed="rId3"/>
                <a:stretch>
                  <a:fillRect l="-3354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0956" y="62407"/>
            <a:ext cx="12858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Throw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six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times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86968"/>
            <a:ext cx="2811145" cy="62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57655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-240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(Three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six</a:t>
            </a:r>
            <a:r>
              <a:rPr sz="1100" spc="365" dirty="0">
                <a:latin typeface="Book Antiqua"/>
                <a:cs typeface="Book Antiqu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&lt;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5)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dirty="0">
                <a:latin typeface="Book Antiqua"/>
                <a:cs typeface="Book Antiqua"/>
              </a:rPr>
              <a:t>First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all:</a:t>
            </a:r>
            <a:r>
              <a:rPr sz="1100" spc="170" dirty="0">
                <a:latin typeface="Book Antiqua"/>
                <a:cs typeface="Book Antiqua"/>
              </a:rPr>
              <a:t> </a:t>
            </a:r>
            <a:r>
              <a:rPr sz="1100" spc="70" dirty="0">
                <a:latin typeface="Book Antiqua"/>
                <a:cs typeface="Book Antiqua"/>
              </a:rPr>
              <a:t>P(Y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80" dirty="0">
                <a:latin typeface="Book Antiqua"/>
                <a:cs typeface="Book Antiqua"/>
              </a:rPr>
              <a:t>Y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80" dirty="0">
                <a:latin typeface="Book Antiqua"/>
                <a:cs typeface="Book Antiqua"/>
              </a:rPr>
              <a:t>Y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N)</a:t>
            </a:r>
            <a:endParaRPr sz="1100" dirty="0">
              <a:latin typeface="Book Antiqua"/>
              <a:cs typeface="Book Antiqu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695557" y="1999804"/>
                <a:ext cx="2904893" cy="591893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lang="en-US" sz="1400" i="1" dirty="0">
                    <a:latin typeface="Verdana"/>
                    <a:cs typeface="Verdana"/>
                  </a:rPr>
                  <a:t>P</a:t>
                </a:r>
                <a:r>
                  <a:rPr lang="en-US" sz="1400" i="1" spc="-235" dirty="0">
                    <a:latin typeface="Verdana"/>
                    <a:cs typeface="Verdana"/>
                  </a:rPr>
                  <a:t> </a:t>
                </a:r>
                <a:r>
                  <a:rPr lang="en-US" sz="1400" dirty="0">
                    <a:latin typeface="Book Antiqua"/>
                    <a:cs typeface="Book Antiqua"/>
                  </a:rPr>
                  <a:t>(</a:t>
                </a:r>
                <a:r>
                  <a:rPr lang="en-US" sz="1400" i="1" dirty="0">
                    <a:latin typeface="Verdana"/>
                    <a:cs typeface="Verdana"/>
                  </a:rPr>
                  <a:t>Y</a:t>
                </a:r>
                <a:r>
                  <a:rPr lang="en-US" sz="1400" i="1" spc="-135" dirty="0">
                    <a:latin typeface="Verdana"/>
                    <a:cs typeface="Verdana"/>
                  </a:rPr>
                  <a:t> </a:t>
                </a:r>
                <a:r>
                  <a:rPr lang="en-US" sz="1400" i="1" spc="-55" dirty="0">
                    <a:latin typeface="Verdana"/>
                    <a:cs typeface="Verdana"/>
                  </a:rPr>
                  <a:t>Y</a:t>
                </a:r>
                <a:r>
                  <a:rPr lang="en-US" sz="1400" i="1" spc="-130" dirty="0">
                    <a:latin typeface="Verdana"/>
                    <a:cs typeface="Verdana"/>
                  </a:rPr>
                  <a:t> </a:t>
                </a:r>
                <a:r>
                  <a:rPr lang="en-US" sz="1400" i="1" spc="-55" dirty="0">
                    <a:latin typeface="Verdana"/>
                    <a:cs typeface="Verdana"/>
                  </a:rPr>
                  <a:t>Y</a:t>
                </a:r>
                <a:r>
                  <a:rPr lang="en-US" sz="1400" i="1" spc="-135" dirty="0">
                    <a:latin typeface="Verdana"/>
                    <a:cs typeface="Verdana"/>
                  </a:rPr>
                  <a:t> </a:t>
                </a:r>
                <a:r>
                  <a:rPr lang="en-US" sz="1400" i="1" spc="125" dirty="0">
                    <a:latin typeface="Verdana"/>
                    <a:cs typeface="Verdana"/>
                  </a:rPr>
                  <a:t>NNN</a:t>
                </a:r>
                <a:r>
                  <a:rPr lang="en-US" sz="1400" i="1" spc="-265" dirty="0">
                    <a:latin typeface="Verdana"/>
                    <a:cs typeface="Verdana"/>
                  </a:rPr>
                  <a:t> </a:t>
                </a:r>
                <a:r>
                  <a:rPr lang="en-US" sz="1400" spc="50" dirty="0">
                    <a:latin typeface="Book Antiqua"/>
                    <a:cs typeface="Book Antiqua"/>
                  </a:rPr>
                  <a:t>)</a:t>
                </a:r>
                <a:r>
                  <a:rPr lang="en-US" sz="1400" spc="130" dirty="0">
                    <a:latin typeface="Book Antiqua"/>
                    <a:cs typeface="Book Antiqua"/>
                  </a:rPr>
                  <a:t>=</a:t>
                </a:r>
                <a:r>
                  <a:rPr lang="en-US" sz="1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sz="1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14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ar-AE" sz="1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ar-AE" sz="140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ar-AE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sz="1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1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ar-AE" sz="140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ar-AE" sz="1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 i="1" smtClean="0">
                            <a:latin typeface="Cambria Math" panose="02040503050406030204" pitchFamily="18" charset="0"/>
                          </a:rPr>
                          <m:t>512</m:t>
                        </m:r>
                      </m:num>
                      <m:den>
                        <m:sSup>
                          <m:sSupPr>
                            <m:ctrlPr>
                              <a:rPr lang="ar-AE" sz="1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ar-AE" sz="140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lang="ar-AE" sz="1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011</m:t>
                    </m:r>
                  </m:oMath>
                </a14:m>
                <a:endParaRPr sz="1400" dirty="0"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57" y="1999804"/>
                <a:ext cx="2904893" cy="591893"/>
              </a:xfrm>
              <a:prstGeom prst="rect">
                <a:avLst/>
              </a:prstGeom>
              <a:blipFill>
                <a:blip r:embed="rId2"/>
                <a:stretch>
                  <a:fillRect l="-3354" b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bject 9"/>
          <p:cNvSpPr txBox="1"/>
          <p:nvPr/>
        </p:nvSpPr>
        <p:spPr>
          <a:xfrm>
            <a:off x="2034336" y="1716722"/>
            <a:ext cx="7162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2255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Throw</a:t>
            </a:r>
            <a:r>
              <a:rPr spc="140" dirty="0"/>
              <a:t> </a:t>
            </a:r>
            <a:r>
              <a:rPr dirty="0"/>
              <a:t>six</a:t>
            </a:r>
            <a:r>
              <a:rPr spc="140" dirty="0"/>
              <a:t> </a:t>
            </a:r>
            <a:r>
              <a:rPr spc="-10" dirty="0"/>
              <a:t>times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86968"/>
            <a:ext cx="2811145" cy="626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57655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-240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(Three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six</a:t>
            </a:r>
            <a:r>
              <a:rPr sz="1100" spc="365" dirty="0">
                <a:latin typeface="Book Antiqua"/>
                <a:cs typeface="Book Antiqu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&lt;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5)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dirty="0">
                <a:latin typeface="Book Antiqua"/>
                <a:cs typeface="Book Antiqua"/>
              </a:rPr>
              <a:t>First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all:</a:t>
            </a:r>
            <a:r>
              <a:rPr sz="1100" spc="170" dirty="0">
                <a:latin typeface="Book Antiqua"/>
                <a:cs typeface="Book Antiqua"/>
              </a:rPr>
              <a:t> </a:t>
            </a:r>
            <a:r>
              <a:rPr sz="1100" spc="70" dirty="0">
                <a:latin typeface="Book Antiqua"/>
                <a:cs typeface="Book Antiqua"/>
              </a:rPr>
              <a:t>P(Y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80" dirty="0">
                <a:latin typeface="Book Antiqua"/>
                <a:cs typeface="Book Antiqua"/>
              </a:rPr>
              <a:t>Y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80" dirty="0">
                <a:latin typeface="Book Antiqua"/>
                <a:cs typeface="Book Antiqua"/>
              </a:rPr>
              <a:t>Y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N)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844" y="2559926"/>
            <a:ext cx="16440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Rearrange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3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get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91080" y="2364575"/>
            <a:ext cx="29908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100" dirty="0">
                <a:latin typeface="Arial"/>
                <a:cs typeface="Arial"/>
              </a:rPr>
              <a:t> 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188562" y="2559926"/>
            <a:ext cx="994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Book Antiqua"/>
                <a:cs typeface="Book Antiqua"/>
              </a:rPr>
              <a:t>rearrangements.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4">
                <a:extLst>
                  <a:ext uri="{FF2B5EF4-FFF2-40B4-BE49-F238E27FC236}">
                    <a16:creationId xmlns:a16="http://schemas.microsoft.com/office/drawing/2014/main" id="{3E36270F-DE59-3C54-C615-DEF730DF4A4B}"/>
                  </a:ext>
                </a:extLst>
              </p:cNvPr>
              <p:cNvSpPr txBox="1"/>
              <p:nvPr/>
            </p:nvSpPr>
            <p:spPr>
              <a:xfrm>
                <a:off x="852602" y="1705311"/>
                <a:ext cx="2904893" cy="591893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lang="en-US" sz="1400" i="1" dirty="0">
                    <a:latin typeface="Verdana"/>
                    <a:cs typeface="Verdana"/>
                  </a:rPr>
                  <a:t>P</a:t>
                </a:r>
                <a:r>
                  <a:rPr lang="en-US" sz="1400" i="1" spc="-235" dirty="0">
                    <a:latin typeface="Verdana"/>
                    <a:cs typeface="Verdana"/>
                  </a:rPr>
                  <a:t> </a:t>
                </a:r>
                <a:r>
                  <a:rPr lang="en-US" sz="1400" dirty="0">
                    <a:latin typeface="Book Antiqua"/>
                    <a:cs typeface="Book Antiqua"/>
                  </a:rPr>
                  <a:t>(</a:t>
                </a:r>
                <a:r>
                  <a:rPr lang="en-US" sz="1400" i="1" dirty="0">
                    <a:latin typeface="Verdana"/>
                    <a:cs typeface="Verdana"/>
                  </a:rPr>
                  <a:t>Y</a:t>
                </a:r>
                <a:r>
                  <a:rPr lang="en-US" sz="1400" i="1" spc="-135" dirty="0">
                    <a:latin typeface="Verdana"/>
                    <a:cs typeface="Verdana"/>
                  </a:rPr>
                  <a:t> </a:t>
                </a:r>
                <a:r>
                  <a:rPr lang="en-US" sz="1400" i="1" spc="-55" dirty="0">
                    <a:latin typeface="Verdana"/>
                    <a:cs typeface="Verdana"/>
                  </a:rPr>
                  <a:t>Y</a:t>
                </a:r>
                <a:r>
                  <a:rPr lang="en-US" sz="1400" i="1" spc="-130" dirty="0">
                    <a:latin typeface="Verdana"/>
                    <a:cs typeface="Verdana"/>
                  </a:rPr>
                  <a:t> </a:t>
                </a:r>
                <a:r>
                  <a:rPr lang="en-US" sz="1400" i="1" spc="-55" dirty="0">
                    <a:latin typeface="Verdana"/>
                    <a:cs typeface="Verdana"/>
                  </a:rPr>
                  <a:t>Y</a:t>
                </a:r>
                <a:r>
                  <a:rPr lang="en-US" sz="1400" i="1" spc="-135" dirty="0">
                    <a:latin typeface="Verdana"/>
                    <a:cs typeface="Verdana"/>
                  </a:rPr>
                  <a:t> </a:t>
                </a:r>
                <a:r>
                  <a:rPr lang="en-US" sz="1400" i="1" spc="125" dirty="0">
                    <a:latin typeface="Verdana"/>
                    <a:cs typeface="Verdana"/>
                  </a:rPr>
                  <a:t>NNN</a:t>
                </a:r>
                <a:r>
                  <a:rPr lang="en-US" sz="1400" i="1" spc="-265" dirty="0">
                    <a:latin typeface="Verdana"/>
                    <a:cs typeface="Verdana"/>
                  </a:rPr>
                  <a:t> </a:t>
                </a:r>
                <a:r>
                  <a:rPr lang="en-US" sz="1400" spc="50" dirty="0">
                    <a:latin typeface="Book Antiqua"/>
                    <a:cs typeface="Book Antiqua"/>
                  </a:rPr>
                  <a:t>)</a:t>
                </a:r>
                <a:r>
                  <a:rPr lang="en-US" sz="1400" spc="130" dirty="0">
                    <a:latin typeface="Book Antiqua"/>
                    <a:cs typeface="Book Antiqua"/>
                  </a:rPr>
                  <a:t>=</a:t>
                </a:r>
                <a:r>
                  <a:rPr lang="en-US" sz="1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sz="1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14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ar-AE" sz="1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ar-AE" sz="140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ar-AE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ar-AE" sz="1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1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ar-AE" sz="140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ar-AE" sz="1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 i="1" smtClean="0">
                            <a:latin typeface="Cambria Math" panose="02040503050406030204" pitchFamily="18" charset="0"/>
                          </a:rPr>
                          <m:t>512</m:t>
                        </m:r>
                      </m:num>
                      <m:den>
                        <m:sSup>
                          <m:sSupPr>
                            <m:ctrlPr>
                              <a:rPr lang="ar-AE" sz="1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ar-AE" sz="140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lang="ar-AE" sz="1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011</m:t>
                    </m:r>
                  </m:oMath>
                </a14:m>
                <a:endParaRPr sz="1400" dirty="0"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25" name="object 4">
                <a:extLst>
                  <a:ext uri="{FF2B5EF4-FFF2-40B4-BE49-F238E27FC236}">
                    <a16:creationId xmlns:a16="http://schemas.microsoft.com/office/drawing/2014/main" id="{3E36270F-DE59-3C54-C615-DEF730DF4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02" y="1705311"/>
                <a:ext cx="2904893" cy="591893"/>
              </a:xfrm>
              <a:prstGeom prst="rect">
                <a:avLst/>
              </a:prstGeom>
              <a:blipFill>
                <a:blip r:embed="rId3"/>
                <a:stretch>
                  <a:fillRect l="-3361" b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50D6465-AF70-CA44-103A-8426C682A10F}"/>
                  </a:ext>
                </a:extLst>
              </p:cNvPr>
              <p:cNvSpPr txBox="1"/>
              <p:nvPr/>
            </p:nvSpPr>
            <p:spPr>
              <a:xfrm>
                <a:off x="1839620" y="2517467"/>
                <a:ext cx="279179" cy="3079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50D6465-AF70-CA44-103A-8426C682A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620" y="2517467"/>
                <a:ext cx="279179" cy="307969"/>
              </a:xfrm>
              <a:prstGeom prst="rect">
                <a:avLst/>
              </a:prstGeom>
              <a:blipFill>
                <a:blip r:embed="rId4"/>
                <a:stretch>
                  <a:fillRect t="-2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0956" y="62407"/>
            <a:ext cx="12858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Throw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six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times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410" y="1265339"/>
            <a:ext cx="17341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Verdana"/>
                <a:cs typeface="Verdana"/>
              </a:rPr>
              <a:t>P</a:t>
            </a:r>
            <a:r>
              <a:rPr sz="1100" i="1" spc="-240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(Three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8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six</a:t>
            </a:r>
            <a:r>
              <a:rPr sz="1100" spc="85" dirty="0">
                <a:latin typeface="Book Antiqua"/>
                <a:cs typeface="Book Antiqua"/>
              </a:rPr>
              <a:t> </a:t>
            </a:r>
            <a:r>
              <a:rPr sz="1100" i="1" spc="-40" dirty="0">
                <a:latin typeface="Verdana"/>
                <a:cs typeface="Verdana"/>
              </a:rPr>
              <a:t>x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i="1" spc="-45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&lt;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dirty="0">
                <a:latin typeface="Book Antiqua"/>
                <a:cs typeface="Book Antiqua"/>
              </a:rPr>
              <a:t>5)</a:t>
            </a:r>
            <a:r>
              <a:rPr sz="1100" spc="25" dirty="0">
                <a:latin typeface="Book Antiqua"/>
                <a:cs typeface="Book Antiqua"/>
              </a:rPr>
              <a:t> 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19/29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4">
                <a:extLst>
                  <a:ext uri="{FF2B5EF4-FFF2-40B4-BE49-F238E27FC236}">
                    <a16:creationId xmlns:a16="http://schemas.microsoft.com/office/drawing/2014/main" id="{359D7A1F-2867-0688-C8DA-62D7271C0980}"/>
                  </a:ext>
                </a:extLst>
              </p:cNvPr>
              <p:cNvSpPr txBox="1"/>
              <p:nvPr/>
            </p:nvSpPr>
            <p:spPr>
              <a:xfrm>
                <a:off x="552450" y="1637823"/>
                <a:ext cx="2904893" cy="753540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ar-AE" sz="1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ar-AE" sz="14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ar-AE" sz="14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 sz="14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ar-AE" sz="1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sz="14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140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ar-AE" sz="14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ar-AE" sz="14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ar-AE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sz="1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sz="14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1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ar-AE" sz="14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AE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ar-AE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ar-AE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ar-AE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ar-AE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ar-AE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400" i="1" smtClean="0">
                              <a:latin typeface="Cambria Math" panose="02040503050406030204" pitchFamily="18" charset="0"/>
                            </a:rPr>
                            <m:t>512</m:t>
                          </m:r>
                        </m:num>
                        <m:den>
                          <m:sSup>
                            <m:sSupPr>
                              <m:ctrlPr>
                                <a:rPr lang="ar-AE" sz="1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40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sup>
                              <m:r>
                                <a:rPr lang="ar-AE" sz="140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ar-AE" sz="1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sz="1400" dirty="0">
                  <a:latin typeface="Book Antiqua"/>
                  <a:cs typeface="Book Antiqua"/>
                </a:endParaRPr>
              </a:p>
            </p:txBody>
          </p:sp>
        </mc:Choice>
        <mc:Fallback xmlns="">
          <p:sp>
            <p:nvSpPr>
              <p:cNvPr id="25" name="object 4">
                <a:extLst>
                  <a:ext uri="{FF2B5EF4-FFF2-40B4-BE49-F238E27FC236}">
                    <a16:creationId xmlns:a16="http://schemas.microsoft.com/office/drawing/2014/main" id="{359D7A1F-2867-0688-C8DA-62D7271C0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" y="1637823"/>
                <a:ext cx="2904893" cy="753540"/>
              </a:xfrm>
              <a:prstGeom prst="rect">
                <a:avLst/>
              </a:prstGeom>
              <a:blipFill>
                <a:blip r:embed="rId3"/>
                <a:stretch>
                  <a:fillRect b="-1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1262" y="62407"/>
            <a:ext cx="17843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Let’s</a:t>
            </a:r>
            <a:r>
              <a:rPr sz="14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Write</a:t>
            </a:r>
            <a:r>
              <a:rPr sz="1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23899"/>
            <a:ext cx="2105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Book Antiqua"/>
                <a:cs typeface="Book Antiqua"/>
              </a:rPr>
              <a:t>Suppose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flip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coin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10,000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times.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1262" y="62407"/>
            <a:ext cx="17843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Let’s</a:t>
            </a:r>
            <a:r>
              <a:rPr sz="14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Write</a:t>
            </a:r>
            <a:r>
              <a:rPr sz="1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23899"/>
            <a:ext cx="2105660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Book Antiqua"/>
                <a:cs typeface="Book Antiqua"/>
              </a:rPr>
              <a:t>Suppose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flip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coin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10,000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times.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Book Antiqua"/>
                <a:cs typeface="Book Antiqua"/>
              </a:rPr>
              <a:t>Will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get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5,000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heads?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1262" y="62407"/>
            <a:ext cx="17843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Let’s</a:t>
            </a:r>
            <a:r>
              <a:rPr sz="14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Write</a:t>
            </a:r>
            <a:r>
              <a:rPr sz="1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23899"/>
            <a:ext cx="2105660" cy="895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Book Antiqua"/>
                <a:cs typeface="Book Antiqua"/>
              </a:rPr>
              <a:t>Suppose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flip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coin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10,000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times.</a:t>
            </a:r>
            <a:endParaRPr sz="1100">
              <a:latin typeface="Book Antiqua"/>
              <a:cs typeface="Book Antiqua"/>
            </a:endParaRPr>
          </a:p>
          <a:p>
            <a:pPr marL="12700" marR="687070">
              <a:lnSpc>
                <a:spcPct val="210000"/>
              </a:lnSpc>
            </a:pPr>
            <a:r>
              <a:rPr sz="1100" dirty="0">
                <a:latin typeface="Book Antiqua"/>
                <a:cs typeface="Book Antiqua"/>
              </a:rPr>
              <a:t>Will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get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5,000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heads? </a:t>
            </a:r>
            <a:r>
              <a:rPr sz="1100" spc="-10" dirty="0">
                <a:latin typeface="Book Antiqua"/>
                <a:cs typeface="Book Antiqua"/>
              </a:rPr>
              <a:t>Close?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20/29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1262" y="62407"/>
            <a:ext cx="17843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Let’s</a:t>
            </a:r>
            <a:r>
              <a:rPr sz="14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Write</a:t>
            </a:r>
            <a:r>
              <a:rPr sz="1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321841"/>
            <a:ext cx="1771650" cy="880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14" dirty="0">
                <a:latin typeface="Cambria"/>
                <a:cs typeface="Cambria"/>
              </a:rPr>
              <a:t>Flip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70" dirty="0">
                <a:latin typeface="Cambria"/>
                <a:cs typeface="Cambria"/>
              </a:rPr>
              <a:t>coin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10,000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times</a:t>
            </a:r>
            <a:endParaRPr sz="1100">
              <a:latin typeface="Cambria"/>
              <a:cs typeface="Cambria"/>
            </a:endParaRPr>
          </a:p>
          <a:p>
            <a:pPr marL="12700" marR="732155">
              <a:lnSpc>
                <a:spcPct val="205300"/>
              </a:lnSpc>
            </a:pPr>
            <a:r>
              <a:rPr sz="1100" dirty="0">
                <a:latin typeface="Cambria"/>
                <a:cs typeface="Cambria"/>
              </a:rPr>
              <a:t>Count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heads </a:t>
            </a:r>
            <a:r>
              <a:rPr sz="1100" spc="90" dirty="0">
                <a:latin typeface="Cambria"/>
                <a:cs typeface="Cambria"/>
              </a:rPr>
              <a:t>Print</a:t>
            </a:r>
            <a:r>
              <a:rPr sz="1100" spc="26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them</a:t>
            </a:r>
            <a:r>
              <a:rPr sz="1100" spc="265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out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21/29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1262" y="62407"/>
            <a:ext cx="17843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Let’s</a:t>
            </a:r>
            <a:r>
              <a:rPr sz="14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Write</a:t>
            </a:r>
            <a:r>
              <a:rPr sz="1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321841"/>
            <a:ext cx="1989455" cy="880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114" dirty="0">
                <a:latin typeface="Cambria"/>
                <a:cs typeface="Cambria"/>
              </a:rPr>
              <a:t>Flip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70" dirty="0">
                <a:latin typeface="Cambria"/>
                <a:cs typeface="Cambria"/>
              </a:rPr>
              <a:t>coin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10,000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times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Count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heads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spc="90" dirty="0">
                <a:latin typeface="Cambria"/>
                <a:cs typeface="Cambria"/>
              </a:rPr>
              <a:t>Print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them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out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22/29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1262" y="62407"/>
            <a:ext cx="17843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Let’s</a:t>
            </a:r>
            <a:r>
              <a:rPr sz="1400" spc="2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Write</a:t>
            </a:r>
            <a:r>
              <a:rPr sz="1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Program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000000"/>
                </a:solidFill>
                <a:latin typeface="Cambria"/>
                <a:cs typeface="Cambria"/>
              </a:rPr>
              <a:t>//</a:t>
            </a:r>
            <a:r>
              <a:rPr sz="1100" spc="3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100" spc="114" dirty="0">
                <a:solidFill>
                  <a:srgbClr val="000000"/>
                </a:solidFill>
                <a:latin typeface="Cambria"/>
                <a:cs typeface="Cambria"/>
              </a:rPr>
              <a:t>Flip</a:t>
            </a:r>
            <a:r>
              <a:rPr sz="1100" spc="38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000000"/>
                </a:solidFill>
                <a:latin typeface="Cambria"/>
                <a:cs typeface="Cambria"/>
              </a:rPr>
              <a:t>a</a:t>
            </a:r>
            <a:r>
              <a:rPr sz="1100" spc="3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100" spc="70" dirty="0">
                <a:solidFill>
                  <a:srgbClr val="000000"/>
                </a:solidFill>
                <a:latin typeface="Cambria"/>
                <a:cs typeface="Cambria"/>
              </a:rPr>
              <a:t>coin</a:t>
            </a:r>
            <a:r>
              <a:rPr sz="1100" spc="38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000000"/>
                </a:solidFill>
                <a:latin typeface="Cambria"/>
                <a:cs typeface="Cambria"/>
              </a:rPr>
              <a:t>10,000</a:t>
            </a:r>
            <a:r>
              <a:rPr sz="1100" spc="3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100" spc="40" dirty="0">
                <a:solidFill>
                  <a:srgbClr val="000000"/>
                </a:solidFill>
                <a:latin typeface="Cambria"/>
                <a:cs typeface="Cambria"/>
              </a:rPr>
              <a:t>times </a:t>
            </a:r>
            <a:r>
              <a:rPr sz="1100" spc="110" dirty="0">
                <a:solidFill>
                  <a:srgbClr val="000000"/>
                </a:solidFill>
                <a:latin typeface="Cambria"/>
                <a:cs typeface="Cambria"/>
              </a:rPr>
              <a:t>for</a:t>
            </a:r>
            <a:r>
              <a:rPr sz="1100" spc="2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000000"/>
                </a:solidFill>
                <a:latin typeface="Cambria"/>
                <a:cs typeface="Cambria"/>
              </a:rPr>
              <a:t>10000</a:t>
            </a:r>
            <a:r>
              <a:rPr sz="1100" spc="2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1100" spc="40" dirty="0">
                <a:solidFill>
                  <a:srgbClr val="000000"/>
                </a:solidFill>
                <a:latin typeface="Cambria"/>
                <a:cs typeface="Cambria"/>
              </a:rPr>
              <a:t>times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769237"/>
            <a:ext cx="1262380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Count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heads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spc="90" dirty="0">
                <a:latin typeface="Cambria"/>
                <a:cs typeface="Cambria"/>
              </a:rPr>
              <a:t>Print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them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out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23/29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Let’s</a:t>
            </a:r>
            <a:r>
              <a:rPr spc="215" dirty="0"/>
              <a:t> </a:t>
            </a:r>
            <a:r>
              <a:rPr dirty="0"/>
              <a:t>Write</a:t>
            </a:r>
            <a:r>
              <a:rPr spc="220" dirty="0"/>
              <a:t> </a:t>
            </a:r>
            <a:r>
              <a:rPr spc="70" dirty="0"/>
              <a:t>a</a:t>
            </a:r>
            <a:r>
              <a:rPr spc="220" dirty="0"/>
              <a:t> </a:t>
            </a:r>
            <a:r>
              <a:rPr spc="55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253007"/>
            <a:ext cx="220789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2288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114" dirty="0">
                <a:latin typeface="Cambria"/>
                <a:cs typeface="Cambria"/>
              </a:rPr>
              <a:t>Flip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70" dirty="0">
                <a:latin typeface="Cambria"/>
                <a:cs typeface="Cambria"/>
              </a:rPr>
              <a:t>coin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10,000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times </a:t>
            </a:r>
            <a:r>
              <a:rPr sz="1100" spc="110" dirty="0">
                <a:latin typeface="Cambria"/>
                <a:cs typeface="Cambria"/>
              </a:rPr>
              <a:t>for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10000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times</a:t>
            </a:r>
            <a:endParaRPr sz="1100">
              <a:latin typeface="Cambria"/>
              <a:cs typeface="Cambria"/>
            </a:endParaRPr>
          </a:p>
          <a:p>
            <a:pPr marL="303530">
              <a:lnSpc>
                <a:spcPct val="100000"/>
              </a:lnSpc>
              <a:spcBef>
                <a:spcPts val="35"/>
              </a:spcBef>
            </a:pPr>
            <a:r>
              <a:rPr sz="1100" spc="70" dirty="0">
                <a:latin typeface="Cambria"/>
                <a:cs typeface="Cambria"/>
              </a:rPr>
              <a:t>coin</a:t>
            </a:r>
            <a:r>
              <a:rPr sz="1100" spc="3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=</a:t>
            </a:r>
            <a:r>
              <a:rPr sz="1100" spc="315" dirty="0">
                <a:latin typeface="Cambria"/>
                <a:cs typeface="Cambria"/>
              </a:rPr>
              <a:t> </a:t>
            </a:r>
            <a:r>
              <a:rPr sz="1100" spc="45" dirty="0">
                <a:latin typeface="Cambria"/>
                <a:cs typeface="Cambria"/>
              </a:rPr>
              <a:t>random.randint(0,1)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Count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heads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9804" y="1597164"/>
            <a:ext cx="1625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1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180" dirty="0">
                <a:latin typeface="Cambria"/>
                <a:cs typeface="Cambria"/>
              </a:rPr>
              <a:t>is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65" dirty="0">
                <a:latin typeface="Cambria"/>
                <a:cs typeface="Cambria"/>
              </a:rPr>
              <a:t>heads,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0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160" dirty="0">
                <a:latin typeface="Cambria"/>
                <a:cs typeface="Cambria"/>
              </a:rPr>
              <a:t>tails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44" y="2113381"/>
            <a:ext cx="1262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spc="90" dirty="0">
                <a:latin typeface="Cambria"/>
                <a:cs typeface="Cambria"/>
              </a:rPr>
              <a:t>Print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them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out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24/29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Let’s</a:t>
            </a:r>
            <a:r>
              <a:rPr spc="215" dirty="0"/>
              <a:t> </a:t>
            </a:r>
            <a:r>
              <a:rPr dirty="0"/>
              <a:t>Write</a:t>
            </a:r>
            <a:r>
              <a:rPr spc="220" dirty="0"/>
              <a:t> </a:t>
            </a:r>
            <a:r>
              <a:rPr spc="70" dirty="0"/>
              <a:t>a</a:t>
            </a:r>
            <a:r>
              <a:rPr spc="220" dirty="0"/>
              <a:t> </a:t>
            </a:r>
            <a:r>
              <a:rPr spc="55" dirty="0"/>
              <a:t>Program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5844" y="1012101"/>
            <a:ext cx="2207895" cy="1386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count</a:t>
            </a:r>
            <a:r>
              <a:rPr spc="395" dirty="0"/>
              <a:t> </a:t>
            </a:r>
            <a:r>
              <a:rPr dirty="0"/>
              <a:t>=</a:t>
            </a:r>
            <a:r>
              <a:rPr spc="400" dirty="0"/>
              <a:t> </a:t>
            </a:r>
            <a:r>
              <a:rPr spc="-50" dirty="0"/>
              <a:t>0</a:t>
            </a:r>
          </a:p>
          <a:p>
            <a:pPr marL="12700" marR="222885">
              <a:lnSpc>
                <a:spcPct val="102699"/>
              </a:lnSpc>
            </a:pPr>
            <a:r>
              <a:rPr dirty="0"/>
              <a:t>//</a:t>
            </a:r>
            <a:r>
              <a:rPr spc="380" dirty="0"/>
              <a:t> </a:t>
            </a:r>
            <a:r>
              <a:rPr spc="114" dirty="0"/>
              <a:t>Flip</a:t>
            </a:r>
            <a:r>
              <a:rPr spc="385" dirty="0"/>
              <a:t> </a:t>
            </a:r>
            <a:r>
              <a:rPr dirty="0"/>
              <a:t>a</a:t>
            </a:r>
            <a:r>
              <a:rPr spc="380" dirty="0"/>
              <a:t> </a:t>
            </a:r>
            <a:r>
              <a:rPr spc="70" dirty="0"/>
              <a:t>coin</a:t>
            </a:r>
            <a:r>
              <a:rPr spc="385" dirty="0"/>
              <a:t> </a:t>
            </a:r>
            <a:r>
              <a:rPr dirty="0"/>
              <a:t>10,000</a:t>
            </a:r>
            <a:r>
              <a:rPr spc="380" dirty="0"/>
              <a:t> </a:t>
            </a:r>
            <a:r>
              <a:rPr spc="40" dirty="0"/>
              <a:t>times </a:t>
            </a:r>
            <a:r>
              <a:rPr spc="110" dirty="0"/>
              <a:t>for</a:t>
            </a:r>
            <a:r>
              <a:rPr spc="240" dirty="0"/>
              <a:t> </a:t>
            </a:r>
            <a:r>
              <a:rPr dirty="0"/>
              <a:t>10000</a:t>
            </a:r>
            <a:r>
              <a:rPr spc="240" dirty="0"/>
              <a:t> </a:t>
            </a:r>
            <a:r>
              <a:rPr spc="40" dirty="0"/>
              <a:t>times</a:t>
            </a:r>
          </a:p>
          <a:p>
            <a:pPr marL="303530">
              <a:lnSpc>
                <a:spcPct val="100000"/>
              </a:lnSpc>
              <a:spcBef>
                <a:spcPts val="35"/>
              </a:spcBef>
            </a:pPr>
            <a:r>
              <a:rPr spc="70" dirty="0"/>
              <a:t>coin</a:t>
            </a:r>
            <a:r>
              <a:rPr spc="315" dirty="0"/>
              <a:t> </a:t>
            </a:r>
            <a:r>
              <a:rPr dirty="0"/>
              <a:t>=</a:t>
            </a:r>
            <a:r>
              <a:rPr spc="315" dirty="0"/>
              <a:t> </a:t>
            </a:r>
            <a:r>
              <a:rPr spc="45" dirty="0"/>
              <a:t>random.randint(0,1)</a:t>
            </a:r>
          </a:p>
          <a:p>
            <a:pPr marL="303530" marR="1096010" indent="-291465">
              <a:lnSpc>
                <a:spcPct val="102600"/>
              </a:lnSpc>
            </a:pPr>
            <a:r>
              <a:rPr dirty="0"/>
              <a:t>//</a:t>
            </a:r>
            <a:r>
              <a:rPr spc="385" dirty="0"/>
              <a:t> </a:t>
            </a:r>
            <a:r>
              <a:rPr dirty="0"/>
              <a:t>Count</a:t>
            </a:r>
            <a:r>
              <a:rPr spc="385" dirty="0"/>
              <a:t> </a:t>
            </a:r>
            <a:r>
              <a:rPr spc="-20" dirty="0"/>
              <a:t>heads </a:t>
            </a:r>
            <a:r>
              <a:rPr spc="250" dirty="0"/>
              <a:t>if</a:t>
            </a:r>
            <a:r>
              <a:rPr spc="325" dirty="0"/>
              <a:t> </a:t>
            </a:r>
            <a:r>
              <a:rPr spc="45" dirty="0"/>
              <a:t>coin==1:</a:t>
            </a:r>
          </a:p>
          <a:p>
            <a:pPr marL="594360">
              <a:lnSpc>
                <a:spcPct val="100000"/>
              </a:lnSpc>
              <a:spcBef>
                <a:spcPts val="35"/>
              </a:spcBef>
            </a:pPr>
            <a:r>
              <a:rPr spc="-10" dirty="0"/>
              <a:t>count+</a:t>
            </a:r>
            <a:r>
              <a:rPr lang="en-US" spc="-10" dirty="0"/>
              <a:t>=1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//</a:t>
            </a:r>
            <a:r>
              <a:rPr spc="305" dirty="0"/>
              <a:t> </a:t>
            </a:r>
            <a:r>
              <a:rPr spc="90" dirty="0"/>
              <a:t>Print</a:t>
            </a:r>
            <a:r>
              <a:rPr spc="305" dirty="0"/>
              <a:t> </a:t>
            </a:r>
            <a:r>
              <a:rPr dirty="0"/>
              <a:t>them</a:t>
            </a:r>
            <a:r>
              <a:rPr spc="305" dirty="0"/>
              <a:t> </a:t>
            </a:r>
            <a:r>
              <a:rPr spc="-25" dirty="0"/>
              <a:t>out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89804" y="1528330"/>
            <a:ext cx="1625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1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180" dirty="0">
                <a:latin typeface="Cambria"/>
                <a:cs typeface="Cambria"/>
              </a:rPr>
              <a:t>is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65" dirty="0">
                <a:latin typeface="Cambria"/>
                <a:cs typeface="Cambria"/>
              </a:rPr>
              <a:t>heads,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0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160" dirty="0">
                <a:latin typeface="Cambria"/>
                <a:cs typeface="Cambria"/>
              </a:rPr>
              <a:t>tails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25/29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Let’s</a:t>
            </a:r>
            <a:r>
              <a:rPr spc="215" dirty="0"/>
              <a:t> </a:t>
            </a:r>
            <a:r>
              <a:rPr dirty="0"/>
              <a:t>Write</a:t>
            </a:r>
            <a:r>
              <a:rPr spc="220" dirty="0"/>
              <a:t> </a:t>
            </a:r>
            <a:r>
              <a:rPr spc="70" dirty="0"/>
              <a:t>a</a:t>
            </a:r>
            <a:r>
              <a:rPr spc="220" dirty="0"/>
              <a:t> </a:t>
            </a:r>
            <a:r>
              <a:rPr spc="55" dirty="0"/>
              <a:t>Program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count</a:t>
            </a:r>
            <a:r>
              <a:rPr spc="395" dirty="0"/>
              <a:t> </a:t>
            </a:r>
            <a:r>
              <a:rPr dirty="0"/>
              <a:t>=</a:t>
            </a:r>
            <a:r>
              <a:rPr spc="400" dirty="0"/>
              <a:t> </a:t>
            </a:r>
            <a:r>
              <a:rPr spc="-50" dirty="0"/>
              <a:t>0</a:t>
            </a:r>
          </a:p>
          <a:p>
            <a:pPr marL="12700" marR="222885">
              <a:lnSpc>
                <a:spcPct val="102699"/>
              </a:lnSpc>
            </a:pPr>
            <a:r>
              <a:rPr dirty="0"/>
              <a:t>//</a:t>
            </a:r>
            <a:r>
              <a:rPr spc="380" dirty="0"/>
              <a:t> </a:t>
            </a:r>
            <a:r>
              <a:rPr spc="114" dirty="0"/>
              <a:t>Flip</a:t>
            </a:r>
            <a:r>
              <a:rPr spc="385" dirty="0"/>
              <a:t> </a:t>
            </a:r>
            <a:r>
              <a:rPr dirty="0"/>
              <a:t>a</a:t>
            </a:r>
            <a:r>
              <a:rPr spc="380" dirty="0"/>
              <a:t> </a:t>
            </a:r>
            <a:r>
              <a:rPr spc="70" dirty="0"/>
              <a:t>coin</a:t>
            </a:r>
            <a:r>
              <a:rPr spc="385" dirty="0"/>
              <a:t> </a:t>
            </a:r>
            <a:r>
              <a:rPr dirty="0"/>
              <a:t>10,000</a:t>
            </a:r>
            <a:r>
              <a:rPr spc="380" dirty="0"/>
              <a:t> </a:t>
            </a:r>
            <a:r>
              <a:rPr spc="40" dirty="0"/>
              <a:t>times </a:t>
            </a:r>
            <a:r>
              <a:rPr spc="110" dirty="0"/>
              <a:t>for</a:t>
            </a:r>
            <a:r>
              <a:rPr spc="240" dirty="0"/>
              <a:t> </a:t>
            </a:r>
            <a:r>
              <a:rPr dirty="0"/>
              <a:t>10000</a:t>
            </a:r>
            <a:r>
              <a:rPr spc="240" dirty="0"/>
              <a:t> </a:t>
            </a:r>
            <a:r>
              <a:rPr spc="40" dirty="0"/>
              <a:t>times</a:t>
            </a:r>
          </a:p>
          <a:p>
            <a:pPr marL="303530">
              <a:lnSpc>
                <a:spcPct val="100000"/>
              </a:lnSpc>
              <a:spcBef>
                <a:spcPts val="35"/>
              </a:spcBef>
            </a:pPr>
            <a:r>
              <a:rPr spc="70" dirty="0"/>
              <a:t>coin</a:t>
            </a:r>
            <a:r>
              <a:rPr spc="315" dirty="0"/>
              <a:t> </a:t>
            </a:r>
            <a:r>
              <a:rPr dirty="0"/>
              <a:t>=</a:t>
            </a:r>
            <a:r>
              <a:rPr spc="315" dirty="0"/>
              <a:t> </a:t>
            </a:r>
            <a:r>
              <a:rPr spc="45" dirty="0"/>
              <a:t>random.randint(0,1)</a:t>
            </a:r>
          </a:p>
          <a:p>
            <a:pPr marL="303530" marR="1096010" indent="-291465">
              <a:lnSpc>
                <a:spcPct val="102600"/>
              </a:lnSpc>
            </a:pPr>
            <a:r>
              <a:rPr dirty="0"/>
              <a:t>//</a:t>
            </a:r>
            <a:r>
              <a:rPr spc="385" dirty="0"/>
              <a:t> </a:t>
            </a:r>
            <a:r>
              <a:rPr dirty="0"/>
              <a:t>Count</a:t>
            </a:r>
            <a:r>
              <a:rPr spc="385" dirty="0"/>
              <a:t> </a:t>
            </a:r>
            <a:r>
              <a:rPr spc="-20" dirty="0"/>
              <a:t>heads </a:t>
            </a:r>
            <a:r>
              <a:rPr spc="250" dirty="0"/>
              <a:t>if</a:t>
            </a:r>
            <a:r>
              <a:rPr spc="325" dirty="0"/>
              <a:t> </a:t>
            </a:r>
            <a:r>
              <a:rPr spc="45" dirty="0"/>
              <a:t>coin==1:</a:t>
            </a:r>
          </a:p>
          <a:p>
            <a:pPr marL="594360">
              <a:lnSpc>
                <a:spcPct val="100000"/>
              </a:lnSpc>
              <a:spcBef>
                <a:spcPts val="35"/>
              </a:spcBef>
            </a:pPr>
            <a:r>
              <a:rPr spc="-10" dirty="0"/>
              <a:t>count+</a:t>
            </a:r>
            <a:r>
              <a:rPr lang="en-US" spc="-10" dirty="0"/>
              <a:t>=1</a:t>
            </a:r>
            <a:endParaRPr spc="-10" dirty="0"/>
          </a:p>
          <a:p>
            <a:pPr marL="12700" marR="950594">
              <a:lnSpc>
                <a:spcPct val="102600"/>
              </a:lnSpc>
            </a:pPr>
            <a:r>
              <a:rPr dirty="0"/>
              <a:t>//</a:t>
            </a:r>
            <a:r>
              <a:rPr spc="305" dirty="0"/>
              <a:t> </a:t>
            </a:r>
            <a:r>
              <a:rPr spc="90" dirty="0"/>
              <a:t>Print</a:t>
            </a:r>
            <a:r>
              <a:rPr spc="305" dirty="0"/>
              <a:t> </a:t>
            </a:r>
            <a:r>
              <a:rPr dirty="0"/>
              <a:t>them</a:t>
            </a:r>
            <a:r>
              <a:rPr spc="305" dirty="0"/>
              <a:t> </a:t>
            </a:r>
            <a:r>
              <a:rPr spc="-25" dirty="0"/>
              <a:t>out </a:t>
            </a:r>
            <a:r>
              <a:rPr spc="70" dirty="0"/>
              <a:t>print(count)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7068" y="1528330"/>
            <a:ext cx="1625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1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180" dirty="0">
                <a:latin typeface="Cambria"/>
                <a:cs typeface="Cambria"/>
              </a:rPr>
              <a:t>is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65" dirty="0">
                <a:latin typeface="Cambria"/>
                <a:cs typeface="Cambria"/>
              </a:rPr>
              <a:t>heads,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0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160" dirty="0">
                <a:latin typeface="Cambria"/>
                <a:cs typeface="Cambria"/>
              </a:rPr>
              <a:t>tails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26/29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Let’s</a:t>
            </a:r>
            <a:r>
              <a:rPr spc="215" dirty="0"/>
              <a:t> </a:t>
            </a:r>
            <a:r>
              <a:rPr dirty="0"/>
              <a:t>Write</a:t>
            </a:r>
            <a:r>
              <a:rPr spc="220" dirty="0"/>
              <a:t> </a:t>
            </a:r>
            <a:r>
              <a:rPr spc="70" dirty="0"/>
              <a:t>a</a:t>
            </a:r>
            <a:r>
              <a:rPr spc="220" dirty="0"/>
              <a:t> </a:t>
            </a:r>
            <a:r>
              <a:rPr spc="55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61251"/>
            <a:ext cx="3808095" cy="1052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0" dirty="0">
                <a:latin typeface="Cambria"/>
                <a:cs typeface="Cambria"/>
              </a:rPr>
              <a:t>/*</a:t>
            </a:r>
            <a:endParaRPr sz="1100">
              <a:latin typeface="Cambria"/>
              <a:cs typeface="Cambria"/>
            </a:endParaRPr>
          </a:p>
          <a:p>
            <a:pPr marL="230504" indent="-146050">
              <a:lnSpc>
                <a:spcPct val="100000"/>
              </a:lnSpc>
              <a:spcBef>
                <a:spcPts val="35"/>
              </a:spcBef>
              <a:buChar char="*"/>
              <a:tabLst>
                <a:tab pos="231140" algn="l"/>
              </a:tabLst>
            </a:pPr>
            <a:r>
              <a:rPr sz="1100" dirty="0">
                <a:latin typeface="Cambria"/>
                <a:cs typeface="Cambria"/>
              </a:rPr>
              <a:t>Program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90" dirty="0">
                <a:latin typeface="Cambria"/>
                <a:cs typeface="Cambria"/>
              </a:rPr>
              <a:t>to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count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heads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-45" dirty="0">
                <a:latin typeface="Cambria"/>
                <a:cs typeface="Cambria"/>
              </a:rPr>
              <a:t>when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70" dirty="0">
                <a:latin typeface="Cambria"/>
                <a:cs typeface="Cambria"/>
              </a:rPr>
              <a:t>coin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165" dirty="0">
                <a:latin typeface="Cambria"/>
                <a:cs typeface="Cambria"/>
              </a:rPr>
              <a:t>flips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randomly</a:t>
            </a:r>
            <a:endParaRPr sz="1100">
              <a:latin typeface="Cambria"/>
              <a:cs typeface="Cambria"/>
            </a:endParaRPr>
          </a:p>
          <a:p>
            <a:pPr marL="230504" indent="-146050">
              <a:lnSpc>
                <a:spcPct val="100000"/>
              </a:lnSpc>
              <a:spcBef>
                <a:spcPts val="35"/>
              </a:spcBef>
              <a:buChar char="*"/>
              <a:tabLst>
                <a:tab pos="231140" algn="l"/>
              </a:tabLst>
            </a:pPr>
            <a:r>
              <a:rPr sz="1100" dirty="0">
                <a:latin typeface="Cambria"/>
                <a:cs typeface="Cambria"/>
              </a:rPr>
              <a:t>The</a:t>
            </a:r>
            <a:r>
              <a:rPr sz="1100" spc="40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count</a:t>
            </a:r>
            <a:r>
              <a:rPr sz="1100" spc="405" dirty="0">
                <a:latin typeface="Cambria"/>
                <a:cs typeface="Cambria"/>
              </a:rPr>
              <a:t> </a:t>
            </a:r>
            <a:r>
              <a:rPr sz="1100" spc="180" dirty="0">
                <a:latin typeface="Cambria"/>
                <a:cs typeface="Cambria"/>
              </a:rPr>
              <a:t>is</a:t>
            </a:r>
            <a:r>
              <a:rPr sz="1100" spc="4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kept</a:t>
            </a:r>
            <a:r>
              <a:rPr sz="1100" spc="405" dirty="0">
                <a:latin typeface="Cambria"/>
                <a:cs typeface="Cambria"/>
              </a:rPr>
              <a:t> </a:t>
            </a:r>
            <a:r>
              <a:rPr sz="1100" spc="110" dirty="0">
                <a:latin typeface="Cambria"/>
                <a:cs typeface="Cambria"/>
              </a:rPr>
              <a:t>in</a:t>
            </a:r>
            <a:r>
              <a:rPr sz="1100" spc="4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count</a:t>
            </a:r>
            <a:r>
              <a:rPr sz="1100" spc="405" dirty="0">
                <a:latin typeface="Cambria"/>
                <a:cs typeface="Cambria"/>
              </a:rPr>
              <a:t> </a:t>
            </a:r>
            <a:r>
              <a:rPr sz="1100" spc="80" dirty="0">
                <a:latin typeface="Cambria"/>
                <a:cs typeface="Cambria"/>
              </a:rPr>
              <a:t>variable</a:t>
            </a:r>
            <a:endParaRPr sz="1100">
              <a:latin typeface="Cambria"/>
              <a:cs typeface="Cambria"/>
            </a:endParaRPr>
          </a:p>
          <a:p>
            <a:pPr marL="230504" indent="-146050">
              <a:lnSpc>
                <a:spcPct val="100000"/>
              </a:lnSpc>
              <a:spcBef>
                <a:spcPts val="35"/>
              </a:spcBef>
              <a:buChar char="*"/>
              <a:tabLst>
                <a:tab pos="231140" algn="l"/>
              </a:tabLst>
            </a:pPr>
            <a:r>
              <a:rPr sz="1100" spc="-65" dirty="0">
                <a:latin typeface="Cambria"/>
                <a:cs typeface="Cambria"/>
              </a:rPr>
              <a:t>UAB</a:t>
            </a:r>
            <a:r>
              <a:rPr sz="1100" spc="2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CS</a:t>
            </a:r>
            <a:r>
              <a:rPr sz="1100" spc="2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355</a:t>
            </a:r>
            <a:r>
              <a:rPr sz="1100" spc="2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example</a:t>
            </a:r>
            <a:endParaRPr sz="1100">
              <a:latin typeface="Cambria"/>
              <a:cs typeface="Cambria"/>
            </a:endParaRPr>
          </a:p>
          <a:p>
            <a:pPr marL="85090">
              <a:lnSpc>
                <a:spcPct val="100000"/>
              </a:lnSpc>
              <a:spcBef>
                <a:spcPts val="35"/>
              </a:spcBef>
            </a:pPr>
            <a:r>
              <a:rPr sz="1100" spc="40" dirty="0">
                <a:latin typeface="Cambria"/>
                <a:cs typeface="Cambria"/>
              </a:rPr>
              <a:t>*/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ambria"/>
                <a:cs typeface="Cambria"/>
              </a:rPr>
              <a:t>import</a:t>
            </a:r>
            <a:r>
              <a:rPr sz="1100" spc="484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random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665783"/>
            <a:ext cx="2207895" cy="156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mbria"/>
                <a:cs typeface="Cambria"/>
              </a:rPr>
              <a:t>count</a:t>
            </a:r>
            <a:r>
              <a:rPr sz="1100" spc="3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=</a:t>
            </a:r>
            <a:r>
              <a:rPr sz="1100" spc="400" dirty="0">
                <a:latin typeface="Cambria"/>
                <a:cs typeface="Cambria"/>
              </a:rPr>
              <a:t> </a:t>
            </a:r>
            <a:r>
              <a:rPr sz="1100" spc="-50" dirty="0">
                <a:latin typeface="Cambria"/>
                <a:cs typeface="Cambria"/>
              </a:rPr>
              <a:t>0</a:t>
            </a:r>
            <a:endParaRPr sz="1100">
              <a:latin typeface="Cambria"/>
              <a:cs typeface="Cambria"/>
            </a:endParaRPr>
          </a:p>
          <a:p>
            <a:pPr marL="12700" marR="222885">
              <a:lnSpc>
                <a:spcPct val="102600"/>
              </a:lnSpc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114" dirty="0">
                <a:latin typeface="Cambria"/>
                <a:cs typeface="Cambria"/>
              </a:rPr>
              <a:t>Flip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70" dirty="0">
                <a:latin typeface="Cambria"/>
                <a:cs typeface="Cambria"/>
              </a:rPr>
              <a:t>coin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10,000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times </a:t>
            </a:r>
            <a:r>
              <a:rPr sz="1100" spc="110" dirty="0">
                <a:latin typeface="Cambria"/>
                <a:cs typeface="Cambria"/>
              </a:rPr>
              <a:t>for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10000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times</a:t>
            </a:r>
            <a:endParaRPr sz="1100">
              <a:latin typeface="Cambria"/>
              <a:cs typeface="Cambria"/>
            </a:endParaRPr>
          </a:p>
          <a:p>
            <a:pPr marL="303530">
              <a:lnSpc>
                <a:spcPct val="100000"/>
              </a:lnSpc>
              <a:spcBef>
                <a:spcPts val="35"/>
              </a:spcBef>
            </a:pPr>
            <a:r>
              <a:rPr sz="1100" spc="70" dirty="0">
                <a:latin typeface="Cambria"/>
                <a:cs typeface="Cambria"/>
              </a:rPr>
              <a:t>coin</a:t>
            </a:r>
            <a:r>
              <a:rPr sz="1100" spc="3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=</a:t>
            </a:r>
            <a:r>
              <a:rPr sz="1100" spc="315" dirty="0">
                <a:latin typeface="Cambria"/>
                <a:cs typeface="Cambria"/>
              </a:rPr>
              <a:t> </a:t>
            </a:r>
            <a:r>
              <a:rPr sz="1100" spc="45" dirty="0">
                <a:latin typeface="Cambria"/>
                <a:cs typeface="Cambria"/>
              </a:rPr>
              <a:t>random.randint(0,1)</a:t>
            </a:r>
            <a:endParaRPr sz="1100">
              <a:latin typeface="Cambria"/>
              <a:cs typeface="Cambria"/>
            </a:endParaRPr>
          </a:p>
          <a:p>
            <a:pPr marL="303530" marR="1096010" indent="-291465">
              <a:lnSpc>
                <a:spcPct val="102600"/>
              </a:lnSpc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Count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heads </a:t>
            </a:r>
            <a:r>
              <a:rPr sz="1100" spc="250" dirty="0">
                <a:latin typeface="Cambria"/>
                <a:cs typeface="Cambria"/>
              </a:rPr>
              <a:t>if</a:t>
            </a:r>
            <a:r>
              <a:rPr sz="1100" spc="325" dirty="0">
                <a:latin typeface="Cambria"/>
                <a:cs typeface="Cambria"/>
              </a:rPr>
              <a:t> </a:t>
            </a:r>
            <a:r>
              <a:rPr sz="1100" spc="45" dirty="0">
                <a:latin typeface="Cambria"/>
                <a:cs typeface="Cambria"/>
              </a:rPr>
              <a:t>coin==1:</a:t>
            </a:r>
            <a:endParaRPr sz="1100">
              <a:latin typeface="Cambria"/>
              <a:cs typeface="Cambria"/>
            </a:endParaRPr>
          </a:p>
          <a:p>
            <a:pPr marL="59436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Cambria"/>
                <a:cs typeface="Cambria"/>
              </a:rPr>
              <a:t>count++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spc="90" dirty="0">
                <a:latin typeface="Cambria"/>
                <a:cs typeface="Cambria"/>
              </a:rPr>
              <a:t>Print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them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out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70" dirty="0">
                <a:latin typeface="Cambria"/>
                <a:cs typeface="Cambria"/>
              </a:rPr>
              <a:t>print("Count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=</a:t>
            </a:r>
            <a:r>
              <a:rPr sz="1100" spc="310" dirty="0">
                <a:latin typeface="Cambria"/>
                <a:cs typeface="Cambria"/>
              </a:rPr>
              <a:t> </a:t>
            </a:r>
            <a:r>
              <a:rPr sz="1100" spc="135" dirty="0">
                <a:latin typeface="Cambria"/>
                <a:cs typeface="Cambria"/>
              </a:rPr>
              <a:t>"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+</a:t>
            </a:r>
            <a:r>
              <a:rPr sz="1100" spc="310" dirty="0">
                <a:latin typeface="Cambria"/>
                <a:cs typeface="Cambria"/>
              </a:rPr>
              <a:t> </a:t>
            </a:r>
            <a:r>
              <a:rPr sz="1100" spc="85" dirty="0">
                <a:latin typeface="Cambria"/>
                <a:cs typeface="Cambria"/>
              </a:rPr>
              <a:t>str(count))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7068" y="2181999"/>
            <a:ext cx="1625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1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180" dirty="0">
                <a:latin typeface="Cambria"/>
                <a:cs typeface="Cambria"/>
              </a:rPr>
              <a:t>is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65" dirty="0">
                <a:latin typeface="Cambria"/>
                <a:cs typeface="Cambria"/>
              </a:rPr>
              <a:t>heads,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0</a:t>
            </a:r>
            <a:r>
              <a:rPr sz="1100" spc="330" dirty="0">
                <a:latin typeface="Cambria"/>
                <a:cs typeface="Cambria"/>
              </a:rPr>
              <a:t> </a:t>
            </a:r>
            <a:r>
              <a:rPr sz="1100" spc="160" dirty="0">
                <a:latin typeface="Cambria"/>
                <a:cs typeface="Cambria"/>
              </a:rPr>
              <a:t>tails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27/29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Let’s</a:t>
            </a:r>
            <a:r>
              <a:rPr spc="215" dirty="0"/>
              <a:t> </a:t>
            </a:r>
            <a:r>
              <a:rPr dirty="0"/>
              <a:t>Write</a:t>
            </a:r>
            <a:r>
              <a:rPr spc="220" dirty="0"/>
              <a:t> </a:t>
            </a:r>
            <a:r>
              <a:rPr spc="70" dirty="0"/>
              <a:t>a</a:t>
            </a:r>
            <a:r>
              <a:rPr spc="220" dirty="0"/>
              <a:t> </a:t>
            </a:r>
            <a:r>
              <a:rPr spc="55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61251"/>
            <a:ext cx="4389755" cy="2945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0" dirty="0">
                <a:latin typeface="Cambria"/>
                <a:cs typeface="Cambria"/>
              </a:rPr>
              <a:t>/*</a:t>
            </a:r>
            <a:endParaRPr sz="1100">
              <a:latin typeface="Cambria"/>
              <a:cs typeface="Cambria"/>
            </a:endParaRPr>
          </a:p>
          <a:p>
            <a:pPr marL="230504" indent="-146050">
              <a:lnSpc>
                <a:spcPct val="100000"/>
              </a:lnSpc>
              <a:spcBef>
                <a:spcPts val="35"/>
              </a:spcBef>
              <a:buChar char="*"/>
              <a:tabLst>
                <a:tab pos="231140" algn="l"/>
              </a:tabLst>
            </a:pPr>
            <a:r>
              <a:rPr sz="1100" dirty="0">
                <a:latin typeface="Cambria"/>
                <a:cs typeface="Cambria"/>
              </a:rPr>
              <a:t>Program</a:t>
            </a:r>
            <a:r>
              <a:rPr sz="1100" spc="320" dirty="0">
                <a:latin typeface="Cambria"/>
                <a:cs typeface="Cambria"/>
              </a:rPr>
              <a:t> </a:t>
            </a:r>
            <a:r>
              <a:rPr sz="1100" spc="90" dirty="0">
                <a:latin typeface="Cambria"/>
                <a:cs typeface="Cambria"/>
              </a:rPr>
              <a:t>to</a:t>
            </a:r>
            <a:r>
              <a:rPr sz="1100" spc="3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count</a:t>
            </a:r>
            <a:r>
              <a:rPr sz="1100" spc="3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heads</a:t>
            </a:r>
            <a:r>
              <a:rPr sz="1100" spc="325" dirty="0">
                <a:latin typeface="Cambria"/>
                <a:cs typeface="Cambria"/>
              </a:rPr>
              <a:t> </a:t>
            </a:r>
            <a:r>
              <a:rPr sz="1100" spc="-45" dirty="0">
                <a:latin typeface="Cambria"/>
                <a:cs typeface="Cambria"/>
              </a:rPr>
              <a:t>when</a:t>
            </a:r>
            <a:r>
              <a:rPr sz="1100" spc="32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an</a:t>
            </a:r>
            <a:r>
              <a:rPr sz="1100" spc="325" dirty="0">
                <a:latin typeface="Cambria"/>
                <a:cs typeface="Cambria"/>
              </a:rPr>
              <a:t> </a:t>
            </a:r>
            <a:r>
              <a:rPr sz="1100" spc="95" dirty="0">
                <a:latin typeface="Cambria"/>
                <a:cs typeface="Cambria"/>
              </a:rPr>
              <a:t>unfair</a:t>
            </a:r>
            <a:r>
              <a:rPr sz="1100" spc="325" dirty="0">
                <a:latin typeface="Cambria"/>
                <a:cs typeface="Cambria"/>
              </a:rPr>
              <a:t> </a:t>
            </a:r>
            <a:r>
              <a:rPr sz="1100" spc="70" dirty="0">
                <a:latin typeface="Cambria"/>
                <a:cs typeface="Cambria"/>
              </a:rPr>
              <a:t>coin</a:t>
            </a:r>
            <a:r>
              <a:rPr sz="1100" spc="325" dirty="0">
                <a:latin typeface="Cambria"/>
                <a:cs typeface="Cambria"/>
              </a:rPr>
              <a:t> </a:t>
            </a:r>
            <a:r>
              <a:rPr sz="1100" spc="165" dirty="0">
                <a:latin typeface="Cambria"/>
                <a:cs typeface="Cambria"/>
              </a:rPr>
              <a:t>flips</a:t>
            </a:r>
            <a:r>
              <a:rPr sz="1100" spc="32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randomly</a:t>
            </a:r>
            <a:endParaRPr sz="1100">
              <a:latin typeface="Cambria"/>
              <a:cs typeface="Cambria"/>
            </a:endParaRPr>
          </a:p>
          <a:p>
            <a:pPr marL="230504" indent="-146050">
              <a:lnSpc>
                <a:spcPct val="100000"/>
              </a:lnSpc>
              <a:spcBef>
                <a:spcPts val="35"/>
              </a:spcBef>
              <a:buChar char="*"/>
              <a:tabLst>
                <a:tab pos="231140" algn="l"/>
              </a:tabLst>
            </a:pPr>
            <a:r>
              <a:rPr sz="1100" dirty="0">
                <a:latin typeface="Cambria"/>
                <a:cs typeface="Cambria"/>
              </a:rPr>
              <a:t>P(heads)</a:t>
            </a:r>
            <a:r>
              <a:rPr sz="1100" spc="47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=</a:t>
            </a:r>
            <a:r>
              <a:rPr sz="1100" spc="475" dirty="0">
                <a:latin typeface="Cambria"/>
                <a:cs typeface="Cambria"/>
              </a:rPr>
              <a:t> </a:t>
            </a:r>
            <a:r>
              <a:rPr sz="1100" spc="125" dirty="0">
                <a:latin typeface="Cambria"/>
                <a:cs typeface="Cambria"/>
              </a:rPr>
              <a:t>.4</a:t>
            </a:r>
            <a:endParaRPr sz="1100">
              <a:latin typeface="Cambria"/>
              <a:cs typeface="Cambria"/>
            </a:endParaRPr>
          </a:p>
          <a:p>
            <a:pPr marL="230504" indent="-146050">
              <a:lnSpc>
                <a:spcPct val="100000"/>
              </a:lnSpc>
              <a:spcBef>
                <a:spcPts val="35"/>
              </a:spcBef>
              <a:buChar char="*"/>
              <a:tabLst>
                <a:tab pos="231140" algn="l"/>
              </a:tabLst>
            </a:pPr>
            <a:r>
              <a:rPr sz="1100" dirty="0">
                <a:latin typeface="Cambria"/>
                <a:cs typeface="Cambria"/>
              </a:rPr>
              <a:t>The</a:t>
            </a:r>
            <a:r>
              <a:rPr sz="1100" spc="40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count</a:t>
            </a:r>
            <a:r>
              <a:rPr sz="1100" spc="405" dirty="0">
                <a:latin typeface="Cambria"/>
                <a:cs typeface="Cambria"/>
              </a:rPr>
              <a:t> </a:t>
            </a:r>
            <a:r>
              <a:rPr sz="1100" spc="180" dirty="0">
                <a:latin typeface="Cambria"/>
                <a:cs typeface="Cambria"/>
              </a:rPr>
              <a:t>is</a:t>
            </a:r>
            <a:r>
              <a:rPr sz="1100" spc="4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kept</a:t>
            </a:r>
            <a:r>
              <a:rPr sz="1100" spc="405" dirty="0">
                <a:latin typeface="Cambria"/>
                <a:cs typeface="Cambria"/>
              </a:rPr>
              <a:t> </a:t>
            </a:r>
            <a:r>
              <a:rPr sz="1100" spc="110" dirty="0">
                <a:latin typeface="Cambria"/>
                <a:cs typeface="Cambria"/>
              </a:rPr>
              <a:t>in</a:t>
            </a:r>
            <a:r>
              <a:rPr sz="1100" spc="4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count</a:t>
            </a:r>
            <a:r>
              <a:rPr sz="1100" spc="405" dirty="0">
                <a:latin typeface="Cambria"/>
                <a:cs typeface="Cambria"/>
              </a:rPr>
              <a:t> </a:t>
            </a:r>
            <a:r>
              <a:rPr sz="1100" spc="80" dirty="0">
                <a:latin typeface="Cambria"/>
                <a:cs typeface="Cambria"/>
              </a:rPr>
              <a:t>variable</a:t>
            </a:r>
            <a:endParaRPr sz="1100">
              <a:latin typeface="Cambria"/>
              <a:cs typeface="Cambria"/>
            </a:endParaRPr>
          </a:p>
          <a:p>
            <a:pPr marL="230504" indent="-146050">
              <a:lnSpc>
                <a:spcPct val="100000"/>
              </a:lnSpc>
              <a:spcBef>
                <a:spcPts val="35"/>
              </a:spcBef>
              <a:buChar char="*"/>
              <a:tabLst>
                <a:tab pos="231140" algn="l"/>
              </a:tabLst>
            </a:pPr>
            <a:r>
              <a:rPr sz="1100" spc="-65" dirty="0">
                <a:latin typeface="Cambria"/>
                <a:cs typeface="Cambria"/>
              </a:rPr>
              <a:t>UAB</a:t>
            </a:r>
            <a:r>
              <a:rPr sz="1100" spc="2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CS</a:t>
            </a:r>
            <a:r>
              <a:rPr sz="1100" spc="2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355</a:t>
            </a:r>
            <a:r>
              <a:rPr sz="1100" spc="220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example</a:t>
            </a:r>
            <a:endParaRPr sz="1100">
              <a:latin typeface="Cambria"/>
              <a:cs typeface="Cambria"/>
            </a:endParaRPr>
          </a:p>
          <a:p>
            <a:pPr marL="85090">
              <a:lnSpc>
                <a:spcPct val="100000"/>
              </a:lnSpc>
              <a:spcBef>
                <a:spcPts val="35"/>
              </a:spcBef>
            </a:pPr>
            <a:r>
              <a:rPr sz="1100" spc="40" dirty="0">
                <a:latin typeface="Cambria"/>
                <a:cs typeface="Cambria"/>
              </a:rPr>
              <a:t>*/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ambria"/>
                <a:cs typeface="Cambria"/>
              </a:rPr>
              <a:t>import</a:t>
            </a:r>
            <a:r>
              <a:rPr sz="1100" spc="484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random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mbria"/>
                <a:cs typeface="Cambria"/>
              </a:rPr>
              <a:t>count</a:t>
            </a:r>
            <a:r>
              <a:rPr sz="1100" spc="39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=</a:t>
            </a:r>
            <a:r>
              <a:rPr sz="1100" spc="400" dirty="0">
                <a:latin typeface="Cambria"/>
                <a:cs typeface="Cambria"/>
              </a:rPr>
              <a:t> </a:t>
            </a:r>
            <a:r>
              <a:rPr sz="1100" spc="-50" dirty="0">
                <a:latin typeface="Cambria"/>
                <a:cs typeface="Cambria"/>
              </a:rPr>
              <a:t>0</a:t>
            </a:r>
            <a:endParaRPr sz="1100">
              <a:latin typeface="Cambria"/>
              <a:cs typeface="Cambria"/>
            </a:endParaRPr>
          </a:p>
          <a:p>
            <a:pPr marL="12700" marR="2404745">
              <a:lnSpc>
                <a:spcPct val="102600"/>
              </a:lnSpc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114" dirty="0">
                <a:latin typeface="Cambria"/>
                <a:cs typeface="Cambria"/>
              </a:rPr>
              <a:t>Flip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a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70" dirty="0">
                <a:latin typeface="Cambria"/>
                <a:cs typeface="Cambria"/>
              </a:rPr>
              <a:t>coin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10,000</a:t>
            </a:r>
            <a:r>
              <a:rPr sz="1100" spc="380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times </a:t>
            </a:r>
            <a:r>
              <a:rPr sz="1100" spc="110" dirty="0">
                <a:latin typeface="Cambria"/>
                <a:cs typeface="Cambria"/>
              </a:rPr>
              <a:t>for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10000</a:t>
            </a:r>
            <a:r>
              <a:rPr sz="1100" spc="240" dirty="0">
                <a:latin typeface="Cambria"/>
                <a:cs typeface="Cambria"/>
              </a:rPr>
              <a:t> </a:t>
            </a:r>
            <a:r>
              <a:rPr sz="1100" spc="40" dirty="0">
                <a:latin typeface="Cambria"/>
                <a:cs typeface="Cambria"/>
              </a:rPr>
              <a:t>times</a:t>
            </a:r>
            <a:endParaRPr sz="1100">
              <a:latin typeface="Cambria"/>
              <a:cs typeface="Cambria"/>
            </a:endParaRPr>
          </a:p>
          <a:p>
            <a:pPr marL="303530">
              <a:lnSpc>
                <a:spcPct val="100000"/>
              </a:lnSpc>
              <a:spcBef>
                <a:spcPts val="35"/>
              </a:spcBef>
            </a:pPr>
            <a:r>
              <a:rPr sz="1100" spc="70" dirty="0">
                <a:latin typeface="Cambria"/>
                <a:cs typeface="Cambria"/>
              </a:rPr>
              <a:t>coin</a:t>
            </a:r>
            <a:r>
              <a:rPr sz="1100" spc="31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=</a:t>
            </a:r>
            <a:r>
              <a:rPr sz="1100" spc="315" dirty="0">
                <a:latin typeface="Cambria"/>
                <a:cs typeface="Cambria"/>
              </a:rPr>
              <a:t> </a:t>
            </a:r>
            <a:r>
              <a:rPr sz="1100" spc="-10" dirty="0">
                <a:latin typeface="Cambria"/>
                <a:cs typeface="Cambria"/>
              </a:rPr>
              <a:t>random.random()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Count</a:t>
            </a:r>
            <a:r>
              <a:rPr sz="1100" spc="385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heads</a:t>
            </a:r>
            <a:endParaRPr sz="1100">
              <a:latin typeface="Cambria"/>
              <a:cs typeface="Cambria"/>
            </a:endParaRPr>
          </a:p>
          <a:p>
            <a:pPr marL="303530">
              <a:lnSpc>
                <a:spcPct val="100000"/>
              </a:lnSpc>
              <a:spcBef>
                <a:spcPts val="35"/>
              </a:spcBef>
            </a:pPr>
            <a:r>
              <a:rPr sz="1100" spc="250" dirty="0">
                <a:latin typeface="Cambria"/>
                <a:cs typeface="Cambria"/>
              </a:rPr>
              <a:t>if</a:t>
            </a:r>
            <a:r>
              <a:rPr sz="1100" spc="320" dirty="0">
                <a:latin typeface="Cambria"/>
                <a:cs typeface="Cambria"/>
              </a:rPr>
              <a:t> </a:t>
            </a:r>
            <a:r>
              <a:rPr sz="1100" spc="70" dirty="0">
                <a:latin typeface="Cambria"/>
                <a:cs typeface="Cambria"/>
              </a:rPr>
              <a:t>coin</a:t>
            </a:r>
            <a:r>
              <a:rPr sz="1100" spc="320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&lt;</a:t>
            </a:r>
            <a:r>
              <a:rPr sz="1100" spc="320" dirty="0">
                <a:latin typeface="Cambria"/>
                <a:cs typeface="Cambria"/>
              </a:rPr>
              <a:t> </a:t>
            </a:r>
            <a:r>
              <a:rPr sz="1100" spc="165" dirty="0">
                <a:latin typeface="Cambria"/>
                <a:cs typeface="Cambria"/>
              </a:rPr>
              <a:t>.4:</a:t>
            </a:r>
            <a:endParaRPr sz="1100">
              <a:latin typeface="Cambria"/>
              <a:cs typeface="Cambria"/>
            </a:endParaRPr>
          </a:p>
          <a:p>
            <a:pPr marL="59436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Cambria"/>
                <a:cs typeface="Cambria"/>
              </a:rPr>
              <a:t>count++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ambria"/>
                <a:cs typeface="Cambria"/>
              </a:rPr>
              <a:t>//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spc="90" dirty="0">
                <a:latin typeface="Cambria"/>
                <a:cs typeface="Cambria"/>
              </a:rPr>
              <a:t>Print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them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spc="-25" dirty="0">
                <a:latin typeface="Cambria"/>
                <a:cs typeface="Cambria"/>
              </a:rPr>
              <a:t>out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70" dirty="0">
                <a:latin typeface="Cambria"/>
                <a:cs typeface="Cambria"/>
              </a:rPr>
              <a:t>print("Count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=</a:t>
            </a:r>
            <a:r>
              <a:rPr sz="1100" spc="310" dirty="0">
                <a:latin typeface="Cambria"/>
                <a:cs typeface="Cambria"/>
              </a:rPr>
              <a:t> </a:t>
            </a:r>
            <a:r>
              <a:rPr sz="1100" spc="135" dirty="0">
                <a:latin typeface="Cambria"/>
                <a:cs typeface="Cambria"/>
              </a:rPr>
              <a:t>"</a:t>
            </a:r>
            <a:r>
              <a:rPr sz="1100" spc="305" dirty="0">
                <a:latin typeface="Cambria"/>
                <a:cs typeface="Cambria"/>
              </a:rPr>
              <a:t> </a:t>
            </a:r>
            <a:r>
              <a:rPr sz="1100" dirty="0">
                <a:latin typeface="Cambria"/>
                <a:cs typeface="Cambria"/>
              </a:rPr>
              <a:t>+</a:t>
            </a:r>
            <a:r>
              <a:rPr sz="1100" spc="310" dirty="0">
                <a:latin typeface="Cambria"/>
                <a:cs typeface="Cambria"/>
              </a:rPr>
              <a:t> </a:t>
            </a:r>
            <a:r>
              <a:rPr sz="1100" spc="85" dirty="0">
                <a:latin typeface="Cambria"/>
                <a:cs typeface="Cambria"/>
              </a:rPr>
              <a:t>str(count))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28/29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1262" y="62407"/>
            <a:ext cx="264638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43585">
              <a:lnSpc>
                <a:spcPct val="100000"/>
              </a:lnSpc>
              <a:spcBef>
                <a:spcPts val="135"/>
              </a:spcBef>
            </a:pPr>
            <a:r>
              <a:rPr dirty="0"/>
              <a:t>Let’s</a:t>
            </a:r>
            <a:r>
              <a:rPr spc="114" dirty="0"/>
              <a:t> </a:t>
            </a:r>
            <a:r>
              <a:rPr dirty="0"/>
              <a:t>Write</a:t>
            </a:r>
            <a:r>
              <a:rPr spc="114" dirty="0"/>
              <a:t> </a:t>
            </a:r>
            <a:r>
              <a:rPr dirty="0"/>
              <a:t>a</a:t>
            </a:r>
            <a:r>
              <a:rPr spc="114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94372"/>
            <a:ext cx="2226310" cy="2219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Basic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Subroutine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Calls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Python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Library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specification: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spc="130" dirty="0">
                <a:latin typeface="Century"/>
                <a:cs typeface="Century"/>
              </a:rPr>
              <a:t>lib</a:t>
            </a:r>
            <a:r>
              <a:rPr sz="1100" spc="275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random.py</a:t>
            </a:r>
            <a:endParaRPr sz="1100">
              <a:latin typeface="Century"/>
              <a:cs typeface="Century"/>
            </a:endParaRPr>
          </a:p>
          <a:p>
            <a:pPr>
              <a:lnSpc>
                <a:spcPct val="100000"/>
              </a:lnSpc>
            </a:pPr>
            <a:endParaRPr sz="1100">
              <a:latin typeface="Century"/>
              <a:cs typeface="Century"/>
            </a:endParaRPr>
          </a:p>
          <a:p>
            <a:pPr>
              <a:lnSpc>
                <a:spcPct val="100000"/>
              </a:lnSpc>
            </a:pPr>
            <a:endParaRPr sz="850">
              <a:latin typeface="Century"/>
              <a:cs typeface="Century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Georgia"/>
                <a:cs typeface="Georgia"/>
              </a:rPr>
              <a:t>Basic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call: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entury"/>
                <a:cs typeface="Century"/>
              </a:rPr>
              <a:t>x</a:t>
            </a:r>
            <a:r>
              <a:rPr sz="1100" spc="200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=</a:t>
            </a:r>
            <a:r>
              <a:rPr sz="1100" spc="204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random.random()</a:t>
            </a:r>
            <a:endParaRPr sz="1100">
              <a:latin typeface="Century"/>
              <a:cs typeface="Century"/>
            </a:endParaRPr>
          </a:p>
          <a:p>
            <a:pPr>
              <a:lnSpc>
                <a:spcPct val="100000"/>
              </a:lnSpc>
            </a:pPr>
            <a:endParaRPr sz="1100">
              <a:latin typeface="Century"/>
              <a:cs typeface="Century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50">
              <a:latin typeface="Century"/>
              <a:cs typeface="Century"/>
            </a:endParaRPr>
          </a:p>
          <a:p>
            <a:pPr marL="12700">
              <a:lnSpc>
                <a:spcPct val="100000"/>
              </a:lnSpc>
            </a:pPr>
            <a:r>
              <a:rPr sz="1100" i="1" spc="130" dirty="0">
                <a:latin typeface="Times New Roman"/>
                <a:cs typeface="Times New Roman"/>
              </a:rPr>
              <a:t>x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now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between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1.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14/24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1262" y="62407"/>
            <a:ext cx="241778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43585">
              <a:lnSpc>
                <a:spcPct val="100000"/>
              </a:lnSpc>
              <a:spcBef>
                <a:spcPts val="135"/>
              </a:spcBef>
            </a:pPr>
            <a:r>
              <a:rPr dirty="0"/>
              <a:t>Let’s</a:t>
            </a:r>
            <a:r>
              <a:rPr spc="114" dirty="0"/>
              <a:t> </a:t>
            </a:r>
            <a:r>
              <a:rPr dirty="0"/>
              <a:t>Write</a:t>
            </a:r>
            <a:r>
              <a:rPr spc="114" dirty="0"/>
              <a:t> </a:t>
            </a:r>
            <a:r>
              <a:rPr dirty="0"/>
              <a:t>a</a:t>
            </a:r>
            <a:r>
              <a:rPr spc="114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929475"/>
            <a:ext cx="26530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30" dirty="0">
                <a:latin typeface="Times New Roman"/>
                <a:cs typeface="Times New Roman"/>
              </a:rPr>
              <a:t>x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uniformly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distributed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between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a</a:t>
            </a:r>
            <a:r>
              <a:rPr sz="1100" i="1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b</a:t>
            </a:r>
            <a:r>
              <a:rPr sz="1100" spc="-25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567497"/>
            <a:ext cx="14077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entury"/>
                <a:cs typeface="Century"/>
              </a:rPr>
              <a:t>x</a:t>
            </a:r>
            <a:r>
              <a:rPr sz="1100" spc="200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=</a:t>
            </a:r>
            <a:r>
              <a:rPr sz="1100" spc="204" dirty="0">
                <a:latin typeface="Century"/>
                <a:cs typeface="Century"/>
              </a:rPr>
              <a:t> </a:t>
            </a:r>
            <a:r>
              <a:rPr sz="1100" spc="-25" dirty="0">
                <a:latin typeface="Century"/>
                <a:cs typeface="Century"/>
              </a:rPr>
              <a:t>random.random()</a:t>
            </a:r>
            <a:endParaRPr sz="1100">
              <a:latin typeface="Century"/>
              <a:cs typeface="Century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6031" y="1567497"/>
            <a:ext cx="24987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entury"/>
                <a:cs typeface="Century"/>
              </a:rPr>
              <a:t>x</a:t>
            </a:r>
            <a:r>
              <a:rPr sz="1100" spc="165" dirty="0">
                <a:latin typeface="Century"/>
                <a:cs typeface="Century"/>
              </a:rPr>
              <a:t> </a:t>
            </a:r>
            <a:r>
              <a:rPr sz="1100" spc="140" dirty="0">
                <a:latin typeface="Century"/>
                <a:cs typeface="Century"/>
              </a:rPr>
              <a:t>is</a:t>
            </a:r>
            <a:r>
              <a:rPr sz="1100" spc="170" dirty="0">
                <a:latin typeface="Century"/>
                <a:cs typeface="Century"/>
              </a:rPr>
              <a:t> </a:t>
            </a:r>
            <a:r>
              <a:rPr sz="1100" spc="-65" dirty="0">
                <a:latin typeface="Century"/>
                <a:cs typeface="Century"/>
              </a:rPr>
              <a:t>now</a:t>
            </a:r>
            <a:r>
              <a:rPr sz="1100" spc="16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a</a:t>
            </a:r>
            <a:r>
              <a:rPr sz="1100" spc="170" dirty="0">
                <a:latin typeface="Century"/>
                <a:cs typeface="Century"/>
              </a:rPr>
              <a:t> </a:t>
            </a:r>
            <a:r>
              <a:rPr sz="1100" spc="-65" dirty="0">
                <a:latin typeface="Century"/>
                <a:cs typeface="Century"/>
              </a:rPr>
              <a:t>number</a:t>
            </a:r>
            <a:r>
              <a:rPr sz="1100" spc="170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between</a:t>
            </a:r>
            <a:r>
              <a:rPr sz="1100" spc="16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0</a:t>
            </a:r>
            <a:r>
              <a:rPr sz="1100" spc="170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and</a:t>
            </a:r>
            <a:r>
              <a:rPr sz="1100" spc="170" dirty="0">
                <a:latin typeface="Century"/>
                <a:cs typeface="Century"/>
              </a:rPr>
              <a:t> </a:t>
            </a:r>
            <a:r>
              <a:rPr sz="1100" spc="85" dirty="0">
                <a:latin typeface="Century"/>
                <a:cs typeface="Century"/>
              </a:rPr>
              <a:t>1.</a:t>
            </a:r>
            <a:endParaRPr sz="1100">
              <a:latin typeface="Century"/>
              <a:cs typeface="Century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911642"/>
            <a:ext cx="1116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entury"/>
                <a:cs typeface="Century"/>
              </a:rPr>
              <a:t>x</a:t>
            </a:r>
            <a:r>
              <a:rPr sz="1100" spc="24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=</a:t>
            </a:r>
            <a:r>
              <a:rPr sz="1100" spc="24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x</a:t>
            </a:r>
            <a:r>
              <a:rPr sz="1100" spc="24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*</a:t>
            </a:r>
            <a:r>
              <a:rPr sz="1100" spc="245" dirty="0">
                <a:latin typeface="Century"/>
                <a:cs typeface="Century"/>
              </a:rPr>
              <a:t> </a:t>
            </a:r>
            <a:r>
              <a:rPr sz="1100" spc="80" dirty="0">
                <a:latin typeface="Century"/>
                <a:cs typeface="Century"/>
              </a:rPr>
              <a:t>(b</a:t>
            </a:r>
            <a:r>
              <a:rPr sz="1100" spc="245" dirty="0">
                <a:latin typeface="Century"/>
                <a:cs typeface="Century"/>
              </a:rPr>
              <a:t> </a:t>
            </a:r>
            <a:r>
              <a:rPr sz="1100" spc="204" dirty="0">
                <a:latin typeface="Century"/>
                <a:cs typeface="Century"/>
              </a:rPr>
              <a:t>-</a:t>
            </a:r>
            <a:r>
              <a:rPr sz="1100" spc="245" dirty="0">
                <a:latin typeface="Century"/>
                <a:cs typeface="Century"/>
              </a:rPr>
              <a:t> </a:t>
            </a:r>
            <a:r>
              <a:rPr sz="1100" spc="55" dirty="0">
                <a:latin typeface="Century"/>
                <a:cs typeface="Century"/>
              </a:rPr>
              <a:t>a)</a:t>
            </a:r>
            <a:endParaRPr sz="1100">
              <a:latin typeface="Century"/>
              <a:cs typeface="Century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6030" y="1911642"/>
            <a:ext cx="27895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entury"/>
                <a:cs typeface="Century"/>
              </a:rPr>
              <a:t>x</a:t>
            </a:r>
            <a:r>
              <a:rPr sz="1100" spc="180" dirty="0">
                <a:latin typeface="Century"/>
                <a:cs typeface="Century"/>
              </a:rPr>
              <a:t> </a:t>
            </a:r>
            <a:r>
              <a:rPr sz="1100" spc="140" dirty="0">
                <a:latin typeface="Century"/>
                <a:cs typeface="Century"/>
              </a:rPr>
              <a:t>is</a:t>
            </a:r>
            <a:r>
              <a:rPr sz="1100" spc="185" dirty="0">
                <a:latin typeface="Century"/>
                <a:cs typeface="Century"/>
              </a:rPr>
              <a:t> </a:t>
            </a:r>
            <a:r>
              <a:rPr sz="1100" spc="-65" dirty="0">
                <a:latin typeface="Century"/>
                <a:cs typeface="Century"/>
              </a:rPr>
              <a:t>now</a:t>
            </a:r>
            <a:r>
              <a:rPr sz="1100" spc="18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a</a:t>
            </a:r>
            <a:r>
              <a:rPr sz="1100" spc="180" dirty="0">
                <a:latin typeface="Century"/>
                <a:cs typeface="Century"/>
              </a:rPr>
              <a:t> </a:t>
            </a:r>
            <a:r>
              <a:rPr sz="1100" spc="-65" dirty="0">
                <a:latin typeface="Century"/>
                <a:cs typeface="Century"/>
              </a:rPr>
              <a:t>number</a:t>
            </a:r>
            <a:r>
              <a:rPr sz="1100" spc="185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between</a:t>
            </a:r>
            <a:r>
              <a:rPr sz="1100" spc="18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0</a:t>
            </a:r>
            <a:r>
              <a:rPr sz="1100" spc="180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and</a:t>
            </a:r>
            <a:r>
              <a:rPr sz="1100" spc="18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b</a:t>
            </a:r>
            <a:r>
              <a:rPr sz="1100" spc="185" dirty="0">
                <a:latin typeface="Century"/>
                <a:cs typeface="Century"/>
              </a:rPr>
              <a:t> </a:t>
            </a:r>
            <a:r>
              <a:rPr sz="1100" spc="204" dirty="0">
                <a:latin typeface="Century"/>
                <a:cs typeface="Century"/>
              </a:rPr>
              <a:t>-</a:t>
            </a:r>
            <a:r>
              <a:rPr sz="1100" spc="180" dirty="0">
                <a:latin typeface="Century"/>
                <a:cs typeface="Century"/>
              </a:rPr>
              <a:t> </a:t>
            </a:r>
            <a:r>
              <a:rPr sz="1100" spc="85" dirty="0">
                <a:latin typeface="Century"/>
                <a:cs typeface="Century"/>
              </a:rPr>
              <a:t>a.</a:t>
            </a:r>
            <a:endParaRPr sz="1100">
              <a:latin typeface="Century"/>
              <a:cs typeface="Century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2255799"/>
            <a:ext cx="680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entury"/>
                <a:cs typeface="Century"/>
              </a:rPr>
              <a:t>x</a:t>
            </a:r>
            <a:r>
              <a:rPr sz="1100" spc="200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=</a:t>
            </a:r>
            <a:r>
              <a:rPr sz="1100" spc="204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x</a:t>
            </a:r>
            <a:r>
              <a:rPr sz="1100" spc="200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+</a:t>
            </a:r>
            <a:r>
              <a:rPr sz="1100" spc="204" dirty="0">
                <a:latin typeface="Century"/>
                <a:cs typeface="Century"/>
              </a:rPr>
              <a:t> </a:t>
            </a:r>
            <a:r>
              <a:rPr sz="1100" spc="-50" dirty="0">
                <a:latin typeface="Century"/>
                <a:cs typeface="Century"/>
              </a:rPr>
              <a:t>a</a:t>
            </a:r>
            <a:endParaRPr sz="1100">
              <a:latin typeface="Century"/>
              <a:cs typeface="Century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3311" y="2255799"/>
            <a:ext cx="24987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Century"/>
                <a:cs typeface="Century"/>
              </a:rPr>
              <a:t>x</a:t>
            </a:r>
            <a:r>
              <a:rPr sz="1100" spc="165" dirty="0">
                <a:latin typeface="Century"/>
                <a:cs typeface="Century"/>
              </a:rPr>
              <a:t> </a:t>
            </a:r>
            <a:r>
              <a:rPr sz="1100" spc="140" dirty="0">
                <a:latin typeface="Century"/>
                <a:cs typeface="Century"/>
              </a:rPr>
              <a:t>is</a:t>
            </a:r>
            <a:r>
              <a:rPr sz="1100" spc="170" dirty="0">
                <a:latin typeface="Century"/>
                <a:cs typeface="Century"/>
              </a:rPr>
              <a:t> </a:t>
            </a:r>
            <a:r>
              <a:rPr sz="1100" spc="-65" dirty="0">
                <a:latin typeface="Century"/>
                <a:cs typeface="Century"/>
              </a:rPr>
              <a:t>now</a:t>
            </a:r>
            <a:r>
              <a:rPr sz="1100" spc="16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a</a:t>
            </a:r>
            <a:r>
              <a:rPr sz="1100" spc="170" dirty="0">
                <a:latin typeface="Century"/>
                <a:cs typeface="Century"/>
              </a:rPr>
              <a:t> </a:t>
            </a:r>
            <a:r>
              <a:rPr sz="1100" spc="-65" dirty="0">
                <a:latin typeface="Century"/>
                <a:cs typeface="Century"/>
              </a:rPr>
              <a:t>number</a:t>
            </a:r>
            <a:r>
              <a:rPr sz="1100" spc="170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between</a:t>
            </a:r>
            <a:r>
              <a:rPr sz="1100" spc="16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a</a:t>
            </a:r>
            <a:r>
              <a:rPr sz="1100" spc="170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and</a:t>
            </a:r>
            <a:r>
              <a:rPr sz="1100" spc="170" dirty="0">
                <a:latin typeface="Century"/>
                <a:cs typeface="Century"/>
              </a:rPr>
              <a:t> </a:t>
            </a:r>
            <a:r>
              <a:rPr sz="1100" spc="85" dirty="0">
                <a:latin typeface="Century"/>
                <a:cs typeface="Century"/>
              </a:rPr>
              <a:t>b.</a:t>
            </a:r>
            <a:endParaRPr sz="1100">
              <a:latin typeface="Century"/>
              <a:cs typeface="Century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15/24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4531" y="62407"/>
            <a:ext cx="17989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Subroutine</a:t>
            </a:r>
            <a:r>
              <a:rPr sz="14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Calls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22108"/>
            <a:ext cx="1698625" cy="1115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Basic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call: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Century"/>
                <a:cs typeface="Century"/>
              </a:rPr>
              <a:t>x</a:t>
            </a:r>
            <a:r>
              <a:rPr sz="1100" spc="200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=</a:t>
            </a:r>
            <a:r>
              <a:rPr sz="1100" spc="204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random.randint(a,b)</a:t>
            </a:r>
            <a:endParaRPr sz="1100">
              <a:latin typeface="Century"/>
              <a:cs typeface="Century"/>
            </a:endParaRPr>
          </a:p>
          <a:p>
            <a:pPr>
              <a:lnSpc>
                <a:spcPct val="100000"/>
              </a:lnSpc>
            </a:pPr>
            <a:endParaRPr sz="1100">
              <a:latin typeface="Century"/>
              <a:cs typeface="Century"/>
            </a:endParaRPr>
          </a:p>
          <a:p>
            <a:pPr>
              <a:lnSpc>
                <a:spcPct val="100000"/>
              </a:lnSpc>
            </a:pPr>
            <a:endParaRPr sz="850">
              <a:latin typeface="Century"/>
              <a:cs typeface="Century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i="1" spc="130" dirty="0">
                <a:latin typeface="Times New Roman"/>
                <a:cs typeface="Times New Roman"/>
              </a:rPr>
              <a:t>x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now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integer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[a,b].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16/24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1078" y="62407"/>
            <a:ext cx="13658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Problem</a:t>
            </a:r>
            <a:r>
              <a:rPr sz="140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sz="14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Solve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480059"/>
            <a:ext cx="3746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0000"/>
                </a:solidFill>
              </a:rPr>
              <a:t>Throw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a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fair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die</a:t>
            </a:r>
            <a:r>
              <a:rPr sz="1100" spc="25" dirty="0">
                <a:solidFill>
                  <a:srgbClr val="000000"/>
                </a:solidFill>
              </a:rPr>
              <a:t> </a:t>
            </a:r>
            <a:r>
              <a:rPr sz="1100" spc="-60" dirty="0">
                <a:solidFill>
                  <a:srgbClr val="000000"/>
                </a:solidFill>
              </a:rPr>
              <a:t>10,000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times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and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count</a:t>
            </a:r>
            <a:r>
              <a:rPr sz="1100" spc="2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the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spc="-30" dirty="0">
                <a:solidFill>
                  <a:srgbClr val="000000"/>
                </a:solidFill>
              </a:rPr>
              <a:t>number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of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fours.</a:t>
            </a:r>
            <a:endParaRPr sz="1100"/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17/24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1078" y="62407"/>
            <a:ext cx="13658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Problem</a:t>
            </a:r>
            <a:r>
              <a:rPr sz="140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sz="1400" spc="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Solve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844" y="480059"/>
            <a:ext cx="3746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0000"/>
                </a:solidFill>
              </a:rPr>
              <a:t>Throw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a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fair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die</a:t>
            </a:r>
            <a:r>
              <a:rPr sz="1100" spc="25" dirty="0">
                <a:solidFill>
                  <a:srgbClr val="000000"/>
                </a:solidFill>
              </a:rPr>
              <a:t> </a:t>
            </a:r>
            <a:r>
              <a:rPr sz="1100" spc="-60" dirty="0">
                <a:solidFill>
                  <a:srgbClr val="000000"/>
                </a:solidFill>
              </a:rPr>
              <a:t>10,000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times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and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count</a:t>
            </a:r>
            <a:r>
              <a:rPr sz="1100" spc="2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the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spc="-30" dirty="0">
                <a:solidFill>
                  <a:srgbClr val="000000"/>
                </a:solidFill>
              </a:rPr>
              <a:t>number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of</a:t>
            </a:r>
            <a:r>
              <a:rPr sz="1100" spc="20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fours.</a:t>
            </a:r>
            <a:endParaRPr sz="11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72932" y="964768"/>
          <a:ext cx="456564" cy="105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17/24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1262" y="62407"/>
            <a:ext cx="2461082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53769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spc="50" dirty="0"/>
              <a:t> </a:t>
            </a:r>
            <a:r>
              <a:rPr dirty="0"/>
              <a:t>to</a:t>
            </a:r>
            <a:r>
              <a:rPr spc="55" dirty="0"/>
              <a:t> </a:t>
            </a:r>
            <a:r>
              <a:rPr spc="-20" dirty="0"/>
              <a:t>Solve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80059"/>
            <a:ext cx="3746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Throw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fair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die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10,000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times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count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fours.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72932" y="964768"/>
          <a:ext cx="456564" cy="105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5844" y="2284133"/>
            <a:ext cx="2640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This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b="1" dirty="0">
                <a:latin typeface="Cambria"/>
                <a:cs typeface="Cambria"/>
              </a:rPr>
              <a:t>model</a:t>
            </a:r>
            <a:r>
              <a:rPr sz="1100" b="1" spc="85" dirty="0">
                <a:latin typeface="Cambria"/>
                <a:cs typeface="Cambr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behavior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die.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17/24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1262" y="62407"/>
            <a:ext cx="257018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53769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spc="50" dirty="0"/>
              <a:t> </a:t>
            </a:r>
            <a:r>
              <a:rPr dirty="0"/>
              <a:t>to</a:t>
            </a:r>
            <a:r>
              <a:rPr spc="55" dirty="0"/>
              <a:t> </a:t>
            </a:r>
            <a:r>
              <a:rPr spc="-20" dirty="0"/>
              <a:t>Solve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80059"/>
            <a:ext cx="3746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Throw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fair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die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10,000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times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count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fours.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72932" y="964768"/>
          <a:ext cx="456564" cy="105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5844" y="2284133"/>
            <a:ext cx="2640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This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b="1" dirty="0">
                <a:latin typeface="Cambria"/>
                <a:cs typeface="Cambria"/>
              </a:rPr>
              <a:t>model</a:t>
            </a:r>
            <a:r>
              <a:rPr sz="1100" b="1" spc="85" dirty="0">
                <a:latin typeface="Cambria"/>
                <a:cs typeface="Cambr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behavior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die.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1672" y="2746321"/>
            <a:ext cx="40513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55" dirty="0">
                <a:solidFill>
                  <a:srgbClr val="FFFFFF"/>
                </a:solidFill>
                <a:latin typeface="Georgia"/>
                <a:cs typeface="Georgia"/>
              </a:rPr>
              <a:t>Model</a:t>
            </a:r>
            <a:endParaRPr sz="1200" dirty="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17/24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1262" y="62407"/>
            <a:ext cx="257018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48385">
              <a:lnSpc>
                <a:spcPct val="100000"/>
              </a:lnSpc>
              <a:spcBef>
                <a:spcPts val="135"/>
              </a:spcBef>
            </a:pPr>
            <a:r>
              <a:rPr dirty="0"/>
              <a:t>Basic</a:t>
            </a:r>
            <a:r>
              <a:rPr spc="95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82675"/>
            <a:ext cx="3746500" cy="1854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Throw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fair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die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10,000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times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count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fours.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spc="130" dirty="0">
                <a:latin typeface="Century"/>
                <a:cs typeface="Century"/>
              </a:rPr>
              <a:t>lib</a:t>
            </a:r>
            <a:r>
              <a:rPr sz="1100" spc="275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random.py</a:t>
            </a:r>
            <a:endParaRPr sz="1100">
              <a:latin typeface="Century"/>
              <a:cs typeface="Century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Century"/>
              <a:cs typeface="Century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Century"/>
                <a:cs typeface="Century"/>
              </a:rPr>
              <a:t>count</a:t>
            </a:r>
            <a:r>
              <a:rPr sz="1100" spc="22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=</a:t>
            </a:r>
            <a:r>
              <a:rPr sz="1100" spc="229" dirty="0">
                <a:latin typeface="Century"/>
                <a:cs typeface="Century"/>
              </a:rPr>
              <a:t> </a:t>
            </a:r>
            <a:r>
              <a:rPr sz="1100" spc="-50" dirty="0">
                <a:latin typeface="Century"/>
                <a:cs typeface="Century"/>
              </a:rPr>
              <a:t>0</a:t>
            </a:r>
            <a:endParaRPr sz="1100">
              <a:latin typeface="Century"/>
              <a:cs typeface="Century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00" dirty="0">
                <a:latin typeface="Century"/>
                <a:cs typeface="Century"/>
              </a:rPr>
              <a:t>for</a:t>
            </a:r>
            <a:r>
              <a:rPr sz="1100" spc="265" dirty="0">
                <a:latin typeface="Century"/>
                <a:cs typeface="Century"/>
              </a:rPr>
              <a:t> </a:t>
            </a:r>
            <a:r>
              <a:rPr sz="1100" spc="225" dirty="0">
                <a:latin typeface="Century"/>
                <a:cs typeface="Century"/>
              </a:rPr>
              <a:t>i</a:t>
            </a:r>
            <a:r>
              <a:rPr sz="1100" spc="270" dirty="0">
                <a:latin typeface="Century"/>
                <a:cs typeface="Century"/>
              </a:rPr>
              <a:t> </a:t>
            </a:r>
            <a:r>
              <a:rPr sz="1100" spc="60" dirty="0">
                <a:latin typeface="Century"/>
                <a:cs typeface="Century"/>
              </a:rPr>
              <a:t>in</a:t>
            </a:r>
            <a:r>
              <a:rPr sz="1100" spc="270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range(10000)</a:t>
            </a:r>
            <a:endParaRPr sz="1100">
              <a:latin typeface="Century"/>
              <a:cs typeface="Century"/>
            </a:endParaRPr>
          </a:p>
          <a:p>
            <a:pPr marL="303530" marR="1761489">
              <a:lnSpc>
                <a:spcPct val="102600"/>
              </a:lnSpc>
            </a:pPr>
            <a:r>
              <a:rPr sz="1100" dirty="0">
                <a:latin typeface="Century"/>
                <a:cs typeface="Century"/>
              </a:rPr>
              <a:t>x</a:t>
            </a:r>
            <a:r>
              <a:rPr sz="1100" spc="200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=</a:t>
            </a:r>
            <a:r>
              <a:rPr sz="1100" spc="204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random.randint(1,6) </a:t>
            </a:r>
            <a:r>
              <a:rPr sz="1100" spc="210" dirty="0">
                <a:latin typeface="Century"/>
                <a:cs typeface="Century"/>
              </a:rPr>
              <a:t>if</a:t>
            </a:r>
            <a:r>
              <a:rPr sz="1100" spc="19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x</a:t>
            </a:r>
            <a:r>
              <a:rPr sz="1100" spc="200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==</a:t>
            </a:r>
            <a:r>
              <a:rPr sz="1100" spc="200" dirty="0">
                <a:latin typeface="Century"/>
                <a:cs typeface="Century"/>
              </a:rPr>
              <a:t> </a:t>
            </a:r>
            <a:r>
              <a:rPr sz="1100" spc="85" dirty="0">
                <a:latin typeface="Century"/>
                <a:cs typeface="Century"/>
              </a:rPr>
              <a:t>4:</a:t>
            </a:r>
            <a:endParaRPr sz="1100">
              <a:latin typeface="Century"/>
              <a:cs typeface="Century"/>
            </a:endParaRPr>
          </a:p>
          <a:p>
            <a:pPr marL="37592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entury"/>
                <a:cs typeface="Century"/>
              </a:rPr>
              <a:t>count</a:t>
            </a:r>
            <a:r>
              <a:rPr sz="1100" spc="185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+=</a:t>
            </a:r>
            <a:r>
              <a:rPr sz="1100" spc="190" dirty="0">
                <a:latin typeface="Century"/>
                <a:cs typeface="Century"/>
              </a:rPr>
              <a:t> </a:t>
            </a:r>
            <a:r>
              <a:rPr sz="1100" spc="-50" dirty="0">
                <a:latin typeface="Century"/>
                <a:cs typeface="Century"/>
              </a:rPr>
              <a:t>1</a:t>
            </a:r>
            <a:endParaRPr sz="1100">
              <a:latin typeface="Century"/>
              <a:cs typeface="Century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Century"/>
              <a:cs typeface="Century"/>
            </a:endParaRPr>
          </a:p>
          <a:p>
            <a:pPr marL="12700">
              <a:lnSpc>
                <a:spcPct val="100000"/>
              </a:lnSpc>
            </a:pPr>
            <a:r>
              <a:rPr sz="1100" spc="50" dirty="0">
                <a:latin typeface="Century"/>
                <a:cs typeface="Century"/>
              </a:rPr>
              <a:t>print(count)</a:t>
            </a:r>
            <a:endParaRPr sz="1100">
              <a:latin typeface="Century"/>
              <a:cs typeface="Century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18/24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0690">
              <a:lnSpc>
                <a:spcPct val="100000"/>
              </a:lnSpc>
              <a:spcBef>
                <a:spcPts val="135"/>
              </a:spcBef>
            </a:pPr>
            <a:r>
              <a:rPr dirty="0"/>
              <a:t>Basic</a:t>
            </a:r>
            <a:r>
              <a:rPr spc="95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285113"/>
            <a:ext cx="4205605" cy="716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Throw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fair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die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10,000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times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count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number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fours.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Georgia"/>
              <a:cs typeface="Georgia"/>
            </a:endParaRPr>
          </a:p>
          <a:p>
            <a:pPr marL="12700" marR="5080">
              <a:lnSpc>
                <a:spcPct val="102600"/>
              </a:lnSpc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problem: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b="0" i="1" spc="-65" dirty="0">
                <a:latin typeface="Bookman Old Style"/>
                <a:cs typeface="Bookman Old Style"/>
              </a:rPr>
              <a:t>random</a:t>
            </a:r>
            <a:r>
              <a:rPr sz="1100" b="0" i="1" spc="2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does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produce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same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numbers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different runs,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count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will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almost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certainly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different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each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time.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19/24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2434" y="62407"/>
            <a:ext cx="11029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New</a:t>
            </a:r>
            <a:r>
              <a:rPr sz="14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Program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30643"/>
            <a:ext cx="402526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New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program: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Write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subroutine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return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numbers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specific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distribution: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11095" y="1487424"/>
          <a:ext cx="580389" cy="105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18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107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57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20/24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2434" y="62407"/>
            <a:ext cx="11029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New</a:t>
            </a:r>
            <a:r>
              <a:rPr sz="14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Program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21664"/>
            <a:ext cx="402526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New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program: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Georgia"/>
                <a:cs typeface="Georgia"/>
              </a:rPr>
              <a:t>Write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subroutine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return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numbers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specific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distribution: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46668" y="1298448"/>
          <a:ext cx="909318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18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.08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107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.54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57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.29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.09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199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21/24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5998" y="62407"/>
            <a:ext cx="11753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Basic</a:t>
            </a:r>
            <a:r>
              <a:rPr sz="1400" spc="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Program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21664"/>
            <a:ext cx="402526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New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program: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Georgia"/>
                <a:cs typeface="Georgia"/>
              </a:rPr>
              <a:t>Write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subroutine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return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numbers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specific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distribution: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47596" y="1298448"/>
          <a:ext cx="1307462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0.0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0.0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18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.08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Georgia"/>
                          <a:cs typeface="Georgia"/>
                        </a:rPr>
                        <a:t>0.08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107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.54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Georgia"/>
                          <a:cs typeface="Georgia"/>
                        </a:rPr>
                        <a:t>0.62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5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57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.29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Georgia"/>
                          <a:cs typeface="Georgia"/>
                        </a:rPr>
                        <a:t>0.91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6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17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.09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Georgia"/>
                          <a:cs typeface="Georgia"/>
                        </a:rPr>
                        <a:t>1.00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199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22/24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2450" y="54782"/>
            <a:ext cx="32766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48385">
              <a:lnSpc>
                <a:spcPct val="100000"/>
              </a:lnSpc>
              <a:spcBef>
                <a:spcPts val="135"/>
              </a:spcBef>
            </a:pPr>
            <a:r>
              <a:rPr dirty="0"/>
              <a:t>Basic</a:t>
            </a:r>
            <a:r>
              <a:rPr spc="95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33539"/>
            <a:ext cx="1698625" cy="2256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30" dirty="0">
                <a:latin typeface="Century"/>
                <a:cs typeface="Century"/>
              </a:rPr>
              <a:t>lib</a:t>
            </a:r>
            <a:r>
              <a:rPr sz="1100" spc="275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random.py</a:t>
            </a:r>
            <a:endParaRPr sz="1100">
              <a:latin typeface="Century"/>
              <a:cs typeface="Century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Century"/>
              <a:cs typeface="Century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entury"/>
                <a:cs typeface="Century"/>
              </a:rPr>
              <a:t>count</a:t>
            </a:r>
            <a:r>
              <a:rPr sz="1100" spc="22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=</a:t>
            </a:r>
            <a:r>
              <a:rPr sz="1100" spc="229" dirty="0">
                <a:latin typeface="Century"/>
                <a:cs typeface="Century"/>
              </a:rPr>
              <a:t> </a:t>
            </a:r>
            <a:r>
              <a:rPr sz="1100" spc="-50" dirty="0">
                <a:latin typeface="Century"/>
                <a:cs typeface="Century"/>
              </a:rPr>
              <a:t>0</a:t>
            </a:r>
            <a:endParaRPr sz="1100">
              <a:latin typeface="Century"/>
              <a:cs typeface="Century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00" dirty="0">
                <a:latin typeface="Century"/>
                <a:cs typeface="Century"/>
              </a:rPr>
              <a:t>for</a:t>
            </a:r>
            <a:r>
              <a:rPr sz="1100" spc="265" dirty="0">
                <a:latin typeface="Century"/>
                <a:cs typeface="Century"/>
              </a:rPr>
              <a:t> </a:t>
            </a:r>
            <a:r>
              <a:rPr sz="1100" spc="225" dirty="0">
                <a:latin typeface="Century"/>
                <a:cs typeface="Century"/>
              </a:rPr>
              <a:t>i</a:t>
            </a:r>
            <a:r>
              <a:rPr sz="1100" spc="270" dirty="0">
                <a:latin typeface="Century"/>
                <a:cs typeface="Century"/>
              </a:rPr>
              <a:t> </a:t>
            </a:r>
            <a:r>
              <a:rPr sz="1100" spc="60" dirty="0">
                <a:latin typeface="Century"/>
                <a:cs typeface="Century"/>
              </a:rPr>
              <a:t>in</a:t>
            </a:r>
            <a:r>
              <a:rPr sz="1100" spc="270" dirty="0">
                <a:latin typeface="Century"/>
                <a:cs typeface="Century"/>
              </a:rPr>
              <a:t> </a:t>
            </a:r>
            <a:r>
              <a:rPr sz="1100" spc="-10" dirty="0">
                <a:latin typeface="Century"/>
                <a:cs typeface="Century"/>
              </a:rPr>
              <a:t>range(10000)</a:t>
            </a:r>
            <a:endParaRPr sz="1100">
              <a:latin typeface="Century"/>
              <a:cs typeface="Century"/>
            </a:endParaRPr>
          </a:p>
          <a:p>
            <a:pPr marL="303530" marR="5080">
              <a:lnSpc>
                <a:spcPct val="102600"/>
              </a:lnSpc>
            </a:pPr>
            <a:r>
              <a:rPr sz="1100" dirty="0">
                <a:latin typeface="Century"/>
                <a:cs typeface="Century"/>
              </a:rPr>
              <a:t>x</a:t>
            </a:r>
            <a:r>
              <a:rPr sz="1100" spc="200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=</a:t>
            </a:r>
            <a:r>
              <a:rPr sz="1100" spc="204" dirty="0">
                <a:latin typeface="Century"/>
                <a:cs typeface="Century"/>
              </a:rPr>
              <a:t> </a:t>
            </a:r>
            <a:r>
              <a:rPr sz="1100" spc="-30" dirty="0">
                <a:latin typeface="Century"/>
                <a:cs typeface="Century"/>
              </a:rPr>
              <a:t>random.random() </a:t>
            </a:r>
            <a:r>
              <a:rPr sz="1100" spc="210" dirty="0">
                <a:latin typeface="Century"/>
                <a:cs typeface="Century"/>
              </a:rPr>
              <a:t>if</a:t>
            </a:r>
            <a:r>
              <a:rPr sz="1100" spc="22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x</a:t>
            </a:r>
            <a:r>
              <a:rPr sz="1100" spc="225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&lt;</a:t>
            </a:r>
            <a:r>
              <a:rPr sz="1100" spc="225" dirty="0">
                <a:latin typeface="Century"/>
                <a:cs typeface="Century"/>
              </a:rPr>
              <a:t> </a:t>
            </a:r>
            <a:r>
              <a:rPr sz="1100" spc="90" dirty="0">
                <a:latin typeface="Century"/>
                <a:cs typeface="Century"/>
              </a:rPr>
              <a:t>.08:</a:t>
            </a:r>
            <a:endParaRPr sz="1100">
              <a:latin typeface="Century"/>
              <a:cs typeface="Century"/>
            </a:endParaRPr>
          </a:p>
          <a:p>
            <a:pPr marL="303530" marR="222885" indent="290830">
              <a:lnSpc>
                <a:spcPct val="102600"/>
              </a:lnSpc>
              <a:spcBef>
                <a:spcPts val="5"/>
              </a:spcBef>
            </a:pPr>
            <a:r>
              <a:rPr sz="1100" dirty="0">
                <a:latin typeface="Century"/>
                <a:cs typeface="Century"/>
              </a:rPr>
              <a:t>return</a:t>
            </a:r>
            <a:r>
              <a:rPr sz="1100" spc="395" dirty="0">
                <a:latin typeface="Century"/>
                <a:cs typeface="Century"/>
              </a:rPr>
              <a:t> </a:t>
            </a:r>
            <a:r>
              <a:rPr sz="1100" spc="-50" dirty="0">
                <a:latin typeface="Century"/>
                <a:cs typeface="Century"/>
              </a:rPr>
              <a:t>3 </a:t>
            </a:r>
            <a:r>
              <a:rPr sz="1100" spc="80" dirty="0">
                <a:latin typeface="Century"/>
                <a:cs typeface="Century"/>
              </a:rPr>
              <a:t>else</a:t>
            </a:r>
            <a:r>
              <a:rPr sz="1100" spc="235" dirty="0">
                <a:latin typeface="Century"/>
                <a:cs typeface="Century"/>
              </a:rPr>
              <a:t> </a:t>
            </a:r>
            <a:r>
              <a:rPr sz="1100" spc="210" dirty="0">
                <a:latin typeface="Century"/>
                <a:cs typeface="Century"/>
              </a:rPr>
              <a:t>if</a:t>
            </a:r>
            <a:r>
              <a:rPr sz="1100" spc="240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x</a:t>
            </a:r>
            <a:r>
              <a:rPr sz="1100" spc="240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&lt;</a:t>
            </a:r>
            <a:r>
              <a:rPr sz="1100" spc="240" dirty="0">
                <a:latin typeface="Century"/>
                <a:cs typeface="Century"/>
              </a:rPr>
              <a:t> </a:t>
            </a:r>
            <a:r>
              <a:rPr sz="1100" spc="90" dirty="0">
                <a:latin typeface="Century"/>
                <a:cs typeface="Century"/>
              </a:rPr>
              <a:t>.62:</a:t>
            </a:r>
            <a:endParaRPr sz="1100">
              <a:latin typeface="Century"/>
              <a:cs typeface="Century"/>
            </a:endParaRPr>
          </a:p>
          <a:p>
            <a:pPr marL="303530" marR="222885" indent="290830">
              <a:lnSpc>
                <a:spcPct val="102600"/>
              </a:lnSpc>
            </a:pPr>
            <a:r>
              <a:rPr sz="1100" dirty="0">
                <a:latin typeface="Century"/>
                <a:cs typeface="Century"/>
              </a:rPr>
              <a:t>return</a:t>
            </a:r>
            <a:r>
              <a:rPr sz="1100" spc="395" dirty="0">
                <a:latin typeface="Century"/>
                <a:cs typeface="Century"/>
              </a:rPr>
              <a:t> </a:t>
            </a:r>
            <a:r>
              <a:rPr sz="1100" spc="-50" dirty="0">
                <a:latin typeface="Century"/>
                <a:cs typeface="Century"/>
              </a:rPr>
              <a:t>4 </a:t>
            </a:r>
            <a:r>
              <a:rPr sz="1100" spc="80" dirty="0">
                <a:latin typeface="Century"/>
                <a:cs typeface="Century"/>
              </a:rPr>
              <a:t>else</a:t>
            </a:r>
            <a:r>
              <a:rPr sz="1100" spc="235" dirty="0">
                <a:latin typeface="Century"/>
                <a:cs typeface="Century"/>
              </a:rPr>
              <a:t> </a:t>
            </a:r>
            <a:r>
              <a:rPr sz="1100" spc="210" dirty="0">
                <a:latin typeface="Century"/>
                <a:cs typeface="Century"/>
              </a:rPr>
              <a:t>if</a:t>
            </a:r>
            <a:r>
              <a:rPr sz="1100" spc="240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x</a:t>
            </a:r>
            <a:r>
              <a:rPr sz="1100" spc="240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&lt;</a:t>
            </a:r>
            <a:r>
              <a:rPr sz="1100" spc="240" dirty="0">
                <a:latin typeface="Century"/>
                <a:cs typeface="Century"/>
              </a:rPr>
              <a:t> </a:t>
            </a:r>
            <a:r>
              <a:rPr sz="1100" spc="90" dirty="0">
                <a:latin typeface="Century"/>
                <a:cs typeface="Century"/>
              </a:rPr>
              <a:t>.91:</a:t>
            </a:r>
            <a:endParaRPr sz="1100">
              <a:latin typeface="Century"/>
              <a:cs typeface="Century"/>
            </a:endParaRPr>
          </a:p>
          <a:p>
            <a:pPr marL="59436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entury"/>
                <a:cs typeface="Century"/>
              </a:rPr>
              <a:t>return</a:t>
            </a:r>
            <a:r>
              <a:rPr sz="1100" spc="395" dirty="0">
                <a:latin typeface="Century"/>
                <a:cs typeface="Century"/>
              </a:rPr>
              <a:t> </a:t>
            </a:r>
            <a:r>
              <a:rPr sz="1100" spc="-50" dirty="0">
                <a:latin typeface="Century"/>
                <a:cs typeface="Century"/>
              </a:rPr>
              <a:t>5</a:t>
            </a:r>
            <a:endParaRPr sz="1100">
              <a:latin typeface="Century"/>
              <a:cs typeface="Century"/>
            </a:endParaRPr>
          </a:p>
          <a:p>
            <a:pPr marL="303530">
              <a:lnSpc>
                <a:spcPct val="100000"/>
              </a:lnSpc>
              <a:spcBef>
                <a:spcPts val="35"/>
              </a:spcBef>
            </a:pPr>
            <a:r>
              <a:rPr sz="1100" spc="60" dirty="0">
                <a:latin typeface="Century"/>
                <a:cs typeface="Century"/>
              </a:rPr>
              <a:t>else</a:t>
            </a:r>
            <a:endParaRPr sz="1100">
              <a:latin typeface="Century"/>
              <a:cs typeface="Century"/>
            </a:endParaRPr>
          </a:p>
          <a:p>
            <a:pPr marL="59436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entury"/>
                <a:cs typeface="Century"/>
              </a:rPr>
              <a:t>return</a:t>
            </a:r>
            <a:r>
              <a:rPr sz="1100" spc="395" dirty="0">
                <a:latin typeface="Century"/>
                <a:cs typeface="Century"/>
              </a:rPr>
              <a:t> </a:t>
            </a:r>
            <a:r>
              <a:rPr sz="1100" spc="-50" dirty="0">
                <a:latin typeface="Century"/>
                <a:cs typeface="Century"/>
              </a:rPr>
              <a:t>6</a:t>
            </a:r>
            <a:endParaRPr sz="1100">
              <a:latin typeface="Century"/>
              <a:cs typeface="Century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23/24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9122" y="62407"/>
            <a:ext cx="869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14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8811" y="1517548"/>
            <a:ext cx="18903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Read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Chapter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1,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1.6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ppg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44-</a:t>
            </a:r>
            <a:r>
              <a:rPr sz="1100" spc="-25" dirty="0">
                <a:latin typeface="Book Antiqua"/>
                <a:cs typeface="Book Antiqua"/>
              </a:rPr>
              <a:t>51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29/29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11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00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M2AVRSERJEAQ-585345103-43130</_dlc_DocId>
    <_dlc_DocIdUrl xmlns="c01506f5-305e-4c16-814a-34df78f45099">
      <Url>https://uab365.sharepoint.com/sites/provost/cas/departments/cis/_layouts/15/DocIdRedir.aspx?ID=M2AVRSERJEAQ-585345103-43130</Url>
      <Description>M2AVRSERJEAQ-585345103-43130</Description>
    </_dlc_DocIdUrl>
  </documentManagement>
</p:properties>
</file>

<file path=customXml/itemProps1.xml><?xml version="1.0" encoding="utf-8"?>
<ds:datastoreItem xmlns:ds="http://schemas.openxmlformats.org/officeDocument/2006/customXml" ds:itemID="{85BC1A34-CDE9-4D0D-8A93-E51961E5511B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93AADF98-7546-4CC3-8439-82F2585BA8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48E64A-1CB7-4843-8957-0D911CC8BC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6C36A95D-8E20-4FCD-A45A-98FA4346BFC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2945</Words>
  <Application>Microsoft Office PowerPoint</Application>
  <PresentationFormat>Custom</PresentationFormat>
  <Paragraphs>990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0" baseType="lpstr">
      <vt:lpstr>Arial</vt:lpstr>
      <vt:lpstr>Arial Narrow</vt:lpstr>
      <vt:lpstr>Book Antiqua</vt:lpstr>
      <vt:lpstr>Bookman Old Style</vt:lpstr>
      <vt:lpstr>Calibri</vt:lpstr>
      <vt:lpstr>Cambria</vt:lpstr>
      <vt:lpstr>Cambria Math</vt:lpstr>
      <vt:lpstr>Century</vt:lpstr>
      <vt:lpstr>Georgia</vt:lpstr>
      <vt:lpstr>Times New Roman</vt:lpstr>
      <vt:lpstr>Verdana</vt:lpstr>
      <vt:lpstr>Office Theme</vt:lpstr>
      <vt:lpstr>PowerPoint Presentation</vt:lpstr>
      <vt:lpstr>PowerPoint Presentation</vt:lpstr>
      <vt:lpstr>Introduction</vt:lpstr>
      <vt:lpstr>Copyright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Probabilities</vt:lpstr>
      <vt:lpstr>Binomial Probabilities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There are 16 different possibilities = 24 Each line counts in binary</vt:lpstr>
      <vt:lpstr>PowerPoint Presentation</vt:lpstr>
      <vt:lpstr>Binomial Probabilities</vt:lpstr>
      <vt:lpstr>PowerPoint Presentation</vt:lpstr>
      <vt:lpstr>PowerPoint Presentation</vt:lpstr>
      <vt:lpstr>Figure 1.16, pg 42</vt:lpstr>
      <vt:lpstr> n!  (n − k)!k!</vt:lpstr>
      <vt:lpstr>PowerPoint Presentation</vt:lpstr>
      <vt:lpstr>PowerPoint Presentation</vt:lpstr>
      <vt:lpstr>PowerPoint Presentation</vt:lpstr>
      <vt:lpstr>Throw six times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// Flip a coin 10,000 times for 10000 times</vt:lpstr>
      <vt:lpstr>Let’s Write a Program</vt:lpstr>
      <vt:lpstr>Let’s Write a Program</vt:lpstr>
      <vt:lpstr>Let’s Write a Program</vt:lpstr>
      <vt:lpstr>Let’s Write a Program</vt:lpstr>
      <vt:lpstr>Let’s Write a Program</vt:lpstr>
      <vt:lpstr>Let’s Write a Program</vt:lpstr>
      <vt:lpstr>Let’s Write a Program</vt:lpstr>
      <vt:lpstr>PowerPoint Presentation</vt:lpstr>
      <vt:lpstr>Throw a fair die 10,000 times and count the number of fours.</vt:lpstr>
      <vt:lpstr>Throw a fair die 10,000 times and count the number of fours.</vt:lpstr>
      <vt:lpstr>Problem to Solve</vt:lpstr>
      <vt:lpstr>Problem to Solve</vt:lpstr>
      <vt:lpstr>Basic Program</vt:lpstr>
      <vt:lpstr>Basic Program</vt:lpstr>
      <vt:lpstr>PowerPoint Presentation</vt:lpstr>
      <vt:lpstr>PowerPoint Presentation</vt:lpstr>
      <vt:lpstr>PowerPoint Presentation</vt:lpstr>
      <vt:lpstr>Basic Program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Geng, Baocheng</cp:lastModifiedBy>
  <cp:revision>4</cp:revision>
  <dcterms:created xsi:type="dcterms:W3CDTF">2023-01-30T17:01:03Z</dcterms:created>
  <dcterms:modified xsi:type="dcterms:W3CDTF">2025-02-07T18:18:37Z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2023-01-30T00:00:00Z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ef584d4a-4903-475f-a9e3-9f7524726864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2025-02-07T18:18:37Z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0ae76f91-0855-41f5-b0ee-d393e8b6947d</vt:lpwstr>
  </property>
  <property fmtid="{D5CDD505-2E9C-101B-9397-08002B2CF9AE}" pid="15" name="MSIP_Label_ae7542bc-63e5-412b-b0a0-d9586028a7d0_ContentBits">
    <vt:lpwstr>0</vt:lpwstr>
  </property>
</Properties>
</file>