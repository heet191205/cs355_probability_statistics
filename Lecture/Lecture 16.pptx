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7" r:id="rId7"/>
    <p:sldId id="258" r:id="rId8"/>
    <p:sldId id="271" r:id="rId9"/>
    <p:sldId id="275" r:id="rId10"/>
    <p:sldId id="276" r:id="rId11"/>
    <p:sldId id="277" r:id="rId12"/>
    <p:sldId id="272" r:id="rId13"/>
    <p:sldId id="273" r:id="rId14"/>
    <p:sldId id="274" r:id="rId15"/>
    <p:sldId id="260" r:id="rId16"/>
    <p:sldId id="278" r:id="rId17"/>
    <p:sldId id="261" r:id="rId18"/>
    <p:sldId id="262" r:id="rId19"/>
    <p:sldId id="264" r:id="rId20"/>
    <p:sldId id="265" r:id="rId21"/>
    <p:sldId id="263" r:id="rId22"/>
    <p:sldId id="266" r:id="rId23"/>
    <p:sldId id="267" r:id="rId24"/>
    <p:sldId id="268" r:id="rId25"/>
    <p:sldId id="269" r:id="rId26"/>
    <p:sldId id="270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75" d="100"/>
          <a:sy n="175" d="100"/>
        </p:scale>
        <p:origin x="1286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b4253f3e-c40b-4a70-8207-93818653a34c" providerId="ADAL" clId="{53B7C156-75C7-49FA-88DD-1F18ACB6E5A5}"/>
    <pc:docChg chg="delSld">
      <pc:chgData name="Geng, Baocheng" userId="b4253f3e-c40b-4a70-8207-93818653a34c" providerId="ADAL" clId="{53B7C156-75C7-49FA-88DD-1F18ACB6E5A5}" dt="2024-02-27T17:14:48.589" v="0" actId="2696"/>
      <pc:docMkLst>
        <pc:docMk/>
      </pc:docMkLst>
      <pc:sldChg chg="del">
        <pc:chgData name="Geng, Baocheng" userId="b4253f3e-c40b-4a70-8207-93818653a34c" providerId="ADAL" clId="{53B7C156-75C7-49FA-88DD-1F18ACB6E5A5}" dt="2024-02-27T17:14:48.589" v="0" actId="2696"/>
        <pc:sldMkLst>
          <pc:docMk/>
          <pc:sldMk cId="0" sldId="290"/>
        </pc:sldMkLst>
      </pc:sldChg>
    </pc:docChg>
  </pc:docChgLst>
  <pc:docChgLst>
    <pc:chgData name="Geng, Baocheng" userId="b4253f3e-c40b-4a70-8207-93818653a34c" providerId="ADAL" clId="{093A7BD2-4222-41C0-BBD1-28F4532E819E}"/>
    <pc:docChg chg="undo custSel addSld delSld modSld sldOrd">
      <pc:chgData name="Geng, Baocheng" userId="b4253f3e-c40b-4a70-8207-93818653a34c" providerId="ADAL" clId="{093A7BD2-4222-41C0-BBD1-28F4532E819E}" dt="2023-02-16T15:16:32.164" v="672"/>
      <pc:docMkLst>
        <pc:docMk/>
      </pc:docMkLst>
      <pc:sldChg chg="delSp modSp mod">
        <pc:chgData name="Geng, Baocheng" userId="b4253f3e-c40b-4a70-8207-93818653a34c" providerId="ADAL" clId="{093A7BD2-4222-41C0-BBD1-28F4532E819E}" dt="2023-02-15T16:52:20.496" v="40" actId="478"/>
        <pc:sldMkLst>
          <pc:docMk/>
          <pc:sldMk cId="0" sldId="256"/>
        </pc:sldMkLst>
        <pc:spChg chg="mod">
          <ac:chgData name="Geng, Baocheng" userId="b4253f3e-c40b-4a70-8207-93818653a34c" providerId="ADAL" clId="{093A7BD2-4222-41C0-BBD1-28F4532E819E}" dt="2023-02-15T16:52:17.257" v="39" actId="20577"/>
          <ac:spMkLst>
            <pc:docMk/>
            <pc:sldMk cId="0" sldId="256"/>
            <ac:spMk id="7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6:52:20.496" v="40" actId="478"/>
          <ac:grpSpMkLst>
            <pc:docMk/>
            <pc:sldMk cId="0" sldId="256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6:52:24.252" v="41" actId="478"/>
        <pc:sldMkLst>
          <pc:docMk/>
          <pc:sldMk cId="0" sldId="257"/>
        </pc:sldMkLst>
        <pc:grpChg chg="del">
          <ac:chgData name="Geng, Baocheng" userId="b4253f3e-c40b-4a70-8207-93818653a34c" providerId="ADAL" clId="{093A7BD2-4222-41C0-BBD1-28F4532E819E}" dt="2023-02-15T16:52:24.252" v="41" actId="478"/>
          <ac:grpSpMkLst>
            <pc:docMk/>
            <pc:sldMk cId="0" sldId="257"/>
            <ac:grpSpMk id="12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6:52:31.016" v="43" actId="478"/>
        <pc:sldMkLst>
          <pc:docMk/>
          <pc:sldMk cId="0" sldId="258"/>
        </pc:sldMkLst>
        <pc:grpChg chg="del">
          <ac:chgData name="Geng, Baocheng" userId="b4253f3e-c40b-4a70-8207-93818653a34c" providerId="ADAL" clId="{093A7BD2-4222-41C0-BBD1-28F4532E819E}" dt="2023-02-15T16:52:29.197" v="42" actId="478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6:52:31.016" v="43" actId="478"/>
          <ac:grpSpMkLst>
            <pc:docMk/>
            <pc:sldMk cId="0" sldId="258"/>
            <ac:grpSpMk id="10" creationId="{00000000-0000-0000-0000-000000000000}"/>
          </ac:grpSpMkLst>
        </pc:grpChg>
      </pc:sldChg>
      <pc:sldChg chg="delSp del mod">
        <pc:chgData name="Geng, Baocheng" userId="b4253f3e-c40b-4a70-8207-93818653a34c" providerId="ADAL" clId="{093A7BD2-4222-41C0-BBD1-28F4532E819E}" dt="2023-02-15T16:52:46.980" v="46" actId="47"/>
        <pc:sldMkLst>
          <pc:docMk/>
          <pc:sldMk cId="0" sldId="259"/>
        </pc:sldMkLst>
        <pc:grpChg chg="del">
          <ac:chgData name="Geng, Baocheng" userId="b4253f3e-c40b-4a70-8207-93818653a34c" providerId="ADAL" clId="{093A7BD2-4222-41C0-BBD1-28F4532E819E}" dt="2023-02-15T16:52:36.910" v="44" actId="478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6:52:39.159" v="45" actId="478"/>
          <ac:grpSpMkLst>
            <pc:docMk/>
            <pc:sldMk cId="0" sldId="259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093A7BD2-4222-41C0-BBD1-28F4532E819E}" dt="2023-02-15T17:00:27.265" v="303" actId="120"/>
        <pc:sldMkLst>
          <pc:docMk/>
          <pc:sldMk cId="0" sldId="260"/>
        </pc:sldMkLst>
        <pc:spChg chg="mod">
          <ac:chgData name="Geng, Baocheng" userId="b4253f3e-c40b-4a70-8207-93818653a34c" providerId="ADAL" clId="{093A7BD2-4222-41C0-BBD1-28F4532E819E}" dt="2023-02-15T17:00:27.265" v="303" actId="120"/>
          <ac:spMkLst>
            <pc:docMk/>
            <pc:sldMk cId="0" sldId="260"/>
            <ac:spMk id="3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6:52:49.779" v="47" actId="478"/>
          <ac:grpSpMkLst>
            <pc:docMk/>
            <pc:sldMk cId="0" sldId="260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093A7BD2-4222-41C0-BBD1-28F4532E819E}" dt="2023-02-15T17:02:53.086" v="342" actId="1076"/>
        <pc:sldMkLst>
          <pc:docMk/>
          <pc:sldMk cId="0" sldId="261"/>
        </pc:sldMkLst>
        <pc:spChg chg="mod">
          <ac:chgData name="Geng, Baocheng" userId="b4253f3e-c40b-4a70-8207-93818653a34c" providerId="ADAL" clId="{093A7BD2-4222-41C0-BBD1-28F4532E819E}" dt="2023-02-15T17:02:44.095" v="340" actId="20577"/>
          <ac:spMkLst>
            <pc:docMk/>
            <pc:sldMk cId="0" sldId="261"/>
            <ac:spMk id="9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00:36.242" v="304" actId="478"/>
          <ac:grpSpMkLst>
            <pc:docMk/>
            <pc:sldMk cId="0" sldId="261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00:47.971" v="305" actId="478"/>
          <ac:grpSpMkLst>
            <pc:docMk/>
            <pc:sldMk cId="0" sldId="261"/>
            <ac:grpSpMk id="10" creationId="{00000000-0000-0000-0000-000000000000}"/>
          </ac:grpSpMkLst>
        </pc:grpChg>
        <pc:picChg chg="mod replST">
          <ac:chgData name="Geng, Baocheng" userId="b4253f3e-c40b-4a70-8207-93818653a34c" providerId="ADAL" clId="{093A7BD2-4222-41C0-BBD1-28F4532E819E}" dt="2023-02-15T17:02:53.086" v="342" actId="1076"/>
          <ac:picMkLst>
            <pc:docMk/>
            <pc:sldMk cId="0" sldId="261"/>
            <ac:picMk id="17" creationId="{EB49C639-6203-BBFC-DD57-B32E2F640661}"/>
          </ac:picMkLst>
        </pc:picChg>
      </pc:sldChg>
      <pc:sldChg chg="delSp modSp mod">
        <pc:chgData name="Geng, Baocheng" userId="b4253f3e-c40b-4a70-8207-93818653a34c" providerId="ADAL" clId="{093A7BD2-4222-41C0-BBD1-28F4532E819E}" dt="2023-02-15T17:05:57.002" v="400" actId="478"/>
        <pc:sldMkLst>
          <pc:docMk/>
          <pc:sldMk cId="0" sldId="262"/>
        </pc:sldMkLst>
        <pc:spChg chg="mod">
          <ac:chgData name="Geng, Baocheng" userId="b4253f3e-c40b-4a70-8207-93818653a34c" providerId="ADAL" clId="{093A7BD2-4222-41C0-BBD1-28F4532E819E}" dt="2023-02-15T17:03:44.216" v="348" actId="20577"/>
          <ac:spMkLst>
            <pc:docMk/>
            <pc:sldMk cId="0" sldId="262"/>
            <ac:spMk id="9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04:58.683" v="375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04:58.683" v="375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04:56.892" v="374" actId="478"/>
          <ac:spMkLst>
            <pc:docMk/>
            <pc:sldMk cId="0" sldId="262"/>
            <ac:spMk id="12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03:10.173" v="343" actId="478"/>
          <ac:grpSpMkLst>
            <pc:docMk/>
            <pc:sldMk cId="0" sldId="262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05:57.002" v="400" actId="478"/>
          <ac:grpSpMkLst>
            <pc:docMk/>
            <pc:sldMk cId="0" sldId="262"/>
            <ac:grpSpMk id="13" creationId="{00000000-0000-0000-0000-000000000000}"/>
          </ac:grpSpMkLst>
        </pc:grpChg>
        <pc:picChg chg="mod replST">
          <ac:chgData name="Geng, Baocheng" userId="b4253f3e-c40b-4a70-8207-93818653a34c" providerId="ADAL" clId="{093A7BD2-4222-41C0-BBD1-28F4532E819E}" dt="2023-02-15T17:04:54.873" v="373" actId="1076"/>
          <ac:picMkLst>
            <pc:docMk/>
            <pc:sldMk cId="0" sldId="262"/>
            <ac:picMk id="20" creationId="{088546BA-2450-6AA7-0657-D59DFBEDF5FE}"/>
          </ac:picMkLst>
        </pc:picChg>
        <pc:picChg chg="mod replST">
          <ac:chgData name="Geng, Baocheng" userId="b4253f3e-c40b-4a70-8207-93818653a34c" providerId="ADAL" clId="{093A7BD2-4222-41C0-BBD1-28F4532E819E}" dt="2023-02-15T17:05:55.285" v="399" actId="14100"/>
          <ac:picMkLst>
            <pc:docMk/>
            <pc:sldMk cId="0" sldId="262"/>
            <ac:picMk id="22" creationId="{F54CBEE4-0013-5F2C-3E48-0FC4EDFF45B4}"/>
          </ac:picMkLst>
        </pc:picChg>
      </pc:sldChg>
      <pc:sldChg chg="addSp delSp modSp mod">
        <pc:chgData name="Geng, Baocheng" userId="b4253f3e-c40b-4a70-8207-93818653a34c" providerId="ADAL" clId="{093A7BD2-4222-41C0-BBD1-28F4532E819E}" dt="2023-02-15T17:07:34.602" v="458" actId="962"/>
        <pc:sldMkLst>
          <pc:docMk/>
          <pc:sldMk cId="0" sldId="263"/>
        </pc:sldMkLst>
        <pc:spChg chg="mod">
          <ac:chgData name="Geng, Baocheng" userId="b4253f3e-c40b-4a70-8207-93818653a34c" providerId="ADAL" clId="{093A7BD2-4222-41C0-BBD1-28F4532E819E}" dt="2023-02-15T17:06:55.400" v="403" actId="20577"/>
          <ac:spMkLst>
            <pc:docMk/>
            <pc:sldMk cId="0" sldId="263"/>
            <ac:spMk id="10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06:58.112" v="404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07:00.461" v="405" actId="478"/>
          <ac:spMkLst>
            <pc:docMk/>
            <pc:sldMk cId="0" sldId="263"/>
            <ac:spMk id="16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06:24.188" v="402" actId="478"/>
          <ac:grpSpMkLst>
            <pc:docMk/>
            <pc:sldMk cId="0" sldId="263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06:23.017" v="401" actId="478"/>
          <ac:grpSpMkLst>
            <pc:docMk/>
            <pc:sldMk cId="0" sldId="263"/>
            <ac:grpSpMk id="20" creationId="{00000000-0000-0000-0000-000000000000}"/>
          </ac:grpSpMkLst>
        </pc:grpChg>
        <pc:picChg chg="mod replST">
          <ac:chgData name="Geng, Baocheng" userId="b4253f3e-c40b-4a70-8207-93818653a34c" providerId="ADAL" clId="{093A7BD2-4222-41C0-BBD1-28F4532E819E}" dt="2023-02-15T17:07:23.612" v="428" actId="1076"/>
          <ac:picMkLst>
            <pc:docMk/>
            <pc:sldMk cId="0" sldId="263"/>
            <ac:picMk id="27" creationId="{26F4E5CD-8DD9-0CD3-0B91-78BCA59D6C47}"/>
          </ac:picMkLst>
        </pc:picChg>
        <pc:picChg chg="add del mod">
          <ac:chgData name="Geng, Baocheng" userId="b4253f3e-c40b-4a70-8207-93818653a34c" providerId="ADAL" clId="{093A7BD2-4222-41C0-BBD1-28F4532E819E}" dt="2023-02-15T17:07:34.601" v="456" actId="478"/>
          <ac:picMkLst>
            <pc:docMk/>
            <pc:sldMk cId="0" sldId="263"/>
            <ac:picMk id="28" creationId="{E24CB3D2-80DA-EC6D-D6D8-4C56F445ACE6}"/>
          </ac:picMkLst>
        </pc:picChg>
        <pc:picChg chg="mod ord replST">
          <ac:chgData name="Geng, Baocheng" userId="b4253f3e-c40b-4a70-8207-93818653a34c" providerId="ADAL" clId="{093A7BD2-4222-41C0-BBD1-28F4532E819E}" dt="2023-02-15T17:07:34.602" v="458" actId="962"/>
          <ac:picMkLst>
            <pc:docMk/>
            <pc:sldMk cId="0" sldId="263"/>
            <ac:picMk id="30" creationId="{704DDE2A-1ABE-AC12-5996-534564E30037}"/>
          </ac:picMkLst>
        </pc:picChg>
      </pc:sldChg>
      <pc:sldChg chg="delSp mod">
        <pc:chgData name="Geng, Baocheng" userId="b4253f3e-c40b-4a70-8207-93818653a34c" providerId="ADAL" clId="{093A7BD2-4222-41C0-BBD1-28F4532E819E}" dt="2023-02-15T17:07:42.064" v="459" actId="478"/>
        <pc:sldMkLst>
          <pc:docMk/>
          <pc:sldMk cId="0" sldId="264"/>
        </pc:sldMkLst>
        <pc:grpChg chg="del">
          <ac:chgData name="Geng, Baocheng" userId="b4253f3e-c40b-4a70-8207-93818653a34c" providerId="ADAL" clId="{093A7BD2-4222-41C0-BBD1-28F4532E819E}" dt="2023-02-15T17:07:42.064" v="459" actId="478"/>
          <ac:grpSpMkLst>
            <pc:docMk/>
            <pc:sldMk cId="0" sldId="264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07:53.684" v="460" actId="478"/>
        <pc:sldMkLst>
          <pc:docMk/>
          <pc:sldMk cId="0" sldId="265"/>
        </pc:sldMkLst>
        <pc:grpChg chg="del">
          <ac:chgData name="Geng, Baocheng" userId="b4253f3e-c40b-4a70-8207-93818653a34c" providerId="ADAL" clId="{093A7BD2-4222-41C0-BBD1-28F4532E819E}" dt="2023-02-15T17:07:53.684" v="460" actId="478"/>
          <ac:grpSpMkLst>
            <pc:docMk/>
            <pc:sldMk cId="0" sldId="265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093A7BD2-4222-41C0-BBD1-28F4532E819E}" dt="2023-02-15T17:08:27.550" v="486" actId="478"/>
        <pc:sldMkLst>
          <pc:docMk/>
          <pc:sldMk cId="0" sldId="266"/>
        </pc:sldMkLst>
        <pc:spChg chg="mod">
          <ac:chgData name="Geng, Baocheng" userId="b4253f3e-c40b-4a70-8207-93818653a34c" providerId="ADAL" clId="{093A7BD2-4222-41C0-BBD1-28F4532E819E}" dt="2023-02-15T17:08:04.020" v="462" actId="20577"/>
          <ac:spMkLst>
            <pc:docMk/>
            <pc:sldMk cId="0" sldId="266"/>
            <ac:spMk id="10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07:57.092" v="461" actId="478"/>
          <ac:grpSpMkLst>
            <pc:docMk/>
            <pc:sldMk cId="0" sldId="266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08:27.550" v="486" actId="478"/>
          <ac:grpSpMkLst>
            <pc:docMk/>
            <pc:sldMk cId="0" sldId="266"/>
            <ac:grpSpMk id="13" creationId="{00000000-0000-0000-0000-000000000000}"/>
          </ac:grpSpMkLst>
        </pc:grpChg>
        <pc:picChg chg="mod replST">
          <ac:chgData name="Geng, Baocheng" userId="b4253f3e-c40b-4a70-8207-93818653a34c" providerId="ADAL" clId="{093A7BD2-4222-41C0-BBD1-28F4532E819E}" dt="2023-02-15T17:08:25.257" v="485" actId="1076"/>
          <ac:picMkLst>
            <pc:docMk/>
            <pc:sldMk cId="0" sldId="266"/>
            <ac:picMk id="20" creationId="{115F5240-A5C9-9BA5-248C-E3338358B032}"/>
          </ac:picMkLst>
        </pc:picChg>
      </pc:sldChg>
      <pc:sldChg chg="addSp delSp modSp mod">
        <pc:chgData name="Geng, Baocheng" userId="b4253f3e-c40b-4a70-8207-93818653a34c" providerId="ADAL" clId="{093A7BD2-4222-41C0-BBD1-28F4532E819E}" dt="2023-02-15T17:09:18.306" v="490" actId="478"/>
        <pc:sldMkLst>
          <pc:docMk/>
          <pc:sldMk cId="0" sldId="267"/>
        </pc:sldMkLst>
        <pc:spChg chg="mod">
          <ac:chgData name="Geng, Baocheng" userId="b4253f3e-c40b-4a70-8207-93818653a34c" providerId="ADAL" clId="{093A7BD2-4222-41C0-BBD1-28F4532E819E}" dt="2023-02-15T17:09:10.333" v="488" actId="20577"/>
          <ac:spMkLst>
            <pc:docMk/>
            <pc:sldMk cId="0" sldId="267"/>
            <ac:spMk id="10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09:06.394" v="487" actId="478"/>
          <ac:grpSpMkLst>
            <pc:docMk/>
            <pc:sldMk cId="0" sldId="267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09:18.306" v="490" actId="478"/>
          <ac:grpSpMkLst>
            <pc:docMk/>
            <pc:sldMk cId="0" sldId="267"/>
            <ac:grpSpMk id="14" creationId="{00000000-0000-0000-0000-000000000000}"/>
          </ac:grpSpMkLst>
        </pc:grpChg>
        <pc:picChg chg="add mod">
          <ac:chgData name="Geng, Baocheng" userId="b4253f3e-c40b-4a70-8207-93818653a34c" providerId="ADAL" clId="{093A7BD2-4222-41C0-BBD1-28F4532E819E}" dt="2023-02-15T17:09:14.868" v="489"/>
          <ac:picMkLst>
            <pc:docMk/>
            <pc:sldMk cId="0" sldId="267"/>
            <ac:picMk id="20" creationId="{914A245B-916D-9620-7491-BA841A151EA8}"/>
          </ac:picMkLst>
        </pc:picChg>
      </pc:sldChg>
      <pc:sldChg chg="addSp delSp modSp mod">
        <pc:chgData name="Geng, Baocheng" userId="b4253f3e-c40b-4a70-8207-93818653a34c" providerId="ADAL" clId="{093A7BD2-4222-41C0-BBD1-28F4532E819E}" dt="2023-02-15T17:10:12.972" v="496" actId="1076"/>
        <pc:sldMkLst>
          <pc:docMk/>
          <pc:sldMk cId="0" sldId="268"/>
        </pc:sldMkLst>
        <pc:spChg chg="mod">
          <ac:chgData name="Geng, Baocheng" userId="b4253f3e-c40b-4a70-8207-93818653a34c" providerId="ADAL" clId="{093A7BD2-4222-41C0-BBD1-28F4532E819E}" dt="2023-02-15T17:10:06.549" v="493" actId="20577"/>
          <ac:spMkLst>
            <pc:docMk/>
            <pc:sldMk cId="0" sldId="268"/>
            <ac:spMk id="9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09:23.503" v="491" actId="478"/>
          <ac:grpSpMkLst>
            <pc:docMk/>
            <pc:sldMk cId="0" sldId="26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09:37.349" v="492" actId="478"/>
          <ac:grpSpMkLst>
            <pc:docMk/>
            <pc:sldMk cId="0" sldId="268"/>
            <ac:grpSpMk id="14" creationId="{00000000-0000-0000-0000-000000000000}"/>
          </ac:grpSpMkLst>
        </pc:grpChg>
        <pc:picChg chg="add mod">
          <ac:chgData name="Geng, Baocheng" userId="b4253f3e-c40b-4a70-8207-93818653a34c" providerId="ADAL" clId="{093A7BD2-4222-41C0-BBD1-28F4532E819E}" dt="2023-02-15T17:10:12.972" v="496" actId="1076"/>
          <ac:picMkLst>
            <pc:docMk/>
            <pc:sldMk cId="0" sldId="268"/>
            <ac:picMk id="20" creationId="{5F6B5C3B-40C1-492F-D093-FBF761487381}"/>
          </ac:picMkLst>
        </pc:picChg>
      </pc:sldChg>
      <pc:sldChg chg="delSp mod">
        <pc:chgData name="Geng, Baocheng" userId="b4253f3e-c40b-4a70-8207-93818653a34c" providerId="ADAL" clId="{093A7BD2-4222-41C0-BBD1-28F4532E819E}" dt="2023-02-15T17:10:25.439" v="498" actId="478"/>
        <pc:sldMkLst>
          <pc:docMk/>
          <pc:sldMk cId="0" sldId="269"/>
        </pc:sldMkLst>
        <pc:grpChg chg="del">
          <ac:chgData name="Geng, Baocheng" userId="b4253f3e-c40b-4a70-8207-93818653a34c" providerId="ADAL" clId="{093A7BD2-4222-41C0-BBD1-28F4532E819E}" dt="2023-02-15T17:10:23.242" v="497" actId="478"/>
          <ac:grpSpMkLst>
            <pc:docMk/>
            <pc:sldMk cId="0" sldId="269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10:25.439" v="498" actId="478"/>
          <ac:grpSpMkLst>
            <pc:docMk/>
            <pc:sldMk cId="0" sldId="269"/>
            <ac:grpSpMk id="10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0:36.237" v="499" actId="478"/>
        <pc:sldMkLst>
          <pc:docMk/>
          <pc:sldMk cId="0" sldId="270"/>
        </pc:sldMkLst>
        <pc:grpChg chg="del">
          <ac:chgData name="Geng, Baocheng" userId="b4253f3e-c40b-4a70-8207-93818653a34c" providerId="ADAL" clId="{093A7BD2-4222-41C0-BBD1-28F4532E819E}" dt="2023-02-15T17:10:36.237" v="499" actId="478"/>
          <ac:grpSpMkLst>
            <pc:docMk/>
            <pc:sldMk cId="0" sldId="270"/>
            <ac:grpSpMk id="9" creationId="{00000000-0000-0000-0000-000000000000}"/>
          </ac:grpSpMkLst>
        </pc:grpChg>
      </pc:sldChg>
      <pc:sldChg chg="add">
        <pc:chgData name="Geng, Baocheng" userId="b4253f3e-c40b-4a70-8207-93818653a34c" providerId="ADAL" clId="{093A7BD2-4222-41C0-BBD1-28F4532E819E}" dt="2023-02-16T15:16:32.164" v="672"/>
        <pc:sldMkLst>
          <pc:docMk/>
          <pc:sldMk cId="2652693187" sldId="271"/>
        </pc:sldMkLst>
        <pc:grpChg chg="del">
          <ac:chgData name="Geng, Baocheng" userId="b4253f3e-c40b-4a70-8207-93818653a34c" providerId="ADAL" clId="{093A7BD2-4222-41C0-BBD1-28F4532E819E}" dt="2023-02-15T17:10:48.818" v="500" actId="478"/>
          <ac:grpSpMkLst>
            <pc:docMk/>
            <pc:sldMk cId="2652693187" sldId="271"/>
            <ac:grpSpMk id="4" creationId="{00000000-0000-0000-0000-000000000000}"/>
          </ac:grpSpMkLst>
        </pc:grpChg>
      </pc:sldChg>
      <pc:sldChg chg="add">
        <pc:chgData name="Geng, Baocheng" userId="b4253f3e-c40b-4a70-8207-93818653a34c" providerId="ADAL" clId="{093A7BD2-4222-41C0-BBD1-28F4532E819E}" dt="2023-02-16T15:16:32.164" v="672"/>
        <pc:sldMkLst>
          <pc:docMk/>
          <pc:sldMk cId="2156436352" sldId="272"/>
        </pc:sldMkLst>
        <pc:spChg chg="mod">
          <ac:chgData name="Geng, Baocheng" userId="b4253f3e-c40b-4a70-8207-93818653a34c" providerId="ADAL" clId="{093A7BD2-4222-41C0-BBD1-28F4532E819E}" dt="2023-02-15T17:11:40.306" v="536" actId="20577"/>
          <ac:spMkLst>
            <pc:docMk/>
            <pc:sldMk cId="2156436352" sldId="272"/>
            <ac:spMk id="3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11:04.996" v="505" actId="478"/>
          <ac:grpSpMkLst>
            <pc:docMk/>
            <pc:sldMk cId="2156436352" sldId="272"/>
            <ac:grpSpMk id="4" creationId="{00000000-0000-0000-0000-000000000000}"/>
          </ac:grpSpMkLst>
        </pc:grpChg>
        <pc:picChg chg="add del mod">
          <ac:chgData name="Geng, Baocheng" userId="b4253f3e-c40b-4a70-8207-93818653a34c" providerId="ADAL" clId="{093A7BD2-4222-41C0-BBD1-28F4532E819E}" dt="2023-02-15T17:11:00.168" v="503"/>
          <ac:picMkLst>
            <pc:docMk/>
            <pc:sldMk cId="2156436352" sldId="272"/>
            <ac:picMk id="10" creationId="{21ECF4A5-0F22-230D-894D-38044A39F022}"/>
          </ac:picMkLst>
        </pc:picChg>
        <pc:picChg chg="del mod replST">
          <ac:chgData name="Geng, Baocheng" userId="b4253f3e-c40b-4a70-8207-93818653a34c" providerId="ADAL" clId="{093A7BD2-4222-41C0-BBD1-28F4532E819E}" dt="2023-02-15T17:12:43.358" v="570" actId="478"/>
          <ac:picMkLst>
            <pc:docMk/>
            <pc:sldMk cId="2156436352" sldId="272"/>
            <ac:picMk id="12" creationId="{40B301E9-1C95-0292-15E0-05A362B9905A}"/>
          </ac:picMkLst>
        </pc:picChg>
        <pc:picChg chg="mod ord replST">
          <ac:chgData name="Geng, Baocheng" userId="b4253f3e-c40b-4a70-8207-93818653a34c" providerId="ADAL" clId="{093A7BD2-4222-41C0-BBD1-28F4532E819E}" dt="2023-02-15T17:12:50.674" v="574" actId="1076"/>
          <ac:picMkLst>
            <pc:docMk/>
            <pc:sldMk cId="2156436352" sldId="272"/>
            <ac:picMk id="14" creationId="{D88DB438-09B6-3551-C896-32E6E4C9F596}"/>
          </ac:picMkLst>
        </pc:picChg>
      </pc:sldChg>
      <pc:sldChg chg="add">
        <pc:chgData name="Geng, Baocheng" userId="b4253f3e-c40b-4a70-8207-93818653a34c" providerId="ADAL" clId="{093A7BD2-4222-41C0-BBD1-28F4532E819E}" dt="2023-02-16T15:16:32.164" v="672"/>
        <pc:sldMkLst>
          <pc:docMk/>
          <pc:sldMk cId="1990690177" sldId="273"/>
        </pc:sldMkLst>
        <pc:spChg chg="mod">
          <ac:chgData name="Geng, Baocheng" userId="b4253f3e-c40b-4a70-8207-93818653a34c" providerId="ADAL" clId="{093A7BD2-4222-41C0-BBD1-28F4532E819E}" dt="2023-02-15T17:13:15.909" v="582" actId="20577"/>
          <ac:spMkLst>
            <pc:docMk/>
            <pc:sldMk cId="1990690177" sldId="273"/>
            <ac:spMk id="3" creationId="{00000000-0000-0000-0000-000000000000}"/>
          </ac:spMkLst>
        </pc:spChg>
        <pc:spChg chg="mod">
          <ac:chgData name="Geng, Baocheng" userId="b4253f3e-c40b-4a70-8207-93818653a34c" providerId="ADAL" clId="{093A7BD2-4222-41C0-BBD1-28F4532E819E}" dt="2023-02-15T17:15:10.296" v="611" actId="20577"/>
          <ac:spMkLst>
            <pc:docMk/>
            <pc:sldMk cId="1990690177" sldId="273"/>
            <ac:spMk id="8" creationId="{00000000-0000-0000-0000-000000000000}"/>
          </ac:spMkLst>
        </pc:spChg>
        <pc:spChg chg="del mod">
          <ac:chgData name="Geng, Baocheng" userId="b4253f3e-c40b-4a70-8207-93818653a34c" providerId="ADAL" clId="{093A7BD2-4222-41C0-BBD1-28F4532E819E}" dt="2023-02-15T17:13:26.022" v="585" actId="478"/>
          <ac:spMkLst>
            <pc:docMk/>
            <pc:sldMk cId="1990690177" sldId="273"/>
            <ac:spMk id="10" creationId="{00000000-0000-0000-0000-000000000000}"/>
          </ac:spMkLst>
        </pc:spChg>
        <pc:spChg chg="add mod">
          <ac:chgData name="Geng, Baocheng" userId="b4253f3e-c40b-4a70-8207-93818653a34c" providerId="ADAL" clId="{093A7BD2-4222-41C0-BBD1-28F4532E819E}" dt="2023-02-15T17:15:20.397" v="617" actId="1076"/>
          <ac:spMkLst>
            <pc:docMk/>
            <pc:sldMk cId="1990690177" sldId="273"/>
            <ac:spMk id="21" creationId="{2A7E8C8D-B78A-2437-A559-AC016AFA3037}"/>
          </ac:spMkLst>
        </pc:spChg>
        <pc:grpChg chg="del">
          <ac:chgData name="Geng, Baocheng" userId="b4253f3e-c40b-4a70-8207-93818653a34c" providerId="ADAL" clId="{093A7BD2-4222-41C0-BBD1-28F4532E819E}" dt="2023-02-15T17:13:28.821" v="586" actId="478"/>
          <ac:grpSpMkLst>
            <pc:docMk/>
            <pc:sldMk cId="1990690177" sldId="273"/>
            <ac:grpSpMk id="14" creationId="{00000000-0000-0000-0000-000000000000}"/>
          </ac:grpSpMkLst>
        </pc:grpChg>
        <pc:picChg chg="add mod">
          <ac:chgData name="Geng, Baocheng" userId="b4253f3e-c40b-4a70-8207-93818653a34c" providerId="ADAL" clId="{093A7BD2-4222-41C0-BBD1-28F4532E819E}" dt="2023-02-15T17:13:18.138" v="583" actId="1076"/>
          <ac:picMkLst>
            <pc:docMk/>
            <pc:sldMk cId="1990690177" sldId="273"/>
            <ac:picMk id="20" creationId="{89549EB1-8815-764C-151C-B8ABA6D29E02}"/>
          </ac:picMkLst>
        </pc:picChg>
      </pc:sldChg>
      <pc:sldChg chg="addSp delSp modSp del mod">
        <pc:chgData name="Geng, Baocheng" userId="b4253f3e-c40b-4a70-8207-93818653a34c" providerId="ADAL" clId="{093A7BD2-4222-41C0-BBD1-28F4532E819E}" dt="2023-02-16T15:16:20.323" v="671" actId="2696"/>
        <pc:sldMkLst>
          <pc:docMk/>
          <pc:sldMk cId="3697471909" sldId="274"/>
        </pc:sldMkLst>
        <pc:spChg chg="mod">
          <ac:chgData name="Geng, Baocheng" userId="b4253f3e-c40b-4a70-8207-93818653a34c" providerId="ADAL" clId="{093A7BD2-4222-41C0-BBD1-28F4532E819E}" dt="2023-02-15T17:16:11.477" v="625" actId="20577"/>
          <ac:spMkLst>
            <pc:docMk/>
            <pc:sldMk cId="3697471909" sldId="274"/>
            <ac:spMk id="3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16:35.499" v="627" actId="478"/>
          <ac:spMkLst>
            <pc:docMk/>
            <pc:sldMk cId="3697471909" sldId="274"/>
            <ac:spMk id="10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12:15.097" v="538" actId="478"/>
          <ac:spMkLst>
            <pc:docMk/>
            <pc:sldMk cId="3697471909" sldId="274"/>
            <ac:spMk id="15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12:26.544" v="542" actId="478"/>
          <ac:spMkLst>
            <pc:docMk/>
            <pc:sldMk cId="3697471909" sldId="274"/>
            <ac:spMk id="16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12:24.646" v="541" actId="478"/>
          <ac:spMkLst>
            <pc:docMk/>
            <pc:sldMk cId="3697471909" sldId="274"/>
            <ac:spMk id="19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12:20.718" v="540" actId="478"/>
          <ac:spMkLst>
            <pc:docMk/>
            <pc:sldMk cId="3697471909" sldId="274"/>
            <ac:spMk id="20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12:18.513" v="539" actId="478"/>
          <ac:spMkLst>
            <pc:docMk/>
            <pc:sldMk cId="3697471909" sldId="274"/>
            <ac:spMk id="21" creationId="{00000000-0000-0000-0000-000000000000}"/>
          </ac:spMkLst>
        </pc:spChg>
        <pc:spChg chg="add mod">
          <ac:chgData name="Geng, Baocheng" userId="b4253f3e-c40b-4a70-8207-93818653a34c" providerId="ADAL" clId="{093A7BD2-4222-41C0-BBD1-28F4532E819E}" dt="2023-02-15T17:16:56.899" v="634"/>
          <ac:spMkLst>
            <pc:docMk/>
            <pc:sldMk cId="3697471909" sldId="274"/>
            <ac:spMk id="33" creationId="{1653706A-DB85-6A2A-B82B-44E9609423BA}"/>
          </ac:spMkLst>
        </pc:spChg>
        <pc:grpChg chg="del">
          <ac:chgData name="Geng, Baocheng" userId="b4253f3e-c40b-4a70-8207-93818653a34c" providerId="ADAL" clId="{093A7BD2-4222-41C0-BBD1-28F4532E819E}" dt="2023-02-15T17:16:37.527" v="628" actId="478"/>
          <ac:grpSpMkLst>
            <pc:docMk/>
            <pc:sldMk cId="3697471909" sldId="274"/>
            <ac:grpSpMk id="24" creationId="{00000000-0000-0000-0000-000000000000}"/>
          </ac:grpSpMkLst>
        </pc:grpChg>
        <pc:picChg chg="add mod">
          <ac:chgData name="Geng, Baocheng" userId="b4253f3e-c40b-4a70-8207-93818653a34c" providerId="ADAL" clId="{093A7BD2-4222-41C0-BBD1-28F4532E819E}" dt="2023-02-15T17:16:12.892" v="626" actId="1076"/>
          <ac:picMkLst>
            <pc:docMk/>
            <pc:sldMk cId="3697471909" sldId="274"/>
            <ac:picMk id="30" creationId="{B167E25B-ABD7-E537-03C9-A32B7EF752DB}"/>
          </ac:picMkLst>
        </pc:picChg>
        <pc:picChg chg="add mod">
          <ac:chgData name="Geng, Baocheng" userId="b4253f3e-c40b-4a70-8207-93818653a34c" providerId="ADAL" clId="{093A7BD2-4222-41C0-BBD1-28F4532E819E}" dt="2023-02-15T17:16:48.867" v="633" actId="1076"/>
          <ac:picMkLst>
            <pc:docMk/>
            <pc:sldMk cId="3697471909" sldId="274"/>
            <ac:picMk id="31" creationId="{44B54196-93E7-D47A-3887-081B413E5CA9}"/>
          </ac:picMkLst>
        </pc:picChg>
        <pc:picChg chg="add mod">
          <ac:chgData name="Geng, Baocheng" userId="b4253f3e-c40b-4a70-8207-93818653a34c" providerId="ADAL" clId="{093A7BD2-4222-41C0-BBD1-28F4532E819E}" dt="2023-02-15T17:16:45.566" v="632" actId="1076"/>
          <ac:picMkLst>
            <pc:docMk/>
            <pc:sldMk cId="3697471909" sldId="274"/>
            <ac:picMk id="32" creationId="{9008BEE3-1FDA-F18F-9BB7-1B54CF1687D4}"/>
          </ac:picMkLst>
        </pc:picChg>
      </pc:sldChg>
      <pc:sldChg chg="delSp del mod ord">
        <pc:chgData name="Geng, Baocheng" userId="b4253f3e-c40b-4a70-8207-93818653a34c" providerId="ADAL" clId="{093A7BD2-4222-41C0-BBD1-28F4532E819E}" dt="2023-02-16T15:16:20.323" v="671" actId="2696"/>
        <pc:sldMkLst>
          <pc:docMk/>
          <pc:sldMk cId="4237967805" sldId="275"/>
        </pc:sldMkLst>
        <pc:grpChg chg="del">
          <ac:chgData name="Geng, Baocheng" userId="b4253f3e-c40b-4a70-8207-93818653a34c" providerId="ADAL" clId="{093A7BD2-4222-41C0-BBD1-28F4532E819E}" dt="2023-02-15T17:17:06.608" v="635" actId="478"/>
          <ac:grpSpMkLst>
            <pc:docMk/>
            <pc:sldMk cId="4237967805" sldId="275"/>
            <ac:grpSpMk id="5" creationId="{00000000-0000-0000-0000-000000000000}"/>
          </ac:grpSpMkLst>
        </pc:grpChg>
      </pc:sldChg>
      <pc:sldChg chg="add">
        <pc:chgData name="Geng, Baocheng" userId="b4253f3e-c40b-4a70-8207-93818653a34c" providerId="ADAL" clId="{093A7BD2-4222-41C0-BBD1-28F4532E819E}" dt="2023-02-16T15:16:32.164" v="672"/>
        <pc:sldMkLst>
          <pc:docMk/>
          <pc:sldMk cId="2294798075" sldId="276"/>
        </pc:sldMkLst>
        <pc:grpChg chg="del">
          <ac:chgData name="Geng, Baocheng" userId="b4253f3e-c40b-4a70-8207-93818653a34c" providerId="ADAL" clId="{093A7BD2-4222-41C0-BBD1-28F4532E819E}" dt="2023-02-15T17:17:08.659" v="636" actId="478"/>
          <ac:grpSpMkLst>
            <pc:docMk/>
            <pc:sldMk cId="2294798075" sldId="276"/>
            <ac:grpSpMk id="6" creationId="{00000000-0000-0000-0000-000000000000}"/>
          </ac:grpSpMkLst>
        </pc:grpChg>
      </pc:sldChg>
      <pc:sldChg chg="add">
        <pc:chgData name="Geng, Baocheng" userId="b4253f3e-c40b-4a70-8207-93818653a34c" providerId="ADAL" clId="{093A7BD2-4222-41C0-BBD1-28F4532E819E}" dt="2023-02-16T15:16:32.164" v="672"/>
        <pc:sldMkLst>
          <pc:docMk/>
          <pc:sldMk cId="3646425075" sldId="277"/>
        </pc:sldMkLst>
        <pc:grpChg chg="del">
          <ac:chgData name="Geng, Baocheng" userId="b4253f3e-c40b-4a70-8207-93818653a34c" providerId="ADAL" clId="{093A7BD2-4222-41C0-BBD1-28F4532E819E}" dt="2023-02-15T17:17:20.620" v="637" actId="478"/>
          <ac:grpSpMkLst>
            <pc:docMk/>
            <pc:sldMk cId="3646425075" sldId="277"/>
            <ac:grpSpMk id="4" creationId="{00000000-0000-0000-0000-000000000000}"/>
          </ac:grpSpMkLst>
        </pc:grpChg>
      </pc:sldChg>
      <pc:sldChg chg="delSp del mod">
        <pc:chgData name="Geng, Baocheng" userId="b4253f3e-c40b-4a70-8207-93818653a34c" providerId="ADAL" clId="{093A7BD2-4222-41C0-BBD1-28F4532E819E}" dt="2023-02-16T15:16:20.323" v="671" actId="2696"/>
        <pc:sldMkLst>
          <pc:docMk/>
          <pc:sldMk cId="183472228" sldId="278"/>
        </pc:sldMkLst>
        <pc:grpChg chg="del">
          <ac:chgData name="Geng, Baocheng" userId="b4253f3e-c40b-4a70-8207-93818653a34c" providerId="ADAL" clId="{093A7BD2-4222-41C0-BBD1-28F4532E819E}" dt="2023-02-15T17:18:09.572" v="644" actId="478"/>
          <ac:grpSpMkLst>
            <pc:docMk/>
            <pc:sldMk cId="183472228" sldId="278"/>
            <ac:grpSpMk id="13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8:13.199" v="645" actId="478"/>
        <pc:sldMkLst>
          <pc:docMk/>
          <pc:sldMk cId="0" sldId="279"/>
        </pc:sldMkLst>
        <pc:grpChg chg="del">
          <ac:chgData name="Geng, Baocheng" userId="b4253f3e-c40b-4a70-8207-93818653a34c" providerId="ADAL" clId="{093A7BD2-4222-41C0-BBD1-28F4532E819E}" dt="2023-02-15T17:18:13.199" v="645" actId="478"/>
          <ac:grpSpMkLst>
            <pc:docMk/>
            <pc:sldMk cId="0" sldId="279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8:16.132" v="646" actId="478"/>
        <pc:sldMkLst>
          <pc:docMk/>
          <pc:sldMk cId="0" sldId="280"/>
        </pc:sldMkLst>
        <pc:grpChg chg="del">
          <ac:chgData name="Geng, Baocheng" userId="b4253f3e-c40b-4a70-8207-93818653a34c" providerId="ADAL" clId="{093A7BD2-4222-41C0-BBD1-28F4532E819E}" dt="2023-02-15T17:18:16.132" v="646" actId="478"/>
          <ac:grpSpMkLst>
            <pc:docMk/>
            <pc:sldMk cId="0" sldId="280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8:23.129" v="647" actId="478"/>
        <pc:sldMkLst>
          <pc:docMk/>
          <pc:sldMk cId="0" sldId="281"/>
        </pc:sldMkLst>
        <pc:grpChg chg="del">
          <ac:chgData name="Geng, Baocheng" userId="b4253f3e-c40b-4a70-8207-93818653a34c" providerId="ADAL" clId="{093A7BD2-4222-41C0-BBD1-28F4532E819E}" dt="2023-02-15T17:18:23.129" v="647" actId="478"/>
          <ac:grpSpMkLst>
            <pc:docMk/>
            <pc:sldMk cId="0" sldId="281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8:52.310" v="648" actId="478"/>
        <pc:sldMkLst>
          <pc:docMk/>
          <pc:sldMk cId="0" sldId="282"/>
        </pc:sldMkLst>
        <pc:grpChg chg="del">
          <ac:chgData name="Geng, Baocheng" userId="b4253f3e-c40b-4a70-8207-93818653a34c" providerId="ADAL" clId="{093A7BD2-4222-41C0-BBD1-28F4532E819E}" dt="2023-02-15T17:18:52.310" v="648" actId="478"/>
          <ac:grpSpMkLst>
            <pc:docMk/>
            <pc:sldMk cId="0" sldId="282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8:55.964" v="649" actId="478"/>
        <pc:sldMkLst>
          <pc:docMk/>
          <pc:sldMk cId="0" sldId="283"/>
        </pc:sldMkLst>
        <pc:grpChg chg="del">
          <ac:chgData name="Geng, Baocheng" userId="b4253f3e-c40b-4a70-8207-93818653a34c" providerId="ADAL" clId="{093A7BD2-4222-41C0-BBD1-28F4532E819E}" dt="2023-02-15T17:18:55.964" v="649" actId="478"/>
          <ac:grpSpMkLst>
            <pc:docMk/>
            <pc:sldMk cId="0" sldId="283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9:04.622" v="650" actId="478"/>
        <pc:sldMkLst>
          <pc:docMk/>
          <pc:sldMk cId="0" sldId="284"/>
        </pc:sldMkLst>
        <pc:grpChg chg="del">
          <ac:chgData name="Geng, Baocheng" userId="b4253f3e-c40b-4a70-8207-93818653a34c" providerId="ADAL" clId="{093A7BD2-4222-41C0-BBD1-28F4532E819E}" dt="2023-02-15T17:19:04.622" v="650" actId="478"/>
          <ac:grpSpMkLst>
            <pc:docMk/>
            <pc:sldMk cId="0" sldId="284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9:13.892" v="651" actId="478"/>
        <pc:sldMkLst>
          <pc:docMk/>
          <pc:sldMk cId="0" sldId="285"/>
        </pc:sldMkLst>
        <pc:grpChg chg="del">
          <ac:chgData name="Geng, Baocheng" userId="b4253f3e-c40b-4a70-8207-93818653a34c" providerId="ADAL" clId="{093A7BD2-4222-41C0-BBD1-28F4532E819E}" dt="2023-02-15T17:19:13.892" v="651" actId="478"/>
          <ac:grpSpMkLst>
            <pc:docMk/>
            <pc:sldMk cId="0" sldId="285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9:18.364" v="652" actId="478"/>
        <pc:sldMkLst>
          <pc:docMk/>
          <pc:sldMk cId="0" sldId="286"/>
        </pc:sldMkLst>
        <pc:grpChg chg="del">
          <ac:chgData name="Geng, Baocheng" userId="b4253f3e-c40b-4a70-8207-93818653a34c" providerId="ADAL" clId="{093A7BD2-4222-41C0-BBD1-28F4532E819E}" dt="2023-02-15T17:19:18.364" v="652" actId="478"/>
          <ac:grpSpMkLst>
            <pc:docMk/>
            <pc:sldMk cId="0" sldId="286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9:20.686" v="653" actId="478"/>
        <pc:sldMkLst>
          <pc:docMk/>
          <pc:sldMk cId="0" sldId="287"/>
        </pc:sldMkLst>
        <pc:grpChg chg="del">
          <ac:chgData name="Geng, Baocheng" userId="b4253f3e-c40b-4a70-8207-93818653a34c" providerId="ADAL" clId="{093A7BD2-4222-41C0-BBD1-28F4532E819E}" dt="2023-02-15T17:19:20.686" v="653" actId="478"/>
          <ac:grpSpMkLst>
            <pc:docMk/>
            <pc:sldMk cId="0" sldId="287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9:22.883" v="654" actId="478"/>
        <pc:sldMkLst>
          <pc:docMk/>
          <pc:sldMk cId="0" sldId="288"/>
        </pc:sldMkLst>
        <pc:grpChg chg="del">
          <ac:chgData name="Geng, Baocheng" userId="b4253f3e-c40b-4a70-8207-93818653a34c" providerId="ADAL" clId="{093A7BD2-4222-41C0-BBD1-28F4532E819E}" dt="2023-02-15T17:19:22.883" v="654" actId="478"/>
          <ac:grpSpMkLst>
            <pc:docMk/>
            <pc:sldMk cId="0" sldId="288"/>
            <ac:grpSpMk id="7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9:25.085" v="655" actId="478"/>
        <pc:sldMkLst>
          <pc:docMk/>
          <pc:sldMk cId="0" sldId="289"/>
        </pc:sldMkLst>
        <pc:grpChg chg="del">
          <ac:chgData name="Geng, Baocheng" userId="b4253f3e-c40b-4a70-8207-93818653a34c" providerId="ADAL" clId="{093A7BD2-4222-41C0-BBD1-28F4532E819E}" dt="2023-02-15T17:19:25.085" v="655" actId="478"/>
          <ac:grpSpMkLst>
            <pc:docMk/>
            <pc:sldMk cId="0" sldId="289"/>
            <ac:grpSpMk id="8" creationId="{00000000-0000-0000-0000-000000000000}"/>
          </ac:grpSpMkLst>
        </pc:grpChg>
      </pc:sldChg>
      <pc:sldChg chg="delSp modSp mod">
        <pc:chgData name="Geng, Baocheng" userId="b4253f3e-c40b-4a70-8207-93818653a34c" providerId="ADAL" clId="{093A7BD2-4222-41C0-BBD1-28F4532E819E}" dt="2023-02-15T17:19:38.795" v="670" actId="478"/>
        <pc:sldMkLst>
          <pc:docMk/>
          <pc:sldMk cId="0" sldId="290"/>
        </pc:sldMkLst>
        <pc:spChg chg="mod">
          <ac:chgData name="Geng, Baocheng" userId="b4253f3e-c40b-4a70-8207-93818653a34c" providerId="ADAL" clId="{093A7BD2-4222-41C0-BBD1-28F4532E819E}" dt="2023-02-15T17:19:36.686" v="669" actId="20577"/>
          <ac:spMkLst>
            <pc:docMk/>
            <pc:sldMk cId="0" sldId="290"/>
            <ac:spMk id="3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19:38.795" v="670" actId="478"/>
          <ac:grpSpMkLst>
            <pc:docMk/>
            <pc:sldMk cId="0" sldId="290"/>
            <ac:grpSpMk id="4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11172" y="62407"/>
            <a:ext cx="138775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6774" y="62407"/>
            <a:ext cx="217487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043838"/>
            <a:ext cx="4079240" cy="1338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20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slide" Target="slide2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1.xml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slide" Target="slide1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0702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spc="50" dirty="0">
                <a:solidFill>
                  <a:srgbClr val="FFFFFF"/>
                </a:solidFill>
                <a:latin typeface="Georgia"/>
                <a:cs typeface="Georgia"/>
              </a:rPr>
              <a:t>CS</a:t>
            </a:r>
            <a:r>
              <a:rPr sz="140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355/555</a:t>
            </a:r>
            <a:endParaRPr sz="1400">
              <a:latin typeface="Georgia"/>
              <a:cs typeface="Georgia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Probability</a:t>
            </a:r>
            <a:r>
              <a:rPr sz="1400" spc="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and</a:t>
            </a:r>
            <a:r>
              <a:rPr sz="14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Statistics</a:t>
            </a:r>
            <a:r>
              <a:rPr sz="14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1400" spc="6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Georgia"/>
                <a:cs typeface="Georgia"/>
              </a:rPr>
              <a:t>CS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4649" y="1715668"/>
            <a:ext cx="1219200" cy="469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Georgia"/>
                <a:cs typeface="Georgia"/>
              </a:rPr>
              <a:t>B</a:t>
            </a:r>
            <a:r>
              <a:rPr lang="en-US" altLang="zh-CN" sz="1100" spc="-10" dirty="0">
                <a:latin typeface="Georgia"/>
                <a:cs typeface="Georgia"/>
              </a:rPr>
              <a:t>aocheng Geng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 dirty="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Lecture 16</a:t>
            </a:r>
            <a:r>
              <a:rPr lang="en-US" sz="800">
                <a:latin typeface="Century"/>
                <a:cs typeface="Century"/>
              </a:rPr>
              <a:t>, 02/26/2025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1277264"/>
            <a:ext cx="155092" cy="155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30" y="1701406"/>
            <a:ext cx="155092" cy="1550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790" y="776579"/>
            <a:ext cx="3021965" cy="10845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3985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Multiple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Random</a:t>
            </a:r>
            <a:r>
              <a:rPr sz="1100" spc="-20" dirty="0">
                <a:latin typeface="Georgia"/>
                <a:cs typeface="Georgia"/>
              </a:rPr>
              <a:t> Variables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Georgia"/>
              <a:cs typeface="Georgia"/>
            </a:endParaRPr>
          </a:p>
          <a:p>
            <a:pPr marL="173355" indent="-161290">
              <a:lnSpc>
                <a:spcPct val="100000"/>
              </a:lnSpc>
              <a:buClr>
                <a:srgbClr val="EDEDE5"/>
              </a:buClr>
              <a:buSzPct val="72727"/>
              <a:buFont typeface="Century"/>
              <a:buAutoNum type="arabicPlain"/>
              <a:tabLst>
                <a:tab pos="173990" algn="l"/>
              </a:tabLst>
            </a:pP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4" action="ppaction://hlinksldjump"/>
              </a:rPr>
              <a:t>Introduction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buClr>
                <a:srgbClr val="EDEDE5"/>
              </a:buClr>
              <a:buFont typeface="Century"/>
              <a:buAutoNum type="arabicPlain"/>
            </a:pPr>
            <a:endParaRPr sz="1100">
              <a:latin typeface="Georgia"/>
              <a:cs typeface="Georgia"/>
            </a:endParaRPr>
          </a:p>
          <a:p>
            <a:pPr marL="173355" indent="-161290">
              <a:lnSpc>
                <a:spcPct val="100000"/>
              </a:lnSpc>
              <a:spcBef>
                <a:spcPts val="770"/>
              </a:spcBef>
              <a:buClr>
                <a:srgbClr val="EDEDE5"/>
              </a:buClr>
              <a:buSzPct val="72727"/>
              <a:buFont typeface="Century"/>
              <a:buAutoNum type="arabicPlain"/>
              <a:tabLst>
                <a:tab pos="173990" algn="l"/>
              </a:tabLst>
            </a:pPr>
            <a:r>
              <a:rPr sz="1100" dirty="0">
                <a:solidFill>
                  <a:srgbClr val="525200"/>
                </a:solidFill>
                <a:latin typeface="Georgia"/>
                <a:cs typeface="Georgia"/>
                <a:hlinkClick r:id="rId5" action="ppaction://hlinksldjump"/>
              </a:rPr>
              <a:t>Multiple</a:t>
            </a:r>
            <a:r>
              <a:rPr sz="1100" spc="-25" dirty="0">
                <a:solidFill>
                  <a:srgbClr val="525200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5" action="ppaction://hlinksldjump"/>
              </a:rPr>
              <a:t>Random</a:t>
            </a:r>
            <a:r>
              <a:rPr sz="1100" spc="-20" dirty="0">
                <a:solidFill>
                  <a:srgbClr val="525200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5" action="ppaction://hlinksldjump"/>
              </a:rPr>
              <a:t>Variables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2125548"/>
            <a:ext cx="155092" cy="155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8790" y="212178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890" y="2093607"/>
            <a:ext cx="609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525200"/>
                </a:solidFill>
                <a:latin typeface="Georgia"/>
                <a:cs typeface="Georgia"/>
                <a:hlinkClick r:id="rId7" action="ppaction://hlinksldjump"/>
              </a:rPr>
              <a:t>Examples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830" y="2549690"/>
            <a:ext cx="155092" cy="1550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8790" y="254593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890" y="2517749"/>
            <a:ext cx="6794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525200"/>
                </a:solidFill>
                <a:latin typeface="Georgia"/>
                <a:cs typeface="Georgia"/>
                <a:hlinkClick r:id="" action="ppaction://noaction"/>
              </a:rPr>
              <a:t>Next</a:t>
            </a:r>
            <a:r>
              <a:rPr sz="1100" spc="75" dirty="0">
                <a:solidFill>
                  <a:srgbClr val="525200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100" spc="-20" dirty="0">
                <a:solidFill>
                  <a:srgbClr val="525200"/>
                </a:solidFill>
                <a:latin typeface="Georgia"/>
                <a:cs typeface="Georgia"/>
                <a:hlinkClick r:id="" action="ppaction://noaction"/>
              </a:rPr>
              <a:t>Time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9240">
              <a:lnSpc>
                <a:spcPct val="100000"/>
              </a:lnSpc>
              <a:spcBef>
                <a:spcPts val="135"/>
              </a:spcBef>
            </a:pPr>
            <a:r>
              <a:rPr dirty="0"/>
              <a:t>Copyright</a:t>
            </a:r>
            <a:r>
              <a:rPr spc="6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Copyright</a:t>
            </a: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Statement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Georgia"/>
                <a:cs typeface="Georgia"/>
              </a:rPr>
              <a:t>Materials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prepared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and/or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included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protected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by </a:t>
            </a:r>
            <a:r>
              <a:rPr sz="1100" spc="-10" dirty="0">
                <a:latin typeface="Georgia"/>
                <a:cs typeface="Georgia"/>
              </a:rPr>
              <a:t>copyright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law.</a:t>
            </a:r>
            <a:r>
              <a:rPr sz="1100" spc="1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intended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only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students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enrolled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during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current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term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should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further </a:t>
            </a:r>
            <a:r>
              <a:rPr sz="1100" spc="-30" dirty="0">
                <a:latin typeface="Georgia"/>
                <a:cs typeface="Georgia"/>
              </a:rPr>
              <a:t>disseminated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without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prior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permission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from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instructor.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58165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45" dirty="0"/>
              <a:t> </a:t>
            </a:r>
            <a:r>
              <a:rPr spc="-20" dirty="0"/>
              <a:t>2.11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10641"/>
            <a:ext cx="419925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people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throw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their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hat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air.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Each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picks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up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hat.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expected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people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who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get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back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their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own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652693187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r>
              <a:rPr sz="14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2.11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56157"/>
            <a:ext cx="1490980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2,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Two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possibilities: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11655" y="1612938"/>
          <a:ext cx="1184273" cy="75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6690"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16/27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4237967805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62407"/>
            <a:ext cx="2719705" cy="9486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49095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r>
              <a:rPr sz="14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2.11</a:t>
            </a:r>
            <a:endParaRPr sz="1400">
              <a:latin typeface="Georgia"/>
              <a:cs typeface="Georgia"/>
            </a:endParaRPr>
          </a:p>
          <a:p>
            <a:pPr marL="12700" marR="1356995">
              <a:lnSpc>
                <a:spcPct val="210000"/>
              </a:lnSpc>
              <a:spcBef>
                <a:spcPts val="5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5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3,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a,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b,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c </a:t>
            </a:r>
            <a:r>
              <a:rPr sz="1100" dirty="0">
                <a:latin typeface="Georgia"/>
                <a:cs typeface="Georgia"/>
              </a:rPr>
              <a:t>Six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possibilities: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5178" y="1123556"/>
          <a:ext cx="1496059" cy="1432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8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6690">
                <a:tc>
                  <a:txBody>
                    <a:bodyPr/>
                    <a:lstStyle/>
                    <a:p>
                      <a:pPr marL="79375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c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79375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c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937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c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c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c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8318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c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8318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c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98206" y="310104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444" y="3015945"/>
            <a:ext cx="2077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Really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should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150" dirty="0">
                <a:latin typeface="Georgia"/>
                <a:cs typeface="Georgia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1200" spc="277" baseline="31250" dirty="0">
                <a:latin typeface="Century"/>
                <a:cs typeface="Century"/>
              </a:rPr>
              <a:t> </a:t>
            </a:r>
            <a:r>
              <a:rPr sz="1100" spc="-10" dirty="0">
                <a:latin typeface="Georgia"/>
                <a:cs typeface="Georgia"/>
              </a:rPr>
              <a:t>instead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.17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17/27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294798075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r>
              <a:rPr sz="14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2.11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13116"/>
            <a:ext cx="2493645" cy="895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5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4,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a,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b,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c,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spc="-20" dirty="0">
                <a:latin typeface="Georgia"/>
                <a:cs typeface="Georgia"/>
              </a:rPr>
              <a:t>24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possibilities: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Georgia"/>
                <a:cs typeface="Georgia"/>
              </a:rPr>
              <a:t>Add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hats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every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possibility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get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24.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18/27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3646425075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58165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45" dirty="0"/>
              <a:t> </a:t>
            </a:r>
            <a:r>
              <a:rPr spc="-20" dirty="0"/>
              <a:t>2.11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410641"/>
            <a:ext cx="4432300" cy="12401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200025">
              <a:lnSpc>
                <a:spcPct val="102699"/>
              </a:lnSpc>
              <a:spcBef>
                <a:spcPts val="55"/>
              </a:spcBef>
            </a:pP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people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throw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their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hat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air.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Each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picks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up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hat.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expected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people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who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get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back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their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own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hat?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indicator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variable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indicate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i</a:t>
            </a:r>
            <a:r>
              <a:rPr sz="1200" b="0" i="1" baseline="27777" dirty="0">
                <a:latin typeface="Bookman Old Style"/>
                <a:cs typeface="Bookman Old Style"/>
              </a:rPr>
              <a:t>th</a:t>
            </a:r>
            <a:r>
              <a:rPr sz="1200" b="0" i="1" spc="179" baseline="27777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person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gets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hat.</a:t>
            </a:r>
            <a:endParaRPr sz="1100" dirty="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b="0" i="1" spc="95" dirty="0">
                <a:latin typeface="Bookman Old Style"/>
                <a:cs typeface="Bookman Old Style"/>
              </a:rPr>
              <a:t>X</a:t>
            </a:r>
            <a:r>
              <a:rPr sz="1200" b="0" i="1" spc="142" baseline="-10416" dirty="0">
                <a:latin typeface="Bookman Old Style"/>
                <a:cs typeface="Bookman Old Style"/>
              </a:rPr>
              <a:t>i</a:t>
            </a:r>
            <a:r>
              <a:rPr sz="1200" b="0" i="1" spc="75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 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experiment.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lang="en-US" sz="1100" spc="-5" dirty="0">
                <a:latin typeface="Georgia"/>
                <a:cs typeface="Georgia"/>
              </a:rPr>
              <a:t>      </a:t>
            </a:r>
            <a:r>
              <a:rPr sz="1100" b="0" i="1" spc="95" dirty="0">
                <a:latin typeface="Bookman Old Style"/>
                <a:cs typeface="Bookman Old Style"/>
              </a:rPr>
              <a:t>X</a:t>
            </a:r>
            <a:r>
              <a:rPr sz="1200" b="0" i="1" spc="142" baseline="-10416" dirty="0">
                <a:latin typeface="Bookman Old Style"/>
                <a:cs typeface="Bookman Old Style"/>
              </a:rPr>
              <a:t>i</a:t>
            </a:r>
            <a:r>
              <a:rPr sz="1200" b="0" i="1" spc="157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people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get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their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own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hat.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4" name="Picture 13" descr="\documentclass{article}&#10;\usepackage{amsmath}&#10;\pagestyle{empty}&#10;\begin{document}&#10;&#10;$\sum\limits_i^n$&#10;&#10;&#10;\end{document}" title="IguanaTex Bitmap Display">
            <a:extLst>
              <a:ext uri="{FF2B5EF4-FFF2-40B4-BE49-F238E27FC236}">
                <a16:creationId xmlns:a16="http://schemas.microsoft.com/office/drawing/2014/main" id="{D88DB438-09B6-3551-C896-32E6E4C9F59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1362911"/>
            <a:ext cx="179657" cy="40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36352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58165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45" dirty="0"/>
              <a:t> </a:t>
            </a:r>
            <a:r>
              <a:rPr spc="-20" dirty="0"/>
              <a:t>2.11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410641"/>
            <a:ext cx="4432300" cy="12401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200025">
              <a:lnSpc>
                <a:spcPct val="102699"/>
              </a:lnSpc>
              <a:spcBef>
                <a:spcPts val="55"/>
              </a:spcBef>
            </a:pP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people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throw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their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hat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air.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Each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picks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up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hat.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expected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people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who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get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back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their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own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hat?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indicator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variable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indicate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i</a:t>
            </a:r>
            <a:r>
              <a:rPr sz="1200" b="0" i="1" baseline="27777" dirty="0">
                <a:latin typeface="Bookman Old Style"/>
                <a:cs typeface="Bookman Old Style"/>
              </a:rPr>
              <a:t>th</a:t>
            </a:r>
            <a:r>
              <a:rPr sz="1200" b="0" i="1" spc="179" baseline="27777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person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gets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hat.</a:t>
            </a:r>
            <a:endParaRPr sz="1100" dirty="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b="0" i="1" spc="95" dirty="0">
                <a:latin typeface="Bookman Old Style"/>
                <a:cs typeface="Bookman Old Style"/>
              </a:rPr>
              <a:t>X</a:t>
            </a:r>
            <a:r>
              <a:rPr sz="1200" b="0" i="1" spc="142" baseline="-10416" dirty="0">
                <a:latin typeface="Bookman Old Style"/>
                <a:cs typeface="Bookman Old Style"/>
              </a:rPr>
              <a:t>i</a:t>
            </a:r>
            <a:r>
              <a:rPr sz="1200" b="0" i="1" spc="75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 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experiment.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lang="en-US" sz="1100" spc="-5" dirty="0">
                <a:latin typeface="Georgia"/>
                <a:cs typeface="Georgia"/>
              </a:rPr>
              <a:t>     </a:t>
            </a:r>
            <a:r>
              <a:rPr sz="1100" b="0" i="1" spc="95" dirty="0">
                <a:latin typeface="Bookman Old Style"/>
                <a:cs typeface="Bookman Old Style"/>
              </a:rPr>
              <a:t>X</a:t>
            </a:r>
            <a:r>
              <a:rPr sz="1200" b="0" i="1" spc="142" baseline="-10416" dirty="0">
                <a:latin typeface="Bookman Old Style"/>
                <a:cs typeface="Bookman Old Style"/>
              </a:rPr>
              <a:t>i</a:t>
            </a:r>
            <a:r>
              <a:rPr sz="1200" b="0" i="1" spc="157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people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get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their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own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hat.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5076" y="1896122"/>
            <a:ext cx="908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5" dirty="0">
                <a:latin typeface="Bookman Old Style"/>
                <a:cs typeface="Bookman Old Style"/>
              </a:rPr>
              <a:t>n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444" y="1811020"/>
            <a:ext cx="19945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For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person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i,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65" dirty="0">
                <a:latin typeface="Georgia"/>
                <a:cs typeface="Georgia"/>
              </a:rPr>
              <a:t>(</a:t>
            </a:r>
            <a:r>
              <a:rPr sz="1100" b="0" i="1" spc="65" dirty="0">
                <a:latin typeface="Bookman Old Style"/>
                <a:cs typeface="Bookman Old Style"/>
              </a:rPr>
              <a:t>X</a:t>
            </a:r>
            <a:r>
              <a:rPr sz="1200" b="0" i="1" spc="97" baseline="-10416" dirty="0">
                <a:latin typeface="Bookman Old Style"/>
                <a:cs typeface="Bookman Old Style"/>
              </a:rPr>
              <a:t>i</a:t>
            </a:r>
            <a:r>
              <a:rPr sz="1200" b="0" i="1" spc="157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200" u="sng" spc="-44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1200" spc="-89" baseline="31250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so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2775" y="2207311"/>
            <a:ext cx="622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60" dirty="0">
                <a:latin typeface="Bookman Old Style"/>
                <a:cs typeface="Bookman Old Style"/>
              </a:rPr>
              <a:t>i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5413" y="2265819"/>
            <a:ext cx="83185" cy="0"/>
          </a:xfrm>
          <a:custGeom>
            <a:avLst/>
            <a:gdLst/>
            <a:ahLst/>
            <a:cxnLst/>
            <a:rect l="l" t="t" r="r" b="b"/>
            <a:pathLst>
              <a:path w="83185">
                <a:moveTo>
                  <a:pt x="0" y="0"/>
                </a:moveTo>
                <a:lnTo>
                  <a:pt x="8315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19249" y="2055482"/>
            <a:ext cx="1884337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02640">
              <a:lnSpc>
                <a:spcPts val="1030"/>
              </a:lnSpc>
              <a:spcBef>
                <a:spcPts val="90"/>
              </a:spcBef>
              <a:tabLst>
                <a:tab pos="1664970" algn="l"/>
              </a:tabLst>
            </a:pPr>
            <a:r>
              <a:rPr sz="1100" spc="20" dirty="0">
                <a:latin typeface="Georgia"/>
                <a:cs typeface="Georgia"/>
              </a:rPr>
              <a:t>1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 dirty="0">
              <a:latin typeface="Georgia"/>
              <a:cs typeface="Georgia"/>
            </a:endParaRPr>
          </a:p>
          <a:p>
            <a:pPr marL="12700">
              <a:lnSpc>
                <a:spcPts val="1030"/>
              </a:lnSpc>
              <a:tabLst>
                <a:tab pos="925194" algn="l"/>
                <a:tab pos="1403985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Georgia"/>
                <a:cs typeface="Georgia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45" dirty="0">
                <a:latin typeface="Bookman Old Style"/>
                <a:cs typeface="Bookman Old Style"/>
              </a:rPr>
              <a:t> </a:t>
            </a:r>
            <a:r>
              <a:rPr sz="1100" spc="-120" dirty="0">
                <a:latin typeface="Georgia"/>
                <a:cs typeface="Georgia"/>
              </a:rPr>
              <a:t>]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×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145" dirty="0">
                <a:latin typeface="Georgia"/>
                <a:cs typeface="Georgia"/>
              </a:rPr>
              <a:t>0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×</a:t>
            </a:r>
            <a:r>
              <a:rPr lang="en-US" sz="1100" spc="-50" dirty="0">
                <a:latin typeface="Lucida Sans Unicode"/>
                <a:cs typeface="Lucida Sans Unicode"/>
              </a:rPr>
              <a:t>  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−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77477" y="2265819"/>
            <a:ext cx="83185" cy="0"/>
          </a:xfrm>
          <a:custGeom>
            <a:avLst/>
            <a:gdLst/>
            <a:ahLst/>
            <a:cxnLst/>
            <a:rect l="l" t="t" r="r" b="b"/>
            <a:pathLst>
              <a:path w="83185">
                <a:moveTo>
                  <a:pt x="0" y="0"/>
                </a:moveTo>
                <a:lnTo>
                  <a:pt x="8315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03587" y="2055482"/>
            <a:ext cx="263525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0975">
              <a:lnSpc>
                <a:spcPts val="1030"/>
              </a:lnSpc>
              <a:spcBef>
                <a:spcPts val="9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endParaRPr sz="1100" dirty="0">
              <a:latin typeface="Georgia"/>
              <a:cs typeface="Georgia"/>
            </a:endParaRPr>
          </a:p>
          <a:p>
            <a:pPr marL="12700">
              <a:lnSpc>
                <a:spcPts val="1030"/>
              </a:lnSpc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77704" y="2265819"/>
            <a:ext cx="83185" cy="0"/>
          </a:xfrm>
          <a:custGeom>
            <a:avLst/>
            <a:gdLst/>
            <a:ahLst/>
            <a:cxnLst/>
            <a:rect l="l" t="t" r="r" b="b"/>
            <a:pathLst>
              <a:path w="83185">
                <a:moveTo>
                  <a:pt x="0" y="0"/>
                </a:moveTo>
                <a:lnTo>
                  <a:pt x="8315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02713" y="2244242"/>
            <a:ext cx="1370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74394" algn="l"/>
                <a:tab pos="1274445" algn="l"/>
              </a:tabLst>
            </a:pPr>
            <a:r>
              <a:rPr sz="1100" b="0" i="1" spc="-50" dirty="0">
                <a:latin typeface="Bookman Old Style"/>
                <a:cs typeface="Bookman Old Style"/>
              </a:rPr>
              <a:t>n</a:t>
            </a:r>
            <a:r>
              <a:rPr sz="1100" b="0" i="1" dirty="0">
                <a:latin typeface="Bookman Old Style"/>
                <a:cs typeface="Bookman Old Style"/>
              </a:rPr>
              <a:t>	</a:t>
            </a:r>
            <a:r>
              <a:rPr sz="1100" b="0" i="1" spc="-50" dirty="0">
                <a:latin typeface="Bookman Old Style"/>
                <a:cs typeface="Bookman Old Style"/>
              </a:rPr>
              <a:t>n</a:t>
            </a:r>
            <a:r>
              <a:rPr sz="1100" b="0" i="1" dirty="0">
                <a:latin typeface="Bookman Old Style"/>
                <a:cs typeface="Bookman Old Style"/>
              </a:rPr>
              <a:t>	</a:t>
            </a:r>
            <a:r>
              <a:rPr sz="1100" b="0" i="1" spc="-50" dirty="0">
                <a:latin typeface="Bookman Old Style"/>
                <a:cs typeface="Bookman Old Style"/>
              </a:rPr>
              <a:t>n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0" name="Picture 19" descr="\documentclass{article}&#10;\usepackage{amsmath}&#10;\pagestyle{empty}&#10;\begin{document}&#10;&#10;$\sum\limits_i^n$&#10;&#10;&#10;\end{document}" title="IguanaTex Bitmap Display">
            <a:extLst>
              <a:ext uri="{FF2B5EF4-FFF2-40B4-BE49-F238E27FC236}">
                <a16:creationId xmlns:a16="http://schemas.microsoft.com/office/drawing/2014/main" id="{89549EB1-8815-764C-151C-B8ABA6D29E0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1363739"/>
            <a:ext cx="179657" cy="40662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A7E8C8D-B78A-2437-A559-AC016AFA3037}"/>
              </a:ext>
            </a:extLst>
          </p:cNvPr>
          <p:cNvSpPr txBox="1"/>
          <p:nvPr/>
        </p:nvSpPr>
        <p:spPr>
          <a:xfrm>
            <a:off x="2437596" y="2074965"/>
            <a:ext cx="753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      )</a:t>
            </a:r>
          </a:p>
        </p:txBody>
      </p:sp>
    </p:spTree>
    <p:extLst>
      <p:ext uri="{BB962C8B-B14F-4D97-AF65-F5344CB8AC3E}">
        <p14:creationId xmlns:p14="http://schemas.microsoft.com/office/powerpoint/2010/main" val="1990690177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58165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45" dirty="0"/>
              <a:t> </a:t>
            </a:r>
            <a:r>
              <a:rPr spc="-20" dirty="0"/>
              <a:t>2.11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410641"/>
            <a:ext cx="4432300" cy="12401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200025">
              <a:lnSpc>
                <a:spcPct val="102699"/>
              </a:lnSpc>
              <a:spcBef>
                <a:spcPts val="55"/>
              </a:spcBef>
            </a:pP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people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throw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their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hat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air.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Each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picks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up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hat.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expected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people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who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get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back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their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own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hat?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indicator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variable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indicate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i</a:t>
            </a:r>
            <a:r>
              <a:rPr sz="1200" b="0" i="1" baseline="27777" dirty="0">
                <a:latin typeface="Bookman Old Style"/>
                <a:cs typeface="Bookman Old Style"/>
              </a:rPr>
              <a:t>th</a:t>
            </a:r>
            <a:r>
              <a:rPr sz="1200" b="0" i="1" spc="179" baseline="27777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person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gets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hat.</a:t>
            </a:r>
            <a:endParaRPr sz="1100" dirty="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b="0" i="1" spc="95" dirty="0">
                <a:latin typeface="Bookman Old Style"/>
                <a:cs typeface="Bookman Old Style"/>
              </a:rPr>
              <a:t>X</a:t>
            </a:r>
            <a:r>
              <a:rPr sz="1200" b="0" i="1" spc="142" baseline="-10416" dirty="0">
                <a:latin typeface="Bookman Old Style"/>
                <a:cs typeface="Bookman Old Style"/>
              </a:rPr>
              <a:t>i</a:t>
            </a:r>
            <a:r>
              <a:rPr sz="1200" b="0" i="1" spc="75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 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experiment.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lang="en-US" sz="1100" spc="-5" dirty="0">
                <a:latin typeface="Georgia"/>
                <a:cs typeface="Georgia"/>
              </a:rPr>
              <a:t>     </a:t>
            </a:r>
            <a:r>
              <a:rPr sz="1100" b="0" i="1" spc="95" dirty="0">
                <a:latin typeface="Bookman Old Style"/>
                <a:cs typeface="Bookman Old Style"/>
              </a:rPr>
              <a:t>X</a:t>
            </a:r>
            <a:r>
              <a:rPr sz="1200" b="0" i="1" spc="142" baseline="-10416" dirty="0">
                <a:latin typeface="Bookman Old Style"/>
                <a:cs typeface="Bookman Old Style"/>
              </a:rPr>
              <a:t>i</a:t>
            </a:r>
            <a:r>
              <a:rPr sz="1200" b="0" i="1" spc="157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people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get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their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own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hat.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5076" y="1896122"/>
            <a:ext cx="908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5" dirty="0">
                <a:latin typeface="Bookman Old Style"/>
                <a:cs typeface="Bookman Old Style"/>
              </a:rPr>
              <a:t>n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444" y="1811020"/>
            <a:ext cx="19945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For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person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i,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65" dirty="0">
                <a:latin typeface="Georgia"/>
                <a:cs typeface="Georgia"/>
              </a:rPr>
              <a:t>(</a:t>
            </a:r>
            <a:r>
              <a:rPr sz="1100" b="0" i="1" spc="65" dirty="0">
                <a:latin typeface="Bookman Old Style"/>
                <a:cs typeface="Bookman Old Style"/>
              </a:rPr>
              <a:t>X</a:t>
            </a:r>
            <a:r>
              <a:rPr sz="1200" b="0" i="1" spc="97" baseline="-10416" dirty="0">
                <a:latin typeface="Bookman Old Style"/>
                <a:cs typeface="Bookman Old Style"/>
              </a:rPr>
              <a:t>i</a:t>
            </a:r>
            <a:r>
              <a:rPr sz="1200" b="0" i="1" spc="157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200" u="sng" spc="-44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1200" spc="-89" baseline="31250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2775" y="2207311"/>
            <a:ext cx="622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60" dirty="0">
                <a:latin typeface="Bookman Old Style"/>
                <a:cs typeface="Bookman Old Style"/>
              </a:rPr>
              <a:t>i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5413" y="2265819"/>
            <a:ext cx="83185" cy="0"/>
          </a:xfrm>
          <a:custGeom>
            <a:avLst/>
            <a:gdLst/>
            <a:ahLst/>
            <a:cxnLst/>
            <a:rect l="l" t="t" r="r" b="b"/>
            <a:pathLst>
              <a:path w="83185">
                <a:moveTo>
                  <a:pt x="0" y="0"/>
                </a:moveTo>
                <a:lnTo>
                  <a:pt x="8315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19250" y="2055482"/>
            <a:ext cx="174752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02640">
              <a:lnSpc>
                <a:spcPts val="1030"/>
              </a:lnSpc>
              <a:spcBef>
                <a:spcPts val="90"/>
              </a:spcBef>
              <a:tabLst>
                <a:tab pos="1664970" algn="l"/>
              </a:tabLst>
            </a:pPr>
            <a:r>
              <a:rPr sz="1100" spc="20" dirty="0">
                <a:latin typeface="Georgia"/>
                <a:cs typeface="Georgia"/>
              </a:rPr>
              <a:t>1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1030"/>
              </a:lnSpc>
              <a:tabLst>
                <a:tab pos="925194" algn="l"/>
                <a:tab pos="1403985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Georgia"/>
                <a:cs typeface="Georgia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45" dirty="0">
                <a:latin typeface="Bookman Old Style"/>
                <a:cs typeface="Bookman Old Style"/>
              </a:rPr>
              <a:t> </a:t>
            </a:r>
            <a:r>
              <a:rPr sz="1100" spc="-120" dirty="0">
                <a:latin typeface="Georgia"/>
                <a:cs typeface="Georgia"/>
              </a:rPr>
              <a:t>]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×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145" dirty="0">
                <a:latin typeface="Georgia"/>
                <a:cs typeface="Georgia"/>
              </a:rPr>
              <a:t>0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×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77477" y="2265819"/>
            <a:ext cx="83185" cy="0"/>
          </a:xfrm>
          <a:custGeom>
            <a:avLst/>
            <a:gdLst/>
            <a:ahLst/>
            <a:cxnLst/>
            <a:rect l="l" t="t" r="r" b="b"/>
            <a:pathLst>
              <a:path w="83185">
                <a:moveTo>
                  <a:pt x="0" y="0"/>
                </a:moveTo>
                <a:lnTo>
                  <a:pt x="8315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03587" y="2055482"/>
            <a:ext cx="263525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0975">
              <a:lnSpc>
                <a:spcPts val="1030"/>
              </a:lnSpc>
              <a:spcBef>
                <a:spcPts val="9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1030"/>
              </a:lnSpc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77704" y="2265819"/>
            <a:ext cx="83185" cy="0"/>
          </a:xfrm>
          <a:custGeom>
            <a:avLst/>
            <a:gdLst/>
            <a:ahLst/>
            <a:cxnLst/>
            <a:rect l="l" t="t" r="r" b="b"/>
            <a:pathLst>
              <a:path w="83185">
                <a:moveTo>
                  <a:pt x="0" y="0"/>
                </a:moveTo>
                <a:lnTo>
                  <a:pt x="8315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02713" y="2244242"/>
            <a:ext cx="1370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74394" algn="l"/>
                <a:tab pos="1274445" algn="l"/>
              </a:tabLst>
            </a:pPr>
            <a:r>
              <a:rPr sz="1100" b="0" i="1" spc="-50" dirty="0">
                <a:latin typeface="Bookman Old Style"/>
                <a:cs typeface="Bookman Old Style"/>
              </a:rPr>
              <a:t>n</a:t>
            </a:r>
            <a:r>
              <a:rPr sz="1100" b="0" i="1" dirty="0">
                <a:latin typeface="Bookman Old Style"/>
                <a:cs typeface="Bookman Old Style"/>
              </a:rPr>
              <a:t>	</a:t>
            </a:r>
            <a:r>
              <a:rPr sz="1100" b="0" i="1" spc="-50" dirty="0">
                <a:latin typeface="Bookman Old Style"/>
                <a:cs typeface="Bookman Old Style"/>
              </a:rPr>
              <a:t>n</a:t>
            </a:r>
            <a:r>
              <a:rPr sz="1100" b="0" i="1" dirty="0">
                <a:latin typeface="Bookman Old Style"/>
                <a:cs typeface="Bookman Old Style"/>
              </a:rPr>
              <a:t>	</a:t>
            </a:r>
            <a:r>
              <a:rPr sz="1100" b="0" i="1" spc="-50" dirty="0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844" y="2646565"/>
            <a:ext cx="6457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Therefore,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55024" y="2974873"/>
            <a:ext cx="622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60" dirty="0">
                <a:latin typeface="Bookman Old Style"/>
                <a:cs typeface="Bookman Old Style"/>
              </a:rPr>
              <a:t>i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70685" y="2916770"/>
            <a:ext cx="1237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33425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Georgia"/>
                <a:cs typeface="Georgia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Georgia"/>
                <a:cs typeface="Georgia"/>
              </a:rPr>
              <a:t>]</a:t>
            </a:r>
            <a:r>
              <a:rPr sz="1100" spc="14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Georgia"/>
                <a:cs typeface="Georgia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75" dirty="0">
                <a:latin typeface="Bookman Old Style"/>
                <a:cs typeface="Bookman Old Style"/>
              </a:rPr>
              <a:t> </a:t>
            </a:r>
            <a:r>
              <a:rPr sz="1100" spc="-120" dirty="0">
                <a:latin typeface="Georgia"/>
                <a:cs typeface="Georgia"/>
              </a:rPr>
              <a:t>]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59570" y="2800537"/>
            <a:ext cx="10858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265"/>
              </a:spcBef>
            </a:pPr>
            <a:r>
              <a:rPr sz="1100" u="sng" spc="7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b="0" i="1" spc="-30" dirty="0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96399" y="2916770"/>
            <a:ext cx="241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0" name="Picture 29" descr="\documentclass{article}&#10;\usepackage{amsmath}&#10;\pagestyle{empty}&#10;\begin{document}&#10;&#10;$\sum\limits_i^n$&#10;&#10;&#10;\end{document}" title="IguanaTex Bitmap Display">
            <a:extLst>
              <a:ext uri="{FF2B5EF4-FFF2-40B4-BE49-F238E27FC236}">
                <a16:creationId xmlns:a16="http://schemas.microsoft.com/office/drawing/2014/main" id="{B167E25B-ABD7-E537-03C9-A32B7EF752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1366638"/>
            <a:ext cx="179657" cy="406629"/>
          </a:xfrm>
          <a:prstGeom prst="rect">
            <a:avLst/>
          </a:prstGeom>
        </p:spPr>
      </p:pic>
      <p:pic>
        <p:nvPicPr>
          <p:cNvPr id="31" name="Picture 30" descr="\documentclass{article}&#10;\usepackage{amsmath}&#10;\pagestyle{empty}&#10;\begin{document}&#10;&#10;$\sum\limits_i^n$&#10;&#10;&#10;\end{document}" title="IguanaTex Bitmap Display">
            <a:extLst>
              <a:ext uri="{FF2B5EF4-FFF2-40B4-BE49-F238E27FC236}">
                <a16:creationId xmlns:a16="http://schemas.microsoft.com/office/drawing/2014/main" id="{44B54196-93E7-D47A-3887-081B413E5CA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348" y="2838335"/>
            <a:ext cx="179657" cy="406629"/>
          </a:xfrm>
          <a:prstGeom prst="rect">
            <a:avLst/>
          </a:prstGeom>
        </p:spPr>
      </p:pic>
      <p:pic>
        <p:nvPicPr>
          <p:cNvPr id="32" name="Picture 31" descr="\documentclass{article}&#10;\usepackage{amsmath}&#10;\pagestyle{empty}&#10;\begin{document}&#10;&#10;$\sum\limits_i^n$&#10;&#10;&#10;\end{document}" title="IguanaTex Bitmap Display">
            <a:extLst>
              <a:ext uri="{FF2B5EF4-FFF2-40B4-BE49-F238E27FC236}">
                <a16:creationId xmlns:a16="http://schemas.microsoft.com/office/drawing/2014/main" id="{9008BEE3-1FDA-F18F-9BB7-1B54CF1687D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544" y="2824476"/>
            <a:ext cx="179657" cy="40662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653706A-DB85-6A2A-B82B-44E9609423BA}"/>
              </a:ext>
            </a:extLst>
          </p:cNvPr>
          <p:cNvSpPr txBox="1"/>
          <p:nvPr/>
        </p:nvSpPr>
        <p:spPr>
          <a:xfrm>
            <a:off x="2437596" y="2074965"/>
            <a:ext cx="753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      )</a:t>
            </a:r>
          </a:p>
        </p:txBody>
      </p:sp>
    </p:spTree>
    <p:extLst>
      <p:ext uri="{BB962C8B-B14F-4D97-AF65-F5344CB8AC3E}">
        <p14:creationId xmlns:p14="http://schemas.microsoft.com/office/powerpoint/2010/main" val="3697471909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Multiple Random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34720"/>
            <a:ext cx="4339590" cy="14378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1100" dirty="0">
                <a:latin typeface="Georgia"/>
                <a:cs typeface="Georgia"/>
              </a:rPr>
              <a:t>If an NBA team wins or not in a game </a:t>
            </a:r>
            <a:r>
              <a:rPr lang="en-US" sz="1100" spc="-10" dirty="0">
                <a:latin typeface="Georgia"/>
                <a:cs typeface="Georgia"/>
              </a:rPr>
              <a:t>depends on many factors:</a:t>
            </a:r>
            <a:endParaRPr sz="1200" dirty="0">
              <a:latin typeface="Georgia"/>
              <a:cs typeface="Georgia"/>
            </a:endParaRPr>
          </a:p>
          <a:p>
            <a:pPr marL="12700" marR="113030" algn="l">
              <a:lnSpc>
                <a:spcPct val="102600"/>
              </a:lnSpc>
            </a:pPr>
            <a:r>
              <a:rPr sz="1100" b="0" i="1" spc="130" dirty="0">
                <a:latin typeface="+mn-lt"/>
                <a:cs typeface="Bookman Old Style"/>
              </a:rPr>
              <a:t>X</a:t>
            </a:r>
            <a:r>
              <a:rPr sz="1100" b="0" i="1" spc="50" dirty="0">
                <a:latin typeface="+mn-lt"/>
                <a:cs typeface="Bookman Old Style"/>
              </a:rPr>
              <a:t> </a:t>
            </a:r>
            <a:r>
              <a:rPr sz="1100" spc="130" dirty="0">
                <a:latin typeface="+mn-lt"/>
                <a:cs typeface="Georgia"/>
              </a:rPr>
              <a:t>=</a:t>
            </a:r>
            <a:r>
              <a:rPr lang="en-US" sz="1100" spc="-30" dirty="0">
                <a:latin typeface="+mn-lt"/>
                <a:cs typeface="Georgia"/>
              </a:rPr>
              <a:t>T</a:t>
            </a:r>
            <a:r>
              <a:rPr lang="en-US" altLang="zh-CN" sz="1100" spc="-30" dirty="0">
                <a:latin typeface="+mn-lt"/>
                <a:cs typeface="Georgia"/>
              </a:rPr>
              <a:t>eam strength</a:t>
            </a:r>
            <a:r>
              <a:rPr sz="1100" dirty="0">
                <a:latin typeface="+mn-lt"/>
                <a:cs typeface="Georgia"/>
              </a:rPr>
              <a:t>,</a:t>
            </a:r>
            <a:r>
              <a:rPr sz="1100" spc="40" dirty="0">
                <a:latin typeface="+mn-lt"/>
                <a:cs typeface="Georgia"/>
              </a:rPr>
              <a:t> </a:t>
            </a:r>
            <a:endParaRPr lang="en-US" sz="1100" spc="40" dirty="0">
              <a:latin typeface="+mn-lt"/>
              <a:cs typeface="Georgia"/>
            </a:endParaRPr>
          </a:p>
          <a:p>
            <a:pPr marL="12700" marR="113030" algn="l">
              <a:lnSpc>
                <a:spcPct val="102600"/>
              </a:lnSpc>
            </a:pPr>
            <a:r>
              <a:rPr sz="1100" b="0" i="1" dirty="0">
                <a:latin typeface="+mn-lt"/>
                <a:cs typeface="Bookman Old Style"/>
              </a:rPr>
              <a:t>Y</a:t>
            </a:r>
            <a:r>
              <a:rPr sz="1100" b="0" i="1" spc="175" dirty="0">
                <a:latin typeface="+mn-lt"/>
                <a:cs typeface="Bookman Old Style"/>
              </a:rPr>
              <a:t> </a:t>
            </a:r>
            <a:r>
              <a:rPr sz="1100" spc="130" dirty="0">
                <a:latin typeface="+mn-lt"/>
                <a:cs typeface="Georgia"/>
              </a:rPr>
              <a:t>=</a:t>
            </a:r>
            <a:r>
              <a:rPr lang="en-US" sz="1100" dirty="0">
                <a:latin typeface="+mn-lt"/>
                <a:cs typeface="Georgia"/>
              </a:rPr>
              <a:t>Home and away,</a:t>
            </a:r>
          </a:p>
          <a:p>
            <a:pPr marL="12700" marR="113030" algn="l">
              <a:lnSpc>
                <a:spcPct val="102600"/>
              </a:lnSpc>
            </a:pPr>
            <a:r>
              <a:rPr lang="en-US" sz="1100" dirty="0">
                <a:latin typeface="+mn-lt"/>
                <a:cs typeface="Georgia"/>
              </a:rPr>
              <a:t>Z  = Recent performance</a:t>
            </a:r>
          </a:p>
          <a:p>
            <a:pPr marL="12700" marR="113030" algn="l">
              <a:lnSpc>
                <a:spcPct val="102600"/>
              </a:lnSpc>
            </a:pPr>
            <a:r>
              <a:rPr lang="en-US" sz="1100" dirty="0">
                <a:latin typeface="+mn-lt"/>
                <a:cs typeface="Georgia"/>
              </a:rPr>
              <a:t>I = Injuries</a:t>
            </a:r>
          </a:p>
          <a:p>
            <a:pPr marL="12700" marR="113030" algn="l">
              <a:lnSpc>
                <a:spcPct val="102600"/>
              </a:lnSpc>
            </a:pPr>
            <a:r>
              <a:rPr lang="en-US" sz="1100" dirty="0">
                <a:latin typeface="+mn-lt"/>
                <a:cs typeface="Georgia"/>
              </a:rPr>
              <a:t>O = Opponent strength</a:t>
            </a:r>
            <a:endParaRPr sz="1100" dirty="0">
              <a:latin typeface="+mn-lt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n-US" sz="125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lang="en-US" sz="1250" dirty="0">
                <a:latin typeface="Georgia"/>
                <a:cs typeface="Georgia"/>
              </a:rPr>
              <a:t>We want to know P(win) = f(X=x, Y=y, Z=z, I=</a:t>
            </a:r>
            <a:r>
              <a:rPr lang="en-US" sz="1250" dirty="0" err="1">
                <a:latin typeface="Georgia"/>
                <a:cs typeface="Georgia"/>
              </a:rPr>
              <a:t>i</a:t>
            </a:r>
            <a:r>
              <a:rPr lang="en-US" sz="1250" dirty="0">
                <a:latin typeface="Georgia"/>
                <a:cs typeface="Georgia"/>
              </a:rPr>
              <a:t>, O =0)</a:t>
            </a:r>
            <a:endParaRPr sz="125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15620">
              <a:lnSpc>
                <a:spcPct val="100000"/>
              </a:lnSpc>
              <a:spcBef>
                <a:spcPts val="135"/>
              </a:spcBef>
            </a:pPr>
            <a:r>
              <a:rPr dirty="0"/>
              <a:t>PMF</a:t>
            </a:r>
            <a:r>
              <a:rPr spc="27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937056"/>
            <a:ext cx="4406900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Two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random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variables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6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have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joint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distribution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function,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44" baseline="-10416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(0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0)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75" dirty="0">
                <a:latin typeface="Georgia"/>
                <a:cs typeface="Georgia"/>
              </a:rPr>
              <a:t>0</a:t>
            </a:r>
            <a:r>
              <a:rPr sz="1100" b="0" i="1" spc="-75" dirty="0">
                <a:latin typeface="Bookman Old Style"/>
                <a:cs typeface="Bookman Old Style"/>
              </a:rPr>
              <a:t>.</a:t>
            </a:r>
            <a:r>
              <a:rPr sz="1100" spc="-75" dirty="0">
                <a:latin typeface="Georgia"/>
                <a:cs typeface="Georgia"/>
              </a:rPr>
              <a:t>2</a:t>
            </a:r>
            <a:r>
              <a:rPr sz="1100" b="0" i="1" spc="-75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44" baseline="-10416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(0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2)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75" dirty="0">
                <a:latin typeface="Georgia"/>
                <a:cs typeface="Georgia"/>
              </a:rPr>
              <a:t>0</a:t>
            </a:r>
            <a:r>
              <a:rPr sz="1100" b="0" i="1" spc="-75" dirty="0">
                <a:latin typeface="Bookman Old Style"/>
                <a:cs typeface="Bookman Old Style"/>
              </a:rPr>
              <a:t>.</a:t>
            </a:r>
            <a:r>
              <a:rPr sz="1100" spc="-75" dirty="0">
                <a:latin typeface="Georgia"/>
                <a:cs typeface="Georgia"/>
              </a:rPr>
              <a:t>3</a:t>
            </a:r>
            <a:r>
              <a:rPr sz="1100" b="0" i="1" spc="-75" dirty="0">
                <a:latin typeface="Bookman Old Style"/>
                <a:cs typeface="Bookman Old Style"/>
              </a:rPr>
              <a:t>,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44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1)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0</a:t>
            </a:r>
            <a:r>
              <a:rPr sz="1100" b="0" i="1" spc="-20" dirty="0">
                <a:latin typeface="Bookman Old Style"/>
                <a:cs typeface="Bookman Old Style"/>
              </a:rPr>
              <a:t>.</a:t>
            </a:r>
            <a:r>
              <a:rPr sz="1100" spc="-20" dirty="0">
                <a:latin typeface="Georgia"/>
                <a:cs typeface="Georgia"/>
              </a:rPr>
              <a:t>1</a:t>
            </a:r>
            <a:r>
              <a:rPr sz="1100" b="0" i="1" spc="-20" dirty="0">
                <a:latin typeface="Bookman Old Style"/>
                <a:cs typeface="Bookman Old Style"/>
              </a:rPr>
              <a:t>,</a:t>
            </a:r>
            <a:endParaRPr sz="1100">
              <a:latin typeface="Bookman Old Style"/>
              <a:cs typeface="Bookman Old Style"/>
            </a:endParaRPr>
          </a:p>
          <a:p>
            <a:pPr marL="38100" marR="30480">
              <a:lnSpc>
                <a:spcPct val="1026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-67" baseline="-10416" dirty="0">
                <a:latin typeface="Bookman Old Style"/>
                <a:cs typeface="Bookman Old Style"/>
              </a:rPr>
              <a:t> </a:t>
            </a:r>
            <a:r>
              <a:rPr sz="1100" spc="-40" dirty="0">
                <a:latin typeface="Georgia"/>
                <a:cs typeface="Georgia"/>
              </a:rPr>
              <a:t>(2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0)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75" dirty="0">
                <a:latin typeface="Georgia"/>
                <a:cs typeface="Georgia"/>
              </a:rPr>
              <a:t>0</a:t>
            </a:r>
            <a:r>
              <a:rPr sz="1100" b="0" i="1" spc="-75" dirty="0">
                <a:latin typeface="Bookman Old Style"/>
                <a:cs typeface="Bookman Old Style"/>
              </a:rPr>
              <a:t>.</a:t>
            </a:r>
            <a:r>
              <a:rPr sz="1100" spc="-75" dirty="0">
                <a:latin typeface="Georgia"/>
                <a:cs typeface="Georgia"/>
              </a:rPr>
              <a:t>3</a:t>
            </a:r>
            <a:r>
              <a:rPr sz="1100" b="0" i="1" spc="-7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-22" baseline="-10416" dirty="0">
                <a:latin typeface="Bookman Old Style"/>
                <a:cs typeface="Bookman Old Style"/>
              </a:rPr>
              <a:t> </a:t>
            </a:r>
            <a:r>
              <a:rPr sz="1100" spc="-40" dirty="0">
                <a:latin typeface="Georgia"/>
                <a:cs typeface="Georgia"/>
              </a:rPr>
              <a:t>(2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2)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0</a:t>
            </a:r>
            <a:r>
              <a:rPr sz="1100" b="0" i="1" dirty="0">
                <a:latin typeface="Bookman Old Style"/>
                <a:cs typeface="Bookman Old Style"/>
              </a:rPr>
              <a:t>.</a:t>
            </a:r>
            <a:r>
              <a:rPr sz="1100" dirty="0">
                <a:latin typeface="Georgia"/>
                <a:cs typeface="Georgia"/>
              </a:rPr>
              <a:t>1,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-2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0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other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pairs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spc="-25" dirty="0">
                <a:latin typeface="Georgia"/>
                <a:cs typeface="Georgia"/>
              </a:rPr>
              <a:t>).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81" y="1720453"/>
            <a:ext cx="110658" cy="1106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0812" y="1705292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619526"/>
            <a:ext cx="308356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Georgia"/>
                <a:cs typeface="Georgia"/>
              </a:rPr>
              <a:t>Are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204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independent?</a:t>
            </a:r>
            <a:endParaRPr sz="1100">
              <a:latin typeface="Georgia"/>
              <a:cs typeface="Georgia"/>
            </a:endParaRPr>
          </a:p>
          <a:p>
            <a:pPr marL="12700" marR="5080" algn="just">
              <a:lnSpc>
                <a:spcPct val="125299"/>
              </a:lnSpc>
            </a:pPr>
            <a:r>
              <a:rPr sz="1100" spc="-15" dirty="0">
                <a:latin typeface="Georgia"/>
                <a:cs typeface="Georgia"/>
              </a:rPr>
              <a:t>Find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probability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mass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function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b="0" i="1" spc="100" dirty="0">
                <a:latin typeface="Bookman Old Style"/>
                <a:cs typeface="Bookman Old Style"/>
              </a:rPr>
              <a:t>Z</a:t>
            </a:r>
            <a:r>
              <a:rPr sz="1100" b="0" i="1" spc="5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b="0" i="1" spc="-95" dirty="0">
                <a:latin typeface="Bookman Old Style"/>
                <a:cs typeface="Bookman Old Style"/>
              </a:rPr>
              <a:t>Y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. </a:t>
            </a:r>
            <a:r>
              <a:rPr sz="1100" spc="-15" dirty="0">
                <a:latin typeface="Georgia"/>
                <a:cs typeface="Georgia"/>
              </a:rPr>
              <a:t>Find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probability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mass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function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b="0" i="1" spc="-60" dirty="0">
                <a:latin typeface="Bookman Old Style"/>
                <a:cs typeface="Bookman Old Style"/>
              </a:rPr>
              <a:t>U</a:t>
            </a:r>
            <a:r>
              <a:rPr sz="1100" b="0" i="1" spc="9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5" dirty="0">
                <a:latin typeface="Bookman Old Style"/>
                <a:cs typeface="Bookman Old Styl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spc="-95" dirty="0">
                <a:latin typeface="Bookman Old Style"/>
                <a:cs typeface="Bookman Old Style"/>
              </a:rPr>
              <a:t>Y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. </a:t>
            </a:r>
            <a:r>
              <a:rPr sz="1100" spc="-15" dirty="0">
                <a:latin typeface="Georgia"/>
                <a:cs typeface="Georgia"/>
              </a:rPr>
              <a:t>Find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probability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mass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function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b="0" i="1" spc="-114" dirty="0">
                <a:latin typeface="Bookman Old Style"/>
                <a:cs typeface="Bookman Old Style"/>
              </a:rPr>
              <a:t>V</a:t>
            </a:r>
            <a:r>
              <a:rPr sz="1100" b="0" i="1" spc="21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5" dirty="0">
                <a:latin typeface="Bookman Old Style"/>
                <a:cs typeface="Bookman Old Styl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spc="-95" dirty="0">
                <a:latin typeface="Bookman Old Style"/>
                <a:cs typeface="Bookman Old Style"/>
              </a:rPr>
              <a:t>Y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381" y="1930485"/>
            <a:ext cx="110658" cy="11065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0812" y="1915325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1381" y="2140518"/>
            <a:ext cx="110658" cy="11065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0812" y="2125357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3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381" y="2350550"/>
            <a:ext cx="110658" cy="11065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0812" y="2335390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4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19/27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83472228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Multiple Random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7236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46225" y="1002039"/>
            <a:ext cx="25158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Joint</a:t>
            </a:r>
            <a:r>
              <a:rPr sz="1200" spc="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PMF</a:t>
            </a:r>
            <a:r>
              <a:rPr sz="1200" spc="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1200" spc="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Two</a:t>
            </a:r>
            <a:r>
              <a:rPr sz="1200" spc="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Random</a:t>
            </a:r>
            <a:r>
              <a:rPr sz="1200" spc="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Variables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3426" y="1162088"/>
            <a:ext cx="4241165" cy="11759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random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variables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same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experiment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 dirty="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spc="105" dirty="0">
                <a:latin typeface="Georgia"/>
                <a:cs typeface="Georgia"/>
              </a:rPr>
              <a:t>(</a:t>
            </a:r>
            <a:r>
              <a:rPr sz="1100" spc="105" dirty="0">
                <a:latin typeface="Lucida Sans Unicode"/>
                <a:cs typeface="Lucida Sans Unicode"/>
              </a:rPr>
              <a:t>{</a:t>
            </a:r>
            <a:r>
              <a:rPr sz="1100" b="0" i="1" spc="105" dirty="0">
                <a:latin typeface="Bookman Old Style"/>
                <a:cs typeface="Bookman Old Style"/>
              </a:rPr>
              <a:t>X</a:t>
            </a:r>
            <a:r>
              <a:rPr sz="1100" b="0" i="1" spc="6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spc="100" dirty="0">
                <a:latin typeface="Bookman Old Style"/>
                <a:cs typeface="Bookman Old Style"/>
              </a:rPr>
              <a:t>x</a:t>
            </a:r>
            <a:r>
              <a:rPr sz="1100" spc="100" dirty="0">
                <a:latin typeface="Lucida Sans Unicode"/>
                <a:cs typeface="Lucida Sans Unicode"/>
              </a:rPr>
              <a:t>}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22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dirty="0">
                <a:latin typeface="Lucida Sans Unicode"/>
                <a:cs typeface="Lucida Sans Unicode"/>
              </a:rPr>
              <a:t>}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spc="65" dirty="0">
                <a:latin typeface="Georgia"/>
                <a:cs typeface="Georgia"/>
              </a:rPr>
              <a:t>(</a:t>
            </a:r>
            <a:r>
              <a:rPr sz="1100" b="0" i="1" spc="65" dirty="0">
                <a:latin typeface="Bookman Old Style"/>
                <a:cs typeface="Bookman Old Style"/>
              </a:rPr>
              <a:t>X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22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 dirty="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dirty="0">
                <a:latin typeface="Lucida Sans Unicode"/>
                <a:cs typeface="Lucida Sans Unicode"/>
              </a:rPr>
              <a:t>}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set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where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have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some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desired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outcome,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 dirty="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tabLst>
                <a:tab pos="1163955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650" spc="847" baseline="53030" dirty="0">
                <a:latin typeface="Arial"/>
                <a:cs typeface="Arial"/>
              </a:rPr>
              <a:t> </a:t>
            </a:r>
            <a:r>
              <a:rPr lang="en-US" sz="1650" spc="847" baseline="53030" dirty="0">
                <a:latin typeface="Arial"/>
                <a:cs typeface="Arial"/>
              </a:rPr>
              <a:t>  </a:t>
            </a:r>
            <a:r>
              <a:rPr sz="1100" b="0" i="1" dirty="0" err="1">
                <a:latin typeface="Bookman Old Style"/>
                <a:cs typeface="Bookman Old Style"/>
              </a:rPr>
              <a:t>p</a:t>
            </a:r>
            <a:r>
              <a:rPr sz="1200" b="0" i="1" baseline="-10416" dirty="0" err="1">
                <a:latin typeface="Bookman Old Style"/>
                <a:cs typeface="Bookman Old Style"/>
              </a:rPr>
              <a:t>X,Y</a:t>
            </a:r>
            <a:r>
              <a:rPr sz="1200" b="0" i="1" spc="-1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A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13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7" name="Picture 16" descr="\documentclass{article}&#10;\usepackage{amsmath}&#10;\pagestyle{empty}&#10;\begin{document}&#10;&#10;&#10;$\sum\limits_{(x,y)\in A}$&#10;&#10;\end{document}" title="IguanaTex Bitmap Display">
            <a:extLst>
              <a:ext uri="{FF2B5EF4-FFF2-40B4-BE49-F238E27FC236}">
                <a16:creationId xmlns:a16="http://schemas.microsoft.com/office/drawing/2014/main" id="{EB49C639-6203-BBFC-DD57-B32E2F64066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415" y="2142855"/>
            <a:ext cx="389186" cy="26233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Multiple Random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62748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49793" y="990723"/>
            <a:ext cx="9080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New</a:t>
            </a:r>
            <a:r>
              <a:rPr sz="1200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Notation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716" y="1150785"/>
            <a:ext cx="3823335" cy="3039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random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variables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same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experiment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800" dirty="0">
              <a:latin typeface="Century"/>
              <a:cs typeface="Century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14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0" name="Picture 19" descr="\documentclass{article}&#10;\usepackage{amsmath}&#10;\pagestyle{empty}&#10;\begin{document}&#10;&#10;&#10;$\sum\limits_{(x,y)\in \Omega} p_{X,Y}(x,y)=1$&#10;&#10;\end{document}" title="IguanaTex Bitmap Display">
            <a:extLst>
              <a:ext uri="{FF2B5EF4-FFF2-40B4-BE49-F238E27FC236}">
                <a16:creationId xmlns:a16="http://schemas.microsoft.com/office/drawing/2014/main" id="{088546BA-2450-6AA7-0657-D59DFBEDF5F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363" y="1613640"/>
            <a:ext cx="1910039" cy="391395"/>
          </a:xfrm>
          <a:prstGeom prst="rect">
            <a:avLst/>
          </a:prstGeom>
        </p:spPr>
      </p:pic>
      <p:pic>
        <p:nvPicPr>
          <p:cNvPr id="22" name="Picture 21" descr="\documentclass{article}&#10;\usepackage{amsmath}&#10;\pagestyle{empty}&#10;\begin{document}&#10;&#10;&#10;$\sum\limits_x \sum\limits_y p_{X,Y}(x,y)=1$&#10;&#10;\end{document}" title="IguanaTex Bitmap Display">
            <a:extLst>
              <a:ext uri="{FF2B5EF4-FFF2-40B4-BE49-F238E27FC236}">
                <a16:creationId xmlns:a16="http://schemas.microsoft.com/office/drawing/2014/main" id="{F54CBEE4-0013-5F2C-3E48-0FC4EDFF45B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50" y="2312184"/>
            <a:ext cx="1676400" cy="34093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5915" y="62407"/>
            <a:ext cx="199643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Software Teams</a:t>
            </a: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1400">
              <a:latin typeface="Georgia"/>
              <a:cs typeface="Georg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94091" y="1227226"/>
          <a:ext cx="1219834" cy="8915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54"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1968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 marR="102870">
                        <a:lnSpc>
                          <a:spcPts val="810"/>
                        </a:lnSpc>
                        <a:spcBef>
                          <a:spcPts val="45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r>
                        <a:rPr sz="800" spc="500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800" spc="-4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 marR="121920">
                        <a:lnSpc>
                          <a:spcPts val="810"/>
                        </a:lnSpc>
                        <a:spcBef>
                          <a:spcPts val="45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r>
                        <a:rPr sz="800" spc="500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800" spc="-4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154"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698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1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1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15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5915" y="62407"/>
            <a:ext cx="199643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Software Teams</a:t>
            </a:r>
            <a:r>
              <a:rPr sz="140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1400">
              <a:latin typeface="Georgia"/>
              <a:cs typeface="Georg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2028" y="1227226"/>
          <a:ext cx="1303653" cy="8915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5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1968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 marR="102870">
                        <a:lnSpc>
                          <a:spcPts val="810"/>
                        </a:lnSpc>
                        <a:spcBef>
                          <a:spcPts val="45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r>
                        <a:rPr sz="800" spc="500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800" spc="-4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 marR="121920">
                        <a:lnSpc>
                          <a:spcPts val="810"/>
                        </a:lnSpc>
                        <a:spcBef>
                          <a:spcPts val="45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r>
                        <a:rPr sz="800" spc="500" dirty="0">
                          <a:latin typeface="Century"/>
                          <a:cs typeface="Century"/>
                        </a:rPr>
                        <a:t> </a:t>
                      </a:r>
                      <a:r>
                        <a:rPr sz="800" spc="-4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7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15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698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1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1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1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73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73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5601" y="62407"/>
            <a:ext cx="28562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Marginal</a:t>
            </a:r>
            <a:r>
              <a:rPr spc="20" dirty="0"/>
              <a:t> </a:t>
            </a:r>
            <a:r>
              <a:rPr dirty="0"/>
              <a:t>Probability</a:t>
            </a:r>
            <a:r>
              <a:rPr spc="25" dirty="0"/>
              <a:t> </a:t>
            </a:r>
            <a:r>
              <a:rPr dirty="0"/>
              <a:t>Mass</a:t>
            </a:r>
            <a:r>
              <a:rPr spc="2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71804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4254" y="1001468"/>
            <a:ext cx="235902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Marginal</a:t>
            </a:r>
            <a:r>
              <a:rPr sz="12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Probability</a:t>
            </a:r>
            <a:r>
              <a:rPr sz="12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Georgia"/>
                <a:cs typeface="Georgia"/>
              </a:rPr>
              <a:t>Mass</a:t>
            </a:r>
            <a:r>
              <a:rPr sz="12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Georgia"/>
                <a:cs typeface="Georgia"/>
              </a:rPr>
              <a:t>Function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8482" y="1727162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2684" y="1172083"/>
            <a:ext cx="4035425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rv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same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experiment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define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the</a:t>
            </a:r>
            <a:endParaRPr sz="1100" dirty="0">
              <a:latin typeface="Georgia"/>
              <a:cs typeface="Georgia"/>
            </a:endParaRPr>
          </a:p>
          <a:p>
            <a:pPr marR="4445" algn="ctr">
              <a:lnSpc>
                <a:spcPct val="100000"/>
              </a:lnSpc>
              <a:spcBef>
                <a:spcPts val="35"/>
              </a:spcBef>
            </a:pPr>
            <a:r>
              <a:rPr sz="1100" b="1" spc="-20" dirty="0">
                <a:latin typeface="Georgia"/>
                <a:cs typeface="Georgia"/>
              </a:rPr>
              <a:t>Marginal</a:t>
            </a:r>
            <a:r>
              <a:rPr sz="1100" b="1" spc="3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Probability</a:t>
            </a:r>
            <a:r>
              <a:rPr sz="1100" b="1" spc="35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Mass</a:t>
            </a:r>
            <a:r>
              <a:rPr sz="1100" b="1" spc="3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Functions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8785" y="1668399"/>
            <a:ext cx="8693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767080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4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b="0" i="1" spc="-50" dirty="0">
                <a:latin typeface="Bookman Old Style"/>
                <a:cs typeface="Bookman Old Style"/>
              </a:rPr>
              <a:t>P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4993" y="1727162"/>
            <a:ext cx="1955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-25" dirty="0">
                <a:latin typeface="Bookman Old Style"/>
                <a:cs typeface="Bookman Old Style"/>
              </a:rPr>
              <a:t>X,Y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77807" y="1668399"/>
            <a:ext cx="3340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6686" y="2217331"/>
            <a:ext cx="755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-40" dirty="0">
                <a:latin typeface="Bookman Old Style"/>
                <a:cs typeface="Bookman Old Style"/>
              </a:rPr>
              <a:t>Y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6989" y="2158568"/>
            <a:ext cx="8528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750570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2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b="0" i="1" spc="-50" dirty="0">
                <a:latin typeface="Bookman Old Style"/>
                <a:cs typeface="Bookman Old Style"/>
              </a:rPr>
              <a:t>P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56789" y="2217331"/>
            <a:ext cx="1955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-25" dirty="0">
                <a:latin typeface="Bookman Old Style"/>
                <a:cs typeface="Bookman Old Style"/>
              </a:rPr>
              <a:t>X,Y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69603" y="2158568"/>
            <a:ext cx="3340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17</a:t>
            </a:fld>
            <a:r>
              <a:rPr dirty="0"/>
              <a:t>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7" name="Picture 26" descr="\documentclass{article}&#10;\usepackage{amsmath}&#10;\pagestyle{empty}&#10;\begin{document}&#10;&#10;$\sum\limits_x$&#10;&#10;&#10;\end{document}" title="IguanaTex Bitmap Display">
            <a:extLst>
              <a:ext uri="{FF2B5EF4-FFF2-40B4-BE49-F238E27FC236}">
                <a16:creationId xmlns:a16="http://schemas.microsoft.com/office/drawing/2014/main" id="{26F4E5CD-8DD9-0CD3-0B91-78BCA59D6C4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739" y="2173891"/>
            <a:ext cx="179657" cy="305143"/>
          </a:xfrm>
          <a:prstGeom prst="rect">
            <a:avLst/>
          </a:prstGeom>
        </p:spPr>
      </p:pic>
      <p:pic>
        <p:nvPicPr>
          <p:cNvPr id="30" name="Picture 29" descr="\documentclass{article}&#10;\usepackage{amsmath}&#10;\pagestyle{empty}&#10;\begin{document}&#10;&#10;$\sum\limits_y$&#10;&#10;&#10;\end{document}" title="IguanaTex Bitmap Display">
            <a:extLst>
              <a:ext uri="{FF2B5EF4-FFF2-40B4-BE49-F238E27FC236}">
                <a16:creationId xmlns:a16="http://schemas.microsoft.com/office/drawing/2014/main" id="{704DDE2A-1ABE-AC12-5996-534564E3003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739" y="1654353"/>
            <a:ext cx="179657" cy="33051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110" y="62407"/>
            <a:ext cx="31940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Functions</a:t>
            </a:r>
            <a:r>
              <a:rPr sz="14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14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Multiple</a:t>
            </a:r>
            <a:r>
              <a:rPr sz="14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Random</a:t>
            </a:r>
            <a:r>
              <a:rPr sz="14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Variables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059395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3843" y="1089059"/>
            <a:ext cx="26396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5" dirty="0">
                <a:solidFill>
                  <a:srgbClr val="FFFFFF"/>
                </a:solidFill>
                <a:latin typeface="Georgia"/>
                <a:cs typeface="Georgia"/>
              </a:rPr>
              <a:t>Functions</a:t>
            </a:r>
            <a:r>
              <a:rPr sz="12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12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Georgia"/>
                <a:cs typeface="Georgia"/>
              </a:rPr>
              <a:t>Multiple</a:t>
            </a:r>
            <a:r>
              <a:rPr sz="12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Random</a:t>
            </a:r>
            <a:r>
              <a:rPr sz="12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Variables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3383" y="1599298"/>
            <a:ext cx="5441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spc="-10" dirty="0">
                <a:latin typeface="Bookman Old Style"/>
                <a:cs typeface="Bookman Old Style"/>
              </a:rPr>
              <a:t>p</a:t>
            </a:r>
            <a:r>
              <a:rPr sz="1200" b="0" i="1" spc="-15" baseline="-10416" dirty="0">
                <a:latin typeface="Bookman Old Style"/>
                <a:cs typeface="Bookman Old Style"/>
              </a:rPr>
              <a:t>Z</a:t>
            </a:r>
            <a:r>
              <a:rPr sz="1200" b="0" i="1" spc="-20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z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5342" y="1233294"/>
            <a:ext cx="909955" cy="215443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9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b="0" i="1" spc="100" dirty="0">
                <a:latin typeface="Bookman Old Style"/>
                <a:cs typeface="Bookman Old Style"/>
              </a:rPr>
              <a:t>Z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g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7857" y="1811833"/>
            <a:ext cx="6927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entury"/>
                <a:cs typeface="Century"/>
              </a:rPr>
              <a:t>(</a:t>
            </a:r>
            <a:r>
              <a:rPr sz="800" b="0" i="1" spc="-10" dirty="0">
                <a:latin typeface="Bookman Old Style"/>
                <a:cs typeface="Bookman Old Style"/>
              </a:rPr>
              <a:t>x,y</a:t>
            </a:r>
            <a:r>
              <a:rPr sz="800" spc="-10" dirty="0">
                <a:latin typeface="Century"/>
                <a:cs typeface="Century"/>
              </a:rPr>
              <a:t>)</a:t>
            </a:r>
            <a:r>
              <a:rPr sz="800" spc="-10" dirty="0">
                <a:latin typeface="Lucida Sans Unicode"/>
                <a:cs typeface="Lucida Sans Unicode"/>
              </a:rPr>
              <a:t>|</a:t>
            </a:r>
            <a:r>
              <a:rPr sz="800" b="0" i="1" spc="-10" dirty="0">
                <a:latin typeface="Bookman Old Style"/>
                <a:cs typeface="Bookman Old Style"/>
              </a:rPr>
              <a:t>g</a:t>
            </a:r>
            <a:r>
              <a:rPr sz="800" spc="-10" dirty="0">
                <a:latin typeface="Century"/>
                <a:cs typeface="Century"/>
              </a:rPr>
              <a:t>(</a:t>
            </a:r>
            <a:r>
              <a:rPr sz="800" b="0" i="1" spc="-10" dirty="0">
                <a:latin typeface="Bookman Old Style"/>
                <a:cs typeface="Bookman Old Style"/>
              </a:rPr>
              <a:t>x,y</a:t>
            </a:r>
            <a:r>
              <a:rPr sz="800" spc="-10" dirty="0">
                <a:latin typeface="Century"/>
                <a:cs typeface="Century"/>
              </a:rPr>
              <a:t>)=</a:t>
            </a:r>
            <a:r>
              <a:rPr sz="800" b="0" i="1" spc="-10" dirty="0">
                <a:latin typeface="Bookman Old Style"/>
                <a:cs typeface="Bookman Old Style"/>
              </a:rPr>
              <a:t>z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9885" y="1599298"/>
            <a:ext cx="66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-1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0" name="Picture 19" descr="\documentclass{article}&#10;\usepackage{amsmath}&#10;\pagestyle{empty}&#10;\begin{document}&#10;&#10;$\sum$&#10;&#10;&#10;\end{document}" title="IguanaTex Bitmap Display">
            <a:extLst>
              <a:ext uri="{FF2B5EF4-FFF2-40B4-BE49-F238E27FC236}">
                <a16:creationId xmlns:a16="http://schemas.microsoft.com/office/drawing/2014/main" id="{115F5240-A5C9-9BA5-248C-E3338358B0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074" y="1601125"/>
            <a:ext cx="179657" cy="18994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110" y="62407"/>
            <a:ext cx="31940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Functions</a:t>
            </a:r>
            <a:r>
              <a:rPr spc="20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Multiple</a:t>
            </a:r>
            <a:r>
              <a:rPr spc="20" dirty="0"/>
              <a:t> </a:t>
            </a:r>
            <a:r>
              <a:rPr dirty="0"/>
              <a:t>Random</a:t>
            </a:r>
            <a:r>
              <a:rPr spc="20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059395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3843" y="1089059"/>
            <a:ext cx="26396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5" dirty="0">
                <a:solidFill>
                  <a:srgbClr val="FFFFFF"/>
                </a:solidFill>
                <a:latin typeface="Georgia"/>
                <a:cs typeface="Georgia"/>
              </a:rPr>
              <a:t>Functions</a:t>
            </a:r>
            <a:r>
              <a:rPr sz="12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12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Georgia"/>
                <a:cs typeface="Georgia"/>
              </a:rPr>
              <a:t>Multiple</a:t>
            </a:r>
            <a:r>
              <a:rPr sz="1200" spc="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Random</a:t>
            </a:r>
            <a:r>
              <a:rPr sz="12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Variables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3383" y="1599298"/>
            <a:ext cx="5441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spc="-10" dirty="0">
                <a:latin typeface="Bookman Old Style"/>
                <a:cs typeface="Bookman Old Style"/>
              </a:rPr>
              <a:t>p</a:t>
            </a:r>
            <a:r>
              <a:rPr sz="1200" b="0" i="1" spc="-15" baseline="-10416" dirty="0">
                <a:latin typeface="Bookman Old Style"/>
                <a:cs typeface="Bookman Old Style"/>
              </a:rPr>
              <a:t>Z</a:t>
            </a:r>
            <a:r>
              <a:rPr sz="1200" b="0" i="1" spc="-20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z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5342" y="1233294"/>
            <a:ext cx="909955" cy="215443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9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b="0" i="1" spc="100" dirty="0">
                <a:latin typeface="Bookman Old Style"/>
                <a:cs typeface="Bookman Old Style"/>
              </a:rPr>
              <a:t>Z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g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7857" y="1811833"/>
            <a:ext cx="6927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Century"/>
                <a:cs typeface="Century"/>
              </a:rPr>
              <a:t>(</a:t>
            </a:r>
            <a:r>
              <a:rPr sz="800" b="0" i="1" spc="-10" dirty="0">
                <a:latin typeface="Bookman Old Style"/>
                <a:cs typeface="Bookman Old Style"/>
              </a:rPr>
              <a:t>x,y</a:t>
            </a:r>
            <a:r>
              <a:rPr sz="800" spc="-10" dirty="0">
                <a:latin typeface="Century"/>
                <a:cs typeface="Century"/>
              </a:rPr>
              <a:t>)</a:t>
            </a:r>
            <a:r>
              <a:rPr sz="800" spc="-10" dirty="0">
                <a:latin typeface="Lucida Sans Unicode"/>
                <a:cs typeface="Lucida Sans Unicode"/>
              </a:rPr>
              <a:t>|</a:t>
            </a:r>
            <a:r>
              <a:rPr sz="800" b="0" i="1" spc="-10" dirty="0">
                <a:latin typeface="Bookman Old Style"/>
                <a:cs typeface="Bookman Old Style"/>
              </a:rPr>
              <a:t>g</a:t>
            </a:r>
            <a:r>
              <a:rPr sz="800" spc="-10" dirty="0">
                <a:latin typeface="Century"/>
                <a:cs typeface="Century"/>
              </a:rPr>
              <a:t>(</a:t>
            </a:r>
            <a:r>
              <a:rPr sz="800" b="0" i="1" spc="-10" dirty="0">
                <a:latin typeface="Bookman Old Style"/>
                <a:cs typeface="Bookman Old Style"/>
              </a:rPr>
              <a:t>x,y</a:t>
            </a:r>
            <a:r>
              <a:rPr sz="800" spc="-10" dirty="0">
                <a:latin typeface="Century"/>
                <a:cs typeface="Century"/>
              </a:rPr>
              <a:t>)=</a:t>
            </a:r>
            <a:r>
              <a:rPr sz="800" b="0" i="1" spc="-10" dirty="0">
                <a:latin typeface="Bookman Old Style"/>
                <a:cs typeface="Bookman Old Style"/>
              </a:rPr>
              <a:t>z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9885" y="1599298"/>
            <a:ext cx="66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-1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0" name="Picture 19" descr="\documentclass{article}&#10;\usepackage{amsmath}&#10;\pagestyle{empty}&#10;\begin{document}&#10;&#10;$\sum$&#10;&#10;&#10;\end{document}" title="IguanaTex Bitmap Display">
            <a:extLst>
              <a:ext uri="{FF2B5EF4-FFF2-40B4-BE49-F238E27FC236}">
                <a16:creationId xmlns:a16="http://schemas.microsoft.com/office/drawing/2014/main" id="{914A245B-916D-9620-7491-BA841A151EA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074" y="1601125"/>
            <a:ext cx="179657" cy="18994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873" y="62407"/>
            <a:ext cx="35845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Expectation</a:t>
            </a:r>
            <a:r>
              <a:rPr spc="50" dirty="0"/>
              <a:t> </a:t>
            </a:r>
            <a:r>
              <a:rPr dirty="0"/>
              <a:t>with</a:t>
            </a:r>
            <a:r>
              <a:rPr spc="55" dirty="0"/>
              <a:t> </a:t>
            </a:r>
            <a:r>
              <a:rPr dirty="0"/>
              <a:t>Multiple</a:t>
            </a:r>
            <a:r>
              <a:rPr spc="50" dirty="0"/>
              <a:t> </a:t>
            </a:r>
            <a:r>
              <a:rPr dirty="0"/>
              <a:t>Random</a:t>
            </a:r>
            <a:r>
              <a:rPr spc="5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22679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0194" y="1252343"/>
            <a:ext cx="30276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Expected</a:t>
            </a:r>
            <a:r>
              <a:rPr sz="12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Value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 of</a:t>
            </a:r>
            <a:r>
              <a:rPr sz="12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Georgia"/>
                <a:cs typeface="Georgia"/>
              </a:rPr>
              <a:t>Multiple</a:t>
            </a:r>
            <a:r>
              <a:rPr sz="12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Random</a:t>
            </a:r>
            <a:r>
              <a:rPr sz="12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Variables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55342" y="1396578"/>
            <a:ext cx="909955" cy="215443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9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b="0" i="1" spc="100" dirty="0">
                <a:latin typeface="Bookman Old Style"/>
                <a:cs typeface="Bookman Old Style"/>
              </a:rPr>
              <a:t>Z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g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79637" y="1959229"/>
            <a:ext cx="1568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-25" dirty="0">
                <a:latin typeface="Bookman Old Style"/>
                <a:cs typeface="Bookman Old Style"/>
              </a:rPr>
              <a:t>x,y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5215" y="1762582"/>
            <a:ext cx="20161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1540510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Georgia"/>
                <a:cs typeface="Georgia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Z</a:t>
            </a:r>
            <a:r>
              <a:rPr sz="1100" dirty="0">
                <a:latin typeface="Georgia"/>
                <a:cs typeface="Georgia"/>
              </a:rPr>
              <a:t>]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Georgia"/>
                <a:cs typeface="Georgia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g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)]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b="0" i="1" spc="-20" dirty="0">
                <a:latin typeface="Bookman Old Style"/>
                <a:cs typeface="Bookman Old Style"/>
              </a:rPr>
              <a:t>g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x,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spc="-45" dirty="0">
                <a:latin typeface="Bookman Old Style"/>
                <a:cs typeface="Bookman Old Style"/>
              </a:rPr>
              <a:t>y</a:t>
            </a:r>
            <a:r>
              <a:rPr sz="1100" spc="-45" dirty="0">
                <a:latin typeface="Georgia"/>
                <a:cs typeface="Georgia"/>
              </a:rPr>
              <a:t>)</a:t>
            </a:r>
            <a:r>
              <a:rPr sz="1100" b="0" i="1" spc="-45" dirty="0">
                <a:latin typeface="Bookman Old Style"/>
                <a:cs typeface="Bookman Old Style"/>
              </a:rPr>
              <a:t>p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38563" y="1821358"/>
            <a:ext cx="1955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-25" dirty="0">
                <a:latin typeface="Bookman Old Style"/>
                <a:cs typeface="Bookman Old Style"/>
              </a:rPr>
              <a:t>X,Y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51365" y="1762582"/>
            <a:ext cx="3340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12/27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0" name="Picture 19" descr="\documentclass{article}&#10;\usepackage{amsmath}&#10;\pagestyle{empty}&#10;\begin{document}&#10;&#10;$\sum$&#10;&#10;&#10;\end{document}" title="IguanaTex Bitmap Display">
            <a:extLst>
              <a:ext uri="{FF2B5EF4-FFF2-40B4-BE49-F238E27FC236}">
                <a16:creationId xmlns:a16="http://schemas.microsoft.com/office/drawing/2014/main" id="{5F6B5C3B-40C1-492F-D093-FBF76148738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825" y="1789812"/>
            <a:ext cx="179657" cy="18994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873" y="62407"/>
            <a:ext cx="35845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Expectation</a:t>
            </a:r>
            <a:r>
              <a:rPr sz="14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with</a:t>
            </a:r>
            <a:r>
              <a:rPr sz="14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Multiple</a:t>
            </a:r>
            <a:r>
              <a:rPr sz="14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Random</a:t>
            </a:r>
            <a:r>
              <a:rPr sz="14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Variables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340027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90966" y="1369691"/>
            <a:ext cx="8261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0" i="1" dirty="0">
                <a:solidFill>
                  <a:srgbClr val="FFFFFF"/>
                </a:solidFill>
                <a:latin typeface="Bookman Old Style"/>
                <a:cs typeface="Bookman Old Style"/>
              </a:rPr>
              <a:t>aX</a:t>
            </a:r>
            <a:r>
              <a:rPr sz="1200" b="0" i="1" spc="-4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spc="130" dirty="0">
                <a:solidFill>
                  <a:srgbClr val="FFFFFF"/>
                </a:solidFill>
                <a:latin typeface="Georgia"/>
                <a:cs typeface="Georgia"/>
              </a:rPr>
              <a:t>+</a:t>
            </a: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b="0" i="1" spc="-100" dirty="0">
                <a:solidFill>
                  <a:srgbClr val="FFFFFF"/>
                </a:solidFill>
                <a:latin typeface="Bookman Old Style"/>
                <a:cs typeface="Bookman Old Style"/>
              </a:rPr>
              <a:t>bY</a:t>
            </a:r>
            <a:r>
              <a:rPr sz="1200" b="0" i="1" spc="11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spc="130" dirty="0">
                <a:solidFill>
                  <a:srgbClr val="FFFFFF"/>
                </a:solidFill>
                <a:latin typeface="Georgia"/>
                <a:cs typeface="Georgia"/>
              </a:rPr>
              <a:t>+</a:t>
            </a:r>
            <a:r>
              <a:rPr sz="1200" spc="-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b="0" i="1" spc="-95" dirty="0">
                <a:solidFill>
                  <a:srgbClr val="FFFFFF"/>
                </a:solidFill>
                <a:latin typeface="Bookman Old Style"/>
                <a:cs typeface="Bookman Old Style"/>
              </a:rPr>
              <a:t>c</a:t>
            </a:r>
            <a:endParaRPr sz="12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744789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9695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Georgia"/>
                <a:cs typeface="Georgia"/>
              </a:rPr>
              <a:t>([</a:t>
            </a:r>
            <a:r>
              <a:rPr sz="1100" b="0" i="1" dirty="0">
                <a:latin typeface="Bookman Old Style"/>
                <a:cs typeface="Bookman Old Style"/>
              </a:rPr>
              <a:t>aX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b="0" i="1" spc="-70" dirty="0">
                <a:latin typeface="Bookman Old Style"/>
                <a:cs typeface="Bookman Old Style"/>
              </a:rPr>
              <a:t>bY</a:t>
            </a:r>
            <a:r>
              <a:rPr sz="1100" b="0" i="1" spc="14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b="0" i="1" spc="-75" dirty="0">
                <a:latin typeface="Bookman Old Style"/>
                <a:cs typeface="Bookman Old Style"/>
              </a:rPr>
              <a:t>c</a:t>
            </a:r>
            <a:r>
              <a:rPr sz="1100" spc="-75" dirty="0">
                <a:latin typeface="Georgia"/>
                <a:cs typeface="Georgia"/>
              </a:rPr>
              <a:t>]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aE</a:t>
            </a:r>
            <a:r>
              <a:rPr sz="1100" dirty="0">
                <a:latin typeface="Georgia"/>
                <a:cs typeface="Georgia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Georgia"/>
                <a:cs typeface="Georgia"/>
              </a:rPr>
              <a:t>]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b="0" i="1" spc="-80" dirty="0">
                <a:latin typeface="Bookman Old Style"/>
                <a:cs typeface="Bookman Old Style"/>
              </a:rPr>
              <a:t>bE</a:t>
            </a:r>
            <a:r>
              <a:rPr sz="1100" spc="-80" dirty="0">
                <a:latin typeface="Georgia"/>
                <a:cs typeface="Georgia"/>
              </a:rPr>
              <a:t>[</a:t>
            </a:r>
            <a:r>
              <a:rPr sz="1100" b="0" i="1" spc="-80" dirty="0">
                <a:latin typeface="Bookman Old Style"/>
                <a:cs typeface="Bookman Old Style"/>
              </a:rPr>
              <a:t>Y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spc="-120" dirty="0">
                <a:latin typeface="Georgia"/>
                <a:cs typeface="Georgia"/>
              </a:rPr>
              <a:t>]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13/27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0618" y="62407"/>
            <a:ext cx="706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550697"/>
            <a:ext cx="434975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expected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value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g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x,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6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throws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of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six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sided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die?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11046" y="1000544"/>
          <a:ext cx="1779898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8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8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9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8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9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8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9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45" dirty="0">
                          <a:latin typeface="Georgia"/>
                          <a:cs typeface="Georgia"/>
                        </a:rPr>
                        <a:t>11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8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9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45" dirty="0">
                          <a:latin typeface="Georgia"/>
                          <a:cs typeface="Georgia"/>
                        </a:rPr>
                        <a:t>11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0444" y="2365921"/>
            <a:ext cx="42792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(any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throw)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200" u="sng" spc="-44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1200" spc="525" baseline="31250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so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add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each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column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up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get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27,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33,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39,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45,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51,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2451023"/>
            <a:ext cx="2217420" cy="278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9685" algn="ctr">
              <a:lnSpc>
                <a:spcPts val="819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36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1180"/>
              </a:lnSpc>
            </a:pPr>
            <a:r>
              <a:rPr sz="1100" dirty="0">
                <a:latin typeface="Georgia"/>
                <a:cs typeface="Georgia"/>
              </a:rPr>
              <a:t>57.</a:t>
            </a:r>
            <a:r>
              <a:rPr sz="1100" spc="1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Add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these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sums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up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get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252.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919" y="2975165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36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033" y="2890062"/>
            <a:ext cx="2976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252</a:t>
            </a:r>
            <a:r>
              <a:rPr sz="1200" spc="179" baseline="31250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7,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expected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value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sum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dice.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14/27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15620">
              <a:lnSpc>
                <a:spcPct val="100000"/>
              </a:lnSpc>
              <a:spcBef>
                <a:spcPts val="135"/>
              </a:spcBef>
            </a:pPr>
            <a:r>
              <a:rPr dirty="0"/>
              <a:t>PMF</a:t>
            </a:r>
            <a:r>
              <a:rPr spc="27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599681"/>
            <a:ext cx="4432300" cy="1240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Two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random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variables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6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have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joint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distribution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function,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44" baseline="-10416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(0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0)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75" dirty="0">
                <a:latin typeface="Georgia"/>
                <a:cs typeface="Georgia"/>
              </a:rPr>
              <a:t>0</a:t>
            </a:r>
            <a:r>
              <a:rPr sz="1100" b="0" i="1" spc="-75" dirty="0">
                <a:latin typeface="Bookman Old Style"/>
                <a:cs typeface="Bookman Old Style"/>
              </a:rPr>
              <a:t>.</a:t>
            </a:r>
            <a:r>
              <a:rPr sz="1100" spc="-75" dirty="0">
                <a:latin typeface="Georgia"/>
                <a:cs typeface="Georgia"/>
              </a:rPr>
              <a:t>2</a:t>
            </a:r>
            <a:r>
              <a:rPr sz="1100" b="0" i="1" spc="-75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44" baseline="-10416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(0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2)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75" dirty="0">
                <a:latin typeface="Georgia"/>
                <a:cs typeface="Georgia"/>
              </a:rPr>
              <a:t>0</a:t>
            </a:r>
            <a:r>
              <a:rPr sz="1100" b="0" i="1" spc="-75" dirty="0">
                <a:latin typeface="Bookman Old Style"/>
                <a:cs typeface="Bookman Old Style"/>
              </a:rPr>
              <a:t>.</a:t>
            </a:r>
            <a:r>
              <a:rPr sz="1100" spc="-75" dirty="0">
                <a:latin typeface="Georgia"/>
                <a:cs typeface="Georgia"/>
              </a:rPr>
              <a:t>3</a:t>
            </a:r>
            <a:r>
              <a:rPr sz="1100" b="0" i="1" spc="-75" dirty="0">
                <a:latin typeface="Bookman Old Style"/>
                <a:cs typeface="Bookman Old Style"/>
              </a:rPr>
              <a:t>,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44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1)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0</a:t>
            </a:r>
            <a:r>
              <a:rPr sz="1100" b="0" i="1" spc="-20" dirty="0">
                <a:latin typeface="Bookman Old Style"/>
                <a:cs typeface="Bookman Old Style"/>
              </a:rPr>
              <a:t>.</a:t>
            </a:r>
            <a:r>
              <a:rPr sz="1100" spc="-20" dirty="0">
                <a:latin typeface="Georgia"/>
                <a:cs typeface="Georgia"/>
              </a:rPr>
              <a:t>1</a:t>
            </a:r>
            <a:r>
              <a:rPr sz="1100" b="0" i="1" spc="-20" dirty="0">
                <a:latin typeface="Bookman Old Style"/>
                <a:cs typeface="Bookman Old Style"/>
              </a:rPr>
              <a:t>,</a:t>
            </a:r>
            <a:endParaRPr sz="1100">
              <a:latin typeface="Bookman Old Style"/>
              <a:cs typeface="Bookman Old Style"/>
            </a:endParaRPr>
          </a:p>
          <a:p>
            <a:pPr marL="50800" marR="43180">
              <a:lnSpc>
                <a:spcPct val="102699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-67" baseline="-10416" dirty="0">
                <a:latin typeface="Bookman Old Style"/>
                <a:cs typeface="Bookman Old Style"/>
              </a:rPr>
              <a:t> </a:t>
            </a:r>
            <a:r>
              <a:rPr sz="1100" spc="-40" dirty="0">
                <a:latin typeface="Georgia"/>
                <a:cs typeface="Georgia"/>
              </a:rPr>
              <a:t>(2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0)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75" dirty="0">
                <a:latin typeface="Georgia"/>
                <a:cs typeface="Georgia"/>
              </a:rPr>
              <a:t>0</a:t>
            </a:r>
            <a:r>
              <a:rPr sz="1100" b="0" i="1" spc="-75" dirty="0">
                <a:latin typeface="Bookman Old Style"/>
                <a:cs typeface="Bookman Old Style"/>
              </a:rPr>
              <a:t>.</a:t>
            </a:r>
            <a:r>
              <a:rPr sz="1100" spc="-75" dirty="0">
                <a:latin typeface="Georgia"/>
                <a:cs typeface="Georgia"/>
              </a:rPr>
              <a:t>3</a:t>
            </a:r>
            <a:r>
              <a:rPr sz="1100" b="0" i="1" spc="-7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-22" baseline="-10416" dirty="0">
                <a:latin typeface="Bookman Old Style"/>
                <a:cs typeface="Bookman Old Style"/>
              </a:rPr>
              <a:t> </a:t>
            </a:r>
            <a:r>
              <a:rPr sz="1100" spc="-40" dirty="0">
                <a:latin typeface="Georgia"/>
                <a:cs typeface="Georgia"/>
              </a:rPr>
              <a:t>(2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2)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0</a:t>
            </a:r>
            <a:r>
              <a:rPr sz="1100" b="0" i="1" dirty="0">
                <a:latin typeface="Bookman Old Style"/>
                <a:cs typeface="Bookman Old Style"/>
              </a:rPr>
              <a:t>.</a:t>
            </a:r>
            <a:r>
              <a:rPr sz="1100" dirty="0">
                <a:latin typeface="Georgia"/>
                <a:cs typeface="Georgia"/>
              </a:rPr>
              <a:t>1,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-2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0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other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pairs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spc="-25" dirty="0">
                <a:latin typeface="Georgia"/>
                <a:cs typeface="Georgia"/>
              </a:rPr>
              <a:t>).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First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draw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picture/model.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46440" y="1960384"/>
          <a:ext cx="1310638" cy="933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20/27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0253" y="62407"/>
            <a:ext cx="11677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PMF</a:t>
            </a:r>
            <a:r>
              <a:rPr sz="1400" spc="2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22083"/>
            <a:ext cx="16948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Are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204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independent?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46440" y="1326794"/>
          <a:ext cx="1310638" cy="933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21/27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0253" y="62407"/>
            <a:ext cx="11677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PMF</a:t>
            </a:r>
            <a:r>
              <a:rPr sz="1400" spc="2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61351"/>
            <a:ext cx="30765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Find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mass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function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spc="100" dirty="0">
                <a:latin typeface="Bookman Old Style"/>
                <a:cs typeface="Bookman Old Style"/>
              </a:rPr>
              <a:t>Z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55" dirty="0">
                <a:latin typeface="Georgia"/>
                <a:cs typeface="Georgia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29004" y="1341970"/>
          <a:ext cx="1310638" cy="933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93250" y="1266063"/>
          <a:ext cx="480693" cy="1084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Z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22/27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0253" y="62407"/>
            <a:ext cx="11677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PMF</a:t>
            </a:r>
            <a:r>
              <a:rPr sz="1400" spc="2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61351"/>
            <a:ext cx="30816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Find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mass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function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U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05916" y="1341970"/>
          <a:ext cx="1310638" cy="933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70161" y="1266063"/>
          <a:ext cx="527050" cy="1084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U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55" dirty="0">
                          <a:latin typeface="Georgia"/>
                          <a:cs typeface="Georgia"/>
                        </a:rPr>
                        <a:t>-</a:t>
                      </a:r>
                      <a:r>
                        <a:rPr sz="1100" spc="-5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-</a:t>
                      </a:r>
                      <a:r>
                        <a:rPr sz="1100" spc="-5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9842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9842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9842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23/27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0253" y="62407"/>
            <a:ext cx="11677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PMF</a:t>
            </a:r>
            <a:r>
              <a:rPr sz="1400" spc="2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22083"/>
            <a:ext cx="3083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Find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mass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function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V</a:t>
            </a:r>
            <a:r>
              <a:rPr sz="1100" b="0" i="1" spc="13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29004" y="1326794"/>
          <a:ext cx="1310638" cy="933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93250" y="1339443"/>
          <a:ext cx="480693" cy="908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V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.8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24/27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35"/>
              </a:spcBef>
            </a:pPr>
            <a:r>
              <a:rPr dirty="0"/>
              <a:t>Another</a:t>
            </a:r>
            <a:r>
              <a:rPr spc="170" dirty="0"/>
              <a:t> </a:t>
            </a:r>
            <a:r>
              <a:rPr dirty="0"/>
              <a:t>PMF</a:t>
            </a:r>
            <a:r>
              <a:rPr spc="17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737920"/>
            <a:ext cx="4392930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Two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random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variables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6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have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joint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distribution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function,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37" baseline="-10416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(0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0)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70" dirty="0">
                <a:latin typeface="Georgia"/>
                <a:cs typeface="Georgia"/>
              </a:rPr>
              <a:t>0</a:t>
            </a:r>
            <a:r>
              <a:rPr sz="1100" b="0" i="1" spc="-70" dirty="0">
                <a:latin typeface="Bookman Old Style"/>
                <a:cs typeface="Bookman Old Style"/>
              </a:rPr>
              <a:t>.</a:t>
            </a:r>
            <a:r>
              <a:rPr sz="1100" spc="-70" dirty="0">
                <a:latin typeface="Georgia"/>
                <a:cs typeface="Georgia"/>
              </a:rPr>
              <a:t>25</a:t>
            </a:r>
            <a:r>
              <a:rPr sz="1100" b="0" i="1" spc="-70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37" baseline="-10416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(0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1)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75" dirty="0">
                <a:latin typeface="Georgia"/>
                <a:cs typeface="Georgia"/>
              </a:rPr>
              <a:t>0</a:t>
            </a:r>
            <a:r>
              <a:rPr sz="1100" b="0" i="1" spc="-75" dirty="0">
                <a:latin typeface="Bookman Old Style"/>
                <a:cs typeface="Bookman Old Style"/>
              </a:rPr>
              <a:t>.</a:t>
            </a:r>
            <a:r>
              <a:rPr sz="1100" spc="-75" dirty="0">
                <a:latin typeface="Georgia"/>
                <a:cs typeface="Georgia"/>
              </a:rPr>
              <a:t>2</a:t>
            </a:r>
            <a:r>
              <a:rPr sz="1100" b="0" i="1" spc="-75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44" baseline="-10416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(0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2)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80" dirty="0">
                <a:latin typeface="Georgia"/>
                <a:cs typeface="Georgia"/>
              </a:rPr>
              <a:t>0</a:t>
            </a:r>
            <a:r>
              <a:rPr sz="1100" b="0" i="1" spc="-80" dirty="0">
                <a:latin typeface="Bookman Old Style"/>
                <a:cs typeface="Bookman Old Style"/>
              </a:rPr>
              <a:t>.</a:t>
            </a:r>
            <a:r>
              <a:rPr sz="1100" spc="-80" dirty="0">
                <a:latin typeface="Georgia"/>
                <a:cs typeface="Georgia"/>
              </a:rPr>
              <a:t>05</a:t>
            </a:r>
            <a:r>
              <a:rPr sz="1100" b="0" i="1" spc="-80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44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0)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Georgia"/>
                <a:cs typeface="Georgia"/>
              </a:rPr>
              <a:t>05,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5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1)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90" dirty="0">
                <a:latin typeface="Georgia"/>
                <a:cs typeface="Georgia"/>
              </a:rPr>
              <a:t>0</a:t>
            </a:r>
            <a:r>
              <a:rPr sz="1100" b="0" i="1" spc="-90" dirty="0">
                <a:latin typeface="Bookman Old Style"/>
                <a:cs typeface="Bookman Old Style"/>
              </a:rPr>
              <a:t>.</a:t>
            </a:r>
            <a:r>
              <a:rPr sz="1100" spc="-90" dirty="0">
                <a:latin typeface="Georgia"/>
                <a:cs typeface="Georgia"/>
              </a:rPr>
              <a:t>04</a:t>
            </a:r>
            <a:r>
              <a:rPr sz="1100" b="0" i="1" spc="-90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60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2)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0</a:t>
            </a:r>
            <a:r>
              <a:rPr sz="1100" b="0" i="1" spc="-60" dirty="0">
                <a:latin typeface="Bookman Old Style"/>
                <a:cs typeface="Bookman Old Style"/>
              </a:rPr>
              <a:t>.</a:t>
            </a:r>
            <a:r>
              <a:rPr sz="1100" spc="-60" dirty="0">
                <a:latin typeface="Georgia"/>
                <a:cs typeface="Georgia"/>
              </a:rPr>
              <a:t>01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60" baseline="-10416" dirty="0">
                <a:latin typeface="Bookman Old Style"/>
                <a:cs typeface="Bookman Old Style"/>
              </a:rPr>
              <a:t> </a:t>
            </a:r>
            <a:r>
              <a:rPr sz="1100" spc="-40" dirty="0">
                <a:latin typeface="Georgia"/>
                <a:cs typeface="Georgia"/>
              </a:rPr>
              <a:t>(2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0)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75" dirty="0">
                <a:latin typeface="Georgia"/>
                <a:cs typeface="Georgia"/>
              </a:rPr>
              <a:t>0</a:t>
            </a:r>
            <a:r>
              <a:rPr sz="1100" b="0" i="1" spc="-75" dirty="0">
                <a:latin typeface="Bookman Old Style"/>
                <a:cs typeface="Bookman Old Style"/>
              </a:rPr>
              <a:t>.</a:t>
            </a:r>
            <a:r>
              <a:rPr sz="1100" spc="-75" dirty="0">
                <a:latin typeface="Georgia"/>
                <a:cs typeface="Georgia"/>
              </a:rPr>
              <a:t>2</a:t>
            </a:r>
            <a:r>
              <a:rPr sz="1100" b="0" i="1" spc="-75" dirty="0">
                <a:latin typeface="Bookman Old Style"/>
                <a:cs typeface="Bookman Old Style"/>
              </a:rPr>
              <a:t>,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60" baseline="-10416" dirty="0">
                <a:latin typeface="Bookman Old Style"/>
                <a:cs typeface="Bookman Old Style"/>
              </a:rPr>
              <a:t> </a:t>
            </a:r>
            <a:r>
              <a:rPr sz="1100" spc="-40" dirty="0">
                <a:latin typeface="Georgia"/>
                <a:cs typeface="Georgia"/>
              </a:rPr>
              <a:t>(2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1)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Georgia"/>
                <a:cs typeface="Georgia"/>
              </a:rPr>
              <a:t>16</a:t>
            </a:r>
            <a:r>
              <a:rPr sz="1100" b="0" i="1" spc="-10" dirty="0">
                <a:latin typeface="Bookman Old Style"/>
                <a:cs typeface="Bookman Old Style"/>
              </a:rPr>
              <a:t>,</a:t>
            </a:r>
            <a:endParaRPr sz="110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30" baseline="-10416" dirty="0">
                <a:latin typeface="Bookman Old Style"/>
                <a:cs typeface="Bookman Old Style"/>
              </a:rPr>
              <a:t> </a:t>
            </a:r>
            <a:r>
              <a:rPr sz="1100" spc="-40" dirty="0">
                <a:latin typeface="Georgia"/>
                <a:cs typeface="Georgia"/>
              </a:rPr>
              <a:t>(2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2)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0</a:t>
            </a:r>
            <a:r>
              <a:rPr sz="1100" b="0" i="1" spc="-20" dirty="0">
                <a:latin typeface="Bookman Old Style"/>
                <a:cs typeface="Bookman Old Style"/>
              </a:rPr>
              <a:t>.</a:t>
            </a:r>
            <a:r>
              <a:rPr sz="1100" spc="-20" dirty="0">
                <a:latin typeface="Georgia"/>
                <a:cs typeface="Georgia"/>
              </a:rPr>
              <a:t>04.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25/27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35"/>
              </a:spcBef>
            </a:pPr>
            <a:r>
              <a:rPr dirty="0"/>
              <a:t>Another</a:t>
            </a:r>
            <a:r>
              <a:rPr spc="170" dirty="0"/>
              <a:t> </a:t>
            </a:r>
            <a:r>
              <a:rPr dirty="0"/>
              <a:t>PMF</a:t>
            </a:r>
            <a:r>
              <a:rPr spc="17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737920"/>
            <a:ext cx="4392930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Two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random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variables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6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have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joint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distribution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function,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37" baseline="-10416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(0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0)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70" dirty="0">
                <a:latin typeface="Georgia"/>
                <a:cs typeface="Georgia"/>
              </a:rPr>
              <a:t>0</a:t>
            </a:r>
            <a:r>
              <a:rPr sz="1100" b="0" i="1" spc="-70" dirty="0">
                <a:latin typeface="Bookman Old Style"/>
                <a:cs typeface="Bookman Old Style"/>
              </a:rPr>
              <a:t>.</a:t>
            </a:r>
            <a:r>
              <a:rPr sz="1100" spc="-70" dirty="0">
                <a:latin typeface="Georgia"/>
                <a:cs typeface="Georgia"/>
              </a:rPr>
              <a:t>25</a:t>
            </a:r>
            <a:r>
              <a:rPr sz="1100" b="0" i="1" spc="-70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37" baseline="-10416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(0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1)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75" dirty="0">
                <a:latin typeface="Georgia"/>
                <a:cs typeface="Georgia"/>
              </a:rPr>
              <a:t>0</a:t>
            </a:r>
            <a:r>
              <a:rPr sz="1100" b="0" i="1" spc="-75" dirty="0">
                <a:latin typeface="Bookman Old Style"/>
                <a:cs typeface="Bookman Old Style"/>
              </a:rPr>
              <a:t>.</a:t>
            </a:r>
            <a:r>
              <a:rPr sz="1100" spc="-75" dirty="0">
                <a:latin typeface="Georgia"/>
                <a:cs typeface="Georgia"/>
              </a:rPr>
              <a:t>2</a:t>
            </a:r>
            <a:r>
              <a:rPr sz="1100" b="0" i="1" spc="-75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44" baseline="-10416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(0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2)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80" dirty="0">
                <a:latin typeface="Georgia"/>
                <a:cs typeface="Georgia"/>
              </a:rPr>
              <a:t>0</a:t>
            </a:r>
            <a:r>
              <a:rPr sz="1100" b="0" i="1" spc="-80" dirty="0">
                <a:latin typeface="Bookman Old Style"/>
                <a:cs typeface="Bookman Old Style"/>
              </a:rPr>
              <a:t>.</a:t>
            </a:r>
            <a:r>
              <a:rPr sz="1100" spc="-80" dirty="0">
                <a:latin typeface="Georgia"/>
                <a:cs typeface="Georgia"/>
              </a:rPr>
              <a:t>05</a:t>
            </a:r>
            <a:r>
              <a:rPr sz="1100" b="0" i="1" spc="-80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44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0)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Georgia"/>
                <a:cs typeface="Georgia"/>
              </a:rPr>
              <a:t>05,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5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1)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90" dirty="0">
                <a:latin typeface="Georgia"/>
                <a:cs typeface="Georgia"/>
              </a:rPr>
              <a:t>0</a:t>
            </a:r>
            <a:r>
              <a:rPr sz="1100" b="0" i="1" spc="-90" dirty="0">
                <a:latin typeface="Bookman Old Style"/>
                <a:cs typeface="Bookman Old Style"/>
              </a:rPr>
              <a:t>.</a:t>
            </a:r>
            <a:r>
              <a:rPr sz="1100" spc="-90" dirty="0">
                <a:latin typeface="Georgia"/>
                <a:cs typeface="Georgia"/>
              </a:rPr>
              <a:t>04</a:t>
            </a:r>
            <a:r>
              <a:rPr sz="1100" b="0" i="1" spc="-90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60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2)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0</a:t>
            </a:r>
            <a:r>
              <a:rPr sz="1100" b="0" i="1" spc="-60" dirty="0">
                <a:latin typeface="Bookman Old Style"/>
                <a:cs typeface="Bookman Old Style"/>
              </a:rPr>
              <a:t>.</a:t>
            </a:r>
            <a:r>
              <a:rPr sz="1100" spc="-60" dirty="0">
                <a:latin typeface="Georgia"/>
                <a:cs typeface="Georgia"/>
              </a:rPr>
              <a:t>01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60" baseline="-10416" dirty="0">
                <a:latin typeface="Bookman Old Style"/>
                <a:cs typeface="Bookman Old Style"/>
              </a:rPr>
              <a:t> </a:t>
            </a:r>
            <a:r>
              <a:rPr sz="1100" spc="-40" dirty="0">
                <a:latin typeface="Georgia"/>
                <a:cs typeface="Georgia"/>
              </a:rPr>
              <a:t>(2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0)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75" dirty="0">
                <a:latin typeface="Georgia"/>
                <a:cs typeface="Georgia"/>
              </a:rPr>
              <a:t>0</a:t>
            </a:r>
            <a:r>
              <a:rPr sz="1100" b="0" i="1" spc="-75" dirty="0">
                <a:latin typeface="Bookman Old Style"/>
                <a:cs typeface="Bookman Old Style"/>
              </a:rPr>
              <a:t>.</a:t>
            </a:r>
            <a:r>
              <a:rPr sz="1100" spc="-75" dirty="0">
                <a:latin typeface="Georgia"/>
                <a:cs typeface="Georgia"/>
              </a:rPr>
              <a:t>2</a:t>
            </a:r>
            <a:r>
              <a:rPr sz="1100" b="0" i="1" spc="-75" dirty="0">
                <a:latin typeface="Bookman Old Style"/>
                <a:cs typeface="Bookman Old Style"/>
              </a:rPr>
              <a:t>,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60" baseline="-10416" dirty="0">
                <a:latin typeface="Bookman Old Style"/>
                <a:cs typeface="Bookman Old Style"/>
              </a:rPr>
              <a:t> </a:t>
            </a:r>
            <a:r>
              <a:rPr sz="1100" spc="-40" dirty="0">
                <a:latin typeface="Georgia"/>
                <a:cs typeface="Georgia"/>
              </a:rPr>
              <a:t>(2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1)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Georgia"/>
                <a:cs typeface="Georgia"/>
              </a:rPr>
              <a:t>16</a:t>
            </a:r>
            <a:r>
              <a:rPr sz="1100" b="0" i="1" spc="-10" dirty="0">
                <a:latin typeface="Bookman Old Style"/>
                <a:cs typeface="Bookman Old Style"/>
              </a:rPr>
              <a:t>,</a:t>
            </a:r>
            <a:endParaRPr sz="110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X,Y</a:t>
            </a:r>
            <a:r>
              <a:rPr sz="1200" b="0" i="1" spc="30" baseline="-10416" dirty="0">
                <a:latin typeface="Bookman Old Style"/>
                <a:cs typeface="Bookman Old Style"/>
              </a:rPr>
              <a:t> </a:t>
            </a:r>
            <a:r>
              <a:rPr sz="1100" spc="-40" dirty="0">
                <a:latin typeface="Georgia"/>
                <a:cs typeface="Georgia"/>
              </a:rPr>
              <a:t>(2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2)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0</a:t>
            </a:r>
            <a:r>
              <a:rPr sz="1100" b="0" i="1" spc="-20" dirty="0">
                <a:latin typeface="Bookman Old Style"/>
                <a:cs typeface="Bookman Old Style"/>
              </a:rPr>
              <a:t>.</a:t>
            </a:r>
            <a:r>
              <a:rPr sz="1100" spc="-20" dirty="0">
                <a:latin typeface="Georgia"/>
                <a:cs typeface="Georgia"/>
              </a:rPr>
              <a:t>04.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07896" y="1753044"/>
          <a:ext cx="1587498" cy="933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.25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.20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.20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.40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.40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.10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25/27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5035" y="62407"/>
            <a:ext cx="12376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More</a:t>
            </a:r>
            <a:r>
              <a:rPr dirty="0"/>
              <a:t> </a:t>
            </a:r>
            <a:r>
              <a:rPr spc="-10" dirty="0"/>
              <a:t>Examples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12932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043838"/>
            <a:ext cx="407924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Georgia"/>
                <a:cs typeface="Georgia"/>
              </a:rPr>
              <a:t>Model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traffic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accidents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function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time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day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day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of </a:t>
            </a:r>
            <a:r>
              <a:rPr sz="1100" spc="-20" dirty="0">
                <a:latin typeface="Georgia"/>
                <a:cs typeface="Georgia"/>
              </a:rPr>
              <a:t>week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estimate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police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investigation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requirements.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26/27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5035" y="62407"/>
            <a:ext cx="12376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More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Examples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12932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043838"/>
            <a:ext cx="4079240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Georgia"/>
                <a:cs typeface="Georgia"/>
              </a:rPr>
              <a:t>Model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traffic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accidents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function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time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day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day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of </a:t>
            </a:r>
            <a:r>
              <a:rPr sz="1100" spc="-20" dirty="0">
                <a:latin typeface="Georgia"/>
                <a:cs typeface="Georgia"/>
              </a:rPr>
              <a:t>week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estimate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police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investigation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requirements.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Georgia"/>
                <a:cs typeface="Georgia"/>
              </a:rPr>
              <a:t>Model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sports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scores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function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teams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playing.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11427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26/27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5035" y="62407"/>
            <a:ext cx="12376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More</a:t>
            </a:r>
            <a:r>
              <a:rPr dirty="0"/>
              <a:t> </a:t>
            </a:r>
            <a:r>
              <a:rPr spc="-10" dirty="0"/>
              <a:t>Examples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12932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pc="-10" dirty="0"/>
              <a:t>Model</a:t>
            </a:r>
            <a:r>
              <a:rPr spc="25" dirty="0"/>
              <a:t> </a:t>
            </a:r>
            <a:r>
              <a:rPr spc="-10" dirty="0"/>
              <a:t>traffic</a:t>
            </a:r>
            <a:r>
              <a:rPr spc="25" dirty="0"/>
              <a:t> </a:t>
            </a:r>
            <a:r>
              <a:rPr spc="-20" dirty="0"/>
              <a:t>accidents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as</a:t>
            </a:r>
            <a:r>
              <a:rPr spc="25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function</a:t>
            </a:r>
            <a:r>
              <a:rPr spc="3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time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day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day</a:t>
            </a:r>
            <a:r>
              <a:rPr spc="25" dirty="0"/>
              <a:t> </a:t>
            </a:r>
            <a:r>
              <a:rPr spc="-25" dirty="0"/>
              <a:t>of </a:t>
            </a:r>
            <a:r>
              <a:rPr spc="-20" dirty="0"/>
              <a:t>week</a:t>
            </a:r>
            <a:r>
              <a:rPr spc="30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-10" dirty="0"/>
              <a:t>estimate</a:t>
            </a:r>
            <a:r>
              <a:rPr spc="35" dirty="0"/>
              <a:t> </a:t>
            </a:r>
            <a:r>
              <a:rPr spc="-10" dirty="0"/>
              <a:t>police</a:t>
            </a:r>
            <a:r>
              <a:rPr spc="30" dirty="0"/>
              <a:t> </a:t>
            </a:r>
            <a:r>
              <a:rPr spc="-20" dirty="0"/>
              <a:t>investigation</a:t>
            </a:r>
            <a:r>
              <a:rPr spc="30" dirty="0"/>
              <a:t> </a:t>
            </a:r>
            <a:r>
              <a:rPr spc="-10" dirty="0"/>
              <a:t>requirements.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pc="-10" dirty="0"/>
              <a:t>Model</a:t>
            </a:r>
            <a:r>
              <a:rPr spc="5" dirty="0"/>
              <a:t> </a:t>
            </a:r>
            <a:r>
              <a:rPr dirty="0"/>
              <a:t>sports</a:t>
            </a:r>
            <a:r>
              <a:rPr spc="10" dirty="0"/>
              <a:t> </a:t>
            </a:r>
            <a:r>
              <a:rPr spc="-25" dirty="0"/>
              <a:t>scores</a:t>
            </a:r>
            <a:r>
              <a:rPr spc="10" dirty="0"/>
              <a:t> </a:t>
            </a:r>
            <a:r>
              <a:rPr dirty="0"/>
              <a:t>as</a:t>
            </a:r>
            <a:r>
              <a:rPr spc="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10" dirty="0"/>
              <a:t>function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dirty="0"/>
              <a:t>two</a:t>
            </a:r>
            <a:r>
              <a:rPr spc="10" dirty="0"/>
              <a:t> </a:t>
            </a:r>
            <a:r>
              <a:rPr spc="-10" dirty="0"/>
              <a:t>teams</a:t>
            </a:r>
            <a:r>
              <a:rPr spc="10" dirty="0"/>
              <a:t> </a:t>
            </a:r>
            <a:r>
              <a:rPr spc="-10" dirty="0"/>
              <a:t>playing.</a:t>
            </a:r>
          </a:p>
          <a:p>
            <a:pPr marL="12700" marR="713740">
              <a:lnSpc>
                <a:spcPct val="102699"/>
              </a:lnSpc>
              <a:spcBef>
                <a:spcPts val="295"/>
              </a:spcBef>
            </a:pPr>
            <a:r>
              <a:rPr spc="-10" dirty="0"/>
              <a:t>Model</a:t>
            </a:r>
            <a:r>
              <a:rPr spc="20" dirty="0"/>
              <a:t> </a:t>
            </a:r>
            <a:r>
              <a:rPr spc="-30" dirty="0"/>
              <a:t>number</a:t>
            </a:r>
            <a:r>
              <a:rPr spc="2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air</a:t>
            </a:r>
            <a:r>
              <a:rPr spc="25" dirty="0"/>
              <a:t> </a:t>
            </a:r>
            <a:r>
              <a:rPr spc="-30" dirty="0"/>
              <a:t>passengers</a:t>
            </a:r>
            <a:r>
              <a:rPr spc="25" dirty="0"/>
              <a:t> </a:t>
            </a:r>
            <a:r>
              <a:rPr dirty="0"/>
              <a:t>as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function</a:t>
            </a:r>
            <a:r>
              <a:rPr spc="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origin, destination,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day</a:t>
            </a:r>
            <a:r>
              <a:rPr spc="2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week.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11427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721459"/>
            <a:ext cx="63233" cy="6323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26/27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5035" y="62407"/>
            <a:ext cx="12376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More</a:t>
            </a:r>
            <a:r>
              <a:rPr dirty="0"/>
              <a:t> </a:t>
            </a:r>
            <a:r>
              <a:rPr spc="-10" dirty="0"/>
              <a:t>Examples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12932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pc="-10" dirty="0"/>
              <a:t>Model</a:t>
            </a:r>
            <a:r>
              <a:rPr spc="25" dirty="0"/>
              <a:t> </a:t>
            </a:r>
            <a:r>
              <a:rPr spc="-10" dirty="0"/>
              <a:t>traffic</a:t>
            </a:r>
            <a:r>
              <a:rPr spc="25" dirty="0"/>
              <a:t> </a:t>
            </a:r>
            <a:r>
              <a:rPr spc="-20" dirty="0"/>
              <a:t>accidents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as</a:t>
            </a:r>
            <a:r>
              <a:rPr spc="25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function</a:t>
            </a:r>
            <a:r>
              <a:rPr spc="3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time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day</a:t>
            </a:r>
            <a:r>
              <a:rPr spc="2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day</a:t>
            </a:r>
            <a:r>
              <a:rPr spc="25" dirty="0"/>
              <a:t> </a:t>
            </a:r>
            <a:r>
              <a:rPr spc="-25" dirty="0"/>
              <a:t>of </a:t>
            </a:r>
            <a:r>
              <a:rPr spc="-20" dirty="0"/>
              <a:t>week</a:t>
            </a:r>
            <a:r>
              <a:rPr spc="30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-10" dirty="0"/>
              <a:t>estimate</a:t>
            </a:r>
            <a:r>
              <a:rPr spc="35" dirty="0"/>
              <a:t> </a:t>
            </a:r>
            <a:r>
              <a:rPr spc="-10" dirty="0"/>
              <a:t>police</a:t>
            </a:r>
            <a:r>
              <a:rPr spc="30" dirty="0"/>
              <a:t> </a:t>
            </a:r>
            <a:r>
              <a:rPr spc="-20" dirty="0"/>
              <a:t>investigation</a:t>
            </a:r>
            <a:r>
              <a:rPr spc="30" dirty="0"/>
              <a:t> </a:t>
            </a:r>
            <a:r>
              <a:rPr spc="-10" dirty="0"/>
              <a:t>requirements.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pc="-10" dirty="0"/>
              <a:t>Model</a:t>
            </a:r>
            <a:r>
              <a:rPr spc="5" dirty="0"/>
              <a:t> </a:t>
            </a:r>
            <a:r>
              <a:rPr dirty="0"/>
              <a:t>sports</a:t>
            </a:r>
            <a:r>
              <a:rPr spc="10" dirty="0"/>
              <a:t> </a:t>
            </a:r>
            <a:r>
              <a:rPr spc="-25" dirty="0"/>
              <a:t>scores</a:t>
            </a:r>
            <a:r>
              <a:rPr spc="10" dirty="0"/>
              <a:t> </a:t>
            </a:r>
            <a:r>
              <a:rPr dirty="0"/>
              <a:t>as</a:t>
            </a:r>
            <a:r>
              <a:rPr spc="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10" dirty="0"/>
              <a:t>function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dirty="0"/>
              <a:t>two</a:t>
            </a:r>
            <a:r>
              <a:rPr spc="10" dirty="0"/>
              <a:t> </a:t>
            </a:r>
            <a:r>
              <a:rPr spc="-10" dirty="0"/>
              <a:t>teams</a:t>
            </a:r>
            <a:r>
              <a:rPr spc="10" dirty="0"/>
              <a:t> </a:t>
            </a:r>
            <a:r>
              <a:rPr spc="-10" dirty="0"/>
              <a:t>playing.</a:t>
            </a:r>
          </a:p>
          <a:p>
            <a:pPr marL="12700" marR="713740">
              <a:lnSpc>
                <a:spcPct val="102699"/>
              </a:lnSpc>
              <a:spcBef>
                <a:spcPts val="295"/>
              </a:spcBef>
            </a:pPr>
            <a:r>
              <a:rPr spc="-10" dirty="0"/>
              <a:t>Model</a:t>
            </a:r>
            <a:r>
              <a:rPr spc="20" dirty="0"/>
              <a:t> </a:t>
            </a:r>
            <a:r>
              <a:rPr spc="-30" dirty="0"/>
              <a:t>number</a:t>
            </a:r>
            <a:r>
              <a:rPr spc="2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air</a:t>
            </a:r>
            <a:r>
              <a:rPr spc="25" dirty="0"/>
              <a:t> </a:t>
            </a:r>
            <a:r>
              <a:rPr spc="-30" dirty="0"/>
              <a:t>passengers</a:t>
            </a:r>
            <a:r>
              <a:rPr spc="25" dirty="0"/>
              <a:t> </a:t>
            </a:r>
            <a:r>
              <a:rPr dirty="0"/>
              <a:t>as</a:t>
            </a:r>
            <a:r>
              <a:rPr spc="2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spc="-10" dirty="0"/>
              <a:t>function</a:t>
            </a:r>
            <a:r>
              <a:rPr spc="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origin, destination,</a:t>
            </a:r>
            <a:r>
              <a:rPr spc="15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day</a:t>
            </a:r>
            <a:r>
              <a:rPr spc="2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week.</a:t>
            </a:r>
          </a:p>
          <a:p>
            <a:pPr marL="12700" marR="209550">
              <a:lnSpc>
                <a:spcPct val="102600"/>
              </a:lnSpc>
              <a:spcBef>
                <a:spcPts val="300"/>
              </a:spcBef>
            </a:pPr>
            <a:r>
              <a:rPr spc="-10" dirty="0"/>
              <a:t>Model</a:t>
            </a:r>
            <a:r>
              <a:rPr spc="15" dirty="0"/>
              <a:t> </a:t>
            </a:r>
            <a:r>
              <a:rPr spc="-10" dirty="0"/>
              <a:t>used</a:t>
            </a:r>
            <a:r>
              <a:rPr spc="15" dirty="0"/>
              <a:t> </a:t>
            </a:r>
            <a:r>
              <a:rPr dirty="0"/>
              <a:t>car</a:t>
            </a:r>
            <a:r>
              <a:rPr spc="15" dirty="0"/>
              <a:t> </a:t>
            </a:r>
            <a:r>
              <a:rPr spc="-10" dirty="0"/>
              <a:t>sales</a:t>
            </a:r>
            <a:r>
              <a:rPr spc="20" dirty="0"/>
              <a:t> </a:t>
            </a:r>
            <a:r>
              <a:rPr dirty="0"/>
              <a:t>as</a:t>
            </a:r>
            <a:r>
              <a:rPr spc="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spc="-10" dirty="0"/>
              <a:t>function</a:t>
            </a:r>
            <a:r>
              <a:rPr spc="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25" dirty="0"/>
              <a:t>manufacturer,</a:t>
            </a:r>
            <a:r>
              <a:rPr spc="15" dirty="0"/>
              <a:t> </a:t>
            </a:r>
            <a:r>
              <a:rPr spc="-10" dirty="0"/>
              <a:t>model,</a:t>
            </a:r>
            <a:r>
              <a:rPr spc="15" dirty="0"/>
              <a:t> </a:t>
            </a:r>
            <a:r>
              <a:rPr spc="-25" dirty="0"/>
              <a:t>and </a:t>
            </a:r>
            <a:r>
              <a:rPr spc="-10" dirty="0"/>
              <a:t>year.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511427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721459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103564"/>
            <a:ext cx="63233" cy="632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26/27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50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44.6944"/>
  <p:tag name="ORIGINALWIDTH" val="196.4754"/>
  <p:tag name="LATEXADDIN" val="\documentclass{article}&#10;\usepackage{amsmath}&#10;\pagestyle{empty}&#10;\begin{document}&#10;&#10;$\sum\limits_i^n$&#10;&#10;&#10;\end{document}"/>
  <p:tag name="IGUANATEXSIZE" val="15"/>
  <p:tag name="IGUANATEXCURSOR" val="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44.6944"/>
  <p:tag name="ORIGINALWIDTH" val="196.4754"/>
  <p:tag name="LATEXADDIN" val="\documentclass{article}&#10;\usepackage{amsmath}&#10;\pagestyle{empty}&#10;\begin{document}&#10;&#10;$\sum\limits_i^n$&#10;&#10;&#10;\end{document}"/>
  <p:tag name="IGUANATEXSIZE" val="15"/>
  <p:tag name="IGUANATEXCURSOR" val="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44.6944"/>
  <p:tag name="ORIGINALWIDTH" val="196.4754"/>
  <p:tag name="LATEXADDIN" val="\documentclass{article}&#10;\usepackage{amsmath}&#10;\pagestyle{empty}&#10;\begin{document}&#10;&#10;$\sum\limits_i^n$&#10;&#10;&#10;\end{document}"/>
  <p:tag name="IGUANATEXSIZE" val="15"/>
  <p:tag name="IGUANATEXCURSOR" val="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44.6944"/>
  <p:tag name="ORIGINALWIDTH" val="196.4754"/>
  <p:tag name="LATEXADDIN" val="\documentclass{article}&#10;\usepackage{amsmath}&#10;\pagestyle{empty}&#10;\begin{document}&#10;&#10;$\sum\limits_i^n$&#10;&#10;&#10;\end{document}"/>
  <p:tag name="IGUANATEXSIZE" val="15"/>
  <p:tag name="IGUANATEXCURSOR" val="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44.6944"/>
  <p:tag name="ORIGINALWIDTH" val="196.4754"/>
  <p:tag name="LATEXADDIN" val="\documentclass{article}&#10;\usepackage{amsmath}&#10;\pagestyle{empty}&#10;\begin{document}&#10;&#10;$\sum\limits_i^n$&#10;&#10;&#10;\end{document}"/>
  <p:tag name="IGUANATEXSIZE" val="15"/>
  <p:tag name="IGUANATEXCURSOR" val="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87.7015"/>
  <p:tag name="ORIGINALWIDTH" val="575.1781"/>
  <p:tag name="LATEXADDIN" val="\documentclass{article}&#10;\usepackage{amsmath}&#10;\pagestyle{empty}&#10;\begin{document}&#10;&#10;&#10;$\sum\limits_{(x,y)\in A}$&#10;&#10;\end{document}"/>
  <p:tag name="IGUANATEXSIZE" val="15"/>
  <p:tag name="IGUANATEXCURSOR" val="10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87.7015"/>
  <p:tag name="ORIGINALWIDTH" val="1892.014"/>
  <p:tag name="LATEXADDIN" val="\documentclass{article}&#10;\usepackage{amsmath}&#10;\pagestyle{empty}&#10;\begin{document}&#10;&#10;&#10;$\sum\limits_{(x,y)\in \Omega} p_{X,Y}(x,y)=1$&#10;&#10;\end{document}"/>
  <p:tag name="IGUANATEXSIZE" val="20"/>
  <p:tag name="IGUANATEXCURSOR" val="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61.4548"/>
  <p:tag name="ORIGINALWIDTH" val="1777.278"/>
  <p:tag name="LATEXADDIN" val="\documentclass{article}&#10;\usepackage{amsmath}&#10;\pagestyle{empty}&#10;\begin{document}&#10;&#10;&#10;$\sum\limits_x \sum\limits_y p_{X,Y}(x,y)=1$&#10;&#10;\end{document}"/>
  <p:tag name="IGUANATEXSIZE" val="15"/>
  <p:tag name="IGUANATEXCURSOR" val="12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33.7083"/>
  <p:tag name="ORIGINALWIDTH" val="196.4754"/>
  <p:tag name="LATEXADDIN" val="\documentclass{article}&#10;\usepackage{amsmath}&#10;\pagestyle{empty}&#10;\begin{document}&#10;&#10;$\sum\limits_x$&#10;&#10;&#10;\end{document}"/>
  <p:tag name="IGUANATEXSIZE" val="15"/>
  <p:tag name="IGUANATEXCURSOR" val="9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61.4548"/>
  <p:tag name="ORIGINALWIDTH" val="196.4754"/>
  <p:tag name="LATEXADDIN" val="\documentclass{article}&#10;\usepackage{amsmath}&#10;\pagestyle{empty}&#10;\begin{document}&#10;&#10;$\sum\limits_y$&#10;&#10;&#10;\end{document}"/>
  <p:tag name="IGUANATEXSIZE" val="15"/>
  <p:tag name="IGUANATEXCURSOR" val="9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96.4754"/>
  <p:tag name="LATEXADDIN" val="\documentclass{article}&#10;\usepackage{amsmath}&#10;\pagestyle{empty}&#10;\begin{document}&#10;&#10;$\sum$&#10;&#10;&#10;\end{document}"/>
  <p:tag name="IGUANATEXSIZE" val="15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96.4754"/>
  <p:tag name="LATEXADDIN" val="\documentclass{article}&#10;\usepackage{amsmath}&#10;\pagestyle{empty}&#10;\begin{document}&#10;&#10;$\sum$&#10;&#10;&#10;\end{document}"/>
  <p:tag name="IGUANATEXSIZE" val="15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96.4754"/>
  <p:tag name="LATEXADDIN" val="\documentclass{article}&#10;\usepackage{amsmath}&#10;\pagestyle{empty}&#10;\begin{document}&#10;&#10;$\sum$&#10;&#10;&#10;\end{document}"/>
  <p:tag name="IGUANATEXSIZE" val="15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M2AVRSERJEAQ-585345103-43139</_dlc_DocId>
    <_dlc_DocIdUrl xmlns="c01506f5-305e-4c16-814a-34df78f45099">
      <Url>https://uab365.sharepoint.com/sites/provost/cas/departments/cis/_layouts/15/DocIdRedir.aspx?ID=M2AVRSERJEAQ-585345103-43139</Url>
      <Description>M2AVRSERJEAQ-585345103-43139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8C941F-02B7-4F57-B5AD-33065DFD90F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2.xml><?xml version="1.0" encoding="utf-8"?>
<ds:datastoreItem xmlns:ds="http://schemas.openxmlformats.org/officeDocument/2006/customXml" ds:itemID="{1EE6070F-BE8B-45AA-9649-283C837F88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91CC7FE-6B43-4B6C-9CD6-232D3E8C8721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E19F250E-EA9D-420C-A5B9-55F29595A4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1257</TotalTime>
  <Words>2555</Words>
  <Application>Microsoft Office PowerPoint</Application>
  <PresentationFormat>Custom</PresentationFormat>
  <Paragraphs>584</Paragraphs>
  <Slides>33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Bookman Old Style</vt:lpstr>
      <vt:lpstr>Century</vt:lpstr>
      <vt:lpstr>Georgia</vt:lpstr>
      <vt:lpstr>Lucida Sans Unicode</vt:lpstr>
      <vt:lpstr>Times New Roman</vt:lpstr>
      <vt:lpstr>Office Theme</vt:lpstr>
      <vt:lpstr>PowerPoint Presentation</vt:lpstr>
      <vt:lpstr>Introduction</vt:lpstr>
      <vt:lpstr>Copyright Statement</vt:lpstr>
      <vt:lpstr>Example 2.11</vt:lpstr>
      <vt:lpstr>PowerPoint Presentation</vt:lpstr>
      <vt:lpstr>PowerPoint Presentation</vt:lpstr>
      <vt:lpstr>PowerPoint Presentation</vt:lpstr>
      <vt:lpstr>Example 2.11</vt:lpstr>
      <vt:lpstr>Example 2.11</vt:lpstr>
      <vt:lpstr>Example 2.11</vt:lpstr>
      <vt:lpstr>Multiple Random Variables</vt:lpstr>
      <vt:lpstr>PMF Example</vt:lpstr>
      <vt:lpstr>Multiple Random Variables</vt:lpstr>
      <vt:lpstr>Multiple Random Variables</vt:lpstr>
      <vt:lpstr>PowerPoint Presentation</vt:lpstr>
      <vt:lpstr>PowerPoint Presentation</vt:lpstr>
      <vt:lpstr>Marginal Probability Mass Function</vt:lpstr>
      <vt:lpstr>PowerPoint Presentation</vt:lpstr>
      <vt:lpstr>Functions of Multiple Random Variables</vt:lpstr>
      <vt:lpstr>Expectation with Multiple Random Variables</vt:lpstr>
      <vt:lpstr>PowerPoint Presentation</vt:lpstr>
      <vt:lpstr>Example</vt:lpstr>
      <vt:lpstr>PMF Example</vt:lpstr>
      <vt:lpstr>PowerPoint Presentation</vt:lpstr>
      <vt:lpstr>PowerPoint Presentation</vt:lpstr>
      <vt:lpstr>PowerPoint Presentation</vt:lpstr>
      <vt:lpstr>PowerPoint Presentation</vt:lpstr>
      <vt:lpstr>Another PMF Example</vt:lpstr>
      <vt:lpstr>Another PMF Example</vt:lpstr>
      <vt:lpstr>More Examples</vt:lpstr>
      <vt:lpstr>PowerPoint Presentation</vt:lpstr>
      <vt:lpstr>More Examples</vt:lpstr>
      <vt:lpstr>More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Geng, Baocheng</cp:lastModifiedBy>
  <cp:revision>5</cp:revision>
  <dcterms:created xsi:type="dcterms:W3CDTF">2023-02-15T16:51:52Z</dcterms:created>
  <dcterms:modified xsi:type="dcterms:W3CDTF">2025-02-26T18:50:40Z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2023-02-15T00:00:00Z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8977f0c1-4189-4f1f-bb1d-90cbc59492cb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2025-02-26T17:48:56Z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d8856c6f-69ba-4133-b2e4-4b02c806ce8d</vt:lpwstr>
  </property>
  <property fmtid="{D5CDD505-2E9C-101B-9397-08002B2CF9AE}" pid="15" name="MSIP_Label_ae7542bc-63e5-412b-b0a0-d9586028a7d0_ContentBits">
    <vt:lpwstr>0</vt:lpwstr>
  </property>
</Properties>
</file>