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3-03T19:43:03.33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2780 1209 0,'0'0'0,"0"0"0,0 0 0,0 0 0,0 0 16,0 0-16,55 25 15,-11-20 1,24-5-16,16-5 16,4-5-1,-4 5 1,-15-5-16,-20 10 16,-15 0-1,-9 10-15,-1 0 16</inkml:trace>
  <inkml:trace contextRef="#ctx0" brushRef="#br0" timeOffset="367.54">3070 1465 0,'0'0'0,"0"0"15,0 0-15,0 0 16,0 0-1,-10 34-15,10-14 16,0 19 0,-4 20-16,-6 25 15,-15 29-15,-4 19 16,-11 1 0,-4-10-1,0-15-15,5-20 16,-1-9-16,11-20 15,-1-20 1,1-14-16,9-20 16,-9-15-16,-15-25 15,-6-24 1,-4-29-16,5-10 16,15 4-16,4 16 15</inkml:trace>
  <inkml:trace contextRef="#ctx0" brushRef="#br0" timeOffset="900.84">3458 2472 0,'0'0'0,"0"0"0,0 0 0,0 0 16,0 0-16,0 0 15,59-20-15,10-14 16,34-25-1,10-25-15,-14-4 16,-26-1-16,-24 21 16,-19 19-1,-20 19-15,-15 6 16,-15 9 0,-19 5-16,-20 10 15,-39 20-15,-20 24 16,0 34-1,10 11 1,24 9-16,25 5 16,20-9-16,24-11 0,20-9 15,20-10 1,24-10 0,24-20-16,26-24 15,14-15-15,14-24 16,6-25-1,-10-15 1</inkml:trace>
  <inkml:trace contextRef="#ctx0" brushRef="#br0" timeOffset="1249.8">4426 1887 0,'0'0'0,"0"0"0,15 44 15,0 20-15,-6 30 16,-9 14 0,-4 10-16,-11-5 15,-5-15 1,5-15-16,1-28 15,9-26-15,0-19 16,5-10 0,0 0-1,39-69-15,30-34 16,29-30-16,5 10 16,-14 25-1,-16 24-15,-4 20 16,0 15-16</inkml:trace>
  <inkml:trace contextRef="#ctx0" brushRef="#br0" timeOffset="1597.95">5310 2059 0,'0'0'0,"5"39"16,5 6-16,0 4 16,0 5-1,-5-10-15,-5-9 16,-5-6 0,0-4-1,0-11-15,0-4 16,0-10-1,5 0-15,0 0 16,39-64-16,25-19 16,30-20-16,4 9 15,0 20-15,-14 16 16,-6-1 0</inkml:trace>
  <inkml:trace contextRef="#ctx0" brushRef="#br0" timeOffset="2082.73">5983 1897 0,'0'0'0,"-9"25"16,-1 14-16,0 15 15,0 10 1,10-15-16,0-10 15,10-14 1,0-15 0,-10-10-16,49-25 15,5-19 1,0-10-16,-10 0 0,-14 14 31,-11 11-31,-4 14 16,-10 10-16,0 5 15,-5 10-15,0 15 16,-5 34 0,-25 59-1,-19 54 1,-19 19-16,-11 20 16,0-19-16,1-25 15,-6-10 1,1-34-16,-1-15 15,1-19-15,4-25 16,10-25 0,5-24-1,15-20-15,0-25 16,0-29-16</inkml:trace>
  <inkml:trace contextRef="#ctx0" brushRef="#br0" timeOffset="2726.06">8115 2123 0,'0'0'0,"0"0"0,-14-29 16,-1 14-16,-5 0 15,-9 5 1,-1 10-16,-4 5 31,-15 20-31,-10 19 16,0 20 0,5 5-16,5-1 0,19-9 15,16-14 1,9-16-1,10-14-15,-1-15 16,-4 0 0,50-30-16,-1-24 0,5-19 15,-5-6 1,-20 10-16,-9 30 16,-10 14-1,-5 15-15,-5 10 16,5 5-16,0 15 15,4 14 1,11 16-16,5 4 31,14 5-31,0-10 16,10-5 0,-4-19-16,-11-21 15</inkml:trace>
  <inkml:trace contextRef="#ctx0" brushRef="#br0" timeOffset="3112.32">8636 1990 0,'0'0'0,"0"0"0,0 0 16,0 0-16,0 0 16,-10 59-16,-4 5 15,-6 15 1,0-5-16,1-1 15,9-19 1,0-9 0,5-16-16,0-14 15,5-15 1,0 0-16,0 0 16,54-69-16,0-24 15,10-16 1,-10 16-1,-5 29-15,-19 25 16,-11 24-16,-9 10 16,-5 15-16,-5 10 15,-5 24 1,-5 30-16,5 9 16,5-14-16,10 0 15</inkml:trace>
  <inkml:trace contextRef="#ctx0" brushRef="#br0" timeOffset="3730.04">9589 2005 0,'0'0'0,"0"0"16,0 0-1,0 0-15,-29-10 16,14 5 0,-5-4-16,1 4 15,-1-5-15,-5 5 16,1 5 0,-1 5-16,-4 5 15,-6 19-15,1 15 16,0 25-1,4 5-15,6 0 16,9-11-16,5-13 31,5-11-15,5-15-16,5-9 16,5-15-16,5-5 15,29-34 1,34-49-16,26-55 15,4-39-15,-20 15 16,-19 15-16,-15 19 31,-20 30-31,-9 29 16,-15 20-16,-5 25 16,-10 19-16,0 10 15,5 0-15,-35 49 16,6 35-1,-1 29-15,11 5 16,19-5-16,10-5 16,19-5-1,30-5 1,20-19 0,24-30-16,15-30 15</inkml:trace>
  <inkml:trace contextRef="#ctx0" brushRef="#br0" timeOffset="4078.67">11657 816 0,'0'0'0,"0"0"15,0 0-15,49 15 16,13-5 0,31-5-16,28-5 15,9-5-15,-7-5 31,-13 5-31,-24 0 16,-22 0-16,-15 10 16,-15 0-1,-11 5-15</inkml:trace>
  <inkml:trace contextRef="#ctx0" brushRef="#br0" timeOffset="4336.39">12173 1067 0,'0'0'0,"0"0"0,-2 24 16,-1 11-16,-7 19 31,-9 39-31,-18 35 16,-20 24-1,-16 20-15,-6 0 16,8-20 0,19-24-16,15-20 15,18-34-15,16-20 16,13-20-16</inkml:trace>
  <inkml:trace contextRef="#ctx0" brushRef="#br0" timeOffset="4695.28">12669 1863 0,'0'0'0,"0"0"15,0 0-15,-19 49 32,-1 10-17,-7 29-15,2 1 16,8-16-16,7-19 15,10-19 1,5-6-16,8-9 16,6-10-16,16-5 15,19-20 1,22-19-16,5-25 16,-10-15-16,-24 0 15,-23 15 1,-11 15-16,-13 10 15,-5 4-15,-5 10 16,-2 1 0,-6 9-16,-1 0 31</inkml:trace>
  <inkml:trace contextRef="#ctx0" brushRef="#br0" timeOffset="5365.99">13642 1538 0,'0'0'0,"0"0"15,17 45-15,-14-1 16,-8 25 0,-15 29-16,-12 15 15,-12 5-15,-5-15 16,2-20-16,10-28 15,13-21 17,9-9-32,10-16 0,8-9 15,-3 0-15,39-39 16,22-35-16,30-34 31,5 10-15,-10 24-16,-20 20 15,-22 25-15,-17 19 16,-12 10 0,-7 5-16,-6 10 15,-7 19-15,-12 30 16,-18 34 0,-4 0-16,5-19 15,9-20-15,10-20 16,11-14-1,4-15-15,4-5 16,-4-5 0,52-30-16,14-34 31,25-34-31,5-5 16,-10 24-16,-10 25 0,-19 25 15,-18 19 1,-12 10-1,-5 15-15,-2 19 16,-6 25-16,-4 10 16,0 9-1,0-14-15,0-10 16,2-14-16,5-16 16</inkml:trace>
  <inkml:trace contextRef="#ctx0" brushRef="#br0" timeOffset="5549.15">15612 1868 0,'0'0'0,"0"0"0,22 39 15,5 5 1,7 10-16,3 5 16</inkml:trace>
  <inkml:trace contextRef="#ctx0" brushRef="#br0" timeOffset="5694.19">15641 2781 0,'0'0'0,"-9"50"16,-9 18-16,-9 31 16</inkml:trace>
  <inkml:trace contextRef="#ctx0" brushRef="#br0" timeOffset="8732.87">2746 3312 0,'0'0'0,"0"0"0,0 0 0,0 0 0,64 20 15,15-1-15,34 1 16,19 0-16,11-10 16,4-1-16,10-9 15,20 0-15,15-5 31,19 1-31,15-1 16,15 5-16,19-5 16,5 10-16,5-5 15,1 0 1,9-5-16,-10 0 16,15 0-16,-10-5 31,5 5-16,5 0-15,-5 5 16,10 0-16,-6 0 16,6 0-1,-5 0-15,0-5 16,20 0-16,-10-4 16,4 4-16,11-5 15,-6 5 1,1 0-16,-10 0 15,-6 0-15,4 0 16,-18 0 0,-3 0-16,-6 1 15,-1-1 1,0 5-16,-7-5 16,-17 10-1,-20-5 1,-15 5-16,-19-1 15,-15 1 1,-12-5-16,-20 5 16,-10-5-16,-17 0 15,-10-5 1,-12 5-16,-10 0 16,-12 0-16</inkml:trace>
  <inkml:trace contextRef="#ctx0" brushRef="#br0" timeOffset="12449.35">18834 1003 0,'0'0'0,"0"0"0,0 0 0,0 0 0,0 0 15,0 0-15,0 0 16,-2-30 0,0 6-16,-3-11 15,-5-14-15,-7-10 16,-8-5 0,-9 10-16,-11 10 15,-9 20 1,0 14-1,-12 24-15,-20 26 16,-24 29 0,-3 24-16,9 15 15,26-5-15,24-5 32,19-14-32,18-20 0,12-25 15,10-9 1,12-16-16,18-4 15,21-20 1,43-24 0,26-35-16,0-19 15,-19 4-15,-20 15 16,-25 11 0,-22 18-16,-14 11 15,-15 14-15,-10 15 16,0 0-16,-52 29 15,-39 50 1,-39 49-16,2 24 16,15 0-1,18-4-15,18-1 16,11 6 0,10-6-16,4 0 0,8-9 15,5-20 1,9-15-16,10-19 31,13-25-15,7-20-16,10-15 15,10-14-15,11-10 16</inkml:trace>
  <inkml:trace contextRef="#ctx0" brushRef="#br0" timeOffset="13138.75">19399 1219 0,'0'0'0,"0"0"15,0 0-15,-34-5 16,14 5 0,-7 5-16,-12 5 15,-17 19 1,-16 20-16,-1 20 15,1 25 1,16 4 0,14 5-1,13-10-15,11-4 16,11-11-16,10-9 16,11-10-1,21-10-15,14-19 16,10-25-16,22-25 15,22-39 1,10-39-16,-12-25 16,-23 0-16,-31 10 15,-32 30 1,-28 19-16,-19 15 16,-19 14-16,-11 16 15,4 14 1,4 10-16</inkml:trace>
  <inkml:trace contextRef="#ctx0" brushRef="#br0" timeOffset="16105.38">2373 3469 0,'0'0'0,"-30"-5"0,11 5 16,4 0-16,0 0 16,5 0-1,5 0-15,0 0 16,5 5-16,0-5 16,0 0 15,0 0-31,64 15 15,-5-10-15,30 0 16,19 5 0,20-5-16,9 0 15,10-1-15,6 1 16,19 0-16,-5-5 16,14 0-1,6-10 1,10-4-16,14-1 15,15 0-15,5 5 16,9-4-16,6-1 16,5 0-16,4 0 31,10-4-31,1-1 16,4 5-16,0 1 15,5 4-15,5 0 16,-5 10-16,10 0 31,-5 5-15,10 0-16,0 5 15,0-1 1,-1 6-16,-9 5 16,10 9-16,-10 6 15,0-1-15,-9 10 16,-6 1-1,0-1-15,-9 0 16,-11-5-16,1-4 16,-15-1-1,-13-9-15,-14-6 16,-5-4 0,-2-10-16,-1-5 0,8-15 15,-3-4 1,-2-6-1,-17-9 1,-25-1-16,-19 6 16,-20-1-1,-18 11-15,-9-1 16,3 0 0,9-9-16,7-10 15</inkml:trace>
  <inkml:trace contextRef="#ctx0" brushRef="#br0" timeOffset="20066.43">17172 2919 0,'0'0'0,"0"0"0,0 0 0,0 0 0,12 29 15,8-9 1,11 10-16,11-1 16,7 1-16,10-1 15,15-9 1,9-1-16,16-4 0,14-10 31,14 0-31,9-5 16,11-5-1,8 0-15,-10-10 16,-8 1 0,-12-6-16,-9-5 15,-13 6-15,-12-1 16,-15 5-1,-15 6-15,-14 4 0,-8 0 16,-4 0 0,4 0-16,13-5 15</inkml:trace>
  <inkml:trace contextRef="#ctx0" brushRef="#br0" timeOffset="23087.14">20785 1931 0,'0'0'0,"0"0"0,0 0 0,0 0 0,0 0 16,19 30-16,-6-6 15,4-4 1,2 5-16</inkml:trace>
  <inkml:trace contextRef="#ctx0" brushRef="#br0" timeOffset="23248.78">20483 2668 0,'-3'25'0,"-4"14"16,-3 30-16,-7 24 31,-5 6-31,-10 4 16</inkml:trace>
  <inkml:trace contextRef="#ctx0" brushRef="#br0" timeOffset="27515.67">21834 1430 0,'0'0'0,"0"0"0,0 0 0,0 0 16,0 0-1,-10 44-15,29-9 16,30 9-1,33 0-15,31-9 16,17-16-16,2-14 16,3 0-1,1-5-15,-14 0 32,-9 5-32,-19 0 15,-23 0-15,-20 0 16,-14-5-16,-10-5 15</inkml:trace>
  <inkml:trace contextRef="#ctx0" brushRef="#br0" timeOffset="27766.84">23042 1288 0,'0'0'0,"0"0"16,0 0-16,0 0 15,59 15 1,5 4-16,17 25 16,-5 20-1,-27 15-15,-34 19 16,-35 30 0,-49 44-1,-48 29-15,-19-4 16,16-35-16,29-39 15</inkml:trace>
  <inkml:trace contextRef="#ctx0" brushRef="#br0" timeOffset="28601.31">25032 359 0,'0'0'0,"0"0"15,0 0-15,-45 0 16,1 10 0,-27 15-16,-27 24 15,-18 19-15,1 21 16,17-6-1,26-14-15,31-10 32,23-20-32,21-14 15,16 0-15,21-1 16,16 11 0,3 4-16,-10 5 15,-12 10-15,-17 10 16,-15 5-1,-13 9-15,-14 21 16,-12 9-16,-5 5 16,-1-5-1,3-5 1,1 10 0,-1 10-16,0 14 15,5 11-15,2 4 16,6 15-1,-1 5-15,1-5 16,-3 0-16,2-14 16,3-26-1,10-19-15,9-29 16,11-25-16,9-15 16</inkml:trace>
  <inkml:trace contextRef="#ctx0" brushRef="#br0" timeOffset="29417.16">26139 507 0,'0'0'0,"0"0"16,0 0-16,-27-35 16,8 16-1,-8-6-15,-10 10 16,-7 0-1,-8 15-15,-9 5 16,-11 20-16,-14 19 16,-12 35-16,-5 29 15,-3 15 1,11 9-16,18-4 16,23-10-16,18-15 15,16-19 1,13-25-16,11-15 15,16-10 1,14-9-16,21-15 16,13-15-16,23-20 31,12-14-31,-2-15 16,-13 0-16,-19 0 15,-20 14 1,-17 11-16,-12 14 15,-10 5-15,-5 10 16,-3 0 0,-2 10-16,0 5 15,-5 14 1,-2 21-16,2 9 16,5 4-16,7 6 15,8 0 1,10-10-16,9-20 15,10-9-15,10-15 16</inkml:trace>
  <inkml:trace contextRef="#ctx0" brushRef="#br0" timeOffset="30439.3">28640 639 0,'0'0'0,"0"0"16,0 0-16,0 0 15,-20 25-15,3 9 16,-13 25 0,-6 15-16,-9 24 31,-4 5-31,0 0 16,2-4-16,8-16 15,7-4-15,10-10 16,5-5-1,7-5-15,3-10 16,2-10 0,2-10-16,1-4 15</inkml:trace>
  <inkml:trace contextRef="#ctx0" brushRef="#br0" timeOffset="31694.84">29092 497 0,'0'0'0,"0"0"0,0 0 0,0 0 16,0 0-1,0 0-15,0 0 16,-25 19-1,23 11-15,2 24 16,2 20-16,6 19 16,4 10-1,5 5-15,3 0 16,-3-4-16,0-11 16,-5-15-1,1-4-15,-4 0 16,-1-10-16,-3-15 15,-5-10 1,-3-9 0,-2-16-16,-4-4 0</inkml:trace>
  <inkml:trace contextRef="#ctx0" brushRef="#br0" timeOffset="31976.93">28389 1008 0,'0'0'0,"0"0"15,0 0-15,0 0 16,57 0-1,12 0-15,29 0 16,12 0 0,-2 0-1,-14 5-15,-21-5 0,-23 9 32,-23 11-32,-23 5 15</inkml:trace>
  <inkml:trace contextRef="#ctx0" brushRef="#br0" timeOffset="32727.59">25420 2614 0,'0'0'0,"0"0"15,-18-29-15,-1 14 16,-8 10 0,-8 10-16,-21 20 15,-30 39-15,-25 39 16,1 25 15,12 4-31,21 1 16,26-10-16,17-10 15,16-10-15,16-25 16,14-14 0,18-10-16,16-19 15,18-16-15,10-14 16,17-19-16,12-16 16,5-9-1,-17 4-15,-22 11 16,-23 9-1,-16 15-15,-8 10 32,-5 10-32,-5 14 0,-2 15 15,-2 15 1,-1 5-16,5 9 0</inkml:trace>
  <inkml:trace contextRef="#ctx0" brushRef="#br0" timeOffset="33461.3">28625 2585 0,'-15'34'0,"-7"20"0,-17 45 0,-15 28 16,-10 26-16,-10 4 16,-4 0-1,4-9-15,13-21 16,14-14-16,10-24 15,10-20 1,10-20-16,5-15 16,7-19-1,2-15 1,3-10-16</inkml:trace>
  <inkml:trace contextRef="#ctx0" brushRef="#br0" timeOffset="34009.61">28387 2531 0,'0'0'0,"0"0"16,0 0-1,32 10-15,22 14 16,37 11-16,27 9 15,-5 5 1,-25-5-16,-22-4 16,-24-1-1,-22 5 1,-18 5-16,-24 20 16,-42 34-16,-34 5 15,-20-5 1,7-19-16,23-15 15,22-20 1,22-15-16,17-14 16,14-10-16,13-5 15,8 0 1,19 4-16,27 1 16,32 5-16,17 10 15,-3 4 1,-18 10-16,-24 6 15,-23 9-15,-23 9 16,-29 26 0,-42 24-1,-37 15 1,-22-6-16,8-23 16,14-21-1,25-19-15,19-24 16,23-16-16,19-14 15</inkml:trace>
  <inkml:trace contextRef="#ctx0" brushRef="#br0" timeOffset="34181.49">30067 3872 0,'0'0'0</inkml:trace>
  <inkml:trace contextRef="#ctx0" brushRef="#br0" timeOffset="55671.37">2717 7741 0,'0'0'0,"0"0"0,0 0 0,0 0 0,59 25 16,0-8-16,39 3 15,39 2 17,30-2-32,25-8 15,19-5-15,15-4 16,15-1-16,19 3 15,10 2 1,35 3-16,9 3 0,15-1 16,15-2-1,0-8-15,15-4 16,24-11 0,25-9-16,4-12 31,11-5-31,-25 4 15,-20 6-15,-14 9 0,-35 13 16,-25 9 0,-14 8-1,-30 7-15,-43 8 16,-36 2 0,-33 5-1,-25-3-15,-33-4 16,-23-8-16,-25-12 15,-15-8 1</inkml:trace>
  <inkml:trace contextRef="#ctx0" brushRef="#br0" timeOffset="56277.62">3026 5292 0,'-39'39'0,"-30"40"0,-29 49 15,-5 29 1,19 5-16,15 8 15,25 4-15,15-9 16,19-3 0,20-5-16,19 3 15,30 7 1,29-3-16,16-11 16,23-11-16,21-19 15,24-20 1,34-17-16,20-32 15</inkml:trace>
  <inkml:trace contextRef="#ctx0" brushRef="#br0" timeOffset="56850.18">10473 4909 0,'0'0'0,"30"24"16,4 16-16,10 24 15,11 14 1,-6 25-16,-5 6 16,-5 13-1,-9 6-15,-6 0 0,-14 0 32,-5 4-32,-10 13 15,-10 15 1,-14 5-16,-6 2 15,-4-15 1,-5-5-16,-5-9 16,-10-8-1,-5-12-15,5-17 16,5-23-16,10-21 16,14-15-1</inkml:trace>
  <inkml:trace contextRef="#ctx0" brushRef="#br0" timeOffset="64497.59">3026 8555 0,'0'0'16,"-39"46"-16,-30 50 0,-34 81 0,0 39 15,29-2-15,30-5 16,19-18-16,30-6 31,20-6-31,34 0 0,29-12 32,30-27-32,39-27 15,35-34-15,39-40 16</inkml:trace>
  <inkml:trace contextRef="#ctx0" brushRef="#br0" timeOffset="65065.99">10419 8493 0,'0'0'0,"0"0"0,0 0 0,0 0 15,35 30 1,-1 16-16,10 35 16,1 30-1,-6 17-15,-19 7 16,-11-10-16,-18 5 16,-21 15-16,-24 5 31,-25-2-16,-24-1-15,-39-2 16,-25-10-16,-20-12 16,20-30-1,49-34-15</inkml:trace>
  <inkml:trace contextRef="#ctx0" brushRef="#br0" timeOffset="73023.64">17014 2786 0,'0'0'0,"0"0"0,0 0 15,0 0-15,-24 25 16,26-15-16,11 4 16,21 21-1,30 9-15,17 5 16,5-9-1,-3-11-15,3-9 0,8-6 16,6-9 0,13-5-1,18-5 1,9 1-16,7 4 16,8 0-16,-10 0 15,-3 0 1,-9 0-16,-15 0 15,-15 4 1,-17 1-16,-18 0 16,-18 0-1,-16 0-15,-9 0 16,-8 0-16,-5 0 0,-5 0 31,-2 0-31,-5-5 16,0 0-16,0 0 15,-51 19-15,-8-9 32,-27-5-32,-20 0 15,-17-5-15,-9 0 16,-13 0 0,0 5-16,7 0 0,11 0 31,9 5-31,17-1 15,13 1 1,11 0-16,14-5 16,16 0-16,15 0 15,12-5 1,11 5-16,4-5 16,5 5-1,0-5-15,0 0 16,105 9-1,16 1-15,31 0 16,20 5-16,0-5 0,-15-1 16,-17 1-1,-20 5-15,-24-5 16,-25 0 0,-17-5-1,-14-1-15,-13 1 16,-5-5-16,-3-5 15</inkml:trace>
  <inkml:trace contextRef="#ctx0" brushRef="#br0" timeOffset="88865.89">25086 2202 0,'0'0'0,"0"0"0,0 0 0,0 0 0,0 0 0,24 9 15,-2-9-15,8 5 16,7-5-16,7-5 16,10 1-1,0-1-15,0-5 16,0 0 0,0 0-1,2 5-15,6 5 16,2 0-1,2 5-15,3-5 16,-5 5-16,0-5 16,2 5-16,5-5 15,10 0 1,8 5 0,4-5-16,3 5 15,4-5-15,6 5 16,0-5-16,-3 5 15,5 0 1,0-1-16,3 1 16,-1 0-16,1 0 15,-3 0 1,2 0-16,-2 0 16,0-5-16,5 0 31,5-5-31,3 5 15,-1-5 1,-7 5-16,-5 0 16,-10 0-16,-7 0 15,-7 5 1,-8 0-16,0 0 16,0 5-1,-2-5-15,-5 4 16,-8-4-1,-7 0-15,-7 0 16,-3 0-16,-2 0 16,-8-5-16,-5 5 15,-4-5-15,-5 0 16,2 0 15,10-5-31,24-5 16</inkml:trace>
  <inkml:trace contextRef="#ctx0" brushRef="#br0" timeOffset="92797.94">2319 2880 0,'0'0'0,"0"0"0,0 0 0,-25-20 0,20 20 16,5 0-16,0 0 15,0 0 1,0 0-16,79 25 16,-1-1-1,30 11-15,30 4 16,14 0-16,10 1 16,15-1-1,5 0 1,15 0-16,4-4 15,15-11 1,5-4-16,10 0 16,10-6-16,14-4 15,6 5 1,4 0-16,10-1 16,0 6-16,0 0 15,15-1 1,0-4-16,5-5 15,-1-5-15,-4 0 16,10 0 0,-5 0-1,-15 0 1,0-1-16,-5-4 16,-5 5-16,0-5 15,-14 0-15,-6 5 16,1 0-1,-11-5-15,-9 5 16,5-5-16,2 0 16,8-5-1,-3-5-15,3 1 16,-3-1 0,-10-5-16,-4 0 15,-13 1-15,-12 4 16,-5 0-16,-18 5 15,-16 0 1,-18 5-16,-17 0 31,-17 0-31,-17 0 16,-20 5 0,-14-5-16,-11 5 15,-9-5-15,-7 0 16,-8 0-1,-8 0-15,-4 0 16,-3-5 0</inkml:trace>
  <inkml:trace contextRef="#ctx0" brushRef="#br0" timeOffset="93796.77">3183 3543 0,'0'0'16,"0"0"-16,0 0 16,0 0-16,30-25 15,19 16 1,34-6-16,30 0 15,25 5-15,19 0 16,5 6 0,15-1-1,10 5-15,14-5 16,20 5-16,10-5 16,15 0-1,9 0-15,15-5 16,10 0-1,0 1-15,15-6 0,0 0 16,0 5 0,9 5-16,-9 0 15,10 0 1,9 1-16,-5 4 16,6 4-16,4-4 31,-4 5-31,-1 0 15,-9-5-15,-6 0 0,-4 0 16,-15 0 0,-2 0-1,-23 5 1,-19 5-16,-20 5 16,-29 0-16,-15-1 15,-15 6 1,-20-5-16,-2-1 15,-7-4 1,-3 5-16,3-5 16,2-5-16</inkml:trace>
  <inkml:trace contextRef="#ctx0" brushRef="#br0" timeOffset="97775.34">24702 2300 0,'0'0'0,"0"0"0,0 0 0,0 0 0,47-15 0,-10 5 16,12-4-16,8-1 16,-1 5-1,1 0-15,1 0 16,9 5-16,7 5 15,9 0 1,10 5-16,11 5 16,11 0-1,10 5-15,10 0 16,5 4-16,0-4 16,3 5-1,2-6 1,0 1-1,0-5-15,9 5 16,3-6 0,-4 1-16,-3 0 15,4-5-15,-1-5 16,1 5 0,1-5-16,-12 0 15,-6 0 1,-4 5-16,-10-5 15,-13 5-15,-4-5 16,-13 5 0,-12 0-16,-10-5 15,-4 5-15,-8-1 16,-3 1 0,-4 0-16,-11 0 0,-4-5 15,-7 0 16,-6 0-31,-2 0 16,5-10 0</inkml:trace>
  <inkml:trace contextRef="#ctx0" brushRef="#br0" timeOffset="115788.73">2918 2718 0,'-49'0'0,"-10"0"0,-34 14 0,-1 6 0,11 5 16,24-1-16,20 6 15,14-1-15,10 1 16,15-1-1,5 5-15,20 6 16,24 9-16,29 5 16,30 0-1,20-10-15,20-5 16,19-9-16,14-5 31,21-6-15,4-4-16,10-10 15,0-10-15,25-5 16,15-5 0,9-9-16,10-1 15,5-4-15,-5-1 16,5 6 0,-10 4-16,0 0 15,1 11-15,9-1 16,0 0-16,14 5 15,16 5-15,4 5 16,15 5 15,10 4-31,-5 6 0,5 0 32,10-1-32,-5 6 15,-10-10 1,0-5-16,0-6 15,-5-4-15,-4-4 16,-11-1 0,-19 5-16,-18-5 15,-26 5-15,-35 0 16,-32 5 0,-39 0-16,-32 4 15,-34-4 1,-25 0-16,-20 0 0,-14-5 15,-15-5 1,-5 5-16</inkml:trace>
  <inkml:trace contextRef="#ctx0" brushRef="#br0" timeOffset="116517.75">3193 3071 0,'0'0'0,"0"0"16,74 40-16,34-1 16,59 5-1,39-5-15,30-4 16,19-11-16,30-4 16,30-10-1,29 0-15,24-5 16,25 0-16,25-5 15,24-5-15,20 0 16,4 5-16,-4-5 16,0 5 15,-15-5-31,-25 5 0,-14-5 16,-25 5-16,-19 0 31,-35 5-31,-20 0 15,-29 5-15,-32-5 16,-19 4 0,-35-9-16,-20 0 15,-19-5 1,-22 1-16,-25 4 16,-22-5-16,-25 5 15,-14 0-15,-13 0 16,-2-5-1</inkml:trace>
  <inkml:trace contextRef="#ctx0" brushRef="#br0" timeOffset="131126.35">15342 4570 0,'-25'34'0,"-14"30"0,-23 54 0,-4 20 0,10 9 15,6 0-15,9 1 16,1-1-16,6 10 16,5-9-1,4-11 1,10 1-16,8-8 0,7-2 15,10 5 1,7-1-16,5-1 31,5-16-31,5-14 16,0-25 0,2-15-16,8-9 15,7-10-15,10-8 16</inkml:trace>
  <inkml:trace contextRef="#ctx0" brushRef="#br0" timeOffset="132541.01">17086 4506 0,'0'0'0,"0"0"16,0 0-16,-20-29 15,13 9-15,-6-5 16,-1 1 0,-1-1-16,-5 6 15,-2-1 1,-5 0-16,-7 10 15,-11 10-15,-9 5 16,-14 20 0,-6 14-1,3 25 1,12 5-16,10 9 16,12 1-1,10 0-15,10-1 16,7-4-16,10-15 15,7-10-15,8-10 16,9-14 0,11-10-16,9-15 15,15-15-15,12-15 16,0-14 0,-14-5-16,-13 5 15,-14 10-15,-8 4 16,-8 5-1,-1 1-15,-3 4 32,-3-4-32,0 4 0,-2 0 31,0 1-31,0 4 16,0 5-16,-3 5 15,1 0-15,-1 0 16,1 1-1,-1 4-15,1 4 16,-1-4-16,1 10 16,-1 0-1,1 10-15,-3-1 16,0 6 0,0 0-1,-3 9-15,1-5 0,2-4 16,0-5-16,0-6 15,0 1 1,0-5-16,0-5 31,0 0-31,0 0 16,0-5 0,0 0-16,0 0 0,0 0 15,0 0-15,0 0 31,-8-59-31,3 44 16,-4 0 0,-4 0-16,-4 11 15,-5 4-15,-17 9 16,-25 26 0,-17 24-16,0 5 15,19-5-15,23-15 16,17-15-16,12-14 31,8-5-31,6-10 16,-4 0-1</inkml:trace>
  <inkml:trace contextRef="#ctx0" brushRef="#br0" timeOffset="132988.06">16951 4408 0,'0'0'0,"-32"64"16,-13 19-16,-16 30 31,-3 5-31,8-10 16,14-19-1,15-30-15,15-30 16,14-19-16,-2-10 15,37-30 1,19-29-16,11-24 16,-16 9-1,-19 25-15,-15 20 16,-9 14 0,-6 15-16,-2 0 0,0 0 15</inkml:trace>
  <inkml:trace contextRef="#ctx0" brushRef="#br0" timeOffset="133773.82">18496 4732 0,'0'0'0,"0"0"15,0 0-15,-8-39 16,-2 4-1,-2-9-15,-5-15 16,-5 0 0,-5 0-16,-8 0 15,-6 5 1,-11 10-16,-2 5 16,0 14-16,5 15 15,5 5 1,4 10-16,3 10 15,1 5-15,4 14 16,7 5 0,8 6-16,12-1 15,10 10 1,15 5-16,21 10 16,16 4-1,7-9-15,-3 0 0,-12 0 16,-12-5-1,-15-5-15,-12-5 32,-10-10-32,-12 6 15,-18 4-15,-12 0 16,-4-15 0,2-4-16,7-15 15,10-11-15,7-4 16,5-9-1,3-6 1,5-10-16,7-14 16,17-20-16,22-29 15,25-6-15,17 1 16,0 9-16,-7 11 16,-10 14-1,-13 10 1,-7 14-1,-9 16-15,-6 4 0</inkml:trace>
  <inkml:trace contextRef="#ctx0" brushRef="#br0" timeOffset="134421.68">19129 4511 0,'0'0'0,"0"0"15,0 0-15,0 0 16,-12-25-16,-3 6 16,-9-1-1,-6 0-15,-2 1 16,0 4-16,5 5 31,5 5-31,5 5 16,0 5-1,5 5-15,2 5 16,5 9 0,5 6-16,7 14 15,8 15-15,9 5 16,8 10-1,10 9-15,0 6 16,-8-1-16,-9-14 16,-10-10-16,-11-10 15,-6-5 1,-8-5-16,-7 0 16,-3-9-16,-2-16 15,3-9 1,1-10-1,1-10 1,2-19-16,8-25 0,14-40 31,28-38-31,26-21 16,10 11-16,-2 24 16,-12 25-1,-13 24-15,-10 20 16,-7 14-16,-9 16 15,-9 9 1</inkml:trace>
  <inkml:trace contextRef="#ctx0" brushRef="#br0" timeOffset="135063.53">17717 5936 0,'0'0'0,"0"0"16,-35 24 0,-1 16-16,-16 26 15,-12 30 1,-2 14-16,4 3 15,8-2 1,13-23-16,14-19 16,14-15-1,13-14-15,13-9 0,14-8 16,19-14 0,28-14-1,34-17-15,20-12 0,-8-5 31,-19 2-31,-18 2 0,-16 3 32,-21 5-32,-19 3 15,-14-1-15</inkml:trace>
  <inkml:trace contextRef="#ctx0" brushRef="#br0" timeOffset="135352.06">17886 6236 0,'0'0'0,"0"0"15,-22 27-15,-2 17 16,-21 34-16,-13 26 16,-11 13-1,0 6-15,10-2 31,12-13-31,11-12 16,8-18-16,9-9 16,7-15-1,7-17-15,7-15 16,5-15 0,-7-7-16,55-32 15</inkml:trace>
  <inkml:trace contextRef="#ctx0" brushRef="#br0" timeOffset="135899.88">18245 6132 0,'0'0'0,"0"0"0,0 0 0,0 0 16,0 0-16,0 0 31,47 15-31,-6-10 16,18 2-1,10 1-15,-3 2 16,-14 2-16,-13 7 16,-14 4-1,-15 9-15,-18 14 16,-26 28-1,-35 22-15,-19 2 16,2-14-16,15-23 16,19-22-16,18-14 15,19-15 1,12-8-16,3-2 16,0 0-1,62-24 1,-3 4-16,12 0 0,-5 8 15,-12 9-15,-14 8 32,-11 13-32,-9 11 15,-13 13 1,-14 19-16,-18 15 16,-9 5-1,-3-9-15,7-16 16,13-14-16,10-17 15,9-16 1</inkml:trace>
  <inkml:trace contextRef="#ctx0" brushRef="#br0" timeOffset="136426.49">20080 4275 0,'0'0'0,"22"44"16,10 25-16,12 34 16,0 30-1,-2 9 1,-8 6-16,-7 9 15,-12 10 1,-15-5 0,-17 25-16,-22 19 15,-23 13 1,-19-3-16,-10-17 16,0-7-16,5-25 15,0-15-15,1-14 16,1-23-1,5-17 1,11-16-16,1-19 0,-4-16 16</inkml:trace>
  <inkml:trace contextRef="#ctx0" brushRef="#br0" timeOffset="137237.71">14290 7837 0,'0'0'0,"0"0"0,50-5 16,6 3-16,25 2 16,25 5-1,17 2-15,17 1 16,4-4-1,9-1-15,19-8 16,12-2-16,17-1 16,15 1-16,-2 4 15,2 3 1,5 8-16,8 2 16,2 2-1,2 5-15,0 0 16,1 1-16,-3-4 31,2 3-31,0-2 16,1 0-1,-3-3-15,-10-4 16,2-4 0,-9-4-16,2 0 15,-15-4-15,-14 1 16,-30 1-16,-24 2 15,-30 2 1,-24 1-16,-18 1 16,-14 1-16,-6 0 15,11-5 1,24-5-16</inkml:trace>
  <inkml:trace contextRef="#ctx0" brushRef="#br0" timeOffset="144449.73">16710 7879 0,'0'0'0,"0"0"0,0 0 0,0 0 0,0 0 16,0 0 0,0 0-16,39 25 15,-14-13-15,4 3 16,8-1-1,7 1-15,13-3 16,9-2-16,5-5 16,-2-5-16,-8-5 31,-2-7-31</inkml:trace>
  <inkml:trace contextRef="#ctx0" brushRef="#br0" timeOffset="145176.13">14588 7535 0,'0'0'0,"0"0"16,0 0-1,46 25-15,21-6 16,23 6 0,21-1-16,7-1 15,5-4 1,0-4-16,-3-5 16,3 0-16,2-3 15,8 3-15,7 5 16,2 4-1,5 8-15,11 8 16,-4-1-16,1 0 16,0-2-1,-3-7-15,3-8 16,12-7 0,-2-10-16,14-5 15,7-5 1,-6 0-1,-8 1-15,-8 1 16,-19 1 0,-10 4-16,-14 3 0,-13 5 15,-3 5 1,-6 2 0,-13 3-16,-13-3 0,-14 1 15,-7-4 1,-10 1-16,-8-2 15,-2-3-15,5-5 16,19-5 0</inkml:trace>
  <inkml:trace contextRef="#ctx0" brushRef="#br0" timeOffset="148556.34">16865 7624 0,'0'0'0,"0"0"31,0 0-31,0 0 16,0 0 0,0 0-16,0 0 0,0 0 15,0 0 1,0 0-16,44 0 15,-12 0-15,7-3 16,8 1 0,9-1-16,3 1 15,3-1 1,1 3-16,6 3 16,10-3-16,12 2 31,4-2-31,1-2 15,0-1-15,7-4 16,3-3 0,-1-2-1,-6-1-15,-8-1 16,-1-3-16,-1-3 16,-3-7-1,-5-8-15,-10-9 16,-7-2-16,-5-6 15,-3 3-15,-4 0 32,-5 0-32,-8-3 0,-7-7 15,-8-5 1,-4-2-16,-8 2 16,-7 3-16,-2-1 15,-8-7 1,-7-14-16,-11-6 15,-6 1-15,-5 4 32,-8 8-32,-2 3 15,-10-4 1,-13 1-16,-11 7 16,-8 6-16,-5 13 15,0 6-15,0 15 31,0 4-31,0 10 0,3 6 16,4 9 0,-4 9-16,-10 6 15,-8 15-15,3 14 16,10 15 0,12 5-16,7 5 15,5 7-15,5 7 16,3 11-1,7 9-15,12-3 16,8 4-16,9-6 31,8 3-31,7-6 16,8-6 0,6-6-16,9 1 15,9 2 1,10 2-16,12-7 15,8-14-15,2-18 16,14-15-16,21-14 16</inkml:trace>
  <inkml:trace contextRef="#ctx0" brushRef="#br0" timeOffset="156880.07">14499 7235 0,'0'0'0,"0"0"0,0 0 0,0 0 0,0 0 16,0 0-16,0 0 31,0 0-31,30 20 15,-8-8 1,7 3-16,6 2 16,6 0-1,6 1-15,5-1 16,7 0 0,9 3-16,13 2 0,15 0 15,12-2 1,5-1-1,13-2-15,-1-2 16,7 2-16,8-4 16,5 1-16,0 1 15,8-3 1,6 1-16,-2-1 16,3 0-16,0-2 15,-1-5-15,-1-3 31,4-2-15,2-4-16,6-1 16,2 0-16,-8 2 15,3 1 1,-2 2-16,-13 2 16,-2 1-1,-10-1-15,-10 1 16,-12-1-1,-15 1-15,-14-1 0,-13 0 16,-7 3 0,-10 0-1,-5 0-15,-10 0 16,-5 0 0,-7-3-16,-3-2 15,1-2 1,9-8-16</inkml:trace>
  <inkml:trace contextRef="#ctx0" brushRef="#br0" timeOffset="163996.84">2569 3351 0,'0'0'0,"0"0"0,44 25 0,35 9 0,68 20 15,45 5-15,24-10 16,15-14-16,20-11 16,9-9-16,20-15 31,39-15-31,30-4 15,24-16 1,11 6-16,4-5 16,10 4-1,4 5-15,16 6 16,0-1-16,-16 5 16,-4 1-1,-5-1-15,-14 0 16,-11 5-1,-5 5-15,-4 1 16,5 4-16,-6 4 16,-14-4-16,-22 0 15,-35-4 1,-24-1-16,-27 0 16,-15-5-16,-5 0 15,-17 0 1,-2 0-1,-18 1-15,-17-1 0,-17 0 32,-22 0-17,-23 5-15,-19-5 16,-22 5-16,-17 1 16,-10-1-1,-5 0-15,7 0 16</inkml:trace>
  <inkml:trace contextRef="#ctx0" brushRef="#br0" timeOffset="173585.74">14064 7383 0,'0'0'0,"0"0"0,0 0 0,0 0 0,0 0 15,25 2-15,14 1 16,23 2 0,19 0-16,15-1 15,14 1-15,10-2 16,8-1-16,7 1 15,3-1 1,4 3-16,11 5 31,-1 0-31,3 2 0,4 3 32,8 2-32,-5 0 15,8 0-15,7-2 16,4-5-1,21 0-15,4-5 16,3-5-16,-3 0 16,-4 0-1,2 0-15,-10 0 16,-3 2-16,-9 1 16,-10-1-16,-10 3 15,-15 0 1,-14 0-16,-18 2 15,-14 3-15,-17 2 16,-16-2 0,-16 0-16,-18-3 31,-14-4-31,-13-3 16</inkml:trace>
  <inkml:trace contextRef="#ctx0" brushRef="#br0" timeOffset="174202.67">14900 7282 0,'0'0'0,"0"0"16,0 0-1,0 0-15,0 0 16,0 0-16,0 0 16,49 27-1,17 0-15,35 10 16,22 0-16,21 0 16,14-3-1,18 0-15,16-2 16,12 0-1,10 0-15,7 0 16,7 0-16,10 5 16,-2 2-1,-2 1-15,-4-1 32,-4 3-32,-19-3 15,-13 0 1,-25-2-16,-21-5 15,-16-5-15,-14-2 16,-10-3-16,-17-3 16,-5-1-1,0-4-15</inkml:trace>
  <inkml:trace contextRef="#ctx0" brushRef="#br0" timeOffset="174884.5">20559 8049 0,'0'0'0,"0"0"0,0 0 16,0 0 0,0 0-16,29 2 15,-14 0 1,5 1-16,-1-1 15,1 1-15,0-1 16,-3 1-16,-3-1 16,-1 1-16,-3-1 31,-1 1-15,-1-3-16,-1 0 15,1 0-15,-1 0 16,5 0-16</inkml:trace>
  <inkml:trace contextRef="#ctx0" brushRef="#br0" timeOffset="178362.1">22217 5125 0,'0'0'0,"0"0"0,-27 54 0,-25 20 0,-31 34 31,-23 25-31,-5-6 16,-4 1-16,0-5 16,2-10-1,12-10-15,15-10 16,10-9-16,5-3 15,7-10-15,7-7 16,13-17 0,7-13-16,8-9 15,7-13-15,7-9 16,5-8 0,0-13-1</inkml:trace>
  <inkml:trace contextRef="#ctx0" brushRef="#br0" timeOffset="178734.91">21070 5405 0,'0'0'0,"0"0"16,24 20-16,1 9 16,7 20-1,7 15-15,-2 15 16,5 19 0,-3 5-16,3 5 15,-1-4-15,4-4 31,4-4-31,2-2 0,-2-8 16,-2-13 15,-8-14-31,1-7 16,-6-10-16,-2-8 16,2-10-16,6-6 15</inkml:trace>
  <inkml:trace contextRef="#ctx0" brushRef="#br0" timeOffset="181158.41">23130 5159 0,'0'0'0,"0"0"0,0 0 0,0 0 15,37 30-15,10-1 16,29 16 0,22 4-16,8 0 15,-8 5-15,-17 0 16,-19-5-1,-23 5-15,-24-5 16,-20 10-16,-22 15 16,-37 29-16,-34 15 15,-20-7 17,-3-16-32,13-13 15,22-16 1,22-15-16,20-11 15,20-13-15,16-8 16,13-4-16,15 2 16,29 5-1,35 8-15,29-1 16,9 1 0,-11-1-16,-15 1 15,-15 2-15,-10 2 16,-17 8-1,-17 2-15</inkml:trace>
  <inkml:trace contextRef="#ctx0" brushRef="#br0" timeOffset="182069.22">20316 8056 0,'0'0'0,"0"0"15,0 0-15,0 0 16,0 0 0,0 0-16,27 27 15,7-17 1,27 0-16,18-5 16,17-3-16,9-4 31,11-1-31,12-4 15,12-1 1,12 3-16,12 0 16,18 1-1,0 1-15,2 3 16,8 3-16,2 4 16,7-2-1,3 2-15,5 1 16,0 1-16,-1 1 15,4 0-15,-8 0 16,-8 2 0,-7 0-16,-17-2 15,-7 3-15,-13-4 16,-12 1 0,-7-5-16,-13-2 15,-10-1 1,-9-2-16,-12-2 31,-16-3-31,-14 0 16,-7 0-16,7-5 15,19-5 1</inkml:trace>
  <inkml:trace contextRef="#ctx0" brushRef="#br0" timeOffset="185613.87">14413 7405 0,'0'0'0,"0"0"0,0 0 0,0 0 0,0 0 15,0 0 1,0 0-16,30 10 0,-6-8 31,18 1-31,22-3 16,19-3-16,11-2 16,4 0-1,5 3-15,3 2 0,4 5 31,3 2-31,5 5 16,5 3-16,5 0 16,12 2-1,12 0-15,8-2 16,19-3 0,3-2-16,7 0 15,10-3-15,-8 3 16,3 0-16,-4 0 15,-4 0 1,8 0-16,-2-1 16,7-1-16,0-1 15,5-2-15,7 0 16,-10 0 15,3 0-31,-7 0 16,2 0-1,0-1-15,0 1 16,9-2 0,-1-1-16,11 1 15,-2-3-15,5 0 16,5 0-16,3 2 16,-3 1-1,-10-1-15,0 3 16,-12 2-16,-3 1 15,-11-1 1,-1 5-16,0 1 16,-10 1-16,3 4 31,-10-4-31,-5 1 0,0-5 31,-12-3-31,-15-2 0,-10-2 16,-10-3-16,-7-3 31,-7 1-31,-13-1 16,-12-2-1,-15 1-15,-9-1 16,-5 0-16,-8 0 16,-7 2-1,-5 1-15,-5-1 16,-5 1-16,-3-1 15,-4 1-15,-3 0 16,1-1 0,-4-2-16,1 0 15,0 0-15,-3 0 16,1-2 0,-1-3-16,-2-2 15</inkml:trace>
  <inkml:trace contextRef="#ctx0" brushRef="#br0" timeOffset="191866.79">27503 2344 0,'0'0'0,"0"0"0,0 0 16,0 0-16,0 0 16,54 25-16,19-1 15,28-4-15,5 0 16,-6-15 0,-4-1-16,2-8 15</inkml:trace>
  <inkml:trace contextRef="#ctx0" brushRef="#br0" timeOffset="195653.99">14204 7086 0,'0'0'0,"0"0"0,0 0 0,0 0 0,-27 14 16,20-6-16,2-1 15,0 0 1,3 1-1,-1-1 1,3 0-16,0 1 16,0-8-1,10 17-15,5-5 16,9 6-16,13 4 16,12 2-1,8 1-15,4-1 16,8 1-16,7-1 15,10 1-15,0-3 16,5-2 0,2-3-16,6-2 15,1-3 1,6-2 0,0 0-16,-6 0 15,6-1 1,0 4-16,-3 1 15,0 1 1,2-3-16,6 1 16,0-1-16,2-2 15,7 0 1,3-3-16,2 0 16,8 1-16,-1-1 15,-2 0 1,5 1-1,8-1-15,-3-2 0,12 2 0,5 1 32,-2-1-32,0 3 15,7-3-15,-2 1 32,-1-1-32,6 1 15,2-4 1,0 1-16,12 0 15,-9-2-15,2-1 16,7 1 0,-7-3-16,0 2 15,0-2 1,-8 0-16,6 0 16,-6-2-1,-1-3-15,1 0 16,-4 0-16,-8 0 15,5 3-15,3-3 16,-8 0-16,8 0 16,-3 0-1,-2 0-15,7-2 16,0-1-16,-7 1 16,9-1-1,1 4 1,-10-1-16,2 0 15,-7 0 1,-13 2 0,-4-2-16,-5 3 15,-8 0-15,-12-1 16,-10 1 0,-17 2-16,-14 0 15,-13 0 1,-5-3-16,17-4 15,32-5 1</inkml:trace>
  <inkml:trace contextRef="#ctx0" brushRef="#br0" timeOffset="198555.17">2540 10640 0,'0'0'0,"0"0"0,-30-9 16,20 9 0,10 2-16,0 3 15,0-5-15,0 0 16,50 44-1,-6-14-15,5-3 16,5 0-16,-5-3 16,-5-2-1,-4 0-15,4-2 16,-5 0 0,-5-1-16,6-1 15,-6-1 1,-4-3-16,-1-1 15,1-1-15,-6-2 16,1 0 0,-6 0-16,6-1 15,-5 1 1,9 2-16,-4 1 16,9-1-1,0 3-15,1 0 16,4 2-16,10 0 15,10 3 1,10 2-16,10 0 16,4-3-16,15 1 15,5-3 1,15-4-16,10-4 16,19-4-1,16-7-15,23-6 31,30-6-31,15-6 16,10-2-16,14-3 16,6-2-1,19-5-15,5 1 16,0 1 0,5 3-16,-6 7 15,-4 6-15,-9 4 16,-11 5-16,-9 2 15,-6 6 1,-14-3-16,0 2 16,-15 1-1,-10 2-15,-19 0 16,-25-3-16,-19 1 16,-25-3-16,-20 2 15,-15-2 1,-14 2-1,-15 1 1,-15-3-16,-9 2 16,-10-2-1,-1 0-15,6-7 16,4-8-16</inkml:trace>
  <inkml:trace contextRef="#ctx0" brushRef="#br0" timeOffset="212043.39">17036 8326 0,'0'0'0,"0"0"0,-36 47 0,-1 4 0,-15 28 15,-12 24-15,-2 20 16,0 10-16,7 14 15,7-4-15,13 4 16,7 10 0,12-9-16,10-8 15,10 0-15,8-3 32,9 1-17,10-8-15,12-12 16,10-15-16,6-12 15,1-12 1,-2-18-16,0-14 16,0-10-1</inkml:trace>
  <inkml:trace contextRef="#ctx0" brushRef="#br0" timeOffset="213611.25">18365 8550 0,'0'0'0,"0"0"15,0 0-15,-2-42 16,-1 15 0,-4-7-16,-3-1 15,-7 1 1,-10-1-16,-10 6 15,-10 7-15,-4 9 16,2 13-16,-5 10 16,-5 15-16,-8 19 31,-4 17-31,0 18 16,2 14-1,10 6-15,18-6 16,16-14-16,15-23 15,10-19 1,8-10-16,6-7 16,11-8-16,4-10 15,20-16-15,25-28 16,22-34 0,5-25-1,-11-2-15,-16 7 0,-22 15 16,-15 15-1,-15 19-15,-10 20 32,-5 12-32,-4 10 15,-3 5 1,0 0-16,0 0 16,-84 123-1,13-2-15,0 16 16,14-2-16,13-7 15,12-15 1,10-12-16,10-15 16,9-18-16,8-13 15,5-11 1,7-7-16,10-10 16,10-10-16,15-15 15</inkml:trace>
  <inkml:trace contextRef="#ctx0" brushRef="#br0" timeOffset="214245.6">19004 8646 0,'0'0'0,"0"0"16,0 0-16,0 0 16,-27 46-1,2 8-15,-7 22 16,-4 15 0,-1 10-16,0 2 15,7-7 1,8-10-1,10-20-15,10-17 16,6-12-16,11-5 16,5-10-1,7-9-15,10-8 16,14-15 0,18-20-16,12-26 15,-5-25-15,-17-10 16,-17-3-16,-15 6 15,-15 12 1,-12 7 0,-10 10-1,-7 12-15,-12 11 0,-6 11 32,-1 15-32,-1 10 15,-3 12-15,-1 15 16</inkml:trace>
  <inkml:trace contextRef="#ctx0" brushRef="#br0" timeOffset="-213838.54">17822 9977 0,'0'0'0,"-44"12"16,-5 18-16,-25 29 15,-7 29 1,5 15-16,7 8 16,11-3-16,11-5 15,12-9 1,21-26-16,11-21 15,16-10-15,14-10 16,22-10 0,24-10-16,31-16 31,36-21-31,12-17 16,-12-4-16,-20 2 0,-29 7 15,-22 8 1,-20 7-1,-10 2-15,-4 0 16</inkml:trace>
  <inkml:trace contextRef="#ctx0" brushRef="#br0" timeOffset="-213568.37">18270 10100 0,'0'0'0,"-50"49"16,-6 22-16,-18 40 15,-2 24 1,7 7-16,8 1 16,2 2-1,7-13-15,6-11 16,9-23-16,12-22 15,13-27 1,14-22-16,13-12 16</inkml:trace>
  <inkml:trace contextRef="#ctx0" brushRef="#br0" timeOffset="-213134.51">18704 10309 0,'0'0'0,"0"0"0,0 0 16,0 0-1,0 0 1,0 0-16,-2 29 16,-6-4-1,-1 7-15,-1 2 16,0 3-1,5 0-15,3 2 16,4 0 0,8 8-16,7 2 0,5-2 15,8-3 1,4-5-16,5-4 16,3-3-1,-3-3-15,-2-2 16,-5 5-1,-7 3 1,-13 4-16,-10 3 16,-9 4-1,-13 8-15,-9-2 16,-13-8-16,-2-17 16,5-17-16,-1-15 15</inkml:trace>
  <inkml:trace contextRef="#ctx0" brushRef="#br0" timeOffset="-212922.89">18744 10473 0,'0'0'0,"0"0"0,0 0 16,0 0-16,0 0 31,0 0-31,39-22 0,-2 15 15,32-10 1,29-13-16,25-17 16,9-12-16</inkml:trace>
  <inkml:trace contextRef="#ctx0" brushRef="#br0" timeOffset="-212526.86">20512 8579 0,'0'0'0,"0"0"15,39 25-15,3 17 16,15 24-16,-1 20 16,-2 15-16,-10 14 15,-12 3 1,-15 15 0,-17 19-16,-22 27 15,-22 42 1,-27 20-16,-20 0 15,-10-8-15,6-21 16,1-14 0,6-30-16,-3-26 15,0-19-15,0-17 16,-5 2 0</inkml:trace>
  <inkml:trace contextRef="#ctx0" brushRef="#br0" timeOffset="-211906.82">15953 11925 0,'0'0'0,"45"3"0,28 4 15,55 3-15,46 0 16,25-3 0,25-5-16,12-2 15,14-4 1,10-1-16,11-3 15,19 1 1,12 0-16,-5 2 16,0 2-1,-19 3-15,-16 5 16,-11 2-16,-25 6 16,-22-1-1,-25 0 1,-19 1-16,-25-1 0,-20 0 31,-21-4-15,-23-4-16,-22-1 15,-20-3-15,-14-3 16,-12 1-16</inkml:trace>
  <inkml:trace contextRef="#ctx0" brushRef="#br0" timeOffset="-211299.75">15543 11969 0,'0'0'0,"0"0"16,0 0-1,37 8-15,17 4 32,34 5-32,35 3 15,20-3 1,21-5-16,28-7 15,22-10 1,31-14-16,23-8 16,12-5-1,7 2-15,-2 6 16,-5 7-16,-7 4 16,-18 8-16,-21 8 15,-23 2 1,-20 5-16,-24 2 15,-22 3-15,-22-1 16,-17 1 0,-18 0-16,-19-3 15,-22-5-15</inkml:trace>
  <inkml:trace contextRef="#ctx0" brushRef="#br0" timeOffset="-210274.34">17285 11569 0,'0'0'0,"0"0"0,0 0 15,0 0-15,0 0 16,0 0 0,24 25-16,-4-13 15,12 3 1,12 2-16,15-3 16,17 1-16,8-5 15,4-3-15,5-2 16,6-2-16,9-3 31,10-3-31,9-4 16,6-3-1,-3 0-15,-2 0 16,-10 3-16,-8 5 16,-7 2-1,-7 0-15,-10 2 16,-10 1-16,-9 1 15,-6 1 1,-7 0-16,-10-2 16,-9-1-16,-8-2 15,-8 0 1,-4-2 0,-3-3-16</inkml:trace>
  <inkml:trace contextRef="#ctx0" brushRef="#br0" timeOffset="-209031.76">25120 2118 0,'0'0'0,"0"0"0,0 0 0,0 0 16,25-15 0,2 10-16,17 1 15,22-1 1,10 0-16,8 0 15,7 5-15,7 0 16,10 0 0,10 10-1,12-1-15,8 6 16,11 5-16,18-5 16,8-1-1,9-4-15,13 0 16,-3 0-1,9 0-15,-4-1 16,0 6-16,-2 0 16,-10 0-16,-3-1 15,-17 1 1,-22 0-16,-18 0 16,-16-1-1,-20-4-15,-17 0 16,-11-5-1,-11 5-15,-10-5 16,-10 5-16,-8-6 0,-4-4 31,-8 5-15,0-5-16,1 0 16</inkml:trace>
  <inkml:trace contextRef="#ctx0" brushRef="#br0" timeOffset="-201772.99">16140 11822 0,'0'0'0,"0"0"0,0 0 0,0 0 0,-32 2 0,25-4 16,-1 0-16,3-1 15,3 1-15,2-1 16,0 3-1,0 0-15,0 0 16,56 3-16,-14 4 16,15 3-1,11 2-15,23 5 16,20 0 0,21 1-1,26 1-15,14 1 16,22 0-1,22-3-15,17-5 16,13-2-16,12-8 16,14-4-1,-1-5-15,1-1 16,-14 1 0,-15-1-16,-9 6 15,-28 2-15,-10 7 16,-19 6-16,-32 1 15,-27 4 1,-25-1-16,-24-2 16,-22-6-16,-15-4 15,-13-5 1,-9-2-16,-7-6 16</inkml:trace>
  <inkml:trace contextRef="#ctx0" brushRef="#br0" timeOffset="-201252.62">16715 11886 0,'0'0'0,"41"2"0,28 6 16,49 4-1,47 10-15,29 5 16,5 3-16,5-3 16,4-5-16,-1-5 15,9-2-15,-5-3 16,5-2-1,-2-3-15,5 1 16,-3-4 0,2 1-16,-6 0 15,-9 0-15,-9 0 16,-24 2 0,-1 1-16,-4 2 31</inkml:trace>
  <inkml:trace contextRef="#ctx0" brushRef="#br0" timeOffset="-198017.4">15796 11881 0,'0'0'0,"0"0"0,0 0 0,0 0 0,0 0 16,0 0-16,54 15 16,5-5-1,30 2-15,23 0 16,21-2-16,15-3 15,6-2 1,18-2-16,12 2 16,8-3-16,17 3 15,17 2 1,2 1-16,13 1 0,-3 1 31,0-2-15,3-1-16,0 0 15,2 1 1,-2-1-16,4 3 16,-9 2-16,-5-2 15,-15-3-15,-14 1 16,-13-3 0,-25 2-16,-14-2 15,-17 2-15,-18 1 16,-14 2-1,-23-3-15,-16 0 16,-15 1-16,-13-6 16,-9 1-16,-8-3 15,-5-5 1,-7 0-16,-5 5 31</inkml:trace>
  <inkml:trace contextRef="#ctx0" brushRef="#br0" timeOffset="-197522.54">16037 12119 0,'0'0'0,"44"-5"16,20 0-16,39 5 15,42 8 1,32 9-16,27 10 15,7 2-15,8-4 16,9 0 0,8-6-16,7-4 15,12-5-15,13-3 16,17-2-16,7-2 16</inkml:trace>
  <inkml:trace contextRef="#ctx0" brushRef="#br0" timeOffset="-191161.88">13369 11874 0,'0'0'0,"0"0"0,0 0 0,0 0 16,42-15 0,-15 12-16,12 3 0,15 5 15,23 5 1,13 2 0,11 1-16,12-3 15,10-1 1,5 1-16,12 0 15,14 5-15,11 2 16,27 7-16,11 1 16,19 2-1,13 0-15,16-2 16,2-3-16,12-5 16,20-2-1,5-10-15,19-8 16,25-9-16,13-8 15,11-7 1,11-5 0,-3-5-16,-3 8 31,-4 4-31,-5 8 0,-8 7 16,-12 5-1,3 5-15,-3 5 16,-3 0-1,13 0-15,-7-2 16,-8-1 0,0-4-16,0-1 15,-10-4-15,-4-5 16,-6-8-16,-14-5 16,9-16-1,-9-18-15,-7-22 16,-26-10-16,-28-8 15,-23-11 1,-32-6 0,-14-9-16,-20-13 15,-20-2 1,-17 0-16,-19-14 16,-21-1-1,-16-5-15,-13-14 16,-7-10-1,-12-18-15,-15-9 16,-13-18-16,-14-21 16,-10-11-16,-12-6 15,-8 9 1,-11 0-16,-21 2 16,-9 6-16,-10 1 15,-18 6 1,-11 0-16,-16-3 15,-24 1 1,-5 2-16,-17 7 16,-17 5-16,-5 10 31,-17 9-15,-10 21-16,-20-6 15,-10 25-15,-22 0 16,-7 5-16,-20 20 15,-17 4 1,-7 11-16,-15 19 16,-10 5-16,-7 19 15,-27 15 1,-3 20-16,-10 10 0,3 10 16,-5 14-1,-5 10 1,-9 10-16,-21 10 15,6 10-15,7 4 32,2 16-32,17 9 15,18 24-15,22 16 0,17 19 32,27 20-32,17 19 15,23 20 1,33 20-16,33 19 15,34 15-15,37 10 16,37 15 0,31 5-16,38 9 15,31 10-15,33 10 16,33 30 0,43 34-16,26-13 0,21-16 31,23 12-31,8-18 15,15-4-15,-2-1 16,-6-19-16,8 8 16,-5-3 15,7-13-31,8 6 16,-8-25-1,10-15-15,-4-22 16,-14-37-16,-1-24 15,-15-27-15,2-18 16,-2-14 0,-3-18-16,15-26 15,17-30-15</inkml:trace>
  <inkml:trace contextRef="#ctx0" brushRef="#br0" timeOffset="-186024.27">10763 13851 0,'0'0'0,"0"0"0,0 0 16,0 0-16,0 0 16,44 12-16,1 1 15,23 4 1,11 0-16,5-2 15,4-3-15,-4 0 32,-8-2-17,-12-2-15,-10-3 16,-10-3-16,-10 0 16,-4-2-16</inkml:trace>
  <inkml:trace contextRef="#ctx0" brushRef="#br0" timeOffset="-185720.63">10611 14994 0,'0'0'0,"0"0"15,0 0 1,0 0-16,44 0 16,5 0-1,20 0-15,10-3 16,4 3-16,1 0 16,-1 3-1,11 1 1,1 1-16,21-5 15,24-5 1</inkml:trace>
  <inkml:trace contextRef="#ctx0" brushRef="#br0" timeOffset="-180482.98">17805 5941 0,'0'0'0,"0"0"0,-32 10 0,0 4 16,-12 11 0,-2-3-16,-4 5 15,9 0 1,1-2-16,4 2 16,-4 2-16,-6 8 0,-8 7 15,-5 10 1,-3 8-16,1 6 15,7-1 1,7-3 0,8-3-16,7 0 0,2 6 15,6-1 17,4 3-32,5-8 15,6-4 1,4-6-16,2-6 15,6-1-15,2 7 16,4 6 0,4-1-16,4 3 15,7 0-15,8-7 16,10-5-16,10-6 16,9-4-1,3-5-15,0-2 16,2-3-1,8-5-15,12-3 16,7-4-16,5-7 16,1-6-1,1-2-15,6-5 16,5-2 0,-6-6-16,-4-1 15,0-4-15,-3 1 16,-7-5-1,-13-2 1,-4-8-16,-10-10 16,-5-7-1,-3-13-15,-4-1 16,-8-1-16,-5-3 16,-9 1-1,-8-3-15,-10-5 16,-7 1-1,-5 4 1,-7 3-16,-6 2 0,-6-5 16,-6-2-16,-2 4 15,0 11 1,3 9 0,2 10-1,4 10-15,1 8 16,0 2-1,-3-1-15</inkml:trace>
  <inkml:trace contextRef="#ctx0" brushRef="#br0" timeOffset="-178055.62">14229 12856 0,'0'0'0,"0"0"0,0 0 16,-7-29-1,-3 2-15,-2-10 16,-6-7-16,-4-5 15,0 2 1,-2 3-16,-3 4 16,-5 6-1,-8 7-15,-4 5 16,0 7-16,2 5 16,5 5-16,8 3 15,4 4 1,3 3-1,0 3-15,2 6 16,3 6-16,2 9 16,3 11-16,7 4 15,5 3-15,10 7 16,10 7 15,9 8-31,11 5 16,6 2-1,3 2-15,-4-6 16,-9-8-16,-4-10 16,-2-5-16,-8-5 15,-2 0 1,-6-2-16,-4 0 16,-5-5-16,-3-6 15,-4-4 1,-3-4-16,-2-6 15,-1-5-15,-1-5 16,-4-4 0,13-3-16,-32-10 15,5-7-15,-5-10 32,-4-8-32,4 1 15,5 2 1,4 5-16,9 5 15,1 2-15,6 6 16,2-1 0,3 3-16,2-1 15,5-1 1,7-9-16,8-8 16,9-6-16,3-3 15,0 1-15,-5 5 16,-5 7-1,-7 7-15,-3 3 16,0 2 0,3-2-16,5-10 15</inkml:trace>
  <inkml:trace contextRef="#ctx0" brushRef="#br0" timeOffset="-176564.56">14993 12810 0,'0'0'0,"2"-50"0,1 1 0,-1-7 15,1 2-15,-3 10 16,-3 7-1,-2 10-15,-4 2 32,-9 5-32,-6 8 15,-8 5 1,-7 7-16,-11 10 16,-4 9-16,-2 16 15,7 14-15,9 5 16,11 2-1,12-4-15,7-3 16,8-2-16,6 2 16,9 10-16,14 12 15,14 3 1,11-5 0,2-10-1,-5-13-15,-7-9 16,-8-7-1,-9-3-15,-8-3 16,-7-2-16,-5 0 16,-5-2-1,-8 0-15,-6-1 16,-11 1-16,-7-5 16,-2-8-1,2-7-15,5-5 16,0-5-1,10-7-15,9-5 16,13-10-16,22-24 16,32-33-1,17-16-15,1 9 16,-9 22-16,-9 20 16,-12 15-16,-10 12 15,-8 7 1,-7 5-16,0 3 31,3 2-31</inkml:trace>
  <inkml:trace contextRef="#ctx0" brushRef="#br0" timeOffset="-176326.07">15953 12358 0,'0'0'0,"0"0"0,-7 44 16,-5 17-16,-8 30 15,-5 7 1,-2-7-16,0-10 15,3-12 1,2-10-16,5-7 16</inkml:trace>
  <inkml:trace contextRef="#ctx0" brushRef="#br0" timeOffset="-176131.38">15482 13586 0,'0'0'0,"0"0"15,0 0-15,0 0 16,2 24 0,6-11-16</inkml:trace>
  <inkml:trace contextRef="#ctx0" brushRef="#br0" timeOffset="-175306.89">12937 14097 0,'0'0'0,"0"0"0,0 0 16,0 0 0,0 0-16,49 20 15,5-6-15,30 3 16,24-4 0,37-6-16,19-9 31,28-11-31,29-11 15,17-8-15,15-5 16,5 0-16,2 0 16,-9 5-16,-13 5 15,-17 5 1,-14 5-16,-28 5 16,-27 4-1,-24 3 1,-22 5-1,-16 3-15,-13 2 16,-16 0 0,-19 0-16,-15 0 15,-10-3-15</inkml:trace>
  <inkml:trace contextRef="#ctx0" brushRef="#br0" timeOffset="-174643.85">13377 14404 0,'0'0'0,"0"0"0,0 0 31,-25 20-31,3 12 15,-15 24 1,-9 18-16,-4 4 16,6 1-16,7 0 15,5 2 1,5-5-16,10-12 16,5-15-1,7-10-15,5-12 16,5-5-16,5-2 15,4-3-15,11-2 16,12-5 0,12-5-16,7-5 15,6-5 1,2-8-16,2-9 0,-2-12 16</inkml:trace>
  <inkml:trace contextRef="#ctx0" brushRef="#br0" timeOffset="-174349.8">13541 14792 0,'0'0'0,"0"0"15,-27 32-15,5 7 16,-5 18-16,-5 12 16,3-1-1,2 1 1,5-5 0,2-3-16,8-4 15,2-3 1,2-7-16,6-15 15,4-10-15</inkml:trace>
  <inkml:trace contextRef="#ctx0" brushRef="#br0" timeOffset="-173829.44">13937 14576 0,'0'0'0,"0"0"0,0 0 16,27-17-1,-13 17-15,6 5 16,5 9-16,2 8 16,-3 6-1,-4 1 1,-8 0-1,-4 3-15,-8 3 16,-8 11 0,-7 13-16,-7 5 15,-2-2-15,-1-16 16,6-11 0,6-13-16,3-5 15,6-5-15,1-4 16,3-3-1,3 0 1,1 2-16,6 3 16,3 0-16,1-1 15,1 1 1,2 3-16,-2 1 16,-3 3-16,-4 6 15,-8 9-15,-8 12 31,-6 12-31,-4 1 16,4-13-16,4-15 16</inkml:trace>
  <inkml:trace contextRef="#ctx0" brushRef="#br0" timeOffset="-173560.99">15175 14230 0,'0'0'0,"0"0"0,-13 34 16,-6 13-16,-11 31 15,-4 18 1,-1-5-1,6-17 1,4-15-16,6-13 16,-1-4-1,3-3-15</inkml:trace>
  <inkml:trace contextRef="#ctx0" brushRef="#br0" timeOffset="-173401.99">14529 15551 0,'0'0'0,"0"0"15,0 0 1,0 0-16,0 0 16</inkml:trace>
  <inkml:trace contextRef="#ctx0" brushRef="#br0" timeOffset="-170322.46">16049 14316 0,'0'0'0,"0"0"0,-22 41 16,0 13-16,-10 22 15,-7 8 1,-10 2-16,-3-2 16,0-1-16,8 1 15,5-6-15,12-14 16,10-15-16,9-14 15,8-13 17,8-8-32,11-1 15,11-3-15,12-8 16,14-7 0,18-12-16,9-15 15,11-15-15,-1-9 16,-7-6-1,-15 3-15,-14 5 16,-11-2-16,-6-3 16</inkml:trace>
  <inkml:trace contextRef="#ctx0" brushRef="#br0" timeOffset="-170067.55">16395 14401 0,'0'0'0,"0"0"15,-12 37-15,-5 10 16,-5 22-16,-8 19 16,-2 18-1,-4 9-15,-4 1 16,1-13-1,5-15-15,7-14 16,9-8-16</inkml:trace>
  <inkml:trace contextRef="#ctx0" brushRef="#br0" timeOffset="-169599.57">16970 14456 0,'0'0'0,"0"0"15,0 0-15,-5 39 0,-2-2 16,-3 7-1,0 0 1,0-2-16,3-3 16,0-4-16,2-3 15,2-5 1,6-5-16,2 0 16,5-3-16,7 1 15,7 0-15,8-3 16,5 3-1,0-3-15,0 2 16,-8 1 0,-4 2-16,-11 0 15,-6 0 1,-11 3-16,-11 7 16,-18 10-16,-15 4 15,-7-4 1,0-7-16,0-13 15</inkml:trace>
  <inkml:trace contextRef="#ctx0" brushRef="#br0" timeOffset="-169367.89">17142 14566 0,'0'0'0,"0"0"0,0 0 16,37 0-1,-15 0-15,8 3 16,4-1 0,5 3-1,8-3-15,9-2 16,13-2-16</inkml:trace>
  <inkml:trace contextRef="#ctx0" brushRef="#br0" timeOffset="-169121.37">18127 14306 0,'0'0'0,"0"0"0,0 0 16,0 0-1,-12 49-15,-3 2 16,-5 16 0,-4 2-16,-1-8 15,1-12 1,2-7-1</inkml:trace>
  <inkml:trace contextRef="#ctx0" brushRef="#br0" timeOffset="-168926.63">17641 15399 0,'0'0'0,"0"0"0,0 0 16,0 0 0,7 27-16,3-20 15</inkml:trace>
  <inkml:trace contextRef="#ctx0" brushRef="#br0" timeOffset="-168289.4">16725 13861 0,'0'0'0,"0"0"0,0 0 16,0 0-16,0 0 15,0 0 1,29 10-16,-7-10 16,13-3-1,9 1-15,15-1 16,19-1-1,11-4-15,-1 3 16,1 0 0,-3 3-16,-3 2 15,-2 0-15,-7-3 16</inkml:trace>
  <inkml:trace contextRef="#ctx0" brushRef="#br0" timeOffset="-166852.67">15440 7176 0,'0'0'0,"0"0"0,0 0 15,0 0 1,0 0-16,34 27 16,11-2-1,21 7-15,17 2 16,13 3 0,5 0-16,7 0 15,7-3 1,16 1-1,11-3-15,5-3 0,-4-2 16,4-2-16,-2-1 16,-2 1-1,-3-3-15,2 0 16,-2 0 0,0 3-16,5-1 15,-5-4 1,-2-3-16,4-7 15,-4-5-15,-3-8 32,5-6-32,12-9 15,-2-6-15,-8-3 32,-12-3-32,-9-4 0,-11-5 15,-2-13-15,-4-14 31,-6-10-31,0-13 16,-5-4 0,-4-8-16,-13-5 15,-17-4-15,-12-8 16,-11-7 0,-9-1-16,-9-9 15,-11-7-15,-7-1 16,-7-9-1,-8-20-15,-12 5 16,-10-15-16,-12 0 16,-8 5-1,-4 1-15,-3 9 16,3 9-16,-6 11 16,-4 9-16,-12 6 15,-11 4 1,-4 15-16,-12 5 15,-11 14 1,-9 6-16,-27 14 31,-15 15-31,-17 20 16,-13 14 0,-14 25-16,-29 20 15,-31 29-15,-13 20 16,4 24-16,10 11 15,17 14 1,22 9-16,25 6 16,24 4-1,32-4-15,28-5 0,33 0 16,28-10 0,19-5-16,18-5 15,16 0 1,13 0-16,13 5 15,9 10 1,10 9-16,7 6 31,8 4-31,4-4 16,6-3-16,2-7 16,-3-15-1,-2-17-15,-2-15 16,2-15-16,12-5 15</inkml:trace>
  <inkml:trace contextRef="#ctx0" brushRef="#br0" timeOffset="-165174.72">19783 13330 0,'0'0'0,"0"0"15,0 0-15,0 0 16,0 0-16,-27 18 16,-25 18-1,-34 33-15,-17 25 16,-5 6 0,7-4-16,3-5 15,2 5-15,10-5 16,12-5-1,15-18 1,10-13-16,10-16 0,10-12 16,6-12-1,14-10 1</inkml:trace>
  <inkml:trace contextRef="#ctx0" brushRef="#br0" timeOffset="-164820.8">18923 13389 0,'0'0'0,"0"0"15,0 0-15,0 0 31,24 47-31,-1-3 16,8 18 0,6 6-1,3 6-15,-1 0 16,3 4-16,-3 6 16,-2-3-1,-5-7-15,-3-10 16,1-8-16,2-7 15,7-5-15,8-9 16,9-13 0,6-17-16</inkml:trace>
  <inkml:trace contextRef="#ctx0" brushRef="#br0" timeOffset="-164214.29">20308 13414 0,'0'0'0,"0"0"15,0 0-15,0 0 16,35 17 0,1-2-16,18 4 15,8 9 1,-3 1-16,-8 0 16,-11 3-1,-11 0-15,-7-2 16,-9-3-16,-9 0 15,-11 2 1,-17 13-16,-28 15 16,-22 9-1,-7 0 1,12-12 0,15-12-16,13-10 15,11-7 1,11-8-16,6-5 15,8-2-15,5-3 0,3-2 16,4 3 0,10-1-16,15 0 15,20-2 1,14-2-16,3-3 16,-3-3-1,-7 3-15,-10 3 16,-4-1-1,-4 3-15,1 0 0</inkml:trace>
  <inkml:trace contextRef="#ctx0" brushRef="#br0" timeOffset="-161043.2">12446 15563 0,'0'0'0,"0"0"16,0 0-16,0 0 15,0 0-15,0 0 31,0 0-15,0 0-16,-10 28 16,7-16-16,3-2 15,0-1 1,5 4-16,3-1 16,7 3-16,7 0 31,5-3-31,7 0 0,10 0 15,13-2-15,4-2 32,8-4-32,5-1 0,2-3 15,10 0-15,7-3 32,8 3-32,2 0 15,5 3 1,0-3-16,10 0 15,0 0-15,10-3 16,-1 1 0,1 0-16,5 2 15,-1 0-15,8 0 16,0 2-16,5 0 16,5 1-1,0-1-15,7-2 16,0 0-1,3 0-15,5 0 16,4 3 0,-4 2-16,7 2 15,2 0-15,-7 1 16,10-1-16,0-2 16,2 0-1,5-2-15,5-1 16,10 0 15,3 1-31,4-3 0,13-7 16,7-6-1,2 1-15,3-5 16,0 4 0,-5 4-16,2-1 15,-7 2-15,3 1 16,-8 0-1,5 2-15,-2 0 16,-1-2-16,-4 2 16,-3 0-16,0-3 15,-12 1 17,-5 0-32,-7 2 15,-15 0 1,-5 0-16,-10 0 0,-12 0 15,-10 0 1,-10 3-16,-9-1 16,-10 3-16,-11-2 15,-4-8 1,0-10-16</inkml:trace>
  <inkml:trace contextRef="#ctx0" brushRef="#br0" timeOffset="-159736.85">16427 11687 0,'0'0'0,"0"0"16,30 2-16,24 3 15,54 8 16,49 4-31,27 0 16,15 0-16,13-2 16,11-5-16,10 2 15,6 0 1,-1 1-16,8-1 16,2-2-16,10-1 15,4-6-15,9-8 16,11-10-1,0-14-15,-4-13 16,-5-17 0,-15-10-1,-20-2 1,-15-5-16,-16-8 16,-21-11-16,-31-4 15,-22-6 1,-28-3-16,-19-8 15,-17 3 1,-17-2-16,-23-1 0,-17 11 16,-16-4-1,-19-18 1,-16-18-16,-15-5 0,-15-12 16,-14-3-1,-15 3-15,-8 7 16,-12-2-1,-5 7-15,-5 8 16,-7 2-16,-12 0 16,0 9-1,-1 9-15,-4 4 16,2 7 15,-2 3-31,-8 5 16,-4 12-16,-6 17 15,-17 15-15,-9 17 16,-18 15-16,-17 20 16,-19 17-1,-28 17-15,-19 29 16,-10 33-16,12 24 16,10 20-1,23 19-15,23 0 16,18 15-16,30 5 15,21-7 1,35-6-16,29-1 31,28-13-31,26 0 16,20 0 0,18-15-16,14 5 15,19 12-15,18 8 16,22 5-1,17 4-15,10-9 16,12-3 0,15-4-16,13-6 15,9-12-15,7-17 16,6-17 0,14-17-16,12-15 15,18-8-15,19-9 16,15-13-1</inkml:trace>
  <inkml:trace contextRef="#ctx0" brushRef="#br0" timeOffset="-158294.39">15445 16207 0,'0'0'0,"0"0"15,0 0-15,0 0 16,0 0 0,0 0-16,0 0 15,-12-24 17,-1 19-32,-6 2 15,-11 3-15,-14 5 16,-10 2-16,-3 6 15,1 6 1,4 8-16,1 13 16,4 9-16,5 10 15,8 2 1,7-4-16,10-11 0,9-9 16,8-10-1,5-5-15,8-4 31,1-9-31,8-4 16,8-10-16,14-12 16,20-25-1,10-19-15,-1-13 16,-14 8 0,-15 14-16,-14 18 15,-10 12-15,-8 7 16,-5 8-1,-2 2-15,-2 5 16,-1 0-16,-2 2 16,0 3-1,0-5-15,-5 30 16,-2 4-16,-1 10 16,-1 8 15,-4 0-31,4-6 15,4-4-15,2-8 16,3-4 0,5-3-16,2-5 15,6-5-15,1-9 16</inkml:trace>
  <inkml:trace contextRef="#ctx0" brushRef="#br0" timeOffset="-157789.56">15904 16320 0,'0'0'0,"-22"27"15,-3 0-15,-9 13 16,0 4 0,2-3-16,7-6 15,6-6 1,6-4-16,6-5 16,2-3-16,3-2 15,4-3 1,5 0-16,6 0 15,6-2 1,8-5-16,5-5 16,5-5-16,7-7 31,3-10-31,0-10 16,-6-10-1,-9-5-15,-10 6 16,-9 4-1,-8 10-15,-5 7 16,-3 8-16,-2 2 0,0 3 16,0 2-1,3 0 1,2-3-16</inkml:trace>
  <inkml:trace contextRef="#ctx0" brushRef="#br0" timeOffset="-157193.7">16597 15932 0,'0'0'0,"0"0"15,0 0-15,0 0 16,0 0 0,0 0-16,0 0 15,-22 27 1,17-12-16,0 2 15,0 3 1,0 2-16,0 0 16,0 2-16,0 1 15,0 0 1,1 4-16,1 0 16,1 1-1,-3 2 1,0 0-16,0 0 15,0 0 1,2-5-16,1-3 0,0-4 16,2 0-1</inkml:trace>
  <inkml:trace contextRef="#ctx0" brushRef="#br0" timeOffset="-156929.73">16307 16868 0,'0'0'0,"0"0"15,0 0-15,0 0 16,0 0-16,0 0 15,0 0 1,0 0-16,0 0 16</inkml:trace>
  <inkml:trace contextRef="#ctx0" brushRef="#br0" timeOffset="-155455.53">14042 17052 0,'0'0'0,"0"0"0,0 0 16,0 0-16,0 0 16,0 0-1,0 0-15,13 27 16,-4-19-16,9 1 15,4 1 17,10 3-32,9-1 15,9 0-15,6 0 16,5 1 0,8-3-16,10-3 15,7-2 1,10 0-16,-1-3 15,6 1-15,7-3 16,3-3 0,4-2-16,-2 0 15,5 0-15,0 1 16,2 1 0,3 1-16,2-1 15,3-2-15,0-2 16,4 0-16,1-3 15,2-3 1,3-4-16,2 0 16,-3 0-1,1-3 1,4-4 0,3-6-16,5-4 15,5-3 1,-3-2-16,-7 4 15,-7 6-15,-3 4 16,-10 5 0,-5 6-16,-7 1 15,-5 4-15,-5-1 16,-7 2 0,-7 3-16,-16 3 15,-14 0-15,-12 2 16,-10 2-1,-8 0-15,-4 1 16,-5-1 0,-6 3-16</inkml:trace>
  <inkml:trace contextRef="#ctx0" brushRef="#br0" timeOffset="-154031.8">14725 17507 0,'0'0'0,"0"0"16,0 0-16,-24 32 16,9-10-16,-5 7 15,1 6-15,-1 6 16,3-1-1,4-1-15,4-5 16,4-7 0,2-4-1,6-4-15,2 1 16,7-3-16,12 0 16,13-4-1,12-9-15,5-4 16,5-4-16,0-6 15,-5-3 1,-2 1-16,-5-3 16,-3-2-16,-5-2 15,-2-4-15,-3-1 32</inkml:trace>
  <inkml:trace contextRef="#ctx0" brushRef="#br0" timeOffset="-153737.48">15079 17433 0,'0'0'0,"0"0"15,0 0-15,-32 39 16,20-14-1,-3 7-15,0 10 16,0 12 0,3 12-16,5 8 15,2-1 1,2-9 0,3-10-1,3-7-15,-1-8 16,3-4-16,3-8 15</inkml:trace>
  <inkml:trace contextRef="#ctx0" brushRef="#br0" timeOffset="-153184.58">15487 17632 0,'0'0'0,"0"0"16,0 0-16,0 0 15,0 0 17,0 0-32,0 0 15,0 0 1,7 27-16,-5-20 15,1-2-15,-1 0 16,1 0 0,-1 3-16,3-1 15,3 3 1,1 2-16,4 3 16,4 2-16,2 3 15,4 2-15,-1 0 16,2 2-1,-2 3 1,-2 3-16,-3-1 16,-5-2-16,-4-2 15,-3-5-15,-5-3 32,-3 0-32,-7 3 15,-7-1 1,-10 1-16,-5-5 15,-4-5-15,-1-8 16,-5-9-16,-10-16 16</inkml:trace>
  <inkml:trace contextRef="#ctx0" brushRef="#br0" timeOffset="-152951.45">15492 17539 0,'0'0'0,"0"0"0,0 0 16,27 2-1,-3 5-15,10 1 16,11 2-16,4 0 31,0-3-31,-2 0 16,-6-2-1,-6-2-15,-6-1 16,-2 1-16,0-1 16</inkml:trace>
  <inkml:trace contextRef="#ctx0" brushRef="#br0" timeOffset="-152638.41">16346 17553 0,'0'0'0,"0"0"0,0 0 16,0 0-1,0 0 1,0 0-16,0 0 15,0 0 1,0 0-16,0 0 16,0 0-1,0 0-15,20 30 16</inkml:trace>
  <inkml:trace contextRef="#ctx0" brushRef="#br0" timeOffset="-152446.79">16189 17954 0,'0'0'0,"-20"24"16,3 1-16,0 4 15,0 3-15,5-5 0,4-7 31,3-5-15,3-3-16,-1-5 16,3-2-16</inkml:trace>
  <inkml:trace contextRef="#ctx0" brushRef="#br0" timeOffset="-151518.55">17233 17192 0,'0'0'0,"0"0"16,0 0-16,0 0 15,-37 37-15,15-10 32,-5 10-32,-5 10 0,-2 2 15,2 0 1,5-5-1,2-5-15,6-2 16,4-2 0,3-3-16,4 0 15,6-5-15,4-3 16,8 1-16,12-3 16,17-5-1,20-7-15,10-8 16,7-7-1,3-2-15,-5-3 16,-3-2-16,-2 0 16,-3-3-1,-10 3-15,-9-1 16,-10 1-16,-5 0 16</inkml:trace>
  <inkml:trace contextRef="#ctx0" brushRef="#br0" timeOffset="-151233.89">17454 17391 0,'0'0'0,"0"0"15,-15 25-15,1 2 16,-6 17 0,-7 13-16,2 6 15,1 6 1,7-5-16,4-5 16,8-12-16,5-13 0,5-7 15,3-10 16,2-7-31</inkml:trace>
  <inkml:trace contextRef="#ctx0" brushRef="#br0" timeOffset="-150712.1">18039 17227 0,'0'0'0,"0"0"15,0 0-15,0 0 16,0 0 0,0 0-16,0 24 15,0-16-15,0 1 16,0 4-1,0 1-15,0 6 16,2 2-16,3 5 16,0 0-1,2 0-15,3 0 16,2-2-16,6 2 16,1-3-1,8-1-15,3-1 16,2-3-1,0-1-15,-5-1 16,-5 2 0,-5 1-16,-5 0 15,-4 2 1,-6 0 0,-9 5-16,-15 7 0,-20 8 15,-22-3-15,-5-21 31,5-23-15</inkml:trace>
  <inkml:trace contextRef="#ctx0" brushRef="#br0" timeOffset="-150515.27">18029 17217 0,'0'0'0,"27"-12"15,7-1-15,13 1 16,4 2 0,-4 5-16,-8 3 15,-7 2 1,0 2-16,0 3 0,5 3 16,7 1-1</inkml:trace>
  <inkml:trace contextRef="#ctx0" brushRef="#br0" timeOffset="-150115.15">19041 17123 0,'0'0'0,"0"0"32,0 0-17,0 0-15,0 40 16,0-3-16,-3 14 16,-2 11-1,-2 2-15,-5-6 0,-3-6 16,0-3-1,-2-2 1</inkml:trace>
  <inkml:trace contextRef="#ctx0" brushRef="#br0" timeOffset="-150062.72">18616 18121 0,'0'0'0,"0"0"0,0 0 0,0 0 0,0 0 16,0 0-16,0 0 31</inkml:trace>
  <inkml:trace contextRef="#ctx0" brushRef="#br0" timeOffset="-142333.77">15889 13807 0,'0'0'0,"0"0"0,0 0 0,0 0 0,0 0 15,0 0-15,0 0 16,0 0 0,0 0-16,0 0 15,0 0-15,23 47 16,4-10-1,7 12-15,8 7 16,4 6 0,3-3-16,1-5 15,-4-5 1,1 0 0,0 0-16,-3 3 0,0 2 15,3 2-15,-1 1 16,1-3-1,2 0-15,-2-5 16,2 0 0,-2 0-16,-3 3 31,0-1-31,-5 1 16,1-1-16,-1 1 15,3-3-15,-1-5 31,1-4-31,0 1 16,2 4-16,3 4 16,-5 0-1,-3 3-15,-5-3 0,-4-5 16,-6-7 0,-4-8-1,-5-7-15,-3-2 16,-2-8-16,-3-2 15,1-3 1,1 1-16</inkml:trace>
  <inkml:trace contextRef="#ctx0" brushRef="#br0" timeOffset="-141128.25">17051 17109 0,'0'0'0,"0"0"0,0 0 16,0 0-16,0 0 16,0 0-1,0 0-15,-12 27 16,17-12-16,7 4 15,8 11 1,9 9 0,8 8-16,10 4 31,2 1-31,0-6 16,0-4-16,5-2 15,3-9 1,7-1-16,4 2 15,6 2-15,0 1 16,2 2-16,2 4 16,6 1-1,2 0-15,-5-3 16,-5-2-16,-7-3 16,-8-2-1,1 0-15,-1-2 16,-2-3-1,-2-3-15,-1 1 16,-7-1 0,-5 1-16,-7-3 15,-7-2-15,-3-5 32,-3-3-32,8 0 15,12 0 1</inkml:trace>
  <inkml:trace contextRef="#ctx0" brushRef="#br0" timeOffset="-136258.5">23546 15205 0,'0'0'0,"0"0"0,0 0 0,0-25 0,9 15 16,11-2-16,12 0 15,22-3-15,15 0 16,14 1 0,1 4-1,-3 2-15,-10 6 0,-5 7 16,-2 5 0,-7 7-16,-8 5 15</inkml:trace>
  <inkml:trace contextRef="#ctx0" brushRef="#br0" timeOffset="-135990.91">23523 16269 0,'0'0'0,"0"0"15,0 0-15,30 17 16,12-15 0,24-4-16,32-11 15,20-4-15,5-5 16,-5-2 0,-5-3-16,-5-3 15,-2-9 1,-8-15-1</inkml:trace>
  <inkml:trace contextRef="#ctx0" brushRef="#br0" timeOffset="-135275.36">25402 13574 0,'0'0'0,"0"0"16,-19-40-16,4 21 15,-7-1 1,-5 5-16,-7 3 16,-3 5-16,0 4 15,0 8 1,0 5-16,0 7 16,3 8-1,7 7-15,7 4 16,10-1-16,10-3 15,10 5 1,12 4-16,10 8 16,8 8-16,4 2 15,-5 2 1,-7 3-16,-10-7 31,-12-8-31,-10-5 0,-7 0 16,-13 5-16,-9 3 15,-8-3 17,-8-10-32,4-14 15,4-15-15,5-10 16,0-10 0,3-7-16,6-8 15,11-2-15,12-2 16,15-20-16,24-25 15,23-14 1,14 2 0,5 14-16,-3 18 0,-6 15 15,-9 9 1,-9 6-16,-7-3 16</inkml:trace>
  <inkml:trace contextRef="#ctx0" brushRef="#br0" timeOffset="-134634.59">26090 13438 0,'0'0'0,"0"0"0,0 0 31,-29-19-16,7 9-15,-8 3 16,-4-1 0,-6 3-16,1 5 15,0 3-15,-3 7 16,0 7 0,3 10-16,2 5 15,8 5 1,9-1-16,10-1 0,10-3 31,8 0-31,9 2 16,12 3-1,8-3-15,5 1 16,-3-1-16,-4 3 16,-8 0-16,-8 5 15,-9-3 1,-10-2-16,-10 2 15,-7 0-15,-8-2 16,-2-7-16,3-8 31,2-7-31,5-8 0,4-7 16,4-3-16,1-6 31,3-9-31,3-9 16,7-9-1,9-11-15,13-7 16,15 2 0,7 6-16,5 6 15,-2 8 1,-3 3-16,-2 2 0,4-5 16,8-7-1</inkml:trace>
  <inkml:trace contextRef="#ctx0" brushRef="#br0" timeOffset="-134389.43">26795 13274 0,'0'0'0,"0"0"0,0 0 16,-24 32-16,-1 7 15,-9 27 1,-3 18-16,0 7 16,5-10-1,10-15-15,5-9 16,4-11 0,6-4-16,2-2 0</inkml:trace>
  <inkml:trace contextRef="#ctx0" brushRef="#br0" timeOffset="-134174.89">26262 14274 0,'0'0'0,"0"0"16,0 0-1,0 0-15,0 0 16,0 0 0,8 34-16,-1-19 15,3 5-15</inkml:trace>
  <inkml:trace contextRef="#ctx0" brushRef="#br0" timeOffset="-133673.27">24690 15175 0,'0'0'0,"32"-12"15,15-3-15,29-7 16,27-5-16,22 0 16,20-5-1,20-5-15,21-9 32,13-3-32,5-1 0,-12 6 15,-20 7 1,-25 10-1,-31 5 1,-33 5-16,-24 7 16,-25 8-16,-19 4 15,-15 3 1</inkml:trace>
  <inkml:trace contextRef="#ctx0" brushRef="#br0" timeOffset="-132819.83">25299 15792 0,'0'0'0,"0"0"16,0 0-16,0 0 15,35-37 1,-21 10-16,4-7 31,-1-8-31,-5-5 0,-7 1 16,-7 4-1,-8 3 1,-5 4-16,-5 8 16,-4 10-1,-3 12 1,-5 12-16,-12 20 15,-13 25-15,1 17 16,6 9 0,14 1-16,9 5 15,9-3 1,11-10-16,7-15 16,7-9-16,8-10 15,10-15 1,7-12-16,12-15 15,25-25-15,19-29 16,-2-14 0,-17 1-16,-23 16 15,-16 12 1,-10 12-16,-11 10 0,-4 9 31,-2 6-31,-3 5 16,-3 2-1,3 0-15,0 0 16,-41 68-16,-1 21 16,-7 29-1,2 14-15,0 4 16,8-9-16,2-4 16,5-15-1,5-14-15,8-6 16,6-17-1,8-19-15,10-15 16,8-15-16,6-15 16</inkml:trace>
  <inkml:trace contextRef="#ctx0" brushRef="#br0" timeOffset="-132387.33">25859 16131 0,'0'0'0,"0"0"0,0 0 15,0 0 1,-49 47-16,15-3 16,-1 15-1,6 7-15,7-2 16,10-10-16,7-15 15,5-12 1,5-4-16,7-6 16,12-10-16,11-9 15,24-23 1,22-34-16,5-27 16,-13-17-16,-19 2 15,-17 8 1,-17 12-1,-13 19 1,-9 23-16,-5 10 16,-3 9-1,-3 8-15,-1 4 16,-1 6-16,3 2 16,2 0-1,2 0-15</inkml:trace>
  <inkml:trace contextRef="#ctx0" brushRef="#br0" timeOffset="-132116.43">26884 15473 0,'0'0'0,"0"0"15,-8 36-15,-4 6 16,-5 22 0,-5 17-16,-3 8 15,0-1 1,-2-7 0,3-7-16,-1-5 15,3-1 1,3 4-16</inkml:trace>
  <inkml:trace contextRef="#ctx0" brushRef="#br0" timeOffset="-131923.02">26515 16667 0,'0'0'0,"0"0"16,0 0-16,-5 29 15,3-12 1,-1 0-16,3 1 15,0-6-15,0-2 16,0-5 0,0 0-1,3-3 1</inkml:trace>
  <inkml:trace contextRef="#ctx0" brushRef="#br0" timeOffset="-130923.81">13487 13930 0,'0'0'0,"0"0"0,0 0 16,0 0-16,0 0 16,-2-30-1,9 23-15,8 2 16,9 0-16,13 0 15,17 3 1,20-1-16,19 1 16,15-6-1,13-1-15,4-1 16,5-2 0,-2-1-16,-3 1 0,-9 2 15,-6 0 1,-7 0-1,-7-2-15,-5-3 16,0-2-16,-5-2 16,-10 1-1,-7 4 1,-3 1-16</inkml:trace>
  <inkml:trace contextRef="#ctx0" brushRef="#br0" timeOffset="-129944.14">14880 17003 0,'0'0'0,"0"0"0,0 0 0,-25-2 15,20-1-15,3 1 16,2-1 0,0 3-16,0 0 15,0 0-15,0 0 16,64 13 0,-20-1-16,15 0 15,10 0 1,7 1-16,5-1 15,0 0 1,0-2-16,3 0 16,6-3-16,1-2 15,-2-2 1,4-8-16,3-5 16,5-5-16,-1-2 15,-14 0 1,-10 4-16,-14 4 15,-11 4-15,-6 7 16,-6 3 0</inkml:trace>
  <inkml:trace contextRef="#ctx0" brushRef="#br0" timeOffset="-129030.25">13114 15735 0,'0'0'0,"0"0"15,0 0 1,0 0-16,0 0 31,34 5-31,1 3 16,19 4-16,7 0 0,5 1 31,6-4-31,-1-6 16,7-6-16,13-6 15,8-4-15,9 3 16,7 6 0</inkml:trace>
  <inkml:trace contextRef="#ctx0" brushRef="#br0" timeOffset="-127689.75">26567 14691 0,'0'0'0,"0"0"0,0 0 16,0 0-1,0 0-15,0 0 16,0 0 0,0 0-16,0 0 15,24 30-15,-14-20 31,5 0-15,9 2-16,11-2 16,14-1-16,15 1 15,9-5-15,11-2 16,9-3 0,8 0-16,7-3 15,3 1-15,2-1 16,2 1-1,0 2-15,3 0 16,0 0-16,0 0 16,0 0-1,-2 2 1,4 1-16,0-1 16,-4-2-1,-1 0-15,-2 0 16,-12-2-1,-8-1-15,-14 1 16,-18-1 0,-22 1-16,-21-1 15</inkml:trace>
  <inkml:trace contextRef="#ctx0" brushRef="#br0" timeOffset="-126517.89">13023 15819 0,'0'0'0,"0"0"16,0 0-16,0 0 15,0 0 1,0 0-16,0 0 15,39 34 1,-12-16 0,10 4-16,7 2 0,10 1 15,5-6 1,3-6-16,2-8 31,7-8-31,17-9 16,13-10-1,10-13-15,2-4 16,-3-5-16,-4 0 16,-6 2-16,-4-5 15,-10-4 1,-7-8-16,-3-10 16,-5 3-16,-2-1 15,-10 6-15,-13 2 31,-11-3-31,-8-6 0,-10-4 16,-10 4 0,-4 9-16,-8-3 31,-10-7-31,-9-4 16,-13-6-1,-12 1-15,-8 6 0,-2 16 16,-7 7-1,-8 12 1,-9 5-16,-11 7 16,-9 6-1,-7 6-15,-8 11 16,-10 4 0,-14 8-16,-6 7 15,1 8-15,7 4 16,10 11-1,17 6-15,12 8 16,20 3 0,20 2-16,19 0 15,17 5-15,18 5 16,19 14-16,30 20 0,37 8 31,29-6-15</inkml:trace>
  <inkml:trace contextRef="#ctx0" brushRef="#br0" timeOffset="-125633.21">27581 15696 0,'0'0'0,"0"0"0,0 0 15,0 0-15,0 0 16,-22 27 15,10-2-31,-1 9 16,-1 10 0,4 8-16,3 0 15,7-6-15,7 1 16,13 0-1,14-3-15,18-5 16,16-7-16,13-7 16,0-8-1,-7-10-15,-10-4 16,-5-8-16,-3-3 16,-4-9-16,-3-10 15</inkml:trace>
  <inkml:trace contextRef="#ctx0" brushRef="#br0" timeOffset="-125356.58">28009 15748 0,'0'0'0,"0"0"16,-37 59-16,-5 19 15,-15 33 1,-2 17-16,5-1 16,10-11-16,10-23 15,9-19 17,8-23-32,10-16 15,7-15-15,7-8 16</inkml:trace>
  <inkml:trace contextRef="#ctx0" brushRef="#br0" timeOffset="-124818.92">28399 15674 0,'0'0'0,"0"0"0,0 0 15,0 0-15,0 0 32,32 10-17,2-3-15,13 3 16,5 0 0,-1 2-16,-7 0 15,-9 6-15,-11 1 0,-9 6 16,-12 4-1,-13 16-15,-15 14 16,-14 7 0,-5-7-1,9-12 1,11-16-16,9-8 16,8-9-16,4-4 15,6-3 1,4 1-16,5-1 15,8 3 1,4 0-16,6 2 16,-3 3-16,-5 2 15,-7 3 1,-8 2-16,-9 7 16,-13 16-1,-17 14-15,-10 2 0,1-12 16,6-12-1,16-17 1,11-13-16</inkml:trace>
  <inkml:trace contextRef="#ctx0" brushRef="#br0" timeOffset="-124618.75">29502 15735 0,'0'0'0,"0"0"15,0 0-15,0 0 16,-7 50 0,-3-1-16,-5 15 15,-2 2 1,0-2-16</inkml:trace>
  <inkml:trace contextRef="#ctx0" brushRef="#br0" timeOffset="-124451.33">29097 16716 0,'0'0'0,"0"0"0,0 0 16,-10 27-16,7-17 15,1-3 1,2-2-16,0-3 16</inkml:trace>
  <inkml:trace contextRef="#ctx0" brushRef="#br0" timeOffset="-122591.08">14440 18305 0,'0'0'0,"0"0"16,0 0-16,0 0 15,0 0-15,-24-2 16,19-1 0,0 3-16,2 0 15,1 3 1,-1-1-16,3 1 16,0 2-16,0-5 15,0 0 16,10 19-31,0-9 16,5 2-16,7 5 16,10 6-1,5-1-15,7 0 16,3-3-16,2 1 16,5-3-16,0 0 15,0-2-15,0-2 31,2-4-15,3-4-16,5 0 16,3-2-16,-1-3 15,0 0 1,-2-3-16,0 1 16,5-3-16,4-3 15,8-1 1,-4-1-16,-6 0 0,-7 0 15,0 3 1,2-3 0,3 0-16,2 0 15,3 0 1,-8 1-16,-5-4 16,-4-1-16,-3-4 15,0-1 1,0-1-16,0 0 15,-3-2 1,-4 0-16,-5-2 16,-5-1-16,-5-2 15,-5 0 1,-3-2-16,-4-6 16,-3-4-1,-2-10 1,-3-8-16,-2-7 15,-5 3-15,-3 4 16,-4 8 0,-3 8-16,-2-1 15,-6-2 1,-4-3-16,-7-5 16,-6 1-16,-7-3 15,-5 2-15,1 8 16,-1 5-1,0 4-15,-2 6 32,-3 2-32,-2 0 15,-7-3-15,-8 1 0,-2 2 16,-6 0 0,4 4-16,1 9 15,-2 1 1,-7 6-16,-7 2 15,-3 8 1,-8 4-16,-9 10 16,-10 8-16,-7 7 15,2 5 1,3 2-16,2 5 16,5 5-1,7 5-15,8 5 16,14-2-1,10-6-15,13-6 16,4-6-16,8-5 16,7 1-1,8-1-15,6 3 16,6 2 0,7 3-16,5 0 15,8-1 1,7 1-1,7-2-15,12 1 16</inkml:trace>
  <inkml:trace contextRef="#ctx0" brushRef="#br0" timeOffset="-117767.08">27861 13141 0,'0'0'0,"0"0"0,0 0 0,0 0 0,0 0 16,0 0-16,-32-7 15,10 17 1,-10 12-16,-7 10 16,-3 7-16,3 3 15,4 7 1,6 5-16,4 5 15,3 2-15,5-2 0,5-5 16,4-5 15,4-9-31,4-6 16,2-2-16,5 0 0,8 2 16,12-2 15,20-2-31,19-6 15,15-11-15,3-11 16,4-9-16,1-5 16,-6-3-16,-9 0 15,-15 3 1,-15 2 0,-12 0-16,-8 0 15</inkml:trace>
  <inkml:trace contextRef="#ctx0" brushRef="#br0" timeOffset="-117476">28085 13367 0,'0'0'0,"0"0"16,0 0-16,-40 52 15,1 14 1,-15 32-16,-7 13 16,2 2-16,5-5 15,12-12 1,12-15 0,8-20-1,10-16-15,7-13 16,5-10-16,5-8 15</inkml:trace>
  <inkml:trace contextRef="#ctx0" brushRef="#br0" timeOffset="-117012.83">28640 13289 0,'0'0'0,"0"0"16,0 0-1,-20 46-15,3-4 16,-3 17-1,-2 10-15,5-3 16,5-9 0,2-11-16,5-9 15,5-7-15,7-1 0,8 8 16,15 5 15,14 2-31,10 0 16,0-5-16,-5-4 15,-12-6 1,-10-4-16,-12-3 16,-11-2-16,-8-1 15,-19 8 1,-26 5-16,-27 3 16,-15-6-16,-9-9 15</inkml:trace>
  <inkml:trace contextRef="#ctx0" brushRef="#br0" timeOffset="-116811.06">28483 13465 0,'0'0'0,"36"-7"16,16 0-16,24-1 15,13 6 1,4 4-16,3 6 16,2 4-1,3 3-15</inkml:trace>
  <inkml:trace contextRef="#ctx0" brushRef="#br0" timeOffset="-114748.27">29703 13289 0,'0'0'0,"0"0"0,0 0 16,0 0-16,0 0 15,0 0 17,-39 46-32,10 3 15,-8 20-15,0 7 16,2-2 0,8-15-1,10-15-15,5-9 0,5-8 16</inkml:trace>
  <inkml:trace contextRef="#ctx0" brushRef="#br0" timeOffset="-114560.24">29050 14365 0,'0'0'0,"0"0"0,0 0 16,0 0-1</inkml:trace>
  <inkml:trace contextRef="#ctx0" brushRef="#br0" timeOffset="-113566.39">30963 13380 0,'0'0'0,"0"0"0,-36 36 31,-16 23-31,-24 25 16,-15 12 0,3-10-16,4-5 15,8-5-15,0 0 16,7-7-1,10-15-15,12-15 16,15-14-16,10-13 16,8-10-16</inkml:trace>
  <inkml:trace contextRef="#ctx0" brushRef="#br0" timeOffset="-113303.95">30315 13461 0,'0'0'0,"0"0"0,0 0 15,0 0-15,29 36 16,-4 9 0,4 11-16,6 10 15,2-2-15,2-2 31,3-1-31,4 1 0,1-6 16,-3-7-16,-2-14 16,2-13-1</inkml:trace>
  <inkml:trace contextRef="#ctx0" brushRef="#br0" timeOffset="-112886.95">31641 13608 0,'0'0'0,"0"0"16,0 0-16,42 25 15,-15-6-15,0 6 16,0-1-1,-5-2-15,-7-2 16,-5-5-16,-8 0 16,-7 2-1,-17 12-15,-27 15 32,-20 13-32,-4-1 15,11-6-15,18-11 16,15-12-1,9-7-15,13-6 16,7-4-16,9 2 16,21 3-1,21 0-15,18 0 16,2-3-16,-7-5 16,-12-2-1</inkml:trace>
  <inkml:trace contextRef="#ctx0" brushRef="#br0" timeOffset="-112117.17">29072 14871 0,'0'0'0,"0"0"0,0 0 16,0 0-16,0 0 15,0 0 1,0 0 0,0 0-16,44 0 15,-4 0 1,21 0-16,25-3 15,22 1 1,27-3 0,17-2-16,13 2 0,2 0 31,0 0-31,0 2 16,-7 3-16,-6 3 15,6 2 1,-10 2-16,-10 0 15,-7 6 1,-11-1-16,-11 0 16,-13 1-16,-12-4 15,-17-4 1,-8-2-16,-4-3 16,-3-3-1,-3-4-15,3-3 16,1-2-16</inkml:trace>
  <inkml:trace contextRef="#ctx0" brushRef="#br0" timeOffset="-109301.39">24685 14814 0,'0'0'0,"0"0"16,0 0-16,0 0 16,0 0-1,0 0-15,37 0 16,-12-2 0,11-1-16,11 1 15,10-1 1,2 1-16,2-1 15,5 1 1,8-3-16,10 0 16,1-2-1,1-1-15,-2 1 16,-5-3-16,-6 0 16,-2 1-16,-12-1 15,-12 2 1,-13 3-1,-9 1-15,-5 1 0,-6 1 32,-1 2-32,1 0 0,4 2 15</inkml:trace>
  <inkml:trace contextRef="#ctx0" brushRef="#br0" timeOffset="-107879.39">24820 16937 0,'0'0'0,"0"0"15,0 0-15,-27 0 16,20 0-16,2 0 16,0 0-1,3 0-15,2 0 16,0 0 0,0 0-16,0 0 15,59 0 1,-3-3-16,23-4 15,12 0-15,2-1 16,0 1 0,-9 2-16,-11 2 15,-11 1 1,-11 2 0,-4 2-16,-8 3 15,-7 5-15</inkml:trace>
  <inkml:trace contextRef="#ctx0" brushRef="#br0" timeOffset="-107411.17">23649 17701 0,'0'0'0,"0"0"16,0 0-16,0 0 15,0 0 1,0 0-16,29-20 15,3 13-15,12-1 16,10 1-16,3 0 16,-6 4 15,-4 1-31</inkml:trace>
  <inkml:trace contextRef="#ctx0" brushRef="#br0" timeOffset="-107159.93">23543 18062 0,'0'0'0,"0"0"16,0 0-16,0 0 15,25-3-15,2 1 16,12-5-16,17-3 16,11 0-1,9 0-15,3 0 16</inkml:trace>
  <inkml:trace contextRef="#ctx0" brushRef="#br0" timeOffset="-106494">24435 17816 0,'0'0'0,"0"0"16,0 0-1,0 0-15,0 0 16,0 0-1,56-2-15,8-3 16,32-5 0,29-2-16,27-5 15,18-3 1,7-5-16,19 1 16,-2 2-16,-5 4 15,-4 4 1,-21 1-16,-12 6 15,-21 2-15,-21 3 16,-16-1 0,-23 1-16,-20 2 15,-14 0 1,-12 0-16,-8 0 16,-7 0-1,-5 0-15</inkml:trace>
  <inkml:trace contextRef="#ctx0" brushRef="#br0" timeOffset="-105552.7">25243 18214 0,'0'0'0,"0"0"16,0 0-16,0 0 16,-17-24-1,12 14-15,-3-2 16,-1-1-16,-6-1 16,-5-1-1,-2 0-15,-3 0 31,-4 5-31,-5 6 0,-3 4 32,-3 4-32,-6 9 0,-1 9 31,3 7-31,10 6 16,6 4-16,11 0 15,7-2 1,8-5-16,4-2 15,8-3 1,5-8-16,7-4 16,5-8-16,3-7 15,6-7-15,6-13 16,2-9 0,-7-5-16,-7 2 15,-8 5-15,-7 9 16,-6 6-1,-1 5-15,-3 4 16,-3 3 0,1 0-16,-3 5 31,0 7-31,0-12 16,-18 79-1,1-10-15,-7 14 16,-3 11-16,0 4 15,0-5-15,2-12 16,5-19 0,8-18-16,10-17 15,7-7-15</inkml:trace>
  <inkml:trace contextRef="#ctx0" brushRef="#br0" timeOffset="-105042.8">25540 18335 0,'0'0'0,"0"0"15,0 0-15,-20 32 16,6-5 0,-4 5-16,4 2 15,1 0 1,6-4-16,2-3 16,5-3-16,3 1 15,4-3 1,5 0-16,3-5 15,5-4-15,4-6 16,1-5 0,2-6-16,2-6 15,3-7-15,0-10 16,-7-5-16,-8-5 31,-10-3-31,-9 4 16,-6-1-1,-6 2-15,-4 6 0,1 9 16,3 8 0,1 5-1,3 2-15,1-3 16</inkml:trace>
  <inkml:trace contextRef="#ctx0" brushRef="#br0" timeOffset="-104636.02">26581 18106 0,'0'0'0,"0"0"16,0 0-16,0 0 15,0 0 1,-17 39-16,-2 6 15,-13 19 1,-8 9-16,-6 3 16,-3-9-16,2-13 31,8-8-31,7-11 16,7-11-1,3-11-15</inkml:trace>
  <inkml:trace contextRef="#ctx0" brushRef="#br0" timeOffset="-104364.84">26154 18118 0,'0'0'0,"0"0"0,0 0 0,0 0 0,0 0 16,0 0-1,0 0-15,30 30 16,-3-1-16,9 13 16,9 12-1,-1 5-15,0-5 16,-2-7 0,-5-8-16,-3-9 15,0-3 1</inkml:trace>
  <inkml:trace contextRef="#ctx0" brushRef="#br0" timeOffset="-103522.24">27230 18484 0,'0'0'0,"0"0"0,0 0 16,0 0-16,0 0 16,0 0-1,0 0-15,-7-46 16,-3 6-1,-3-11-15,-1-6 16,-4 3-16,-1 5 16,-3 7-1,2 8-15,0 9 16,3 6 0,3 7-16,1 2 15,3 2-15,1 3 16,1 3-1,3 2 1,0 0-16,0 2 0,3 1 31,0 2-31,2 0 16,0-5-16,0 0 16,17 46-1,-3-14-15,6 10 16,2 10-1,-2 4 1,-3 1-16,-5-8 16,-4-5-16,-6-5 15,-4-2-15,-6 5 16,-4 5-16,-5 2 16,-3-5-1,1-10-15,1-9 16,1-10-16,2-10 15,1-10 1,-1-10-16,0-10 16,3-7-1,7-2 1,5-3 0,5 0-16,7-2 15,5-3-15,6 3 16,4 2-1,7 3-15,5 4 16,3 6-16,2 2 16,-4 7-1,-4 5-15,-4 3 16,-7 4-16,-3 1 16</inkml:trace>
  <inkml:trace contextRef="#ctx0" brushRef="#br0" timeOffset="-102796.54">27842 18241 0,'0'0'0,"0"0"15,0 0-15,0 0 16,0 0 0,0 0-16,0 0 15,-3-24 1,-2 9-16,-2-10 16,-6-2-16,-4-5 15,-2 0 1,-1 3-16,0 7 15,3 7 1,0 8-16,2 4 31,0 6-31,1 4 0,-3 8 32,-3 9-32,-5 16 15,3 11-15,3 13 16,4 0-16,7-10 15,6-12 1,2-13-16,5-6 16,5-9-16,4-9 15,-14-5 1,67-19-16,-6-18 16,8-15-16,-8-2 15,-14 10 1,-13 9-16,-11 13 15,-9 8-15,-4 4 16,-3 5-16,-2 2 16,-2 3-1,-3 3-15,0 2 32,0-5-17,-12 51-15,-8 13 16,-12 20-16,-10 16 15,-2 1 1,-3 2-16,3-2 16,5-3-16,4-4 15,4-1 1</inkml:trace>
  <inkml:trace contextRef="#ctx0" brushRef="#br0" timeOffset="-101941.5">26618 17703 0,'0'0'0,"0"0"16,0 0-16,0 0 15,0 0 1,0 0-16,27-5 15,-2 3 1,14 2-16,15 0 16,15 2-16,12-2 15,20 0 1,17-2 0,14-1-1,11 1-15,-3 0 16,5 2-1,2 2-15,8 3 16,-5 0-16,-1 2 16,-1 1-1,-11-1-15,-6-2 16,-11 0-16,-5-3 16,-4 1-1,-8-1-15,-7 1 16,-10-3-16,-10 0 15,-5-3-15,0-2 16,-2 0 15,-2-2-31</inkml:trace>
  <inkml:trace contextRef="#ctx0" brushRef="#br0" timeOffset="-98010.84">26012 12468 0,'-25'-15'0,"-9"1"0,-25-6 0,-15 8 16,-9 12-16,-23 19 31,-24 35-31,-13 32 0,3 27 16,13 22 0,4 10-16,7 13 15,8 19 1,3 4-16,4 18 15,3 8-15,7-6 16,12 5-16,13-11 16,9 1-1,8-7-15,10-4 16,5-6 15,6-15-31,9-14 16,7-15-16,7-12 15,5-10-15,5-5 16,4 0-16,6 3 16,2-5-1,3-13 1,2-14-16,3-18 16,-1-7-16,3-5 15,3-2-15,4 2 16,8-5-1,7 0-15,7-7 16,6-7-16,4-6 16,-2-6-1,2-6-15,6-2 16,1-5 15,1-1-31,-3-1 0,-4-1 16,-4 1-1,4-3-15,-1 0 16,3 0-16,0 0 16,-3 0-16,-2 2 15,-3 3-15,1 0 16,1 2 0,6 1-16,0-1 15,0-2 16,0 0-31,-1 0 0,-1-3 16,-1-2-16,8-7 16,9-8-1,3-12-15,-2-10 16,-8-7 0,-3-5-1,-4-2-15,2-6 16,-2-4-1,0-13-15,-5-10 16,-3-11-16,-4-6 16,-6-5-1,-4-4-15,-3-3 16,-4-3-16,-4 3 16,-6-2-1,-6 2-15,-6-3 16,-9 1-16,-1-6 15,-6 3 1,-4-9 0,-6-6-16,-4 0 0,-5-7 15,-5 0 17,-8 0-32,-4 8 15,-5-1-15,-3 3 16,0 0-1,-5-3-15,-2 5 0,-10 5 16,-4 5 0,-9 8-16,-1 9 15,-6 15 1,-7 10-16,-10 2 16,-4 6-16,1 6 15,6 11 1,5 9-16,6 15 15,6 10 1,8 14-16,-1 10 16,-2 16-1,2 8 1,5 11-16,15 2 16,14-2-1,18 0-15</inkml:trace>
  <inkml:trace contextRef="#ctx0" brushRef="#br0" timeOffset="-95432.33">28782 12566 0,'0'0'0,"-29"-22"15,-3 3-15,-12-8 16,-10 0 0,-5 4-16,-5 4 15,-7 4 1,-3 5-16,-5 5 16,1 5-16,-3 5 15,-5 8-15,-5 9 16,-5 12-16,0 18 15,10 11 1,8 9-16,4 4 16,3 5-1,-1 10 1,1 12-16,5 10 16,0 7-1,2 8-15,0 2 16,0 5-16,5-2 15,5-3 1,5-2-16,5-5 16,2 2-1,8-7-15,4 0 0,3 0 16,5-3 0,2-4-1,3-5-15,5-6 16,2-6-16,0 1 31,3-1-31,2-3 16,2-8-1,3-7-15,3-4 16,-1 4-16,3 2 16,3-1-1,-1-9-15,3-6 16,2-8-16,0-3 15,6 1-15,1 5 16,6 4 0,4-2-16,6-3 15,4-4-15,0-8 16,1-7 0,-1-5-16,-2-5 15,0 0 1,-1-2-1,4-1-15,4 1 0,5-1 16,7 3-16,3 0 16,0-2 15,-2 0-31,-3-1 16,0-2-16,5 3 15,2-3 1,8 0-16,0-5 15,-3-2 1,1-3-16,1 0 16,4-2-16,1 0 15,3-5-15,-2-3 16,-3 1 0,0-3-1,1-3-15,6-4 0,6-3 31,2-4-31,-5-4 16,-5-4-16,-5 0 0,-4-2 31,-1-1-15,0-2-16,1 0 16,-4 0-16,-9 2 15,-7 3-15,-3 3 16,-4-1-1,-1 3-15,0-3 16,3-4 0,5-8-16,-1-10 15,-2-10-15,-2-4 16,-7-3-16,-6 0 16,-4 2-1,-3-4-15,-3-8 16,1-12-1,-3-7-15,-4 2 16,-4 0-16,-4 0 31,0-8-31,-2-2 16,-3 1 0,-3-8-16,1-6 15,-1-6-15,1-1 16,-1-4-1,1 2-15,-1 5 16,1 0-16,-3 8 16,0-4-1,-2-1-15,-5-3 16,-3 0 0,-5 0-16,-4 0 15,-3 0 1,-5 7-16,-3 10 0,-2 6 31,-4-4-31,-8-2 0,-3 1 16,-2 6-16,-8 6 31,-1 2-15,-14-3-16,1 3 15,0 10-15,0 12 16,5 12-1,-3 10-15,5 8 0,6 7 16,8 7 0,9 5-16,11 8 15,11 4 1</inkml:trace>
  <inkml:trace contextRef="#ctx0" brushRef="#br0" timeOffset="-94306.98">29846 16873 0,'0'0'0,"0"0"31,0 0-31,0 0 16,0 0-16,0 0 16,0 0-16,-32 10 15,10 12-15,-8 12 16,-4 8-16,-5 2 16,2-2-1,7-5 1,6-5-16,4-3 15,5-2-15,8-2 16,2-1 15,5-4-31,7 2 0,11 3 0,11-1 16,10-4 15,8-5-31,-3-8 16,-4-7-16,-6-2 15,-5-1 1,-4-2-16,-5 0 16,-1-2-1,-2 0-15</inkml:trace>
  <inkml:trace contextRef="#ctx0" brushRef="#br0" timeOffset="-94026">29892 17160 0,'0'0'0,"0"0"0,0 0 16,0 0-16,-29 37 15,9-5 1,-4 17-16,-6 15 15,6-2 1,4-11-16,8-9 16,4-10-16,6-10 0,2-5 31,5-5-31,2-2 16</inkml:trace>
  <inkml:trace contextRef="#ctx0" brushRef="#br0" timeOffset="-93531.86">30254 16944 0,'0'0'0,"0"0"0,0 0 16,0 0-16,0 0 15,0 0 1,-3 27-16,1-12 16,-3 2-1,0 3-15,2-3 16,1 0-16,-1-2 16,1 0-1,2-1-15,0 1 16,2 2-16,6 3 15,4 5 1,3 4-16,2 3 16,0 0-1,0 2-15,1 1 16,-4-3-16,-1 0 31,-6-5-15,-2-3-16,-5-7 15,0-2-15,-3 0 16,-4-3-16,-5 0 16,-5-2-16,-6-5 15,-6-10 1,-10-22 0</inkml:trace>
  <inkml:trace contextRef="#ctx0" brushRef="#br0" timeOffset="-93309.49">30332 17069 0,'0'0'0,"0"0"16,0 0-16,0 0 31,0 0-15,0 0-16,35 0 15,-16 0 1,8 0-16,8 3 15,9-1-15,5 1 16,5-1 0,0 1-16</inkml:trace>
  <inkml:trace contextRef="#ctx0" brushRef="#br0" timeOffset="-93033.61">31165 17030 0,'0'0'0,"0"0"16,0 0-16,0 0 16,-20 32-1,-4-5-15,-13 7 16,-3 6-16,-4 4 15,2 3 1,1-3-16,6-5 16,6-9-1,7-13-15,5-12 16,4-13 0</inkml:trace>
  <inkml:trace contextRef="#ctx0" brushRef="#br0" timeOffset="-92824.46">30769 17104 0,'0'0'0,"0"0"0,0 0 16,0 0-1,0 0-15,0 0 16,0 0-16,35 29 16,-16-11-1,11 6-15,7 8 16,7 5-1,5 0-15,3-3 16,-1-4 0,1-6-16</inkml:trace>
  <inkml:trace contextRef="#ctx0" brushRef="#br0" timeOffset="-92477.34">31573 16915 0,'0'0'0,"0"0"16,0 0-16,-13 32 16,1-3-1,-3 8-15,-2 5 16,5-3-16,4-5 15,6-4 1,4-1-16,8 3 16,7 3-1,13 4-15,12-5 16,7-7 0,0-12-1,2-7-15,-4-8 0,-3-8 16,-2-7-1,0-7-15</inkml:trace>
  <inkml:trace contextRef="#ctx0" brushRef="#br0" timeOffset="-92222.15">31634 17077 0,'0'0'0,"0"0"16,0 0-16,-22 37 15,10-3-15,2 13 16,5 9 0,5 1-16,2-1 15,8-2-15,2-10 16,6-4-1,6-6-15</inkml:trace>
  <inkml:trace contextRef="#ctx0" brushRef="#br0" timeOffset="-91856.17">32204 17094 0,'0'0'0,"0"0"0,0 0 31,0 0-31,-27 17 16,2 0-16,-7 10 15,3 10-15,2 5 16,7 5-1,10-3 1,5-5-16,8-2 16,7-3-1,9-2-15,13-5 0,8-4 16,1-9 0,1-4-1,0-7-15,2-8 16,10-13-1,10-13-15</inkml:trace>
  <inkml:trace contextRef="#ctx0" brushRef="#br0" timeOffset="-91642.74">32341 17089 0,'0'0'0,"0"0"0,-24 17 15,2 3-15,-5 14 16,-8 25 0,-2 27-1,-2 20 1,-3 12-16,-2 0 16,0-5-1,-3-10-15</inkml:trace>
  <inkml:trace contextRef="#ctx0" brushRef="#br0" timeOffset="-90910.79">29458 17696 0,'0'0'0,"0"0"16,0 0-16,0 0 15,0 0 1,0 0-16,0 0 15,0 0 1,0 0-16,0 0 16,51 0-1,11 7-15,16 6 16,13 4-16,5 5 16,7 7-1,8 3 1,9 0-16,15 3 15,8-6 1,1 1-16,6-3 16,3-5-16,1-3 15,13 1 1,10-5-16,7-5 16,10-6-16,3-4 15,2-4-15,-15-6 16,-22-3-1,-27 4-15,-29-1 32,-22 2-32,-21 6 0,-18 0 15,-13-1-15,-10-2 16,-10 0-16</inkml:trace>
  <inkml:trace contextRef="#ctx0" brushRef="#br0" timeOffset="-89512.5">28573 12846 0,'0'0'0,"0"0"0,-44-24 0,7 9 15,-12 3-15,-15 4 16,-4 6-1,-11 7-15,-9 7 16,-8 8 0,-5 9-16,0 8 15,8 12 1,7 13 0,12 4-1,6 5-15,1 3 16,-1 5-1,4 2-15,7 7 16,8 3-16,10-3 16,7-4-16,5 2 15,5 5 1,2 5-16,3 2 16,2-2-1,0 7-15,1 3 16,-1 4-16,0 3 15,0-2-15,1-1 32,4-4-32,5-10 0,5-5 15,5-1-15,5 4 16,7 4 15,5-2-31,3-10 16,4 2-16,8 6 15,7 4 1,3-5-16,2-4 16,0-11-1,3-1-15,2 4 16,0-3-16,0-4 16,0-10-16,2-8 15,-2-9 1,3-3-16,2 0 15,0-2-15,-3 0 16,3-3 0,3-4-16,4-3 15,3-5-15,2-8 16,0-9 0,3-5-16,2-5 31,10-5-31,5-5 15,-5-5-15,-8-2 16,-6 0 0,-6-3-16,-5 1 15,-4-1-15,-3 0 16,0 1 0,-5-1-16</inkml:trace>
  <inkml:trace contextRef="#ctx0" brushRef="#br0" timeOffset="-87222.75">32877 17217 0,'0'0'0,"0"0"16,0 0-16,0 0 15,0 0 1,0 0-16,0 0 16,-3 24-1,-4-9-15,-5 5 16,-3 4-1,0 1-15,-2-1 16,0 1-16,2 2 31,-2 3-31,-3-1 16,-2 3-16,-2 0 16,-1-3-16,0-4 15,6-5-15,2-6 31,-1-4-15</inkml:trace>
  <inkml:trace contextRef="#ctx0" brushRef="#br0" timeOffset="-86885.22">32508 17153 0,'0'0'0,"0"0"0,0 0 15,0 0 1,0 0-16,0 0 31,30 42-31,-6-8 16,8 13-1,5 9-15,0 1 16,-3-3 0,-4-7-16,-6-11 15,-4-4-15,-5-5 16,-5-5 0,-3-4-16,0-6 15</inkml:trace>
  <inkml:trace contextRef="#ctx0" brushRef="#br0" timeOffset="-86257.92">33196 17217 0,'0'0'0,"0"0"0,0 0 16,0 0 0,0 0-16,30 17 15,-13-7 1,7 5-16,8 7 16,5 5-16,0 5 15,-3 2 1,-7-2-16,-7 0 15,-10-5 1,-8-2 0,-7-3-16,-7 2 15,-12 6-15,-11 2 16,-2 0-16,-4-3 16,-1-2-1,2-2-15,6-3 16,10-5-16,6-5 15,9-2 1,6-3 0,8-2-16,12 3 15,30-1-15,36-4 16,30-8-16,0-5 16,-24 2-16</inkml:trace>
  <inkml:trace contextRef="#ctx0" brushRef="#br0" timeOffset="-82360.75">29728 16612 0,'0'0'0,"0"0"0,0 0 0,0 0 0,0 0 16,0 0-16,0 0 16,15 25-16,2 2 15,5 17-15,7 18 16,6 9-1,-1 0-15,3-4 16,2-6 0,6 3-16,6 7 15,6 8-15,-1 7 16,-4-5 0,-6-10-16,-4-12 31,-5-10-31,-3-7 15</inkml:trace>
  <inkml:trace contextRef="#ctx0" brushRef="#br0" timeOffset="-81611.99">33007 16794 0,'0'0'0,"0"0"0,0 0 15,0 0 1,27 37-16,-7 5 15,9 17-15,10 12 16,6 10 0,1 10-16,1 10 0,-3 0 15,-2-6 1,-5-4 0,0-2-1,-3-8-15,3-10 16,-3-15-1</inkml:trace>
  <inkml:trace contextRef="#ctx0" brushRef="#br0" timeOffset="-80857.79">25231 18138 0,'0'0'0,"0"0"0,0 0 0,-27-47 16</inkml:trace>
  <inkml:trace contextRef="#ctx0" brushRef="#br0" timeOffset="-80598.4">24973 17762 0,'0'0'0,"0"0"0,0 0 15,0 0-15,0 0 16,19 49-1,8 0-15,15 13 16,12 9 0,17 10-16,10 8 15,5 6 1,3-1 0,-3-16-16,5-9 15,9 2-15,11 6 16,-1 9-1</inkml:trace>
  <inkml:trace contextRef="#ctx0" brushRef="#br0" timeOffset="-78881.66">31079 5223 0,'0'0'0,"-44"35"15,-8 24-15,-22 39 16,-12 20 0,3 10-16,9-6 15,18-4 1,19-12-16,22-18 16,22-9-1,25 2 1,30 5-16,34-2 15,24-13-15,10-19 16,-2-16 0,-10-14-16,-18-9 15,-18-6-15,-19-4 32,-11-6-32,-13-2 15,-7-5-15</inkml:trace>
  <inkml:trace contextRef="#ctx0" brushRef="#br0" timeOffset="-78591.71">31386 5946 0,'0'0'0,"-22"54"15,-5 14-15,-8 38 16,-4 19 0,-3 13-16,1 2 15,-4-7-15,4-11 16,6-16-16,6-17 16,7-16-1,7-11 1,7-8-16,6-8 15,7-4 1,5-3-16</inkml:trace>
  <inkml:trace contextRef="#ctx0" brushRef="#br0" timeOffset="-76142.92">32472 5631 0,'0'0'0,"0"0"15,-32 44-15,-10 15 16,-22 35-1,-12 9-15,0-5 16,9-14 15,16-13-31,21-12 0,18-10 16,17-7 0,17 2-16,25 3 15,34-1-15,29-6 16,16-13-1,1-8-15,-1-11 16,-18-6-16,-5-7 16,-5-5-16,-10-2 15,-14-5 17,-17-8-32,-11-7 15</inkml:trace>
  <inkml:trace contextRef="#ctx0" brushRef="#br0" timeOffset="-75927.83">32901 5931 0,'0'0'0,"0"0"0,-27 44 16,3 5-16,-3 27 15,2 25 1,3 12-16,2 5 15,1 2 1,-8-4-16,-10-3 31,-12-5-31,-15-15 16</inkml:trace>
  <inkml:trace contextRef="#ctx0" brushRef="#br0" timeOffset="-75557.43">29856 7577 0,'34'5'0,"47"2"0,84 5 16,73 1-16,35-3 15,24-6 1,0-4-16,17-7 31,-7-3-31,-9-2 16,-36 0-16,-36 2 15,-34 5 1,-42 5-16,-35 5 16,-36 2-1,-40 1-15,-32-1 16</inkml:trace>
  <inkml:trace contextRef="#ctx0" brushRef="#br0" timeOffset="-74761.8">31374 8960 0,'0'0'0,"-5"-39"15,-5-10-15,-12-23 16,-18-14-1,-19-2-15,-12 9 16,-7 20 0,-6 20-1,1 19-15,4 15 16,0 15 0,6 7-16,16 6 15,13 1 1,17 1-16,15-3 15,14 0-15,18 12 16,29 23 0,37 24-16,17 2 15,-2-4-15,-15-13 16,-13-7 0,-11-5-16,-18 0 15,-14 3-15,-16-6 16,-14-6-16,-17 1 15,-20 4 17,-22-4-32,-12-7 15,2-11-15,10-14 16,15-11 0,12-11-16,15-14 15,15-17 1,29-40-16,46-46 15,45-20-15,12 15 16,-4 29 0,-18 25-16,-20 24 15,-14 20-15,-15 15 16,-13 10 0</inkml:trace>
  <inkml:trace contextRef="#ctx0" brushRef="#br0" timeOffset="-74126.6">32417 8776 0,'0'0'0,"0"0"0,0 0 0,10-32 0,-2 5 16,2-13 0,-3-11-16,-2-11 15,-8-6-15,-4-13 16,-8 4 0,-4 14-16,-6 16 15,-2 15 1,-5 12-16,-2 15 0,-8 13 15,-12 21-15,-12 33 16,-3 26 0,10 23-16,10 9 15,14-5 1,16-16 0,14-21-1,12-14-15,13-10 16,14-7-1,23-13-15,16-14 16,11-20-16,12-12 16,2-13-1,-17-4-15,-20 2 16,-21 5-16,-16 7 16,-9 5-1,-8 5-15,-4 5 16,-3 3-16,0-3 15,-27 49-15,-10 39 16,-7 47 0,2 40-1,5 19-15,-2 24 16,2 6 0,3-1-1,2 21-15,5 1 16</inkml:trace>
  <inkml:trace contextRef="#ctx0" brushRef="#br0" timeOffset="-71704.97">29772 10414 0,'0'0'0,"0"0"0,34 13 16,23 16-16,41 23 16,45 19-1,21 5-15,6-7 16,-1-13-1,-12-11-15,-12-11 32,-17-9-32,-12-8 15,-8-3-15,-5-6 16,-3-3 0,9-8-16,16-9 0,15-15 15,10-22 1,-1-25-16,-11-12 15,-15-7 1,-13-13-16,-6-12 16,-6-19-16,-7-28 31,-8-4-15,1-18-16,-1-10 15,-4-4-15,2-10 16,0-6-1,-5-1-15,-7 4 16,-8-7 0,-7 2-16,-5-9 15,-7-1-15,-7-2 16,-11 5 0,-9 0-16,-15 10 15,-15-17-15,-17-10 16,-24-3-16,-25 0 15,-27 20 1,-28 5-16,-6 34 16,-10 25-16,-8 25 15,-9 24-15,-21 19 16,-11 26 15,-10 33-31,-5 30 16,-28 30-16,-23 34 15,-3 34-15,-3 35 16,13 29 0,4 35-16,8 29 15,15 34 1,21 25-16,21 3 16,29 31-1,34-2-15,35-2 16,36 4-16,33-9 15,31-3-15,35 22 16,31-9 0,31-15-1,13-35 1,16-17-16,5-24 0,4-18 31,3-7-31,-2-32 16,1-7-16,4-15 15,7-20 1,4-12-16,3-17 16</inkml:trace>
  <inkml:trace contextRef="#ctx0" brushRef="#br0" timeOffset="-54713.49">30114 10999 0,'0'0'0,"0"0"0,24 2 0,3 6 0,17 7 16,10 7-16,3 2 15,2 6-15,5-1 16,0-2-16,2-2 15,-5-6 1,-7-1-16,-2-6 31,-3 0-31,0-2 16,3 2-16,4-2 0,3 0 31,3-5-31,-3-3 16,2-4-1,5-8-15,8-7 16,7-8 0,10-7-16,2-7 15,-7-3-15,-7 1 16,-6 1-16,1-2 16,2-2-16,3-10 31,2-10-31,-7-2 15,-6 0 1,-4 4-16,-5 3 16,3 3-16,1-6 0,4-11 15,-3-8 1,-3-3-16,-2 1 16,-5-1-16,0-7 15,3-7 1,-1-3-16,5-5 31,6 1-31,4-8 16,0 0-1,-4-3-15,-8-2 16,-8 1-16,-4-6 16,-1-10-1,-6-2 1,-6 2-16,1-9 0,-8-1 15,-3 1-15,-7 4 16,-4-7 0,-6 0-16,-5 5 15,1-5 1,-3-7-16,-3 2 31,-2-5-31,-2-4 16,-3 6-16,-4-4 15,-9-5 1,-4 15-16,-12-3 16,-12-3-1,-13 11-15,-17-5 16,-13 4-16,-9 1 16,-5 14-16,0 10 15,-7 10 1,-11 15-16,-11 9 15,-18 0 1,-2 16-16,9 23 16,1 11-16,5 14 15,-3 15-15,-13 15 16,-18 15 0,-9 19-1,-4 20-15,7 5 0,13 9 16,7 6 15,7 19-31,15 5 16,12 10-1,13 10-15,9 5 16,3 14-16,5 15 16,10 5-16,4 20 15,-2 12 1,0 10-16,-2 12 15,4-3-15,15 3 16,10 3 0,18-5-16,11-8 15,18 0-15,14-7 16,20 10 0,23 2-16,23-2 31,21-5-31,9-23 15,10-6-15,3-8 16,-3-25 0,0-7-16,-5-10 15,0-7 1,-2-10-16,5-7 16,2-13-16,10-9 15,12-11 1,17-9-16,25-20 15,7-24-15,10-25 16</inkml:trace>
  <inkml:trace contextRef="#ctx0" brushRef="#br0" timeOffset="-47080.2">1886 3440 0,'0'0'0,"0"0"0,0 0 0,0 0 16,0 0-16,0 0 15,40 5-15,-1 0 16,35 0 0,24-5-16,20 0 15,10-5 1,9 0-16,6-10 16,19 0-1,10-4-15,4 4 16,26-5-16,9 5 15,5 1 1,0-6-16,-4 0 16,-1 1-1,10-6-15,5 6 16,0-1 0,0 5-16,0 5 15,-5 5 1,-5 5-16,0 0 15,-5 0-15,6 5 16,-1-5 0,10 0-16,-5 5 15,0-5 1,5 5-16,-5 5 16,5-5-16,0 5 15,0-5 1,15 0-16,4-1 15,1-4 1,4 0-16,1-4 16,-1 4-1,-4-5-15,-5 5 16,-1-5-16,-4 0 16,-5 0-1,2 0-15,-11 0 16,-6-5-1,-17 5-15,-5 5 16,-15-5 0,-12 5-16,-2 0 15,-16 0-15,-9 5 16,-9-5 0,-14 5-16,-8-5 15,-9 5 1,-9-5-16,-12 0 15,-6 0-15,-6-5 16,-8 0 0,-3 0-16,-2-4 15,-7-1 1,-5 0-16,-6 0 16,-6 5-1,-8-5-15,-5 5 16,-2 5-1,-3-4-15,-2-1 16,5 0-16,7-10 16</inkml:trace>
  <inkml:trace contextRef="#ctx0" brushRef="#br0" timeOffset="-40133.45">2442 3725 0,'0'0'0,"0"0"0,0 0 0,44-15 0,5 15 15,29 10 1,31 10-16,13 9 16,11 1-16,-5-6 15,4 1 1,1-1-16,9-4 15,6-5 1,14-1-16,5-4 16,15-5-1,14-5-15,11 0 16,9-10 0,10-4-16,0-11 15,-5-5-15,0-9 16,-5-20-1,-15-10-15,-14-14 32,-20 4-32,-20 6 15,-29 4 1,-15 0-16,-24-10 16,-15 1-16,-20-6 15,-19 1-15,-20-1 16,-15-9-16,-25-30 15,-19-24 1,-19-6-16,-16 1 16,-24-5-1,-10 4-15,-9 16 16,-16 4 0,-9 5-16,-15 11 15,-9-1-15,-11 0 16,-14 15-16,-6 9 31,-4 16-15,5 9-16,0 15 15,-5 19-15,-10 21 16,-15 33 0,-29 25-16,-15 20 15,0 35-15,15 23 16,24 16-1,30 14-15,34 6 16,40-11-16,29 5 16,34-4-1,35-11-15,24-4 16,30-5 0,24 14-16,35 15 15,34 1-15,25-16 16,15-14-16,9-10 15,0-20 17,0 0-32,-4-4 15,-6-6-15,-4-14 16,-6-10 0,-4-10-16,15-10 15,14-10-15</inkml:trace>
  <inkml:trace contextRef="#ctx0" brushRef="#br0" timeOffset="-37024.92">2864 11461 0,'0'0'0,"-39"-3"0,-6-2 0,-23 1 0,-11 1 15,-14 6-15,-10 9 16,-10 15 0,-5 20-16,0 19 15,15 15 1,9 7-1,21 1-15,19 7 16,14 2 0,16 3-16,14 2 15,15 10-15,19 19 16,25 21 0,25 6-16,29 1 15,25-10-15,19-5 16,35-12-1,15-13-15,24-12 16,19-22-16,16-22 16,24-20-1,5-17-15,19-15 16,21-19 0,14-22-16,4-28 15,-18-29 1,-31-15-1,-28-9-15,-45-1 16,-25-2 0,-38 5-16,-41 7 15,-33 11-15,-25 9 16,-20-5 0,-19 2-16,-15 3 15,-20-12-15,-19-20 16,-30-15-1,-20-5-15,-29 1 16,-19 6-16,-21 8 16,-19 8-1,-24 16-15,-10 23 16,-16 24-16,-23 16 16,-25 11-1,-15 17-15,-10 11 31,-10 9-31,1 10 16,14 15 0,15 17-16,29 17 15,35 7-15,29 3 16,30 5-16,29 5 16,20 10-16</inkml:trace>
  <inkml:trace contextRef="#ctx0" brushRef="#br0" timeOffset="-35933.27">1204 11009 0,'-30'34'0,"-19"37"16,-44 77-1,-11 43-15,6 4 16,20-6-16,9-22 15,20-30 1,19-31 0,25-42-16,15-27 15</inkml:trace>
  <inkml:trace contextRef="#ctx0" brushRef="#br0" timeOffset="-35631.67">1253 11009 0,'0'0'0,"0"0"0,0 0 0,10 66 0,9 28 31,6 48-31,-1 20 15,6 20 1,-11 5-16,-4-20 16,0-10-16,-5-17 15,-5-20 1,0-19-16,-1-25 16,6-17-1</inkml:trace>
  <inkml:trace contextRef="#ctx0" brushRef="#br0" timeOffset="-35455.49">1189 12220 0,'0'0'0,"0"0"0,0 0 15,0 0 1,0 0-16,39 17 15,20 3-15,44 7 16,25 2 0</inkml:trace>
  <inkml:trace contextRef="#ctx0" brushRef="#br0" timeOffset="-34508.79">3645 14925 0,'-49'22'0,"-79"37"31,-49 39-31,-14 30 16,29 5-1,29 7-15,25 14 16,24-4 0,30-10-16,20-2 15,24-6-15,25 1 16,34 19-16,35 6 16,43-13-1,30-23-15,35-31 16,24-34-16,25-33 15,24-19 1,45-32-16,34-34 31,14-30-31,1-15 16,-15-12 0,-30-4-16,-14-6 15,-35-10-15,-39 6 16,-34 1-16,-45 16 15,-34-1-15,-44 13 16,-40 7 0,-29 8-16,-29-15 15,-50-15 1,-54-7-16,-48 14 16,-31 25-1,-33 27-15,-20 30 16,-20 21-16,-20 25 15,-24 20-15,10 17 16,19 13 0,20 6-1,29 8-15,25 10 16,30 3 0,24 4-1</inkml:trace>
  <inkml:trace contextRef="#ctx0" brushRef="#br0" timeOffset="-33567.67">1307 15350 0,'-5'44'0,"-5"32"16,-5 59-16,-4 45 15,4 21 1,-5-7 0,1-32-16,4-29 15,0-37-15,10-37 16,0-30-1,10-21-15,-5-8 16,0 0 0,54-140-16,-10-20 15,-4-17-15,-16 20 32,-14 29-32,-5 32 15,-5 30-15,-5 14 16,5 15-1,5 10-15,10 5 16,4 5-16,21 0 16,19 2-1,19 5-15,6 8 16,9 7-16,-9 9 16,-11 9-1,-14 6-15,-19 1 16,-11 2-1,-14 2-15,-10 8 16,-10 9 0,-15 20-16,-19 13 15,-20-5-15,5-18 16,10-19-16,14-18 31,15-6-15,6-9-16,4-4 15,10-2-15,-1-3 16,16 0-16,15-3 16,4 3-1,10 3 1,-5 4-16,-9 8 16,-6 9-16,-19 11 15,-10 12 1,-25 19-16,-29 15 15,-19-2-15,-16-18 16,11-17-16,9-14 16</inkml:trace>
  <inkml:trace contextRef="#ctx0" brushRef="#br0" timeOffset="-32613.49">2196 12792 0,'0'0'0,"0"0"16,0 0-16,24-14 15,6-6 1,19-7-16,0-5 16,-5 5-1,-9 7-15,-16 8 16,-4 7 0,-5 5-16,-5 5 15,-5 10-15,0 7 16,-5 20-1,-5 29-15,-14 30 16,-1 17 0,-4 7-16,-6-2 15,6-3-15,-1-4 16,1-8 0,-1-17-1,11-25-15,-1-15 0,10-19 31,5-14-31</inkml:trace>
  <inkml:trace contextRef="#ctx0" brushRef="#br0" timeOffset="-32346.18">2294 12301 0,'0'0'0,"0"0"0,0 0 16,35 27-16,-6-5 15,5 5 1,6 3-16</inkml:trace>
  <inkml:trace contextRef="#ctx0" brushRef="#br0" timeOffset="-31802.47">2820 12871 0,'0'0'0,"0"0"0,0 0 15,24 22-15,1-15 16,9-4 0,6-8-16,14-12 15,9-10 1,-8-13-16,-6-9 16,-20 3-1,-14 4-15,-15 10 16,-10 7-1,-10 6-15,-4 9 16,-6 10-16,-9 12 16,-10 18-1,-5 19-15,5 15 16,9 12-16,11 5 16,14 0-16,10-10 15,15-9 1,10-8-16,9-15 15,1-12-15,9-15 16,10-12 15,15-17-31,29-32 16</inkml:trace>
  <inkml:trace contextRef="#ctx0" brushRef="#br0" timeOffset="-31418.84">3439 12584 0,'0'0'0,"0"0"0,5 46 15,0 3 1,-5 28-16,0 18 15,-10 13-15,0-7 16,5-17 0,0-25-1,0-20-15,5-17 16,5-10 0,0-9-16,-5-3 15,25-30 1,14-29-16,20-27 15,0-9-15,5 9 16,-5 7 0,-5-2-16</inkml:trace>
  <inkml:trace contextRef="#ctx0" brushRef="#br0" timeOffset="-31128.23">4151 12471 0,'0'0'0,"0"46"16,5 13-16,-10 27 31,-5 25-15,-9 9-16,-11-7 15,6-22 1,4-27-16,5-25 0,5-19 16,5-13-1,0-9-15,5 2 16,15-52-16,25-29 16,23-32-1,21-7-15</inkml:trace>
  <inkml:trace contextRef="#ctx0" brushRef="#br0" timeOffset="-30550.32">4628 12544 0,'0'0'0,"0"27"0,4 3 15,1 12 1,5-1-16,5-4 16,5-7-16,-6-13 15,6-12-15,5-13 16,9-19 0,15-24-16,0-18 15,-10 3 1,-9 14-16,-10 18 15,-11 12 1,1 7 0,-5 7-1,0 8-15,0 3 16,-5 7-16,5 14 16,0 30-1,-10 27-15,-5 37 16,-10 25-1,-9 9-15,-10 8 16,-10-8-16,-10-5 16,-15-2-1,-10-14-15,1-18 16,4-22 0,6-25-16,14-27 15,14-27-15,16-19 16,9-15-16,15-15 15,20-29 1,34-45 0,40-26-16,29-3 0,9 14 31,16 13-31</inkml:trace>
  <inkml:trace contextRef="#ctx0" brushRef="#br0" timeOffset="-27696.12">6018 11847 0,'0'0'16,"0"0"-16,0 0 16,0 0-16,-30 49 15,11 2-15,-6 21 16,1 9 0,-6 9-16,1 1 15,-1 8 1,-4 1-1,-6 4 1,6-9-16,-5-4 0,9 3 16,1 4-1,4-2-15,1-3 16,4-7 0,5-7-16,1-11 0,-1-14 31,10-14-16,0-13-15,5-12 16,0-6 0</inkml:trace>
  <inkml:trace contextRef="#ctx0" brushRef="#br0" timeOffset="-19937.32">2220 13726 0,'0'0'0,"0"0"0,0 0 0,20-30 0,0 21 16,9 1-16,6 6 15,-1 4-15,15 3 16,0 3-16,5 4 15,5 0 1,0 3-16,5-3 16,0 3-1,10-3-15,-1 0 16,1-2 0,5 0-1,-1-3-15,1 1 16,-10-3-16,-1-3 15,1-2 1,0-2 0,5-3-16,4 0 15,-4-2-15,0-1 16,-1-2 0,-4 0-16,0 1 15,-5-1-15,-5 2 16,0 4-16,-5 1 15,-5 3 1,5 0-16,0 0 16,0 0-16,0 0 15,0 0 1,-5 0-16,0 0 31,-10 0-31,1 0 0,-6 0 16,-4 0-16,-1 0 31,5-2-31,1-1 16,4 1-1,10-3-15</inkml:trace>
  <inkml:trace contextRef="#ctx0" brushRef="#br0" timeOffset="-11223.02">11225 2934 0,'0'0'0,"0"0"0,0 0 0,0 0 0,0 0 31,0 0-31,25 24 16,9-9-16,27 0 15,20 0-15,18-11 16,6 1-1,3-5-15,0 0 16,-2 0 0,-3 5-16,-2-5 15,0 5-15,-3 5 32,-2 0-32,2 0 15,5 0-15,5 4 0,3 1 31,2 5-31,5-6 0,-1 1 32,-1-5-32,-1-5 15,6-10-15,2-5 16,4-5-16,-1-4 16,-6-6-1,-5-4-15,-7-6 16,-4 1-1,-11-1-15,-7-4 16,-5 0-16,-7-5 16,-11-10-1,-11-5-15,-13-5 16,-9 0 0,-13 0-16,-7-10 0,-8-4 31,-9-21-31,-10-14 0,-10-9 15,-13-11 1,-6 5-16,-8 5 31,-5 1-15,-3 4-16,-6 0 16,-11 0-16,-12-5 15,-12 5-15,-12 5 16,-8 10-1,-5 14-15,-10 16 16,-6 14 0,-9 10-16,-4 19 15,-12 10-15,-3 16 16,-15 4-16,-10 14 16,-2 6-1,10 9 1,15 16-16,14 9 15,15 19 1,15 21-16,7 9 16,10 15-1,20 10-15,14-1 16,21 6 0,13 5-16,16-6 0,14 6 15,20 4 1,15 11-1,14 9-15,20 0 16,15-5-16,9-14 16,16-11-1,6-9-15,11-10 16,4-15 0,6-9-16,7-20 15,2-15-15,5-5 16,10-5-16,9-10 15,14-9-15</inkml:trace>
  <inkml:trace contextRef="#ctx0" brushRef="#br0" timeOffset="-6497.27">6760 11923 0,'0'0'0,"0"0"0,-35 14 0,6 11 0,-6 17 31,-9 17-31,5 10 16,0 2-16,9-7 15,5-3 1,6-4-16,9-6 16,10-4-16,0-5 15,10-8-15,9-7 16,11-10-1,14-12-15,15-15 16,25-14 0,19-18-16,0-2 15,-5 0-15,-14 4 16,-11-2 0,-19-2-16,-4-7 15,-6-8-15</inkml:trace>
  <inkml:trace contextRef="#ctx0" brushRef="#br0" timeOffset="-6236.51">7118 11866 0,'0'0'0,"0"0"16,-24 44-16,-1 20 15,-9 32 1,-6 27 0,-4 12-16,5-5 15,4-4 1,1-13-16,10-18 0,-1-14 16,10-14 15,5-23-31,5-24 15</inkml:trace>
  <inkml:trace contextRef="#ctx0" brushRef="#br0" timeOffset="-5819.66">7840 11751 0,'0'0'0,"0"0"0,-29 44 15,-1 17 1,-14 30-16,0 17 16,5-7-16,4-10 15,16-17-15,4-13 16,10-7-16,10-7 31,0-3-31,10-5 16,9-4-1,6-8-15,14-10 16,10-10-16,10-9 16,9-8-1,16-10-15,-6-9 16,-4-5-1,-15-1 1,-10 3-16,-10 0 0,-10-2 16,-9-1-16</inkml:trace>
  <inkml:trace contextRef="#ctx0" brushRef="#br0" timeOffset="-5534.32">8091 12097 0,'0'0'0,"0"0"16,-10 25-16,0 7 16,-5 24 15,-9 33-31,-10 26 15,-1 15-15,-4-7 16,9-15 0,1-19-16,-1-13 15,11-12-15,-1-13 16,10-11-16,10-11 16</inkml:trace>
  <inkml:trace contextRef="#ctx0" brushRef="#br0" timeOffset="-3091.45">3950 16067 0,'0'0'0,"0"0"31,0 0-31,0 0 16,0 0-16,9 39 16,1-4-1,10 14-15,9 15 16,6 2-16,4-4 15,5-8 1,5-15-16,1-10 16,4-6-16,5-11 15,-1-7-15,6-10 16,10-7 0,0-8-1,-1-2-15,-9-5 0,-10-3 16,-5-2-1,-9-2-15</inkml:trace>
  <inkml:trace contextRef="#ctx0" brushRef="#br0" timeOffset="-2814.88">4574 16200 0,'0'0'0,"0"0"16,-20 54 0,5 17-16,0 30 15,6 17 1,-1 2-16,0-7 15,5-17-15,5-30 32,0-26-32,5-21 15</inkml:trace>
  <inkml:trace contextRef="#ctx0" brushRef="#br0" timeOffset="-2437.53">5129 15790 0,'0'0'0,"0"0"15,0 0-15,9 29 16,1 13-1,10 22-15,-5 4 16,4-4 0,6-5-1,-1-2-15,6-3 16,-1-3 0,1-4-16,-1 0 0,1-3 15,-1-2 1,-9-5-1,0-8-15,-6-4 16,-9-6-16,-5-4 16,-10 0-1</inkml:trace>
  <inkml:trace contextRef="#ctx0" brushRef="#br0" timeOffset="-2272.42">5089 15878 0,'0'0'0,"25"-5"15,19-5-15,40-9 16,38-8 0,26-10-16</inkml:trace>
  <inkml:trace contextRef="#ctx0" brushRef="#br0" timeOffset="843.44">6484 13733 0,'0'0'0,"0"0"0,0 0 16,0 0-16,0 0 15,0 0 1,45-12-16,-11 14 16,20 3-16,20 3 15,14-3 1,20-3-16,5-2 16,10 0-16,5-2 15,-5-1-15,-5 1 31,-5-1-31,-15 3 16,-10 0 0,-9 0-16,-10 3 15,-10-1-15,-5 6 16,-15-1 0</inkml:trace>
  <inkml:trace contextRef="#ctx0" brushRef="#br0" timeOffset="1311.29">4107 17603 0,'0'0'0,"0"0"16,0 0-16,39 0 15,20-3 1,34-7-16,50-9 16,19-16-16,5-16 15,0-11 1,-20-2-1,-4 5-15,-15 10 16,-1 10 0,11 5-16,9 4 15</inkml:trace>
  <inkml:trace contextRef="#ctx0" brushRef="#br0" timeOffset="4921.66">11584 3346 0,'0'0'0,"0"0"0,0 0 0,0 0 0,34 35 15,18-11-15,26 6 16,20-6 0,13-4-16,12-10 15,12-10 1,20-10-16,26 0 16,13-9-1,10-1 1,-7 0-16,-11-4 15,4-1-15,-6-14 16,12-10 0,1-20-16,-10-10 0,-8-4 15,-27 4 1,-24 10 0,-15 1-16,-20-6 15,-17 0-15,-12 1 16,-12-1-1,-15 0 1,-15-4 0,-15-6-16,-14-9 15,-15-20-15,-18-10 16,-16-10 0,-13 1-16,-15-1 15,-11 5 1,-8 5-16,-10 5 15,-8 5-15,-4 15 16,-5 5-16,-10-1 16,0 6-1,-5 4-15,-5 11 32,3 9-32,-6 5 0,-1 15 15,-6-1-15,10 21 31,3 9-31,7 10 16,-5 20 0,-3 19-16,-6 20 15,-4 25-15,9 34 16,9 20 0,17 19-16,15 10 15,12 10-15,17 10 16,20 5-1,10 9-15,20 1 16,9-1-16,15-4 16,15-15-16,10-5 15,14-15 1,10-15-16,13-14 16,12-20-1,4-14 1,13-1-1,13-5-15,9-9 16,7-15-16</inkml:trace>
  <inkml:trace contextRef="#ctx0" brushRef="#br0" timeOffset="6624.35">6224 13750 0,'0'0'0,"0"0"0,0 0 0,0 0 16,0 0-16,0 0 15,39 18-15,6-11 16,18 0-1,16 1-15,19-3 16,6-5 0,13 0-16,1-3 15,15 1-15,0-1 16,9 1-16,1-1 16,4-2-1,5-2-15,0-8 16,6-7-1,-1-10-15,-5-14 16,-4-8 0,-16-5-1,-9-3-15,-15 3 16,-10 0-16,-14-7 16,-15-8-1,-20-4-15,-10-1 16,-14 3-16,-11-3 15,-14-4 1,-5-11-16,-19-11 16,-11-6-1,-14-4-15,-15-6 16,-9 8-16,-1 8 16,0 9-1,-4 5-15,-6-2 16,-9 2-16,-5 7 15,4 13-15,-9 5 16,-10-1 0,-10 3-16,-9 3 15,-1 14 1,0 18 0,11 17-1,-11 19-15,-5 20 16,-4 17-1,4 13-15,6 14 0,14 15 16,5 22 0,15 10-1,9 12-15,16 3 16,14 2-16,10 10 16,9 2-16,11-4 15,14 7 1,5-5-16,15-13 15,15 1 1,9-3-16,11-7 16,18-5-16,11-3 15,15-14 1,4-10 0,10-12-1,10-6-15,20-4 16</inkml:trace>
  <inkml:trace contextRef="#ctx0" brushRef="#br0" timeOffset="13086.66">28517 6304 0,'0'0'0,"0"0"0,0 0 0,56 3 0,8 4 16,20 3-16,12 5 15,14 2 1,8-2-16,-2-3 15,-8-2-15,-15-8 16,-12 1-16,-12-3 16,-8 0-1,-4-3-15,-13 1 16,-10-1-16,-7-2 16,-5-4 15,-4-4-31,-6-4 15,-5-3-15,-4 1 16,-6-1 0,-2-2-16,3 2 15,-1 8 1,3 5-16,0 4 16,3 3-16,-3 0 15,0 0-15,32 71 16,-10-9-1,-2 7-15,-6-5 16,-6-8-16,-8-4 16,-10 4-1,-20 15 1,-26 20 0</inkml:trace>
  <inkml:trace contextRef="#ctx0" brushRef="#br0" timeOffset="13709.84">28077 9476 0,'0'0'0,"37"-5"16,32-2-16,59-3 15,44 0 1,17 0-16,7-2 31,-12-5-31,-14-1 16,-13-4-16,-24 0 15,-23 3 1,-24-1-16,-22 3 16,-20 2-16,-14 0 15,-11-2 1,-9 0-16</inkml:trace>
  <inkml:trace contextRef="#ctx0" brushRef="#br0" timeOffset="13920.77">29576 8869 0,'0'0'0,"0"0"15,0 0-15,49 47 16,-10 7 0,0 19-16,-7 18 15,-15 3 1,-12-11-16,-14 1 15,-16 2 1,-17 10-16,-14 7 16</inkml:trace>
  <inkml:trace contextRef="#ctx0" brushRef="#br0" timeOffset="15707.58">32707 8471 0,'0'0'0,"0"-42"0,-2 1 15,-6-11-15,-4-7 16,-7-2 0,-13-3-16,-17-5 15,-28-7 1,-28-3-16,-25 5 16,-33 8-1,-23 15-15,-13 16 16,-15 18-1,5 19-15,-19 21 16,-3 23-16,0 25 31,5 18-31,15 17 16,7 19 0,20 12-16,9 28 15,13 17-15,25-5 16,21 17-1,25 0-15,30 2 16,29-4-16,22-13 16,20 13-1,25 2-15,26 17 16,27-14-16,18-20 16,27-8-1,14-14-15,18-20 16,19-17-16,5-22 15,7-25 1,3-14-16,8-18 31,-6-17-31,3-20 16,2-16-16,1-18 16,-6-12-1,-12-15-15,-17-15 16,-5-19-1,-12-18-15,-10-19 16,-10-15-16,-15-5 16,-4-24-1,-8-3-15,-12-13 16,-18-4-16,-21 5 16,-23-7-16,-27 14 15,-29-17 1,-34-10-16,-30 8 15,-15 7-15,3 27 16,2 27 0,3 22-16,4 22 31,3 15-31</inkml:trace>
  <inkml:trace contextRef="#ctx0" brushRef="#br0" timeOffset="19758.21">30386 7845 0,'25'-18'0,"26"-6"0,48-11 0,43 1 0,25 7 15,-2 7-15,-6 8 16,-2 0 0,-7 2-16,-7-2 15,-8-3 1,-3-2-16,-1-5 0,-4-5 31,-1 2-31,-8 1 16,-3 1-1,-2 6-15,-5 2 16,-5 6-16,3-1 16,-5 0-16,-6-2 15,1-3 1,7-2-1</inkml:trace>
  <inkml:trace contextRef="#ctx0" brushRef="#br0" timeOffset="35539.06">1665 13920 0,'0'0'0,"0"0"0,0 0 0,0 0 0,0 0 0,0 0 16,0 0-16,0 0 15,40 20 1,-6-18-16,10-2 16,20 0-16,20-2 15,14-3 1,10 0-16,15 2 31,4 1-31,11-3 0,4 0 16,11-5-1,9-2 1,0 0-16,10-3 16,0-2-16,0 2 15,-5 0 1,-10 3-1,-10 0-15,-9 2 0,-10 2 16,-15 1-16,-15 5 16,-15 2-1,-14 0-15,-10 2 16,0 1-16,-15-1 16,1 0 15,-11 1-31,-10-1 15,-4 1-15,-5-3 16,0 0 0</inkml:trace>
  <inkml:trace contextRef="#ctx0" brushRef="#br0" timeOffset="36390.21">1120 17165 0,'0'0'0,"0"0"0,0 0 0,0 0 15,0 0-15,0 0 16,39 5 0,6 0-16,14 0 15,9 0-15,-4-3 16,5 1 0,-5-3-16,9 0 15,11 0-15,14-3 16</inkml:trace>
  <inkml:trace contextRef="#ctx0" brushRef="#br0" timeOffset="45034.39">29841 11441 0,'0'0'0,"0"0"0,49 35 15,27 21-15,45 30 16,23 3-16,11-13 31,5-20-31,12-21 16,10-16-16,7-14 15,10-15 1,-5-14-16,-8-20 16,-6-23-1,-8-16-15,-3-11 16,3-14-16,-7-15 15,-11-9-15,-14-21 16,0-14 15,-2-12-31,2-18 16,-7-1 0,-13-21-16,-17-5 15,-27-9-15,-22-13 16,-19 1-16,-13-18 15,-12 12 1,-6-12-16,-6 3 16,-3-10-16,-2-3 15,-8 8 1,-7-3-16,-3 10 16,-12 2-16,-7 13 15,-17 5-15,-23 2 16,-24 15-1,-29 10-15,-13 19 16,-12 30 0,-15 15-1,-12 34-15,-20 19 16,-24 25 0,-11 35-16,-13 29 15,-38 35-15,-22 33 16,-17 46-1,24 33-15,6 35 16,21 29 0,21 25-16,18 30 15,23 16-15,27 11 16,35-1 0,31 13-16,39-15 15,33-5 1,27 5-16,26-15 15,28 30-15,31 22 16,37-10-16,33 7 16,28-19-1,28-8-15,10-17 32,17-17-17,4-25-15,11-11 16,7-21-16,9-14 15,16-1-15,4-14 16</inkml:trace>
  <inkml:trace contextRef="#ctx0" brushRef="#br0" timeOffset="51024.62">29716 10881 0,'0'0'0,"0"0"0,0 0 0,0 0 0,0 0 16,34 47-16,15-5 15,27 12 1,25 7 0,17-5-16,10-9 0,2-5 31,2-8-31,1-4 15,0-6-15,4-2 16,1-2-16,2-3 16,0-2-1,-8-8 1,1-4-16,2-8 16,10-15-16,5-14 15,0-23 1,-13-14-16,-11-10 0,-6-12 15,-7-15 1,2-15-16,3-22 16,10-20-1,2-4-15,-2-20 16,-13-5-16,-16-3 16,-16-12-1,-14-2-15,-20-5 16,-10-10-1,-17 0 1,-7-13 0,-5-6-16,-8-21 15,-2-6-15,-4-18 16,-4-2 0,-7 11-16,-14-1 15,-20 12-15,-35-5 16,-43 14-16,-33 15 15,-22 16 1,-7 33-16,-3 15 31,-19 25-31,-27 19 0,-20 35 16,-32 30-16,3 48 16,-18 35-16,-46 54 31,-8 59-16,1 68-15,7 65 16,31 53-16,21 40 16,31 39-1,39 32-15,33 20 16,51 14-16,44 6 16,50-8-1,56-7-15,61 43 16,69 16-1,52-8-15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3-03T19:52:16.28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3807 978 0,'-34'5'0,"-15"10"0,-30 34 0,-29 39 16,-10 55-16,10 29 16,15 24-16,19 16 15,25-16 1,29-4-16,25-25 15,30-20 1,33-19-16,35-44 16,35-40-16,24-49 15,69-64-15,39-64 16,-19-63 0,-50-6-16,-53 11 15,-55 14-15,-54 39 16,-39 35 15,-39 20-31,-45 14 16,-38 30-16,-26 24 15,-14 30 1,-15 19-16</inkml:trace>
  <inkml:trace contextRef="#ctx0" brushRef="#br0" timeOffset="230.66">3399 1892 0,'0'0'0,"20"39"16,24 25-16,50 49 16,38 10-1,21-5-15,4-20 31,-5-19-15,-9-15-16,-16-15 16,-19-20-16,-14-9 15,-16-15-15</inkml:trace>
  <inkml:trace contextRef="#ctx0" brushRef="#br0" timeOffset="697.93">5251 1892 0,'0'0'0,"0"0"0,0 44 0,-9 25 16,-1 44-1,-5 20-15,5-1 16,10-19-1,10-19-15,5-16 16,9-24-16,11-19 16,14-15-1,15-25-15,44-35 16,39-43-16,10-40 16,-29 0-1,-35 10-15,-34 25 16,-29 29-1,-20 29-15,-5 20 16,-5 10-16,0 0 16,-35 84-16,6 19 31,-1 25-31,16-15 0,23-20 31,16-14-31,19-20 16,15-25-1,10-14-15,19-25 16</inkml:trace>
  <inkml:trace contextRef="#ctx0" brushRef="#br0" timeOffset="931.95">6971 1966 0,'0'0'0,"-10"59"16,0 10-16,0 29 16,1 5-1,-1-5-15,-5-4 16,0-16-16,-4-9 16,-1-20-1,0-19-15,10-21 16,1-9-16</inkml:trace>
  <inkml:trace contextRef="#ctx0" brushRef="#br0" timeOffset="1075.48">6966 1538 0,'0'0'0,"0"0"16,0 0-16,0 0 15</inkml:trace>
  <inkml:trace contextRef="#ctx0" brushRef="#br0" timeOffset="1432.38">7590 1818 0,'0'0'0,"29"15"16,1-5-16,4 10 15,5 4 1,-9 6-16,-15 9 16,-15 10-16,-30 25 15,-34 19 1,-19 5-16,4-24 15,25-25 1,25-9-16,14-16 16,15-4-16,20-1 15,19 1 1,39-5-16,35-5 16,25-5-16,4-5 15,6-10-15,9-5 16,0-10-1</inkml:trace>
  <inkml:trace contextRef="#ctx0" brushRef="#br0" timeOffset="1587.83">9363 1848 0,'0'0'0,"0"0"0,0 0 0,0 0 0,15 44 16</inkml:trace>
  <inkml:trace contextRef="#ctx0" brushRef="#br0" timeOffset="1714.92">9186 2467 0,'0'0'0,"0"0"0,10 39 16</inkml:trace>
  <inkml:trace contextRef="#ctx0" brushRef="#br0" timeOffset="2319.78">12200 964 0,'0'0'0,"64"9"0,27-4 16,46 10-16,16-5 31,-8 5-15,-25 4-16,-29 11 15,-35 4-15,-34 15 16,-36 15-1,-57 44-15,-74 49 16,-37 1-16,15-26 16,42-38-1,39-26-15,36-28 16,28-16-16,25-19 16,16-5-16,58-10 15,102-29 1,49-5-16,-21 9 15,-65 21 1,-49 19-16,-36 9 16,-32 26-16,-28 14 31,-41 49-31,-57 49 16,-29 10-1,15-39-15,36-39 16,35-35-16</inkml:trace>
  <inkml:trace contextRef="#ctx0" brushRef="#br0" timeOffset="2601.41">14791 492 0,'-17'39'0,"-39"79"16,-84 133-1,-64 83-15,-7-5 16,2-15-16,32-14 16,12-35-1,30-24-15,30-34 16,21-55-16,33-39 15,21-44-15,20-40 16,18-24 0,24-20-16</inkml:trace>
  <inkml:trace contextRef="#ctx0" brushRef="#br0" timeOffset="3044.83">15192 1145 0,'0'0'0,"32"5"32,2 5-32,18 15 15,9 9 1,15 10-16,20 10 16,5-5-16,-5 1 15,-18-1 1,-24 5-16,-29 0 15,-33 10-15,-41 34 16,-61 39-16,-50 11 16,3-25-1,39-35-15,37-34 16,39-24 0,35-16-16,22-14 15,44-4-15,98-16 16,71-10-1,-9 11 1,-69 19-16,-45 14 16,-43 11-1,-40 9 1,-32 20-16,-54 45 16,-76 43-16,-47 15 15,-2-29-15</inkml:trace>
  <inkml:trace contextRef="#ctx0" brushRef="#br0" timeOffset="3489.76">11375 3396 0,'0'0'0,"27"0"0,-27 0 0,69 0 0,115-15 15,133-15 1,88-14-16,30-15 16,27-5-16,34-14 15,32-1 1,12 10-16,1 5 16,-26 15-1,-41 10-15,-41 10 0,-65 14 16,-58 10-16,-65 10 15,-63 14 1,-59 1 0,-52 10-1,-39 4-15</inkml:trace>
  <inkml:trace contextRef="#ctx0" brushRef="#br0" timeOffset="9006.45">3453 5027 0,'0'0'0,"10"24"0,10 16 15,14 48-15,25 45 16,10 54 0,5 24-16,-10 0 15,-5-5 1,-10-29-16,-10-29 15,-5-30 1,1-37-16,-6-30 16,11-26-1,-1-28-15,25-41 16,49-76-16,24-89 16,-4-39-1,-20 12-15,-25 30 16,-24 39-1,-20 39-15,-19 35 16,-15 29 0,0 14-16,-6 21 0,1 9 15,0 6 1,0 9-16</inkml:trace>
  <inkml:trace contextRef="#ctx0" brushRef="#br0" timeOffset="9668.21">5762 5941 0,'0'0'0,"-19"-30"16,4 1-16,-10-11 15,-9-4 1,0 5 0,-11 5-16,1 9 0,0 10 15,10 10-15,-1 10 16,-4 15-1,0 19-15,4 30 16,11 24 0,9 18-16,10 7 15,15-3-15,5-2 16,9-19 0,6-26-16,4-23 15,5-21 1,6-21-16,13-28 15,21-44-15,14-54 16,-14-31 0,-25 9-16,-20 19 15,-9 33 1,-15 29-16,0 25 16,-5 19-1,-5 15-15,0 10 16,0-5-16,-15 84 15,5 24 17,15 22-32,15 3 15,14-15-15,25-25 16,10-34 0,9-32-16,6-29 15,19-33-15</inkml:trace>
  <inkml:trace contextRef="#ctx0" brushRef="#br0" timeOffset="10062.62">6568 5494 0,'0'0'0,"0"0"15,10 34 1,14 20-16,6 44 16,-1 30-1,-9 19-15,-25-2 0,-19 5 16,-21-12 0,1-35-1,5-37-15,14-29 16,15-25-1,10-19-15,15-27 16,59-87-16,78-95 16,25 2-1,-15 47-15,-29 49 16,-25 35 0,-15 29-16,-14 24 15,-11 21-15,-13 13 16,-6 6-1</inkml:trace>
  <inkml:trace contextRef="#ctx0" brushRef="#br0" timeOffset="11003.89">8558 4383 0,'0'0'0,"-54"25"0,-10 29 16,-25 44-16,-4 40 16,9 19-1,16 30-15,14 9 16,14 10-1,21 1-15,28-16 16,31 1-16,24-18 16,29-26-1,20-35-15,15-39 16,4-35-16</inkml:trace>
  <inkml:trace contextRef="#ctx0" brushRef="#br0" timeOffset="11335.12">9029 4806 0,'0'0'0,"30"39"0,29 40 16,39 48 0,25 40-16,-5-4 15,-5 4 1,-10 0 0,-15-20-16,-4-9 15,-11-20-15,-9-20 16,-15-22-1,-19-24-15,-6-18 16</inkml:trace>
  <inkml:trace contextRef="#ctx0" brushRef="#br0" timeOffset="11579.47">10021 4983 0,'0'0'0,"-39"34"15,-30 35-15,-44 49 16,-24 34 0,-1 10-16,15-10 15,15-24 1,30-25-16,24-29 15,19-37-15,26-22 16</inkml:trace>
  <inkml:trace contextRef="#ctx0" brushRef="#br0" timeOffset="11884.72">10621 4314 0,'0'0'0,"39"35"15,25 34-15,39 63 16,5 40 0,-19 10-16,-30 15 15,-20-1 1,-29 10-16,-30 30 15,-34 30 1,-44 31-16,-30-17 16,-14-37-1,14-41-15,15-40 16,24-39-16</inkml:trace>
  <inkml:trace contextRef="#ctx0" brushRef="#br0" timeOffset="12218.14">12598 5135 0,'25'5'0,"24"5"15,54 4-15,42-4 16,12-5 0,13-10-16,1-10 15,-13-4 1,-26-6-16,-33 11 15,-43 9-15,-29 5 16</inkml:trace>
  <inkml:trace contextRef="#ctx0" brushRef="#br0" timeOffset="12433.98">12365 6000 0,'0'0'0,"0"0"16,24 0-16,52-15 16,104-24-1,87-25-15,-6 0 16,-35 15 0,-35 9-16,-31 21 15,-20 4-15,-17 10 16,-13 10-1</inkml:trace>
  <inkml:trace contextRef="#ctx0" brushRef="#br0" timeOffset="13452.42">16511 3985 0,'0'0'0,"0"0"16,-37 49-16,-39 45 16,-52 68-1,-24 34-15,9 6 16,11-1-1,9 6-15,15-1 16,10 0-16,14-4 16,8-6-1,17-14-15,22-22 16,27-37 0,28-20-16,26-22 15,37-17 1,34-25-16,45-22 15,39-22 1,54-22-16,12-14 16,-7-13-1,-22-1 1,-40 4-16,-26 9 0,-33 8 16,-26 9-16,-28 8 31,-21 5-31,-20 4 15,-23 3 1,-14 3-16</inkml:trace>
  <inkml:trace contextRef="#ctx0" brushRef="#br0" timeOffset="13846.56">15452 5661 0,'0'0'0,"0"0"0,0 0 15,35-5 1,38-15-16,82-14 16,59-25-1,17-5-15,0-5 16,-25 10 0,-15 10-16,-28 5 15,-33 14 1,-32 6-16,-32 9 15,-22 10-15,-21 5 16,-14 0 0</inkml:trace>
  <inkml:trace contextRef="#ctx0" brushRef="#br0" timeOffset="14299.66">16194 4260 0,'0'0'0,"0"0"0,0 0 16,0 0 0,0 0-16,0 0 15,20-29 1,56 4-16,47-14 15,31 0 1,11-1-16,7 6 16,-22 9-1,-15 6-15,-25 14 16,-21 5 0,-11 10-16,-4 4 15,-5 11-15</inkml:trace>
  <inkml:trace contextRef="#ctx0" brushRef="#br0" timeOffset="14904.91">18309 3789 0,'0'0'0,"0"0"0,0 0 15,0 0-15,0 0 16,24 0 0,45 0-16,59 5 15,51-5 1,15-5-16,-2 0 15,-5 0 1,-23 5-16,-24 0 16,-27 0-16,-27 5 15,-25 0 1,-24 0-16,-24-5 16,-13 5-16</inkml:trace>
  <inkml:trace contextRef="#ctx0" brushRef="#br0" timeOffset="15319.02">18783 3897 0,'0'0'0,"0"0"16,0 0-1,-37 49-15,12 5 16,-6 25-16,-11 24 15,-7 29 1,-5 16-16,0 9 16,2 10-16,5-5 15,6 5 1,6-5-16,11-9 16,11-11-1,11-9-15,14-5 16,10-6-1,10-9-15,15-12 16,17-3 0,19-4-16,13-11 15,15-16-15,9-18 16,10-12 0,13-13-16,4-9 15,-7-8-15,-10-2 16,-10-2-1,-14-3-15</inkml:trace>
  <inkml:trace contextRef="#ctx0" brushRef="#br0" timeOffset="17314.34">21111 4005 0,'0'0'0,"0"0"16,18 29-16,4 6 16,12 24-16,20 24 15,22 20 1,15 10-16,12 15 0,5 5 16,5 4-1,0 1 1,-2 0-1,-8-6 1,-12-4-16,-10-15 16,-7-10-16,-8-10 15,-7-19 1,-10-5-16,-10-20 16,-12-15-16,-7-9 15,-8-15-15,-4-10 16,-6 0-1</inkml:trace>
  <inkml:trace contextRef="#ctx0" brushRef="#br0" timeOffset="17794.93">22182 4069 0,'0'0'0,"0"0"0,-29 5 15,9 0-15,-2 4 16,-2-4 0,-1 5-16,0 5 15,-4 9-15,-5 6 16,-8 9 0,-10 15-1,-12 25 1,-17 24-16,-22 20 0,-10 10 15,8-6 1,9-4 0,20-15-1,12-19 1,17-21-16,15-13 16,10-16-16,12-10 15,8-4-15</inkml:trace>
  <inkml:trace contextRef="#ctx0" brushRef="#br0" timeOffset="20736.47">22639 5145 0,'0'0'0,"0"0"31,37 5-31,17 4 16,30 6-16,21 0 15,16-5-15,4-5 16,3-5-16,-3 0 16,-5-5-1,-12 0 1,-10 0-16,-14 0 15,-8 5-15,-14 0 16,-8 0-16,-8 0 16,-6 0-1</inkml:trace>
  <inkml:trace contextRef="#ctx0" brushRef="#br0" timeOffset="22871.32">25162 4059 0,'0'0'0,"0"0"0,0 0 0,0 0 15,-37 49-15,0 10 16,-19 44 0,-21 30-1,-6 24 1,-3 10-16,7-10 15,15-9 1,15-11-16,15-14 16,12-15-16,14-14 15,16-21-15,14-4 16,17-5 0,23-10-16,21-15 15,15-19-15,6-10 16,4-20-1,2-5-15,-9-9 16,-18 4 0,-21-5-16,-18 6 0,-14-11 31</inkml:trace>
  <inkml:trace contextRef="#ctx0" brushRef="#br0" timeOffset="23149.03">24661 5214 0,'0'0'0,"0"0"16,0 0-16,0 0 15,66-30 1,62-14-16,56-15 15,8 0-15,-18 10 16,-19 14 0,-28 11-16,-21 4 15,-27 10 1,-23 1-16</inkml:trace>
  <inkml:trace contextRef="#ctx0" brushRef="#br0" timeOffset="23416.94">25039 4196 0,'0'0'0,"0"0"16,39-4 0,28-1-16,41 0 15,32 0-15,9-5 16,-1 5 0,-3-5-1,-5 0-15,-3-4 16</inkml:trace>
  <inkml:trace contextRef="#ctx0" brushRef="#br0" timeOffset="23669.87">26039 4339 0,'0'0'0,"34"0"15,47-5-15,76-5 16,50-9 0,4-1-16,-17-5 31,-34 1-15,-35-1-16,-37 10 15,-34 1-15,-24 9 16</inkml:trace>
  <inkml:trace contextRef="#ctx0" brushRef="#br0" timeOffset="24036.1">26724 4275 0,'0'0'0,"0"0"15,-32 30-15,5 14 16,-12 25-1,-10 24-15,-8 15 16,-7 20 0,-5 0-16,3 4 15,7-4-15,12-10 16,18-15-16,12-10 16,14-14-16,13-15 15,17 0 1,22 0-16,23-10 15,9-15 1,14-10 0,4-14-16,1-5 15,-6-10 1,-8 0-16,-10-5 16,-7 0-16,-6-5 15</inkml:trace>
  <inkml:trace contextRef="#ctx0" brushRef="#br0" timeOffset="24451.94">27178 4570 0,'0'0'0,"0"0"15,27 39-15,8 1 16,16 23-16,16 16 15,9 14 1,2 6-16,1-11 16,0 0-1,-3 1-15,-8-6 16,-6 6-16,-15-10 16,-11-16-1,-6-9 1,-10-19-1,-6-6-15,-4-9 16,-3-15 0</inkml:trace>
  <inkml:trace contextRef="#ctx0" brushRef="#br0" timeOffset="24708.79">27795 4752 0,'0'0'0,"-62"68"16,-1 21-16,-9 14 16,4 5 15,11-14-31,8-11 0,10-14 15,9-20 1,13-20-16</inkml:trace>
  <inkml:trace contextRef="#ctx0" brushRef="#br0" timeOffset="25166.01">27982 4295 0,'0'0'0,"0"0"0,0 0 0,0 0 16,0 0 0,41 24-16,18-14 31,35 5-16,21-5-15,5-5 16,-12 4 0,-14 1-16,-16 5 15,-16 0-15,-16 9 16,-14 1-16,-10 4 16,-4 11-1,-6-1-15,-7 0 16,0 6-16,-3 4 15,-2 10 1,0 0-16,0 4 16,0 6-16,0-5 15,0-5 1,-2 5-16,-6 0 16,-9 10-16,-12-1 15</inkml:trace>
  <inkml:trace contextRef="#ctx0" brushRef="#br0" timeOffset="25388.39">28394 5729 0,'0'0'0,"0"0"16,0 0-16,25 15 15,12-5 1,29 5-16,25-5 15,9-6-15,1-8 32,-5-1-32,-8 0 15,-11 0 1,-14 0-16,-13 0 0,-11 5 31</inkml:trace>
  <inkml:trace contextRef="#ctx0" brushRef="#br0" timeOffset="28971.18">21320 3366 0,'0'0'0,"0"0"0,-64 54 0,-24 25 0,-32 49 16,-16 29-16,9 15 15,11 19 1,13 6-16,20 4 16,24 11-16,24-1 31,25 0-31,25 5 16,32 5-1,24-14-15,22-18 16,20-24-16,18-25 15,18-22 1,31-25-16,26-24 0</inkml:trace>
  <inkml:trace contextRef="#ctx0" brushRef="#br0" timeOffset="30353.33">29394 3489 0,'0'0'0,"0"0"16,0 0-16,24 20 16,11 19 15,19 44-31,15 45 15,2 25-15,-5 28 16,-12 21-16,-15 19 16,-14 10-1,-20 19-15,-25 11 16,-24 19-16,-25-10 16,-17-22-1,0-32-15,0-39 16,8-34-16,4-35 15,10-32-15,13-32 32,14-29-17</inkml:trace>
  <inkml:trace contextRef="#ctx0" brushRef="#br0" timeOffset="30879.23">29947 3140 0,'0'0'0,"0"0"0,24 10 16,13 0-16,24 14 16,20 6-1,-4 9-15,-14 0 16,-16 1-16,-20 9 15,-20 0 1,-21 20-16,-38 24 16,-29 15-16,-7-14 15,21-26 1,26-18 0,16-16-16,15-14 0,15-6 15,15 1 1,24 0-16,35-5 15,26-5-15,20-5 16,3-5 0,2-10-1,-9 0 1,-13-5-16</inkml:trace>
  <inkml:trace contextRef="#ctx0" brushRef="#br0" timeOffset="31471.38">30909 3238 0,'0'0'0,"0"0"0,0 0 15,0 0-15,45 45 16,18-16 0,38 10-1,19 1 1,6-1-16,-11-5 16,-14 1-16,-18-1 15,-21 1 1,-20-1-16,-15 5 15,-10 1-15,-10 4 16,-7 5-16,-7 15 16,-8 19-1,-5 11-15,1 4 16,-1 5 0,0 10-16,6 5 15,-1 20-15,5 4 16,0 10-1,5 11-15,1 4 32,-4 5-32,-2 4 15,-4 1 1,-4-5-16,1-14 16,5-23-16,7-20 15,5-22-15,2-21 16,6-21-1,-1-14-15,1-15 16,-4-7 0</inkml:trace>
  <inkml:trace contextRef="#ctx0" brushRef="#br0" timeOffset="31754.33">30504 6626 0,'0'0'0,"0"0"16,0 0-16,57-10 16,26-7-16,37-5 15,18-3 1,-8 3-16,-22 8 15,-22 6 1,-17 6-16,-15 2 16,-7 5-1,-6 2-15,4 3 16</inkml:trace>
  <inkml:trace contextRef="#ctx0" brushRef="#br0" timeOffset="43373.7">7010 10471 0,'0'0'0,"0"0"0,0 0 0,0 0 0,35 0 16,14 2-16,29 1 15,40 2-15,10 0 31,4-1-15,-4 1-16,-10 0 16,-15 3-1,-19 1-15,-11 4 16</inkml:trace>
  <inkml:trace contextRef="#ctx0" brushRef="#br0" timeOffset="43643.37">7172 11269 0,'0'0'0,"0"0"16,0 0-16,44-10 15,30-7-15,59-15 16,44-5 15,9 1-31,-14 4 16,-15 7-16,-9 5 15,-20 8 1,-20 5-16,-10 7 16,0 2-16</inkml:trace>
  <inkml:trace contextRef="#ctx0" brushRef="#br0" timeOffset="44244.9">10886 10220 0,'0'0'0,"-29"57"15,-25 41 1,-35 67-16,-24 39 16,-10 9-1,5-16-15,15-6 31,20-21-31,14-25 16,20-20-16,24-22 16,15-24-1,25-10-15,25-8 16,28-14-16,35-23 16,35-21-1,34-18-15,15-19 16,-15-3-1,-20 2-15,-24 6 16,-23 2-16,-16 5 16,-23 0-16,-12-3 31</inkml:trace>
  <inkml:trace contextRef="#ctx0" brushRef="#br0" timeOffset="44542.39">10557 11227 0,'0'0'0,"0"0"0,0 0 15,79-14 1,48-16-16,75-14 16,19-5-16,-5 5 15,-12 7 1,-35 12 0,-29 6-1,-39 6-15,-35 3 16,-24 3-16</inkml:trace>
  <inkml:trace contextRef="#ctx0" brushRef="#br0" timeOffset="44792.07">10508 10424 0,'0'0'0,"39"-15"16,30-7-16,73-12 16,55-3-1,19 0-15,-7 8 16,-5 4 15,-13 5-31,3-2 16,-2-5-16</inkml:trace>
  <inkml:trace contextRef="#ctx0" brushRef="#br0" timeOffset="45106.93">12632 9923 0,'0'0'0,"0"0"16,40 5-16,29 2 15,58 1 1,33-1-16,14-2 16,-9-3-16,-25 1 31,-27-1-31,-22 3 15,-27 3 1,-25-1-16,-22 0 16,-17 1-16</inkml:trace>
  <inkml:trace contextRef="#ctx0" brushRef="#br0" timeOffset="45484.32">13305 10056 0,'0'0'0,"0"0"15,-41 14 1,1 18-16,-11 22 16,-11 25-16,1 17 15,0 17 1,-1 15-16,1 9 0,4 13 16,11-3 15,11-14-31,13-5 15,10-10-15,7-10 16,10-5 0,7-2-16,10-5 15,13-11-15,14-6 16,20-10 0,21-15-16,23-17 15,22-20-15,18-12 16,6-12-16,1-6 15,-10 3 1,-15 1-16,-15-1 16,-12-3-16</inkml:trace>
  <inkml:trace contextRef="#ctx0" brushRef="#br0" timeOffset="45929.82">14406 10461 0,'0'0'0,"0"0"16,29 47-16,25 26 15,45 43 1,28 21-16,21 8 31,-3-7-15,-8-10-16,-9-8 15,-15-14-15,-15-11 16,-9-9-16,-11-12 16,-14-20-1,-12-19-15,-16-16 16,-9-11-16</inkml:trace>
  <inkml:trace contextRef="#ctx0" brushRef="#br0" timeOffset="46212.09">15523 10527 0,'0'0'0,"-39"47"0,-37 39 15,-39 49 1,-8 15-16,12-12 16,18-18-16,17-22 15,12-22 1,15-14-16,17-18 15,15-17 1,14-12-16,8-10 0</inkml:trace>
  <inkml:trace contextRef="#ctx0" brushRef="#br0" timeOffset="46882.89">15936 9790 0,'0'0'0,"0"0"15,34 0-15,18 5 16,27 8 0,12 6-16,-8 8 15,-12 8 1,-19-1-16,-15 5 15,-18 8-15,-16 12 16,-25 24-16,-32 28 31,-18-5-31,1-20 16,22-30 0,20-19-16,14-12 15,12-11 1,8-4-16,13-3 15,16-2-15,22-2 16,23-6 0,19-2-16,8-4 15,2-1-15,-7-5 16,-8 0-16</inkml:trace>
  <inkml:trace contextRef="#ctx0" brushRef="#br0" timeOffset="47355.83">17145 10085 0,'0'0'0,"0"0"16,0 0-1,39 10-15,27-3 16,47 1-16,30-6 16,11 1-1,-6 2-15,-25 4 16,-25 6-16,-24 10 16,-25 4-1,-20 3-15,-12 5 16,-12 2-16,-5 5 15,-5 15 1,-7 15-16,-5 19 16,-5 13-16,-5 10 15,-5 6 1,-3 6 0,-1 2-1,1-4-15,6-8 16,2-5-1,-3-10-15,-7-10 16,-12-9-16,-20-8 16,-19 2-1</inkml:trace>
  <inkml:trace contextRef="#ctx0" brushRef="#br0" timeOffset="47560.1">16985 12235 0,'0'0'0,"0"0"15,0 0-15,0 0 16,59-25-16,37-9 16,61-20-1,25-5-15,2 5 16,-7 9 0,-18 14-1,-11 8-15,-21 9 16,-18 4-16,-11 5 15,-10 2-15</inkml:trace>
  <inkml:trace contextRef="#ctx0" brushRef="#br0" timeOffset="48008.36">19394 11004 0,'0'0'0,"0"0"16,0 0-16,35 0 16,19 0-1,37 0-15,32-3 16,12 1-1,-8 0-15,-11-1 0,-18 3 16,-14 3 0,-11-1-1,-6 0-15,-8 1 0</inkml:trace>
  <inkml:trace contextRef="#ctx0" brushRef="#br0" timeOffset="48885.44">22278 9999 0,'0'0'0,"0"0"16,0 0-16,0 0 15,0 0 1,-17 30-16,-5 11 16,-20 33-16,-27 29 15,-17 23 1,-12 11-16,-10 13 31,5 0-31,2 5 16,3-8-16,14-5 15,13-4 1,20-15-16,16-13 16,16-16-16,14-20 15,14-8 1,21 0-16,29-2 16,34-7-16,32-16 15,18-16 1,-3-15-16,-7-10 15,-13-5 1,-14-3-16,-13 1 16,-17-3-16,-15-5 31,-9-9-15</inkml:trace>
  <inkml:trace contextRef="#ctx0" brushRef="#br0" timeOffset="49137.42">21534 11390 0,'0'0'0,"49"-3"0,42-4 15,71-13 1,57-9-16,7-13 16,-25-5-16,-27 3 15,-41 2 1,-30 3-16,-24 0 16</inkml:trace>
  <inkml:trace contextRef="#ctx0" brushRef="#br0" timeOffset="49373.37">21900 10166 0,'47'-12'0,"46"-10"15,67-10 1,31 2-16,13 6 16,-12 2-16,-13 2 15,-10 0 1</inkml:trace>
  <inkml:trace contextRef="#ctx0" brushRef="#br0" timeOffset="49589.95">23204 10122 0,'0'0'0,"54"0"16,42-2-16,73-8 0,40-8 31,0-1-15,-22-1-16,-38 3 15,-33 5-15,-37 2 16,-38 0 0</inkml:trace>
  <inkml:trace contextRef="#ctx0" brushRef="#br0" timeOffset="49922.96">23762 10235 0,'0'0'0,"-42"47"15,-7 12 1,-22 32-16,-18 29 0,-2 15 31,0 17-31,1 8 16,6-8-16,8-2 16,19-17-1,25-20-15,23-17 16,18-15-1,26-3-15,31-6 16,42-9 0,35-13-16,21-18 15,8-15-15,-7-12 16,-6-8 0,-9-9-16,-10-10 15,-14-10 1</inkml:trace>
  <inkml:trace contextRef="#ctx0" brushRef="#br0" timeOffset="50270.14">24867 10613 0,'0'0'0,"44"62"15,18 16-15,26 35 16,5 8-16,-2-3 15,-7-10 1,-13-15-16,-15-19 16,-11-15-1,-16-15 1,-9-15-16,-8-14 16,-5-10-16</inkml:trace>
  <inkml:trace contextRef="#ctx0" brushRef="#br0" timeOffset="50513.09">25636 10395 0,'0'0'0,"0"0"15,-62 71-15,-26 35 16,-40 46-16,-9 12 15,7-6 1,14-28-16,15-24 16,28-28-1,26-31-15,20-20 16</inkml:trace>
  <inkml:trace contextRef="#ctx0" brushRef="#br0" timeOffset="50907.63">26085 10051 0,'0'0'0,"0"0"15,0 0-15,0 0 16,45 29-1,13-2-15,33 10 16,25 2 0,-1-4-16,-4-3 0,-20-3 15,-20-2-15,-20 0 16,-14 0 0,-12 5-1,-10 8 1,-10 11-16,-13 20 15,-14 33-15,-12 26 16,-8 10 0,3-8-16,-1-4 15,3-10 1,-2-7-16,0-8 16,-10-5-16,-13-7 15</inkml:trace>
  <inkml:trace contextRef="#ctx0" brushRef="#br0" timeOffset="51143.3">25798 11979 0,'0'0'0,"0"0"15,29 0-15,16 3 16,33-1-1,38 1 1,16-1-16,1 3 16,-10 5-16,-13 2 15,-19 3-15,-22 0 16,-20-3-16,-19-5 16</inkml:trace>
  <inkml:trace contextRef="#ctx0" brushRef="#br0" timeOffset="51694.39">21620 9061 0,'-37'24'0,"-29"33"16,-47 56-16,-27 49 16,-3 20-1,16 9-15,14 11 16,19 4-16,16 13 15,19-1 1,17 6-16,20 4 16,22 1-16,19 14 15,26 13 1,23-13-16,23-15 16,22-19-16,17-30 15,33-14 1,16-37-16,15-32 15</inkml:trace>
  <inkml:trace contextRef="#ctx0" brushRef="#br0" timeOffset="52178.07">27930 9265 0,'20'24'0,"14"30"15,22 59-15,8 47 16,-12 36 0,-20 8-1,-27 8 1,-25 28-16,-27 40 15,-29 20-15,-34 7 16,-23 10 0,-22-7-16,-24-8 15,0-12-15,-8-30 16,13-41 0,24-50-16,20-41 15,27-47 1,14-32-16</inkml:trace>
  <inkml:trace contextRef="#ctx0" brushRef="#br0" timeOffset="52675.47">28711 8953 0,'0'0'0,"0"0"16,27 9-16,12 9 15,28 14-15,24 14 16,9 13 0,-4 8-16,-25-1 15,-27-5 1,-24-2-16,-25 3 16,-29 19-16,-35 22 31,-27 10-31,3-17 15,22-27-15,26-23 16,23-16 0,20-13-16,17-2 15,31 2-15,57 2 16,57-1 0,32-9-16,-8-1 15,-17-6-15,-20 1 16,-12-3-16</inkml:trace>
  <inkml:trace contextRef="#ctx0" brushRef="#br0" timeOffset="61170.7">14990 7380 0,'0'0'0,"0"0"0,0 0 15,59 42-15,8-15 16,21 0-16,13-10 16,4-12-1,13-10-15,27-12 31,35-12-31,11-8 16,18-5-16,5 0 16,7 5-16,7 5 31,18 3-31,4 4 16,18 1-16,22 2 15,-5 2-15,27 0 16,7 1-16,15-3 15,20 0 1,14-5-16,15-3 16,10 1-16,8-1 15,-6 3 1,-2 7 0,17 1-1,15 2-15,10 2 16,7 3-16,-5-1 15,-17 1-15,-9 2 16,-9 3 0,-11 4-1,0 3-15,-16 0 16,-18 0-16,-14 3 16,-11-6-1,-10 1-15,-28-1 16,-28 1-16,-33 2 15,-24 0 1,-27 2-16,-33 3 16,-21 0-16,-22 3 15,-25-3 1,-20-1 0,-21-4-1,-26 0-15,-14 0 16</inkml:trace>
  <inkml:trace contextRef="#ctx0" brushRef="#br0" timeOffset="62399">9997 13146 0,'0'0'0,"0"0"16,0 0-16,49 25 16,15-3-1,34 2-15,30 1 16,19-5 0,15-8-16,10-7 15,25-8-15,19-6 16,22-6-1,27-2-15,13-3 16,24 0-16,20 1 16,14-6-1,25 0 1,15-2-16,10-2 0,14 4 16,8 3 15,0 5-31,-1-3 15,14 6-15,3 1 16,4 6-16,2 2 16,-10 5-1,0 5-15,-5 2 16,0 1-16,12 4 16,8 3-1,5 4-15,7 8 16,-3 5-16,-4 5 15,-13-2 1,-12-1-16,-9 0 16,-11 1-1,-12-6-15,1-4 16,-31-5-16,-9-6 16,-22-1-1,-27-6-15,-5-2 16,-28 0-1,-16-3 1,-10 1-16,-32-3 16,-13-3-1,-19-2-15,-20 0 16,-16-2-16,-21 0 16,-17-1-1,-12-2-15,-10 1 16,-12-1-16,-15 0 15,-9 0 1,-11 3-16,-7-3 16,-5 3-16,-2-1 15,-3 1 1,6-3 0,6-5-1</inkml:trace>
  <inkml:trace contextRef="#ctx0" brushRef="#br0" timeOffset="66130.09">15187 7513 0,'0'0'0,"0"0"0,25-22 0,2 5 0,14-5 15,13-5-15,20-5 16,22-3 0,24-7-16,32-2 15,20 0-15,8 0 16,19 2-16,12-2 16,12 0-1,16-3-15,9 0 16,15 1-16,4 4 15,23 2 1,5 6 0,7 7-16,10 5 15,-5 2 1,12 6 0,10-1-16,8 3 15,14-1-15,10 1 16,15 0-1,0 2-15,7-5 16,-5 0-16,3 1 16,10-6-16,4 0 15,-4-2 1,-11 0-16,-6 2 16,-1 1-16,-7 4 15,-12 5 1,2 5-16,-17 3 15,-8 4 1,-6 3-16,-9 5 31,-21-3-31,-7 3 16,-21 0 0,-11-3-16,-18 1 0,-24-3 15,-10 0 1,-28 0-16,-18-1 15,-14 1 1,-21 3-16,-17-1 0,-18 3 16,-19 0-1,-25 0 1,-19-1-16</inkml:trace>
  <inkml:trace contextRef="#ctx0" brushRef="#br0" timeOffset="67121.89">10405 13291 0,'0'0'0,"49"0"0,39 0 16,60-2-1,63-1-15,34-4 16,23-5-16,27-6 16,9-1-1,35-8-15,25-8 16,17-4-1,24-3-15,0 5 16,5 0-16,1 6 16,9 6-1,5 5-15,7 8 16,10 0 0,-10 4-1,-7 3 1,-10 1-16,-7 1 15,2 1-15,0-1 16,3 3 0,-13 3-16,-11-1 15,-6 3-15,-5 2 16,-2 3 0,2-2-16,-5-1 15,-7-2-15,5-3 16,0 1-16,-12-1 15,-6 3 1,-16 3-16,-15 4 16,-5 3-1,-20 2-15,-10 0 32,-4 0-32,-8-2 15,-8-3-15,-14-2 16,-24-3-1,-25-2-15,-32-2 16,-27-1-16,-30 3 16,-29 0-16,-20 2 15,-9 1 1</inkml:trace>
  <inkml:trace contextRef="#ctx0" brushRef="#br0" timeOffset="71672.86">11343 13181 0,'-42'-30'0,"-44"-31"0,-22-16 15,10 1-15,14 15 16,25 12-16,25 14 15,9 16 1,16 11-16,9 8 16,0 0-16,0 0 15,54 52-15,19-3 32,50 20-17,34 9-15,30 4 16,29-6-16,30-8 15,22-9 1,29-7-16,34-8 16,21-4-16,16-4 15,23-6 1,9-8 0,22-5-16,18-7 0,12-5 15,10-5 1,17-7-16,14-11 15,1-4-15,2-7 16,3-3 0,-10 2-16,-5 3 31,-3 5-31,-19 7 16,-3 1-16,-7-1 15,-2 0 1,-16-2-16,-4-5 15,-20 0 1,-14-5-16,-13 0 16,-24 2-16,-28 3 15,-16 2 1,-38 6-16,-26 1 16,-30 4-1,-32 1-15,-20 3 0,-29 0 16,-14 1-1,-21 1-15,-16-2 16,-21 3-16,-11-3 16,-10 2-1,-11 1 1,-6-1 0,-8 1-16,-5-3 15,3-2 1,4-3-16</inkml:trace>
  <inkml:trace contextRef="#ctx0" brushRef="#br0" timeOffset="76246.92">3566 15239 0,'0'0'0,"0"0"0,40 32 0,43 39 0,50 52 15,24 39-15,-5 13 16,1-8 0,-1 17-16,0-9 15,1-11-15,-1 8 16,-5-15-16,-14-19 15,-5-20 1,-15-20-16,-10-27 16,-20-19-16,-14-30 31,-15-27-31</inkml:trace>
  <inkml:trace contextRef="#ctx0" brushRef="#br0" timeOffset="76560.67">5197 15414 0,'0'0'0,"-78"51"0,-50 55 15,-54 68-15,-19 28 16,24 2 0,15-18-16,15-14 15,14-5-15,20-29 16,15-23 15,29-26-31,20-33 16,29-24-16,20-17 15</inkml:trace>
  <inkml:trace contextRef="#ctx0" brushRef="#br0" timeOffset="77192.89">6072 16399 0,'0'0'0,"0"0"16,0-32-16,10 2 16,14-19-1,20-32-15,25-29 16,29-21-16,25-1 15,10 14 1,9 17-16,-9 25 16,-15 29-1,-10 28 1,-15 26 0,6 27-16,-6 28 15,10 34 1,-15 19-16,-4 10 15,0 6-15,4-16 16,5-17 0,10-22-16,15-31 15,15-36-15,34-36 16,44-44 0,15-37-16,-19-10 15,-16-5-15,-9 8 16,-5 7-16,-5-3 15</inkml:trace>
  <inkml:trace contextRef="#ctx0" brushRef="#br0" timeOffset="77912.6">10950 15608 0,'0'0'0,"0"0"16,-39 64-16,-15 44 15,-10 66 1,5 28-16,19-18 16,16-27-1,14-29-15,10-32 16,15-28-16,14-26 16,16-32-1,28-30-15,50-56 16,39-61-16,-10-23 15,-21-7 1,-33 24-16,-32 28 16,-24 31-16,-20 33 15,-10 24-15,-7 17 16,-5 12 15,0-2-31,-10 57 16,1 26-16,1 33 15,8 7 1,12 0-16,16-15 16,11-25-1,10-26-15,12-23 16,6-17-16,1-17 16,18-22-16,22-32 15</inkml:trace>
  <inkml:trace contextRef="#ctx0" brushRef="#br0" timeOffset="78424.88">12623 15733 0,'0'0'0,"0"0"15,-25 66-15,-7 30 16,-15 49-1,-7 25-15,-2-3 16,2-10 0,7-20-16,8-24 15,9-27-15,13-29 16,7-28 0,10-21-16,0-8 15,0 0 1,69-135-16,10-25 15,9-29-15,-2-8 16,-2 20-16,-1 23 16,-4 26-1,-8 35-15,-14 31 16,-18 30-16,-15 22 16,-9 15 15,-3 15-31,-2 27 15,0 39-15,-5 34 16,2 20 0,1-5-16,2-10 15,2-21-15,3-26 16,4-21 0,3-20-16,5-15 15</inkml:trace>
  <inkml:trace contextRef="#ctx0" brushRef="#br0" timeOffset="80274.64">13588 15706 0,'0'0'0,"0"0"0,0 0 16,0 0-1,0 0 1,15 39-16,-8 10 15,-2 23-15,-5 9 16,-5 0 0,-2-7-16,-1-18 15,3-12-15,0-14 16,1-13 0,1-12-1</inkml:trace>
  <inkml:trace contextRef="#ctx0" brushRef="#br0" timeOffset="80978.3">13804 15035 0,'0'0'0,"0"0"16,0 0-1,0 0-15,0 0 16,-2 27-16,4-7 15,3 9 1,5 8-16,9 8 16</inkml:trace>
  <inkml:trace contextRef="#ctx0" brushRef="#br0" timeOffset="81644.47">15344 14591 0,'0'0'0,"-34"-3"15,-13 18-15,-39 37 16,-34 56-16,-8 44 16,13 40-1,19 11-15,17 23 16,18 18-1,9 9-15,8 17 16,2-12-16,-2-3 16,0-31-1,2-37-15,8-52 16,7-42-16,5-36 16</inkml:trace>
  <inkml:trace contextRef="#ctx0" brushRef="#br0" timeOffset="82194.5">14133 15782 0,'0'0'0,"0"0"15,0 0-15,0 0 16,0 0-1,30-15-15,21 15 16,52-5-16,47-7 16,37-12-1,12-13 1,-25-5 0,-39 5-16,-44 13 15,-39 14-15,-25 12 16,-12 8-16,-13 7 15,-9 25 1,-23 42-16,-19 41 16,0 12-16,12-14 15,22-24 1,20-21 0,17-12-16,20-16 0,20-31 31,21-29-31,40-36 15,24-48-15,-7-36 16,-37 0 0,-39 5-1,-29 17-15,-25 19 16,-18 18 0,-21 14-16,-23 23 15,-17 24-15,-9 22 16,-8 18-1</inkml:trace>
  <inkml:trace contextRef="#ctx0" brushRef="#br0" timeOffset="82510.37">16268 15539 0,'0'0'0,"41"37"0,-6 14 15,-1 35-15,-9 30 16,-20 24 0,-22 15-16,-15-3 15,-8-24 1,6-40-16,14-36 16,13-30-16,9-22 15,-2 0-15,67-96 16,53-76-1,40-52-15,19-6 16,-7 26-16,-25 46 16,-17 31-1,-29 36-15,-22 22 16</inkml:trace>
  <inkml:trace contextRef="#ctx0" brushRef="#br0" timeOffset="83076.48">17545 15369 0,'-12'54'0,"-6"23"16,-6 41-16,-1 14 15,6-7 1,1-9-16,6-20 16,2-25-16,3-14 15,2-18 1,3-17-16,2-15 15,0-7-15,0 0 16,32-71-16,31-52 16,41-59-1,9 1 1,-20 36-16,-29 44 16,-22 42-16,-18 27 15,-12 22 1,-7 13-1,-2 11-15,-8 28 16,-10 44 0,-12 42-16,-5 12 15,5-25-15,10-31 16,12-35 0,10-24-16,10-18 15,17-17-15,49-41 16,54-57-1,20-40-15,-20 8 16,-32 32-16,-30 34 16,-26 37-1,-20 23-15,-12 16 16,-5 18-16,-8 19 16,-7 37 15,-12 50-31,-3 16 0,8-7 15,7-19 1</inkml:trace>
  <inkml:trace contextRef="#ctx0" brushRef="#br0" timeOffset="83897.36">19927 14760 0,'0'0'0,"-29"30"0,-18 31 16,-24 52-16,-22 49 15,-1 20 1,11 15-16,14 6 15,18-6 1,14-3-16,17-17 16,15-17-1,17-8-15,23-12 0,34-12 16,26-32 0,26-40-16</inkml:trace>
  <inkml:trace contextRef="#ctx0" brushRef="#br0" timeOffset="85332.06">19480 14741 0,'0'0'0,"0"0"0,0 0 0,0 0 15,0 0-15,0 0 16,0 0 0,32 0-16,18 0 15,13 0-15,18 0 16,5-3-1,5 1-15,-7-1 32,-15 1-32,-10 2 15,-13 0 1,-11 0-16,-8 2 0,-5-2 16,-8 0-1,-1 0-15,-3 0 16,-1 0-1,-1-2-15,-3-1 16</inkml:trace>
  <inkml:trace contextRef="#ctx0" brushRef="#br0" timeOffset="85922.65">19844 14772 0,'0'0'0,"0"0"16,0 0-16,0 0 15,0 0 1,0 0-16,-12 35 16,2 7-1,-5 26-15,-5 26 16,-4 26-16,-8 20 16,-7 5-16,2 5 31,-2 2-31,2-9 15,5-8 1,2 2-16,3-4 16,3-3-1,4-9-15,3-8 16,2-8-16,5-9 16,3-12-1,2-13-15,3-12 16,2-10-16,4-5 15,9-2 1,11-3-16,18-4 16,17-13-16,15-12 15,14-10 1,18-10-16,14-7 16,-4-3-16,-13-5 15,-10-2 1</inkml:trace>
  <inkml:trace contextRef="#ctx0" brushRef="#br0" timeOffset="86448.96">20488 15738 0,'0'0'0,"0"0"16,-28 22 0,1 20-16,-9 29 15,-1 22-15,5 11 16,7 1-1,13 1-15,10-15 32,9-13-17,13-16-15,14-16 16,18-19-16,14-22 16,27-29-16,30-40 15,7-37 1,-12-24-16,-25-8 15,-34 13-15,-29 9 16,-25 20 0,-18 15-16,-16 8 15,-10 9-15,-8 14 16,0 18 0,6 15-16,6 10 15,1 6-15,2 9 16,5 9-1,7 5-15</inkml:trace>
  <inkml:trace contextRef="#ctx0" brushRef="#br0" timeOffset="86690.65">21853 16332 0,'0'0'0,"0"0"15,5 32-15,-5-2 16,-5 14 0,-12 13-16,-12 9 15,-18 5 1,-10-5-16,-9-7 15</inkml:trace>
  <inkml:trace contextRef="#ctx0" brushRef="#br0" timeOffset="87428.67">23801 14777 0,'0'0'0,"0"0"0,0 0 0,0 0 15,0 0 1,-44 22-16,2 23 15,-27 38-15,-24 38 16,-8 26 0,3 10-16,7 13 0,5 12 31,3-6-31,6 9 0,9-13 16,21-25-1,22-22-15,18-24 16,19-17-16,20-8 31,17-17-31,20-22 16,17-25-1,15-22-15,22-22 0,2-15 16,-17-9 0,-22-8-1,-22-2-15,-22-1 16,-23 6-1,-16 9-15,-13 8 16,-12 2-16,-15 5 16,-15 6-16,-9 6 15,-3 8 1,3 7 0,7 8-16,9 2 0,11 2 31,9 0-31</inkml:trace>
  <inkml:trace contextRef="#ctx0" brushRef="#br0" timeOffset="88101.29">24661 14409 0,'0'0'0,"0"0"0,0 0 16,0 0-16,0 0 15,49 27 1,17-10-16,27 3 16,13-1-1,-5-1 1,-10-4-16,-13 1 16,-19 2-16,-17 0 15,-13 1 1,-9-1-16,-10 0 15,-5 3-15,-5-1 16,-3 6 0,-4 7-16,-5 12 15,-5 15-15,-3 17 16,-2 8 0,-3 9-1,1 10-15,-3 15 0,2 10 16,1 14-1,-1 11 1,3 1 0,-3 11-16,1 0 15,2-8 1,2-5-16,3-7 16,2-17-16,3-15 15,2-20 1,3-19-16,2-13 15,0-11-15,0-14 16,0-14 0,0-9-16</inkml:trace>
  <inkml:trace contextRef="#ctx0" brushRef="#br0" timeOffset="88396.99">24145 17467 0,'0'0'0,"0"0"15,0 0-15,0 0 16,44 0 0,35-14-16,56-16 15,34-9 1,-12 2-16,-24 8 15,-27 9 1,-28 10-16,-19 8 16,-17 2-16,-10 5 15,-7-1 1,-11 1-16,-4 0 16,-7 0-1</inkml:trace>
  <inkml:trace contextRef="#ctx0" brushRef="#br0" timeOffset="90167.19">18351 17750 0,'0'0'0,"0"0"0,0 0 16,0 0-16,29 10 15,5-3 1,28 5-16,19 6 16,12-1-16,13 2 15,7 1 1,0-3 0,12 3-16,0-3 15,8-2-15,0-3 16,7-4-16,5-6 15,4-2 1,16-5-16,2-2 16,-2-1-1,-1 1-15,-2 0 16,-2-1-16,2 3 16,-5 0-1,-5 5-15,6 3 16,-1-1-16,0 3 15,5 3 1,-5-3 0,-7-1-16,5 1 15,0-2 1,-1-1-16,1 3 16,5-2-1,-5-1-15,-1-2 16,1 0-16,-10-2 15,-5-3 1,-2 0-16,-1-3 16,-7 1-16,0 0 15,3-6-15,-3-1 32,-7-1-32,-10-2 0,-12 0 15,-15 2 1,-8 3-16,-11 4 15,-13 3-15,-10 3 16,-10 2 0,-7 0-16,-7 0 31,-5 0-31,-5 0 16,-3 0-1</inkml:trace>
  <inkml:trace contextRef="#ctx0" brushRef="#br0" timeOffset="91830.4">26977 14571 0,'0'0'0,"0"0"16,0 0-16,-10 59 15,-7 17 1,-10 42-16,-10 42 16,-2 19-1,-3-14-15,0-6 0,3-11 16,2-16-1,8-21-15,4-20 32</inkml:trace>
  <inkml:trace contextRef="#ctx0" brushRef="#br0" timeOffset="92113.63">26837 14908 0,'0'0'0,"0"0"16,27-10-16,32-10 15,59-14-15,49-15 16,15-5-1,-18-1-15,-29 11 16,-22 7-16,-24 15 31,-23 12-31</inkml:trace>
  <inkml:trace contextRef="#ctx0" brushRef="#br0" timeOffset="92369.03">27001 15652 0,'0'0'0,"0"0"16,0 0-16,0 0 16,25-5-1,24-7-15,42-18 16,34-16-16,8-6 15,2-2 1,3 2 0</inkml:trace>
  <inkml:trace contextRef="#ctx0" brushRef="#br0" timeOffset="92561.25">28043 15490 0,'0'0'0,"0"0"16,-3 37-16,1 2 15,-5 25 1,-8 19-16,-5 11 16,1-6-16,1-19 15,9-25 1,4-22-16</inkml:trace>
  <inkml:trace contextRef="#ctx0" brushRef="#br0" timeOffset="92721.12">28298 15215 0,'0'0'0,"0"0"15,0 0-15,0 0 16,8 39 0,2-5-16</inkml:trace>
  <inkml:trace contextRef="#ctx0" brushRef="#br0" timeOffset="93121.77">28578 15495 0,'0'0'0,"0"0"15,-2 39-15,-8-2 16,-7 17 0,-3 10-16,-4 0 15,4-10 1,5-15-16,5-17 15,8-15 1,2-7-16,0 0 16,0 0-16,74-81 15,-15 20 1,2 0 0,-12 14-16,-14 20 15,-11 15-15,-9 12 16,-3 5-1,-2 9-15,-3 16 16,-2 16-16,-2 18 0,-1 15 16,6 2 15</inkml:trace>
  <inkml:trace contextRef="#ctx0" brushRef="#br0" timeOffset="93719.99">29460 15851 0,'0'0'0,"0"0"0,-7-34 16,-3 7 0,-7-10-16,-5-8 15,-5 1 1,-3 2-16,3 11 15,3 8-15,6 14 16,4 6-16,-1 10 16,-5 13-1,-7 19 1,-7 25 0,4 15-16,8 7 15,10-12-15,7-15 16,10-20-1,5-15-15,7-14 16,10-15 0,22-29-16,30-50 15,17-56-15,4-32 16,-4-27 0,-8-2-16,-14 22 0,-20 14 31,-19 32-31,-18 33 0,-12 28 31,-5 26-31,-3 19 16,-2 17-1,0 10-15,5 0 16,-24 59-16,-3 42 16,0 44-1,10 19-15,7 11 16,10-28-16,7-17 15,5-24 1,11-30-16,4-27 16</inkml:trace>
  <inkml:trace contextRef="#ctx0" brushRef="#br0" timeOffset="94154.41">30364 13851 0,'0'0'0,"-5"54"0,0 22 16,3 42-1,-1 27-15,3 8 16,0 9-16,-2-5 16,-1-12-16,3-15 15,3-24 1,4-25-16,6-25 16,4-24-1,5-19-15,17-26 16,42-51-16,47-71 31,17-64-31,-17-5 16,-13 13-16,-19 21 0,-20 38 31,-20 31-31,-19 35 16,-15 26-1</inkml:trace>
  <inkml:trace contextRef="#ctx0" brushRef="#br0" timeOffset="94681.59">31393 14694 0,'0'0'0,"0"0"0,0 0 15,-10-39 1,-2 16-16,-5 1 16,-8 5-1,-4 7-15,-3 13 16,-10 14-16,-9 20 16,-8 29-1,10 23 1,12 14-16,15-3 15,12-16-15,10-23 16,7-14-16,10-13 16,10-16-1,10-18-15,25-25 16,24-41-16,2-32 31,-17-6-31,-24 16 0,-20 24 16,-12 17-1,-8 18 1,-2 12-16,-3 9 16,-2 8-1,0 3-15,0 4 0,0 18 32,3 24-32,4 22 15,3 5-15,0-7 16,-3-17-16</inkml:trace>
  <inkml:trace contextRef="#ctx0" brushRef="#br0" timeOffset="95037.13">31877 14672 0,'0'0'0,"0"0"16,0 0-1,0 0-15,0 0 16,-12 46 0,-3 18-16,-7 32 15,-7 17-15,1-12 32,4-20-32,7-20 15,4-19-15,9-17 16,6-16-1,8-9-15,19-19 16,43-43 0,41-46-16,14-22 15,-11 15-15,-21 19 16,-9 12-16,-7 6 16</inkml:trace>
  <inkml:trace contextRef="#ctx0" brushRef="#br0" timeOffset="95337.11">32825 13687 0,'0'0'0,"-27"46"0,-22 38 16,-27 51 0,-12 44-16,2 13 15,12-5 1,15 4-16,17-21 16,20-18-16,15-17 15,14-12 1,15-8-16,15-21 15,17-25 1,12-30 0,13-24-1</inkml:trace>
  <inkml:trace contextRef="#ctx0" brushRef="#br0" timeOffset="95658.19">32776 14463 0,'0'0'0,"12"44"0,8 13 16,12 31-1,7 25-15,5 5 16,6-7 0,1-16-16,1-16 15,-6-20 1,-6-15-16,-11-19 16,-9-15-1,-8-13-15</inkml:trace>
  <inkml:trace contextRef="#ctx0" brushRef="#br0" timeOffset="95864.37">33022 14421 0,'-32'39'0,"-17"30"16,-25 44-1,-5 22-15,13-4 16,17-21 0,12-21-16,15-30 15,12-20-15</inkml:trace>
  <inkml:trace contextRef="#ctx0" brushRef="#br0" timeOffset="96218.55">33299 13819 0,'0'0'0,"20"35"16,17 31-16,24 40 15,18 34 1,-6 7-16,-14-4 16,-14 6-1,-18 1 1,-15 0-16,-15 17 16,-24 17-16,-32 18 15,-39 12-15,-29-35 16,-18-29-1,-3-35-15</inkml:trace>
  <inkml:trace contextRef="#ctx0" brushRef="#br0" timeOffset="96622.23">30425 16202 0,'0'0'0,"0"0"0,40 3 16,33-1-16,63 1 31,65-3-15,42-3-16,45-4 0,9-3 31,2-2-31,-19 4 0,-39 6 16,-25 7-16,-19 9 15,-28 6 17,-26 2-32,-30 3 15,-32-6-15,-17-4 16</inkml:trace>
  <inkml:trace contextRef="#ctx0" brushRef="#br0" timeOffset="98395.65">14472 7643 0,'0'0'0,"0"0"31,52-27-31,17 3 0,36-8 16,25-3-1,20 1 1,17-1-16,27 1 16,13-3-16,16-2 15,15-3 1,15 3-16,13 2 15,4 3-15,17 2 16,8 0-16,17-5 16,19-7-1,3-3-15,8-5 16,9 3 0,3 5-1,0 5-15,-1 7 0,6 5 31,-1 7-31,-11 5 16,7 3 0,4 2-16,1 3 15,-1 0 1,3 2-16,0 0 0,-7 0 16,-15 5-1,-2 2 1,-16 3-16,-1 0 15,-6 0 1,-9 0-16,-1 0 16,3 0-16,-2 2 15,-1-2 1,6 0-16,-3-5 16,7 0-16,8-3 15,-7-1-15,1-1 16,-11 0-1,-10 0-15,-3 0 16,-22 0-16,-17-2 31,-19-1-31,-18 3 16,-15-2-16,-27 0 16,-11-1-1,-23 3-15,-23 3 16,-18-1-1,-21 3-15,-16 3 16,-16 2-16,-11 0 16,-11-3-1,-6 1-15,-9-3 16,-4 0 0</inkml:trace>
  <inkml:trace contextRef="#ctx0" brushRef="#br0" timeOffset="100693.92">10203 13367 0,'0'0'0,"0"0"16,0 0-1,0 0-15,40 3 16,-1 2 0,25 0-16,14-1 15,11 1 1,9 0-16,0-2 16,5-6-1,5 1-15,5-3 0,0-2 16,5-1 15,3 1-31,-3-1 16,-5 1-1,-5 0-15,-3-1 16,-11 1-16,-8 0 16,0-1-1,-5 1-15,-8-1 16,-4 1-16,-12 2 15,-3 0-15,-8 0 16,-4 0-16,-3-2 16,1 0-1,-1-3-15,-2 0 16,-3 0-16,1 3 16,-4-1-1,1-1-15,0-1 16,-2 0-1,-1 0-15,-4 0 32,-3 3-32,-2 0 15,-1-1-15,-2 3 16,-2 0 0,0 0-16,0 1 15,-3-1-15,0 0 16,-2 0-1,0 0-15,0 0 16,-3 0 0,0 0-16,1 0 15,-1 0-15,-2 3 16,0-1-16,0 1 16,2-3-1,1 0-15,-1 0 16,3 0-16,0 0 15,2 0 1,3 3-16,2 0 31,3-1-31,2 1 16,2 2 0,6 0-16,4 0 15,3 0-15,5 0 16,7 0-1,7 0-15,11 0 16,4 0-16,10 0 16,7 0-1,8 0-15,12 0 16,8-3-16,9 1 16,5-1-1,10-2-15,5 0 16,10 1-16,2-1 15,5 0 1,8 2 0,-1 1-1,8 2-15,7 2 16,5 3 0,13 0-16,-1-2 15,10-1-15,5-2 16,3-2-1,5-1-15,-3 1 0,2 2 16,-4 0 0,7 0-1,5 2-15,2 1 16,8-3-16,7 2 16,-3-4-1,3-1-15,0 6 16,8-1-16,-1 3 31,6 2-31,4 3 16,-2 0-1,-3 2-15,1-2 16,-4-3-16,-11 1 16,2-3-1,-2-3-15,-1-2 16,4 0-16,-1-2 15,-3-1 1,-4 1-16,-8-1 16,1 1-16,-6 2 15,-2 2 1,-2 6-16,-11 2 16,1-1-16,-10 4 15,0 1 1,-3 1-16,-14-3 15,-8 1-15,-14-1 32,-6 0-17,-11-2-15,-16-3 16,-6 3-16,-13-2 16,-13-3-16,-9-1 15,-7-1 1,-13-1-16,-12 1 15,-10-3-15,-12 0 16,-5 0-16,-10 0 31,-5-3-31,-5 1 16,-2-1-16,-3 1 16,1-3-16,-3-2 15,0-3 1,0-5-16,2-4 15</inkml:trace>
  <inkml:trace contextRef="#ctx0" brushRef="#br0" timeOffset="113338.26">14337 7697 0,'0'0'0,"0"0"0,0 0 0,54-15 15,-5 8 1,20 0-16,22 2 16,10 5-16,9 2 15,13 8 16,7 0-31,10 0 16,20-3-16,19-2 16,32-2-16,33-3 15,21 0 1,32 2-16,10-4 16,17-3-1,25-10-15,10-7 16,16-8-16,11-4 15,-8-5 1,18-6-16,-1 4 16,1 4-16,-1 0 15,1-2-15,2-3 16,17-2 15,0 2-31,5 3 16,-8 4-16,-11 3 15,-1-2 1,0-3-16,1 3 16,-3-1-16,-20 6 15,-5 2 1,-4 5-16,-13 2 16,-15 3-1,-9 2-15,-15 3 16,-8-1-16,-9 6 15,-18 2-15,-4 3 16,-13 4 0,-2-4-16,-15-1 15,-10-2-15,-16 0 16,-19 0 15,-13 1-31,-21-1 16,-24 2-16,-22 1 15,-25-1 1,-19 1-16,-20-1 16,-13 1-16,-11-1 15,-8 1-15,-8 2 16,-4-2 0,-5-1-16,-3 1 15,1-3 1,-4 0-16,-1 0 0,-3-5 15,-3-10 1</inkml:trace>
  <inkml:trace contextRef="#ctx0" brushRef="#br0" timeOffset="114207.15">15708 7307 0,'0'0'0,"51"-13"0,40 4 15,59-1-15,56 7 16,37 8-1,23 3-15,24-6 16,17-12-16,32-10 16,24-9-1,10-5 1,16-3 0,13 2-16,1 1 15,15 2 1,12 0-16,4 8 15,4 1-15,9 4 16,-3-6-16,6-9 16,2-8-1,4-5-15,11 3 16,-5 7-16,-3 10 16,-4 8-1,-13 4-15,-20 3 16,-9-3-16,-15-7 15,-25-3 1,-19 3-16,-32 2 16,-45 6-16,-36 4 15,-42 7 1,-42 1-16,-39-1 31,-30 1-31,-19 0 16,-15-1-1,-7 1-15,12-6 16,14-6-16</inkml:trace>
  <inkml:trace contextRef="#ctx0" brushRef="#br0" timeOffset="116346.8">10405 13419 0,'0'0'0,"0"0"0,0 0 0,0 0 15,0 0 1,39-25-16,5 18 15,35-3 1,29 0-16,24 0 16,21 5-1,19 5-15,12 3 16,25 4-16,14 6 16,13-1-1,15 3-15,9-1 16,20-1-1,10-4-15,9-6 16,18-6-16,12-4 16,8-3-1,14-2-15,3-5 16,4-3-16,11 0 16,-3-4-1,20-3-15,7-3 16,2-4-16,-7-5 15,-2 2 1,-1 0-16,-4 3 16,2 4-16,-9 1 15,-4 4 17,9 5-32,-8 8 0,-8 5 15,-9 4 1,-15 3-1,-10 0-15,10 3 16,-5-1-16,-10 1 16,10 2-16,-2 4 15,-15 1 1,0 3-16,-15 1 16,-20-1-16,-4-4 31,-25-1-31,-18-3 0,-11-5 15,-18 0-15,-14-3 16,-20 1 15,-27-1-31,-18 3 16,-18 0-16,-19 3 16,-9-1-1,-12 1-15,-12-1 16,-13-2-16,-15 0 15,-6-2 1,-14-1-16,-6-2 16</inkml:trace>
  <inkml:trace contextRef="#ctx0" brushRef="#br0" timeOffset="117326.44">11692 13340 0,'0'0'0,"0"0"16,32 0-1,32 3-15,61 4 16,54 3-16,37 2 15,22-2 1,18-3-16,12-7 16,22-7-16,24-3 15,10-5-15,20-2 16,10-2 0,12-4-16,7-1 15,0-6 1,15-6-16,13-6 15,7-2-15,2-1 16,-10 4-16,-9 1 16,-13 6 15,5 4-31,-5 6 16,-2 4-16,0 8 15,-5 5 1,0 4-16,-5 3 15,-3 3-15,-4-1 16,-23-2-16,-14 0 16,2-2-1,-17-1-15,-9 3 16,-6 0 0,-12 0-16,-15-2 15,-9-1-15,-11-2 16,-19 3-16,-22-3 15,-12-2 1,-18 2-16,-19-3 16,-25 3-16,-19 0 15,-30 0 17,-18 3-32,-16 0 15,-15 2-15,-10 0 16,3 0-1,4-3-15</inkml:trace>
  <inkml:trace contextRef="#ctx0" brushRef="#br0" timeOffset="122545.91">15017 7569 0,'0'0'0,"0"0"0,0 0 0,30 0 0,22 0 16,41 3-16,39-1 15,23 3 1,17-5-16,20 0 16,12 0-1,24-2-15,28-1 0,14 1 16,32 2 0,24 2-16,23 1 15,17-6-15,15-2 16,17-4-1,32-13-15,7-8 16,15-7 0,7-9-16,3-8 31,0-1-31,9 1 0,-9 8 16,5 4-16,-10 8 15,-5 7 1,-13 2-1,3 5-15,-9 3 16,-16 2-16,-11 3 16,-28 2-1,-20 3-15,-26 4 16,-30 1 0,-10 7-16,-24 2 15,-27 3-15,-25 2 31,-37 1-31,-21-1 16,-31 0 0,-21-2-16,-23-3 15,-16-2-15,-18 0 16,-15-2 0,-14-3-16,-10 0 15,-8-3-15</inkml:trace>
  <inkml:trace contextRef="#ctx0" brushRef="#br0" timeOffset="124476.25">10095 13345 0,'0'0'0,"0"0"16,0 0-16,0 0 16,0 0-1,0 0-15,0 0 16,64 35-16,5-4 16,24 9-1,15-3-15,5-1 16,10-4-1,19-5-15,30 3 0,20-1 16,27 1 0,16-1-1,13 1 1,5-8-16,10 0 16,15-7-16,12-5 15,24-5-15,18-1 16,-1-1-1,13-3-15,12 0 16,13 0 0,2-3-16,12-4 15,5-8 1,12-4-16,18-11 16,-1-2-16,-6-5 15,-14 8 1,-8 4-16,6 8 15,0 10-15,-4 4 16,0 6-16,-13-3 16,-12-3-1,-10-2-15,-12-4 16,-5-1 0,-5 0-1,-17 3 1,4 2-16,-18 0 15,-18 2-15,-5 3 16,-23-2 0,-9-3-16,-12-2 15,-17-1-15,-15 1 16,-18-1 0,-28 1-16,-26 5 15,-19 2-15,-17 2 16,-12 1-1,-13-1-15,-10 3 16,-12-3-16,-4 1 16,-1-1-1</inkml:trace>
  <inkml:trace contextRef="#ctx0" brushRef="#br0" timeOffset="678.09">17152 1642 0,'0'0'0,"0"0"0,0 0 0,-10-25 16,8 15 0,-3 0-16,0 1 15,0-1-15,-2-5 32,-1 5-32,1-5 15,-1-4-15,1-1 16,0 0-1,-1 1-15,1-6 16,0-4 0,2 4-16,0 1 15,2 4-15,1-5 16,-1 6 0,3-6-16,0-9 15,5-20 1,15-40-16,22-48 15,29-50 1,17-14-16,1 14 0,-16 15 16,-18 30-1,-21 19-15,-17 25 16,-12 24-16,-7 16 16,-6 9-1,-2 4 1,-2 1-1,-3 0-15,-7 0 16,-7-5 0,-11-5-16,-6 0 15,-3 0-15,0 0 16,2 5-16,10-5 16,12 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5365-D1DF-F118-1853-B40F6132A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19BFB-28D4-F528-A2C3-775CEF55B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61F27-6A82-ACCE-F588-E0F206F5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91CE1-8CE3-CFD3-46F0-35FF8CC5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E47A5-883E-4E4C-90AA-E69B26B6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0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9938-CC0B-3DF4-64BF-075DCB34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4F6F3-6308-647C-97B7-80A59F16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4111D-5FAC-FCF7-33EA-CBAE5F0D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FEF7-C9AC-E56A-96A8-E370D1F3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4CC66-4909-7508-7137-6515BCAF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4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E3D3-4DB9-9120-70D4-F6709245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4AA89-08F8-F7DA-07CF-65C6A9188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14FA-B652-6F90-B0B9-58B315493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A4015-935E-A34F-9177-B0BC253F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A1858-7FD1-3A6E-C027-8C037D1C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426E-77E0-0D6C-CBF1-71C93396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50C6C-44AA-2329-C0E3-2D5AD3779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7E1EC-B99D-0865-4CBF-68EB5386A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6FDCA-4A7C-3BF4-6380-6AFD0917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65157-1552-9B5E-615D-2A8FB749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9BF9-F12E-621A-05AC-CC810F97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22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C8AC-E3A5-22C6-C6BC-F180412B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C86E6-B600-CEAD-AB32-009788D8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40750-DB26-A315-F3F8-6E12F5805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EBDC8-7B6F-3BED-9E46-B66B59AE7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A5EF6-2341-B737-56E2-01DA1B9F8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9F90C-A0FC-3D38-D860-A176A897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155A9-F527-58E2-0620-98D30437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560654-163F-720C-83C2-EFF96730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2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28E0-2ED1-58F3-8A7D-99C2C8DE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F0558-32A8-0A23-33F6-00192280F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222C6-C7BB-AFF3-5F3D-B2284108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A66FB-F01D-7E86-27FE-81CB6A45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0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32CF2-0A13-7CA8-7959-59BA1229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55263-4C31-2D9D-F7C5-0CB9F223B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38CD7-D4DC-627C-C23F-E7443184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5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5C97-AA58-CA03-BB0E-5B6130B75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38BC6-1229-47AE-0187-13D462A0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3276F-E321-48A5-A5E6-EE18F56AD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FF8BF-93B3-503B-A778-03D2FF61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B6156-55C6-6A39-4F1D-DBD71E6D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8C190-5343-6B81-31A8-D4B4C602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1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B508-5D39-AFA1-89B8-4CF5C065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4665E-61A8-E715-4D3E-AD9B4700C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1498F-37E1-7F5D-0436-7F193E854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00ED2-CF4B-66AB-67A5-B50246ED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B1270-4DEA-5DC6-335D-8D1FF1BF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C1F41-05E5-E011-D8B4-31C5D117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2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F000-34BA-5595-766A-FEB9D864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EFB8E-996F-CD39-DB4C-D82CC9448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B30CA-331D-9527-535F-41DB406E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890CB-35D7-6910-23C4-5B13F716D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E7A7-268C-FF87-2EF5-A7468296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4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DA0BA-870D-EEA5-80EF-0A7CD71DD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0C085-7F41-1969-2956-0753C6C6A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E8F0A-21CA-8B96-5F3A-2C8205D4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B0DDB-1669-8F6D-4CA3-46FAAF3A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C3ED7-BC66-CFD6-596E-8768D020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52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9431E-CCC8-32A1-08C5-7496187BB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6D31F-9088-3B5C-FEC8-567AA1D90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1C61F-1187-5C91-F258-2D7B150EE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63A4A-0FF8-4F28-A942-288A40727A9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602D3-D388-34EA-8AEE-2155C5E31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E837D-E5EA-7F34-5C6E-EC3985344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5D24A-DD84-4771-8B12-90883C26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0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82BF-B84E-DDCF-1DAE-CAA16CC1F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CS355/555</a:t>
            </a:r>
            <a:br>
              <a:rPr lang="en-US" dirty="0"/>
            </a:br>
            <a:r>
              <a:rPr lang="en-US" dirty="0"/>
              <a:t>Midterm 1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6B1CE-2D33-8E74-6F18-B81D1EA5BF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3/3/2025</a:t>
            </a:r>
          </a:p>
        </p:txBody>
      </p:sp>
    </p:spTree>
    <p:extLst>
      <p:ext uri="{BB962C8B-B14F-4D97-AF65-F5344CB8AC3E}">
        <p14:creationId xmlns:p14="http://schemas.microsoft.com/office/powerpoint/2010/main" val="182627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0DBE-1CBF-E3D8-17CE-9D526E93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B0F3F-1A4A-9733-65AA-59B5DBF72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Average: 89</a:t>
            </a:r>
          </a:p>
          <a:p>
            <a:r>
              <a:rPr lang="en-US" dirty="0"/>
              <a:t>Undergraduate average: 74</a:t>
            </a:r>
          </a:p>
          <a:p>
            <a:r>
              <a:rPr lang="en-US" dirty="0"/>
              <a:t>Graduate average 101</a:t>
            </a:r>
          </a:p>
        </p:txBody>
      </p:sp>
    </p:spTree>
    <p:extLst>
      <p:ext uri="{BB962C8B-B14F-4D97-AF65-F5344CB8AC3E}">
        <p14:creationId xmlns:p14="http://schemas.microsoft.com/office/powerpoint/2010/main" val="156963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8825-7216-4F7B-657E-8096D91D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5E76-7353-9C71-2C53-3D2B7037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4DB19E-DA79-A155-320F-DDCA5120F7BA}"/>
                  </a:ext>
                </a:extLst>
              </p14:cNvPr>
              <p14:cNvContentPartPr/>
              <p14:nvPr/>
            </p14:nvContentPartPr>
            <p14:xfrm>
              <a:off x="215640" y="108000"/>
              <a:ext cx="11950920" cy="674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4DB19E-DA79-A155-320F-DDCA5120F7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280" y="98640"/>
                <a:ext cx="11969640" cy="676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892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EB26-85D2-CB8C-6AF3-49B4BFE4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BC47-4671-BC02-8F0C-FC57C812B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BDB8BB-D480-E368-65F5-260F59CBD861}"/>
                  </a:ext>
                </a:extLst>
              </p14:cNvPr>
              <p14:cNvContentPartPr/>
              <p14:nvPr/>
            </p14:nvContentPartPr>
            <p14:xfrm>
              <a:off x="1107000" y="-380160"/>
              <a:ext cx="11029680" cy="684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BDB8BB-D480-E368-65F5-260F59CBD8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7640" y="-389520"/>
                <a:ext cx="11048400" cy="685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494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CS355/555 Midterm 1 Review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Geng, Baocheng</dc:creator>
  <cp:lastModifiedBy>Geng, Baocheng</cp:lastModifiedBy>
  <cp:revision>2</cp:revision>
  <dcterms:created xsi:type="dcterms:W3CDTF">2025-03-03T16:51:58Z</dcterms:created>
  <dcterms:modified xsi:type="dcterms:W3CDTF">2025-03-03T20:32:55Z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2025-03-03T16:53:48Z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5d3d6aa1-068f-4ac5-af2c-b50c9eb10c88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10, 3, 0, 1</vt:lpwstr>
  </property>
</Properties>
</file>