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6"/>
    <p:sldId id="344" r:id="rId7"/>
    <p:sldId id="257" r:id="rId8"/>
    <p:sldId id="258" r:id="rId9"/>
    <p:sldId id="261" r:id="rId10"/>
    <p:sldId id="262" r:id="rId11"/>
    <p:sldId id="263" r:id="rId12"/>
    <p:sldId id="265" r:id="rId13"/>
    <p:sldId id="34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9" r:id="rId31"/>
    <p:sldId id="290" r:id="rId32"/>
    <p:sldId id="260" r:id="rId33"/>
    <p:sldId id="295" r:id="rId34"/>
    <p:sldId id="296" r:id="rId35"/>
    <p:sldId id="302" r:id="rId36"/>
    <p:sldId id="303" r:id="rId37"/>
    <p:sldId id="347" r:id="rId38"/>
    <p:sldId id="346" r:id="rId39"/>
    <p:sldId id="348" r:id="rId40"/>
    <p:sldId id="315" r:id="rId41"/>
    <p:sldId id="282" r:id="rId42"/>
    <p:sldId id="283" r:id="rId43"/>
    <p:sldId id="284" r:id="rId44"/>
    <p:sldId id="319" r:id="rId45"/>
    <p:sldId id="320" r:id="rId46"/>
    <p:sldId id="324" r:id="rId47"/>
    <p:sldId id="326" r:id="rId48"/>
    <p:sldId id="327" r:id="rId49"/>
    <p:sldId id="328" r:id="rId50"/>
    <p:sldId id="331" r:id="rId51"/>
    <p:sldId id="332" r:id="rId52"/>
    <p:sldId id="333" r:id="rId53"/>
    <p:sldId id="340" r:id="rId54"/>
    <p:sldId id="341" r:id="rId55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C03C01-09FF-137F-8655-8839CE8133B8}" v="30" dt="2024-02-13T02:51:21.81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75" d="100"/>
          <a:sy n="175" d="100"/>
        </p:scale>
        <p:origin x="128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slide" Target="slides/slide48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1.xml"/><Relationship Id="rId61" Type="http://schemas.microsoft.com/office/2015/10/relationships/revisionInfo" Target="revisionInfo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viewProps" Target="viewProp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, Baocheng" userId="b4253f3e-c40b-4a70-8207-93818653a34c" providerId="ADAL" clId="{E0325440-B71E-4AF9-B812-5F992BB72B29}"/>
    <pc:docChg chg="modSld">
      <pc:chgData name="Geng, Baocheng" userId="b4253f3e-c40b-4a70-8207-93818653a34c" providerId="ADAL" clId="{E0325440-B71E-4AF9-B812-5F992BB72B29}" dt="2024-02-05T19:13:15.662" v="1" actId="20577"/>
      <pc:docMkLst>
        <pc:docMk/>
      </pc:docMkLst>
      <pc:sldChg chg="modSp mod">
        <pc:chgData name="Geng, Baocheng" userId="b4253f3e-c40b-4a70-8207-93818653a34c" providerId="ADAL" clId="{E0325440-B71E-4AF9-B812-5F992BB72B29}" dt="2024-02-05T19:13:15.662" v="1" actId="20577"/>
        <pc:sldMkLst>
          <pc:docMk/>
          <pc:sldMk cId="1578103398" sldId="344"/>
        </pc:sldMkLst>
        <pc:spChg chg="mod">
          <ac:chgData name="Geng, Baocheng" userId="b4253f3e-c40b-4a70-8207-93818653a34c" providerId="ADAL" clId="{E0325440-B71E-4AF9-B812-5F992BB72B29}" dt="2024-02-05T19:13:15.662" v="1" actId="20577"/>
          <ac:spMkLst>
            <pc:docMk/>
            <pc:sldMk cId="1578103398" sldId="344"/>
            <ac:spMk id="5" creationId="{62EACB05-5B72-14A7-7FDA-4B0927AFFFC6}"/>
          </ac:spMkLst>
        </pc:spChg>
      </pc:sldChg>
    </pc:docChg>
  </pc:docChgLst>
  <pc:docChgLst>
    <pc:chgData name="Geng, Baocheng" userId="b4253f3e-c40b-4a70-8207-93818653a34c" providerId="ADAL" clId="{92881CC8-120A-4192-92F6-BEAB89A890D3}"/>
    <pc:docChg chg="undo custSel addSld delSld modSld sldOrd">
      <pc:chgData name="Geng, Baocheng" userId="b4253f3e-c40b-4a70-8207-93818653a34c" providerId="ADAL" clId="{92881CC8-120A-4192-92F6-BEAB89A890D3}" dt="2023-02-14T16:27:02.833" v="1396" actId="2696"/>
      <pc:docMkLst>
        <pc:docMk/>
      </pc:docMkLst>
      <pc:sldChg chg="delSp modSp mod">
        <pc:chgData name="Geng, Baocheng" userId="b4253f3e-c40b-4a70-8207-93818653a34c" providerId="ADAL" clId="{92881CC8-120A-4192-92F6-BEAB89A890D3}" dt="2023-02-14T14:20:08.116" v="49" actId="478"/>
        <pc:sldMkLst>
          <pc:docMk/>
          <pc:sldMk cId="0" sldId="256"/>
        </pc:sldMkLst>
        <pc:spChg chg="mod">
          <ac:chgData name="Geng, Baocheng" userId="b4253f3e-c40b-4a70-8207-93818653a34c" providerId="ADAL" clId="{92881CC8-120A-4192-92F6-BEAB89A890D3}" dt="2023-02-14T14:20:01.707" v="47" actId="20577"/>
          <ac:spMkLst>
            <pc:docMk/>
            <pc:sldMk cId="0" sldId="256"/>
            <ac:spMk id="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20:05.539" v="48" actId="478"/>
          <ac:spMkLst>
            <pc:docMk/>
            <pc:sldMk cId="0" sldId="256"/>
            <ac:spMk id="12" creationId="{00000000-0000-0000-0000-000000000000}"/>
          </ac:spMkLst>
        </pc:spChg>
        <pc:grpChg chg="del">
          <ac:chgData name="Geng, Baocheng" userId="b4253f3e-c40b-4a70-8207-93818653a34c" providerId="ADAL" clId="{92881CC8-120A-4192-92F6-BEAB89A890D3}" dt="2023-02-14T14:20:08.116" v="49" actId="478"/>
          <ac:grpSpMkLst>
            <pc:docMk/>
            <pc:sldMk cId="0" sldId="256"/>
            <ac:grpSpMk id="8" creationId="{00000000-0000-0000-0000-000000000000}"/>
          </ac:grpSpMkLst>
        </pc:grpChg>
      </pc:sldChg>
      <pc:sldChg chg="delSp modSp mod">
        <pc:chgData name="Geng, Baocheng" userId="b4253f3e-c40b-4a70-8207-93818653a34c" providerId="ADAL" clId="{92881CC8-120A-4192-92F6-BEAB89A890D3}" dt="2023-02-14T14:21:49.646" v="81" actId="478"/>
        <pc:sldMkLst>
          <pc:docMk/>
          <pc:sldMk cId="0" sldId="257"/>
        </pc:sldMkLst>
        <pc:spChg chg="mod">
          <ac:chgData name="Geng, Baocheng" userId="b4253f3e-c40b-4a70-8207-93818653a34c" providerId="ADAL" clId="{92881CC8-120A-4192-92F6-BEAB89A890D3}" dt="2023-02-14T14:21:37.462" v="79" actId="20577"/>
          <ac:spMkLst>
            <pc:docMk/>
            <pc:sldMk cId="0" sldId="257"/>
            <ac:spMk id="4" creationId="{00000000-0000-0000-0000-000000000000}"/>
          </ac:spMkLst>
        </pc:spChg>
        <pc:spChg chg="del mod">
          <ac:chgData name="Geng, Baocheng" userId="b4253f3e-c40b-4a70-8207-93818653a34c" providerId="ADAL" clId="{92881CC8-120A-4192-92F6-BEAB89A890D3}" dt="2023-02-14T14:21:28.211" v="76" actId="478"/>
          <ac:spMkLst>
            <pc:docMk/>
            <pc:sldMk cId="0" sldId="257"/>
            <ac:spMk id="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21:02.571" v="67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21:22.962" v="74" actId="478"/>
          <ac:spMkLst>
            <pc:docMk/>
            <pc:sldMk cId="0" sldId="257"/>
            <ac:spMk id="12" creationId="{00000000-0000-0000-0000-000000000000}"/>
          </ac:spMkLst>
        </pc:spChg>
        <pc:spChg chg="mod">
          <ac:chgData name="Geng, Baocheng" userId="b4253f3e-c40b-4a70-8207-93818653a34c" providerId="ADAL" clId="{92881CC8-120A-4192-92F6-BEAB89A890D3}" dt="2023-02-14T14:21:45.496" v="80" actId="115"/>
          <ac:spMkLst>
            <pc:docMk/>
            <pc:sldMk cId="0" sldId="257"/>
            <ac:spMk id="13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21:20.437" v="72" actId="478"/>
          <ac:spMkLst>
            <pc:docMk/>
            <pc:sldMk cId="0" sldId="257"/>
            <ac:spMk id="1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20:58.736" v="65" actId="478"/>
          <ac:spMkLst>
            <pc:docMk/>
            <pc:sldMk cId="0" sldId="257"/>
            <ac:spMk id="1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21:15.338" v="71" actId="478"/>
          <ac:spMkLst>
            <pc:docMk/>
            <pc:sldMk cId="0" sldId="257"/>
            <ac:spMk id="18" creationId="{00000000-0000-0000-0000-000000000000}"/>
          </ac:spMkLst>
        </pc:spChg>
        <pc:grpChg chg="del">
          <ac:chgData name="Geng, Baocheng" userId="b4253f3e-c40b-4a70-8207-93818653a34c" providerId="ADAL" clId="{92881CC8-120A-4192-92F6-BEAB89A890D3}" dt="2023-02-14T14:21:49.646" v="81" actId="478"/>
          <ac:grpSpMkLst>
            <pc:docMk/>
            <pc:sldMk cId="0" sldId="257"/>
            <ac:grpSpMk id="19" creationId="{00000000-0000-0000-0000-000000000000}"/>
          </ac:grpSpMkLst>
        </pc:grpChg>
        <pc:picChg chg="del">
          <ac:chgData name="Geng, Baocheng" userId="b4253f3e-c40b-4a70-8207-93818653a34c" providerId="ADAL" clId="{92881CC8-120A-4192-92F6-BEAB89A890D3}" dt="2023-02-14T14:21:12.651" v="69" actId="478"/>
          <ac:picMkLst>
            <pc:docMk/>
            <pc:sldMk cId="0" sldId="257"/>
            <ac:picMk id="9" creationId="{00000000-0000-0000-0000-000000000000}"/>
          </ac:picMkLst>
        </pc:picChg>
        <pc:picChg chg="del">
          <ac:chgData name="Geng, Baocheng" userId="b4253f3e-c40b-4a70-8207-93818653a34c" providerId="ADAL" clId="{92881CC8-120A-4192-92F6-BEAB89A890D3}" dt="2023-02-14T14:21:13.401" v="70" actId="478"/>
          <ac:picMkLst>
            <pc:docMk/>
            <pc:sldMk cId="0" sldId="257"/>
            <ac:picMk id="11" creationId="{00000000-0000-0000-0000-000000000000}"/>
          </ac:picMkLst>
        </pc:picChg>
        <pc:picChg chg="del">
          <ac:chgData name="Geng, Baocheng" userId="b4253f3e-c40b-4a70-8207-93818653a34c" providerId="ADAL" clId="{92881CC8-120A-4192-92F6-BEAB89A890D3}" dt="2023-02-14T14:20:59.971" v="66" actId="478"/>
          <ac:picMkLst>
            <pc:docMk/>
            <pc:sldMk cId="0" sldId="257"/>
            <ac:picMk id="14" creationId="{00000000-0000-0000-0000-000000000000}"/>
          </ac:picMkLst>
        </pc:picChg>
        <pc:picChg chg="del">
          <ac:chgData name="Geng, Baocheng" userId="b4253f3e-c40b-4a70-8207-93818653a34c" providerId="ADAL" clId="{92881CC8-120A-4192-92F6-BEAB89A890D3}" dt="2023-02-14T14:21:21.202" v="73" actId="478"/>
          <ac:picMkLst>
            <pc:docMk/>
            <pc:sldMk cId="0" sldId="257"/>
            <ac:picMk id="17" creationId="{00000000-0000-0000-0000-000000000000}"/>
          </ac:picMkLst>
        </pc:picChg>
      </pc:sldChg>
      <pc:sldChg chg="delSp mod">
        <pc:chgData name="Geng, Baocheng" userId="b4253f3e-c40b-4a70-8207-93818653a34c" providerId="ADAL" clId="{92881CC8-120A-4192-92F6-BEAB89A890D3}" dt="2023-02-14T14:21:53.640" v="83" actId="478"/>
        <pc:sldMkLst>
          <pc:docMk/>
          <pc:sldMk cId="0" sldId="258"/>
        </pc:sldMkLst>
        <pc:grpChg chg="del">
          <ac:chgData name="Geng, Baocheng" userId="b4253f3e-c40b-4a70-8207-93818653a34c" providerId="ADAL" clId="{92881CC8-120A-4192-92F6-BEAB89A890D3}" dt="2023-02-14T14:21:52.645" v="82" actId="478"/>
          <ac:grpSpMkLst>
            <pc:docMk/>
            <pc:sldMk cId="0" sldId="25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92881CC8-120A-4192-92F6-BEAB89A890D3}" dt="2023-02-14T14:21:53.640" v="83" actId="478"/>
          <ac:grpSpMkLst>
            <pc:docMk/>
            <pc:sldMk cId="0" sldId="258"/>
            <ac:grpSpMk id="10" creationId="{00000000-0000-0000-0000-000000000000}"/>
          </ac:grpSpMkLst>
        </pc:grpChg>
      </pc:sldChg>
      <pc:sldChg chg="delSp modSp add del mod">
        <pc:chgData name="Geng, Baocheng" userId="b4253f3e-c40b-4a70-8207-93818653a34c" providerId="ADAL" clId="{92881CC8-120A-4192-92F6-BEAB89A890D3}" dt="2023-02-14T14:50:23.930" v="534" actId="47"/>
        <pc:sldMkLst>
          <pc:docMk/>
          <pc:sldMk cId="0" sldId="259"/>
        </pc:sldMkLst>
        <pc:grpChg chg="del mod">
          <ac:chgData name="Geng, Baocheng" userId="b4253f3e-c40b-4a70-8207-93818653a34c" providerId="ADAL" clId="{92881CC8-120A-4192-92F6-BEAB89A890D3}" dt="2023-02-14T14:21:58.372" v="85" actId="478"/>
          <ac:grpSpMkLst>
            <pc:docMk/>
            <pc:sldMk cId="0" sldId="259"/>
            <ac:grpSpMk id="5" creationId="{00000000-0000-0000-0000-000000000000}"/>
          </ac:grpSpMkLst>
        </pc:grpChg>
      </pc:sldChg>
      <pc:sldChg chg="delSp modSp add del mod">
        <pc:chgData name="Geng, Baocheng" userId="b4253f3e-c40b-4a70-8207-93818653a34c" providerId="ADAL" clId="{92881CC8-120A-4192-92F6-BEAB89A890D3}" dt="2023-02-14T14:51:27.451" v="537"/>
        <pc:sldMkLst>
          <pc:docMk/>
          <pc:sldMk cId="0" sldId="260"/>
        </pc:sldMkLst>
        <pc:spChg chg="mod">
          <ac:chgData name="Geng, Baocheng" userId="b4253f3e-c40b-4a70-8207-93818653a34c" providerId="ADAL" clId="{92881CC8-120A-4192-92F6-BEAB89A890D3}" dt="2023-02-14T14:51:27.451" v="537"/>
          <ac:spMkLst>
            <pc:docMk/>
            <pc:sldMk cId="0" sldId="260"/>
            <ac:spMk id="9" creationId="{00000000-0000-0000-0000-000000000000}"/>
          </ac:spMkLst>
        </pc:spChg>
        <pc:grpChg chg="del">
          <ac:chgData name="Geng, Baocheng" userId="b4253f3e-c40b-4a70-8207-93818653a34c" providerId="ADAL" clId="{92881CC8-120A-4192-92F6-BEAB89A890D3}" dt="2023-02-14T14:50:27.064" v="535" actId="478"/>
          <ac:grpSpMkLst>
            <pc:docMk/>
            <pc:sldMk cId="0" sldId="260"/>
            <ac:grpSpMk id="10" creationId="{00000000-0000-0000-0000-000000000000}"/>
          </ac:grpSpMkLst>
        </pc:grpChg>
      </pc:sldChg>
      <pc:sldChg chg="delSp modSp mod">
        <pc:chgData name="Geng, Baocheng" userId="b4253f3e-c40b-4a70-8207-93818653a34c" providerId="ADAL" clId="{92881CC8-120A-4192-92F6-BEAB89A890D3}" dt="2023-02-14T14:23:52.610" v="115" actId="1076"/>
        <pc:sldMkLst>
          <pc:docMk/>
          <pc:sldMk cId="0" sldId="261"/>
        </pc:sldMkLst>
        <pc:spChg chg="mod">
          <ac:chgData name="Geng, Baocheng" userId="b4253f3e-c40b-4a70-8207-93818653a34c" providerId="ADAL" clId="{92881CC8-120A-4192-92F6-BEAB89A890D3}" dt="2023-02-14T14:23:04.277" v="88" actId="20577"/>
          <ac:spMkLst>
            <pc:docMk/>
            <pc:sldMk cId="0" sldId="261"/>
            <ac:spMk id="9" creationId="{00000000-0000-0000-0000-000000000000}"/>
          </ac:spMkLst>
        </pc:spChg>
        <pc:spChg chg="mod">
          <ac:chgData name="Geng, Baocheng" userId="b4253f3e-c40b-4a70-8207-93818653a34c" providerId="ADAL" clId="{92881CC8-120A-4192-92F6-BEAB89A890D3}" dt="2023-02-14T14:22:45.427" v="87" actId="20577"/>
          <ac:spMkLst>
            <pc:docMk/>
            <pc:sldMk cId="0" sldId="261"/>
            <ac:spMk id="12" creationId="{00000000-0000-0000-0000-000000000000}"/>
          </ac:spMkLst>
        </pc:spChg>
        <pc:spChg chg="del mod">
          <ac:chgData name="Geng, Baocheng" userId="b4253f3e-c40b-4a70-8207-93818653a34c" providerId="ADAL" clId="{92881CC8-120A-4192-92F6-BEAB89A890D3}" dt="2023-02-14T14:23:31.933" v="92" actId="478"/>
          <ac:spMkLst>
            <pc:docMk/>
            <pc:sldMk cId="0" sldId="261"/>
            <ac:spMk id="19" creationId="{8E193B27-47C7-9421-F786-E07B6C343DD1}"/>
          </ac:spMkLst>
        </pc:spChg>
        <pc:grpChg chg="del">
          <ac:chgData name="Geng, Baocheng" userId="b4253f3e-c40b-4a70-8207-93818653a34c" providerId="ADAL" clId="{92881CC8-120A-4192-92F6-BEAB89A890D3}" dt="2023-02-14T14:22:39.733" v="86" actId="478"/>
          <ac:grpSpMkLst>
            <pc:docMk/>
            <pc:sldMk cId="0" sldId="261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92881CC8-120A-4192-92F6-BEAB89A890D3}" dt="2023-02-14T14:23:08.575" v="89" actId="478"/>
          <ac:grpSpMkLst>
            <pc:docMk/>
            <pc:sldMk cId="0" sldId="261"/>
            <ac:grpSpMk id="13" creationId="{00000000-0000-0000-0000-000000000000}"/>
          </ac:grpSpMkLst>
        </pc:grpChg>
        <pc:picChg chg="mod replST">
          <ac:chgData name="Geng, Baocheng" userId="b4253f3e-c40b-4a70-8207-93818653a34c" providerId="ADAL" clId="{92881CC8-120A-4192-92F6-BEAB89A890D3}" dt="2023-02-14T14:23:52.610" v="115" actId="1076"/>
          <ac:picMkLst>
            <pc:docMk/>
            <pc:sldMk cId="0" sldId="261"/>
            <ac:picMk id="21" creationId="{5172C7B3-B5A6-6009-8165-162B5C44C1A7}"/>
          </ac:picMkLst>
        </pc:picChg>
      </pc:sldChg>
      <pc:sldChg chg="delSp mod">
        <pc:chgData name="Geng, Baocheng" userId="b4253f3e-c40b-4a70-8207-93818653a34c" providerId="ADAL" clId="{92881CC8-120A-4192-92F6-BEAB89A890D3}" dt="2023-02-14T14:24:15.515" v="118" actId="478"/>
        <pc:sldMkLst>
          <pc:docMk/>
          <pc:sldMk cId="0" sldId="262"/>
        </pc:sldMkLst>
        <pc:grpChg chg="del">
          <ac:chgData name="Geng, Baocheng" userId="b4253f3e-c40b-4a70-8207-93818653a34c" providerId="ADAL" clId="{92881CC8-120A-4192-92F6-BEAB89A890D3}" dt="2023-02-14T14:24:15.515" v="118" actId="478"/>
          <ac:grpSpMkLst>
            <pc:docMk/>
            <pc:sldMk cId="0" sldId="262"/>
            <ac:grpSpMk id="6" creationId="{00000000-0000-0000-0000-000000000000}"/>
          </ac:grpSpMkLst>
        </pc:grpChg>
      </pc:sldChg>
      <pc:sldChg chg="delSp mod">
        <pc:chgData name="Geng, Baocheng" userId="b4253f3e-c40b-4a70-8207-93818653a34c" providerId="ADAL" clId="{92881CC8-120A-4192-92F6-BEAB89A890D3}" dt="2023-02-14T14:24:29.335" v="119" actId="478"/>
        <pc:sldMkLst>
          <pc:docMk/>
          <pc:sldMk cId="0" sldId="263"/>
        </pc:sldMkLst>
        <pc:grpChg chg="del">
          <ac:chgData name="Geng, Baocheng" userId="b4253f3e-c40b-4a70-8207-93818653a34c" providerId="ADAL" clId="{92881CC8-120A-4192-92F6-BEAB89A890D3}" dt="2023-02-14T14:24:29.335" v="119" actId="478"/>
          <ac:grpSpMkLst>
            <pc:docMk/>
            <pc:sldMk cId="0" sldId="263"/>
            <ac:grpSpMk id="10" creationId="{00000000-0000-0000-0000-000000000000}"/>
          </ac:grpSpMkLst>
        </pc:grpChg>
      </pc:sldChg>
      <pc:sldChg chg="delSp del mod">
        <pc:chgData name="Geng, Baocheng" userId="b4253f3e-c40b-4a70-8207-93818653a34c" providerId="ADAL" clId="{92881CC8-120A-4192-92F6-BEAB89A890D3}" dt="2023-02-14T15:35:58.352" v="1121" actId="47"/>
        <pc:sldMkLst>
          <pc:docMk/>
          <pc:sldMk cId="0" sldId="264"/>
        </pc:sldMkLst>
        <pc:grpChg chg="del">
          <ac:chgData name="Geng, Baocheng" userId="b4253f3e-c40b-4a70-8207-93818653a34c" providerId="ADAL" clId="{92881CC8-120A-4192-92F6-BEAB89A890D3}" dt="2023-02-14T14:24:40.697" v="120" actId="478"/>
          <ac:grpSpMkLst>
            <pc:docMk/>
            <pc:sldMk cId="0" sldId="264"/>
            <ac:grpSpMk id="25" creationId="{00000000-0000-0000-0000-000000000000}"/>
          </ac:grpSpMkLst>
        </pc:grpChg>
      </pc:sldChg>
      <pc:sldChg chg="addSp delSp modSp add del mod">
        <pc:chgData name="Geng, Baocheng" userId="b4253f3e-c40b-4a70-8207-93818653a34c" providerId="ADAL" clId="{92881CC8-120A-4192-92F6-BEAB89A890D3}" dt="2023-02-14T15:35:55.983" v="1120" actId="478"/>
        <pc:sldMkLst>
          <pc:docMk/>
          <pc:sldMk cId="0" sldId="265"/>
        </pc:sldMkLst>
        <pc:spChg chg="del">
          <ac:chgData name="Geng, Baocheng" userId="b4253f3e-c40b-4a70-8207-93818653a34c" providerId="ADAL" clId="{92881CC8-120A-4192-92F6-BEAB89A890D3}" dt="2023-02-14T14:24:56.964" v="124" actId="478"/>
          <ac:spMkLst>
            <pc:docMk/>
            <pc:sldMk cId="0" sldId="265"/>
            <ac:spMk id="2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24:53.238" v="122" actId="478"/>
          <ac:spMkLst>
            <pc:docMk/>
            <pc:sldMk cId="0" sldId="265"/>
            <ac:spMk id="2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24:51.275" v="121" actId="478"/>
          <ac:spMkLst>
            <pc:docMk/>
            <pc:sldMk cId="0" sldId="265"/>
            <ac:spMk id="2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1:04.107" v="193" actId="478"/>
          <ac:spMkLst>
            <pc:docMk/>
            <pc:sldMk cId="0" sldId="265"/>
            <ac:spMk id="2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1:09.010" v="195" actId="478"/>
          <ac:spMkLst>
            <pc:docMk/>
            <pc:sldMk cId="0" sldId="265"/>
            <ac:spMk id="29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1:09.010" v="195" actId="478"/>
          <ac:spMkLst>
            <pc:docMk/>
            <pc:sldMk cId="0" sldId="265"/>
            <ac:spMk id="30" creationId="{00000000-0000-0000-0000-000000000000}"/>
          </ac:spMkLst>
        </pc:spChg>
        <pc:spChg chg="del mod">
          <ac:chgData name="Geng, Baocheng" userId="b4253f3e-c40b-4a70-8207-93818653a34c" providerId="ADAL" clId="{92881CC8-120A-4192-92F6-BEAB89A890D3}" dt="2023-02-14T14:31:09.010" v="195" actId="478"/>
          <ac:spMkLst>
            <pc:docMk/>
            <pc:sldMk cId="0" sldId="265"/>
            <ac:spMk id="31" creationId="{00000000-0000-0000-0000-000000000000}"/>
          </ac:spMkLst>
        </pc:spChg>
        <pc:spChg chg="del mod">
          <ac:chgData name="Geng, Baocheng" userId="b4253f3e-c40b-4a70-8207-93818653a34c" providerId="ADAL" clId="{92881CC8-120A-4192-92F6-BEAB89A890D3}" dt="2023-02-14T14:31:14.126" v="197" actId="478"/>
          <ac:spMkLst>
            <pc:docMk/>
            <pc:sldMk cId="0" sldId="265"/>
            <ac:spMk id="32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35:55.983" v="1120" actId="478"/>
          <ac:spMkLst>
            <pc:docMk/>
            <pc:sldMk cId="0" sldId="265"/>
            <ac:spMk id="33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1:09.010" v="195" actId="478"/>
          <ac:spMkLst>
            <pc:docMk/>
            <pc:sldMk cId="0" sldId="265"/>
            <ac:spMk id="34" creationId="{00000000-0000-0000-0000-000000000000}"/>
          </ac:spMkLst>
        </pc:spChg>
        <pc:spChg chg="del mod">
          <ac:chgData name="Geng, Baocheng" userId="b4253f3e-c40b-4a70-8207-93818653a34c" providerId="ADAL" clId="{92881CC8-120A-4192-92F6-BEAB89A890D3}" dt="2023-02-14T14:31:26.166" v="205" actId="478"/>
          <ac:spMkLst>
            <pc:docMk/>
            <pc:sldMk cId="0" sldId="265"/>
            <ac:spMk id="35" creationId="{00000000-0000-0000-0000-000000000000}"/>
          </ac:spMkLst>
        </pc:spChg>
        <pc:spChg chg="del mod">
          <ac:chgData name="Geng, Baocheng" userId="b4253f3e-c40b-4a70-8207-93818653a34c" providerId="ADAL" clId="{92881CC8-120A-4192-92F6-BEAB89A890D3}" dt="2023-02-14T15:35:55.983" v="1120" actId="478"/>
          <ac:spMkLst>
            <pc:docMk/>
            <pc:sldMk cId="0" sldId="265"/>
            <ac:spMk id="3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1:09.010" v="195" actId="478"/>
          <ac:spMkLst>
            <pc:docMk/>
            <pc:sldMk cId="0" sldId="265"/>
            <ac:spMk id="3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1:09.010" v="195" actId="478"/>
          <ac:spMkLst>
            <pc:docMk/>
            <pc:sldMk cId="0" sldId="265"/>
            <ac:spMk id="3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1:27.008" v="206" actId="478"/>
          <ac:spMkLst>
            <pc:docMk/>
            <pc:sldMk cId="0" sldId="265"/>
            <ac:spMk id="39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1:10.753" v="196" actId="478"/>
          <ac:spMkLst>
            <pc:docMk/>
            <pc:sldMk cId="0" sldId="265"/>
            <ac:spMk id="40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24:58.426" v="125" actId="478"/>
          <ac:spMkLst>
            <pc:docMk/>
            <pc:sldMk cId="0" sldId="265"/>
            <ac:spMk id="41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27:53.433" v="154" actId="478"/>
          <ac:spMkLst>
            <pc:docMk/>
            <pc:sldMk cId="0" sldId="265"/>
            <ac:spMk id="42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24:54.851" v="123" actId="478"/>
          <ac:spMkLst>
            <pc:docMk/>
            <pc:sldMk cId="0" sldId="265"/>
            <ac:spMk id="43" creationId="{00000000-0000-0000-0000-000000000000}"/>
          </ac:spMkLst>
        </pc:spChg>
        <pc:spChg chg="del mod">
          <ac:chgData name="Geng, Baocheng" userId="b4253f3e-c40b-4a70-8207-93818653a34c" providerId="ADAL" clId="{92881CC8-120A-4192-92F6-BEAB89A890D3}" dt="2023-02-14T14:27:56.130" v="155" actId="478"/>
          <ac:spMkLst>
            <pc:docMk/>
            <pc:sldMk cId="0" sldId="265"/>
            <ac:spMk id="44" creationId="{00000000-0000-0000-0000-000000000000}"/>
          </ac:spMkLst>
        </pc:spChg>
        <pc:spChg chg="add mod">
          <ac:chgData name="Geng, Baocheng" userId="b4253f3e-c40b-4a70-8207-93818653a34c" providerId="ADAL" clId="{92881CC8-120A-4192-92F6-BEAB89A890D3}" dt="2023-02-14T14:26:01.178" v="138" actId="1076"/>
          <ac:spMkLst>
            <pc:docMk/>
            <pc:sldMk cId="0" sldId="265"/>
            <ac:spMk id="51" creationId="{AB26B61F-5A66-104D-A836-F697622AD76E}"/>
          </ac:spMkLst>
        </pc:spChg>
        <pc:spChg chg="add mod">
          <ac:chgData name="Geng, Baocheng" userId="b4253f3e-c40b-4a70-8207-93818653a34c" providerId="ADAL" clId="{92881CC8-120A-4192-92F6-BEAB89A890D3}" dt="2023-02-14T14:26:30.373" v="141" actId="1076"/>
          <ac:spMkLst>
            <pc:docMk/>
            <pc:sldMk cId="0" sldId="265"/>
            <ac:spMk id="52" creationId="{5C263301-2C80-2AB4-417B-536BCC9D1076}"/>
          </ac:spMkLst>
        </pc:spChg>
        <pc:spChg chg="add del">
          <ac:chgData name="Geng, Baocheng" userId="b4253f3e-c40b-4a70-8207-93818653a34c" providerId="ADAL" clId="{92881CC8-120A-4192-92F6-BEAB89A890D3}" dt="2023-02-14T14:26:49.702" v="143" actId="22"/>
          <ac:spMkLst>
            <pc:docMk/>
            <pc:sldMk cId="0" sldId="265"/>
            <ac:spMk id="54" creationId="{CC29413F-A24F-E0FB-82F4-897D42E9BA8F}"/>
          </ac:spMkLst>
        </pc:spChg>
        <pc:spChg chg="add mod">
          <ac:chgData name="Geng, Baocheng" userId="b4253f3e-c40b-4a70-8207-93818653a34c" providerId="ADAL" clId="{92881CC8-120A-4192-92F6-BEAB89A890D3}" dt="2023-02-14T14:27:01.068" v="146" actId="1076"/>
          <ac:spMkLst>
            <pc:docMk/>
            <pc:sldMk cId="0" sldId="265"/>
            <ac:spMk id="56" creationId="{250314EB-6666-370E-B908-3D79FEC9B505}"/>
          </ac:spMkLst>
        </pc:spChg>
        <pc:spChg chg="add mod">
          <ac:chgData name="Geng, Baocheng" userId="b4253f3e-c40b-4a70-8207-93818653a34c" providerId="ADAL" clId="{92881CC8-120A-4192-92F6-BEAB89A890D3}" dt="2023-02-14T14:27:08.214" v="148" actId="1076"/>
          <ac:spMkLst>
            <pc:docMk/>
            <pc:sldMk cId="0" sldId="265"/>
            <ac:spMk id="57" creationId="{DD8796B1-1922-D0C9-6552-A1D7D301EF7E}"/>
          </ac:spMkLst>
        </pc:spChg>
        <pc:spChg chg="add del">
          <ac:chgData name="Geng, Baocheng" userId="b4253f3e-c40b-4a70-8207-93818653a34c" providerId="ADAL" clId="{92881CC8-120A-4192-92F6-BEAB89A890D3}" dt="2023-02-14T15:35:55.983" v="1120" actId="478"/>
          <ac:spMkLst>
            <pc:docMk/>
            <pc:sldMk cId="0" sldId="265"/>
            <ac:spMk id="58" creationId="{5BCD5833-9DD5-0712-4A6F-E464C1499D3E}"/>
          </ac:spMkLst>
        </pc:spChg>
        <pc:spChg chg="add del mod">
          <ac:chgData name="Geng, Baocheng" userId="b4253f3e-c40b-4a70-8207-93818653a34c" providerId="ADAL" clId="{92881CC8-120A-4192-92F6-BEAB89A890D3}" dt="2023-02-14T14:31:02.248" v="192" actId="478"/>
          <ac:spMkLst>
            <pc:docMk/>
            <pc:sldMk cId="0" sldId="265"/>
            <ac:spMk id="59" creationId="{50D981F5-44C9-4D32-E2AE-9AF5CB4A6964}"/>
          </ac:spMkLst>
        </pc:spChg>
        <pc:spChg chg="del mod">
          <ac:chgData name="Geng, Baocheng" userId="b4253f3e-c40b-4a70-8207-93818653a34c" providerId="ADAL" clId="{92881CC8-120A-4192-92F6-BEAB89A890D3}" dt="2023-02-14T14:30:22.980" v="166" actId="478"/>
          <ac:spMkLst>
            <pc:docMk/>
            <pc:sldMk cId="0" sldId="265"/>
            <ac:spMk id="60" creationId="{259238F9-354A-1AA2-6D6B-069A17712F97}"/>
          </ac:spMkLst>
        </pc:spChg>
        <pc:grpChg chg="del">
          <ac:chgData name="Geng, Baocheng" userId="b4253f3e-c40b-4a70-8207-93818653a34c" providerId="ADAL" clId="{92881CC8-120A-4192-92F6-BEAB89A890D3}" dt="2023-02-14T14:25:11.859" v="128" actId="478"/>
          <ac:grpSpMkLst>
            <pc:docMk/>
            <pc:sldMk cId="0" sldId="265"/>
            <ac:grpSpMk id="45" creationId="{00000000-0000-0000-0000-000000000000}"/>
          </ac:grpSpMkLst>
        </pc:grpChg>
        <pc:picChg chg="del mod replST">
          <ac:chgData name="Geng, Baocheng" userId="b4253f3e-c40b-4a70-8207-93818653a34c" providerId="ADAL" clId="{92881CC8-120A-4192-92F6-BEAB89A890D3}" dt="2023-02-14T14:32:53.742" v="284" actId="478"/>
          <ac:picMkLst>
            <pc:docMk/>
            <pc:sldMk cId="0" sldId="265"/>
            <ac:picMk id="62" creationId="{ED649232-E129-79D5-F8C6-51285EF6F14C}"/>
          </ac:picMkLst>
        </pc:picChg>
        <pc:picChg chg="del mod replST">
          <ac:chgData name="Geng, Baocheng" userId="b4253f3e-c40b-4a70-8207-93818653a34c" providerId="ADAL" clId="{92881CC8-120A-4192-92F6-BEAB89A890D3}" dt="2023-02-14T14:33:11.380" v="311" actId="478"/>
          <ac:picMkLst>
            <pc:docMk/>
            <pc:sldMk cId="0" sldId="265"/>
            <ac:picMk id="64" creationId="{BC9D65D9-565A-7838-7A68-E975650FDA80}"/>
          </ac:picMkLst>
        </pc:picChg>
        <pc:picChg chg="del mod replST">
          <ac:chgData name="Geng, Baocheng" userId="b4253f3e-c40b-4a70-8207-93818653a34c" providerId="ADAL" clId="{92881CC8-120A-4192-92F6-BEAB89A890D3}" dt="2023-02-14T15:35:55.983" v="1120" actId="478"/>
          <ac:picMkLst>
            <pc:docMk/>
            <pc:sldMk cId="0" sldId="265"/>
            <ac:picMk id="66" creationId="{DA7F260B-1E8B-8068-DE3D-4547BB571988}"/>
          </ac:picMkLst>
        </pc:picChg>
        <pc:picChg chg="del mod ord replST">
          <ac:chgData name="Geng, Baocheng" userId="b4253f3e-c40b-4a70-8207-93818653a34c" providerId="ADAL" clId="{92881CC8-120A-4192-92F6-BEAB89A890D3}" dt="2023-02-14T14:33:40.056" v="346" actId="478"/>
          <ac:picMkLst>
            <pc:docMk/>
            <pc:sldMk cId="0" sldId="265"/>
            <ac:picMk id="68" creationId="{C4B847CD-34CA-B199-26CE-FED6E1FF7AC7}"/>
          </ac:picMkLst>
        </pc:picChg>
        <pc:picChg chg="del mod ord replST">
          <ac:chgData name="Geng, Baocheng" userId="b4253f3e-c40b-4a70-8207-93818653a34c" providerId="ADAL" clId="{92881CC8-120A-4192-92F6-BEAB89A890D3}" dt="2023-02-14T15:35:55.983" v="1120" actId="478"/>
          <ac:picMkLst>
            <pc:docMk/>
            <pc:sldMk cId="0" sldId="265"/>
            <ac:picMk id="70" creationId="{795E194D-83B2-B6C7-D469-C7F71BE3A73E}"/>
          </ac:picMkLst>
        </pc:picChg>
        <pc:picChg chg="del mod ord replST">
          <ac:chgData name="Geng, Baocheng" userId="b4253f3e-c40b-4a70-8207-93818653a34c" providerId="ADAL" clId="{92881CC8-120A-4192-92F6-BEAB89A890D3}" dt="2023-02-14T15:35:55.983" v="1120" actId="478"/>
          <ac:picMkLst>
            <pc:docMk/>
            <pc:sldMk cId="0" sldId="265"/>
            <ac:picMk id="72" creationId="{5A270548-3FF0-173A-4528-0AA457F35F67}"/>
          </ac:picMkLst>
        </pc:picChg>
      </pc:sldChg>
      <pc:sldChg chg="addSp delSp mod">
        <pc:chgData name="Geng, Baocheng" userId="b4253f3e-c40b-4a70-8207-93818653a34c" providerId="ADAL" clId="{92881CC8-120A-4192-92F6-BEAB89A890D3}" dt="2023-02-14T14:34:17.167" v="357" actId="11529"/>
        <pc:sldMkLst>
          <pc:docMk/>
          <pc:sldMk cId="0" sldId="266"/>
        </pc:sldMkLst>
        <pc:spChg chg="del">
          <ac:chgData name="Geng, Baocheng" userId="b4253f3e-c40b-4a70-8207-93818653a34c" providerId="ADAL" clId="{92881CC8-120A-4192-92F6-BEAB89A890D3}" dt="2023-02-14T14:33:57.998" v="352" actId="478"/>
          <ac:spMkLst>
            <pc:docMk/>
            <pc:sldMk cId="0" sldId="266"/>
            <ac:spMk id="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4:04.263" v="355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4:00.453" v="353" actId="478"/>
          <ac:spMkLst>
            <pc:docMk/>
            <pc:sldMk cId="0" sldId="266"/>
            <ac:spMk id="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4:06.283" v="356" actId="478"/>
          <ac:spMkLst>
            <pc:docMk/>
            <pc:sldMk cId="0" sldId="266"/>
            <ac:spMk id="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4:02.653" v="354" actId="478"/>
          <ac:spMkLst>
            <pc:docMk/>
            <pc:sldMk cId="0" sldId="266"/>
            <ac:spMk id="9" creationId="{00000000-0000-0000-0000-000000000000}"/>
          </ac:spMkLst>
        </pc:spChg>
        <pc:spChg chg="add">
          <ac:chgData name="Geng, Baocheng" userId="b4253f3e-c40b-4a70-8207-93818653a34c" providerId="ADAL" clId="{92881CC8-120A-4192-92F6-BEAB89A890D3}" dt="2023-02-14T14:34:17.167" v="357" actId="11529"/>
          <ac:spMkLst>
            <pc:docMk/>
            <pc:sldMk cId="0" sldId="266"/>
            <ac:spMk id="23" creationId="{2EEA19DE-1FBB-4961-C32B-728C25079A63}"/>
          </ac:spMkLst>
        </pc:spChg>
        <pc:grpChg chg="del">
          <ac:chgData name="Geng, Baocheng" userId="b4253f3e-c40b-4a70-8207-93818653a34c" providerId="ADAL" clId="{92881CC8-120A-4192-92F6-BEAB89A890D3}" dt="2023-02-14T14:33:55.689" v="351" actId="478"/>
          <ac:grpSpMkLst>
            <pc:docMk/>
            <pc:sldMk cId="0" sldId="266"/>
            <ac:grpSpMk id="17" creationId="{00000000-0000-0000-0000-000000000000}"/>
          </ac:grpSpMkLst>
        </pc:grpChg>
      </pc:sldChg>
      <pc:sldChg chg="addSp delSp mod">
        <pc:chgData name="Geng, Baocheng" userId="b4253f3e-c40b-4a70-8207-93818653a34c" providerId="ADAL" clId="{92881CC8-120A-4192-92F6-BEAB89A890D3}" dt="2023-02-14T14:34:42.907" v="364" actId="478"/>
        <pc:sldMkLst>
          <pc:docMk/>
          <pc:sldMk cId="0" sldId="267"/>
        </pc:sldMkLst>
        <pc:spChg chg="del">
          <ac:chgData name="Geng, Baocheng" userId="b4253f3e-c40b-4a70-8207-93818653a34c" providerId="ADAL" clId="{92881CC8-120A-4192-92F6-BEAB89A890D3}" dt="2023-02-14T14:34:22.556" v="358" actId="478"/>
          <ac:spMkLst>
            <pc:docMk/>
            <pc:sldMk cId="0" sldId="267"/>
            <ac:spMk id="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4:28.623" v="361" actId="478"/>
          <ac:spMkLst>
            <pc:docMk/>
            <pc:sldMk cId="0" sldId="267"/>
            <ac:spMk id="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4:25.135" v="359" actId="478"/>
          <ac:spMkLst>
            <pc:docMk/>
            <pc:sldMk cId="0" sldId="267"/>
            <ac:spMk id="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4:30.034" v="362" actId="478"/>
          <ac:spMkLst>
            <pc:docMk/>
            <pc:sldMk cId="0" sldId="267"/>
            <ac:spMk id="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4:26.701" v="360" actId="478"/>
          <ac:spMkLst>
            <pc:docMk/>
            <pc:sldMk cId="0" sldId="267"/>
            <ac:spMk id="9" creationId="{00000000-0000-0000-0000-000000000000}"/>
          </ac:spMkLst>
        </pc:spChg>
        <pc:spChg chg="add">
          <ac:chgData name="Geng, Baocheng" userId="b4253f3e-c40b-4a70-8207-93818653a34c" providerId="ADAL" clId="{92881CC8-120A-4192-92F6-BEAB89A890D3}" dt="2023-02-14T14:34:39.215" v="363" actId="11529"/>
          <ac:spMkLst>
            <pc:docMk/>
            <pc:sldMk cId="0" sldId="267"/>
            <ac:spMk id="32" creationId="{42359B0B-9B32-F9A8-DF29-A6672BD4AB83}"/>
          </ac:spMkLst>
        </pc:spChg>
        <pc:grpChg chg="del">
          <ac:chgData name="Geng, Baocheng" userId="b4253f3e-c40b-4a70-8207-93818653a34c" providerId="ADAL" clId="{92881CC8-120A-4192-92F6-BEAB89A890D3}" dt="2023-02-14T14:34:42.907" v="364" actId="478"/>
          <ac:grpSpMkLst>
            <pc:docMk/>
            <pc:sldMk cId="0" sldId="267"/>
            <ac:grpSpMk id="26" creationId="{00000000-0000-0000-0000-000000000000}"/>
          </ac:grpSpMkLst>
        </pc:grpChg>
      </pc:sldChg>
      <pc:sldChg chg="addSp delSp mod">
        <pc:chgData name="Geng, Baocheng" userId="b4253f3e-c40b-4a70-8207-93818653a34c" providerId="ADAL" clId="{92881CC8-120A-4192-92F6-BEAB89A890D3}" dt="2023-02-14T14:35:38.702" v="371" actId="11529"/>
        <pc:sldMkLst>
          <pc:docMk/>
          <pc:sldMk cId="0" sldId="268"/>
        </pc:sldMkLst>
        <pc:spChg chg="del">
          <ac:chgData name="Geng, Baocheng" userId="b4253f3e-c40b-4a70-8207-93818653a34c" providerId="ADAL" clId="{92881CC8-120A-4192-92F6-BEAB89A890D3}" dt="2023-02-14T14:35:24.847" v="368" actId="478"/>
          <ac:spMkLst>
            <pc:docMk/>
            <pc:sldMk cId="0" sldId="268"/>
            <ac:spMk id="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5:22.870" v="367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5:21.328" v="366" actId="478"/>
          <ac:spMkLst>
            <pc:docMk/>
            <pc:sldMk cId="0" sldId="268"/>
            <ac:spMk id="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5:30.717" v="370" actId="478"/>
          <ac:spMkLst>
            <pc:docMk/>
            <pc:sldMk cId="0" sldId="268"/>
            <ac:spMk id="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5:26.604" v="369" actId="478"/>
          <ac:spMkLst>
            <pc:docMk/>
            <pc:sldMk cId="0" sldId="268"/>
            <ac:spMk id="9" creationId="{00000000-0000-0000-0000-000000000000}"/>
          </ac:spMkLst>
        </pc:spChg>
        <pc:spChg chg="add">
          <ac:chgData name="Geng, Baocheng" userId="b4253f3e-c40b-4a70-8207-93818653a34c" providerId="ADAL" clId="{92881CC8-120A-4192-92F6-BEAB89A890D3}" dt="2023-02-14T14:35:38.702" v="371" actId="11529"/>
          <ac:spMkLst>
            <pc:docMk/>
            <pc:sldMk cId="0" sldId="268"/>
            <ac:spMk id="37" creationId="{A7C17E93-B3C6-CB76-1B9B-F6BE16F40FD7}"/>
          </ac:spMkLst>
        </pc:spChg>
        <pc:grpChg chg="del">
          <ac:chgData name="Geng, Baocheng" userId="b4253f3e-c40b-4a70-8207-93818653a34c" providerId="ADAL" clId="{92881CC8-120A-4192-92F6-BEAB89A890D3}" dt="2023-02-14T14:35:19.645" v="365" actId="478"/>
          <ac:grpSpMkLst>
            <pc:docMk/>
            <pc:sldMk cId="0" sldId="268"/>
            <ac:grpSpMk id="31" creationId="{00000000-0000-0000-0000-000000000000}"/>
          </ac:grpSpMkLst>
        </pc:grpChg>
      </pc:sldChg>
      <pc:sldChg chg="delSp mod">
        <pc:chgData name="Geng, Baocheng" userId="b4253f3e-c40b-4a70-8207-93818653a34c" providerId="ADAL" clId="{92881CC8-120A-4192-92F6-BEAB89A890D3}" dt="2023-02-14T14:47:59.500" v="528" actId="478"/>
        <pc:sldMkLst>
          <pc:docMk/>
          <pc:sldMk cId="0" sldId="269"/>
        </pc:sldMkLst>
        <pc:grpChg chg="del">
          <ac:chgData name="Geng, Baocheng" userId="b4253f3e-c40b-4a70-8207-93818653a34c" providerId="ADAL" clId="{92881CC8-120A-4192-92F6-BEAB89A890D3}" dt="2023-02-14T14:47:59.500" v="528" actId="478"/>
          <ac:grpSpMkLst>
            <pc:docMk/>
            <pc:sldMk cId="0" sldId="269"/>
            <ac:grpSpMk id="3" creationId="{00000000-0000-0000-0000-000000000000}"/>
          </ac:grpSpMkLst>
        </pc:grpChg>
      </pc:sldChg>
      <pc:sldChg chg="delSp mod">
        <pc:chgData name="Geng, Baocheng" userId="b4253f3e-c40b-4a70-8207-93818653a34c" providerId="ADAL" clId="{92881CC8-120A-4192-92F6-BEAB89A890D3}" dt="2023-02-14T14:35:43.611" v="372" actId="478"/>
        <pc:sldMkLst>
          <pc:docMk/>
          <pc:sldMk cId="0" sldId="270"/>
        </pc:sldMkLst>
        <pc:grpChg chg="del">
          <ac:chgData name="Geng, Baocheng" userId="b4253f3e-c40b-4a70-8207-93818653a34c" providerId="ADAL" clId="{92881CC8-120A-4192-92F6-BEAB89A890D3}" dt="2023-02-14T14:35:43.611" v="372" actId="478"/>
          <ac:grpSpMkLst>
            <pc:docMk/>
            <pc:sldMk cId="0" sldId="270"/>
            <ac:grpSpMk id="11" creationId="{00000000-0000-0000-0000-000000000000}"/>
          </ac:grpSpMkLst>
        </pc:grpChg>
      </pc:sldChg>
      <pc:sldChg chg="delSp mod">
        <pc:chgData name="Geng, Baocheng" userId="b4253f3e-c40b-4a70-8207-93818653a34c" providerId="ADAL" clId="{92881CC8-120A-4192-92F6-BEAB89A890D3}" dt="2023-02-14T14:35:45.656" v="373" actId="478"/>
        <pc:sldMkLst>
          <pc:docMk/>
          <pc:sldMk cId="0" sldId="271"/>
        </pc:sldMkLst>
        <pc:grpChg chg="del">
          <ac:chgData name="Geng, Baocheng" userId="b4253f3e-c40b-4a70-8207-93818653a34c" providerId="ADAL" clId="{92881CC8-120A-4192-92F6-BEAB89A890D3}" dt="2023-02-14T14:35:45.656" v="373" actId="478"/>
          <ac:grpSpMkLst>
            <pc:docMk/>
            <pc:sldMk cId="0" sldId="271"/>
            <ac:grpSpMk id="12" creationId="{00000000-0000-0000-0000-000000000000}"/>
          </ac:grpSpMkLst>
        </pc:grpChg>
      </pc:sldChg>
      <pc:sldChg chg="delSp mod">
        <pc:chgData name="Geng, Baocheng" userId="b4253f3e-c40b-4a70-8207-93818653a34c" providerId="ADAL" clId="{92881CC8-120A-4192-92F6-BEAB89A890D3}" dt="2023-02-14T14:35:59.840" v="374" actId="478"/>
        <pc:sldMkLst>
          <pc:docMk/>
          <pc:sldMk cId="0" sldId="272"/>
        </pc:sldMkLst>
        <pc:grpChg chg="del">
          <ac:chgData name="Geng, Baocheng" userId="b4253f3e-c40b-4a70-8207-93818653a34c" providerId="ADAL" clId="{92881CC8-120A-4192-92F6-BEAB89A890D3}" dt="2023-02-14T14:35:59.840" v="374" actId="478"/>
          <ac:grpSpMkLst>
            <pc:docMk/>
            <pc:sldMk cId="0" sldId="272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92881CC8-120A-4192-92F6-BEAB89A890D3}" dt="2023-02-14T14:49:00.489" v="529" actId="478"/>
        <pc:sldMkLst>
          <pc:docMk/>
          <pc:sldMk cId="0" sldId="273"/>
        </pc:sldMkLst>
        <pc:grpChg chg="del">
          <ac:chgData name="Geng, Baocheng" userId="b4253f3e-c40b-4a70-8207-93818653a34c" providerId="ADAL" clId="{92881CC8-120A-4192-92F6-BEAB89A890D3}" dt="2023-02-14T14:49:00.489" v="529" actId="478"/>
          <ac:grpSpMkLst>
            <pc:docMk/>
            <pc:sldMk cId="0" sldId="273"/>
            <ac:grpSpMk id="5" creationId="{00000000-0000-0000-0000-000000000000}"/>
          </ac:grpSpMkLst>
        </pc:grpChg>
      </pc:sldChg>
      <pc:sldChg chg="delSp mod">
        <pc:chgData name="Geng, Baocheng" userId="b4253f3e-c40b-4a70-8207-93818653a34c" providerId="ADAL" clId="{92881CC8-120A-4192-92F6-BEAB89A890D3}" dt="2023-02-14T14:36:12.968" v="375" actId="478"/>
        <pc:sldMkLst>
          <pc:docMk/>
          <pc:sldMk cId="0" sldId="274"/>
        </pc:sldMkLst>
        <pc:grpChg chg="del">
          <ac:chgData name="Geng, Baocheng" userId="b4253f3e-c40b-4a70-8207-93818653a34c" providerId="ADAL" clId="{92881CC8-120A-4192-92F6-BEAB89A890D3}" dt="2023-02-14T14:36:12.968" v="375" actId="478"/>
          <ac:grpSpMkLst>
            <pc:docMk/>
            <pc:sldMk cId="0" sldId="274"/>
            <ac:grpSpMk id="9" creationId="{00000000-0000-0000-0000-000000000000}"/>
          </ac:grpSpMkLst>
        </pc:grpChg>
      </pc:sldChg>
      <pc:sldChg chg="delSp mod">
        <pc:chgData name="Geng, Baocheng" userId="b4253f3e-c40b-4a70-8207-93818653a34c" providerId="ADAL" clId="{92881CC8-120A-4192-92F6-BEAB89A890D3}" dt="2023-02-14T14:36:39.235" v="376" actId="478"/>
        <pc:sldMkLst>
          <pc:docMk/>
          <pc:sldMk cId="0" sldId="275"/>
        </pc:sldMkLst>
        <pc:grpChg chg="del">
          <ac:chgData name="Geng, Baocheng" userId="b4253f3e-c40b-4a70-8207-93818653a34c" providerId="ADAL" clId="{92881CC8-120A-4192-92F6-BEAB89A890D3}" dt="2023-02-14T14:36:39.235" v="376" actId="478"/>
          <ac:grpSpMkLst>
            <pc:docMk/>
            <pc:sldMk cId="0" sldId="275"/>
            <ac:grpSpMk id="17" creationId="{00000000-0000-0000-0000-000000000000}"/>
          </ac:grpSpMkLst>
        </pc:grpChg>
      </pc:sldChg>
      <pc:sldChg chg="delSp modSp mod">
        <pc:chgData name="Geng, Baocheng" userId="b4253f3e-c40b-4a70-8207-93818653a34c" providerId="ADAL" clId="{92881CC8-120A-4192-92F6-BEAB89A890D3}" dt="2023-02-14T14:38:12.359" v="381" actId="20577"/>
        <pc:sldMkLst>
          <pc:docMk/>
          <pc:sldMk cId="0" sldId="276"/>
        </pc:sldMkLst>
        <pc:spChg chg="mod">
          <ac:chgData name="Geng, Baocheng" userId="b4253f3e-c40b-4a70-8207-93818653a34c" providerId="ADAL" clId="{92881CC8-120A-4192-92F6-BEAB89A890D3}" dt="2023-02-14T14:38:12.359" v="381" actId="20577"/>
          <ac:spMkLst>
            <pc:docMk/>
            <pc:sldMk cId="0" sldId="276"/>
            <ac:spMk id="14" creationId="{00000000-0000-0000-0000-000000000000}"/>
          </ac:spMkLst>
        </pc:spChg>
        <pc:grpChg chg="del">
          <ac:chgData name="Geng, Baocheng" userId="b4253f3e-c40b-4a70-8207-93818653a34c" providerId="ADAL" clId="{92881CC8-120A-4192-92F6-BEAB89A890D3}" dt="2023-02-14T14:36:41.594" v="377" actId="478"/>
          <ac:grpSpMkLst>
            <pc:docMk/>
            <pc:sldMk cId="0" sldId="276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92881CC8-120A-4192-92F6-BEAB89A890D3}" dt="2023-02-14T14:36:46.962" v="378" actId="478"/>
          <ac:grpSpMkLst>
            <pc:docMk/>
            <pc:sldMk cId="0" sldId="276"/>
            <ac:grpSpMk id="15" creationId="{00000000-0000-0000-0000-000000000000}"/>
          </ac:grpSpMkLst>
        </pc:grpChg>
      </pc:sldChg>
      <pc:sldChg chg="delSp mod">
        <pc:chgData name="Geng, Baocheng" userId="b4253f3e-c40b-4a70-8207-93818653a34c" providerId="ADAL" clId="{92881CC8-120A-4192-92F6-BEAB89A890D3}" dt="2023-02-14T14:36:59.626" v="380" actId="478"/>
        <pc:sldMkLst>
          <pc:docMk/>
          <pc:sldMk cId="0" sldId="277"/>
        </pc:sldMkLst>
        <pc:grpChg chg="del">
          <ac:chgData name="Geng, Baocheng" userId="b4253f3e-c40b-4a70-8207-93818653a34c" providerId="ADAL" clId="{92881CC8-120A-4192-92F6-BEAB89A890D3}" dt="2023-02-14T14:36:57.811" v="379" actId="478"/>
          <ac:grpSpMkLst>
            <pc:docMk/>
            <pc:sldMk cId="0" sldId="277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92881CC8-120A-4192-92F6-BEAB89A890D3}" dt="2023-02-14T14:36:59.626" v="380" actId="478"/>
          <ac:grpSpMkLst>
            <pc:docMk/>
            <pc:sldMk cId="0" sldId="277"/>
            <ac:grpSpMk id="10" creationId="{00000000-0000-0000-0000-000000000000}"/>
          </ac:grpSpMkLst>
        </pc:grpChg>
      </pc:sldChg>
      <pc:sldChg chg="delSp mod">
        <pc:chgData name="Geng, Baocheng" userId="b4253f3e-c40b-4a70-8207-93818653a34c" providerId="ADAL" clId="{92881CC8-120A-4192-92F6-BEAB89A890D3}" dt="2023-02-14T14:38:45.386" v="383" actId="478"/>
        <pc:sldMkLst>
          <pc:docMk/>
          <pc:sldMk cId="0" sldId="278"/>
        </pc:sldMkLst>
        <pc:grpChg chg="del">
          <ac:chgData name="Geng, Baocheng" userId="b4253f3e-c40b-4a70-8207-93818653a34c" providerId="ADAL" clId="{92881CC8-120A-4192-92F6-BEAB89A890D3}" dt="2023-02-14T14:38:41.820" v="382" actId="478"/>
          <ac:grpSpMkLst>
            <pc:docMk/>
            <pc:sldMk cId="0" sldId="27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92881CC8-120A-4192-92F6-BEAB89A890D3}" dt="2023-02-14T14:38:45.386" v="383" actId="478"/>
          <ac:grpSpMkLst>
            <pc:docMk/>
            <pc:sldMk cId="0" sldId="278"/>
            <ac:grpSpMk id="10" creationId="{00000000-0000-0000-0000-000000000000}"/>
          </ac:grpSpMkLst>
        </pc:grpChg>
      </pc:sldChg>
      <pc:sldChg chg="addSp delSp modSp mod">
        <pc:chgData name="Geng, Baocheng" userId="b4253f3e-c40b-4a70-8207-93818653a34c" providerId="ADAL" clId="{92881CC8-120A-4192-92F6-BEAB89A890D3}" dt="2023-02-14T14:39:57.615" v="414" actId="478"/>
        <pc:sldMkLst>
          <pc:docMk/>
          <pc:sldMk cId="0" sldId="279"/>
        </pc:sldMkLst>
        <pc:spChg chg="del">
          <ac:chgData name="Geng, Baocheng" userId="b4253f3e-c40b-4a70-8207-93818653a34c" providerId="ADAL" clId="{92881CC8-120A-4192-92F6-BEAB89A890D3}" dt="2023-02-14T14:38:58.171" v="384" actId="478"/>
          <ac:spMkLst>
            <pc:docMk/>
            <pc:sldMk cId="0" sldId="279"/>
            <ac:spMk id="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9:19.906" v="388" actId="478"/>
          <ac:spMkLst>
            <pc:docMk/>
            <pc:sldMk cId="0" sldId="279"/>
            <ac:spMk id="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9:17.011" v="386" actId="478"/>
          <ac:spMkLst>
            <pc:docMk/>
            <pc:sldMk cId="0" sldId="279"/>
            <ac:spMk id="9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39:18.023" v="387" actId="478"/>
          <ac:spMkLst>
            <pc:docMk/>
            <pc:sldMk cId="0" sldId="279"/>
            <ac:spMk id="10" creationId="{00000000-0000-0000-0000-000000000000}"/>
          </ac:spMkLst>
        </pc:spChg>
        <pc:spChg chg="add">
          <ac:chgData name="Geng, Baocheng" userId="b4253f3e-c40b-4a70-8207-93818653a34c" providerId="ADAL" clId="{92881CC8-120A-4192-92F6-BEAB89A890D3}" dt="2023-02-14T14:39:06.358" v="385" actId="11529"/>
          <ac:spMkLst>
            <pc:docMk/>
            <pc:sldMk cId="0" sldId="279"/>
            <ac:spMk id="19" creationId="{2F2A8259-0DB8-100B-81DC-71F72B3EBAAE}"/>
          </ac:spMkLst>
        </pc:spChg>
        <pc:grpChg chg="del">
          <ac:chgData name="Geng, Baocheng" userId="b4253f3e-c40b-4a70-8207-93818653a34c" providerId="ADAL" clId="{92881CC8-120A-4192-92F6-BEAB89A890D3}" dt="2023-02-14T14:39:57.615" v="414" actId="478"/>
          <ac:grpSpMkLst>
            <pc:docMk/>
            <pc:sldMk cId="0" sldId="279"/>
            <ac:grpSpMk id="13" creationId="{00000000-0000-0000-0000-000000000000}"/>
          </ac:grpSpMkLst>
        </pc:grpChg>
        <pc:picChg chg="mod replST">
          <ac:chgData name="Geng, Baocheng" userId="b4253f3e-c40b-4a70-8207-93818653a34c" providerId="ADAL" clId="{92881CC8-120A-4192-92F6-BEAB89A890D3}" dt="2023-02-14T14:39:55.584" v="413" actId="1076"/>
          <ac:picMkLst>
            <pc:docMk/>
            <pc:sldMk cId="0" sldId="279"/>
            <ac:picMk id="21" creationId="{54C7C7D4-D80C-6CFE-3208-D80BDCD55704}"/>
          </ac:picMkLst>
        </pc:picChg>
      </pc:sldChg>
      <pc:sldChg chg="addSp delSp modSp mod">
        <pc:chgData name="Geng, Baocheng" userId="b4253f3e-c40b-4a70-8207-93818653a34c" providerId="ADAL" clId="{92881CC8-120A-4192-92F6-BEAB89A890D3}" dt="2023-02-14T14:42:00.859" v="476" actId="962"/>
        <pc:sldMkLst>
          <pc:docMk/>
          <pc:sldMk cId="0" sldId="280"/>
        </pc:sldMkLst>
        <pc:spChg chg="del">
          <ac:chgData name="Geng, Baocheng" userId="b4253f3e-c40b-4a70-8207-93818653a34c" providerId="ADAL" clId="{92881CC8-120A-4192-92F6-BEAB89A890D3}" dt="2023-02-14T14:41:07.697" v="422" actId="478"/>
          <ac:spMkLst>
            <pc:docMk/>
            <pc:sldMk cId="0" sldId="280"/>
            <ac:spMk id="5" creationId="{00000000-0000-0000-0000-000000000000}"/>
          </ac:spMkLst>
        </pc:spChg>
        <pc:spChg chg="add del">
          <ac:chgData name="Geng, Baocheng" userId="b4253f3e-c40b-4a70-8207-93818653a34c" providerId="ADAL" clId="{92881CC8-120A-4192-92F6-BEAB89A890D3}" dt="2023-02-14T14:41:03.989" v="421" actId="478"/>
          <ac:spMkLst>
            <pc:docMk/>
            <pc:sldMk cId="0" sldId="280"/>
            <ac:spMk id="6" creationId="{00000000-0000-0000-0000-000000000000}"/>
          </ac:spMkLst>
        </pc:spChg>
        <pc:spChg chg="del mod">
          <ac:chgData name="Geng, Baocheng" userId="b4253f3e-c40b-4a70-8207-93818653a34c" providerId="ADAL" clId="{92881CC8-120A-4192-92F6-BEAB89A890D3}" dt="2023-02-14T14:40:59.699" v="419" actId="478"/>
          <ac:spMkLst>
            <pc:docMk/>
            <pc:sldMk cId="0" sldId="280"/>
            <ac:spMk id="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40:53.840" v="416" actId="478"/>
          <ac:spMkLst>
            <pc:docMk/>
            <pc:sldMk cId="0" sldId="280"/>
            <ac:spMk id="9" creationId="{00000000-0000-0000-0000-000000000000}"/>
          </ac:spMkLst>
        </pc:spChg>
        <pc:spChg chg="mod">
          <ac:chgData name="Geng, Baocheng" userId="b4253f3e-c40b-4a70-8207-93818653a34c" providerId="ADAL" clId="{92881CC8-120A-4192-92F6-BEAB89A890D3}" dt="2023-02-14T14:40:56.428" v="417" actId="20577"/>
          <ac:spMkLst>
            <pc:docMk/>
            <pc:sldMk cId="0" sldId="280"/>
            <ac:spMk id="12" creationId="{00000000-0000-0000-0000-000000000000}"/>
          </ac:spMkLst>
        </pc:spChg>
        <pc:spChg chg="add">
          <ac:chgData name="Geng, Baocheng" userId="b4253f3e-c40b-4a70-8207-93818653a34c" providerId="ADAL" clId="{92881CC8-120A-4192-92F6-BEAB89A890D3}" dt="2023-02-14T14:41:14.088" v="423" actId="11529"/>
          <ac:spMkLst>
            <pc:docMk/>
            <pc:sldMk cId="0" sldId="280"/>
            <ac:spMk id="26" creationId="{E8FE0C05-C0B6-0DF7-2402-897FA49ED2F5}"/>
          </ac:spMkLst>
        </pc:spChg>
        <pc:grpChg chg="del">
          <ac:chgData name="Geng, Baocheng" userId="b4253f3e-c40b-4a70-8207-93818653a34c" providerId="ADAL" clId="{92881CC8-120A-4192-92F6-BEAB89A890D3}" dt="2023-02-14T14:40:11.183" v="415" actId="478"/>
          <ac:grpSpMkLst>
            <pc:docMk/>
            <pc:sldMk cId="0" sldId="280"/>
            <ac:grpSpMk id="20" creationId="{00000000-0000-0000-0000-000000000000}"/>
          </ac:grpSpMkLst>
        </pc:grpChg>
        <pc:picChg chg="add mod">
          <ac:chgData name="Geng, Baocheng" userId="b4253f3e-c40b-4a70-8207-93818653a34c" providerId="ADAL" clId="{92881CC8-120A-4192-92F6-BEAB89A890D3}" dt="2023-02-14T14:41:24.798" v="425" actId="1076"/>
          <ac:picMkLst>
            <pc:docMk/>
            <pc:sldMk cId="0" sldId="280"/>
            <ac:picMk id="27" creationId="{D168188A-5437-459B-14DB-EA87E8E241ED}"/>
          </ac:picMkLst>
        </pc:picChg>
        <pc:picChg chg="del mod replST">
          <ac:chgData name="Geng, Baocheng" userId="b4253f3e-c40b-4a70-8207-93818653a34c" providerId="ADAL" clId="{92881CC8-120A-4192-92F6-BEAB89A890D3}" dt="2023-02-14T14:42:00.859" v="474" actId="478"/>
          <ac:picMkLst>
            <pc:docMk/>
            <pc:sldMk cId="0" sldId="280"/>
            <ac:picMk id="29" creationId="{E94C36C0-F7CF-B3B4-6C40-DC25B45F6764}"/>
          </ac:picMkLst>
        </pc:picChg>
        <pc:picChg chg="mod ord replST">
          <ac:chgData name="Geng, Baocheng" userId="b4253f3e-c40b-4a70-8207-93818653a34c" providerId="ADAL" clId="{92881CC8-120A-4192-92F6-BEAB89A890D3}" dt="2023-02-14T14:42:00.859" v="476" actId="962"/>
          <ac:picMkLst>
            <pc:docMk/>
            <pc:sldMk cId="0" sldId="280"/>
            <ac:picMk id="31" creationId="{55184075-B0A7-FD19-BB52-A6CACBA6D94C}"/>
          </ac:picMkLst>
        </pc:picChg>
      </pc:sldChg>
      <pc:sldChg chg="addSp delSp modSp mod">
        <pc:chgData name="Geng, Baocheng" userId="b4253f3e-c40b-4a70-8207-93818653a34c" providerId="ADAL" clId="{92881CC8-120A-4192-92F6-BEAB89A890D3}" dt="2023-02-14T15:39:12.807" v="1184" actId="1076"/>
        <pc:sldMkLst>
          <pc:docMk/>
          <pc:sldMk cId="0" sldId="281"/>
        </pc:sldMkLst>
        <pc:spChg chg="del">
          <ac:chgData name="Geng, Baocheng" userId="b4253f3e-c40b-4a70-8207-93818653a34c" providerId="ADAL" clId="{92881CC8-120A-4192-92F6-BEAB89A890D3}" dt="2023-02-14T14:42:10.434" v="477" actId="478"/>
          <ac:spMkLst>
            <pc:docMk/>
            <pc:sldMk cId="0" sldId="281"/>
            <ac:spMk id="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42:21.535" v="481" actId="478"/>
          <ac:spMkLst>
            <pc:docMk/>
            <pc:sldMk cId="0" sldId="281"/>
            <ac:spMk id="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42:18.416" v="479" actId="478"/>
          <ac:spMkLst>
            <pc:docMk/>
            <pc:sldMk cId="0" sldId="281"/>
            <ac:spMk id="9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42:19.787" v="480" actId="478"/>
          <ac:spMkLst>
            <pc:docMk/>
            <pc:sldMk cId="0" sldId="281"/>
            <ac:spMk id="10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38:31.617" v="1151" actId="478"/>
          <ac:spMkLst>
            <pc:docMk/>
            <pc:sldMk cId="0" sldId="281"/>
            <ac:spMk id="11" creationId="{00000000-0000-0000-0000-000000000000}"/>
          </ac:spMkLst>
        </pc:spChg>
        <pc:spChg chg="del mod">
          <ac:chgData name="Geng, Baocheng" userId="b4253f3e-c40b-4a70-8207-93818653a34c" providerId="ADAL" clId="{92881CC8-120A-4192-92F6-BEAB89A890D3}" dt="2023-02-14T15:38:29.378" v="1150" actId="478"/>
          <ac:spMkLst>
            <pc:docMk/>
            <pc:sldMk cId="0" sldId="281"/>
            <ac:spMk id="12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39:10.926" v="1183" actId="478"/>
          <ac:spMkLst>
            <pc:docMk/>
            <pc:sldMk cId="0" sldId="281"/>
            <ac:spMk id="13" creationId="{00000000-0000-0000-0000-000000000000}"/>
          </ac:spMkLst>
        </pc:spChg>
        <pc:spChg chg="add">
          <ac:chgData name="Geng, Baocheng" userId="b4253f3e-c40b-4a70-8207-93818653a34c" providerId="ADAL" clId="{92881CC8-120A-4192-92F6-BEAB89A890D3}" dt="2023-02-14T14:42:16.708" v="478" actId="11529"/>
          <ac:spMkLst>
            <pc:docMk/>
            <pc:sldMk cId="0" sldId="281"/>
            <ac:spMk id="20" creationId="{C7F332CA-922E-A070-D87D-905596D8C3E9}"/>
          </ac:spMkLst>
        </pc:spChg>
        <pc:grpChg chg="del">
          <ac:chgData name="Geng, Baocheng" userId="b4253f3e-c40b-4a70-8207-93818653a34c" providerId="ADAL" clId="{92881CC8-120A-4192-92F6-BEAB89A890D3}" dt="2023-02-14T14:42:35.824" v="484" actId="478"/>
          <ac:grpSpMkLst>
            <pc:docMk/>
            <pc:sldMk cId="0" sldId="281"/>
            <ac:grpSpMk id="14" creationId="{00000000-0000-0000-0000-000000000000}"/>
          </ac:grpSpMkLst>
        </pc:grpChg>
        <pc:picChg chg="add del mod">
          <ac:chgData name="Geng, Baocheng" userId="b4253f3e-c40b-4a70-8207-93818653a34c" providerId="ADAL" clId="{92881CC8-120A-4192-92F6-BEAB89A890D3}" dt="2023-02-14T15:38:21.770" v="1145" actId="478"/>
          <ac:picMkLst>
            <pc:docMk/>
            <pc:sldMk cId="0" sldId="281"/>
            <ac:picMk id="21" creationId="{7BBCD020-DAD3-9718-DA97-5D4E377B6797}"/>
          </ac:picMkLst>
        </pc:picChg>
        <pc:picChg chg="del mod ord replST">
          <ac:chgData name="Geng, Baocheng" userId="b4253f3e-c40b-4a70-8207-93818653a34c" providerId="ADAL" clId="{92881CC8-120A-4192-92F6-BEAB89A890D3}" dt="2023-02-14T15:39:04.395" v="1178" actId="478"/>
          <ac:picMkLst>
            <pc:docMk/>
            <pc:sldMk cId="0" sldId="281"/>
            <ac:picMk id="23" creationId="{F55C37C6-F15A-1B97-9641-9E33314CA33D}"/>
          </ac:picMkLst>
        </pc:picChg>
        <pc:picChg chg="mod ord replST">
          <ac:chgData name="Geng, Baocheng" userId="b4253f3e-c40b-4a70-8207-93818653a34c" providerId="ADAL" clId="{92881CC8-120A-4192-92F6-BEAB89A890D3}" dt="2023-02-14T15:39:12.807" v="1184" actId="1076"/>
          <ac:picMkLst>
            <pc:docMk/>
            <pc:sldMk cId="0" sldId="281"/>
            <ac:picMk id="25" creationId="{971225EE-37AF-9B47-35D8-1310374E8C93}"/>
          </ac:picMkLst>
        </pc:picChg>
      </pc:sldChg>
      <pc:sldChg chg="delSp modSp add del mod">
        <pc:chgData name="Geng, Baocheng" userId="b4253f3e-c40b-4a70-8207-93818653a34c" providerId="ADAL" clId="{92881CC8-120A-4192-92F6-BEAB89A890D3}" dt="2023-02-14T15:13:53.823" v="811" actId="14100"/>
        <pc:sldMkLst>
          <pc:docMk/>
          <pc:sldMk cId="0" sldId="282"/>
        </pc:sldMkLst>
        <pc:spChg chg="mod">
          <ac:chgData name="Geng, Baocheng" userId="b4253f3e-c40b-4a70-8207-93818653a34c" providerId="ADAL" clId="{92881CC8-120A-4192-92F6-BEAB89A890D3}" dt="2023-02-14T15:13:53.823" v="811" actId="14100"/>
          <ac:spMkLst>
            <pc:docMk/>
            <pc:sldMk cId="0" sldId="282"/>
            <ac:spMk id="2" creationId="{00000000-0000-0000-0000-000000000000}"/>
          </ac:spMkLst>
        </pc:spChg>
        <pc:grpChg chg="del">
          <ac:chgData name="Geng, Baocheng" userId="b4253f3e-c40b-4a70-8207-93818653a34c" providerId="ADAL" clId="{92881CC8-120A-4192-92F6-BEAB89A890D3}" dt="2023-02-14T15:00:24.840" v="679" actId="478"/>
          <ac:grpSpMkLst>
            <pc:docMk/>
            <pc:sldMk cId="0" sldId="282"/>
            <ac:grpSpMk id="4" creationId="{00000000-0000-0000-0000-000000000000}"/>
          </ac:grpSpMkLst>
        </pc:grpChg>
      </pc:sldChg>
      <pc:sldChg chg="delSp add del mod">
        <pc:chgData name="Geng, Baocheng" userId="b4253f3e-c40b-4a70-8207-93818653a34c" providerId="ADAL" clId="{92881CC8-120A-4192-92F6-BEAB89A890D3}" dt="2023-02-14T15:00:28.518" v="680" actId="478"/>
        <pc:sldMkLst>
          <pc:docMk/>
          <pc:sldMk cId="0" sldId="283"/>
        </pc:sldMkLst>
        <pc:grpChg chg="del">
          <ac:chgData name="Geng, Baocheng" userId="b4253f3e-c40b-4a70-8207-93818653a34c" providerId="ADAL" clId="{92881CC8-120A-4192-92F6-BEAB89A890D3}" dt="2023-02-14T15:00:28.518" v="680" actId="478"/>
          <ac:grpSpMkLst>
            <pc:docMk/>
            <pc:sldMk cId="0" sldId="283"/>
            <ac:grpSpMk id="9" creationId="{00000000-0000-0000-0000-000000000000}"/>
          </ac:grpSpMkLst>
        </pc:grpChg>
      </pc:sldChg>
      <pc:sldChg chg="delSp modSp add del mod">
        <pc:chgData name="Geng, Baocheng" userId="b4253f3e-c40b-4a70-8207-93818653a34c" providerId="ADAL" clId="{92881CC8-120A-4192-92F6-BEAB89A890D3}" dt="2023-02-14T15:02:31.303" v="707" actId="1076"/>
        <pc:sldMkLst>
          <pc:docMk/>
          <pc:sldMk cId="0" sldId="284"/>
        </pc:sldMkLst>
        <pc:spChg chg="del">
          <ac:chgData name="Geng, Baocheng" userId="b4253f3e-c40b-4a70-8207-93818653a34c" providerId="ADAL" clId="{92881CC8-120A-4192-92F6-BEAB89A890D3}" dt="2023-02-14T15:01:46.225" v="684" actId="478"/>
          <ac:spMkLst>
            <pc:docMk/>
            <pc:sldMk cId="0" sldId="284"/>
            <ac:spMk id="10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0:35.895" v="682" actId="478"/>
          <ac:spMkLst>
            <pc:docMk/>
            <pc:sldMk cId="0" sldId="284"/>
            <ac:spMk id="11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1:44.141" v="683" actId="478"/>
          <ac:spMkLst>
            <pc:docMk/>
            <pc:sldMk cId="0" sldId="284"/>
            <ac:spMk id="13" creationId="{00000000-0000-0000-0000-000000000000}"/>
          </ac:spMkLst>
        </pc:spChg>
        <pc:grpChg chg="del">
          <ac:chgData name="Geng, Baocheng" userId="b4253f3e-c40b-4a70-8207-93818653a34c" providerId="ADAL" clId="{92881CC8-120A-4192-92F6-BEAB89A890D3}" dt="2023-02-14T15:00:33.819" v="681" actId="478"/>
          <ac:grpSpMkLst>
            <pc:docMk/>
            <pc:sldMk cId="0" sldId="284"/>
            <ac:grpSpMk id="20" creationId="{00000000-0000-0000-0000-000000000000}"/>
          </ac:grpSpMkLst>
        </pc:grpChg>
        <pc:picChg chg="mod replST">
          <ac:chgData name="Geng, Baocheng" userId="b4253f3e-c40b-4a70-8207-93818653a34c" providerId="ADAL" clId="{92881CC8-120A-4192-92F6-BEAB89A890D3}" dt="2023-02-14T15:02:31.303" v="707" actId="1076"/>
          <ac:picMkLst>
            <pc:docMk/>
            <pc:sldMk cId="0" sldId="284"/>
            <ac:picMk id="27" creationId="{2CD1AEAB-4160-3179-FA80-72FB23246AB8}"/>
          </ac:picMkLst>
        </pc:picChg>
      </pc:sldChg>
      <pc:sldChg chg="add del">
        <pc:chgData name="Geng, Baocheng" userId="b4253f3e-c40b-4a70-8207-93818653a34c" providerId="ADAL" clId="{92881CC8-120A-4192-92F6-BEAB89A890D3}" dt="2023-02-14T15:04:23.299" v="708" actId="47"/>
        <pc:sldMkLst>
          <pc:docMk/>
          <pc:sldMk cId="0" sldId="285"/>
        </pc:sldMkLst>
      </pc:sldChg>
      <pc:sldChg chg="add del">
        <pc:chgData name="Geng, Baocheng" userId="b4253f3e-c40b-4a70-8207-93818653a34c" providerId="ADAL" clId="{92881CC8-120A-4192-92F6-BEAB89A890D3}" dt="2023-02-14T15:04:24.791" v="709" actId="47"/>
        <pc:sldMkLst>
          <pc:docMk/>
          <pc:sldMk cId="0" sldId="286"/>
        </pc:sldMkLst>
      </pc:sldChg>
      <pc:sldChg chg="add del">
        <pc:chgData name="Geng, Baocheng" userId="b4253f3e-c40b-4a70-8207-93818653a34c" providerId="ADAL" clId="{92881CC8-120A-4192-92F6-BEAB89A890D3}" dt="2023-02-14T15:04:27.134" v="710" actId="47"/>
        <pc:sldMkLst>
          <pc:docMk/>
          <pc:sldMk cId="0" sldId="287"/>
        </pc:sldMkLst>
      </pc:sldChg>
      <pc:sldChg chg="add del">
        <pc:chgData name="Geng, Baocheng" userId="b4253f3e-c40b-4a70-8207-93818653a34c" providerId="ADAL" clId="{92881CC8-120A-4192-92F6-BEAB89A890D3}" dt="2023-02-14T15:04:28.910" v="711" actId="47"/>
        <pc:sldMkLst>
          <pc:docMk/>
          <pc:sldMk cId="0" sldId="288"/>
        </pc:sldMkLst>
      </pc:sldChg>
      <pc:sldChg chg="delSp modSp mod">
        <pc:chgData name="Geng, Baocheng" userId="b4253f3e-c40b-4a70-8207-93818653a34c" providerId="ADAL" clId="{92881CC8-120A-4192-92F6-BEAB89A890D3}" dt="2023-02-14T14:44:13.405" v="519" actId="478"/>
        <pc:sldMkLst>
          <pc:docMk/>
          <pc:sldMk cId="0" sldId="289"/>
        </pc:sldMkLst>
        <pc:spChg chg="mod">
          <ac:chgData name="Geng, Baocheng" userId="b4253f3e-c40b-4a70-8207-93818653a34c" providerId="ADAL" clId="{92881CC8-120A-4192-92F6-BEAB89A890D3}" dt="2023-02-14T14:43:43.590" v="494" actId="20577"/>
          <ac:spMkLst>
            <pc:docMk/>
            <pc:sldMk cId="0" sldId="289"/>
            <ac:spMk id="9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43:37.781" v="493" actId="478"/>
          <ac:spMkLst>
            <pc:docMk/>
            <pc:sldMk cId="0" sldId="289"/>
            <ac:spMk id="10" creationId="{00000000-0000-0000-0000-000000000000}"/>
          </ac:spMkLst>
        </pc:spChg>
        <pc:grpChg chg="del">
          <ac:chgData name="Geng, Baocheng" userId="b4253f3e-c40b-4a70-8207-93818653a34c" providerId="ADAL" clId="{92881CC8-120A-4192-92F6-BEAB89A890D3}" dt="2023-02-14T14:43:32.740" v="492" actId="478"/>
          <ac:grpSpMkLst>
            <pc:docMk/>
            <pc:sldMk cId="0" sldId="289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92881CC8-120A-4192-92F6-BEAB89A890D3}" dt="2023-02-14T14:44:13.405" v="519" actId="478"/>
          <ac:grpSpMkLst>
            <pc:docMk/>
            <pc:sldMk cId="0" sldId="289"/>
            <ac:grpSpMk id="13" creationId="{00000000-0000-0000-0000-000000000000}"/>
          </ac:grpSpMkLst>
        </pc:grpChg>
        <pc:picChg chg="mod replST">
          <ac:chgData name="Geng, Baocheng" userId="b4253f3e-c40b-4a70-8207-93818653a34c" providerId="ADAL" clId="{92881CC8-120A-4192-92F6-BEAB89A890D3}" dt="2023-02-14T14:44:11.859" v="518" actId="1076"/>
          <ac:picMkLst>
            <pc:docMk/>
            <pc:sldMk cId="0" sldId="289"/>
            <ac:picMk id="20" creationId="{18658B75-8DED-688F-ACD3-702863BFDE80}"/>
          </ac:picMkLst>
        </pc:picChg>
      </pc:sldChg>
      <pc:sldChg chg="addSp delSp modSp mod">
        <pc:chgData name="Geng, Baocheng" userId="b4253f3e-c40b-4a70-8207-93818653a34c" providerId="ADAL" clId="{92881CC8-120A-4192-92F6-BEAB89A890D3}" dt="2023-02-14T14:44:43.950" v="525" actId="1076"/>
        <pc:sldMkLst>
          <pc:docMk/>
          <pc:sldMk cId="0" sldId="290"/>
        </pc:sldMkLst>
        <pc:spChg chg="del">
          <ac:chgData name="Geng, Baocheng" userId="b4253f3e-c40b-4a70-8207-93818653a34c" providerId="ADAL" clId="{92881CC8-120A-4192-92F6-BEAB89A890D3}" dt="2023-02-14T14:44:27.406" v="521" actId="478"/>
          <ac:spMkLst>
            <pc:docMk/>
            <pc:sldMk cId="0" sldId="290"/>
            <ac:spMk id="9" creationId="{00000000-0000-0000-0000-000000000000}"/>
          </ac:spMkLst>
        </pc:spChg>
        <pc:spChg chg="mod">
          <ac:chgData name="Geng, Baocheng" userId="b4253f3e-c40b-4a70-8207-93818653a34c" providerId="ADAL" clId="{92881CC8-120A-4192-92F6-BEAB89A890D3}" dt="2023-02-14T14:44:29.028" v="522" actId="20577"/>
          <ac:spMkLst>
            <pc:docMk/>
            <pc:sldMk cId="0" sldId="290"/>
            <ac:spMk id="12" creationId="{00000000-0000-0000-0000-000000000000}"/>
          </ac:spMkLst>
        </pc:spChg>
        <pc:grpChg chg="del">
          <ac:chgData name="Geng, Baocheng" userId="b4253f3e-c40b-4a70-8207-93818653a34c" providerId="ADAL" clId="{92881CC8-120A-4192-92F6-BEAB89A890D3}" dt="2023-02-14T14:44:24.037" v="520" actId="478"/>
          <ac:grpSpMkLst>
            <pc:docMk/>
            <pc:sldMk cId="0" sldId="290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92881CC8-120A-4192-92F6-BEAB89A890D3}" dt="2023-02-14T14:44:32.608" v="523" actId="478"/>
          <ac:grpSpMkLst>
            <pc:docMk/>
            <pc:sldMk cId="0" sldId="290"/>
            <ac:grpSpMk id="14" creationId="{00000000-0000-0000-0000-000000000000}"/>
          </ac:grpSpMkLst>
        </pc:grpChg>
        <pc:picChg chg="add mod">
          <ac:chgData name="Geng, Baocheng" userId="b4253f3e-c40b-4a70-8207-93818653a34c" providerId="ADAL" clId="{92881CC8-120A-4192-92F6-BEAB89A890D3}" dt="2023-02-14T14:44:43.950" v="525" actId="1076"/>
          <ac:picMkLst>
            <pc:docMk/>
            <pc:sldMk cId="0" sldId="290"/>
            <ac:picMk id="20" creationId="{0C58DAC6-AB78-376A-2F5E-480797F41928}"/>
          </ac:picMkLst>
        </pc:picChg>
      </pc:sldChg>
      <pc:sldChg chg="delSp mod">
        <pc:chgData name="Geng, Baocheng" userId="b4253f3e-c40b-4a70-8207-93818653a34c" providerId="ADAL" clId="{92881CC8-120A-4192-92F6-BEAB89A890D3}" dt="2023-02-14T14:44:48.798" v="526" actId="478"/>
        <pc:sldMkLst>
          <pc:docMk/>
          <pc:sldMk cId="0" sldId="291"/>
        </pc:sldMkLst>
        <pc:grpChg chg="del">
          <ac:chgData name="Geng, Baocheng" userId="b4253f3e-c40b-4a70-8207-93818653a34c" providerId="ADAL" clId="{92881CC8-120A-4192-92F6-BEAB89A890D3}" dt="2023-02-14T14:44:48.798" v="526" actId="478"/>
          <ac:grpSpMkLst>
            <pc:docMk/>
            <pc:sldMk cId="0" sldId="291"/>
            <ac:grpSpMk id="17" creationId="{00000000-0000-0000-0000-000000000000}"/>
          </ac:grpSpMkLst>
        </pc:grpChg>
      </pc:sldChg>
      <pc:sldChg chg="add del">
        <pc:chgData name="Geng, Baocheng" userId="b4253f3e-c40b-4a70-8207-93818653a34c" providerId="ADAL" clId="{92881CC8-120A-4192-92F6-BEAB89A890D3}" dt="2023-02-14T14:50:19.516" v="531" actId="47"/>
        <pc:sldMkLst>
          <pc:docMk/>
          <pc:sldMk cId="0" sldId="292"/>
        </pc:sldMkLst>
      </pc:sldChg>
      <pc:sldChg chg="add del">
        <pc:chgData name="Geng, Baocheng" userId="b4253f3e-c40b-4a70-8207-93818653a34c" providerId="ADAL" clId="{92881CC8-120A-4192-92F6-BEAB89A890D3}" dt="2023-02-14T14:50:20.645" v="532" actId="47"/>
        <pc:sldMkLst>
          <pc:docMk/>
          <pc:sldMk cId="0" sldId="293"/>
        </pc:sldMkLst>
      </pc:sldChg>
      <pc:sldChg chg="add del">
        <pc:chgData name="Geng, Baocheng" userId="b4253f3e-c40b-4a70-8207-93818653a34c" providerId="ADAL" clId="{92881CC8-120A-4192-92F6-BEAB89A890D3}" dt="2023-02-14T14:50:22.290" v="533" actId="47"/>
        <pc:sldMkLst>
          <pc:docMk/>
          <pc:sldMk cId="0" sldId="294"/>
        </pc:sldMkLst>
      </pc:sldChg>
      <pc:sldChg chg="delSp modSp add mod">
        <pc:chgData name="Geng, Baocheng" userId="b4253f3e-c40b-4a70-8207-93818653a34c" providerId="ADAL" clId="{92881CC8-120A-4192-92F6-BEAB89A890D3}" dt="2023-02-14T15:42:18.404" v="1185"/>
        <pc:sldMkLst>
          <pc:docMk/>
          <pc:sldMk cId="0" sldId="295"/>
        </pc:sldMkLst>
        <pc:spChg chg="mod">
          <ac:chgData name="Geng, Baocheng" userId="b4253f3e-c40b-4a70-8207-93818653a34c" providerId="ADAL" clId="{92881CC8-120A-4192-92F6-BEAB89A890D3}" dt="2023-02-14T15:42:18.404" v="1185"/>
          <ac:spMkLst>
            <pc:docMk/>
            <pc:sldMk cId="0" sldId="295"/>
            <ac:spMk id="9" creationId="{00000000-0000-0000-0000-000000000000}"/>
          </ac:spMkLst>
        </pc:spChg>
        <pc:grpChg chg="del">
          <ac:chgData name="Geng, Baocheng" userId="b4253f3e-c40b-4a70-8207-93818653a34c" providerId="ADAL" clId="{92881CC8-120A-4192-92F6-BEAB89A890D3}" dt="2023-02-14T14:51:38.860" v="538" actId="478"/>
          <ac:grpSpMkLst>
            <pc:docMk/>
            <pc:sldMk cId="0" sldId="295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92881CC8-120A-4192-92F6-BEAB89A890D3}" dt="2023-02-14T14:51:40.143" v="539" actId="478"/>
          <ac:grpSpMkLst>
            <pc:docMk/>
            <pc:sldMk cId="0" sldId="295"/>
            <ac:grpSpMk id="10" creationId="{00000000-0000-0000-0000-000000000000}"/>
          </ac:grpSpMkLst>
        </pc:grpChg>
      </pc:sldChg>
      <pc:sldChg chg="addSp delSp modSp add mod">
        <pc:chgData name="Geng, Baocheng" userId="b4253f3e-c40b-4a70-8207-93818653a34c" providerId="ADAL" clId="{92881CC8-120A-4192-92F6-BEAB89A890D3}" dt="2023-02-14T15:17:04.866" v="827" actId="1076"/>
        <pc:sldMkLst>
          <pc:docMk/>
          <pc:sldMk cId="0" sldId="296"/>
        </pc:sldMkLst>
        <pc:spChg chg="del">
          <ac:chgData name="Geng, Baocheng" userId="b4253f3e-c40b-4a70-8207-93818653a34c" providerId="ADAL" clId="{92881CC8-120A-4192-92F6-BEAB89A890D3}" dt="2023-02-14T15:15:49.297" v="813" actId="478"/>
          <ac:spMkLst>
            <pc:docMk/>
            <pc:sldMk cId="0" sldId="296"/>
            <ac:spMk id="4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5:47.319" v="812" actId="478"/>
          <ac:spMkLst>
            <pc:docMk/>
            <pc:sldMk cId="0" sldId="296"/>
            <ac:spMk id="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6:49.583" v="818" actId="478"/>
          <ac:spMkLst>
            <pc:docMk/>
            <pc:sldMk cId="0" sldId="296"/>
            <ac:spMk id="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6:48.513" v="817" actId="478"/>
          <ac:spMkLst>
            <pc:docMk/>
            <pc:sldMk cId="0" sldId="296"/>
            <ac:spMk id="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6:48.513" v="817" actId="478"/>
          <ac:spMkLst>
            <pc:docMk/>
            <pc:sldMk cId="0" sldId="296"/>
            <ac:spMk id="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6:48.513" v="817" actId="478"/>
          <ac:spMkLst>
            <pc:docMk/>
            <pc:sldMk cId="0" sldId="296"/>
            <ac:spMk id="9" creationId="{00000000-0000-0000-0000-000000000000}"/>
          </ac:spMkLst>
        </pc:spChg>
        <pc:spChg chg="del mod">
          <ac:chgData name="Geng, Baocheng" userId="b4253f3e-c40b-4a70-8207-93818653a34c" providerId="ADAL" clId="{92881CC8-120A-4192-92F6-BEAB89A890D3}" dt="2023-02-14T15:16:52.576" v="820" actId="478"/>
          <ac:spMkLst>
            <pc:docMk/>
            <pc:sldMk cId="0" sldId="296"/>
            <ac:spMk id="10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6:06.906" v="816" actId="478"/>
          <ac:spMkLst>
            <pc:docMk/>
            <pc:sldMk cId="0" sldId="296"/>
            <ac:spMk id="11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6:00.820" v="814" actId="478"/>
          <ac:spMkLst>
            <pc:docMk/>
            <pc:sldMk cId="0" sldId="296"/>
            <ac:spMk id="12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6:48.513" v="817" actId="478"/>
          <ac:spMkLst>
            <pc:docMk/>
            <pc:sldMk cId="0" sldId="296"/>
            <ac:spMk id="13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6:48.513" v="817" actId="478"/>
          <ac:spMkLst>
            <pc:docMk/>
            <pc:sldMk cId="0" sldId="296"/>
            <ac:spMk id="14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6:48.513" v="817" actId="478"/>
          <ac:spMkLst>
            <pc:docMk/>
            <pc:sldMk cId="0" sldId="296"/>
            <ac:spMk id="15" creationId="{00000000-0000-0000-0000-000000000000}"/>
          </ac:spMkLst>
        </pc:spChg>
        <pc:spChg chg="del mod">
          <ac:chgData name="Geng, Baocheng" userId="b4253f3e-c40b-4a70-8207-93818653a34c" providerId="ADAL" clId="{92881CC8-120A-4192-92F6-BEAB89A890D3}" dt="2023-02-14T15:16:48.513" v="817" actId="478"/>
          <ac:spMkLst>
            <pc:docMk/>
            <pc:sldMk cId="0" sldId="296"/>
            <ac:spMk id="16" creationId="{00000000-0000-0000-0000-000000000000}"/>
          </ac:spMkLst>
        </pc:spChg>
        <pc:grpChg chg="del">
          <ac:chgData name="Geng, Baocheng" userId="b4253f3e-c40b-4a70-8207-93818653a34c" providerId="ADAL" clId="{92881CC8-120A-4192-92F6-BEAB89A890D3}" dt="2023-02-14T14:51:44.293" v="540" actId="478"/>
          <ac:grpSpMkLst>
            <pc:docMk/>
            <pc:sldMk cId="0" sldId="296"/>
            <ac:grpSpMk id="17" creationId="{00000000-0000-0000-0000-000000000000}"/>
          </ac:grpSpMkLst>
        </pc:grpChg>
        <pc:picChg chg="add mod">
          <ac:chgData name="Geng, Baocheng" userId="b4253f3e-c40b-4a70-8207-93818653a34c" providerId="ADAL" clId="{92881CC8-120A-4192-92F6-BEAB89A890D3}" dt="2023-02-14T15:17:04.866" v="827" actId="1076"/>
          <ac:picMkLst>
            <pc:docMk/>
            <pc:sldMk cId="0" sldId="296"/>
            <ac:picMk id="24" creationId="{96F4DD36-11DB-ED61-EC96-89EDF3B7D358}"/>
          </ac:picMkLst>
        </pc:picChg>
      </pc:sldChg>
      <pc:sldChg chg="add del">
        <pc:chgData name="Geng, Baocheng" userId="b4253f3e-c40b-4a70-8207-93818653a34c" providerId="ADAL" clId="{92881CC8-120A-4192-92F6-BEAB89A890D3}" dt="2023-02-14T15:17:10.251" v="828" actId="47"/>
        <pc:sldMkLst>
          <pc:docMk/>
          <pc:sldMk cId="0" sldId="297"/>
        </pc:sldMkLst>
      </pc:sldChg>
      <pc:sldChg chg="addSp delSp modSp add del mod">
        <pc:chgData name="Geng, Baocheng" userId="b4253f3e-c40b-4a70-8207-93818653a34c" providerId="ADAL" clId="{92881CC8-120A-4192-92F6-BEAB89A890D3}" dt="2023-02-14T15:56:53.742" v="1379" actId="47"/>
        <pc:sldMkLst>
          <pc:docMk/>
          <pc:sldMk cId="0" sldId="298"/>
        </pc:sldMkLst>
        <pc:spChg chg="mod">
          <ac:chgData name="Geng, Baocheng" userId="b4253f3e-c40b-4a70-8207-93818653a34c" providerId="ADAL" clId="{92881CC8-120A-4192-92F6-BEAB89A890D3}" dt="2023-02-14T15:19:50.811" v="861" actId="20577"/>
          <ac:spMkLst>
            <pc:docMk/>
            <pc:sldMk cId="0" sldId="298"/>
            <ac:spMk id="9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9:16.901" v="854" actId="478"/>
          <ac:spMkLst>
            <pc:docMk/>
            <pc:sldMk cId="0" sldId="298"/>
            <ac:spMk id="10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9:15.235" v="853" actId="478"/>
          <ac:spMkLst>
            <pc:docMk/>
            <pc:sldMk cId="0" sldId="298"/>
            <ac:spMk id="11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9:15.235" v="853" actId="478"/>
          <ac:spMkLst>
            <pc:docMk/>
            <pc:sldMk cId="0" sldId="298"/>
            <ac:spMk id="12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9:15.235" v="853" actId="478"/>
          <ac:spMkLst>
            <pc:docMk/>
            <pc:sldMk cId="0" sldId="298"/>
            <ac:spMk id="13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9:15.235" v="853" actId="478"/>
          <ac:spMkLst>
            <pc:docMk/>
            <pc:sldMk cId="0" sldId="298"/>
            <ac:spMk id="14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9:15.235" v="853" actId="478"/>
          <ac:spMkLst>
            <pc:docMk/>
            <pc:sldMk cId="0" sldId="298"/>
            <ac:spMk id="1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9:15.235" v="853" actId="478"/>
          <ac:spMkLst>
            <pc:docMk/>
            <pc:sldMk cId="0" sldId="298"/>
            <ac:spMk id="1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9:15.235" v="853" actId="478"/>
          <ac:spMkLst>
            <pc:docMk/>
            <pc:sldMk cId="0" sldId="298"/>
            <ac:spMk id="1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9:15.235" v="853" actId="478"/>
          <ac:spMkLst>
            <pc:docMk/>
            <pc:sldMk cId="0" sldId="298"/>
            <ac:spMk id="1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9:15.235" v="853" actId="478"/>
          <ac:spMkLst>
            <pc:docMk/>
            <pc:sldMk cId="0" sldId="298"/>
            <ac:spMk id="19" creationId="{00000000-0000-0000-0000-000000000000}"/>
          </ac:spMkLst>
        </pc:spChg>
        <pc:grpChg chg="del">
          <ac:chgData name="Geng, Baocheng" userId="b4253f3e-c40b-4a70-8207-93818653a34c" providerId="ADAL" clId="{92881CC8-120A-4192-92F6-BEAB89A890D3}" dt="2023-02-14T14:52:17.775" v="541" actId="478"/>
          <ac:grpSpMkLst>
            <pc:docMk/>
            <pc:sldMk cId="0" sldId="298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92881CC8-120A-4192-92F6-BEAB89A890D3}" dt="2023-02-14T14:52:20.520" v="542" actId="478"/>
          <ac:grpSpMkLst>
            <pc:docMk/>
            <pc:sldMk cId="0" sldId="298"/>
            <ac:grpSpMk id="20" creationId="{00000000-0000-0000-0000-000000000000}"/>
          </ac:grpSpMkLst>
        </pc:grpChg>
        <pc:picChg chg="mod replST">
          <ac:chgData name="Geng, Baocheng" userId="b4253f3e-c40b-4a70-8207-93818653a34c" providerId="ADAL" clId="{92881CC8-120A-4192-92F6-BEAB89A890D3}" dt="2023-02-14T15:47:11.028" v="1203" actId="1076"/>
          <ac:picMkLst>
            <pc:docMk/>
            <pc:sldMk cId="0" sldId="298"/>
            <ac:picMk id="27" creationId="{B758D232-D4D3-6858-A5CF-EBDC5B49992E}"/>
          </ac:picMkLst>
        </pc:picChg>
        <pc:picChg chg="add mod">
          <ac:chgData name="Geng, Baocheng" userId="b4253f3e-c40b-4a70-8207-93818653a34c" providerId="ADAL" clId="{92881CC8-120A-4192-92F6-BEAB89A890D3}" dt="2023-02-14T15:19:59.710" v="864" actId="1076"/>
          <ac:picMkLst>
            <pc:docMk/>
            <pc:sldMk cId="0" sldId="298"/>
            <ac:picMk id="29" creationId="{A86707DD-E326-B413-E4FC-323BCCBE6DAC}"/>
          </ac:picMkLst>
        </pc:picChg>
      </pc:sldChg>
      <pc:sldChg chg="delSp add del mod">
        <pc:chgData name="Geng, Baocheng" userId="b4253f3e-c40b-4a70-8207-93818653a34c" providerId="ADAL" clId="{92881CC8-120A-4192-92F6-BEAB89A890D3}" dt="2023-02-14T14:56:09" v="601" actId="47"/>
        <pc:sldMkLst>
          <pc:docMk/>
          <pc:sldMk cId="0" sldId="299"/>
        </pc:sldMkLst>
        <pc:grpChg chg="del">
          <ac:chgData name="Geng, Baocheng" userId="b4253f3e-c40b-4a70-8207-93818653a34c" providerId="ADAL" clId="{92881CC8-120A-4192-92F6-BEAB89A890D3}" dt="2023-02-14T14:52:31.480" v="543" actId="478"/>
          <ac:grpSpMkLst>
            <pc:docMk/>
            <pc:sldMk cId="0" sldId="299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92881CC8-120A-4192-92F6-BEAB89A890D3}" dt="2023-02-14T14:52:32.535" v="544" actId="478"/>
          <ac:grpSpMkLst>
            <pc:docMk/>
            <pc:sldMk cId="0" sldId="299"/>
            <ac:grpSpMk id="12" creationId="{00000000-0000-0000-0000-000000000000}"/>
          </ac:grpSpMkLst>
        </pc:grpChg>
      </pc:sldChg>
      <pc:sldChg chg="add del">
        <pc:chgData name="Geng, Baocheng" userId="b4253f3e-c40b-4a70-8207-93818653a34c" providerId="ADAL" clId="{92881CC8-120A-4192-92F6-BEAB89A890D3}" dt="2023-02-14T14:56:07.511" v="600" actId="47"/>
        <pc:sldMkLst>
          <pc:docMk/>
          <pc:sldMk cId="0" sldId="300"/>
        </pc:sldMkLst>
      </pc:sldChg>
      <pc:sldChg chg="add del">
        <pc:chgData name="Geng, Baocheng" userId="b4253f3e-c40b-4a70-8207-93818653a34c" providerId="ADAL" clId="{92881CC8-120A-4192-92F6-BEAB89A890D3}" dt="2023-02-14T14:56:04.954" v="599" actId="47"/>
        <pc:sldMkLst>
          <pc:docMk/>
          <pc:sldMk cId="0" sldId="301"/>
        </pc:sldMkLst>
      </pc:sldChg>
      <pc:sldChg chg="delSp modSp add mod">
        <pc:chgData name="Geng, Baocheng" userId="b4253f3e-c40b-4a70-8207-93818653a34c" providerId="ADAL" clId="{92881CC8-120A-4192-92F6-BEAB89A890D3}" dt="2023-02-14T14:55:30.446" v="594" actId="478"/>
        <pc:sldMkLst>
          <pc:docMk/>
          <pc:sldMk cId="0" sldId="302"/>
        </pc:sldMkLst>
        <pc:spChg chg="mod">
          <ac:chgData name="Geng, Baocheng" userId="b4253f3e-c40b-4a70-8207-93818653a34c" providerId="ADAL" clId="{92881CC8-120A-4192-92F6-BEAB89A890D3}" dt="2023-02-14T14:54:34.154" v="568" actId="20577"/>
          <ac:spMkLst>
            <pc:docMk/>
            <pc:sldMk cId="0" sldId="302"/>
            <ac:spMk id="10" creationId="{00000000-0000-0000-0000-000000000000}"/>
          </ac:spMkLst>
        </pc:spChg>
        <pc:spChg chg="del mod">
          <ac:chgData name="Geng, Baocheng" userId="b4253f3e-c40b-4a70-8207-93818653a34c" providerId="ADAL" clId="{92881CC8-120A-4192-92F6-BEAB89A890D3}" dt="2023-02-14T14:55:29.293" v="593" actId="478"/>
          <ac:spMkLst>
            <pc:docMk/>
            <pc:sldMk cId="0" sldId="302"/>
            <ac:spMk id="13" creationId="{00000000-0000-0000-0000-000000000000}"/>
          </ac:spMkLst>
        </pc:spChg>
        <pc:grpChg chg="del">
          <ac:chgData name="Geng, Baocheng" userId="b4253f3e-c40b-4a70-8207-93818653a34c" providerId="ADAL" clId="{92881CC8-120A-4192-92F6-BEAB89A890D3}" dt="2023-02-14T14:53:33.868" v="545" actId="478"/>
          <ac:grpSpMkLst>
            <pc:docMk/>
            <pc:sldMk cId="0" sldId="302"/>
            <ac:grpSpMk id="5" creationId="{00000000-0000-0000-0000-000000000000}"/>
          </ac:grpSpMkLst>
        </pc:grpChg>
        <pc:grpChg chg="del">
          <ac:chgData name="Geng, Baocheng" userId="b4253f3e-c40b-4a70-8207-93818653a34c" providerId="ADAL" clId="{92881CC8-120A-4192-92F6-BEAB89A890D3}" dt="2023-02-14T14:55:30.446" v="594" actId="478"/>
          <ac:grpSpMkLst>
            <pc:docMk/>
            <pc:sldMk cId="0" sldId="302"/>
            <ac:grpSpMk id="14" creationId="{00000000-0000-0000-0000-000000000000}"/>
          </ac:grpSpMkLst>
        </pc:grpChg>
        <pc:picChg chg="mod replST">
          <ac:chgData name="Geng, Baocheng" userId="b4253f3e-c40b-4a70-8207-93818653a34c" providerId="ADAL" clId="{92881CC8-120A-4192-92F6-BEAB89A890D3}" dt="2023-02-14T14:55:05.070" v="591" actId="1076"/>
          <ac:picMkLst>
            <pc:docMk/>
            <pc:sldMk cId="0" sldId="302"/>
            <ac:picMk id="21" creationId="{CA86AB0B-2E71-9992-43E7-4236EC7673FA}"/>
          </ac:picMkLst>
        </pc:picChg>
      </pc:sldChg>
      <pc:sldChg chg="addSp delSp modSp add mod">
        <pc:chgData name="Geng, Baocheng" userId="b4253f3e-c40b-4a70-8207-93818653a34c" providerId="ADAL" clId="{92881CC8-120A-4192-92F6-BEAB89A890D3}" dt="2023-02-14T15:56:16.673" v="1377" actId="20577"/>
        <pc:sldMkLst>
          <pc:docMk/>
          <pc:sldMk cId="0" sldId="303"/>
        </pc:sldMkLst>
        <pc:spChg chg="mod">
          <ac:chgData name="Geng, Baocheng" userId="b4253f3e-c40b-4a70-8207-93818653a34c" providerId="ADAL" clId="{92881CC8-120A-4192-92F6-BEAB89A890D3}" dt="2023-02-14T15:56:16.673" v="1377" actId="20577"/>
          <ac:spMkLst>
            <pc:docMk/>
            <pc:sldMk cId="0" sldId="303"/>
            <ac:spMk id="2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44:49.969" v="1186" actId="478"/>
          <ac:spMkLst>
            <pc:docMk/>
            <pc:sldMk cId="0" sldId="303"/>
            <ac:spMk id="3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56:20.919" v="602" actId="478"/>
          <ac:spMkLst>
            <pc:docMk/>
            <pc:sldMk cId="0" sldId="303"/>
            <ac:spMk id="4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57:33.019" v="610" actId="478"/>
          <ac:spMkLst>
            <pc:docMk/>
            <pc:sldMk cId="0" sldId="303"/>
            <ac:spMk id="11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56:25.134" v="603" actId="478"/>
          <ac:spMkLst>
            <pc:docMk/>
            <pc:sldMk cId="0" sldId="303"/>
            <ac:spMk id="12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56:31.251" v="605" actId="478"/>
          <ac:spMkLst>
            <pc:docMk/>
            <pc:sldMk cId="0" sldId="303"/>
            <ac:spMk id="13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56:27.508" v="604" actId="478"/>
          <ac:spMkLst>
            <pc:docMk/>
            <pc:sldMk cId="0" sldId="303"/>
            <ac:spMk id="14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57:35.104" v="611" actId="478"/>
          <ac:spMkLst>
            <pc:docMk/>
            <pc:sldMk cId="0" sldId="303"/>
            <ac:spMk id="1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57:33.019" v="610" actId="478"/>
          <ac:spMkLst>
            <pc:docMk/>
            <pc:sldMk cId="0" sldId="303"/>
            <ac:spMk id="1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57:33.019" v="610" actId="478"/>
          <ac:spMkLst>
            <pc:docMk/>
            <pc:sldMk cId="0" sldId="303"/>
            <ac:spMk id="1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57:33.019" v="610" actId="478"/>
          <ac:spMkLst>
            <pc:docMk/>
            <pc:sldMk cId="0" sldId="303"/>
            <ac:spMk id="1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4:57:33.019" v="610" actId="478"/>
          <ac:spMkLst>
            <pc:docMk/>
            <pc:sldMk cId="0" sldId="303"/>
            <ac:spMk id="19" creationId="{00000000-0000-0000-0000-000000000000}"/>
          </ac:spMkLst>
        </pc:spChg>
        <pc:spChg chg="del mod">
          <ac:chgData name="Geng, Baocheng" userId="b4253f3e-c40b-4a70-8207-93818653a34c" providerId="ADAL" clId="{92881CC8-120A-4192-92F6-BEAB89A890D3}" dt="2023-02-14T14:57:33.019" v="610" actId="478"/>
          <ac:spMkLst>
            <pc:docMk/>
            <pc:sldMk cId="0" sldId="303"/>
            <ac:spMk id="20" creationId="{00000000-0000-0000-0000-000000000000}"/>
          </ac:spMkLst>
        </pc:spChg>
        <pc:spChg chg="del mod">
          <ac:chgData name="Geng, Baocheng" userId="b4253f3e-c40b-4a70-8207-93818653a34c" providerId="ADAL" clId="{92881CC8-120A-4192-92F6-BEAB89A890D3}" dt="2023-02-14T14:57:55.227" v="613" actId="478"/>
          <ac:spMkLst>
            <pc:docMk/>
            <pc:sldMk cId="0" sldId="303"/>
            <ac:spMk id="27" creationId="{B1564AC2-53F4-57F7-98C5-74930FD51267}"/>
          </ac:spMkLst>
        </pc:spChg>
        <pc:grpChg chg="del">
          <ac:chgData name="Geng, Baocheng" userId="b4253f3e-c40b-4a70-8207-93818653a34c" providerId="ADAL" clId="{92881CC8-120A-4192-92F6-BEAB89A890D3}" dt="2023-02-14T14:58:38.645" v="664" actId="478"/>
          <ac:grpSpMkLst>
            <pc:docMk/>
            <pc:sldMk cId="0" sldId="303"/>
            <ac:grpSpMk id="21" creationId="{00000000-0000-0000-0000-000000000000}"/>
          </ac:grpSpMkLst>
        </pc:grpChg>
        <pc:picChg chg="del mod replST">
          <ac:chgData name="Geng, Baocheng" userId="b4253f3e-c40b-4a70-8207-93818653a34c" providerId="ADAL" clId="{92881CC8-120A-4192-92F6-BEAB89A890D3}" dt="2023-02-14T14:58:30.504" v="659" actId="478"/>
          <ac:picMkLst>
            <pc:docMk/>
            <pc:sldMk cId="0" sldId="303"/>
            <ac:picMk id="29" creationId="{B4D99525-32F7-E685-DA7F-C082B26DFEC7}"/>
          </ac:picMkLst>
        </pc:picChg>
        <pc:picChg chg="mod ord replST">
          <ac:chgData name="Geng, Baocheng" userId="b4253f3e-c40b-4a70-8207-93818653a34c" providerId="ADAL" clId="{92881CC8-120A-4192-92F6-BEAB89A890D3}" dt="2023-02-14T14:58:34.746" v="663" actId="1076"/>
          <ac:picMkLst>
            <pc:docMk/>
            <pc:sldMk cId="0" sldId="303"/>
            <ac:picMk id="31" creationId="{79AE508D-D3BB-DE61-76A7-D91EF6DC54AE}"/>
          </ac:picMkLst>
        </pc:picChg>
        <pc:picChg chg="add mod">
          <ac:chgData name="Geng, Baocheng" userId="b4253f3e-c40b-4a70-8207-93818653a34c" providerId="ADAL" clId="{92881CC8-120A-4192-92F6-BEAB89A890D3}" dt="2023-02-14T14:58:44.431" v="666" actId="1076"/>
          <ac:picMkLst>
            <pc:docMk/>
            <pc:sldMk cId="0" sldId="303"/>
            <ac:picMk id="32" creationId="{DF2A2DD5-2CAA-AA58-7EBE-FE953453B5A3}"/>
          </ac:picMkLst>
        </pc:picChg>
      </pc:sldChg>
      <pc:sldChg chg="add del">
        <pc:chgData name="Geng, Baocheng" userId="b4253f3e-c40b-4a70-8207-93818653a34c" providerId="ADAL" clId="{92881CC8-120A-4192-92F6-BEAB89A890D3}" dt="2023-02-14T14:58:49.779" v="667" actId="47"/>
        <pc:sldMkLst>
          <pc:docMk/>
          <pc:sldMk cId="0" sldId="304"/>
        </pc:sldMkLst>
      </pc:sldChg>
      <pc:sldChg chg="add del">
        <pc:chgData name="Geng, Baocheng" userId="b4253f3e-c40b-4a70-8207-93818653a34c" providerId="ADAL" clId="{92881CC8-120A-4192-92F6-BEAB89A890D3}" dt="2023-02-14T14:58:52.380" v="668" actId="47"/>
        <pc:sldMkLst>
          <pc:docMk/>
          <pc:sldMk cId="0" sldId="305"/>
        </pc:sldMkLst>
      </pc:sldChg>
      <pc:sldChg chg="add del">
        <pc:chgData name="Geng, Baocheng" userId="b4253f3e-c40b-4a70-8207-93818653a34c" providerId="ADAL" clId="{92881CC8-120A-4192-92F6-BEAB89A890D3}" dt="2023-02-14T14:58:53.638" v="669" actId="47"/>
        <pc:sldMkLst>
          <pc:docMk/>
          <pc:sldMk cId="0" sldId="306"/>
        </pc:sldMkLst>
      </pc:sldChg>
      <pc:sldChg chg="add del">
        <pc:chgData name="Geng, Baocheng" userId="b4253f3e-c40b-4a70-8207-93818653a34c" providerId="ADAL" clId="{92881CC8-120A-4192-92F6-BEAB89A890D3}" dt="2023-02-14T14:58:55.431" v="670" actId="47"/>
        <pc:sldMkLst>
          <pc:docMk/>
          <pc:sldMk cId="0" sldId="307"/>
        </pc:sldMkLst>
      </pc:sldChg>
      <pc:sldChg chg="add del">
        <pc:chgData name="Geng, Baocheng" userId="b4253f3e-c40b-4a70-8207-93818653a34c" providerId="ADAL" clId="{92881CC8-120A-4192-92F6-BEAB89A890D3}" dt="2023-02-14T14:58:56.950" v="671" actId="47"/>
        <pc:sldMkLst>
          <pc:docMk/>
          <pc:sldMk cId="0" sldId="308"/>
        </pc:sldMkLst>
      </pc:sldChg>
      <pc:sldChg chg="add del">
        <pc:chgData name="Geng, Baocheng" userId="b4253f3e-c40b-4a70-8207-93818653a34c" providerId="ADAL" clId="{92881CC8-120A-4192-92F6-BEAB89A890D3}" dt="2023-02-14T14:58:59.239" v="672" actId="47"/>
        <pc:sldMkLst>
          <pc:docMk/>
          <pc:sldMk cId="0" sldId="309"/>
        </pc:sldMkLst>
      </pc:sldChg>
      <pc:sldChg chg="add del">
        <pc:chgData name="Geng, Baocheng" userId="b4253f3e-c40b-4a70-8207-93818653a34c" providerId="ADAL" clId="{92881CC8-120A-4192-92F6-BEAB89A890D3}" dt="2023-02-14T14:59:00.780" v="673" actId="47"/>
        <pc:sldMkLst>
          <pc:docMk/>
          <pc:sldMk cId="0" sldId="310"/>
        </pc:sldMkLst>
      </pc:sldChg>
      <pc:sldChg chg="add del">
        <pc:chgData name="Geng, Baocheng" userId="b4253f3e-c40b-4a70-8207-93818653a34c" providerId="ADAL" clId="{92881CC8-120A-4192-92F6-BEAB89A890D3}" dt="2023-02-14T14:59:02.474" v="674" actId="47"/>
        <pc:sldMkLst>
          <pc:docMk/>
          <pc:sldMk cId="0" sldId="311"/>
        </pc:sldMkLst>
      </pc:sldChg>
      <pc:sldChg chg="add del">
        <pc:chgData name="Geng, Baocheng" userId="b4253f3e-c40b-4a70-8207-93818653a34c" providerId="ADAL" clId="{92881CC8-120A-4192-92F6-BEAB89A890D3}" dt="2023-02-14T14:59:05.759" v="675" actId="47"/>
        <pc:sldMkLst>
          <pc:docMk/>
          <pc:sldMk cId="0" sldId="312"/>
        </pc:sldMkLst>
      </pc:sldChg>
      <pc:sldChg chg="add del">
        <pc:chgData name="Geng, Baocheng" userId="b4253f3e-c40b-4a70-8207-93818653a34c" providerId="ADAL" clId="{92881CC8-120A-4192-92F6-BEAB89A890D3}" dt="2023-02-14T14:59:13.283" v="676" actId="47"/>
        <pc:sldMkLst>
          <pc:docMk/>
          <pc:sldMk cId="0" sldId="313"/>
        </pc:sldMkLst>
      </pc:sldChg>
      <pc:sldChg chg="add del">
        <pc:chgData name="Geng, Baocheng" userId="b4253f3e-c40b-4a70-8207-93818653a34c" providerId="ADAL" clId="{92881CC8-120A-4192-92F6-BEAB89A890D3}" dt="2023-02-14T14:59:16.954" v="677" actId="47"/>
        <pc:sldMkLst>
          <pc:docMk/>
          <pc:sldMk cId="0" sldId="314"/>
        </pc:sldMkLst>
      </pc:sldChg>
      <pc:sldChg chg="delSp modSp add mod">
        <pc:chgData name="Geng, Baocheng" userId="b4253f3e-c40b-4a70-8207-93818653a34c" providerId="ADAL" clId="{92881CC8-120A-4192-92F6-BEAB89A890D3}" dt="2023-02-14T15:45:14.945" v="1201" actId="1076"/>
        <pc:sldMkLst>
          <pc:docMk/>
          <pc:sldMk cId="0" sldId="315"/>
        </pc:sldMkLst>
        <pc:spChg chg="mod">
          <ac:chgData name="Geng, Baocheng" userId="b4253f3e-c40b-4a70-8207-93818653a34c" providerId="ADAL" clId="{92881CC8-120A-4192-92F6-BEAB89A890D3}" dt="2023-02-14T15:45:14.945" v="1201" actId="1076"/>
          <ac:spMkLst>
            <pc:docMk/>
            <pc:sldMk cId="0" sldId="315"/>
            <ac:spMk id="2" creationId="{00000000-0000-0000-0000-000000000000}"/>
          </ac:spMkLst>
        </pc:spChg>
        <pc:grpChg chg="del">
          <ac:chgData name="Geng, Baocheng" userId="b4253f3e-c40b-4a70-8207-93818653a34c" providerId="ADAL" clId="{92881CC8-120A-4192-92F6-BEAB89A890D3}" dt="2023-02-14T14:59:21.823" v="678" actId="478"/>
          <ac:grpSpMkLst>
            <pc:docMk/>
            <pc:sldMk cId="0" sldId="315"/>
            <ac:grpSpMk id="10" creationId="{00000000-0000-0000-0000-000000000000}"/>
          </ac:grpSpMkLst>
        </pc:grpChg>
      </pc:sldChg>
      <pc:sldChg chg="add del">
        <pc:chgData name="Geng, Baocheng" userId="b4253f3e-c40b-4a70-8207-93818653a34c" providerId="ADAL" clId="{92881CC8-120A-4192-92F6-BEAB89A890D3}" dt="2023-02-14T15:04:31.089" v="712" actId="47"/>
        <pc:sldMkLst>
          <pc:docMk/>
          <pc:sldMk cId="0" sldId="316"/>
        </pc:sldMkLst>
      </pc:sldChg>
      <pc:sldChg chg="add del">
        <pc:chgData name="Geng, Baocheng" userId="b4253f3e-c40b-4a70-8207-93818653a34c" providerId="ADAL" clId="{92881CC8-120A-4192-92F6-BEAB89A890D3}" dt="2023-02-14T15:04:33.584" v="713" actId="47"/>
        <pc:sldMkLst>
          <pc:docMk/>
          <pc:sldMk cId="0" sldId="317"/>
        </pc:sldMkLst>
      </pc:sldChg>
      <pc:sldChg chg="delSp add del mod">
        <pc:chgData name="Geng, Baocheng" userId="b4253f3e-c40b-4a70-8207-93818653a34c" providerId="ADAL" clId="{92881CC8-120A-4192-92F6-BEAB89A890D3}" dt="2023-02-14T16:00:12.172" v="1395" actId="47"/>
        <pc:sldMkLst>
          <pc:docMk/>
          <pc:sldMk cId="0" sldId="318"/>
        </pc:sldMkLst>
        <pc:grpChg chg="del">
          <ac:chgData name="Geng, Baocheng" userId="b4253f3e-c40b-4a70-8207-93818653a34c" providerId="ADAL" clId="{92881CC8-120A-4192-92F6-BEAB89A890D3}" dt="2023-02-14T16:00:05.345" v="1394" actId="478"/>
          <ac:grpSpMkLst>
            <pc:docMk/>
            <pc:sldMk cId="0" sldId="318"/>
            <ac:grpSpMk id="58" creationId="{00000000-0000-0000-0000-000000000000}"/>
          </ac:grpSpMkLst>
        </pc:grpChg>
      </pc:sldChg>
      <pc:sldChg chg="addSp delSp modSp add del mod">
        <pc:chgData name="Geng, Baocheng" userId="b4253f3e-c40b-4a70-8207-93818653a34c" providerId="ADAL" clId="{92881CC8-120A-4192-92F6-BEAB89A890D3}" dt="2023-02-14T15:05:10.981" v="723" actId="1076"/>
        <pc:sldMkLst>
          <pc:docMk/>
          <pc:sldMk cId="0" sldId="319"/>
        </pc:sldMkLst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3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4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9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10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11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12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13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14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1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1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1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1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19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20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21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22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23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24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2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2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2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2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29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30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31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32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33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34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3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3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3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3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39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40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41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42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43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44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4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4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4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4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49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50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51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52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53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54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5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5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5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5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9.655" v="717" actId="478"/>
          <ac:spMkLst>
            <pc:docMk/>
            <pc:sldMk cId="0" sldId="319"/>
            <ac:spMk id="59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4:47.177" v="716" actId="478"/>
          <ac:spMkLst>
            <pc:docMk/>
            <pc:sldMk cId="0" sldId="319"/>
            <ac:spMk id="60" creationId="{00000000-0000-0000-0000-000000000000}"/>
          </ac:spMkLst>
        </pc:spChg>
        <pc:grpChg chg="del">
          <ac:chgData name="Geng, Baocheng" userId="b4253f3e-c40b-4a70-8207-93818653a34c" providerId="ADAL" clId="{92881CC8-120A-4192-92F6-BEAB89A890D3}" dt="2023-02-14T15:04:50.371" v="718" actId="478"/>
          <ac:grpSpMkLst>
            <pc:docMk/>
            <pc:sldMk cId="0" sldId="319"/>
            <ac:grpSpMk id="61" creationId="{00000000-0000-0000-0000-000000000000}"/>
          </ac:grpSpMkLst>
        </pc:grpChg>
        <pc:picChg chg="add mod">
          <ac:chgData name="Geng, Baocheng" userId="b4253f3e-c40b-4a70-8207-93818653a34c" providerId="ADAL" clId="{92881CC8-120A-4192-92F6-BEAB89A890D3}" dt="2023-02-14T15:05:10.981" v="723" actId="1076"/>
          <ac:picMkLst>
            <pc:docMk/>
            <pc:sldMk cId="0" sldId="319"/>
            <ac:picMk id="68" creationId="{9FB005ED-A870-5D8D-B3CF-094A815F1024}"/>
          </ac:picMkLst>
        </pc:picChg>
      </pc:sldChg>
      <pc:sldChg chg="delSp add mod">
        <pc:chgData name="Geng, Baocheng" userId="b4253f3e-c40b-4a70-8207-93818653a34c" providerId="ADAL" clId="{92881CC8-120A-4192-92F6-BEAB89A890D3}" dt="2023-02-14T15:05:29.249" v="724" actId="478"/>
        <pc:sldMkLst>
          <pc:docMk/>
          <pc:sldMk cId="0" sldId="320"/>
        </pc:sldMkLst>
        <pc:grpChg chg="del">
          <ac:chgData name="Geng, Baocheng" userId="b4253f3e-c40b-4a70-8207-93818653a34c" providerId="ADAL" clId="{92881CC8-120A-4192-92F6-BEAB89A890D3}" dt="2023-02-14T15:05:29.249" v="724" actId="478"/>
          <ac:grpSpMkLst>
            <pc:docMk/>
            <pc:sldMk cId="0" sldId="320"/>
            <ac:grpSpMk id="4" creationId="{00000000-0000-0000-0000-000000000000}"/>
          </ac:grpSpMkLst>
        </pc:grpChg>
      </pc:sldChg>
      <pc:sldChg chg="add del">
        <pc:chgData name="Geng, Baocheng" userId="b4253f3e-c40b-4a70-8207-93818653a34c" providerId="ADAL" clId="{92881CC8-120A-4192-92F6-BEAB89A890D3}" dt="2023-02-14T15:05:38.191" v="725" actId="47"/>
        <pc:sldMkLst>
          <pc:docMk/>
          <pc:sldMk cId="0" sldId="321"/>
        </pc:sldMkLst>
      </pc:sldChg>
      <pc:sldChg chg="add del">
        <pc:chgData name="Geng, Baocheng" userId="b4253f3e-c40b-4a70-8207-93818653a34c" providerId="ADAL" clId="{92881CC8-120A-4192-92F6-BEAB89A890D3}" dt="2023-02-14T15:05:40.495" v="726" actId="47"/>
        <pc:sldMkLst>
          <pc:docMk/>
          <pc:sldMk cId="0" sldId="322"/>
        </pc:sldMkLst>
      </pc:sldChg>
      <pc:sldChg chg="add del">
        <pc:chgData name="Geng, Baocheng" userId="b4253f3e-c40b-4a70-8207-93818653a34c" providerId="ADAL" clId="{92881CC8-120A-4192-92F6-BEAB89A890D3}" dt="2023-02-14T15:05:41.972" v="727" actId="47"/>
        <pc:sldMkLst>
          <pc:docMk/>
          <pc:sldMk cId="0" sldId="323"/>
        </pc:sldMkLst>
      </pc:sldChg>
      <pc:sldChg chg="addSp delSp modSp add mod">
        <pc:chgData name="Geng, Baocheng" userId="b4253f3e-c40b-4a70-8207-93818653a34c" providerId="ADAL" clId="{92881CC8-120A-4192-92F6-BEAB89A890D3}" dt="2023-02-14T15:05:59.681" v="735" actId="1076"/>
        <pc:sldMkLst>
          <pc:docMk/>
          <pc:sldMk cId="0" sldId="324"/>
        </pc:sldMkLst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3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4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9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10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11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12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13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14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1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1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1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1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19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20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21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22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23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24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2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2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2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2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5:49.208" v="729" actId="478"/>
          <ac:spMkLst>
            <pc:docMk/>
            <pc:sldMk cId="0" sldId="324"/>
            <ac:spMk id="29" creationId="{00000000-0000-0000-0000-000000000000}"/>
          </ac:spMkLst>
        </pc:spChg>
        <pc:grpChg chg="del">
          <ac:chgData name="Geng, Baocheng" userId="b4253f3e-c40b-4a70-8207-93818653a34c" providerId="ADAL" clId="{92881CC8-120A-4192-92F6-BEAB89A890D3}" dt="2023-02-14T15:05:50.595" v="730" actId="478"/>
          <ac:grpSpMkLst>
            <pc:docMk/>
            <pc:sldMk cId="0" sldId="324"/>
            <ac:grpSpMk id="30" creationId="{00000000-0000-0000-0000-000000000000}"/>
          </ac:grpSpMkLst>
        </pc:grpChg>
        <pc:picChg chg="add mod">
          <ac:chgData name="Geng, Baocheng" userId="b4253f3e-c40b-4a70-8207-93818653a34c" providerId="ADAL" clId="{92881CC8-120A-4192-92F6-BEAB89A890D3}" dt="2023-02-14T15:05:59.681" v="735" actId="1076"/>
          <ac:picMkLst>
            <pc:docMk/>
            <pc:sldMk cId="0" sldId="324"/>
            <ac:picMk id="37" creationId="{F3F47819-2A29-505C-0066-D0062A0DDC95}"/>
          </ac:picMkLst>
        </pc:picChg>
      </pc:sldChg>
      <pc:sldChg chg="add del">
        <pc:chgData name="Geng, Baocheng" userId="b4253f3e-c40b-4a70-8207-93818653a34c" providerId="ADAL" clId="{92881CC8-120A-4192-92F6-BEAB89A890D3}" dt="2023-02-14T15:05:46.648" v="728" actId="47"/>
        <pc:sldMkLst>
          <pc:docMk/>
          <pc:sldMk cId="0" sldId="325"/>
        </pc:sldMkLst>
      </pc:sldChg>
      <pc:sldChg chg="delSp add mod">
        <pc:chgData name="Geng, Baocheng" userId="b4253f3e-c40b-4a70-8207-93818653a34c" providerId="ADAL" clId="{92881CC8-120A-4192-92F6-BEAB89A890D3}" dt="2023-02-14T15:07:47.091" v="736" actId="478"/>
        <pc:sldMkLst>
          <pc:docMk/>
          <pc:sldMk cId="0" sldId="326"/>
        </pc:sldMkLst>
        <pc:grpChg chg="del">
          <ac:chgData name="Geng, Baocheng" userId="b4253f3e-c40b-4a70-8207-93818653a34c" providerId="ADAL" clId="{92881CC8-120A-4192-92F6-BEAB89A890D3}" dt="2023-02-14T15:07:47.091" v="736" actId="478"/>
          <ac:grpSpMkLst>
            <pc:docMk/>
            <pc:sldMk cId="0" sldId="326"/>
            <ac:grpSpMk id="4" creationId="{00000000-0000-0000-0000-000000000000}"/>
          </ac:grpSpMkLst>
        </pc:grpChg>
      </pc:sldChg>
      <pc:sldChg chg="delSp add mod">
        <pc:chgData name="Geng, Baocheng" userId="b4253f3e-c40b-4a70-8207-93818653a34c" providerId="ADAL" clId="{92881CC8-120A-4192-92F6-BEAB89A890D3}" dt="2023-02-14T15:07:58.034" v="737" actId="478"/>
        <pc:sldMkLst>
          <pc:docMk/>
          <pc:sldMk cId="0" sldId="327"/>
        </pc:sldMkLst>
        <pc:grpChg chg="del">
          <ac:chgData name="Geng, Baocheng" userId="b4253f3e-c40b-4a70-8207-93818653a34c" providerId="ADAL" clId="{92881CC8-120A-4192-92F6-BEAB89A890D3}" dt="2023-02-14T15:07:58.034" v="737" actId="478"/>
          <ac:grpSpMkLst>
            <pc:docMk/>
            <pc:sldMk cId="0" sldId="327"/>
            <ac:grpSpMk id="7" creationId="{00000000-0000-0000-0000-000000000000}"/>
          </ac:grpSpMkLst>
        </pc:grpChg>
      </pc:sldChg>
      <pc:sldChg chg="delSp add mod">
        <pc:chgData name="Geng, Baocheng" userId="b4253f3e-c40b-4a70-8207-93818653a34c" providerId="ADAL" clId="{92881CC8-120A-4192-92F6-BEAB89A890D3}" dt="2023-02-14T15:08:00.092" v="738" actId="478"/>
        <pc:sldMkLst>
          <pc:docMk/>
          <pc:sldMk cId="0" sldId="328"/>
        </pc:sldMkLst>
        <pc:grpChg chg="del">
          <ac:chgData name="Geng, Baocheng" userId="b4253f3e-c40b-4a70-8207-93818653a34c" providerId="ADAL" clId="{92881CC8-120A-4192-92F6-BEAB89A890D3}" dt="2023-02-14T15:08:00.092" v="738" actId="478"/>
          <ac:grpSpMkLst>
            <pc:docMk/>
            <pc:sldMk cId="0" sldId="328"/>
            <ac:grpSpMk id="5" creationId="{00000000-0000-0000-0000-000000000000}"/>
          </ac:grpSpMkLst>
        </pc:grpChg>
      </pc:sldChg>
      <pc:sldChg chg="add del">
        <pc:chgData name="Geng, Baocheng" userId="b4253f3e-c40b-4a70-8207-93818653a34c" providerId="ADAL" clId="{92881CC8-120A-4192-92F6-BEAB89A890D3}" dt="2023-02-14T15:08:42.439" v="742" actId="47"/>
        <pc:sldMkLst>
          <pc:docMk/>
          <pc:sldMk cId="0" sldId="329"/>
        </pc:sldMkLst>
      </pc:sldChg>
      <pc:sldChg chg="add del">
        <pc:chgData name="Geng, Baocheng" userId="b4253f3e-c40b-4a70-8207-93818653a34c" providerId="ADAL" clId="{92881CC8-120A-4192-92F6-BEAB89A890D3}" dt="2023-02-14T15:08:46.558" v="743" actId="47"/>
        <pc:sldMkLst>
          <pc:docMk/>
          <pc:sldMk cId="0" sldId="330"/>
        </pc:sldMkLst>
      </pc:sldChg>
      <pc:sldChg chg="delSp add mod">
        <pc:chgData name="Geng, Baocheng" userId="b4253f3e-c40b-4a70-8207-93818653a34c" providerId="ADAL" clId="{92881CC8-120A-4192-92F6-BEAB89A890D3}" dt="2023-02-14T15:08:35.288" v="741" actId="478"/>
        <pc:sldMkLst>
          <pc:docMk/>
          <pc:sldMk cId="0" sldId="331"/>
        </pc:sldMkLst>
        <pc:spChg chg="del">
          <ac:chgData name="Geng, Baocheng" userId="b4253f3e-c40b-4a70-8207-93818653a34c" providerId="ADAL" clId="{92881CC8-120A-4192-92F6-BEAB89A890D3}" dt="2023-02-14T15:08:34.412" v="740" actId="478"/>
          <ac:spMkLst>
            <pc:docMk/>
            <pc:sldMk cId="0" sldId="331"/>
            <ac:spMk id="20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08:32.788" v="739" actId="478"/>
          <ac:spMkLst>
            <pc:docMk/>
            <pc:sldMk cId="0" sldId="331"/>
            <ac:spMk id="21" creationId="{00000000-0000-0000-0000-000000000000}"/>
          </ac:spMkLst>
        </pc:spChg>
        <pc:grpChg chg="del">
          <ac:chgData name="Geng, Baocheng" userId="b4253f3e-c40b-4a70-8207-93818653a34c" providerId="ADAL" clId="{92881CC8-120A-4192-92F6-BEAB89A890D3}" dt="2023-02-14T15:08:35.288" v="741" actId="478"/>
          <ac:grpSpMkLst>
            <pc:docMk/>
            <pc:sldMk cId="0" sldId="331"/>
            <ac:grpSpMk id="22" creationId="{00000000-0000-0000-0000-000000000000}"/>
          </ac:grpSpMkLst>
        </pc:grpChg>
      </pc:sldChg>
      <pc:sldChg chg="delSp add mod">
        <pc:chgData name="Geng, Baocheng" userId="b4253f3e-c40b-4a70-8207-93818653a34c" providerId="ADAL" clId="{92881CC8-120A-4192-92F6-BEAB89A890D3}" dt="2023-02-14T15:09:02.268" v="744" actId="478"/>
        <pc:sldMkLst>
          <pc:docMk/>
          <pc:sldMk cId="0" sldId="332"/>
        </pc:sldMkLst>
        <pc:grpChg chg="del">
          <ac:chgData name="Geng, Baocheng" userId="b4253f3e-c40b-4a70-8207-93818653a34c" providerId="ADAL" clId="{92881CC8-120A-4192-92F6-BEAB89A890D3}" dt="2023-02-14T15:09:02.268" v="744" actId="478"/>
          <ac:grpSpMkLst>
            <pc:docMk/>
            <pc:sldMk cId="0" sldId="332"/>
            <ac:grpSpMk id="10" creationId="{00000000-0000-0000-0000-000000000000}"/>
          </ac:grpSpMkLst>
        </pc:grpChg>
      </pc:sldChg>
      <pc:sldChg chg="delSp modSp add mod">
        <pc:chgData name="Geng, Baocheng" userId="b4253f3e-c40b-4a70-8207-93818653a34c" providerId="ADAL" clId="{92881CC8-120A-4192-92F6-BEAB89A890D3}" dt="2023-02-14T15:13:25.910" v="810" actId="1076"/>
        <pc:sldMkLst>
          <pc:docMk/>
          <pc:sldMk cId="0" sldId="333"/>
        </pc:sldMkLst>
        <pc:spChg chg="del">
          <ac:chgData name="Geng, Baocheng" userId="b4253f3e-c40b-4a70-8207-93818653a34c" providerId="ADAL" clId="{92881CC8-120A-4192-92F6-BEAB89A890D3}" dt="2023-02-14T15:10:28.084" v="747" actId="478"/>
          <ac:spMkLst>
            <pc:docMk/>
            <pc:sldMk cId="0" sldId="333"/>
            <ac:spMk id="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0:28.084" v="747" actId="478"/>
          <ac:spMkLst>
            <pc:docMk/>
            <pc:sldMk cId="0" sldId="333"/>
            <ac:spMk id="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0:26.111" v="746" actId="478"/>
          <ac:spMkLst>
            <pc:docMk/>
            <pc:sldMk cId="0" sldId="333"/>
            <ac:spMk id="9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0:26.111" v="746" actId="478"/>
          <ac:spMkLst>
            <pc:docMk/>
            <pc:sldMk cId="0" sldId="333"/>
            <ac:spMk id="10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0:23.888" v="745" actId="478"/>
          <ac:spMkLst>
            <pc:docMk/>
            <pc:sldMk cId="0" sldId="333"/>
            <ac:spMk id="11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0:28.084" v="747" actId="478"/>
          <ac:spMkLst>
            <pc:docMk/>
            <pc:sldMk cId="0" sldId="333"/>
            <ac:spMk id="12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0:28.084" v="747" actId="478"/>
          <ac:spMkLst>
            <pc:docMk/>
            <pc:sldMk cId="0" sldId="333"/>
            <ac:spMk id="13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10:26.111" v="746" actId="478"/>
          <ac:spMkLst>
            <pc:docMk/>
            <pc:sldMk cId="0" sldId="333"/>
            <ac:spMk id="14" creationId="{00000000-0000-0000-0000-000000000000}"/>
          </ac:spMkLst>
        </pc:spChg>
        <pc:grpChg chg="del">
          <ac:chgData name="Geng, Baocheng" userId="b4253f3e-c40b-4a70-8207-93818653a34c" providerId="ADAL" clId="{92881CC8-120A-4192-92F6-BEAB89A890D3}" dt="2023-02-14T15:10:32.809" v="748" actId="478"/>
          <ac:grpSpMkLst>
            <pc:docMk/>
            <pc:sldMk cId="0" sldId="333"/>
            <ac:grpSpMk id="15" creationId="{00000000-0000-0000-0000-000000000000}"/>
          </ac:grpSpMkLst>
        </pc:grpChg>
        <pc:picChg chg="del mod replST">
          <ac:chgData name="Geng, Baocheng" userId="b4253f3e-c40b-4a70-8207-93818653a34c" providerId="ADAL" clId="{92881CC8-120A-4192-92F6-BEAB89A890D3}" dt="2023-02-14T15:11:51.554" v="797" actId="478"/>
          <ac:picMkLst>
            <pc:docMk/>
            <pc:sldMk cId="0" sldId="333"/>
            <ac:picMk id="22" creationId="{DCA9718D-7DBA-98D7-0436-9B47758EC63A}"/>
          </ac:picMkLst>
        </pc:picChg>
        <pc:picChg chg="mod ord replST">
          <ac:chgData name="Geng, Baocheng" userId="b4253f3e-c40b-4a70-8207-93818653a34c" providerId="ADAL" clId="{92881CC8-120A-4192-92F6-BEAB89A890D3}" dt="2023-02-14T15:13:25.910" v="810" actId="1076"/>
          <ac:picMkLst>
            <pc:docMk/>
            <pc:sldMk cId="0" sldId="333"/>
            <ac:picMk id="24" creationId="{73070D61-872A-2939-42EB-09559C52F9D8}"/>
          </ac:picMkLst>
        </pc:picChg>
      </pc:sldChg>
      <pc:sldChg chg="add del">
        <pc:chgData name="Geng, Baocheng" userId="b4253f3e-c40b-4a70-8207-93818653a34c" providerId="ADAL" clId="{92881CC8-120A-4192-92F6-BEAB89A890D3}" dt="2023-02-14T15:12:07.392" v="801" actId="47"/>
        <pc:sldMkLst>
          <pc:docMk/>
          <pc:sldMk cId="0" sldId="334"/>
        </pc:sldMkLst>
      </pc:sldChg>
      <pc:sldChg chg="add del">
        <pc:chgData name="Geng, Baocheng" userId="b4253f3e-c40b-4a70-8207-93818653a34c" providerId="ADAL" clId="{92881CC8-120A-4192-92F6-BEAB89A890D3}" dt="2023-02-14T15:12:11.986" v="802" actId="47"/>
        <pc:sldMkLst>
          <pc:docMk/>
          <pc:sldMk cId="0" sldId="335"/>
        </pc:sldMkLst>
      </pc:sldChg>
      <pc:sldChg chg="add del">
        <pc:chgData name="Geng, Baocheng" userId="b4253f3e-c40b-4a70-8207-93818653a34c" providerId="ADAL" clId="{92881CC8-120A-4192-92F6-BEAB89A890D3}" dt="2023-02-14T15:12:13.658" v="803" actId="47"/>
        <pc:sldMkLst>
          <pc:docMk/>
          <pc:sldMk cId="0" sldId="336"/>
        </pc:sldMkLst>
      </pc:sldChg>
      <pc:sldChg chg="add del">
        <pc:chgData name="Geng, Baocheng" userId="b4253f3e-c40b-4a70-8207-93818653a34c" providerId="ADAL" clId="{92881CC8-120A-4192-92F6-BEAB89A890D3}" dt="2023-02-14T15:12:16.817" v="804" actId="47"/>
        <pc:sldMkLst>
          <pc:docMk/>
          <pc:sldMk cId="0" sldId="337"/>
        </pc:sldMkLst>
      </pc:sldChg>
      <pc:sldChg chg="add del">
        <pc:chgData name="Geng, Baocheng" userId="b4253f3e-c40b-4a70-8207-93818653a34c" providerId="ADAL" clId="{92881CC8-120A-4192-92F6-BEAB89A890D3}" dt="2023-02-14T15:12:19.602" v="805" actId="47"/>
        <pc:sldMkLst>
          <pc:docMk/>
          <pc:sldMk cId="0" sldId="338"/>
        </pc:sldMkLst>
      </pc:sldChg>
      <pc:sldChg chg="delSp add del mod">
        <pc:chgData name="Geng, Baocheng" userId="b4253f3e-c40b-4a70-8207-93818653a34c" providerId="ADAL" clId="{92881CC8-120A-4192-92F6-BEAB89A890D3}" dt="2023-02-14T15:12:46.902" v="808" actId="47"/>
        <pc:sldMkLst>
          <pc:docMk/>
          <pc:sldMk cId="0" sldId="339"/>
        </pc:sldMkLst>
        <pc:grpChg chg="del">
          <ac:chgData name="Geng, Baocheng" userId="b4253f3e-c40b-4a70-8207-93818653a34c" providerId="ADAL" clId="{92881CC8-120A-4192-92F6-BEAB89A890D3}" dt="2023-02-14T15:12:33.682" v="806" actId="478"/>
          <ac:grpSpMkLst>
            <pc:docMk/>
            <pc:sldMk cId="0" sldId="339"/>
            <ac:grpSpMk id="5" creationId="{00000000-0000-0000-0000-000000000000}"/>
          </ac:grpSpMkLst>
        </pc:grpChg>
      </pc:sldChg>
      <pc:sldChg chg="delSp modSp add mod">
        <pc:chgData name="Geng, Baocheng" userId="b4253f3e-c40b-4a70-8207-93818653a34c" providerId="ADAL" clId="{92881CC8-120A-4192-92F6-BEAB89A890D3}" dt="2023-02-14T15:21:52.799" v="867" actId="1076"/>
        <pc:sldMkLst>
          <pc:docMk/>
          <pc:sldMk cId="0" sldId="340"/>
        </pc:sldMkLst>
        <pc:spChg chg="mod">
          <ac:chgData name="Geng, Baocheng" userId="b4253f3e-c40b-4a70-8207-93818653a34c" providerId="ADAL" clId="{92881CC8-120A-4192-92F6-BEAB89A890D3}" dt="2023-02-14T15:21:52.799" v="867" actId="1076"/>
          <ac:spMkLst>
            <pc:docMk/>
            <pc:sldMk cId="0" sldId="340"/>
            <ac:spMk id="2" creationId="{00000000-0000-0000-0000-000000000000}"/>
          </ac:spMkLst>
        </pc:spChg>
        <pc:grpChg chg="del">
          <ac:chgData name="Geng, Baocheng" userId="b4253f3e-c40b-4a70-8207-93818653a34c" providerId="ADAL" clId="{92881CC8-120A-4192-92F6-BEAB89A890D3}" dt="2023-02-14T15:12:45.399" v="807" actId="478"/>
          <ac:grpSpMkLst>
            <pc:docMk/>
            <pc:sldMk cId="0" sldId="340"/>
            <ac:grpSpMk id="6" creationId="{00000000-0000-0000-0000-000000000000}"/>
          </ac:grpSpMkLst>
        </pc:grpChg>
      </pc:sldChg>
      <pc:sldChg chg="delSp add mod">
        <pc:chgData name="Geng, Baocheng" userId="b4253f3e-c40b-4a70-8207-93818653a34c" providerId="ADAL" clId="{92881CC8-120A-4192-92F6-BEAB89A890D3}" dt="2023-02-14T15:12:49.492" v="809" actId="478"/>
        <pc:sldMkLst>
          <pc:docMk/>
          <pc:sldMk cId="0" sldId="341"/>
        </pc:sldMkLst>
        <pc:grpChg chg="del">
          <ac:chgData name="Geng, Baocheng" userId="b4253f3e-c40b-4a70-8207-93818653a34c" providerId="ADAL" clId="{92881CC8-120A-4192-92F6-BEAB89A890D3}" dt="2023-02-14T15:12:49.492" v="809" actId="478"/>
          <ac:grpSpMkLst>
            <pc:docMk/>
            <pc:sldMk cId="0" sldId="341"/>
            <ac:grpSpMk id="4" creationId="{00000000-0000-0000-0000-000000000000}"/>
          </ac:grpSpMkLst>
        </pc:grpChg>
      </pc:sldChg>
      <pc:sldChg chg="delSp add del mod">
        <pc:chgData name="Geng, Baocheng" userId="b4253f3e-c40b-4a70-8207-93818653a34c" providerId="ADAL" clId="{92881CC8-120A-4192-92F6-BEAB89A890D3}" dt="2023-02-14T15:56:44.672" v="1378" actId="47"/>
        <pc:sldMkLst>
          <pc:docMk/>
          <pc:sldMk cId="1609293684" sldId="342"/>
        </pc:sldMkLst>
        <pc:picChg chg="del">
          <ac:chgData name="Geng, Baocheng" userId="b4253f3e-c40b-4a70-8207-93818653a34c" providerId="ADAL" clId="{92881CC8-120A-4192-92F6-BEAB89A890D3}" dt="2023-02-14T15:19:56.916" v="863" actId="478"/>
          <ac:picMkLst>
            <pc:docMk/>
            <pc:sldMk cId="1609293684" sldId="342"/>
            <ac:picMk id="29" creationId="{A86707DD-E326-B413-E4FC-323BCCBE6DAC}"/>
          </ac:picMkLst>
        </pc:picChg>
      </pc:sldChg>
      <pc:sldChg chg="add del">
        <pc:chgData name="Geng, Baocheng" userId="b4253f3e-c40b-4a70-8207-93818653a34c" providerId="ADAL" clId="{92881CC8-120A-4192-92F6-BEAB89A890D3}" dt="2023-02-14T16:27:02.833" v="1396" actId="2696"/>
        <pc:sldMkLst>
          <pc:docMk/>
          <pc:sldMk cId="3839226861" sldId="343"/>
        </pc:sldMkLst>
      </pc:sldChg>
      <pc:sldChg chg="addSp delSp modSp add mod ord">
        <pc:chgData name="Geng, Baocheng" userId="b4253f3e-c40b-4a70-8207-93818653a34c" providerId="ADAL" clId="{92881CC8-120A-4192-92F6-BEAB89A890D3}" dt="2023-02-14T15:26:43.037" v="1114" actId="20577"/>
        <pc:sldMkLst>
          <pc:docMk/>
          <pc:sldMk cId="1578103398" sldId="344"/>
        </pc:sldMkLst>
        <pc:spChg chg="mod">
          <ac:chgData name="Geng, Baocheng" userId="b4253f3e-c40b-4a70-8207-93818653a34c" providerId="ADAL" clId="{92881CC8-120A-4192-92F6-BEAB89A890D3}" dt="2023-02-14T15:22:37.298" v="891" actId="20577"/>
          <ac:spMkLst>
            <pc:docMk/>
            <pc:sldMk cId="1578103398" sldId="344"/>
            <ac:spMk id="2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22:32.222" v="877" actId="478"/>
          <ac:spMkLst>
            <pc:docMk/>
            <pc:sldMk cId="1578103398" sldId="344"/>
            <ac:spMk id="3" creationId="{00000000-0000-0000-0000-000000000000}"/>
          </ac:spMkLst>
        </pc:spChg>
        <pc:spChg chg="add mod">
          <ac:chgData name="Geng, Baocheng" userId="b4253f3e-c40b-4a70-8207-93818653a34c" providerId="ADAL" clId="{92881CC8-120A-4192-92F6-BEAB89A890D3}" dt="2023-02-14T15:26:43.037" v="1114" actId="20577"/>
          <ac:spMkLst>
            <pc:docMk/>
            <pc:sldMk cId="1578103398" sldId="344"/>
            <ac:spMk id="5" creationId="{62EACB05-5B72-14A7-7FDA-4B0927AFFFC6}"/>
          </ac:spMkLst>
        </pc:spChg>
        <pc:spChg chg="del">
          <ac:chgData name="Geng, Baocheng" userId="b4253f3e-c40b-4a70-8207-93818653a34c" providerId="ADAL" clId="{92881CC8-120A-4192-92F6-BEAB89A890D3}" dt="2023-02-14T15:22:33.587" v="878" actId="478"/>
          <ac:spMkLst>
            <pc:docMk/>
            <pc:sldMk cId="1578103398" sldId="344"/>
            <ac:spMk id="9" creationId="{00000000-0000-0000-0000-000000000000}"/>
          </ac:spMkLst>
        </pc:spChg>
      </pc:sldChg>
      <pc:sldChg chg="addSp delSp add mod">
        <pc:chgData name="Geng, Baocheng" userId="b4253f3e-c40b-4a70-8207-93818653a34c" providerId="ADAL" clId="{92881CC8-120A-4192-92F6-BEAB89A890D3}" dt="2023-02-14T15:35:45.885" v="1118" actId="478"/>
        <pc:sldMkLst>
          <pc:docMk/>
          <pc:sldMk cId="1730667214" sldId="345"/>
        </pc:sldMkLst>
        <pc:spChg chg="add del">
          <ac:chgData name="Geng, Baocheng" userId="b4253f3e-c40b-4a70-8207-93818653a34c" providerId="ADAL" clId="{92881CC8-120A-4192-92F6-BEAB89A890D3}" dt="2023-02-14T15:35:45.885" v="1118" actId="478"/>
          <ac:spMkLst>
            <pc:docMk/>
            <pc:sldMk cId="1730667214" sldId="345"/>
            <ac:spMk id="33" creationId="{00000000-0000-0000-0000-000000000000}"/>
          </ac:spMkLst>
        </pc:spChg>
        <pc:spChg chg="add del">
          <ac:chgData name="Geng, Baocheng" userId="b4253f3e-c40b-4a70-8207-93818653a34c" providerId="ADAL" clId="{92881CC8-120A-4192-92F6-BEAB89A890D3}" dt="2023-02-14T15:35:45.885" v="1118" actId="478"/>
          <ac:spMkLst>
            <pc:docMk/>
            <pc:sldMk cId="1730667214" sldId="345"/>
            <ac:spMk id="36" creationId="{00000000-0000-0000-0000-000000000000}"/>
          </ac:spMkLst>
        </pc:spChg>
        <pc:spChg chg="add del">
          <ac:chgData name="Geng, Baocheng" userId="b4253f3e-c40b-4a70-8207-93818653a34c" providerId="ADAL" clId="{92881CC8-120A-4192-92F6-BEAB89A890D3}" dt="2023-02-14T15:35:45.885" v="1118" actId="478"/>
          <ac:spMkLst>
            <pc:docMk/>
            <pc:sldMk cId="1730667214" sldId="345"/>
            <ac:spMk id="58" creationId="{5BCD5833-9DD5-0712-4A6F-E464C1499D3E}"/>
          </ac:spMkLst>
        </pc:spChg>
        <pc:picChg chg="add del">
          <ac:chgData name="Geng, Baocheng" userId="b4253f3e-c40b-4a70-8207-93818653a34c" providerId="ADAL" clId="{92881CC8-120A-4192-92F6-BEAB89A890D3}" dt="2023-02-14T15:35:45.885" v="1118" actId="478"/>
          <ac:picMkLst>
            <pc:docMk/>
            <pc:sldMk cId="1730667214" sldId="345"/>
            <ac:picMk id="66" creationId="{DA7F260B-1E8B-8068-DE3D-4547BB571988}"/>
          </ac:picMkLst>
        </pc:picChg>
        <pc:picChg chg="add del">
          <ac:chgData name="Geng, Baocheng" userId="b4253f3e-c40b-4a70-8207-93818653a34c" providerId="ADAL" clId="{92881CC8-120A-4192-92F6-BEAB89A890D3}" dt="2023-02-14T15:35:45.885" v="1118" actId="478"/>
          <ac:picMkLst>
            <pc:docMk/>
            <pc:sldMk cId="1730667214" sldId="345"/>
            <ac:picMk id="70" creationId="{795E194D-83B2-B6C7-D469-C7F71BE3A73E}"/>
          </ac:picMkLst>
        </pc:picChg>
        <pc:picChg chg="add del">
          <ac:chgData name="Geng, Baocheng" userId="b4253f3e-c40b-4a70-8207-93818653a34c" providerId="ADAL" clId="{92881CC8-120A-4192-92F6-BEAB89A890D3}" dt="2023-02-14T15:35:45.885" v="1118" actId="478"/>
          <ac:picMkLst>
            <pc:docMk/>
            <pc:sldMk cId="1730667214" sldId="345"/>
            <ac:picMk id="72" creationId="{5A270548-3FF0-173A-4528-0AA457F35F67}"/>
          </ac:picMkLst>
        </pc:picChg>
      </pc:sldChg>
      <pc:sldChg chg="addSp delSp modSp add mod">
        <pc:chgData name="Geng, Baocheng" userId="b4253f3e-c40b-4a70-8207-93818653a34c" providerId="ADAL" clId="{92881CC8-120A-4192-92F6-BEAB89A890D3}" dt="2023-02-14T15:58:35.640" v="1393" actId="20577"/>
        <pc:sldMkLst>
          <pc:docMk/>
          <pc:sldMk cId="3174022890" sldId="346"/>
        </pc:sldMkLst>
        <pc:spChg chg="mod">
          <ac:chgData name="Geng, Baocheng" userId="b4253f3e-c40b-4a70-8207-93818653a34c" providerId="ADAL" clId="{92881CC8-120A-4192-92F6-BEAB89A890D3}" dt="2023-02-14T15:58:35.640" v="1393" actId="20577"/>
          <ac:spMkLst>
            <pc:docMk/>
            <pc:sldMk cId="3174022890" sldId="346"/>
            <ac:spMk id="2" creationId="{00000000-0000-0000-0000-000000000000}"/>
          </ac:spMkLst>
        </pc:spChg>
        <pc:spChg chg="add mod">
          <ac:chgData name="Geng, Baocheng" userId="b4253f3e-c40b-4a70-8207-93818653a34c" providerId="ADAL" clId="{92881CC8-120A-4192-92F6-BEAB89A890D3}" dt="2023-02-14T15:54:27.423" v="1349" actId="1076"/>
          <ac:spMkLst>
            <pc:docMk/>
            <pc:sldMk cId="3174022890" sldId="346"/>
            <ac:spMk id="3" creationId="{26DB53F9-86CD-AD0A-6286-9EFA2BF20505}"/>
          </ac:spMkLst>
        </pc:spChg>
        <pc:spChg chg="del">
          <ac:chgData name="Geng, Baocheng" userId="b4253f3e-c40b-4a70-8207-93818653a34c" providerId="ADAL" clId="{92881CC8-120A-4192-92F6-BEAB89A890D3}" dt="2023-02-14T15:50:25.317" v="1266" actId="478"/>
          <ac:spMkLst>
            <pc:docMk/>
            <pc:sldMk cId="3174022890" sldId="346"/>
            <ac:spMk id="5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50:25.317" v="1266" actId="478"/>
          <ac:spMkLst>
            <pc:docMk/>
            <pc:sldMk cId="3174022890" sldId="346"/>
            <ac:spMk id="6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50:25.317" v="1266" actId="478"/>
          <ac:spMkLst>
            <pc:docMk/>
            <pc:sldMk cId="3174022890" sldId="346"/>
            <ac:spMk id="7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50:25.317" v="1266" actId="478"/>
          <ac:spMkLst>
            <pc:docMk/>
            <pc:sldMk cId="3174022890" sldId="346"/>
            <ac:spMk id="8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50:25.317" v="1266" actId="478"/>
          <ac:spMkLst>
            <pc:docMk/>
            <pc:sldMk cId="3174022890" sldId="346"/>
            <ac:spMk id="9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50:25.317" v="1266" actId="478"/>
          <ac:spMkLst>
            <pc:docMk/>
            <pc:sldMk cId="3174022890" sldId="346"/>
            <ac:spMk id="10" creationId="{00000000-0000-0000-0000-000000000000}"/>
          </ac:spMkLst>
        </pc:spChg>
        <pc:picChg chg="add mod">
          <ac:chgData name="Geng, Baocheng" userId="b4253f3e-c40b-4a70-8207-93818653a34c" providerId="ADAL" clId="{92881CC8-120A-4192-92F6-BEAB89A890D3}" dt="2023-02-14T15:53:21.574" v="1345" actId="14100"/>
          <ac:picMkLst>
            <pc:docMk/>
            <pc:sldMk cId="3174022890" sldId="346"/>
            <ac:picMk id="11" creationId="{C1FF4BB0-85BD-253D-3880-18B4858417A5}"/>
          </ac:picMkLst>
        </pc:picChg>
        <pc:picChg chg="del">
          <ac:chgData name="Geng, Baocheng" userId="b4253f3e-c40b-4a70-8207-93818653a34c" providerId="ADAL" clId="{92881CC8-120A-4192-92F6-BEAB89A890D3}" dt="2023-02-14T15:50:25.317" v="1266" actId="478"/>
          <ac:picMkLst>
            <pc:docMk/>
            <pc:sldMk cId="3174022890" sldId="346"/>
            <ac:picMk id="31" creationId="{79AE508D-D3BB-DE61-76A7-D91EF6DC54AE}"/>
          </ac:picMkLst>
        </pc:picChg>
        <pc:picChg chg="del">
          <ac:chgData name="Geng, Baocheng" userId="b4253f3e-c40b-4a70-8207-93818653a34c" providerId="ADAL" clId="{92881CC8-120A-4192-92F6-BEAB89A890D3}" dt="2023-02-14T15:50:25.317" v="1266" actId="478"/>
          <ac:picMkLst>
            <pc:docMk/>
            <pc:sldMk cId="3174022890" sldId="346"/>
            <ac:picMk id="32" creationId="{DF2A2DD5-2CAA-AA58-7EBE-FE953453B5A3}"/>
          </ac:picMkLst>
        </pc:picChg>
      </pc:sldChg>
      <pc:sldChg chg="addSp delSp modSp add mod">
        <pc:chgData name="Geng, Baocheng" userId="b4253f3e-c40b-4a70-8207-93818653a34c" providerId="ADAL" clId="{92881CC8-120A-4192-92F6-BEAB89A890D3}" dt="2023-02-14T15:58:24.503" v="1386" actId="14100"/>
        <pc:sldMkLst>
          <pc:docMk/>
          <pc:sldMk cId="1246312653" sldId="347"/>
        </pc:sldMkLst>
        <pc:spChg chg="mod">
          <ac:chgData name="Geng, Baocheng" userId="b4253f3e-c40b-4a70-8207-93818653a34c" providerId="ADAL" clId="{92881CC8-120A-4192-92F6-BEAB89A890D3}" dt="2023-02-14T15:58:24.503" v="1386" actId="14100"/>
          <ac:spMkLst>
            <pc:docMk/>
            <pc:sldMk cId="1246312653" sldId="347"/>
            <ac:spMk id="2" creationId="{00000000-0000-0000-0000-000000000000}"/>
          </ac:spMkLst>
        </pc:spChg>
        <pc:spChg chg="del">
          <ac:chgData name="Geng, Baocheng" userId="b4253f3e-c40b-4a70-8207-93818653a34c" providerId="ADAL" clId="{92881CC8-120A-4192-92F6-BEAB89A890D3}" dt="2023-02-14T15:54:35.893" v="1350" actId="478"/>
          <ac:spMkLst>
            <pc:docMk/>
            <pc:sldMk cId="1246312653" sldId="347"/>
            <ac:spMk id="3" creationId="{26DB53F9-86CD-AD0A-6286-9EFA2BF20505}"/>
          </ac:spMkLst>
        </pc:spChg>
        <pc:picChg chg="add mod">
          <ac:chgData name="Geng, Baocheng" userId="b4253f3e-c40b-4a70-8207-93818653a34c" providerId="ADAL" clId="{92881CC8-120A-4192-92F6-BEAB89A890D3}" dt="2023-02-14T15:54:46.635" v="1356" actId="1076"/>
          <ac:picMkLst>
            <pc:docMk/>
            <pc:sldMk cId="1246312653" sldId="347"/>
            <ac:picMk id="5" creationId="{681B032E-FFB3-A739-B8A1-EBBCF3209C09}"/>
          </ac:picMkLst>
        </pc:picChg>
        <pc:picChg chg="del">
          <ac:chgData name="Geng, Baocheng" userId="b4253f3e-c40b-4a70-8207-93818653a34c" providerId="ADAL" clId="{92881CC8-120A-4192-92F6-BEAB89A890D3}" dt="2023-02-14T15:54:13.178" v="1347" actId="478"/>
          <ac:picMkLst>
            <pc:docMk/>
            <pc:sldMk cId="1246312653" sldId="347"/>
            <ac:picMk id="11" creationId="{C1FF4BB0-85BD-253D-3880-18B4858417A5}"/>
          </ac:picMkLst>
        </pc:picChg>
      </pc:sldChg>
    </pc:docChg>
  </pc:docChgLst>
  <pc:docChgLst>
    <pc:chgData name="Geng, Baocheng" userId="S::bgeng@uab.edu::b4253f3e-c40b-4a70-8207-93818653a34c" providerId="AD" clId="Web-{B9C03C01-09FF-137F-8655-8839CE8133B8}"/>
    <pc:docChg chg="addSld delSld modSld">
      <pc:chgData name="Geng, Baocheng" userId="S::bgeng@uab.edu::b4253f3e-c40b-4a70-8207-93818653a34c" providerId="AD" clId="Web-{B9C03C01-09FF-137F-8655-8839CE8133B8}" dt="2024-02-13T02:51:20.365" v="18" actId="20577"/>
      <pc:docMkLst>
        <pc:docMk/>
      </pc:docMkLst>
      <pc:sldChg chg="modSp">
        <pc:chgData name="Geng, Baocheng" userId="S::bgeng@uab.edu::b4253f3e-c40b-4a70-8207-93818653a34c" providerId="AD" clId="Web-{B9C03C01-09FF-137F-8655-8839CE8133B8}" dt="2024-02-13T02:28:59.477" v="10" actId="20577"/>
        <pc:sldMkLst>
          <pc:docMk/>
          <pc:sldMk cId="0" sldId="261"/>
        </pc:sldMkLst>
        <pc:spChg chg="mod">
          <ac:chgData name="Geng, Baocheng" userId="S::bgeng@uab.edu::b4253f3e-c40b-4a70-8207-93818653a34c" providerId="AD" clId="Web-{B9C03C01-09FF-137F-8655-8839CE8133B8}" dt="2024-02-13T02:28:59.477" v="10" actId="20577"/>
          <ac:spMkLst>
            <pc:docMk/>
            <pc:sldMk cId="0" sldId="261"/>
            <ac:spMk id="12" creationId="{00000000-0000-0000-0000-000000000000}"/>
          </ac:spMkLst>
        </pc:spChg>
      </pc:sldChg>
      <pc:sldChg chg="del">
        <pc:chgData name="Geng, Baocheng" userId="S::bgeng@uab.edu::b4253f3e-c40b-4a70-8207-93818653a34c" providerId="AD" clId="Web-{B9C03C01-09FF-137F-8655-8839CE8133B8}" dt="2024-02-13T02:19:26.901" v="0"/>
        <pc:sldMkLst>
          <pc:docMk/>
          <pc:sldMk cId="0" sldId="291"/>
        </pc:sldMkLst>
      </pc:sldChg>
      <pc:sldChg chg="modSp">
        <pc:chgData name="Geng, Baocheng" userId="S::bgeng@uab.edu::b4253f3e-c40b-4a70-8207-93818653a34c" providerId="AD" clId="Web-{B9C03C01-09FF-137F-8655-8839CE8133B8}" dt="2024-02-13T02:24:11.408" v="4" actId="14100"/>
        <pc:sldMkLst>
          <pc:docMk/>
          <pc:sldMk cId="0" sldId="332"/>
        </pc:sldMkLst>
        <pc:spChg chg="mod">
          <ac:chgData name="Geng, Baocheng" userId="S::bgeng@uab.edu::b4253f3e-c40b-4a70-8207-93818653a34c" providerId="AD" clId="Web-{B9C03C01-09FF-137F-8655-8839CE8133B8}" dt="2024-02-13T02:24:11.408" v="4" actId="14100"/>
          <ac:spMkLst>
            <pc:docMk/>
            <pc:sldMk cId="0" sldId="332"/>
            <ac:spMk id="8" creationId="{00000000-0000-0000-0000-000000000000}"/>
          </ac:spMkLst>
        </pc:spChg>
        <pc:spChg chg="mod">
          <ac:chgData name="Geng, Baocheng" userId="S::bgeng@uab.edu::b4253f3e-c40b-4a70-8207-93818653a34c" providerId="AD" clId="Web-{B9C03C01-09FF-137F-8655-8839CE8133B8}" dt="2024-02-13T02:24:08.642" v="3" actId="1076"/>
          <ac:spMkLst>
            <pc:docMk/>
            <pc:sldMk cId="0" sldId="332"/>
            <ac:spMk id="9" creationId="{00000000-0000-0000-0000-000000000000}"/>
          </ac:spMkLst>
        </pc:spChg>
      </pc:sldChg>
      <pc:sldChg chg="modSp">
        <pc:chgData name="Geng, Baocheng" userId="S::bgeng@uab.edu::b4253f3e-c40b-4a70-8207-93818653a34c" providerId="AD" clId="Web-{B9C03C01-09FF-137F-8655-8839CE8133B8}" dt="2024-02-13T02:51:20.365" v="18" actId="20577"/>
        <pc:sldMkLst>
          <pc:docMk/>
          <pc:sldMk cId="0" sldId="341"/>
        </pc:sldMkLst>
        <pc:spChg chg="mod">
          <ac:chgData name="Geng, Baocheng" userId="S::bgeng@uab.edu::b4253f3e-c40b-4a70-8207-93818653a34c" providerId="AD" clId="Web-{B9C03C01-09FF-137F-8655-8839CE8133B8}" dt="2024-02-13T02:51:20.365" v="18" actId="20577"/>
          <ac:spMkLst>
            <pc:docMk/>
            <pc:sldMk cId="0" sldId="341"/>
            <ac:spMk id="3" creationId="{00000000-0000-0000-0000-000000000000}"/>
          </ac:spMkLst>
        </pc:spChg>
      </pc:sldChg>
      <pc:sldChg chg="modSp">
        <pc:chgData name="Geng, Baocheng" userId="S::bgeng@uab.edu::b4253f3e-c40b-4a70-8207-93818653a34c" providerId="AD" clId="Web-{B9C03C01-09FF-137F-8655-8839CE8133B8}" dt="2024-02-13T02:25:30.164" v="8" actId="20577"/>
        <pc:sldMkLst>
          <pc:docMk/>
          <pc:sldMk cId="1578103398" sldId="344"/>
        </pc:sldMkLst>
        <pc:spChg chg="mod">
          <ac:chgData name="Geng, Baocheng" userId="S::bgeng@uab.edu::b4253f3e-c40b-4a70-8207-93818653a34c" providerId="AD" clId="Web-{B9C03C01-09FF-137F-8655-8839CE8133B8}" dt="2024-02-13T02:25:30.164" v="8" actId="20577"/>
          <ac:spMkLst>
            <pc:docMk/>
            <pc:sldMk cId="1578103398" sldId="344"/>
            <ac:spMk id="5" creationId="{62EACB05-5B72-14A7-7FDA-4B0927AFFFC6}"/>
          </ac:spMkLst>
        </pc:spChg>
      </pc:sldChg>
      <pc:sldChg chg="delSp">
        <pc:chgData name="Geng, Baocheng" userId="S::bgeng@uab.edu::b4253f3e-c40b-4a70-8207-93818653a34c" providerId="AD" clId="Web-{B9C03C01-09FF-137F-8655-8839CE8133B8}" dt="2024-02-13T02:46:23.044" v="12"/>
        <pc:sldMkLst>
          <pc:docMk/>
          <pc:sldMk cId="3174022890" sldId="346"/>
        </pc:sldMkLst>
        <pc:picChg chg="del">
          <ac:chgData name="Geng, Baocheng" userId="S::bgeng@uab.edu::b4253f3e-c40b-4a70-8207-93818653a34c" providerId="AD" clId="Web-{B9C03C01-09FF-137F-8655-8839CE8133B8}" dt="2024-02-13T02:46:23.044" v="12"/>
          <ac:picMkLst>
            <pc:docMk/>
            <pc:sldMk cId="3174022890" sldId="346"/>
            <ac:picMk id="11" creationId="{C1FF4BB0-85BD-253D-3880-18B4858417A5}"/>
          </ac:picMkLst>
        </pc:picChg>
      </pc:sldChg>
      <pc:sldChg chg="add replId">
        <pc:chgData name="Geng, Baocheng" userId="S::bgeng@uab.edu::b4253f3e-c40b-4a70-8207-93818653a34c" providerId="AD" clId="Web-{B9C03C01-09FF-137F-8655-8839CE8133B8}" dt="2024-02-13T02:46:20.560" v="11"/>
        <pc:sldMkLst>
          <pc:docMk/>
          <pc:sldMk cId="364925818" sldId="348"/>
        </pc:sldMkLst>
      </pc:sldChg>
      <pc:sldChg chg="new del">
        <pc:chgData name="Geng, Baocheng" userId="S::bgeng@uab.edu::b4253f3e-c40b-4a70-8207-93818653a34c" providerId="AD" clId="Web-{B9C03C01-09FF-137F-8655-8839CE8133B8}" dt="2024-02-13T02:24:49.457" v="6"/>
        <pc:sldMkLst>
          <pc:docMk/>
          <pc:sldMk cId="1396949340" sldId="348"/>
        </pc:sldMkLst>
      </pc:sldChg>
      <pc:sldChg chg="new del">
        <pc:chgData name="Geng, Baocheng" userId="S::bgeng@uab.edu::b4253f3e-c40b-4a70-8207-93818653a34c" providerId="AD" clId="Web-{B9C03C01-09FF-137F-8655-8839CE8133B8}" dt="2024-02-13T02:20:40.282" v="2"/>
        <pc:sldMkLst>
          <pc:docMk/>
          <pc:sldMk cId="3979393005" sldId="34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45717" y="62407"/>
            <a:ext cx="2118664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/23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/23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/23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/23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/23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55600"/>
          </a:xfrm>
          <a:custGeom>
            <a:avLst/>
            <a:gdLst/>
            <a:ahLst/>
            <a:cxnLst/>
            <a:rect l="l" t="t" r="r" b="b"/>
            <a:pathLst>
              <a:path w="4608195" h="355600">
                <a:moveTo>
                  <a:pt x="4608004" y="0"/>
                </a:moveTo>
                <a:lnTo>
                  <a:pt x="0" y="0"/>
                </a:lnTo>
                <a:lnTo>
                  <a:pt x="0" y="355180"/>
                </a:lnTo>
                <a:lnTo>
                  <a:pt x="4608004" y="355180"/>
                </a:lnTo>
                <a:lnTo>
                  <a:pt x="4608004" y="0"/>
                </a:lnTo>
                <a:close/>
              </a:path>
            </a:pathLst>
          </a:custGeom>
          <a:solidFill>
            <a:srgbClr val="525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7347" y="62407"/>
            <a:ext cx="357540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5844" y="859825"/>
            <a:ext cx="4356735" cy="17750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Book Antiqua"/>
                <a:cs typeface="Book Antiqu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529" y="3352708"/>
            <a:ext cx="1245870" cy="103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095987" y="3343393"/>
            <a:ext cx="526414" cy="111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Bookman Old Style"/>
                <a:cs typeface="Bookman Old Style"/>
              </a:defRPr>
            </a:lvl1pPr>
          </a:lstStyle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‹#›</a:t>
            </a:fld>
            <a:r>
              <a:rPr dirty="0"/>
              <a:t>/23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8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7" Type="http://schemas.openxmlformats.org/officeDocument/2006/relationships/slide" Target="slide3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slide" Target="slide4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37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4.xml"/><Relationship Id="rId7" Type="http://schemas.openxmlformats.org/officeDocument/2006/relationships/image" Target="../media/image6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5.png"/><Relationship Id="rId5" Type="http://schemas.openxmlformats.org/officeDocument/2006/relationships/slide" Target="slide1.xml"/><Relationship Id="rId4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slide" Target="slide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Relationship Id="rId4" Type="http://schemas.openxmlformats.org/officeDocument/2006/relationships/image" Target="../media/image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" Target="slide28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4" Type="http://schemas.openxmlformats.org/officeDocument/2006/relationships/image" Target="../media/image1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2.png"/><Relationship Id="rId5" Type="http://schemas.openxmlformats.org/officeDocument/2006/relationships/image" Target="../media/image13.png"/><Relationship Id="rId4" Type="http://schemas.openxmlformats.org/officeDocument/2006/relationships/slide" Target="slide2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" Target="slide28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28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" Target="slide2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4" Type="http://schemas.openxmlformats.org/officeDocument/2006/relationships/image" Target="../media/image1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slide" Target="slide28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2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790702"/>
            <a:ext cx="4483735" cy="767715"/>
            <a:chOff x="87743" y="790702"/>
            <a:chExt cx="4483735" cy="767715"/>
          </a:xfrm>
        </p:grpSpPr>
        <p:sp>
          <p:nvSpPr>
            <p:cNvPr id="3" name="object 3"/>
            <p:cNvSpPr/>
            <p:nvPr/>
          </p:nvSpPr>
          <p:spPr>
            <a:xfrm>
              <a:off x="87743" y="790702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53960"/>
              <a:ext cx="4432935" cy="704215"/>
            </a:xfrm>
            <a:custGeom>
              <a:avLst/>
              <a:gdLst/>
              <a:ahLst/>
              <a:cxnLst/>
              <a:rect l="l" t="t" r="r" b="b"/>
              <a:pathLst>
                <a:path w="4432935" h="704215">
                  <a:moveTo>
                    <a:pt x="4432566" y="0"/>
                  </a:moveTo>
                  <a:lnTo>
                    <a:pt x="0" y="0"/>
                  </a:lnTo>
                  <a:lnTo>
                    <a:pt x="0" y="703961"/>
                  </a:lnTo>
                  <a:lnTo>
                    <a:pt x="4432566" y="70396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35126"/>
              <a:ext cx="4432935" cy="672465"/>
            </a:xfrm>
            <a:custGeom>
              <a:avLst/>
              <a:gdLst/>
              <a:ahLst/>
              <a:cxnLst/>
              <a:rect l="l" t="t" r="r" b="b"/>
              <a:pathLst>
                <a:path w="4432935" h="672465">
                  <a:moveTo>
                    <a:pt x="4432566" y="0"/>
                  </a:moveTo>
                  <a:lnTo>
                    <a:pt x="0" y="0"/>
                  </a:lnTo>
                  <a:lnTo>
                    <a:pt x="0" y="621195"/>
                  </a:lnTo>
                  <a:lnTo>
                    <a:pt x="4008" y="640919"/>
                  </a:lnTo>
                  <a:lnTo>
                    <a:pt x="14922" y="657072"/>
                  </a:lnTo>
                  <a:lnTo>
                    <a:pt x="31075" y="667986"/>
                  </a:lnTo>
                  <a:lnTo>
                    <a:pt x="50800" y="671995"/>
                  </a:lnTo>
                  <a:lnTo>
                    <a:pt x="4381766" y="671995"/>
                  </a:lnTo>
                  <a:lnTo>
                    <a:pt x="4401491" y="667986"/>
                  </a:lnTo>
                  <a:lnTo>
                    <a:pt x="4417644" y="657072"/>
                  </a:lnTo>
                  <a:lnTo>
                    <a:pt x="4428558" y="640919"/>
                  </a:lnTo>
                  <a:lnTo>
                    <a:pt x="4432566" y="62119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5252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53960"/>
            <a:ext cx="4432935" cy="70421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R="93980" algn="ctr">
              <a:lnSpc>
                <a:spcPct val="100000"/>
              </a:lnSpc>
              <a:spcBef>
                <a:spcPts val="520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CS</a:t>
            </a:r>
            <a:r>
              <a:rPr sz="1400" spc="175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Book Antiqua"/>
                <a:cs typeface="Book Antiqua"/>
              </a:rPr>
              <a:t>355/555</a:t>
            </a:r>
            <a:endParaRPr sz="1400">
              <a:latin typeface="Book Antiqua"/>
              <a:cs typeface="Book Antiqua"/>
            </a:endParaRPr>
          </a:p>
          <a:p>
            <a:pPr marR="34290" algn="ctr">
              <a:lnSpc>
                <a:spcPct val="100000"/>
              </a:lnSpc>
              <a:spcBef>
                <a:spcPts val="114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Probability</a:t>
            </a:r>
            <a:r>
              <a:rPr sz="1400" spc="9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and</a:t>
            </a:r>
            <a:r>
              <a:rPr sz="1400" spc="9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Statistics</a:t>
            </a:r>
            <a:r>
              <a:rPr sz="1400" spc="9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for</a:t>
            </a:r>
            <a:r>
              <a:rPr sz="1400" spc="9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CS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94649" y="1715668"/>
            <a:ext cx="1219200" cy="45012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Book Antiqua"/>
                <a:cs typeface="Book Antiqua"/>
              </a:rPr>
              <a:t>Baocheng Geng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950" dirty="0">
              <a:latin typeface="Book Antiqua"/>
              <a:cs typeface="Book Antiqua"/>
            </a:endParaRPr>
          </a:p>
          <a:p>
            <a:pPr algn="ctr">
              <a:lnSpc>
                <a:spcPct val="100000"/>
              </a:lnSpc>
            </a:pPr>
            <a:r>
              <a:rPr lang="en-US" sz="800" dirty="0">
                <a:latin typeface="Century"/>
                <a:cs typeface="Century"/>
              </a:rPr>
              <a:t>Lecture 12, 2/12/2023</a:t>
            </a:r>
            <a:endParaRPr sz="800" dirty="0">
              <a:latin typeface="Century"/>
              <a:cs typeface="Century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1</a:t>
            </a:fld>
            <a:r>
              <a:rPr dirty="0"/>
              <a:t>/23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 dirty="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17347" y="62407"/>
            <a:ext cx="357540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68375">
              <a:lnSpc>
                <a:spcPct val="100000"/>
              </a:lnSpc>
              <a:spcBef>
                <a:spcPts val="135"/>
              </a:spcBef>
            </a:pPr>
            <a:r>
              <a:rPr lang="en-US" spc="-25" dirty="0"/>
              <a:t>             Test 1</a:t>
            </a:r>
            <a:endParaRPr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1622615" y="1245003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35" dirty="0">
                <a:solidFill>
                  <a:srgbClr val="FFFFFF"/>
                </a:solidFill>
                <a:latin typeface="Book Antiqua"/>
                <a:cs typeface="Book Antiqua"/>
              </a:rPr>
              <a:t>Copyright</a:t>
            </a:r>
            <a:r>
              <a:rPr sz="1200" spc="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Book Antiqua"/>
                <a:cs typeface="Book Antiqua"/>
              </a:rPr>
              <a:t>Statement</a:t>
            </a:r>
            <a:endParaRPr sz="1200" dirty="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2</a:t>
            </a:fld>
            <a:r>
              <a:rPr dirty="0"/>
              <a:t>/23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EACB05-5B72-14A7-7FDA-4B0927AFFFC6}"/>
              </a:ext>
            </a:extLst>
          </p:cNvPr>
          <p:cNvSpPr txBox="1"/>
          <p:nvPr/>
        </p:nvSpPr>
        <p:spPr>
          <a:xfrm>
            <a:off x="449990" y="920349"/>
            <a:ext cx="3657600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AutoNum type="arabicPeriod"/>
            </a:pPr>
            <a:r>
              <a:rPr lang="en-US" sz="1400" dirty="0"/>
              <a:t>Next Friday 2/21 (in class)</a:t>
            </a:r>
          </a:p>
          <a:p>
            <a:pPr marL="342900" indent="-342900">
              <a:buAutoNum type="arabicPeriod"/>
            </a:pPr>
            <a:r>
              <a:rPr lang="en-US" sz="1400" dirty="0"/>
              <a:t>Close book close note (One cheat sheet allowed)</a:t>
            </a:r>
          </a:p>
          <a:p>
            <a:pPr marL="342900" indent="-342900">
              <a:buAutoNum type="arabicPeriod"/>
            </a:pPr>
            <a:r>
              <a:rPr lang="en-US" sz="1400" dirty="0"/>
              <a:t>Friday: exercises, next week: review and solutions</a:t>
            </a:r>
          </a:p>
          <a:p>
            <a:pPr marL="342900" indent="-342900">
              <a:buAutoNum type="arabicPeriod"/>
            </a:pPr>
            <a:r>
              <a:rPr lang="en-US" sz="1400" dirty="0"/>
              <a:t>Schedule accommodations</a:t>
            </a:r>
          </a:p>
        </p:txBody>
      </p:sp>
    </p:spTree>
    <p:extLst>
      <p:ext uri="{BB962C8B-B14F-4D97-AF65-F5344CB8AC3E}">
        <p14:creationId xmlns:p14="http://schemas.microsoft.com/office/powerpoint/2010/main" val="1578103398"/>
      </p:ext>
    </p:extLst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3209" y="62407"/>
            <a:ext cx="100203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Introduction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30" y="1034897"/>
            <a:ext cx="155092" cy="15509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55047" y="650239"/>
            <a:ext cx="2666365" cy="539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9672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Expectation</a:t>
            </a:r>
            <a:r>
              <a:rPr sz="1100" spc="9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2.4</a:t>
            </a:r>
            <a:endParaRPr sz="1100" dirty="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 dirty="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</a:pPr>
            <a:r>
              <a:rPr sz="1200" spc="277" baseline="3472" dirty="0">
                <a:solidFill>
                  <a:srgbClr val="EDEDE5"/>
                </a:solidFill>
                <a:latin typeface="Century"/>
                <a:cs typeface="Century"/>
              </a:rPr>
              <a:t>  </a:t>
            </a:r>
            <a:r>
              <a:rPr lang="en-US" sz="1200" spc="277" baseline="3472" dirty="0">
                <a:solidFill>
                  <a:srgbClr val="EDEDE5"/>
                </a:solidFill>
                <a:latin typeface="Century"/>
                <a:cs typeface="Century"/>
              </a:rPr>
              <a:t> </a:t>
            </a: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3" action="ppaction://hlinksldjump"/>
              </a:rPr>
              <a:t>Introduction</a:t>
            </a:r>
            <a:endParaRPr sz="1100" dirty="0">
              <a:latin typeface="Book Antiqua"/>
              <a:cs typeface="Book Antiqua"/>
            </a:endParaRP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0830" y="1337856"/>
            <a:ext cx="155092" cy="15509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9890" y="1305915"/>
            <a:ext cx="7588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525200"/>
                </a:solidFill>
                <a:latin typeface="Book Antiqua"/>
                <a:cs typeface="Book Antiqua"/>
                <a:hlinkClick r:id="rId5" action="ppaction://hlinksldjump"/>
              </a:rPr>
              <a:t>Expectation</a:t>
            </a:r>
            <a:endParaRPr sz="1100">
              <a:latin typeface="Book Antiqua"/>
              <a:cs typeface="Book Antiqua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0830" y="1640814"/>
            <a:ext cx="155092" cy="155092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289890" y="1608454"/>
            <a:ext cx="60960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u="sng" spc="-20" dirty="0">
                <a:solidFill>
                  <a:srgbClr val="0000FF"/>
                </a:solidFill>
                <a:latin typeface="Book Antiqua"/>
                <a:cs typeface="Book Antiqua"/>
              </a:rPr>
              <a:t>Variance</a:t>
            </a:r>
            <a:endParaRPr sz="1100" u="sng" dirty="0">
              <a:solidFill>
                <a:srgbClr val="0000FF"/>
              </a:solidFill>
              <a:latin typeface="Book Antiqua"/>
              <a:cs typeface="Book Antiqua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3</a:t>
            </a:fld>
            <a:r>
              <a:rPr dirty="0"/>
              <a:t>/23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7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68375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Copyright</a:t>
            </a:r>
            <a:r>
              <a:rPr spc="30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215326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22615" y="1245003"/>
            <a:ext cx="13633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35" dirty="0">
                <a:solidFill>
                  <a:srgbClr val="FFFFFF"/>
                </a:solidFill>
                <a:latin typeface="Book Antiqua"/>
                <a:cs typeface="Book Antiqua"/>
              </a:rPr>
              <a:t>Copyright</a:t>
            </a:r>
            <a:r>
              <a:rPr sz="1200" spc="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20" dirty="0">
                <a:solidFill>
                  <a:srgbClr val="FFFFFF"/>
                </a:solidFill>
                <a:latin typeface="Book Antiqua"/>
                <a:cs typeface="Book Antiqua"/>
              </a:rPr>
              <a:t>Statement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423301"/>
            <a:ext cx="4432935" cy="7080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9209" marR="123825" indent="-635" algn="ctr">
              <a:lnSpc>
                <a:spcPct val="102600"/>
              </a:lnSpc>
              <a:spcBef>
                <a:spcPts val="55"/>
              </a:spcBef>
            </a:pPr>
            <a:r>
              <a:rPr sz="1100" spc="-10" dirty="0">
                <a:latin typeface="Book Antiqua"/>
                <a:cs typeface="Book Antiqua"/>
              </a:rPr>
              <a:t>Materials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prepared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for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40" dirty="0">
                <a:latin typeface="Book Antiqua"/>
                <a:cs typeface="Book Antiqua"/>
              </a:rPr>
              <a:t>and/or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included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this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course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protected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by </a:t>
            </a:r>
            <a:r>
              <a:rPr sz="1100" spc="-30" dirty="0">
                <a:latin typeface="Book Antiqua"/>
                <a:cs typeface="Book Antiqua"/>
              </a:rPr>
              <a:t>copyright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law.</a:t>
            </a:r>
            <a:r>
              <a:rPr sz="1100" spc="1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They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are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intended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used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only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by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students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enrolled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this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course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during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current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term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should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not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further </a:t>
            </a:r>
            <a:r>
              <a:rPr sz="1100" spc="-30" dirty="0">
                <a:latin typeface="Book Antiqua"/>
                <a:cs typeface="Book Antiqua"/>
              </a:rPr>
              <a:t>disseminated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without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prior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permission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from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course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instructor.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fld id="{81D60167-4931-47E6-BA6A-407CBD079E47}" type="slidenum">
              <a:rPr dirty="0"/>
              <a:t>4</a:t>
            </a:fld>
            <a:r>
              <a:rPr dirty="0"/>
              <a:t>/23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1445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Expectation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83132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95068" y="912809"/>
            <a:ext cx="10185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Book Antiqua"/>
                <a:cs typeface="Book Antiqua"/>
              </a:rPr>
              <a:t>Expected</a:t>
            </a:r>
            <a:r>
              <a:rPr sz="1200" spc="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Book Antiqua"/>
                <a:cs typeface="Book Antiqua"/>
              </a:rPr>
              <a:t>Value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45732" y="1083411"/>
            <a:ext cx="4129404" cy="56451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195070" marR="43180" indent="-1157605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expected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value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i="1" spc="165" dirty="0">
                <a:latin typeface="Arial"/>
                <a:cs typeface="Arial"/>
              </a:rPr>
              <a:t>X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with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Probability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Mass </a:t>
            </a:r>
            <a:r>
              <a:rPr sz="1100" spc="-10" dirty="0">
                <a:latin typeface="Book Antiqua"/>
                <a:cs typeface="Book Antiqua"/>
              </a:rPr>
              <a:t>Function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</a:t>
            </a:r>
            <a:r>
              <a:rPr sz="1200" b="0" i="1" spc="-195" baseline="-10416" dirty="0">
                <a:latin typeface="Bookman Old Style"/>
                <a:cs typeface="Bookman Old Style"/>
              </a:rPr>
              <a:t> </a:t>
            </a:r>
            <a:r>
              <a:rPr sz="1100" spc="60" dirty="0">
                <a:latin typeface="Book Antiqua"/>
                <a:cs typeface="Book Antiqua"/>
              </a:rPr>
              <a:t>(</a:t>
            </a:r>
            <a:r>
              <a:rPr sz="1100" i="1" spc="60" dirty="0">
                <a:latin typeface="Arial"/>
                <a:cs typeface="Arial"/>
              </a:rPr>
              <a:t>x</a:t>
            </a:r>
            <a:r>
              <a:rPr sz="1100" spc="60" dirty="0">
                <a:latin typeface="Book Antiqua"/>
                <a:cs typeface="Book Antiqua"/>
              </a:rPr>
              <a:t>)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defined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as</a:t>
            </a:r>
            <a:endParaRPr sz="1100" dirty="0">
              <a:latin typeface="Book Antiqua"/>
              <a:cs typeface="Book Antiqua"/>
            </a:endParaRPr>
          </a:p>
          <a:p>
            <a:pPr marL="53975" algn="ctr">
              <a:lnSpc>
                <a:spcPct val="100000"/>
              </a:lnSpc>
              <a:spcBef>
                <a:spcPts val="254"/>
              </a:spcBef>
            </a:pPr>
            <a:endParaRPr sz="11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09443" y="1646186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135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08937" y="1587423"/>
            <a:ext cx="12033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751205" algn="l"/>
              </a:tabLst>
            </a:pPr>
            <a:r>
              <a:rPr sz="1100" i="1" spc="120" dirty="0">
                <a:latin typeface="Arial"/>
                <a:cs typeface="Arial"/>
              </a:rPr>
              <a:t>E</a:t>
            </a:r>
            <a:r>
              <a:rPr sz="1100" spc="120" dirty="0">
                <a:latin typeface="Book Antiqua"/>
                <a:cs typeface="Book Antiqua"/>
              </a:rPr>
              <a:t>(</a:t>
            </a:r>
            <a:r>
              <a:rPr sz="1100" i="1" spc="120" dirty="0">
                <a:latin typeface="Arial"/>
                <a:cs typeface="Arial"/>
              </a:rPr>
              <a:t>X</a:t>
            </a:r>
            <a:r>
              <a:rPr sz="1100" spc="120" dirty="0">
                <a:latin typeface="Book Antiqua"/>
                <a:cs typeface="Book Antiqua"/>
              </a:rPr>
              <a:t>)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130" dirty="0">
                <a:latin typeface="Book Antiqua"/>
                <a:cs typeface="Book Antiqua"/>
              </a:rPr>
              <a:t>=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i="1" dirty="0">
                <a:latin typeface="Arial"/>
                <a:cs typeface="Arial"/>
              </a:rPr>
              <a:t>xp</a:t>
            </a:r>
            <a:r>
              <a:rPr sz="1100" i="1" spc="490" dirty="0">
                <a:latin typeface="Arial"/>
                <a:cs typeface="Arial"/>
              </a:rPr>
              <a:t> </a:t>
            </a:r>
            <a:r>
              <a:rPr sz="1100" spc="35" dirty="0">
                <a:latin typeface="Book Antiqua"/>
                <a:cs typeface="Book Antiqua"/>
              </a:rPr>
              <a:t>(</a:t>
            </a:r>
            <a:r>
              <a:rPr sz="1100" i="1" spc="35" dirty="0">
                <a:latin typeface="Arial"/>
                <a:cs typeface="Arial"/>
              </a:rPr>
              <a:t>x</a:t>
            </a:r>
            <a:r>
              <a:rPr sz="1100" spc="35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844" y="1784070"/>
            <a:ext cx="2263775" cy="554383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R="13970" algn="r">
              <a:lnSpc>
                <a:spcPct val="100000"/>
              </a:lnSpc>
              <a:spcBef>
                <a:spcPts val="95"/>
              </a:spcBef>
            </a:pPr>
            <a:endParaRPr sz="800" dirty="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750" dirty="0">
              <a:latin typeface="Bookman Old Style"/>
              <a:cs typeface="Bookman Old Style"/>
            </a:endParaRPr>
          </a:p>
          <a:p>
            <a:pPr marL="12700" marR="5080">
              <a:lnSpc>
                <a:spcPct val="210000"/>
              </a:lnSpc>
              <a:spcBef>
                <a:spcPts val="5"/>
              </a:spcBef>
            </a:pPr>
            <a:r>
              <a:rPr sz="1100" spc="-10" dirty="0">
                <a:latin typeface="Book Antiqua"/>
                <a:cs typeface="Book Antiqua"/>
              </a:rPr>
              <a:t>Also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called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b="1" dirty="0">
                <a:latin typeface="Cambria"/>
                <a:cs typeface="Cambria"/>
              </a:rPr>
              <a:t>mean</a:t>
            </a:r>
            <a:r>
              <a:rPr sz="1100" b="1" spc="50" dirty="0">
                <a:latin typeface="Cambria"/>
                <a:cs typeface="Cambri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b="1" spc="-10" dirty="0">
                <a:latin typeface="Cambria"/>
                <a:cs typeface="Cambria"/>
              </a:rPr>
              <a:t>expectation</a:t>
            </a:r>
            <a:r>
              <a:rPr sz="1100" spc="-10" dirty="0">
                <a:latin typeface="Book Antiqua"/>
                <a:cs typeface="Book Antiqua"/>
              </a:rPr>
              <a:t>. 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4/23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1" name="Picture 20" descr="\documentclass{article}&#10;\usepackage{amsmath}&#10;\pagestyle{empty}&#10;\begin{document}&#10;&#10;$\sum\limits_x$&#10;&#10;&#10;\end{document}" title="IguanaTex Bitmap Display">
            <a:extLst>
              <a:ext uri="{FF2B5EF4-FFF2-40B4-BE49-F238E27FC236}">
                <a16:creationId xmlns:a16="http://schemas.microsoft.com/office/drawing/2014/main" id="{5172C7B3-B5A6-6009-8165-162B5C44C1A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827" y="1563963"/>
            <a:ext cx="239543" cy="40685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Expectation</a:t>
            </a:r>
            <a:r>
              <a:rPr spc="110" dirty="0"/>
              <a:t> </a:t>
            </a:r>
            <a:r>
              <a:rPr dirty="0"/>
              <a:t>-</a:t>
            </a:r>
            <a:r>
              <a:rPr spc="114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spc="-25" dirty="0"/>
              <a:t>2.2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2122" y="151104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4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0444" y="1425943"/>
            <a:ext cx="411352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We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toss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unfair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coin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twice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with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70" dirty="0">
                <a:latin typeface="Book Antiqua"/>
                <a:cs typeface="Book Antiqua"/>
              </a:rPr>
              <a:t>P(X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head)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10" dirty="0">
                <a:latin typeface="Book Antiqua"/>
                <a:cs typeface="Book Antiqua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3</a:t>
            </a:r>
            <a:r>
              <a:rPr sz="1200" spc="247" baseline="31250" dirty="0">
                <a:latin typeface="Century"/>
                <a:cs typeface="Century"/>
              </a:rPr>
              <a:t> </a:t>
            </a:r>
            <a:r>
              <a:rPr sz="1100" dirty="0">
                <a:latin typeface="Book Antiqua"/>
                <a:cs typeface="Book Antiqua"/>
              </a:rPr>
              <a:t>on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one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throw.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5844" y="1598028"/>
            <a:ext cx="24371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What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expected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number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heads?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r>
              <a:rPr dirty="0"/>
              <a:t>5/23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5717" y="62407"/>
            <a:ext cx="21164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Expectation</a:t>
            </a:r>
            <a:r>
              <a:rPr sz="1400" spc="1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-</a:t>
            </a:r>
            <a:r>
              <a:rPr sz="1400" spc="114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Example</a:t>
            </a:r>
            <a:r>
              <a:rPr sz="1400" spc="114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2.2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577405"/>
            <a:ext cx="11366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70" dirty="0">
                <a:latin typeface="Book Antiqua"/>
                <a:cs typeface="Book Antiqua"/>
              </a:rPr>
              <a:t>P(X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head)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75" dirty="0">
                <a:latin typeface="Book Antiqua"/>
                <a:cs typeface="Book Antiqua"/>
              </a:rPr>
              <a:t> </a:t>
            </a:r>
            <a:r>
              <a:rPr sz="1200" u="sng" spc="-75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3</a:t>
            </a:r>
            <a:endParaRPr sz="1200" baseline="31250">
              <a:latin typeface="Century"/>
              <a:cs typeface="Century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014" y="66250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4</a:t>
            </a:r>
            <a:endParaRPr sz="800">
              <a:latin typeface="Century"/>
              <a:cs typeface="Century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46275" y="902944"/>
            <a:ext cx="715645" cy="349250"/>
            <a:chOff x="1946275" y="902944"/>
            <a:chExt cx="715645" cy="349250"/>
          </a:xfrm>
        </p:grpSpPr>
        <p:sp>
          <p:nvSpPr>
            <p:cNvPr id="6" name="object 6"/>
            <p:cNvSpPr/>
            <p:nvPr/>
          </p:nvSpPr>
          <p:spPr>
            <a:xfrm>
              <a:off x="2305926" y="902944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4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46275" y="1077556"/>
              <a:ext cx="715645" cy="0"/>
            </a:xfrm>
            <a:custGeom>
              <a:avLst/>
              <a:gdLst/>
              <a:ahLst/>
              <a:cxnLst/>
              <a:rect l="l" t="t" r="r" b="b"/>
              <a:pathLst>
                <a:path w="715644">
                  <a:moveTo>
                    <a:pt x="0" y="0"/>
                  </a:moveTo>
                  <a:lnTo>
                    <a:pt x="71545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5926" y="1080084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4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009495" y="861286"/>
            <a:ext cx="589280" cy="3797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  <a:tabLst>
                <a:tab pos="372110" algn="l"/>
              </a:tabLst>
            </a:pPr>
            <a:r>
              <a:rPr sz="1100" spc="-25" dirty="0">
                <a:latin typeface="Book Antiqua"/>
                <a:cs typeface="Book Antiqua"/>
              </a:rPr>
              <a:t>HH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TH</a:t>
            </a:r>
            <a:endParaRPr sz="1100">
              <a:latin typeface="Book Antiqua"/>
              <a:cs typeface="Book Antiqua"/>
            </a:endParaRPr>
          </a:p>
          <a:p>
            <a:pPr marL="14604">
              <a:lnSpc>
                <a:spcPct val="100000"/>
              </a:lnSpc>
              <a:spcBef>
                <a:spcPts val="75"/>
              </a:spcBef>
              <a:tabLst>
                <a:tab pos="374015" algn="l"/>
              </a:tabLst>
            </a:pPr>
            <a:r>
              <a:rPr sz="1100" spc="-25" dirty="0">
                <a:latin typeface="Book Antiqua"/>
                <a:cs typeface="Book Antiqua"/>
              </a:rPr>
              <a:t>TH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80" dirty="0">
                <a:latin typeface="Book Antiqua"/>
                <a:cs typeface="Book Antiqua"/>
              </a:rPr>
              <a:t>TT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6/23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41045">
              <a:lnSpc>
                <a:spcPct val="100000"/>
              </a:lnSpc>
              <a:spcBef>
                <a:spcPts val="135"/>
              </a:spcBef>
            </a:pPr>
            <a:r>
              <a:rPr dirty="0"/>
              <a:t>Expectation</a:t>
            </a:r>
            <a:r>
              <a:rPr spc="110" dirty="0"/>
              <a:t> </a:t>
            </a:r>
            <a:r>
              <a:rPr dirty="0"/>
              <a:t>-</a:t>
            </a:r>
            <a:r>
              <a:rPr spc="114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spc="-25" dirty="0"/>
              <a:t>2.2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577405"/>
            <a:ext cx="11366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70" dirty="0">
                <a:latin typeface="Book Antiqua"/>
                <a:cs typeface="Book Antiqua"/>
              </a:rPr>
              <a:t>P(X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head)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75" dirty="0">
                <a:latin typeface="Book Antiqua"/>
                <a:cs typeface="Book Antiqua"/>
              </a:rPr>
              <a:t> </a:t>
            </a:r>
            <a:r>
              <a:rPr sz="1200" u="sng" spc="-75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3</a:t>
            </a:r>
            <a:endParaRPr sz="1200" baseline="31250">
              <a:latin typeface="Century"/>
              <a:cs typeface="Century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014" y="66250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4</a:t>
            </a:r>
            <a:endParaRPr sz="800">
              <a:latin typeface="Century"/>
              <a:cs typeface="Century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46275" y="902944"/>
            <a:ext cx="715645" cy="349250"/>
            <a:chOff x="1946275" y="902944"/>
            <a:chExt cx="715645" cy="349250"/>
          </a:xfrm>
        </p:grpSpPr>
        <p:sp>
          <p:nvSpPr>
            <p:cNvPr id="6" name="object 6"/>
            <p:cNvSpPr/>
            <p:nvPr/>
          </p:nvSpPr>
          <p:spPr>
            <a:xfrm>
              <a:off x="2305926" y="902944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4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46275" y="1077556"/>
              <a:ext cx="715645" cy="0"/>
            </a:xfrm>
            <a:custGeom>
              <a:avLst/>
              <a:gdLst/>
              <a:ahLst/>
              <a:cxnLst/>
              <a:rect l="l" t="t" r="r" b="b"/>
              <a:pathLst>
                <a:path w="715644">
                  <a:moveTo>
                    <a:pt x="0" y="0"/>
                  </a:moveTo>
                  <a:lnTo>
                    <a:pt x="71545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5926" y="1080084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4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009495" y="861286"/>
            <a:ext cx="589280" cy="3797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  <a:tabLst>
                <a:tab pos="372110" algn="l"/>
              </a:tabLst>
            </a:pPr>
            <a:r>
              <a:rPr sz="1100" spc="-25" dirty="0">
                <a:latin typeface="Book Antiqua"/>
                <a:cs typeface="Book Antiqua"/>
              </a:rPr>
              <a:t>HH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TH</a:t>
            </a:r>
            <a:endParaRPr sz="1100">
              <a:latin typeface="Book Antiqua"/>
              <a:cs typeface="Book Antiqua"/>
            </a:endParaRPr>
          </a:p>
          <a:p>
            <a:pPr marL="14604">
              <a:lnSpc>
                <a:spcPct val="100000"/>
              </a:lnSpc>
              <a:spcBef>
                <a:spcPts val="75"/>
              </a:spcBef>
              <a:tabLst>
                <a:tab pos="374015" algn="l"/>
              </a:tabLst>
            </a:pPr>
            <a:r>
              <a:rPr sz="1100" spc="-25" dirty="0">
                <a:latin typeface="Book Antiqua"/>
                <a:cs typeface="Book Antiqua"/>
              </a:rPr>
              <a:t>TH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80" dirty="0">
                <a:latin typeface="Book Antiqua"/>
                <a:cs typeface="Book Antiqua"/>
              </a:rPr>
              <a:t>TT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35759" y="164903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25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3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35759" y="175135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4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68220" y="162387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03995" y="1672551"/>
            <a:ext cx="0" cy="196850"/>
          </a:xfrm>
          <a:custGeom>
            <a:avLst/>
            <a:gdLst/>
            <a:ahLst/>
            <a:cxnLst/>
            <a:rect l="l" t="t" r="r" b="b"/>
            <a:pathLst>
              <a:path h="196850">
                <a:moveTo>
                  <a:pt x="0" y="196570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445905" y="1649031"/>
            <a:ext cx="3136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6379" algn="l"/>
              </a:tabLst>
            </a:pP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3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45905" y="1751355"/>
            <a:ext cx="3136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6379" algn="l"/>
              </a:tabLst>
            </a:pPr>
            <a:r>
              <a:rPr sz="800" spc="-50" dirty="0">
                <a:latin typeface="Century"/>
                <a:cs typeface="Century"/>
              </a:rPr>
              <a:t>4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spc="-50" dirty="0">
                <a:latin typeface="Century"/>
                <a:cs typeface="Century"/>
              </a:rPr>
              <a:t>4</a:t>
            </a:r>
            <a:endParaRPr sz="800" dirty="0">
              <a:latin typeface="Century"/>
              <a:cs typeface="Century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57082" y="1554035"/>
            <a:ext cx="98107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522605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06803" y="1871649"/>
            <a:ext cx="1194435" cy="0"/>
          </a:xfrm>
          <a:custGeom>
            <a:avLst/>
            <a:gdLst/>
            <a:ahLst/>
            <a:cxnLst/>
            <a:rect l="l" t="t" r="r" b="b"/>
            <a:pathLst>
              <a:path w="1194435">
                <a:moveTo>
                  <a:pt x="0" y="0"/>
                </a:moveTo>
                <a:lnTo>
                  <a:pt x="11944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848700" y="1850656"/>
            <a:ext cx="3136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6379" algn="l"/>
              </a:tabLst>
            </a:pP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3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48700" y="1952993"/>
            <a:ext cx="3136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6379" algn="l"/>
              </a:tabLst>
            </a:pPr>
            <a:r>
              <a:rPr sz="800" spc="-50" dirty="0">
                <a:latin typeface="Century"/>
                <a:cs typeface="Century"/>
              </a:rPr>
              <a:t>4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spc="-50" dirty="0">
                <a:latin typeface="Century"/>
                <a:cs typeface="Century"/>
              </a:rPr>
              <a:t>4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303995" y="1874177"/>
            <a:ext cx="0" cy="196850"/>
          </a:xfrm>
          <a:custGeom>
            <a:avLst/>
            <a:gdLst/>
            <a:ahLst/>
            <a:cxnLst/>
            <a:rect l="l" t="t" r="r" b="b"/>
            <a:pathLst>
              <a:path h="196850">
                <a:moveTo>
                  <a:pt x="0" y="196570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532964" y="185065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25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32964" y="195299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4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70011" y="1755660"/>
            <a:ext cx="92138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696595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665425" y="182549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6/23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B26B61F-5A66-104D-A836-F697622AD76E}"/>
              </a:ext>
            </a:extLst>
          </p:cNvPr>
          <p:cNvSpPr txBox="1"/>
          <p:nvPr/>
        </p:nvSpPr>
        <p:spPr>
          <a:xfrm>
            <a:off x="1777758" y="1596692"/>
            <a:ext cx="679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  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263301-2C80-2AB4-417B-536BCC9D1076}"/>
              </a:ext>
            </a:extLst>
          </p:cNvPr>
          <p:cNvSpPr txBox="1"/>
          <p:nvPr/>
        </p:nvSpPr>
        <p:spPr>
          <a:xfrm>
            <a:off x="2378240" y="1797846"/>
            <a:ext cx="679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  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0314EB-6666-370E-B908-3D79FEC9B505}"/>
              </a:ext>
            </a:extLst>
          </p:cNvPr>
          <p:cNvSpPr txBox="1"/>
          <p:nvPr/>
        </p:nvSpPr>
        <p:spPr>
          <a:xfrm>
            <a:off x="2456002" y="1638395"/>
            <a:ext cx="2311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×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8796B1-1922-D0C9-6552-A1D7D301EF7E}"/>
              </a:ext>
            </a:extLst>
          </p:cNvPr>
          <p:cNvSpPr txBox="1"/>
          <p:nvPr/>
        </p:nvSpPr>
        <p:spPr>
          <a:xfrm>
            <a:off x="1851272" y="1832968"/>
            <a:ext cx="2311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×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41045">
              <a:lnSpc>
                <a:spcPct val="100000"/>
              </a:lnSpc>
              <a:spcBef>
                <a:spcPts val="135"/>
              </a:spcBef>
            </a:pPr>
            <a:r>
              <a:rPr dirty="0"/>
              <a:t>Expectation</a:t>
            </a:r>
            <a:r>
              <a:rPr spc="110" dirty="0"/>
              <a:t> </a:t>
            </a:r>
            <a:r>
              <a:rPr dirty="0"/>
              <a:t>-</a:t>
            </a:r>
            <a:r>
              <a:rPr spc="114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spc="-25" dirty="0"/>
              <a:t>2.2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577405"/>
            <a:ext cx="11366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70" dirty="0">
                <a:latin typeface="Book Antiqua"/>
                <a:cs typeface="Book Antiqua"/>
              </a:rPr>
              <a:t>P(X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head)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75" dirty="0">
                <a:latin typeface="Book Antiqua"/>
                <a:cs typeface="Book Antiqua"/>
              </a:rPr>
              <a:t> </a:t>
            </a:r>
            <a:r>
              <a:rPr sz="1200" u="sng" spc="-75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3</a:t>
            </a:r>
            <a:endParaRPr sz="1200" baseline="31250">
              <a:latin typeface="Century"/>
              <a:cs typeface="Century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014" y="66250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4</a:t>
            </a:r>
            <a:endParaRPr sz="800">
              <a:latin typeface="Century"/>
              <a:cs typeface="Century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46275" y="902944"/>
            <a:ext cx="715645" cy="349250"/>
            <a:chOff x="1946275" y="902944"/>
            <a:chExt cx="715645" cy="349250"/>
          </a:xfrm>
        </p:grpSpPr>
        <p:sp>
          <p:nvSpPr>
            <p:cNvPr id="6" name="object 6"/>
            <p:cNvSpPr/>
            <p:nvPr/>
          </p:nvSpPr>
          <p:spPr>
            <a:xfrm>
              <a:off x="2305926" y="902944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4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46275" y="1077556"/>
              <a:ext cx="715645" cy="0"/>
            </a:xfrm>
            <a:custGeom>
              <a:avLst/>
              <a:gdLst/>
              <a:ahLst/>
              <a:cxnLst/>
              <a:rect l="l" t="t" r="r" b="b"/>
              <a:pathLst>
                <a:path w="715644">
                  <a:moveTo>
                    <a:pt x="0" y="0"/>
                  </a:moveTo>
                  <a:lnTo>
                    <a:pt x="715454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305926" y="1080084"/>
              <a:ext cx="0" cy="172085"/>
            </a:xfrm>
            <a:custGeom>
              <a:avLst/>
              <a:gdLst/>
              <a:ahLst/>
              <a:cxnLst/>
              <a:rect l="l" t="t" r="r" b="b"/>
              <a:pathLst>
                <a:path h="172084">
                  <a:moveTo>
                    <a:pt x="0" y="17207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009495" y="861286"/>
            <a:ext cx="589280" cy="37973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  <a:tabLst>
                <a:tab pos="372110" algn="l"/>
              </a:tabLst>
            </a:pPr>
            <a:r>
              <a:rPr sz="1100" spc="-25" dirty="0">
                <a:latin typeface="Book Antiqua"/>
                <a:cs typeface="Book Antiqua"/>
              </a:rPr>
              <a:t>HH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25" dirty="0">
                <a:latin typeface="Book Antiqua"/>
                <a:cs typeface="Book Antiqua"/>
              </a:rPr>
              <a:t>TH</a:t>
            </a:r>
            <a:endParaRPr sz="1100">
              <a:latin typeface="Book Antiqua"/>
              <a:cs typeface="Book Antiqua"/>
            </a:endParaRPr>
          </a:p>
          <a:p>
            <a:pPr marL="14604">
              <a:lnSpc>
                <a:spcPct val="100000"/>
              </a:lnSpc>
              <a:spcBef>
                <a:spcPts val="75"/>
              </a:spcBef>
              <a:tabLst>
                <a:tab pos="374015" algn="l"/>
              </a:tabLst>
            </a:pPr>
            <a:r>
              <a:rPr sz="1100" spc="-25" dirty="0">
                <a:latin typeface="Book Antiqua"/>
                <a:cs typeface="Book Antiqua"/>
              </a:rPr>
              <a:t>TH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80" dirty="0">
                <a:latin typeface="Book Antiqua"/>
                <a:cs typeface="Book Antiqua"/>
              </a:rPr>
              <a:t>TT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35759" y="164903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25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3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35759" y="1751355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4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68220" y="162387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03995" y="1672551"/>
            <a:ext cx="0" cy="196850"/>
          </a:xfrm>
          <a:custGeom>
            <a:avLst/>
            <a:gdLst/>
            <a:ahLst/>
            <a:cxnLst/>
            <a:rect l="l" t="t" r="r" b="b"/>
            <a:pathLst>
              <a:path h="196850">
                <a:moveTo>
                  <a:pt x="0" y="196570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445905" y="1649031"/>
            <a:ext cx="3136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6379" algn="l"/>
              </a:tabLst>
            </a:pP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3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45905" y="1751355"/>
            <a:ext cx="3136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6379" algn="l"/>
              </a:tabLst>
            </a:pPr>
            <a:r>
              <a:rPr sz="800" spc="-50" dirty="0">
                <a:latin typeface="Century"/>
                <a:cs typeface="Century"/>
              </a:rPr>
              <a:t>4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spc="-50" dirty="0">
                <a:latin typeface="Century"/>
                <a:cs typeface="Century"/>
              </a:rPr>
              <a:t>4</a:t>
            </a:r>
            <a:endParaRPr sz="800" dirty="0">
              <a:latin typeface="Century"/>
              <a:cs typeface="Century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857082" y="1554035"/>
            <a:ext cx="98107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522605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  <a:endParaRPr sz="11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706803" y="1871649"/>
            <a:ext cx="1194435" cy="0"/>
          </a:xfrm>
          <a:custGeom>
            <a:avLst/>
            <a:gdLst/>
            <a:ahLst/>
            <a:cxnLst/>
            <a:rect l="l" t="t" r="r" b="b"/>
            <a:pathLst>
              <a:path w="1194435">
                <a:moveTo>
                  <a:pt x="0" y="0"/>
                </a:moveTo>
                <a:lnTo>
                  <a:pt x="119440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848700" y="1850656"/>
            <a:ext cx="3136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6379" algn="l"/>
              </a:tabLst>
            </a:pP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3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848700" y="1952993"/>
            <a:ext cx="3136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46379" algn="l"/>
              </a:tabLst>
            </a:pPr>
            <a:r>
              <a:rPr sz="800" spc="-50" dirty="0">
                <a:latin typeface="Century"/>
                <a:cs typeface="Century"/>
              </a:rPr>
              <a:t>4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spc="-50" dirty="0">
                <a:latin typeface="Century"/>
                <a:cs typeface="Century"/>
              </a:rPr>
              <a:t>4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303995" y="1874177"/>
            <a:ext cx="0" cy="196850"/>
          </a:xfrm>
          <a:custGeom>
            <a:avLst/>
            <a:gdLst/>
            <a:ahLst/>
            <a:cxnLst/>
            <a:rect l="l" t="t" r="r" b="b"/>
            <a:pathLst>
              <a:path h="196850">
                <a:moveTo>
                  <a:pt x="0" y="196570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532964" y="185065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u="sng" spc="-25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532964" y="195299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4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770011" y="1755660"/>
            <a:ext cx="921385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696595" algn="l"/>
              </a:tabLst>
            </a:pPr>
            <a:r>
              <a:rPr sz="1100" dirty="0">
                <a:latin typeface="Arial"/>
                <a:cs typeface="Arial"/>
              </a:rPr>
              <a:t>	 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665425" y="182549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865589" y="2386939"/>
            <a:ext cx="456565" cy="56070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spc="85" dirty="0">
                <a:latin typeface="Arial"/>
                <a:cs typeface="Arial"/>
              </a:rPr>
              <a:t>t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0 </a:t>
            </a: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spc="85" dirty="0">
                <a:latin typeface="Arial"/>
                <a:cs typeface="Arial"/>
              </a:rPr>
              <a:t>t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spc="85" dirty="0">
                <a:latin typeface="Arial"/>
                <a:cs typeface="Arial"/>
              </a:rPr>
              <a:t>t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182128" y="2559227"/>
            <a:ext cx="136588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739140" algn="l"/>
                <a:tab pos="1219835" algn="l"/>
              </a:tabLst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</a:t>
            </a:r>
            <a:r>
              <a:rPr sz="1200" b="0" i="1" spc="-172" baseline="-10416" dirty="0">
                <a:latin typeface="Bookman Old Style"/>
                <a:cs typeface="Bookman Old Style"/>
              </a:rPr>
              <a:t> </a:t>
            </a:r>
            <a:r>
              <a:rPr sz="1100" spc="65" dirty="0">
                <a:latin typeface="Book Antiqua"/>
                <a:cs typeface="Book Antiqua"/>
              </a:rPr>
              <a:t>(</a:t>
            </a:r>
            <a:r>
              <a:rPr sz="1100" i="1" spc="65" dirty="0">
                <a:latin typeface="Arial"/>
                <a:cs typeface="Arial"/>
              </a:rPr>
              <a:t>t</a:t>
            </a:r>
            <a:r>
              <a:rPr sz="1100" spc="65" dirty="0">
                <a:latin typeface="Book Antiqua"/>
                <a:cs typeface="Book Antiqua"/>
              </a:rPr>
              <a:t>)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spc="130" dirty="0">
                <a:latin typeface="Book Antiqua"/>
                <a:cs typeface="Book Antiqua"/>
              </a:rPr>
              <a:t>=</a:t>
            </a:r>
            <a:endParaRPr sz="1100" dirty="0">
              <a:latin typeface="Verdana"/>
              <a:cs typeface="Verdan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6/23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50" name="object 50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5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B26B61F-5A66-104D-A836-F697622AD76E}"/>
              </a:ext>
            </a:extLst>
          </p:cNvPr>
          <p:cNvSpPr txBox="1"/>
          <p:nvPr/>
        </p:nvSpPr>
        <p:spPr>
          <a:xfrm>
            <a:off x="1777758" y="1596692"/>
            <a:ext cx="679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  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C263301-2C80-2AB4-417B-536BCC9D1076}"/>
              </a:ext>
            </a:extLst>
          </p:cNvPr>
          <p:cNvSpPr txBox="1"/>
          <p:nvPr/>
        </p:nvSpPr>
        <p:spPr>
          <a:xfrm>
            <a:off x="2378240" y="1797846"/>
            <a:ext cx="6793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(  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50314EB-6666-370E-B908-3D79FEC9B505}"/>
              </a:ext>
            </a:extLst>
          </p:cNvPr>
          <p:cNvSpPr txBox="1"/>
          <p:nvPr/>
        </p:nvSpPr>
        <p:spPr>
          <a:xfrm>
            <a:off x="2456002" y="1638395"/>
            <a:ext cx="2311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×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D8796B1-1922-D0C9-6552-A1D7D301EF7E}"/>
              </a:ext>
            </a:extLst>
          </p:cNvPr>
          <p:cNvSpPr txBox="1"/>
          <p:nvPr/>
        </p:nvSpPr>
        <p:spPr>
          <a:xfrm>
            <a:off x="1851272" y="1832968"/>
            <a:ext cx="231127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×</a:t>
            </a:r>
          </a:p>
        </p:txBody>
      </p:sp>
      <p:sp>
        <p:nvSpPr>
          <p:cNvPr id="58" name="Left Brace 57">
            <a:extLst>
              <a:ext uri="{FF2B5EF4-FFF2-40B4-BE49-F238E27FC236}">
                <a16:creationId xmlns:a16="http://schemas.microsoft.com/office/drawing/2014/main" id="{5BCD5833-9DD5-0712-4A6F-E464C1499D3E}"/>
              </a:ext>
            </a:extLst>
          </p:cNvPr>
          <p:cNvSpPr/>
          <p:nvPr/>
        </p:nvSpPr>
        <p:spPr>
          <a:xfrm>
            <a:off x="1776667" y="2399693"/>
            <a:ext cx="72033" cy="626082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2" name="Picture 71" descr="\documentclass{article}&#10;\usepackage{amsmath}&#10;\pagestyle{empty}&#10;\begin{document}&#10;&#10;&#10;${(\frac{1}{4})} ^2$&#10;&#10;\end{document}" title="IguanaTex Bitmap Display">
            <a:extLst>
              <a:ext uri="{FF2B5EF4-FFF2-40B4-BE49-F238E27FC236}">
                <a16:creationId xmlns:a16="http://schemas.microsoft.com/office/drawing/2014/main" id="{5A270548-3FF0-173A-4528-0AA457F35F6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2135" y="2359429"/>
            <a:ext cx="260829" cy="219141"/>
          </a:xfrm>
          <a:prstGeom prst="rect">
            <a:avLst/>
          </a:prstGeom>
        </p:spPr>
      </p:pic>
      <p:pic>
        <p:nvPicPr>
          <p:cNvPr id="70" name="Picture 69" descr="\documentclass{article}&#10;\usepackage{amsmath}&#10;\pagestyle{empty}&#10;\begin{document}&#10;&#10;&#10;${(\frac{3}{4})}^2$&#10;&#10;\end{document}" title="IguanaTex Bitmap Display">
            <a:extLst>
              <a:ext uri="{FF2B5EF4-FFF2-40B4-BE49-F238E27FC236}">
                <a16:creationId xmlns:a16="http://schemas.microsoft.com/office/drawing/2014/main" id="{795E194D-83B2-B6C7-D469-C7F71BE3A73E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0703" y="2761875"/>
            <a:ext cx="274176" cy="192441"/>
          </a:xfrm>
          <a:prstGeom prst="rect">
            <a:avLst/>
          </a:prstGeom>
        </p:spPr>
      </p:pic>
      <p:pic>
        <p:nvPicPr>
          <p:cNvPr id="66" name="Picture 65" descr="\documentclass{article}&#10;\usepackage{amsmath}&#10;\pagestyle{empty}&#10;\begin{document}&#10;&#10;&#10;$2\times \frac{1}{4}\times \frac{3}{4}$&#10;&#10;\end{document}" title="IguanaTex Bitmap Display">
            <a:extLst>
              <a:ext uri="{FF2B5EF4-FFF2-40B4-BE49-F238E27FC236}">
                <a16:creationId xmlns:a16="http://schemas.microsoft.com/office/drawing/2014/main" id="{DA7F260B-1E8B-8068-DE3D-4547BB57198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7265" y="2594081"/>
            <a:ext cx="469875" cy="13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667214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5717" y="62407"/>
            <a:ext cx="21164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Expectation</a:t>
            </a:r>
            <a:r>
              <a:rPr sz="1400" spc="1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-</a:t>
            </a:r>
            <a:r>
              <a:rPr sz="1400" spc="114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Example</a:t>
            </a:r>
            <a:r>
              <a:rPr sz="1400" spc="114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2.2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23390" y="1181468"/>
            <a:ext cx="114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35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3679" y="1122692"/>
            <a:ext cx="50228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450" dirty="0">
                <a:latin typeface="Arial"/>
                <a:cs typeface="Arial"/>
              </a:rPr>
              <a:t> </a:t>
            </a:r>
            <a:r>
              <a:rPr sz="1100" spc="65" dirty="0">
                <a:latin typeface="Book Antiqua"/>
                <a:cs typeface="Book Antiqua"/>
              </a:rPr>
              <a:t>(</a:t>
            </a:r>
            <a:r>
              <a:rPr sz="1100" i="1" spc="65" dirty="0">
                <a:latin typeface="Arial"/>
                <a:cs typeface="Arial"/>
              </a:rPr>
              <a:t>t</a:t>
            </a:r>
            <a:r>
              <a:rPr sz="1100" spc="65" dirty="0">
                <a:latin typeface="Book Antiqua"/>
                <a:cs typeface="Book Antiqua"/>
              </a:rPr>
              <a:t>)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spc="13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82888" y="894931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>
                <a:moveTo>
                  <a:pt x="0" y="0"/>
                </a:moveTo>
                <a:lnTo>
                  <a:pt x="10754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270188" y="761098"/>
            <a:ext cx="133350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70">
              <a:lnSpc>
                <a:spcPts val="885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1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</a:pP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19438" y="778319"/>
            <a:ext cx="4565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spc="85" dirty="0">
                <a:latin typeface="Arial"/>
                <a:cs typeface="Arial"/>
              </a:rPr>
              <a:t>t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70188" y="1105243"/>
            <a:ext cx="133350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</a:pP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6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</a:pP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19438" y="1122477"/>
            <a:ext cx="4565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spc="85" dirty="0">
                <a:latin typeface="Arial"/>
                <a:cs typeface="Arial"/>
              </a:rPr>
              <a:t>t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0188" y="1449400"/>
            <a:ext cx="133350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</a:pP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9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</a:pP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19438" y="1466621"/>
            <a:ext cx="4565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spc="85" dirty="0">
                <a:latin typeface="Arial"/>
                <a:cs typeface="Arial"/>
              </a:rPr>
              <a:t>t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7/23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2EEA19DE-1FBB-4961-C32B-728C25079A63}"/>
              </a:ext>
            </a:extLst>
          </p:cNvPr>
          <p:cNvSpPr/>
          <p:nvPr/>
        </p:nvSpPr>
        <p:spPr>
          <a:xfrm>
            <a:off x="2055963" y="778319"/>
            <a:ext cx="96687" cy="92063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41045">
              <a:lnSpc>
                <a:spcPct val="100000"/>
              </a:lnSpc>
              <a:spcBef>
                <a:spcPts val="135"/>
              </a:spcBef>
            </a:pPr>
            <a:r>
              <a:rPr dirty="0"/>
              <a:t>Expectation</a:t>
            </a:r>
            <a:r>
              <a:rPr spc="110" dirty="0"/>
              <a:t> </a:t>
            </a:r>
            <a:r>
              <a:rPr dirty="0"/>
              <a:t>-</a:t>
            </a:r>
            <a:r>
              <a:rPr spc="114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spc="-25" dirty="0"/>
              <a:t>2.2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23390" y="1181468"/>
            <a:ext cx="114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35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3679" y="1122692"/>
            <a:ext cx="50228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450" dirty="0">
                <a:latin typeface="Arial"/>
                <a:cs typeface="Arial"/>
              </a:rPr>
              <a:t> </a:t>
            </a:r>
            <a:r>
              <a:rPr sz="1100" spc="65" dirty="0">
                <a:latin typeface="Book Antiqua"/>
                <a:cs typeface="Book Antiqua"/>
              </a:rPr>
              <a:t>(</a:t>
            </a:r>
            <a:r>
              <a:rPr sz="1100" i="1" spc="65" dirty="0">
                <a:latin typeface="Arial"/>
                <a:cs typeface="Arial"/>
              </a:rPr>
              <a:t>t</a:t>
            </a:r>
            <a:r>
              <a:rPr sz="1100" spc="65" dirty="0">
                <a:latin typeface="Book Antiqua"/>
                <a:cs typeface="Book Antiqua"/>
              </a:rPr>
              <a:t>)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spc="13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82888" y="894931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>
                <a:moveTo>
                  <a:pt x="0" y="0"/>
                </a:moveTo>
                <a:lnTo>
                  <a:pt x="10754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270188" y="761098"/>
            <a:ext cx="133350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70">
              <a:lnSpc>
                <a:spcPts val="885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1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</a:pP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19438" y="778319"/>
            <a:ext cx="4565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spc="85" dirty="0">
                <a:latin typeface="Arial"/>
                <a:cs typeface="Arial"/>
              </a:rPr>
              <a:t>t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70188" y="1105243"/>
            <a:ext cx="133350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</a:pP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6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</a:pP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19438" y="1122477"/>
            <a:ext cx="4565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spc="85" dirty="0">
                <a:latin typeface="Arial"/>
                <a:cs typeface="Arial"/>
              </a:rPr>
              <a:t>t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0188" y="1449400"/>
            <a:ext cx="133350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</a:pP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9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</a:pP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19438" y="1466621"/>
            <a:ext cx="4565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spc="85" dirty="0">
                <a:latin typeface="Arial"/>
                <a:cs typeface="Arial"/>
              </a:rPr>
              <a:t>t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63318" y="1895081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41372" y="2105406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028672" y="2083841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Book Antiqua"/>
                <a:cs typeface="Book Antiqua"/>
              </a:rPr>
              <a:t>16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40164" y="1895081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6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618232" y="2105406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605532" y="2083841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Book Antiqua"/>
                <a:cs typeface="Book Antiqua"/>
              </a:rPr>
              <a:t>16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46492" y="1988807"/>
            <a:ext cx="19157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79169" algn="l"/>
                <a:tab pos="1555750" algn="l"/>
              </a:tabLst>
            </a:pPr>
            <a:r>
              <a:rPr sz="1100" i="1" spc="120" dirty="0">
                <a:latin typeface="Arial"/>
                <a:cs typeface="Arial"/>
              </a:rPr>
              <a:t>E</a:t>
            </a:r>
            <a:r>
              <a:rPr sz="1100" spc="120" dirty="0">
                <a:latin typeface="Book Antiqua"/>
                <a:cs typeface="Book Antiqua"/>
              </a:rPr>
              <a:t>(</a:t>
            </a:r>
            <a:r>
              <a:rPr sz="1100" i="1" spc="120" dirty="0">
                <a:latin typeface="Arial"/>
                <a:cs typeface="Arial"/>
              </a:rPr>
              <a:t>X</a:t>
            </a:r>
            <a:r>
              <a:rPr sz="1100" spc="120" dirty="0">
                <a:latin typeface="Book Antiqua"/>
                <a:cs typeface="Book Antiqua"/>
              </a:rPr>
              <a:t>)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0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×</a:t>
            </a:r>
            <a:r>
              <a:rPr sz="1100" i="1" dirty="0">
                <a:latin typeface="Verdana"/>
                <a:cs typeface="Verdana"/>
              </a:rPr>
              <a:t>	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-40" dirty="0">
                <a:latin typeface="Book Antiqua"/>
                <a:cs typeface="Book Antiqu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×</a:t>
            </a:r>
            <a:r>
              <a:rPr sz="1100" i="1" dirty="0">
                <a:latin typeface="Verdana"/>
                <a:cs typeface="Verdana"/>
              </a:rPr>
              <a:t>	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100" spc="-40" dirty="0">
                <a:latin typeface="Book Antiqua"/>
                <a:cs typeface="Book Antiqu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×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95078" y="2105406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182378" y="1872574"/>
            <a:ext cx="16446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265"/>
              </a:spcBef>
            </a:pPr>
            <a:r>
              <a:rPr sz="1100" spc="-5" dirty="0">
                <a:latin typeface="Book Antiqua"/>
                <a:cs typeface="Book Antiqua"/>
              </a:rPr>
              <a:t>9</a:t>
            </a:r>
            <a:endParaRPr sz="1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25" dirty="0">
                <a:latin typeface="Book Antiqua"/>
                <a:cs typeface="Book Antiqua"/>
              </a:rPr>
              <a:t>16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7/23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2" name="Left Brace 31">
            <a:extLst>
              <a:ext uri="{FF2B5EF4-FFF2-40B4-BE49-F238E27FC236}">
                <a16:creationId xmlns:a16="http://schemas.microsoft.com/office/drawing/2014/main" id="{42359B0B-9B32-F9A8-DF29-A6672BD4AB83}"/>
              </a:ext>
            </a:extLst>
          </p:cNvPr>
          <p:cNvSpPr/>
          <p:nvPr/>
        </p:nvSpPr>
        <p:spPr>
          <a:xfrm>
            <a:off x="2097887" y="778319"/>
            <a:ext cx="95250" cy="92063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41045">
              <a:lnSpc>
                <a:spcPct val="100000"/>
              </a:lnSpc>
              <a:spcBef>
                <a:spcPts val="135"/>
              </a:spcBef>
            </a:pPr>
            <a:r>
              <a:rPr dirty="0"/>
              <a:t>Expectation</a:t>
            </a:r>
            <a:r>
              <a:rPr spc="110" dirty="0"/>
              <a:t> </a:t>
            </a:r>
            <a:r>
              <a:rPr dirty="0"/>
              <a:t>-</a:t>
            </a:r>
            <a:r>
              <a:rPr spc="114" dirty="0"/>
              <a:t> </a:t>
            </a:r>
            <a:r>
              <a:rPr dirty="0"/>
              <a:t>Example</a:t>
            </a:r>
            <a:r>
              <a:rPr spc="114" dirty="0"/>
              <a:t> </a:t>
            </a:r>
            <a:r>
              <a:rPr spc="-25" dirty="0"/>
              <a:t>2.2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23390" y="1181468"/>
            <a:ext cx="114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35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53679" y="1122692"/>
            <a:ext cx="50228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450" dirty="0">
                <a:latin typeface="Arial"/>
                <a:cs typeface="Arial"/>
              </a:rPr>
              <a:t> </a:t>
            </a:r>
            <a:r>
              <a:rPr sz="1100" spc="65" dirty="0">
                <a:latin typeface="Book Antiqua"/>
                <a:cs typeface="Book Antiqua"/>
              </a:rPr>
              <a:t>(</a:t>
            </a:r>
            <a:r>
              <a:rPr sz="1100" i="1" spc="65" dirty="0">
                <a:latin typeface="Arial"/>
                <a:cs typeface="Arial"/>
              </a:rPr>
              <a:t>t</a:t>
            </a:r>
            <a:r>
              <a:rPr sz="1100" spc="65" dirty="0">
                <a:latin typeface="Book Antiqua"/>
                <a:cs typeface="Book Antiqua"/>
              </a:rPr>
              <a:t>)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spc="13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282888" y="894931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>
                <a:moveTo>
                  <a:pt x="0" y="0"/>
                </a:moveTo>
                <a:lnTo>
                  <a:pt x="10754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270188" y="761098"/>
            <a:ext cx="133350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70">
              <a:lnSpc>
                <a:spcPts val="885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1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</a:pP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19438" y="778319"/>
            <a:ext cx="4565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spc="85" dirty="0">
                <a:latin typeface="Arial"/>
                <a:cs typeface="Arial"/>
              </a:rPr>
              <a:t>t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0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270188" y="1105243"/>
            <a:ext cx="133350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</a:pP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6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</a:pP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19438" y="1122477"/>
            <a:ext cx="4565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spc="85" dirty="0">
                <a:latin typeface="Arial"/>
                <a:cs typeface="Arial"/>
              </a:rPr>
              <a:t>t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70188" y="1449400"/>
            <a:ext cx="133350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85"/>
              </a:lnSpc>
              <a:spcBef>
                <a:spcPts val="95"/>
              </a:spcBef>
            </a:pPr>
            <a:r>
              <a:rPr sz="800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9</a:t>
            </a:r>
            <a:r>
              <a:rPr sz="800" u="sng" spc="50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 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</a:pP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19438" y="1466621"/>
            <a:ext cx="4565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i="1" spc="85" dirty="0">
                <a:latin typeface="Arial"/>
                <a:cs typeface="Arial"/>
              </a:rPr>
              <a:t>t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50" dirty="0"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063318" y="1895081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41372" y="2105406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028672" y="2083841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Book Antiqua"/>
                <a:cs typeface="Book Antiqua"/>
              </a:rPr>
              <a:t>16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40164" y="1895081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6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618232" y="2105406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605532" y="2083841"/>
            <a:ext cx="1644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Book Antiqua"/>
                <a:cs typeface="Book Antiqua"/>
              </a:rPr>
              <a:t>16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46492" y="1988807"/>
            <a:ext cx="19157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79169" algn="l"/>
                <a:tab pos="1555750" algn="l"/>
              </a:tabLst>
            </a:pPr>
            <a:r>
              <a:rPr sz="1100" i="1" spc="120" dirty="0">
                <a:latin typeface="Arial"/>
                <a:cs typeface="Arial"/>
              </a:rPr>
              <a:t>E</a:t>
            </a:r>
            <a:r>
              <a:rPr sz="1100" spc="120" dirty="0">
                <a:latin typeface="Book Antiqua"/>
                <a:cs typeface="Book Antiqua"/>
              </a:rPr>
              <a:t>(</a:t>
            </a:r>
            <a:r>
              <a:rPr sz="1100" i="1" spc="120" dirty="0">
                <a:latin typeface="Arial"/>
                <a:cs typeface="Arial"/>
              </a:rPr>
              <a:t>X</a:t>
            </a:r>
            <a:r>
              <a:rPr sz="1100" spc="120" dirty="0">
                <a:latin typeface="Book Antiqua"/>
                <a:cs typeface="Book Antiqua"/>
              </a:rPr>
              <a:t>)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0</a:t>
            </a:r>
            <a:r>
              <a:rPr sz="1100" spc="-35" dirty="0">
                <a:latin typeface="Book Antiqua"/>
                <a:cs typeface="Book Antiqu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×</a:t>
            </a:r>
            <a:r>
              <a:rPr sz="1100" i="1" dirty="0">
                <a:latin typeface="Verdana"/>
                <a:cs typeface="Verdana"/>
              </a:rPr>
              <a:t>	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-40" dirty="0">
                <a:latin typeface="Book Antiqua"/>
                <a:cs typeface="Book Antiqu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×</a:t>
            </a:r>
            <a:r>
              <a:rPr sz="1100" i="1" dirty="0">
                <a:latin typeface="Verdana"/>
                <a:cs typeface="Verdana"/>
              </a:rPr>
              <a:t>	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2</a:t>
            </a:r>
            <a:r>
              <a:rPr sz="1100" spc="-40" dirty="0">
                <a:latin typeface="Book Antiqua"/>
                <a:cs typeface="Book Antiqu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×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95078" y="2105406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182378" y="1872574"/>
            <a:ext cx="16446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46990">
              <a:lnSpc>
                <a:spcPct val="100000"/>
              </a:lnSpc>
              <a:spcBef>
                <a:spcPts val="265"/>
              </a:spcBef>
            </a:pPr>
            <a:r>
              <a:rPr sz="1100" spc="-5" dirty="0">
                <a:latin typeface="Book Antiqua"/>
                <a:cs typeface="Book Antiqua"/>
              </a:rPr>
              <a:t>9</a:t>
            </a:r>
            <a:endParaRPr sz="1100">
              <a:latin typeface="Book Antiqua"/>
              <a:cs typeface="Book Antiqu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25" dirty="0">
                <a:latin typeface="Book Antiqua"/>
                <a:cs typeface="Book Antiqua"/>
              </a:rPr>
              <a:t>16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2165667" y="2735389"/>
            <a:ext cx="139065" cy="0"/>
          </a:xfrm>
          <a:custGeom>
            <a:avLst/>
            <a:gdLst/>
            <a:ahLst/>
            <a:cxnLst/>
            <a:rect l="l" t="t" r="r" b="b"/>
            <a:pathLst>
              <a:path w="139064">
                <a:moveTo>
                  <a:pt x="0" y="0"/>
                </a:moveTo>
                <a:lnTo>
                  <a:pt x="13854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991537" y="2618778"/>
            <a:ext cx="4870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130" dirty="0">
                <a:latin typeface="Book Antiqua"/>
                <a:cs typeface="Book Antiqua"/>
              </a:rPr>
              <a:t>=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13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152967" y="2525052"/>
            <a:ext cx="44830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Book Antiqua"/>
                <a:cs typeface="Book Antiqua"/>
              </a:rPr>
              <a:t>24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3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519298" y="2735389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2152967" y="2713812"/>
            <a:ext cx="44830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65760" algn="l"/>
              </a:tabLst>
            </a:pPr>
            <a:r>
              <a:rPr sz="1100" spc="-25" dirty="0">
                <a:latin typeface="Book Antiqua"/>
                <a:cs typeface="Book Antiqua"/>
              </a:rPr>
              <a:t>16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7/23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7" name="Left Brace 36">
            <a:extLst>
              <a:ext uri="{FF2B5EF4-FFF2-40B4-BE49-F238E27FC236}">
                <a16:creationId xmlns:a16="http://schemas.microsoft.com/office/drawing/2014/main" id="{A7C17E93-B3C6-CB76-1B9B-F6BE16F40FD7}"/>
              </a:ext>
            </a:extLst>
          </p:cNvPr>
          <p:cNvSpPr/>
          <p:nvPr/>
        </p:nvSpPr>
        <p:spPr>
          <a:xfrm>
            <a:off x="2147418" y="778319"/>
            <a:ext cx="45719" cy="9520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5717" y="62407"/>
            <a:ext cx="21164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Expectation</a:t>
            </a:r>
            <a:r>
              <a:rPr sz="1400" spc="1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-</a:t>
            </a:r>
            <a:r>
              <a:rPr sz="1400" spc="114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Example</a:t>
            </a:r>
            <a:r>
              <a:rPr sz="1400" spc="114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2.2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993011"/>
            <a:ext cx="22644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20" dirty="0">
                <a:latin typeface="Arial"/>
                <a:cs typeface="Arial"/>
              </a:rPr>
              <a:t>E</a:t>
            </a:r>
            <a:r>
              <a:rPr sz="1100" spc="120" dirty="0">
                <a:latin typeface="Book Antiqua"/>
                <a:cs typeface="Book Antiqua"/>
              </a:rPr>
              <a:t>(</a:t>
            </a:r>
            <a:r>
              <a:rPr sz="1100" i="1" spc="120" dirty="0">
                <a:latin typeface="Arial"/>
                <a:cs typeface="Arial"/>
              </a:rPr>
              <a:t>X</a:t>
            </a:r>
            <a:r>
              <a:rPr sz="1100" spc="120" dirty="0">
                <a:latin typeface="Book Antiqua"/>
                <a:cs typeface="Book Antiqua"/>
              </a:rPr>
              <a:t>)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idea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center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gravity.</a:t>
            </a:r>
            <a:endParaRPr sz="1100">
              <a:latin typeface="Book Antiqua"/>
              <a:cs typeface="Book Antiqu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5717" y="62407"/>
            <a:ext cx="21164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Expectation</a:t>
            </a:r>
            <a:r>
              <a:rPr sz="1400" spc="1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-</a:t>
            </a:r>
            <a:r>
              <a:rPr sz="1400" spc="114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Example</a:t>
            </a:r>
            <a:r>
              <a:rPr sz="1400" spc="114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2.2</a:t>
            </a:r>
            <a:endParaRPr sz="1400">
              <a:latin typeface="Book Antiqua"/>
              <a:cs typeface="Book Antiqu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63986" y="1263186"/>
            <a:ext cx="2867660" cy="415290"/>
            <a:chOff x="863986" y="1263186"/>
            <a:chExt cx="2867660" cy="415290"/>
          </a:xfrm>
        </p:grpSpPr>
        <p:sp>
          <p:nvSpPr>
            <p:cNvPr id="4" name="object 4"/>
            <p:cNvSpPr/>
            <p:nvPr/>
          </p:nvSpPr>
          <p:spPr>
            <a:xfrm>
              <a:off x="863986" y="1670720"/>
              <a:ext cx="2867660" cy="5080"/>
            </a:xfrm>
            <a:custGeom>
              <a:avLst/>
              <a:gdLst/>
              <a:ahLst/>
              <a:cxnLst/>
              <a:rect l="l" t="t" r="r" b="b"/>
              <a:pathLst>
                <a:path w="2867660" h="5080">
                  <a:moveTo>
                    <a:pt x="0" y="0"/>
                  </a:moveTo>
                  <a:lnTo>
                    <a:pt x="2088020" y="0"/>
                  </a:lnTo>
                </a:path>
                <a:path w="2867660" h="5080">
                  <a:moveTo>
                    <a:pt x="2232026" y="0"/>
                  </a:moveTo>
                  <a:lnTo>
                    <a:pt x="2867380" y="0"/>
                  </a:lnTo>
                </a:path>
                <a:path w="2867660" h="5080">
                  <a:moveTo>
                    <a:pt x="0" y="5060"/>
                  </a:moveTo>
                  <a:lnTo>
                    <a:pt x="2867380" y="506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31998" y="1403248"/>
              <a:ext cx="144145" cy="270510"/>
            </a:xfrm>
            <a:custGeom>
              <a:avLst/>
              <a:gdLst/>
              <a:ahLst/>
              <a:cxnLst/>
              <a:rect l="l" t="t" r="r" b="b"/>
              <a:pathLst>
                <a:path w="144144" h="270510">
                  <a:moveTo>
                    <a:pt x="144005" y="0"/>
                  </a:moveTo>
                  <a:lnTo>
                    <a:pt x="0" y="0"/>
                  </a:lnTo>
                  <a:lnTo>
                    <a:pt x="0" y="270001"/>
                  </a:lnTo>
                  <a:lnTo>
                    <a:pt x="144005" y="270001"/>
                  </a:lnTo>
                  <a:lnTo>
                    <a:pt x="14400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31998" y="1403248"/>
              <a:ext cx="144145" cy="270510"/>
            </a:xfrm>
            <a:custGeom>
              <a:avLst/>
              <a:gdLst/>
              <a:ahLst/>
              <a:cxnLst/>
              <a:rect l="l" t="t" r="r" b="b"/>
              <a:pathLst>
                <a:path w="144144" h="270510">
                  <a:moveTo>
                    <a:pt x="0" y="270001"/>
                  </a:moveTo>
                  <a:lnTo>
                    <a:pt x="0" y="0"/>
                  </a:lnTo>
                  <a:lnTo>
                    <a:pt x="144005" y="0"/>
                  </a:lnTo>
                  <a:lnTo>
                    <a:pt x="144005" y="270001"/>
                  </a:lnTo>
                  <a:lnTo>
                    <a:pt x="0" y="270001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11989" y="1650746"/>
              <a:ext cx="144145" cy="22860"/>
            </a:xfrm>
            <a:custGeom>
              <a:avLst/>
              <a:gdLst/>
              <a:ahLst/>
              <a:cxnLst/>
              <a:rect l="l" t="t" r="r" b="b"/>
              <a:pathLst>
                <a:path w="144144" h="22860">
                  <a:moveTo>
                    <a:pt x="144005" y="0"/>
                  </a:moveTo>
                  <a:lnTo>
                    <a:pt x="0" y="0"/>
                  </a:lnTo>
                  <a:lnTo>
                    <a:pt x="0" y="22504"/>
                  </a:lnTo>
                  <a:lnTo>
                    <a:pt x="144005" y="22504"/>
                  </a:lnTo>
                  <a:lnTo>
                    <a:pt x="14400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11989" y="1650746"/>
              <a:ext cx="144145" cy="22860"/>
            </a:xfrm>
            <a:custGeom>
              <a:avLst/>
              <a:gdLst/>
              <a:ahLst/>
              <a:cxnLst/>
              <a:rect l="l" t="t" r="r" b="b"/>
              <a:pathLst>
                <a:path w="144144" h="22860">
                  <a:moveTo>
                    <a:pt x="0" y="22504"/>
                  </a:moveTo>
                  <a:lnTo>
                    <a:pt x="0" y="0"/>
                  </a:lnTo>
                  <a:lnTo>
                    <a:pt x="144005" y="0"/>
                  </a:lnTo>
                  <a:lnTo>
                    <a:pt x="144005" y="22504"/>
                  </a:lnTo>
                  <a:lnTo>
                    <a:pt x="0" y="22504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52007" y="1268247"/>
              <a:ext cx="144145" cy="405130"/>
            </a:xfrm>
            <a:custGeom>
              <a:avLst/>
              <a:gdLst/>
              <a:ahLst/>
              <a:cxnLst/>
              <a:rect l="l" t="t" r="r" b="b"/>
              <a:pathLst>
                <a:path w="144144" h="405130">
                  <a:moveTo>
                    <a:pt x="144005" y="0"/>
                  </a:moveTo>
                  <a:lnTo>
                    <a:pt x="0" y="0"/>
                  </a:lnTo>
                  <a:lnTo>
                    <a:pt x="0" y="405003"/>
                  </a:lnTo>
                  <a:lnTo>
                    <a:pt x="144005" y="405003"/>
                  </a:lnTo>
                  <a:lnTo>
                    <a:pt x="14400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52007" y="1268247"/>
              <a:ext cx="144145" cy="405130"/>
            </a:xfrm>
            <a:custGeom>
              <a:avLst/>
              <a:gdLst/>
              <a:ahLst/>
              <a:cxnLst/>
              <a:rect l="l" t="t" r="r" b="b"/>
              <a:pathLst>
                <a:path w="144144" h="405130">
                  <a:moveTo>
                    <a:pt x="0" y="405003"/>
                  </a:moveTo>
                  <a:lnTo>
                    <a:pt x="0" y="0"/>
                  </a:lnTo>
                  <a:lnTo>
                    <a:pt x="144005" y="0"/>
                  </a:lnTo>
                  <a:lnTo>
                    <a:pt x="144005" y="405003"/>
                  </a:lnTo>
                  <a:lnTo>
                    <a:pt x="0" y="405003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8/23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5717" y="62407"/>
            <a:ext cx="21164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Expectation</a:t>
            </a:r>
            <a:r>
              <a:rPr sz="1400" spc="1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-</a:t>
            </a:r>
            <a:r>
              <a:rPr sz="1400" spc="114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Example</a:t>
            </a:r>
            <a:r>
              <a:rPr sz="1400" spc="114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2.2</a:t>
            </a:r>
            <a:endParaRPr sz="1400">
              <a:latin typeface="Book Antiqua"/>
              <a:cs typeface="Book Antiqu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63986" y="1263186"/>
            <a:ext cx="2867660" cy="415290"/>
            <a:chOff x="863986" y="1263186"/>
            <a:chExt cx="2867660" cy="415290"/>
          </a:xfrm>
        </p:grpSpPr>
        <p:sp>
          <p:nvSpPr>
            <p:cNvPr id="4" name="object 4"/>
            <p:cNvSpPr/>
            <p:nvPr/>
          </p:nvSpPr>
          <p:spPr>
            <a:xfrm>
              <a:off x="863986" y="1670720"/>
              <a:ext cx="2867660" cy="5080"/>
            </a:xfrm>
            <a:custGeom>
              <a:avLst/>
              <a:gdLst/>
              <a:ahLst/>
              <a:cxnLst/>
              <a:rect l="l" t="t" r="r" b="b"/>
              <a:pathLst>
                <a:path w="2867660" h="5080">
                  <a:moveTo>
                    <a:pt x="0" y="0"/>
                  </a:moveTo>
                  <a:lnTo>
                    <a:pt x="2088020" y="0"/>
                  </a:lnTo>
                </a:path>
                <a:path w="2867660" h="5080">
                  <a:moveTo>
                    <a:pt x="2232026" y="0"/>
                  </a:moveTo>
                  <a:lnTo>
                    <a:pt x="2867380" y="0"/>
                  </a:lnTo>
                </a:path>
                <a:path w="2867660" h="5080">
                  <a:moveTo>
                    <a:pt x="0" y="5060"/>
                  </a:moveTo>
                  <a:lnTo>
                    <a:pt x="2867380" y="506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31998" y="1403248"/>
              <a:ext cx="144145" cy="270510"/>
            </a:xfrm>
            <a:custGeom>
              <a:avLst/>
              <a:gdLst/>
              <a:ahLst/>
              <a:cxnLst/>
              <a:rect l="l" t="t" r="r" b="b"/>
              <a:pathLst>
                <a:path w="144144" h="270510">
                  <a:moveTo>
                    <a:pt x="144005" y="0"/>
                  </a:moveTo>
                  <a:lnTo>
                    <a:pt x="0" y="0"/>
                  </a:lnTo>
                  <a:lnTo>
                    <a:pt x="0" y="270001"/>
                  </a:lnTo>
                  <a:lnTo>
                    <a:pt x="144005" y="270001"/>
                  </a:lnTo>
                  <a:lnTo>
                    <a:pt x="14400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31998" y="1403248"/>
              <a:ext cx="144145" cy="270510"/>
            </a:xfrm>
            <a:custGeom>
              <a:avLst/>
              <a:gdLst/>
              <a:ahLst/>
              <a:cxnLst/>
              <a:rect l="l" t="t" r="r" b="b"/>
              <a:pathLst>
                <a:path w="144144" h="270510">
                  <a:moveTo>
                    <a:pt x="0" y="270001"/>
                  </a:moveTo>
                  <a:lnTo>
                    <a:pt x="0" y="0"/>
                  </a:lnTo>
                  <a:lnTo>
                    <a:pt x="144005" y="0"/>
                  </a:lnTo>
                  <a:lnTo>
                    <a:pt x="144005" y="270001"/>
                  </a:lnTo>
                  <a:lnTo>
                    <a:pt x="0" y="270001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11989" y="1650746"/>
              <a:ext cx="144145" cy="22860"/>
            </a:xfrm>
            <a:custGeom>
              <a:avLst/>
              <a:gdLst/>
              <a:ahLst/>
              <a:cxnLst/>
              <a:rect l="l" t="t" r="r" b="b"/>
              <a:pathLst>
                <a:path w="144144" h="22860">
                  <a:moveTo>
                    <a:pt x="144005" y="0"/>
                  </a:moveTo>
                  <a:lnTo>
                    <a:pt x="0" y="0"/>
                  </a:lnTo>
                  <a:lnTo>
                    <a:pt x="0" y="22504"/>
                  </a:lnTo>
                  <a:lnTo>
                    <a:pt x="144005" y="22504"/>
                  </a:lnTo>
                  <a:lnTo>
                    <a:pt x="14400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11989" y="1650746"/>
              <a:ext cx="144145" cy="22860"/>
            </a:xfrm>
            <a:custGeom>
              <a:avLst/>
              <a:gdLst/>
              <a:ahLst/>
              <a:cxnLst/>
              <a:rect l="l" t="t" r="r" b="b"/>
              <a:pathLst>
                <a:path w="144144" h="22860">
                  <a:moveTo>
                    <a:pt x="0" y="22504"/>
                  </a:moveTo>
                  <a:lnTo>
                    <a:pt x="0" y="0"/>
                  </a:lnTo>
                  <a:lnTo>
                    <a:pt x="144005" y="0"/>
                  </a:lnTo>
                  <a:lnTo>
                    <a:pt x="144005" y="22504"/>
                  </a:lnTo>
                  <a:lnTo>
                    <a:pt x="0" y="22504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52007" y="1268247"/>
              <a:ext cx="144145" cy="405130"/>
            </a:xfrm>
            <a:custGeom>
              <a:avLst/>
              <a:gdLst/>
              <a:ahLst/>
              <a:cxnLst/>
              <a:rect l="l" t="t" r="r" b="b"/>
              <a:pathLst>
                <a:path w="144144" h="405130">
                  <a:moveTo>
                    <a:pt x="144005" y="0"/>
                  </a:moveTo>
                  <a:lnTo>
                    <a:pt x="0" y="0"/>
                  </a:lnTo>
                  <a:lnTo>
                    <a:pt x="0" y="405003"/>
                  </a:lnTo>
                  <a:lnTo>
                    <a:pt x="144005" y="405003"/>
                  </a:lnTo>
                  <a:lnTo>
                    <a:pt x="14400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52007" y="1268247"/>
              <a:ext cx="144145" cy="405130"/>
            </a:xfrm>
            <a:custGeom>
              <a:avLst/>
              <a:gdLst/>
              <a:ahLst/>
              <a:cxnLst/>
              <a:rect l="l" t="t" r="r" b="b"/>
              <a:pathLst>
                <a:path w="144144" h="405130">
                  <a:moveTo>
                    <a:pt x="0" y="405003"/>
                  </a:moveTo>
                  <a:lnTo>
                    <a:pt x="0" y="0"/>
                  </a:lnTo>
                  <a:lnTo>
                    <a:pt x="144005" y="0"/>
                  </a:lnTo>
                  <a:lnTo>
                    <a:pt x="144005" y="405003"/>
                  </a:lnTo>
                  <a:lnTo>
                    <a:pt x="0" y="405003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5844" y="1993011"/>
            <a:ext cx="22644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20" dirty="0">
                <a:latin typeface="Arial"/>
                <a:cs typeface="Arial"/>
              </a:rPr>
              <a:t>E</a:t>
            </a:r>
            <a:r>
              <a:rPr sz="1100" spc="120" dirty="0">
                <a:latin typeface="Book Antiqua"/>
                <a:cs typeface="Book Antiqua"/>
              </a:rPr>
              <a:t>(</a:t>
            </a:r>
            <a:r>
              <a:rPr sz="1100" i="1" spc="120" dirty="0">
                <a:latin typeface="Arial"/>
                <a:cs typeface="Arial"/>
              </a:rPr>
              <a:t>X</a:t>
            </a:r>
            <a:r>
              <a:rPr sz="1100" spc="120" dirty="0">
                <a:latin typeface="Book Antiqua"/>
                <a:cs typeface="Book Antiqua"/>
              </a:rPr>
              <a:t>)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idea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center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gravity.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8/23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5717" y="62407"/>
            <a:ext cx="21164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Expectation</a:t>
            </a:r>
            <a:r>
              <a:rPr sz="1400" spc="1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-</a:t>
            </a:r>
            <a:r>
              <a:rPr sz="1400" spc="114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Example</a:t>
            </a:r>
            <a:r>
              <a:rPr sz="1400" spc="114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2.2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901268"/>
            <a:ext cx="1504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Throw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one </a:t>
            </a:r>
            <a:r>
              <a:rPr sz="1100" dirty="0">
                <a:latin typeface="Book Antiqua"/>
                <a:cs typeface="Book Antiqua"/>
              </a:rPr>
              <a:t>six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sided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die.</a:t>
            </a:r>
            <a:endParaRPr sz="1100">
              <a:latin typeface="Book Antiqua"/>
              <a:cs typeface="Book Antiqu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933422" y="1179042"/>
          <a:ext cx="735965" cy="1261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x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i="1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200" b="0" i="1" baseline="-10416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200" b="0" i="1" spc="-97" baseline="-10416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35" dirty="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i="1" spc="3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100" spc="35" dirty="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9/23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5717" y="62407"/>
            <a:ext cx="21164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Expectation</a:t>
            </a:r>
            <a:r>
              <a:rPr sz="1400" spc="1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-</a:t>
            </a:r>
            <a:r>
              <a:rPr sz="1400" spc="114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Example</a:t>
            </a:r>
            <a:r>
              <a:rPr sz="1400" spc="114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2.2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901268"/>
            <a:ext cx="1504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Throw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one </a:t>
            </a:r>
            <a:r>
              <a:rPr sz="1100" dirty="0">
                <a:latin typeface="Book Antiqua"/>
                <a:cs typeface="Book Antiqua"/>
              </a:rPr>
              <a:t>six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sided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die.</a:t>
            </a:r>
            <a:endParaRPr sz="1100">
              <a:latin typeface="Book Antiqua"/>
              <a:cs typeface="Book Antiqu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15426" y="1179042"/>
          <a:ext cx="972185" cy="1261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x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i="1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200" b="0" i="1" baseline="-10416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200" b="0" i="1" spc="-97" baseline="-10416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35" dirty="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i="1" spc="3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100" spc="35" dirty="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10/23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5717" y="62407"/>
            <a:ext cx="21164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Expectation</a:t>
            </a:r>
            <a:r>
              <a:rPr sz="1400" spc="1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-</a:t>
            </a:r>
            <a:r>
              <a:rPr sz="1400" spc="114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Example</a:t>
            </a:r>
            <a:r>
              <a:rPr sz="1400" spc="114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Book Antiqua"/>
                <a:cs typeface="Book Antiqua"/>
              </a:rPr>
              <a:t>2.2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681240"/>
            <a:ext cx="15049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Book Antiqua"/>
                <a:cs typeface="Book Antiqua"/>
              </a:rPr>
              <a:t>Throw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one </a:t>
            </a:r>
            <a:r>
              <a:rPr sz="1100" dirty="0">
                <a:latin typeface="Book Antiqua"/>
                <a:cs typeface="Book Antiqua"/>
              </a:rPr>
              <a:t>six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sided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die.</a:t>
            </a:r>
            <a:endParaRPr sz="1100">
              <a:latin typeface="Book Antiqua"/>
              <a:cs typeface="Book Antiqu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788541" y="959015"/>
          <a:ext cx="1025524" cy="1437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x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i="1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200" b="0" i="1" baseline="-10416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200" b="0" i="1" spc="-97" baseline="-10416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35" dirty="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i="1" spc="3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100" spc="35" dirty="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4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5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324595" y="247102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7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37295" y="268136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24595" y="265978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11794" y="2564752"/>
            <a:ext cx="9848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48335" algn="l"/>
              </a:tabLst>
            </a:pPr>
            <a:r>
              <a:rPr sz="1100" i="1" spc="60" dirty="0">
                <a:latin typeface="Arial"/>
                <a:cs typeface="Arial"/>
              </a:rPr>
              <a:t>E</a:t>
            </a:r>
            <a:r>
              <a:rPr sz="1100" spc="60" dirty="0">
                <a:latin typeface="Book Antiqua"/>
                <a:cs typeface="Book Antiqua"/>
              </a:rPr>
              <a:t>[</a:t>
            </a:r>
            <a:r>
              <a:rPr sz="1100" i="1" spc="60" dirty="0">
                <a:latin typeface="Arial"/>
                <a:cs typeface="Arial"/>
              </a:rPr>
              <a:t>X</a:t>
            </a:r>
            <a:r>
              <a:rPr sz="1100" spc="60" dirty="0">
                <a:latin typeface="Book Antiqua"/>
                <a:cs typeface="Book Antiqua"/>
              </a:rPr>
              <a:t>]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130" dirty="0">
                <a:latin typeface="Book Antiqua"/>
                <a:cs typeface="Book Antiqua"/>
              </a:rPr>
              <a:t>=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3</a:t>
            </a:r>
            <a:r>
              <a:rPr sz="1100" i="1" spc="-25" dirty="0">
                <a:latin typeface="Arial"/>
                <a:cs typeface="Arial"/>
              </a:rPr>
              <a:t>.</a:t>
            </a:r>
            <a:r>
              <a:rPr sz="1100" spc="-25" dirty="0">
                <a:latin typeface="Book Antiqua"/>
                <a:cs typeface="Book Antiqua"/>
              </a:rPr>
              <a:t>5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11/23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9300" y="62407"/>
            <a:ext cx="96964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Book Antiqua"/>
                <a:cs typeface="Book Antiqua"/>
              </a:rPr>
              <a:t>Expectation</a:t>
            </a:r>
            <a:endParaRPr sz="1400">
              <a:latin typeface="Book Antiqua"/>
              <a:cs typeface="Book Antiqu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26940" y="1549457"/>
            <a:ext cx="3754754" cy="130175"/>
            <a:chOff x="426940" y="1549457"/>
            <a:chExt cx="3754754" cy="130175"/>
          </a:xfrm>
        </p:grpSpPr>
        <p:sp>
          <p:nvSpPr>
            <p:cNvPr id="4" name="object 4"/>
            <p:cNvSpPr/>
            <p:nvPr/>
          </p:nvSpPr>
          <p:spPr>
            <a:xfrm>
              <a:off x="504007" y="1671977"/>
              <a:ext cx="3587750" cy="5080"/>
            </a:xfrm>
            <a:custGeom>
              <a:avLst/>
              <a:gdLst/>
              <a:ahLst/>
              <a:cxnLst/>
              <a:rect l="l" t="t" r="r" b="b"/>
              <a:pathLst>
                <a:path w="3587750" h="5080">
                  <a:moveTo>
                    <a:pt x="0" y="0"/>
                  </a:moveTo>
                  <a:lnTo>
                    <a:pt x="648003" y="0"/>
                  </a:lnTo>
                </a:path>
                <a:path w="3587750" h="5080">
                  <a:moveTo>
                    <a:pt x="792008" y="0"/>
                  </a:moveTo>
                  <a:lnTo>
                    <a:pt x="1368012" y="0"/>
                  </a:lnTo>
                </a:path>
                <a:path w="3587750" h="5080">
                  <a:moveTo>
                    <a:pt x="1512017" y="0"/>
                  </a:moveTo>
                  <a:lnTo>
                    <a:pt x="2088020" y="0"/>
                  </a:lnTo>
                </a:path>
                <a:path w="3587750" h="5080">
                  <a:moveTo>
                    <a:pt x="2232026" y="0"/>
                  </a:moveTo>
                  <a:lnTo>
                    <a:pt x="2808030" y="0"/>
                  </a:lnTo>
                </a:path>
                <a:path w="3587750" h="5080">
                  <a:moveTo>
                    <a:pt x="2952036" y="0"/>
                  </a:moveTo>
                  <a:lnTo>
                    <a:pt x="3528039" y="0"/>
                  </a:lnTo>
                </a:path>
                <a:path w="3587750" h="5080">
                  <a:moveTo>
                    <a:pt x="0" y="5060"/>
                  </a:moveTo>
                  <a:lnTo>
                    <a:pt x="3587394" y="5060"/>
                  </a:lnTo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32001" y="1554518"/>
              <a:ext cx="144145" cy="120014"/>
            </a:xfrm>
            <a:custGeom>
              <a:avLst/>
              <a:gdLst/>
              <a:ahLst/>
              <a:cxnLst/>
              <a:rect l="l" t="t" r="r" b="b"/>
              <a:pathLst>
                <a:path w="144145" h="120014">
                  <a:moveTo>
                    <a:pt x="144005" y="0"/>
                  </a:moveTo>
                  <a:lnTo>
                    <a:pt x="0" y="0"/>
                  </a:lnTo>
                  <a:lnTo>
                    <a:pt x="0" y="119989"/>
                  </a:lnTo>
                  <a:lnTo>
                    <a:pt x="144005" y="119989"/>
                  </a:lnTo>
                  <a:lnTo>
                    <a:pt x="14400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2001" y="1554518"/>
              <a:ext cx="144145" cy="120014"/>
            </a:xfrm>
            <a:custGeom>
              <a:avLst/>
              <a:gdLst/>
              <a:ahLst/>
              <a:cxnLst/>
              <a:rect l="l" t="t" r="r" b="b"/>
              <a:pathLst>
                <a:path w="144145" h="120014">
                  <a:moveTo>
                    <a:pt x="0" y="119989"/>
                  </a:moveTo>
                  <a:lnTo>
                    <a:pt x="0" y="0"/>
                  </a:lnTo>
                  <a:lnTo>
                    <a:pt x="144005" y="0"/>
                  </a:lnTo>
                  <a:lnTo>
                    <a:pt x="144005" y="119989"/>
                  </a:lnTo>
                  <a:lnTo>
                    <a:pt x="0" y="119989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52010" y="1554518"/>
              <a:ext cx="144145" cy="120014"/>
            </a:xfrm>
            <a:custGeom>
              <a:avLst/>
              <a:gdLst/>
              <a:ahLst/>
              <a:cxnLst/>
              <a:rect l="l" t="t" r="r" b="b"/>
              <a:pathLst>
                <a:path w="144144" h="120014">
                  <a:moveTo>
                    <a:pt x="144005" y="0"/>
                  </a:moveTo>
                  <a:lnTo>
                    <a:pt x="0" y="0"/>
                  </a:lnTo>
                  <a:lnTo>
                    <a:pt x="0" y="119989"/>
                  </a:lnTo>
                  <a:lnTo>
                    <a:pt x="144005" y="119989"/>
                  </a:lnTo>
                  <a:lnTo>
                    <a:pt x="14400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52010" y="1554518"/>
              <a:ext cx="144145" cy="120014"/>
            </a:xfrm>
            <a:custGeom>
              <a:avLst/>
              <a:gdLst/>
              <a:ahLst/>
              <a:cxnLst/>
              <a:rect l="l" t="t" r="r" b="b"/>
              <a:pathLst>
                <a:path w="144144" h="120014">
                  <a:moveTo>
                    <a:pt x="0" y="119989"/>
                  </a:moveTo>
                  <a:lnTo>
                    <a:pt x="0" y="0"/>
                  </a:lnTo>
                  <a:lnTo>
                    <a:pt x="144005" y="0"/>
                  </a:lnTo>
                  <a:lnTo>
                    <a:pt x="144005" y="119989"/>
                  </a:lnTo>
                  <a:lnTo>
                    <a:pt x="0" y="119989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872019" y="1554518"/>
              <a:ext cx="144145" cy="120014"/>
            </a:xfrm>
            <a:custGeom>
              <a:avLst/>
              <a:gdLst/>
              <a:ahLst/>
              <a:cxnLst/>
              <a:rect l="l" t="t" r="r" b="b"/>
              <a:pathLst>
                <a:path w="144144" h="120014">
                  <a:moveTo>
                    <a:pt x="144005" y="0"/>
                  </a:moveTo>
                  <a:lnTo>
                    <a:pt x="0" y="0"/>
                  </a:lnTo>
                  <a:lnTo>
                    <a:pt x="0" y="119989"/>
                  </a:lnTo>
                  <a:lnTo>
                    <a:pt x="144005" y="119989"/>
                  </a:lnTo>
                  <a:lnTo>
                    <a:pt x="14400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872019" y="1554518"/>
              <a:ext cx="144145" cy="120014"/>
            </a:xfrm>
            <a:custGeom>
              <a:avLst/>
              <a:gdLst/>
              <a:ahLst/>
              <a:cxnLst/>
              <a:rect l="l" t="t" r="r" b="b"/>
              <a:pathLst>
                <a:path w="144144" h="120014">
                  <a:moveTo>
                    <a:pt x="0" y="119989"/>
                  </a:moveTo>
                  <a:lnTo>
                    <a:pt x="0" y="0"/>
                  </a:lnTo>
                  <a:lnTo>
                    <a:pt x="144005" y="0"/>
                  </a:lnTo>
                  <a:lnTo>
                    <a:pt x="144005" y="119989"/>
                  </a:lnTo>
                  <a:lnTo>
                    <a:pt x="0" y="119989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92028" y="1554518"/>
              <a:ext cx="144145" cy="120014"/>
            </a:xfrm>
            <a:custGeom>
              <a:avLst/>
              <a:gdLst/>
              <a:ahLst/>
              <a:cxnLst/>
              <a:rect l="l" t="t" r="r" b="b"/>
              <a:pathLst>
                <a:path w="144144" h="120014">
                  <a:moveTo>
                    <a:pt x="144005" y="0"/>
                  </a:moveTo>
                  <a:lnTo>
                    <a:pt x="0" y="0"/>
                  </a:lnTo>
                  <a:lnTo>
                    <a:pt x="0" y="119989"/>
                  </a:lnTo>
                  <a:lnTo>
                    <a:pt x="144005" y="119989"/>
                  </a:lnTo>
                  <a:lnTo>
                    <a:pt x="14400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92028" y="1554518"/>
              <a:ext cx="144145" cy="120014"/>
            </a:xfrm>
            <a:custGeom>
              <a:avLst/>
              <a:gdLst/>
              <a:ahLst/>
              <a:cxnLst/>
              <a:rect l="l" t="t" r="r" b="b"/>
              <a:pathLst>
                <a:path w="144144" h="120014">
                  <a:moveTo>
                    <a:pt x="0" y="119989"/>
                  </a:moveTo>
                  <a:lnTo>
                    <a:pt x="0" y="0"/>
                  </a:lnTo>
                  <a:lnTo>
                    <a:pt x="144005" y="0"/>
                  </a:lnTo>
                  <a:lnTo>
                    <a:pt x="144005" y="119989"/>
                  </a:lnTo>
                  <a:lnTo>
                    <a:pt x="0" y="119989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312038" y="1554518"/>
              <a:ext cx="144145" cy="120014"/>
            </a:xfrm>
            <a:custGeom>
              <a:avLst/>
              <a:gdLst/>
              <a:ahLst/>
              <a:cxnLst/>
              <a:rect l="l" t="t" r="r" b="b"/>
              <a:pathLst>
                <a:path w="144145" h="120014">
                  <a:moveTo>
                    <a:pt x="144005" y="0"/>
                  </a:moveTo>
                  <a:lnTo>
                    <a:pt x="0" y="0"/>
                  </a:lnTo>
                  <a:lnTo>
                    <a:pt x="0" y="119989"/>
                  </a:lnTo>
                  <a:lnTo>
                    <a:pt x="144005" y="119989"/>
                  </a:lnTo>
                  <a:lnTo>
                    <a:pt x="14400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312038" y="1554518"/>
              <a:ext cx="144145" cy="120014"/>
            </a:xfrm>
            <a:custGeom>
              <a:avLst/>
              <a:gdLst/>
              <a:ahLst/>
              <a:cxnLst/>
              <a:rect l="l" t="t" r="r" b="b"/>
              <a:pathLst>
                <a:path w="144145" h="120014">
                  <a:moveTo>
                    <a:pt x="0" y="119989"/>
                  </a:moveTo>
                  <a:lnTo>
                    <a:pt x="0" y="0"/>
                  </a:lnTo>
                  <a:lnTo>
                    <a:pt x="144005" y="0"/>
                  </a:lnTo>
                  <a:lnTo>
                    <a:pt x="144005" y="119989"/>
                  </a:lnTo>
                  <a:lnTo>
                    <a:pt x="0" y="119989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32046" y="1554518"/>
              <a:ext cx="144145" cy="120014"/>
            </a:xfrm>
            <a:custGeom>
              <a:avLst/>
              <a:gdLst/>
              <a:ahLst/>
              <a:cxnLst/>
              <a:rect l="l" t="t" r="r" b="b"/>
              <a:pathLst>
                <a:path w="144145" h="120014">
                  <a:moveTo>
                    <a:pt x="144005" y="0"/>
                  </a:moveTo>
                  <a:lnTo>
                    <a:pt x="0" y="0"/>
                  </a:lnTo>
                  <a:lnTo>
                    <a:pt x="0" y="119989"/>
                  </a:lnTo>
                  <a:lnTo>
                    <a:pt x="144005" y="119989"/>
                  </a:lnTo>
                  <a:lnTo>
                    <a:pt x="144005" y="0"/>
                  </a:lnTo>
                  <a:close/>
                </a:path>
              </a:pathLst>
            </a:custGeom>
            <a:solidFill>
              <a:srgbClr val="FF7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32046" y="1554518"/>
              <a:ext cx="144145" cy="120014"/>
            </a:xfrm>
            <a:custGeom>
              <a:avLst/>
              <a:gdLst/>
              <a:ahLst/>
              <a:cxnLst/>
              <a:rect l="l" t="t" r="r" b="b"/>
              <a:pathLst>
                <a:path w="144145" h="120014">
                  <a:moveTo>
                    <a:pt x="0" y="119989"/>
                  </a:moveTo>
                  <a:lnTo>
                    <a:pt x="0" y="0"/>
                  </a:lnTo>
                  <a:lnTo>
                    <a:pt x="144005" y="0"/>
                  </a:lnTo>
                  <a:lnTo>
                    <a:pt x="144005" y="119989"/>
                  </a:lnTo>
                  <a:lnTo>
                    <a:pt x="0" y="119989"/>
                  </a:lnTo>
                  <a:close/>
                </a:path>
              </a:pathLst>
            </a:custGeom>
            <a:ln w="101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12/23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Expected </a:t>
            </a:r>
            <a:r>
              <a:rPr spc="-10" dirty="0"/>
              <a:t>Value</a:t>
            </a:r>
            <a:r>
              <a:rPr dirty="0"/>
              <a:t> of</a:t>
            </a:r>
            <a:r>
              <a:rPr spc="5" dirty="0"/>
              <a:t> </a:t>
            </a:r>
            <a:r>
              <a:rPr spc="-25" dirty="0"/>
              <a:t>Uniform</a:t>
            </a:r>
            <a:r>
              <a:rPr spc="5" dirty="0"/>
              <a:t> </a:t>
            </a:r>
            <a:r>
              <a:rPr dirty="0"/>
              <a:t>Random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976160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95068" y="1005836"/>
            <a:ext cx="10185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Book Antiqua"/>
                <a:cs typeface="Book Antiqua"/>
              </a:rPr>
              <a:t>Expected</a:t>
            </a:r>
            <a:r>
              <a:rPr sz="1200" spc="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Book Antiqua"/>
                <a:cs typeface="Book Antiqua"/>
              </a:rPr>
              <a:t>Value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1176439"/>
            <a:ext cx="4445635" cy="9124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81280" algn="ctr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Book Antiqua"/>
                <a:cs typeface="Book Antiqua"/>
              </a:rPr>
              <a:t>Average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1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Uniform</a:t>
            </a:r>
            <a:r>
              <a:rPr sz="1100" spc="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RV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>
              <a:latin typeface="Book Antiqua"/>
              <a:cs typeface="Book Antiqua"/>
            </a:endParaRPr>
          </a:p>
          <a:p>
            <a:pPr marR="81280" algn="ctr">
              <a:lnSpc>
                <a:spcPct val="100000"/>
              </a:lnSpc>
              <a:spcBef>
                <a:spcPts val="985"/>
              </a:spcBef>
            </a:pPr>
            <a:r>
              <a:rPr sz="1100" i="1" spc="165" dirty="0">
                <a:latin typeface="Arial"/>
                <a:cs typeface="Arial"/>
              </a:rPr>
              <a:t>X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i="1" spc="-45" dirty="0">
                <a:latin typeface="Verdana"/>
                <a:cs typeface="Verdana"/>
              </a:rPr>
              <a:t>{</a:t>
            </a:r>
            <a:r>
              <a:rPr sz="1100" i="1" spc="-45" dirty="0">
                <a:latin typeface="Arial"/>
                <a:cs typeface="Arial"/>
              </a:rPr>
              <a:t>n,</a:t>
            </a:r>
            <a:r>
              <a:rPr sz="1100" i="1" spc="-114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1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114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2</a:t>
            </a:r>
            <a:r>
              <a:rPr sz="1100" i="1" spc="-10" dirty="0">
                <a:latin typeface="Arial"/>
                <a:cs typeface="Arial"/>
              </a:rPr>
              <a:t>,</a:t>
            </a:r>
            <a:r>
              <a:rPr sz="1100" i="1" spc="-114" dirty="0">
                <a:latin typeface="Arial"/>
                <a:cs typeface="Arial"/>
              </a:rPr>
              <a:t> </a:t>
            </a:r>
            <a:r>
              <a:rPr sz="1100" i="1" spc="-10" dirty="0">
                <a:latin typeface="Arial"/>
                <a:cs typeface="Arial"/>
              </a:rPr>
              <a:t>...,</a:t>
            </a:r>
            <a:r>
              <a:rPr sz="1100" i="1" spc="-114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-50" dirty="0">
                <a:latin typeface="Arial"/>
                <a:cs typeface="Arial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25" dirty="0">
                <a:latin typeface="Book Antiqua"/>
                <a:cs typeface="Book Antiqua"/>
              </a:rPr>
              <a:t> </a:t>
            </a:r>
            <a:r>
              <a:rPr sz="1100" i="1" spc="-25" dirty="0">
                <a:latin typeface="Arial"/>
                <a:cs typeface="Arial"/>
              </a:rPr>
              <a:t>m</a:t>
            </a:r>
            <a:r>
              <a:rPr sz="1100" i="1" spc="-25" dirty="0">
                <a:latin typeface="Verdana"/>
                <a:cs typeface="Verdana"/>
              </a:rPr>
              <a:t>}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100" spc="-10" dirty="0">
                <a:latin typeface="Book Antiqua"/>
                <a:cs typeface="Book Antiqua"/>
              </a:rPr>
              <a:t>Average: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8078" y="2134146"/>
            <a:ext cx="4089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75" dirty="0">
                <a:latin typeface="Arial"/>
                <a:cs typeface="Arial"/>
              </a:rPr>
              <a:t>µ</a:t>
            </a:r>
            <a:r>
              <a:rPr sz="1200" b="0" i="1" spc="112" baseline="-10416" dirty="0">
                <a:latin typeface="Bookman Old Style"/>
                <a:cs typeface="Bookman Old Style"/>
              </a:rPr>
              <a:t>X</a:t>
            </a:r>
            <a:r>
              <a:rPr sz="1200" b="0" i="1" spc="254" baseline="-10416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109546" y="2040420"/>
            <a:ext cx="760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i="1" spc="-25" dirty="0">
                <a:latin typeface="Arial"/>
                <a:cs typeface="Arial"/>
              </a:rPr>
              <a:t>m</a:t>
            </a:r>
            <a:r>
              <a:rPr sz="1100" spc="-25" dirty="0">
                <a:latin typeface="Book Antiqua"/>
                <a:cs typeface="Book Antiqua"/>
              </a:rPr>
              <a:t>)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122246" y="2250757"/>
            <a:ext cx="734695" cy="0"/>
          </a:xfrm>
          <a:custGeom>
            <a:avLst/>
            <a:gdLst/>
            <a:ahLst/>
            <a:cxnLst/>
            <a:rect l="l" t="t" r="r" b="b"/>
            <a:pathLst>
              <a:path w="734694">
                <a:moveTo>
                  <a:pt x="0" y="0"/>
                </a:moveTo>
                <a:lnTo>
                  <a:pt x="73439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442108" y="2229193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844" y="2420289"/>
            <a:ext cx="178435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Proof: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13/23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5201" y="62407"/>
            <a:ext cx="14382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Indicator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150632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15579" y="1180296"/>
            <a:ext cx="117729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20" dirty="0">
                <a:solidFill>
                  <a:srgbClr val="FFFFFF"/>
                </a:solidFill>
                <a:latin typeface="Book Antiqua"/>
                <a:cs typeface="Book Antiqua"/>
              </a:rPr>
              <a:t>Indicator</a:t>
            </a:r>
            <a:r>
              <a:rPr sz="1200" spc="3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Book Antiqua"/>
                <a:cs typeface="Book Antiqua"/>
              </a:rPr>
              <a:t>Variable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8544" y="1340358"/>
            <a:ext cx="443293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302385" marR="97790" indent="-129921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indicator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for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event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having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value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the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happens,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0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otherwise.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14/23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85201" y="62407"/>
            <a:ext cx="14382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Book Antiqua"/>
                <a:cs typeface="Book Antiqua"/>
              </a:rPr>
              <a:t>Indicator </a:t>
            </a:r>
            <a:r>
              <a:rPr sz="1400" spc="-10" dirty="0">
                <a:solidFill>
                  <a:srgbClr val="FFFFFF"/>
                </a:solidFill>
                <a:latin typeface="Book Antiqua"/>
                <a:cs typeface="Book Antiqua"/>
              </a:rPr>
              <a:t>Variable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1150632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15579" y="1180296"/>
            <a:ext cx="117729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20" dirty="0">
                <a:solidFill>
                  <a:srgbClr val="FFFFFF"/>
                </a:solidFill>
                <a:latin typeface="Book Antiqua"/>
                <a:cs typeface="Book Antiqua"/>
              </a:rPr>
              <a:t>Indicator</a:t>
            </a:r>
            <a:r>
              <a:rPr sz="1200" spc="3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40" dirty="0">
                <a:solidFill>
                  <a:srgbClr val="FFFFFF"/>
                </a:solidFill>
                <a:latin typeface="Book Antiqua"/>
                <a:cs typeface="Book Antiqua"/>
              </a:rPr>
              <a:t>Variable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1340358"/>
            <a:ext cx="4445635" cy="10102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315085" marR="97790" indent="-129921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indicator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for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event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having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value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the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happens,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and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0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otherwise.</a:t>
            </a: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</a:pPr>
            <a:endParaRPr sz="1100">
              <a:latin typeface="Book Antiqua"/>
              <a:cs typeface="Book Antiqua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>
              <a:latin typeface="Book Antiqua"/>
              <a:cs typeface="Book Antiqua"/>
            </a:endParaRPr>
          </a:p>
          <a:p>
            <a:pPr marL="12700" marR="283210">
              <a:lnSpc>
                <a:spcPct val="102699"/>
              </a:lnSpc>
            </a:pP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number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times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something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happens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can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be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written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sum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of </a:t>
            </a:r>
            <a:r>
              <a:rPr sz="1100" spc="-10" dirty="0">
                <a:latin typeface="Book Antiqua"/>
                <a:cs typeface="Book Antiqua"/>
              </a:rPr>
              <a:t>indicator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variables.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14/23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5201" y="62407"/>
            <a:ext cx="14382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Indicator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592467"/>
            <a:ext cx="40506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I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flip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coin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dirty="0">
                <a:latin typeface="Book Antiqua"/>
                <a:cs typeface="Book Antiqua"/>
              </a:rPr>
              <a:t>times.</a:t>
            </a:r>
            <a:r>
              <a:rPr sz="1100" spc="1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Each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flip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i="1" spc="100" dirty="0">
                <a:latin typeface="Arial"/>
                <a:cs typeface="Arial"/>
              </a:rPr>
              <a:t>X</a:t>
            </a:r>
            <a:r>
              <a:rPr sz="1200" b="0" i="1" spc="150" baseline="-10416" dirty="0">
                <a:latin typeface="Bookman Old Style"/>
                <a:cs typeface="Bookman Old Style"/>
              </a:rPr>
              <a:t>i</a:t>
            </a:r>
            <a:r>
              <a:rPr sz="1100" spc="100" dirty="0">
                <a:latin typeface="Book Antiqua"/>
                <a:cs typeface="Book Antiqua"/>
              </a:rPr>
              <a:t>,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 </a:t>
            </a:r>
            <a:r>
              <a:rPr sz="1100" i="1" spc="-60" dirty="0">
                <a:latin typeface="Verdana"/>
                <a:cs typeface="Verdana"/>
              </a:rPr>
              <a:t>≤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125" dirty="0">
                <a:latin typeface="Arial"/>
                <a:cs typeface="Arial"/>
              </a:rPr>
              <a:t>i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≤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6167" y="984021"/>
            <a:ext cx="3803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114" dirty="0">
                <a:latin typeface="Arial"/>
                <a:cs typeface="Arial"/>
              </a:rPr>
              <a:t>X</a:t>
            </a:r>
            <a:r>
              <a:rPr sz="1200" b="0" i="1" spc="172" baseline="-10416" dirty="0">
                <a:latin typeface="Bookman Old Style"/>
                <a:cs typeface="Bookman Old Style"/>
              </a:rPr>
              <a:t>i</a:t>
            </a:r>
            <a:r>
              <a:rPr sz="1200" b="0" i="1" spc="165" baseline="-10416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5792" y="897763"/>
            <a:ext cx="164846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185" dirty="0">
                <a:latin typeface="Book Antiqua"/>
                <a:cs typeface="Book Antiqua"/>
              </a:rPr>
              <a:t>  </a:t>
            </a: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</a:t>
            </a:r>
            <a:r>
              <a:rPr sz="1200" b="0" i="1" baseline="27777" dirty="0">
                <a:latin typeface="Bookman Old Style"/>
                <a:cs typeface="Bookman Old Style"/>
              </a:rPr>
              <a:t>th</a:t>
            </a:r>
            <a:r>
              <a:rPr sz="1200" b="0" i="1" spc="202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toss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head</a:t>
            </a:r>
            <a:endParaRPr sz="110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Book Antiqua"/>
                <a:cs typeface="Book Antiqua"/>
              </a:rPr>
              <a:t>0</a:t>
            </a:r>
            <a:r>
              <a:rPr sz="1100" spc="185" dirty="0">
                <a:latin typeface="Book Antiqua"/>
                <a:cs typeface="Book Antiqua"/>
              </a:rPr>
              <a:t>  </a:t>
            </a: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</a:t>
            </a:r>
            <a:r>
              <a:rPr sz="1200" b="0" i="1" baseline="27777" dirty="0">
                <a:latin typeface="Bookman Old Style"/>
                <a:cs typeface="Bookman Old Style"/>
              </a:rPr>
              <a:t>th</a:t>
            </a:r>
            <a:r>
              <a:rPr sz="1200" b="0" i="1" spc="202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toss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tail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312684"/>
            <a:ext cx="145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number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heads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is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24049" y="1728025"/>
            <a:ext cx="1403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65" dirty="0">
                <a:latin typeface="Arial"/>
                <a:cs typeface="Arial"/>
              </a:rPr>
              <a:t>X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38831" y="1786128"/>
            <a:ext cx="622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60" dirty="0">
                <a:latin typeface="Bookman Old Style"/>
                <a:cs typeface="Bookman Old Style"/>
              </a:rPr>
              <a:t>i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15/23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19" name="Left Brace 18">
            <a:extLst>
              <a:ext uri="{FF2B5EF4-FFF2-40B4-BE49-F238E27FC236}">
                <a16:creationId xmlns:a16="http://schemas.microsoft.com/office/drawing/2014/main" id="{2F2A8259-0DB8-100B-81DC-71F72B3EBAAE}"/>
              </a:ext>
            </a:extLst>
          </p:cNvPr>
          <p:cNvSpPr/>
          <p:nvPr/>
        </p:nvSpPr>
        <p:spPr>
          <a:xfrm>
            <a:off x="1585201" y="897763"/>
            <a:ext cx="110591" cy="36385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\documentclass{article}&#10;\usepackage{amsmath}&#10;\pagestyle{empty}&#10;\begin{document}&#10;&#10;&#10;$\sum\limits_{i=1}^n$&#10;&#10;\end{document}" title="IguanaTex Bitmap Display">
            <a:extLst>
              <a:ext uri="{FF2B5EF4-FFF2-40B4-BE49-F238E27FC236}">
                <a16:creationId xmlns:a16="http://schemas.microsoft.com/office/drawing/2014/main" id="{54C7C7D4-D80C-6CFE-3208-D80BDCD5570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782" y="1669713"/>
            <a:ext cx="189789" cy="34001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5201" y="62407"/>
            <a:ext cx="14382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Indicator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592467"/>
            <a:ext cx="40506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I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flip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coin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dirty="0">
                <a:latin typeface="Book Antiqua"/>
                <a:cs typeface="Book Antiqua"/>
              </a:rPr>
              <a:t>times.</a:t>
            </a:r>
            <a:r>
              <a:rPr sz="1100" spc="1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Each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flip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i="1" spc="100" dirty="0">
                <a:latin typeface="Arial"/>
                <a:cs typeface="Arial"/>
              </a:rPr>
              <a:t>X</a:t>
            </a:r>
            <a:r>
              <a:rPr sz="1200" b="0" i="1" spc="150" baseline="-10416" dirty="0">
                <a:latin typeface="Bookman Old Style"/>
                <a:cs typeface="Bookman Old Style"/>
              </a:rPr>
              <a:t>i</a:t>
            </a:r>
            <a:r>
              <a:rPr sz="1100" spc="100" dirty="0">
                <a:latin typeface="Book Antiqua"/>
                <a:cs typeface="Book Antiqua"/>
              </a:rPr>
              <a:t>,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 </a:t>
            </a:r>
            <a:r>
              <a:rPr sz="1100" i="1" spc="-60" dirty="0">
                <a:latin typeface="Verdana"/>
                <a:cs typeface="Verdana"/>
              </a:rPr>
              <a:t>≤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125" dirty="0">
                <a:latin typeface="Arial"/>
                <a:cs typeface="Arial"/>
              </a:rPr>
              <a:t>i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≤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6167" y="984021"/>
            <a:ext cx="3803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114" dirty="0">
                <a:latin typeface="Arial"/>
                <a:cs typeface="Arial"/>
              </a:rPr>
              <a:t>X</a:t>
            </a:r>
            <a:r>
              <a:rPr sz="1200" b="0" i="1" spc="172" baseline="-10416" dirty="0">
                <a:latin typeface="Bookman Old Style"/>
                <a:cs typeface="Bookman Old Style"/>
              </a:rPr>
              <a:t>i</a:t>
            </a:r>
            <a:r>
              <a:rPr sz="1200" b="0" i="1" spc="165" baseline="-10416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5792" y="897763"/>
            <a:ext cx="166116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185" dirty="0">
                <a:latin typeface="Book Antiqua"/>
                <a:cs typeface="Book Antiqua"/>
              </a:rPr>
              <a:t>  </a:t>
            </a: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</a:t>
            </a:r>
            <a:r>
              <a:rPr sz="1200" b="0" i="1" baseline="27777" dirty="0">
                <a:latin typeface="Bookman Old Style"/>
                <a:cs typeface="Bookman Old Style"/>
              </a:rPr>
              <a:t>th</a:t>
            </a:r>
            <a:r>
              <a:rPr sz="1200" b="0" i="1" spc="202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toss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head</a:t>
            </a:r>
            <a:endParaRPr sz="110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Book Antiqua"/>
                <a:cs typeface="Book Antiqua"/>
              </a:rPr>
              <a:t>0</a:t>
            </a:r>
            <a:r>
              <a:rPr sz="1100" spc="185" dirty="0">
                <a:latin typeface="Book Antiqua"/>
                <a:cs typeface="Book Antiqua"/>
              </a:rPr>
              <a:t>  </a:t>
            </a: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</a:t>
            </a:r>
            <a:r>
              <a:rPr sz="1200" b="0" i="1" baseline="27777" dirty="0">
                <a:latin typeface="Bookman Old Style"/>
                <a:cs typeface="Bookman Old Style"/>
              </a:rPr>
              <a:t>th</a:t>
            </a:r>
            <a:r>
              <a:rPr sz="1200" b="0" i="1" spc="202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toss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tail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312684"/>
            <a:ext cx="14516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1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number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heads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is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24049" y="1728025"/>
            <a:ext cx="1403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65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438831" y="1786128"/>
            <a:ext cx="622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60" dirty="0">
                <a:latin typeface="Bookman Old Style"/>
                <a:cs typeface="Bookman Old Style"/>
              </a:rPr>
              <a:t>i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844" y="1931555"/>
            <a:ext cx="2900680" cy="4045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800" dirty="0">
              <a:latin typeface="Century"/>
              <a:cs typeface="Century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650" dirty="0">
              <a:latin typeface="Century"/>
              <a:cs typeface="Century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expected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number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heads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2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toss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then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is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92693" y="2757589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979993" y="2736011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00274" y="2757589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726209" y="2640977"/>
            <a:ext cx="10179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381635" algn="l"/>
                <a:tab pos="896619" algn="l"/>
              </a:tabLst>
            </a:pPr>
            <a:r>
              <a:rPr sz="1100" dirty="0">
                <a:latin typeface="Book Antiqua"/>
                <a:cs typeface="Book Antiqua"/>
              </a:rPr>
              <a:t>0</a:t>
            </a:r>
            <a:r>
              <a:rPr sz="1100" spc="-45" dirty="0">
                <a:latin typeface="Book Antiqua"/>
                <a:cs typeface="Book Antiqu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×</a:t>
            </a:r>
            <a:r>
              <a:rPr sz="1100" i="1" dirty="0">
                <a:latin typeface="Verdana"/>
                <a:cs typeface="Verdana"/>
              </a:rPr>
              <a:t>	</a:t>
            </a:r>
            <a:r>
              <a:rPr sz="1100" spc="180" dirty="0">
                <a:latin typeface="Book Antiqua"/>
                <a:cs typeface="Book Antiqua"/>
              </a:rPr>
              <a:t>+</a:t>
            </a:r>
            <a:r>
              <a:rPr sz="1100" spc="-4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-40" dirty="0">
                <a:latin typeface="Book Antiqua"/>
                <a:cs typeface="Book Antiqua"/>
              </a:rPr>
              <a:t> </a:t>
            </a:r>
            <a:r>
              <a:rPr sz="1100" i="1" spc="-50" dirty="0">
                <a:latin typeface="Verdana"/>
                <a:cs typeface="Verdana"/>
              </a:rPr>
              <a:t>×</a:t>
            </a:r>
            <a:r>
              <a:rPr sz="1100" i="1" dirty="0">
                <a:latin typeface="Verdana"/>
                <a:cs typeface="Verdana"/>
              </a:rPr>
              <a:t>	</a:t>
            </a:r>
            <a:r>
              <a:rPr sz="1100" spc="13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979993" y="2547251"/>
            <a:ext cx="88709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20065" algn="l"/>
                <a:tab pos="804545" algn="l"/>
              </a:tabLst>
            </a:pPr>
            <a:r>
              <a:rPr sz="1100" spc="-50" dirty="0">
                <a:latin typeface="Book Antiqua"/>
                <a:cs typeface="Book Antiqua"/>
              </a:rPr>
              <a:t>1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1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1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784640" y="2757589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2487574" y="2736011"/>
            <a:ext cx="3790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96545" algn="l"/>
              </a:tabLst>
            </a:pPr>
            <a:r>
              <a:rPr sz="1100" spc="-50" dirty="0">
                <a:latin typeface="Book Antiqua"/>
                <a:cs typeface="Book Antiqua"/>
              </a:rPr>
              <a:t>2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sz="1100" spc="-50" dirty="0">
                <a:latin typeface="Book Antiqua"/>
                <a:cs typeface="Book Antiqua"/>
              </a:rPr>
              <a:t>2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15/23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E8FE0C05-C0B6-0DF7-2402-897FA49ED2F5}"/>
              </a:ext>
            </a:extLst>
          </p:cNvPr>
          <p:cNvSpPr/>
          <p:nvPr/>
        </p:nvSpPr>
        <p:spPr>
          <a:xfrm>
            <a:off x="1585201" y="897763"/>
            <a:ext cx="45719" cy="36385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\documentclass{article}&#10;\usepackage{amsmath}&#10;\pagestyle{empty}&#10;\begin{document}&#10;&#10;&#10;$\sum\limits_{i=1}^n$&#10;&#10;\end{document}" title="IguanaTex Bitmap Display">
            <a:extLst>
              <a:ext uri="{FF2B5EF4-FFF2-40B4-BE49-F238E27FC236}">
                <a16:creationId xmlns:a16="http://schemas.microsoft.com/office/drawing/2014/main" id="{D168188A-5437-459B-14DB-EA87E8E241E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9028" y="1653196"/>
            <a:ext cx="189789" cy="340015"/>
          </a:xfrm>
          <a:prstGeom prst="rect">
            <a:avLst/>
          </a:prstGeom>
        </p:spPr>
      </p:pic>
      <p:pic>
        <p:nvPicPr>
          <p:cNvPr id="31" name="Picture 30" descr="\documentclass{article}&#10;\usepackage{amsmath}&#10;\pagestyle{empty}&#10;\begin{document}&#10;&#10;&#10;$E(X_i)=$&#10;&#10;\end{document}" title="IguanaTex Bitmap Display">
            <a:extLst>
              <a:ext uri="{FF2B5EF4-FFF2-40B4-BE49-F238E27FC236}">
                <a16:creationId xmlns:a16="http://schemas.microsoft.com/office/drawing/2014/main" id="{55184075-B0A7-FD19-BB52-A6CACBA6D94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182" y="2641039"/>
            <a:ext cx="702172" cy="18994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5201" y="62407"/>
            <a:ext cx="143827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Indicator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926020"/>
            <a:ext cx="43014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I</a:t>
            </a:r>
            <a:r>
              <a:rPr sz="1100" spc="-1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flip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fair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coin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20" dirty="0">
                <a:latin typeface="Arial"/>
                <a:cs typeface="Arial"/>
              </a:rPr>
              <a:t> </a:t>
            </a:r>
            <a:r>
              <a:rPr sz="1100" dirty="0">
                <a:latin typeface="Book Antiqua"/>
                <a:cs typeface="Book Antiqua"/>
              </a:rPr>
              <a:t>times.</a:t>
            </a:r>
            <a:r>
              <a:rPr sz="1100" spc="1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Each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flip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i="1" spc="100" dirty="0">
                <a:latin typeface="Arial"/>
                <a:cs typeface="Arial"/>
              </a:rPr>
              <a:t>X</a:t>
            </a:r>
            <a:r>
              <a:rPr sz="1200" b="0" i="1" spc="150" baseline="-10416" dirty="0">
                <a:latin typeface="Bookman Old Style"/>
                <a:cs typeface="Bookman Old Style"/>
              </a:rPr>
              <a:t>i</a:t>
            </a:r>
            <a:r>
              <a:rPr sz="1100" spc="100" dirty="0">
                <a:latin typeface="Book Antiqua"/>
                <a:cs typeface="Book Antiqua"/>
              </a:rPr>
              <a:t>,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≤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125" dirty="0">
                <a:latin typeface="Arial"/>
                <a:cs typeface="Arial"/>
              </a:rPr>
              <a:t>i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i="1" spc="-60" dirty="0">
                <a:latin typeface="Verdana"/>
                <a:cs typeface="Verdana"/>
              </a:rPr>
              <a:t>≤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6167" y="1317574"/>
            <a:ext cx="3803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114" dirty="0">
                <a:latin typeface="Arial"/>
                <a:cs typeface="Arial"/>
              </a:rPr>
              <a:t>X</a:t>
            </a:r>
            <a:r>
              <a:rPr sz="1200" b="0" i="1" spc="172" baseline="-10416" dirty="0">
                <a:latin typeface="Bookman Old Style"/>
                <a:cs typeface="Bookman Old Style"/>
              </a:rPr>
              <a:t>i</a:t>
            </a:r>
            <a:r>
              <a:rPr sz="1200" b="0" i="1" spc="165" baseline="-10416" dirty="0">
                <a:latin typeface="Bookman Old Style"/>
                <a:cs typeface="Bookman Old Style"/>
              </a:rPr>
              <a:t> </a:t>
            </a:r>
            <a:r>
              <a:rPr sz="1100" spc="130" dirty="0">
                <a:latin typeface="Book Antiqua"/>
                <a:cs typeface="Book Antiqua"/>
              </a:rPr>
              <a:t>=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95792" y="1231315"/>
            <a:ext cx="164846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1</a:t>
            </a:r>
            <a:r>
              <a:rPr sz="1100" spc="185" dirty="0">
                <a:latin typeface="Book Antiqua"/>
                <a:cs typeface="Book Antiqua"/>
              </a:rPr>
              <a:t>  </a:t>
            </a: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</a:t>
            </a:r>
            <a:r>
              <a:rPr sz="1200" b="0" i="1" baseline="27777" dirty="0">
                <a:latin typeface="Bookman Old Style"/>
                <a:cs typeface="Bookman Old Style"/>
              </a:rPr>
              <a:t>th</a:t>
            </a:r>
            <a:r>
              <a:rPr sz="1200" b="0" i="1" spc="202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toss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head</a:t>
            </a:r>
            <a:endParaRPr sz="1100">
              <a:latin typeface="Book Antiqua"/>
              <a:cs typeface="Book Antiqua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Book Antiqua"/>
                <a:cs typeface="Book Antiqua"/>
              </a:rPr>
              <a:t>0</a:t>
            </a:r>
            <a:r>
              <a:rPr sz="1100" spc="185" dirty="0">
                <a:latin typeface="Book Antiqua"/>
                <a:cs typeface="Book Antiqua"/>
              </a:rPr>
              <a:t>  </a:t>
            </a:r>
            <a:r>
              <a:rPr sz="1100" dirty="0">
                <a:latin typeface="Book Antiqua"/>
                <a:cs typeface="Book Antiqua"/>
              </a:rPr>
              <a:t>if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</a:t>
            </a:r>
            <a:r>
              <a:rPr sz="1200" b="0" i="1" baseline="27777" dirty="0">
                <a:latin typeface="Bookman Old Style"/>
                <a:cs typeface="Bookman Old Style"/>
              </a:rPr>
              <a:t>th</a:t>
            </a:r>
            <a:r>
              <a:rPr sz="1200" b="0" i="1" spc="202" baseline="27777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toss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tail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844" y="1646237"/>
            <a:ext cx="30308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expected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number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heads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in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-5" dirty="0">
                <a:latin typeface="Arial"/>
                <a:cs typeface="Arial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tosses</a:t>
            </a:r>
            <a:r>
              <a:rPr sz="1100" spc="2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then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is</a:t>
            </a:r>
            <a:endParaRPr sz="1100">
              <a:latin typeface="Book Antiqua"/>
              <a:cs typeface="Book Antiqu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16/23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C7F332CA-922E-A070-D87D-905596D8C3E9}"/>
              </a:ext>
            </a:extLst>
          </p:cNvPr>
          <p:cNvSpPr/>
          <p:nvPr/>
        </p:nvSpPr>
        <p:spPr>
          <a:xfrm>
            <a:off x="1619250" y="1231315"/>
            <a:ext cx="45719" cy="36385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\documentclass{article}&#10;\usepackage{amsmath}&#10;\pagestyle{empty}&#10;\begin{document}&#10;&#10;&#10;$E[\sum\limits_{i=1}^n X_i]=\sum\limits_{i=1}^n E[X_i]=n\times \frac{1}{2}=\frac{n}{2}$&#10;&#10;\end{document}" title="IguanaTex Bitmap Display">
            <a:extLst>
              <a:ext uri="{FF2B5EF4-FFF2-40B4-BE49-F238E27FC236}">
                <a16:creationId xmlns:a16="http://schemas.microsoft.com/office/drawing/2014/main" id="{971225EE-37AF-9B47-35D8-1310374E8C9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50" y="2085291"/>
            <a:ext cx="2845029" cy="406629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1445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Expectation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161719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95068" y="1191383"/>
            <a:ext cx="10185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Book Antiqua"/>
                <a:cs typeface="Book Antiqua"/>
              </a:rPr>
              <a:t>Expected</a:t>
            </a:r>
            <a:r>
              <a:rPr sz="1200" spc="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Book Antiqua"/>
                <a:cs typeface="Book Antiqua"/>
              </a:rPr>
              <a:t>Value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1256" y="1369682"/>
            <a:ext cx="4218305" cy="34926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611505" marR="43180" indent="-57404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expected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value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function</a:t>
            </a:r>
            <a:r>
              <a:rPr sz="1100" spc="40" dirty="0">
                <a:latin typeface="Book Antiqua"/>
                <a:cs typeface="Book Antiqua"/>
              </a:rPr>
              <a:t> </a:t>
            </a:r>
            <a:r>
              <a:rPr sz="1100" i="1" spc="75" dirty="0">
                <a:latin typeface="Arial"/>
                <a:cs typeface="Arial"/>
              </a:rPr>
              <a:t>g</a:t>
            </a:r>
            <a:r>
              <a:rPr sz="1100" spc="75" dirty="0">
                <a:latin typeface="Book Antiqua"/>
                <a:cs typeface="Book Antiqua"/>
              </a:rPr>
              <a:t>(</a:t>
            </a:r>
            <a:r>
              <a:rPr sz="1100" i="1" spc="75" dirty="0">
                <a:latin typeface="Arial"/>
                <a:cs typeface="Arial"/>
              </a:rPr>
              <a:t>X</a:t>
            </a:r>
            <a:r>
              <a:rPr sz="1100" spc="75" dirty="0">
                <a:latin typeface="Book Antiqua"/>
                <a:cs typeface="Book Antiqua"/>
              </a:rPr>
              <a:t>)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of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random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variable</a:t>
            </a:r>
            <a:r>
              <a:rPr sz="1100" spc="35" dirty="0">
                <a:latin typeface="Book Antiqua"/>
                <a:cs typeface="Book Antiqua"/>
              </a:rPr>
              <a:t> </a:t>
            </a:r>
            <a:r>
              <a:rPr sz="1100" i="1" spc="165" dirty="0">
                <a:latin typeface="Arial"/>
                <a:cs typeface="Arial"/>
              </a:rPr>
              <a:t>X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with </a:t>
            </a:r>
            <a:r>
              <a:rPr sz="1100" dirty="0">
                <a:latin typeface="Book Antiqua"/>
                <a:cs typeface="Book Antiqua"/>
              </a:rPr>
              <a:t>Probability</a:t>
            </a:r>
            <a:r>
              <a:rPr sz="1100" spc="6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Mass</a:t>
            </a:r>
            <a:r>
              <a:rPr sz="1100" spc="75" dirty="0">
                <a:latin typeface="Book Antiqua"/>
                <a:cs typeface="Book Antiqua"/>
              </a:rPr>
              <a:t> </a:t>
            </a:r>
            <a:r>
              <a:rPr sz="1100" spc="-10" dirty="0">
                <a:latin typeface="Book Antiqua"/>
                <a:cs typeface="Book Antiqua"/>
              </a:rPr>
              <a:t>Function</a:t>
            </a:r>
            <a:r>
              <a:rPr sz="1100" spc="65" dirty="0">
                <a:latin typeface="Book Antiqua"/>
                <a:cs typeface="Book Antiqua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</a:t>
            </a:r>
            <a:r>
              <a:rPr sz="1200" b="0" i="1" spc="-19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dirty="0">
                <a:latin typeface="Book Antiqua"/>
                <a:cs typeface="Book Antiqua"/>
              </a:rPr>
              <a:t>))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defined</a:t>
            </a:r>
            <a:r>
              <a:rPr sz="1100" spc="70" dirty="0">
                <a:latin typeface="Book Antiqua"/>
                <a:cs typeface="Book Antiqua"/>
              </a:rPr>
              <a:t> </a:t>
            </a:r>
            <a:r>
              <a:rPr sz="1100" spc="-25" dirty="0">
                <a:latin typeface="Book Antiqua"/>
                <a:cs typeface="Book Antiqua"/>
              </a:rPr>
              <a:t>as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93262" y="1972921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135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3330" y="1897014"/>
            <a:ext cx="252052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751205" algn="l"/>
              </a:tabLst>
            </a:pPr>
            <a:r>
              <a:rPr sz="1100" i="1" spc="120" dirty="0">
                <a:latin typeface="Arial"/>
                <a:cs typeface="Arial"/>
              </a:rPr>
              <a:t>E</a:t>
            </a:r>
            <a:r>
              <a:rPr sz="1100" spc="120" dirty="0">
                <a:latin typeface="Book Antiqua"/>
                <a:cs typeface="Book Antiqua"/>
              </a:rPr>
              <a:t>(</a:t>
            </a:r>
            <a:r>
              <a:rPr lang="en-US" sz="1100" spc="120" dirty="0">
                <a:latin typeface="Book Antiqua"/>
                <a:cs typeface="Book Antiqua"/>
              </a:rPr>
              <a:t>g(</a:t>
            </a:r>
            <a:r>
              <a:rPr sz="1100" i="1" spc="120" dirty="0">
                <a:latin typeface="Arial"/>
                <a:cs typeface="Arial"/>
              </a:rPr>
              <a:t>X</a:t>
            </a:r>
            <a:r>
              <a:rPr lang="en-US" sz="1100" i="1" spc="120" dirty="0">
                <a:latin typeface="Arial"/>
                <a:cs typeface="Arial"/>
              </a:rPr>
              <a:t>)</a:t>
            </a:r>
            <a:r>
              <a:rPr sz="1100" spc="120" dirty="0">
                <a:latin typeface="Book Antiqua"/>
                <a:cs typeface="Book Antiqua"/>
              </a:rPr>
              <a:t>)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130" dirty="0">
                <a:latin typeface="Book Antiqua"/>
                <a:cs typeface="Book Antiqua"/>
              </a:rPr>
              <a:t>=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lang="en-US" sz="1100" dirty="0">
                <a:latin typeface="Book Antiqua"/>
                <a:cs typeface="Book Antiqua"/>
              </a:rPr>
              <a:t>     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125" dirty="0">
                <a:latin typeface="Arial"/>
                <a:cs typeface="Arial"/>
              </a:rPr>
              <a:t>  </a:t>
            </a:r>
            <a:r>
              <a:rPr sz="1100" spc="35" dirty="0">
                <a:latin typeface="Book Antiqua"/>
                <a:cs typeface="Book Antiqua"/>
              </a:rPr>
              <a:t>(</a:t>
            </a:r>
            <a:r>
              <a:rPr sz="1100" i="1" spc="35" dirty="0">
                <a:latin typeface="Arial"/>
                <a:cs typeface="Arial"/>
              </a:rPr>
              <a:t>x</a:t>
            </a:r>
            <a:r>
              <a:rPr sz="1100" spc="35" dirty="0">
                <a:latin typeface="Book Antiqua"/>
                <a:cs typeface="Book Antiqua"/>
              </a:rPr>
              <a:t>)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20/23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0" name="Picture 19" descr="\documentclass{article}&#10;\usepackage{amsmath}&#10;\pagestyle{empty}&#10;\begin{document}&#10;&#10;&#10;$\sum\limits_x$&#10;&#10;\end{document}" title="IguanaTex Bitmap Display">
            <a:extLst>
              <a:ext uri="{FF2B5EF4-FFF2-40B4-BE49-F238E27FC236}">
                <a16:creationId xmlns:a16="http://schemas.microsoft.com/office/drawing/2014/main" id="{18658B75-8DED-688F-ACD3-702863BFDE8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517" y="1900783"/>
            <a:ext cx="179657" cy="30514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19300" y="62407"/>
            <a:ext cx="969644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Book Antiqua"/>
                <a:cs typeface="Book Antiqua"/>
              </a:rPr>
              <a:t>Expectation</a:t>
            </a:r>
            <a:endParaRPr sz="1400">
              <a:latin typeface="Book Antiqua"/>
              <a:cs typeface="Book Antiqu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7743" y="512445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4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1"/>
                </a:lnTo>
                <a:lnTo>
                  <a:pt x="4432566" y="19836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795068" y="542109"/>
            <a:ext cx="101854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10" dirty="0">
                <a:solidFill>
                  <a:srgbClr val="FFFFFF"/>
                </a:solidFill>
                <a:latin typeface="Book Antiqua"/>
                <a:cs typeface="Book Antiqua"/>
              </a:rPr>
              <a:t>Expected</a:t>
            </a:r>
            <a:r>
              <a:rPr sz="1200" spc="10" dirty="0">
                <a:solidFill>
                  <a:srgbClr val="FFFFFF"/>
                </a:solidFill>
                <a:latin typeface="Book Antiqua"/>
                <a:cs typeface="Book Antiqua"/>
              </a:rPr>
              <a:t> </a:t>
            </a:r>
            <a:r>
              <a:rPr sz="1200" spc="-60" dirty="0">
                <a:solidFill>
                  <a:srgbClr val="FFFFFF"/>
                </a:solidFill>
                <a:latin typeface="Book Antiqua"/>
                <a:cs typeface="Book Antiqua"/>
              </a:rPr>
              <a:t>Value</a:t>
            </a:r>
            <a:endParaRPr sz="1200">
              <a:latin typeface="Book Antiqua"/>
              <a:cs typeface="Book Antiqu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98838" y="986523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800" b="0" i="1" spc="135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43050" y="926897"/>
            <a:ext cx="1752308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  <a:tabLst>
                <a:tab pos="751205" algn="l"/>
              </a:tabLst>
            </a:pPr>
            <a:r>
              <a:rPr sz="1100" i="1" spc="120" dirty="0">
                <a:latin typeface="Arial"/>
                <a:cs typeface="Arial"/>
              </a:rPr>
              <a:t>E</a:t>
            </a:r>
            <a:r>
              <a:rPr sz="1100" spc="120" dirty="0">
                <a:latin typeface="Book Antiqua"/>
                <a:cs typeface="Book Antiqua"/>
              </a:rPr>
              <a:t>(</a:t>
            </a:r>
            <a:r>
              <a:rPr lang="en-US" sz="1100" spc="120" dirty="0">
                <a:latin typeface="Book Antiqua"/>
                <a:cs typeface="Book Antiqua"/>
              </a:rPr>
              <a:t>g(</a:t>
            </a:r>
            <a:r>
              <a:rPr sz="1100" i="1" spc="120" dirty="0">
                <a:latin typeface="Arial"/>
                <a:cs typeface="Arial"/>
              </a:rPr>
              <a:t>X</a:t>
            </a:r>
            <a:r>
              <a:rPr lang="en-US" sz="1100" i="1" spc="120" dirty="0">
                <a:latin typeface="Arial"/>
                <a:cs typeface="Arial"/>
              </a:rPr>
              <a:t>)</a:t>
            </a:r>
            <a:r>
              <a:rPr sz="1100" spc="120" dirty="0">
                <a:latin typeface="Book Antiqua"/>
                <a:cs typeface="Book Antiqua"/>
              </a:rPr>
              <a:t>)</a:t>
            </a:r>
            <a:r>
              <a:rPr sz="1100" spc="30" dirty="0">
                <a:latin typeface="Book Antiqua"/>
                <a:cs typeface="Book Antiqua"/>
              </a:rPr>
              <a:t> </a:t>
            </a:r>
            <a:r>
              <a:rPr sz="1100" spc="130" dirty="0">
                <a:latin typeface="Book Antiqua"/>
                <a:cs typeface="Book Antiqua"/>
              </a:rPr>
              <a:t>=</a:t>
            </a:r>
            <a:r>
              <a:rPr sz="1100" dirty="0">
                <a:latin typeface="Book Antiqua"/>
                <a:cs typeface="Book Antiqua"/>
              </a:rPr>
              <a:t>	</a:t>
            </a:r>
            <a:r>
              <a:rPr lang="en-US" sz="1100" dirty="0">
                <a:latin typeface="Book Antiqua"/>
                <a:cs typeface="Book Antiqua"/>
              </a:rPr>
              <a:t>   </a:t>
            </a:r>
            <a:r>
              <a:rPr sz="1100" i="1" dirty="0">
                <a:latin typeface="Arial"/>
                <a:cs typeface="Arial"/>
              </a:rPr>
              <a:t>g</a:t>
            </a:r>
            <a:r>
              <a:rPr sz="1100" dirty="0">
                <a:latin typeface="Book Antiqua"/>
                <a:cs typeface="Book Antiqua"/>
              </a:rPr>
              <a:t>(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dirty="0">
                <a:latin typeface="Book Antiqua"/>
                <a:cs typeface="Book Antiqua"/>
              </a:rPr>
              <a:t>)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125" dirty="0">
                <a:latin typeface="Arial"/>
                <a:cs typeface="Arial"/>
              </a:rPr>
              <a:t>  </a:t>
            </a:r>
            <a:r>
              <a:rPr sz="1100" spc="35" dirty="0">
                <a:latin typeface="Book Antiqua"/>
                <a:cs typeface="Book Antiqua"/>
              </a:rPr>
              <a:t>(</a:t>
            </a:r>
            <a:r>
              <a:rPr sz="1100" i="1" spc="35" dirty="0">
                <a:latin typeface="Arial"/>
                <a:cs typeface="Arial"/>
              </a:rPr>
              <a:t>x</a:t>
            </a:r>
            <a:r>
              <a:rPr sz="1100" spc="35" dirty="0">
                <a:latin typeface="Book Antiqua"/>
                <a:cs typeface="Book Antiqua"/>
              </a:rPr>
              <a:t>)</a:t>
            </a:r>
            <a:endParaRPr sz="1100" dirty="0">
              <a:latin typeface="Book Antiqua"/>
              <a:cs typeface="Book Antiqu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744" y="1124407"/>
            <a:ext cx="3720465" cy="43560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0075" algn="ctr">
              <a:lnSpc>
                <a:spcPct val="100000"/>
              </a:lnSpc>
              <a:spcBef>
                <a:spcPts val="95"/>
              </a:spcBef>
            </a:pPr>
            <a:endParaRPr sz="800" dirty="0">
              <a:latin typeface="Bookman Old Style"/>
              <a:cs typeface="Bookman Old Style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800" dirty="0">
              <a:latin typeface="Bookman Old Style"/>
              <a:cs typeface="Bookman Old Style"/>
            </a:endParaRPr>
          </a:p>
          <a:p>
            <a:pPr marL="50800">
              <a:lnSpc>
                <a:spcPct val="100000"/>
              </a:lnSpc>
            </a:pPr>
            <a:r>
              <a:rPr sz="1100" dirty="0">
                <a:latin typeface="Book Antiqua"/>
                <a:cs typeface="Book Antiqua"/>
              </a:rPr>
              <a:t>Let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i="1" spc="75" dirty="0">
                <a:latin typeface="Arial"/>
                <a:cs typeface="Arial"/>
              </a:rPr>
              <a:t>g</a:t>
            </a:r>
            <a:r>
              <a:rPr sz="1100" spc="75" dirty="0">
                <a:latin typeface="Book Antiqua"/>
                <a:cs typeface="Book Antiqua"/>
              </a:rPr>
              <a:t>(</a:t>
            </a:r>
            <a:r>
              <a:rPr sz="1100" i="1" spc="75" dirty="0">
                <a:latin typeface="Arial"/>
                <a:cs typeface="Arial"/>
              </a:rPr>
              <a:t>X</a:t>
            </a:r>
            <a:r>
              <a:rPr sz="1100" spc="75" dirty="0">
                <a:latin typeface="Book Antiqua"/>
                <a:cs typeface="Book Antiqua"/>
              </a:rPr>
              <a:t>)</a:t>
            </a:r>
            <a:r>
              <a:rPr sz="1100" spc="-5" dirty="0">
                <a:latin typeface="Book Antiqua"/>
                <a:cs typeface="Book Antiqua"/>
              </a:rPr>
              <a:t> </a:t>
            </a:r>
            <a:r>
              <a:rPr sz="1100" spc="180" dirty="0">
                <a:latin typeface="Book Antiqua"/>
                <a:cs typeface="Book Antiqua"/>
              </a:rPr>
              <a:t>=</a:t>
            </a:r>
            <a:r>
              <a:rPr sz="1100" spc="-10" dirty="0">
                <a:latin typeface="Book Antiqua"/>
                <a:cs typeface="Book Antiqua"/>
              </a:rPr>
              <a:t> </a:t>
            </a:r>
            <a:r>
              <a:rPr sz="1100" i="1" spc="114" dirty="0">
                <a:latin typeface="Arial"/>
                <a:cs typeface="Arial"/>
              </a:rPr>
              <a:t>X</a:t>
            </a:r>
            <a:r>
              <a:rPr sz="1200" spc="172" baseline="27777" dirty="0">
                <a:latin typeface="Century"/>
                <a:cs typeface="Century"/>
              </a:rPr>
              <a:t>2</a:t>
            </a:r>
            <a:r>
              <a:rPr sz="1200" spc="217" baseline="27777" dirty="0">
                <a:latin typeface="Century"/>
                <a:cs typeface="Century"/>
              </a:rPr>
              <a:t> </a:t>
            </a:r>
            <a:r>
              <a:rPr sz="1100" spc="-35" dirty="0">
                <a:latin typeface="Book Antiqua"/>
                <a:cs typeface="Book Antiqua"/>
              </a:rPr>
              <a:t>where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i="1" spc="165" dirty="0">
                <a:latin typeface="Arial"/>
                <a:cs typeface="Arial"/>
              </a:rPr>
              <a:t>X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dirty="0">
                <a:latin typeface="Book Antiqua"/>
                <a:cs typeface="Book Antiqua"/>
              </a:rPr>
              <a:t>is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the</a:t>
            </a:r>
            <a:r>
              <a:rPr sz="1100" spc="55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value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on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a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fair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dirty="0">
                <a:latin typeface="Book Antiqua"/>
                <a:cs typeface="Book Antiqua"/>
              </a:rPr>
              <a:t>six</a:t>
            </a:r>
            <a:r>
              <a:rPr sz="1100" spc="50" dirty="0">
                <a:latin typeface="Book Antiqua"/>
                <a:cs typeface="Book Antiqua"/>
              </a:rPr>
              <a:t> </a:t>
            </a:r>
            <a:r>
              <a:rPr sz="1100" spc="-30" dirty="0">
                <a:latin typeface="Book Antiqua"/>
                <a:cs typeface="Book Antiqua"/>
              </a:rPr>
              <a:t>sided</a:t>
            </a:r>
            <a:r>
              <a:rPr sz="1100" spc="45" dirty="0">
                <a:latin typeface="Book Antiqua"/>
                <a:cs typeface="Book Antiqua"/>
              </a:rPr>
              <a:t> </a:t>
            </a:r>
            <a:r>
              <a:rPr sz="1100" spc="-20" dirty="0">
                <a:latin typeface="Book Antiqua"/>
                <a:cs typeface="Book Antiqua"/>
              </a:rPr>
              <a:t>die.</a:t>
            </a:r>
            <a:endParaRPr sz="1100" dirty="0">
              <a:latin typeface="Book Antiqua"/>
              <a:cs typeface="Book Antiqua"/>
            </a:endParaRPr>
          </a:p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1399197" y="1680502"/>
          <a:ext cx="1804669" cy="1463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47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1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6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89230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x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Book Antiqua"/>
                          <a:cs typeface="Book Antiqua"/>
                        </a:rPr>
                        <a:t>g(x)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i="1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200" b="0" i="1" baseline="-10416" dirty="0">
                          <a:latin typeface="Bookman Old Style"/>
                          <a:cs typeface="Bookman Old Style"/>
                        </a:rPr>
                        <a:t>X</a:t>
                      </a:r>
                      <a:r>
                        <a:rPr sz="1200" b="0" i="1" spc="-97" baseline="-10416" dirty="0">
                          <a:latin typeface="Bookman Old Style"/>
                          <a:cs typeface="Bookman Old Style"/>
                        </a:rPr>
                        <a:t> </a:t>
                      </a:r>
                      <a:r>
                        <a:rPr sz="1100" spc="35" dirty="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i="1" spc="35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100" spc="35" dirty="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i="1" spc="-10" dirty="0">
                          <a:latin typeface="Arial"/>
                          <a:cs typeface="Arial"/>
                        </a:rPr>
                        <a:t>g</a:t>
                      </a:r>
                      <a:r>
                        <a:rPr sz="1100" spc="-10" dirty="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100" spc="-10" dirty="0">
                          <a:latin typeface="Book Antiqua"/>
                          <a:cs typeface="Book Antiqua"/>
                        </a:rPr>
                        <a:t>)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p</a:t>
                      </a:r>
                      <a:r>
                        <a:rPr sz="1100" spc="-10" dirty="0">
                          <a:latin typeface="Book Antiqua"/>
                          <a:cs typeface="Book Antiqua"/>
                        </a:rPr>
                        <a:t>(</a:t>
                      </a:r>
                      <a:r>
                        <a:rPr sz="1100" i="1" spc="-10" dirty="0">
                          <a:latin typeface="Arial"/>
                          <a:cs typeface="Arial"/>
                        </a:rPr>
                        <a:t>x</a:t>
                      </a:r>
                      <a:r>
                        <a:rPr sz="1100" spc="-10" dirty="0">
                          <a:latin typeface="Book Antiqua"/>
                          <a:cs typeface="Book Antiqua"/>
                        </a:rPr>
                        <a:t>)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L="77470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1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2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3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9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2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4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16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8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3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25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25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 marL="77470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Book Antiqua"/>
                          <a:cs typeface="Book Antiqua"/>
                        </a:rPr>
                        <a:t>36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20"/>
                        </a:lnSpc>
                      </a:pPr>
                      <a:r>
                        <a:rPr sz="800" u="sng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7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dirty="0">
                          <a:latin typeface="Book Antiqua"/>
                          <a:cs typeface="Book Antiqua"/>
                        </a:rPr>
                        <a:t>6</a:t>
                      </a:r>
                      <a:endParaRPr sz="1100">
                        <a:latin typeface="Book Antiqua"/>
                        <a:cs typeface="Book Antiqu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92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720"/>
                        </a:lnSpc>
                      </a:pPr>
                      <a:r>
                        <a:rPr sz="800" u="sng" spc="-25" dirty="0">
                          <a:uFill>
                            <a:solidFill>
                              <a:srgbClr val="000000"/>
                            </a:solidFill>
                          </a:uFill>
                          <a:latin typeface="Century"/>
                          <a:cs typeface="Century"/>
                        </a:rPr>
                        <a:t>91</a:t>
                      </a:r>
                      <a:endParaRPr sz="800">
                        <a:latin typeface="Century"/>
                        <a:cs typeface="Century"/>
                      </a:endParaRPr>
                    </a:p>
                    <a:p>
                      <a:pPr algn="ctr">
                        <a:lnSpc>
                          <a:spcPts val="675"/>
                        </a:lnSpc>
                      </a:pPr>
                      <a:r>
                        <a:rPr sz="800" dirty="0">
                          <a:latin typeface="Century"/>
                          <a:cs typeface="Century"/>
                        </a:rPr>
                        <a:t>6</a:t>
                      </a:r>
                      <a:endParaRPr sz="800">
                        <a:latin typeface="Century"/>
                        <a:cs typeface="Century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21/23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0" name="Picture 19" descr="\documentclass{article}&#10;\usepackage{amsmath}&#10;\pagestyle{empty}&#10;\begin{document}&#10;&#10;&#10;$\sum\limits_x$&#10;&#10;\end{document}" title="IguanaTex Bitmap Display">
            <a:extLst>
              <a:ext uri="{FF2B5EF4-FFF2-40B4-BE49-F238E27FC236}">
                <a16:creationId xmlns:a16="http://schemas.microsoft.com/office/drawing/2014/main" id="{0C58DAC6-AB78-376A-2F5E-480797F4192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3918" y="907611"/>
            <a:ext cx="179657" cy="30514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67765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Variance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073150"/>
            <a:ext cx="4432935" cy="186690"/>
          </a:xfrm>
          <a:custGeom>
            <a:avLst/>
            <a:gdLst/>
            <a:ahLst/>
            <a:cxnLst/>
            <a:rect l="l" t="t" r="r" b="b"/>
            <a:pathLst>
              <a:path w="4432935" h="18669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31"/>
                </a:lnTo>
                <a:lnTo>
                  <a:pt x="4432566" y="18613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23211" y="1101137"/>
            <a:ext cx="5619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45" dirty="0">
                <a:solidFill>
                  <a:srgbClr val="FFFFFF"/>
                </a:solidFill>
                <a:latin typeface="Georgia"/>
                <a:cs typeface="Georgia"/>
              </a:rPr>
              <a:t>Variance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3144" y="1268895"/>
            <a:ext cx="4483735" cy="77893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0650" marR="214629" algn="ctr">
              <a:lnSpc>
                <a:spcPct val="102600"/>
              </a:lnSpc>
              <a:spcBef>
                <a:spcPts val="55"/>
              </a:spcBef>
            </a:pP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variance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var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28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Probability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Mass </a:t>
            </a:r>
            <a:r>
              <a:rPr sz="1100" dirty="0">
                <a:latin typeface="Times New Roman"/>
                <a:cs typeface="Times New Roman"/>
              </a:rPr>
              <a:t>Function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</a:t>
            </a:r>
            <a:r>
              <a:rPr sz="1200" b="0" i="1" spc="-14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defined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as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 dirty="0">
              <a:latin typeface="Times New Roman"/>
              <a:cs typeface="Times New Roman"/>
            </a:endParaRPr>
          </a:p>
          <a:p>
            <a:pPr marR="93980" algn="ctr">
              <a:lnSpc>
                <a:spcPct val="100000"/>
              </a:lnSpc>
            </a:pPr>
            <a:r>
              <a:rPr sz="1100" b="0" i="1" dirty="0">
                <a:latin typeface="Bookman Old Style"/>
                <a:cs typeface="Bookman Old Style"/>
              </a:rPr>
              <a:t>var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b="0" i="1" spc="50" dirty="0">
                <a:latin typeface="Bookman Old Style"/>
                <a:cs typeface="Bookman Old Style"/>
              </a:rPr>
              <a:t>E</a:t>
            </a:r>
            <a:r>
              <a:rPr lang="en-US" sz="1800" spc="-10" dirty="0">
                <a:latin typeface="Times New Roman"/>
                <a:cs typeface="Times New Roman"/>
              </a:rPr>
              <a:t> [</a:t>
            </a:r>
            <a:r>
              <a:rPr sz="1650" spc="735" baseline="45454" dirty="0">
                <a:latin typeface="Arial"/>
                <a:cs typeface="Arial"/>
              </a:rPr>
              <a:t> </a:t>
            </a:r>
            <a:r>
              <a:rPr sz="1100" spc="90" dirty="0">
                <a:latin typeface="Times New Roman"/>
                <a:cs typeface="Times New Roman"/>
              </a:rPr>
              <a:t>(</a:t>
            </a:r>
            <a:r>
              <a:rPr sz="1100" b="0" i="1" spc="90" dirty="0">
                <a:latin typeface="Bookman Old Style"/>
                <a:cs typeface="Bookman Old Style"/>
              </a:rPr>
              <a:t>X</a:t>
            </a:r>
            <a:r>
              <a:rPr sz="1100" b="0" i="1" spc="40" dirty="0">
                <a:latin typeface="Bookman Old Style"/>
                <a:cs typeface="Bookman Old Styl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65" dirty="0">
                <a:latin typeface="Lucida Sans Unicode"/>
                <a:cs typeface="Lucida Sans Unicode"/>
              </a:rPr>
              <a:t> </a:t>
            </a:r>
            <a:r>
              <a:rPr sz="1100" b="0" i="1" spc="-10" dirty="0">
                <a:latin typeface="Bookman Old Style"/>
                <a:cs typeface="Bookman Old Style"/>
              </a:rPr>
              <a:t>E</a:t>
            </a:r>
            <a:r>
              <a:rPr sz="1100" spc="-10" dirty="0">
                <a:latin typeface="Times New Roman"/>
                <a:cs typeface="Times New Roman"/>
              </a:rPr>
              <a:t>[</a:t>
            </a:r>
            <a:r>
              <a:rPr sz="1100" b="0" i="1" spc="-10" dirty="0">
                <a:latin typeface="Bookman Old Style"/>
                <a:cs typeface="Bookman Old Style"/>
              </a:rPr>
              <a:t>X</a:t>
            </a:r>
            <a:r>
              <a:rPr sz="1100" spc="-10" dirty="0">
                <a:latin typeface="Times New Roman"/>
                <a:cs typeface="Times New Roman"/>
              </a:rPr>
              <a:t>])</a:t>
            </a:r>
            <a:r>
              <a:rPr sz="1200" spc="-15" baseline="31250" dirty="0">
                <a:latin typeface="Century"/>
                <a:cs typeface="Century"/>
              </a:rPr>
              <a:t>2</a:t>
            </a:r>
            <a:r>
              <a:rPr sz="1650" spc="-15" baseline="45454" dirty="0">
                <a:latin typeface="Arial"/>
                <a:cs typeface="Arial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]</a:t>
            </a:r>
            <a:endParaRPr sz="1650" baseline="45454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5/27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167765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Variance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1073150"/>
            <a:ext cx="4432935" cy="186690"/>
          </a:xfrm>
          <a:custGeom>
            <a:avLst/>
            <a:gdLst/>
            <a:ahLst/>
            <a:cxnLst/>
            <a:rect l="l" t="t" r="r" b="b"/>
            <a:pathLst>
              <a:path w="4432935" h="18669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131"/>
                </a:lnTo>
                <a:lnTo>
                  <a:pt x="4432566" y="186131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023211" y="1101137"/>
            <a:ext cx="56197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45" dirty="0">
                <a:solidFill>
                  <a:srgbClr val="FFFFFF"/>
                </a:solidFill>
                <a:latin typeface="Georgia"/>
                <a:cs typeface="Georgia"/>
              </a:rPr>
              <a:t>Variance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444" y="1268895"/>
            <a:ext cx="4509135" cy="128163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33350" marR="227329" algn="ctr">
              <a:lnSpc>
                <a:spcPct val="102600"/>
              </a:lnSpc>
              <a:spcBef>
                <a:spcPts val="55"/>
              </a:spcBef>
            </a:pP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variance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var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28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Probability</a:t>
            </a:r>
            <a:r>
              <a:rPr sz="1100" spc="229" dirty="0">
                <a:latin typeface="Times New Roman"/>
                <a:cs typeface="Times New Roman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Mass </a:t>
            </a:r>
            <a:r>
              <a:rPr sz="1100" dirty="0">
                <a:latin typeface="Times New Roman"/>
                <a:cs typeface="Times New Roman"/>
              </a:rPr>
              <a:t>Function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</a:t>
            </a:r>
            <a:r>
              <a:rPr sz="1200" b="0" i="1" spc="-142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defined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as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 dirty="0">
              <a:latin typeface="Times New Roman"/>
              <a:cs typeface="Times New Roman"/>
            </a:endParaRPr>
          </a:p>
          <a:p>
            <a:pPr marR="93980" algn="ctr">
              <a:lnSpc>
                <a:spcPct val="100000"/>
              </a:lnSpc>
            </a:pPr>
            <a:r>
              <a:rPr lang="en-US" sz="1100" b="0" i="1" dirty="0">
                <a:latin typeface="Bookman Old Style"/>
                <a:cs typeface="Bookman Old Style"/>
              </a:rPr>
              <a:t>var</a:t>
            </a:r>
            <a:r>
              <a:rPr lang="en-US" sz="1100" dirty="0">
                <a:latin typeface="Times New Roman"/>
                <a:cs typeface="Times New Roman"/>
              </a:rPr>
              <a:t>(</a:t>
            </a:r>
            <a:r>
              <a:rPr lang="en-US" sz="1100" b="0" i="1" dirty="0">
                <a:latin typeface="Bookman Old Style"/>
                <a:cs typeface="Bookman Old Style"/>
              </a:rPr>
              <a:t>X</a:t>
            </a:r>
            <a:r>
              <a:rPr lang="en-US" sz="1100" dirty="0">
                <a:latin typeface="Times New Roman"/>
                <a:cs typeface="Times New Roman"/>
              </a:rPr>
              <a:t>)</a:t>
            </a:r>
            <a:r>
              <a:rPr lang="en-US" sz="1100" spc="70" dirty="0">
                <a:latin typeface="Times New Roman"/>
                <a:cs typeface="Times New Roman"/>
              </a:rPr>
              <a:t> </a:t>
            </a:r>
            <a:r>
              <a:rPr lang="en-US" sz="1100" spc="220" dirty="0">
                <a:latin typeface="Times New Roman"/>
                <a:cs typeface="Times New Roman"/>
              </a:rPr>
              <a:t>=</a:t>
            </a:r>
            <a:r>
              <a:rPr lang="en-US" sz="1100" spc="70" dirty="0">
                <a:latin typeface="Times New Roman"/>
                <a:cs typeface="Times New Roman"/>
              </a:rPr>
              <a:t> </a:t>
            </a:r>
            <a:r>
              <a:rPr lang="en-US" sz="1100" b="0" i="1" spc="50" dirty="0">
                <a:latin typeface="Bookman Old Style"/>
                <a:cs typeface="Bookman Old Style"/>
              </a:rPr>
              <a:t>E</a:t>
            </a:r>
            <a:r>
              <a:rPr lang="en-US" sz="1800" spc="-10" dirty="0">
                <a:latin typeface="Times New Roman"/>
                <a:cs typeface="Times New Roman"/>
              </a:rPr>
              <a:t> [</a:t>
            </a:r>
            <a:r>
              <a:rPr lang="en-US" sz="1650" spc="735" baseline="45454" dirty="0">
                <a:latin typeface="Arial"/>
                <a:cs typeface="Arial"/>
              </a:rPr>
              <a:t> </a:t>
            </a:r>
            <a:r>
              <a:rPr lang="en-US" sz="1100" spc="90" dirty="0">
                <a:latin typeface="Times New Roman"/>
                <a:cs typeface="Times New Roman"/>
              </a:rPr>
              <a:t>(</a:t>
            </a:r>
            <a:r>
              <a:rPr lang="en-US" sz="1100" b="0" i="1" spc="90" dirty="0">
                <a:latin typeface="Bookman Old Style"/>
                <a:cs typeface="Bookman Old Style"/>
              </a:rPr>
              <a:t>X</a:t>
            </a:r>
            <a:r>
              <a:rPr lang="en-US" sz="1100" b="0" i="1" spc="40" dirty="0">
                <a:latin typeface="Bookman Old Style"/>
                <a:cs typeface="Bookman Old Style"/>
              </a:rPr>
              <a:t> </a:t>
            </a:r>
            <a:r>
              <a:rPr lang="en-US" sz="1100" spc="-35" dirty="0">
                <a:latin typeface="Lucida Sans Unicode"/>
                <a:cs typeface="Lucida Sans Unicode"/>
              </a:rPr>
              <a:t>−</a:t>
            </a:r>
            <a:r>
              <a:rPr lang="en-US" sz="1100" spc="-65" dirty="0">
                <a:latin typeface="Lucida Sans Unicode"/>
                <a:cs typeface="Lucida Sans Unicode"/>
              </a:rPr>
              <a:t> </a:t>
            </a:r>
            <a:r>
              <a:rPr lang="en-US" sz="1100" b="0" i="1" spc="-10" dirty="0">
                <a:latin typeface="Bookman Old Style"/>
                <a:cs typeface="Bookman Old Style"/>
              </a:rPr>
              <a:t>E</a:t>
            </a:r>
            <a:r>
              <a:rPr lang="en-US" sz="1100" spc="-10" dirty="0">
                <a:latin typeface="Times New Roman"/>
                <a:cs typeface="Times New Roman"/>
              </a:rPr>
              <a:t>[</a:t>
            </a:r>
            <a:r>
              <a:rPr lang="en-US" sz="1100" b="0" i="1" spc="-10" dirty="0">
                <a:latin typeface="Bookman Old Style"/>
                <a:cs typeface="Bookman Old Style"/>
              </a:rPr>
              <a:t>X</a:t>
            </a:r>
            <a:r>
              <a:rPr lang="en-US" sz="1100" spc="-10" dirty="0">
                <a:latin typeface="Times New Roman"/>
                <a:cs typeface="Times New Roman"/>
              </a:rPr>
              <a:t>])</a:t>
            </a:r>
            <a:r>
              <a:rPr lang="en-US" sz="1200" spc="-15" baseline="31250" dirty="0">
                <a:latin typeface="Century"/>
                <a:cs typeface="Century"/>
              </a:rPr>
              <a:t>2</a:t>
            </a:r>
            <a:r>
              <a:rPr lang="en-US" sz="1650" spc="-15" baseline="45454" dirty="0">
                <a:latin typeface="Arial"/>
                <a:cs typeface="Arial"/>
              </a:rPr>
              <a:t> </a:t>
            </a:r>
            <a:r>
              <a:rPr lang="en-US" sz="1800" spc="-10" dirty="0">
                <a:latin typeface="Times New Roman"/>
                <a:cs typeface="Times New Roman"/>
              </a:rPr>
              <a:t>]</a:t>
            </a:r>
            <a:endParaRPr lang="en-US" sz="1650" baseline="45454" dirty="0">
              <a:latin typeface="Arial"/>
              <a:cs typeface="Arial"/>
            </a:endParaRPr>
          </a:p>
          <a:p>
            <a:pPr marL="37465">
              <a:lnSpc>
                <a:spcPct val="100000"/>
              </a:lnSpc>
              <a:spcBef>
                <a:spcPts val="2580"/>
              </a:spcBef>
            </a:pPr>
            <a:r>
              <a:rPr sz="1100" dirty="0">
                <a:latin typeface="Times New Roman"/>
                <a:cs typeface="Times New Roman"/>
              </a:rPr>
              <a:t>Variance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zero,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75" dirty="0">
                <a:latin typeface="Times New Roman"/>
                <a:cs typeface="Times New Roman"/>
              </a:rPr>
              <a:t>but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it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cannot</a:t>
            </a:r>
            <a:r>
              <a:rPr sz="1100" spc="17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negative.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5/27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4352" y="62407"/>
            <a:ext cx="6997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Variance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960132"/>
            <a:ext cx="18167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Variance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usually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calculated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60960">
              <a:lnSpc>
                <a:spcPct val="100000"/>
              </a:lnSpc>
              <a:spcBef>
                <a:spcPts val="35"/>
              </a:spcBef>
            </a:pPr>
            <a:r>
              <a:rPr dirty="0"/>
              <a:t>6/27</a:t>
            </a:r>
            <a:r>
              <a:rPr spc="29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4" name="Picture 23" descr="A picture containing text&#10;&#10;Description automatically generated">
            <a:extLst>
              <a:ext uri="{FF2B5EF4-FFF2-40B4-BE49-F238E27FC236}">
                <a16:creationId xmlns:a16="http://schemas.microsoft.com/office/drawing/2014/main" id="{96F4DD36-11DB-ED61-EC96-89EDF3B7D3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" y="1349375"/>
            <a:ext cx="3339221" cy="138808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77850">
              <a:lnSpc>
                <a:spcPct val="100000"/>
              </a:lnSpc>
              <a:spcBef>
                <a:spcPts val="135"/>
              </a:spcBef>
            </a:pPr>
            <a:r>
              <a:rPr dirty="0"/>
              <a:t>Standard</a:t>
            </a:r>
            <a:r>
              <a:rPr spc="15" dirty="0"/>
              <a:t> </a:t>
            </a:r>
            <a:r>
              <a:rPr spc="-10" dirty="0"/>
              <a:t>Deviation</a:t>
            </a:r>
          </a:p>
        </p:txBody>
      </p:sp>
      <p:sp>
        <p:nvSpPr>
          <p:cNvPr id="3" name="object 3"/>
          <p:cNvSpPr/>
          <p:nvPr/>
        </p:nvSpPr>
        <p:spPr>
          <a:xfrm>
            <a:off x="87743" y="878700"/>
            <a:ext cx="4432935" cy="187960"/>
          </a:xfrm>
          <a:custGeom>
            <a:avLst/>
            <a:gdLst/>
            <a:ahLst/>
            <a:cxnLst/>
            <a:rect l="l" t="t" r="r" b="b"/>
            <a:pathLst>
              <a:path w="4432935" h="187959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0"/>
                </a:lnTo>
                <a:lnTo>
                  <a:pt x="4432566" y="187820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E3E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667027" y="908377"/>
            <a:ext cx="1274445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35"/>
              </a:lnSpc>
            </a:pPr>
            <a:r>
              <a:rPr sz="1200" spc="-20" dirty="0">
                <a:solidFill>
                  <a:srgbClr val="FFFFFF"/>
                </a:solidFill>
                <a:latin typeface="Georgia"/>
                <a:cs typeface="Georgia"/>
              </a:rPr>
              <a:t>Standard</a:t>
            </a:r>
            <a:r>
              <a:rPr sz="1200" spc="1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200" spc="-30" dirty="0">
                <a:solidFill>
                  <a:srgbClr val="FFFFFF"/>
                </a:solidFill>
                <a:latin typeface="Georgia"/>
                <a:cs typeface="Georgia"/>
              </a:rPr>
              <a:t>Deviation</a:t>
            </a:r>
            <a:endParaRPr sz="1200">
              <a:latin typeface="Georgia"/>
              <a:cs typeface="Georg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7744" y="1068425"/>
            <a:ext cx="4521835" cy="8168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80645" algn="ctr">
              <a:lnSpc>
                <a:spcPct val="100000"/>
              </a:lnSpc>
              <a:spcBef>
                <a:spcPts val="90"/>
              </a:spcBef>
            </a:pP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standard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deviation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b="0" i="1" spc="75" dirty="0">
                <a:latin typeface="Bookman Old Style"/>
                <a:cs typeface="Bookman Old Style"/>
              </a:rPr>
              <a:t>σ</a:t>
            </a:r>
            <a:r>
              <a:rPr sz="1200" b="0" i="1" spc="112" baseline="-10416" dirty="0">
                <a:latin typeface="Bookman Old Style"/>
                <a:cs typeface="Bookman Old Style"/>
              </a:rPr>
              <a:t>X</a:t>
            </a:r>
            <a:r>
              <a:rPr sz="1200" b="0" i="1" spc="465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204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defined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as</a:t>
            </a:r>
            <a:endParaRPr sz="11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2480"/>
              </a:spcBef>
            </a:pPr>
            <a:r>
              <a:rPr sz="1100" dirty="0">
                <a:latin typeface="Times New Roman"/>
                <a:cs typeface="Times New Roman"/>
              </a:rPr>
              <a:t>Note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that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units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b="0" i="1" spc="75" dirty="0">
                <a:latin typeface="Bookman Old Style"/>
                <a:cs typeface="Bookman Old Style"/>
              </a:rPr>
              <a:t>σ</a:t>
            </a:r>
            <a:r>
              <a:rPr sz="1200" b="0" i="1" spc="112" baseline="-10416" dirty="0">
                <a:latin typeface="Bookman Old Style"/>
                <a:cs typeface="Bookman Old Style"/>
              </a:rPr>
              <a:t>X</a:t>
            </a:r>
            <a:r>
              <a:rPr sz="1200" b="0" i="1" spc="494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are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same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units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65" dirty="0">
                <a:latin typeface="Times New Roman"/>
                <a:cs typeface="Times New Roman"/>
              </a:rPr>
              <a:t> </a:t>
            </a:r>
            <a:r>
              <a:rPr sz="1100" b="0" i="1" spc="95" dirty="0">
                <a:latin typeface="Bookman Old Style"/>
                <a:cs typeface="Bookman Old Style"/>
              </a:rPr>
              <a:t>X</a:t>
            </a:r>
            <a:r>
              <a:rPr sz="1100" spc="95" dirty="0">
                <a:latin typeface="Times New Roman"/>
                <a:cs typeface="Times New Roman"/>
              </a:rPr>
              <a:t>.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82986" y="2292794"/>
            <a:ext cx="114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35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444" y="2214410"/>
            <a:ext cx="41744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Also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note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different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notations.</a:t>
            </a:r>
            <a:r>
              <a:rPr sz="1100" spc="40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Sometimes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var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2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written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σ</a:t>
            </a:r>
            <a:r>
              <a:rPr sz="1200" baseline="27777" dirty="0">
                <a:latin typeface="Century"/>
                <a:cs typeface="Century"/>
              </a:rPr>
              <a:t>2</a:t>
            </a:r>
            <a:r>
              <a:rPr sz="1200" spc="382" baseline="27777" dirty="0">
                <a:latin typeface="Century"/>
                <a:cs typeface="Century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44633" y="3343393"/>
            <a:ext cx="454659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9/27</a:t>
            </a:r>
            <a:r>
              <a:rPr sz="600" b="0" spc="28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2083346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1" name="Picture 20" descr="\documentclass{article}&#10;\usepackage{amsmath}&#10;\pagestyle{empty}&#10;\begin{document}&#10;&#10;&#10;$\sigma_X = \sqrt {var(X)}$&#10;&#10;\end{document}" title="IguanaTex Bitmap Display">
            <a:extLst>
              <a:ext uri="{FF2B5EF4-FFF2-40B4-BE49-F238E27FC236}">
                <a16:creationId xmlns:a16="http://schemas.microsoft.com/office/drawing/2014/main" id="{CA86AB0B-2E71-9992-43E7-4236EC7673F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8937" y="1380613"/>
            <a:ext cx="1298743" cy="22834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4352" y="62407"/>
            <a:ext cx="216704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Variance</a:t>
            </a:r>
            <a:r>
              <a:rPr lang="en-US" sz="1400" spc="-20" dirty="0">
                <a:solidFill>
                  <a:srgbClr val="FFFFFF"/>
                </a:solidFill>
                <a:latin typeface="Georgia"/>
                <a:cs typeface="Georgia"/>
              </a:rPr>
              <a:t> in Statistics</a:t>
            </a:r>
            <a:endParaRPr sz="1400" dirty="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03069" y="1095476"/>
            <a:ext cx="9080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5" dirty="0">
                <a:latin typeface="Bookman Old Style"/>
                <a:cs typeface="Bookman Old Style"/>
              </a:rPr>
              <a:t>n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86382" y="1216990"/>
            <a:ext cx="18205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1781810" algn="l"/>
              </a:tabLst>
            </a:pPr>
            <a:r>
              <a:rPr sz="1100" b="0" i="1" dirty="0">
                <a:latin typeface="Bookman Old Style"/>
                <a:cs typeface="Bookman Old Style"/>
              </a:rPr>
              <a:t>var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200" u="sng" spc="682" baseline="3125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1200" b="0" i="1" u="sng" spc="67" baseline="3125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i</a:t>
            </a:r>
            <a:r>
              <a:rPr sz="1200" u="sng" spc="67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=1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	</a:t>
            </a:r>
            <a:endParaRPr sz="1200" baseline="31250" dirty="0">
              <a:latin typeface="Century"/>
              <a:cs typeface="Century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98711" y="1180109"/>
            <a:ext cx="622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60" dirty="0">
                <a:latin typeface="Bookman Old Style"/>
                <a:cs typeface="Bookman Old Style"/>
              </a:rPr>
              <a:t>i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83434" y="1121994"/>
            <a:ext cx="7378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0" dirty="0">
                <a:latin typeface="Times New Roman"/>
                <a:cs typeface="Times New Roman"/>
              </a:rPr>
              <a:t>(</a:t>
            </a:r>
            <a:r>
              <a:rPr sz="1100" b="0" i="1" spc="50" dirty="0">
                <a:latin typeface="Bookman Old Style"/>
                <a:cs typeface="Bookman Old Style"/>
              </a:rPr>
              <a:t>E</a:t>
            </a:r>
            <a:r>
              <a:rPr sz="1100" spc="50" dirty="0">
                <a:latin typeface="Times New Roman"/>
                <a:cs typeface="Times New Roman"/>
              </a:rPr>
              <a:t>[</a:t>
            </a:r>
            <a:r>
              <a:rPr sz="1100" b="0" i="1" spc="50" dirty="0">
                <a:latin typeface="Bookman Old Style"/>
                <a:cs typeface="Bookman Old Style"/>
              </a:rPr>
              <a:t>X</a:t>
            </a:r>
            <a:r>
              <a:rPr sz="1100" spc="50" dirty="0">
                <a:latin typeface="Times New Roman"/>
                <a:cs typeface="Times New Roman"/>
              </a:rPr>
              <a:t>]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b="0" i="1" spc="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95523" y="110904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64650" y="1312024"/>
            <a:ext cx="108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30" dirty="0">
                <a:latin typeface="Bookman Old Style"/>
                <a:cs typeface="Bookman Old Style"/>
              </a:rPr>
              <a:t>n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10/27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1" name="Picture 30" descr="\documentclass{article}&#10;\usepackage{amsmath}&#10;\pagestyle{empty}&#10;\begin{document}&#10;&#10;&#10;$\sum$&#10;&#10;\end{document}" title="IguanaTex Bitmap Display">
            <a:extLst>
              <a:ext uri="{FF2B5EF4-FFF2-40B4-BE49-F238E27FC236}">
                <a16:creationId xmlns:a16="http://schemas.microsoft.com/office/drawing/2014/main" id="{79AE508D-D3BB-DE61-76A7-D91EF6DC54A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8017" y="1120831"/>
            <a:ext cx="179657" cy="189943"/>
          </a:xfrm>
          <a:prstGeom prst="rect">
            <a:avLst/>
          </a:prstGeom>
        </p:spPr>
      </p:pic>
      <p:pic>
        <p:nvPicPr>
          <p:cNvPr id="32" name="Picture 31" descr="\documentclass{article}&#10;\usepackage{amsmath}&#10;\pagestyle{empty}&#10;\begin{document}&#10;&#10;&#10;$\sigma_X = \sqrt {var(X)}$&#10;&#10;\end{document}" title="IguanaTex Bitmap Display">
            <a:extLst>
              <a:ext uri="{FF2B5EF4-FFF2-40B4-BE49-F238E27FC236}">
                <a16:creationId xmlns:a16="http://schemas.microsoft.com/office/drawing/2014/main" id="{DF2A2DD5-2CAA-AA58-7EBE-FE953453B5A3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815" y="1704042"/>
            <a:ext cx="1298743" cy="22834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424" y="64485"/>
            <a:ext cx="3203967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-20" dirty="0">
                <a:solidFill>
                  <a:srgbClr val="FFFFFF"/>
                </a:solidFill>
                <a:latin typeface="Georgia"/>
                <a:cs typeface="Georgia"/>
              </a:rPr>
              <a:t>Properties of  Mean and Variance (p87)</a:t>
            </a:r>
            <a:endParaRPr sz="1400" dirty="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10/27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5" name="Picture 4" descr="Text, letter&#10;&#10;Description automatically generated">
            <a:extLst>
              <a:ext uri="{FF2B5EF4-FFF2-40B4-BE49-F238E27FC236}">
                <a16:creationId xmlns:a16="http://schemas.microsoft.com/office/drawing/2014/main" id="{681B032E-FFB3-A739-B8A1-EBBCF3209C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01" y="511175"/>
            <a:ext cx="4477599" cy="259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12653"/>
      </p:ext>
    </p:extLst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424" y="64485"/>
            <a:ext cx="3203967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-20" dirty="0">
                <a:solidFill>
                  <a:srgbClr val="FFFFFF"/>
                </a:solidFill>
                <a:latin typeface="Georgia"/>
                <a:cs typeface="Georgia"/>
              </a:rPr>
              <a:t>Properties of  Mean and Variance (p86)</a:t>
            </a:r>
            <a:endParaRPr sz="1400" dirty="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10/27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DB53F9-86CD-AD0A-6286-9EFA2BF20505}"/>
              </a:ext>
            </a:extLst>
          </p:cNvPr>
          <p:cNvSpPr txBox="1"/>
          <p:nvPr/>
        </p:nvSpPr>
        <p:spPr>
          <a:xfrm>
            <a:off x="183718" y="587375"/>
            <a:ext cx="3752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random variable Y is a linear function of X: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aX+b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022890"/>
      </p:ext>
    </p:extLst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7424" y="64485"/>
            <a:ext cx="3203967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US" sz="1400" spc="-20" dirty="0">
                <a:solidFill>
                  <a:srgbClr val="FFFFFF"/>
                </a:solidFill>
                <a:latin typeface="Georgia"/>
                <a:cs typeface="Georgia"/>
              </a:rPr>
              <a:t>Properties of  Mean and Variance (p86)</a:t>
            </a:r>
            <a:endParaRPr sz="1400" dirty="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10/27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DB53F9-86CD-AD0A-6286-9EFA2BF20505}"/>
              </a:ext>
            </a:extLst>
          </p:cNvPr>
          <p:cNvSpPr txBox="1"/>
          <p:nvPr/>
        </p:nvSpPr>
        <p:spPr>
          <a:xfrm>
            <a:off x="183718" y="587375"/>
            <a:ext cx="3752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random variable Y is a linear function of X: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</a:t>
            </a:r>
            <a:r>
              <a:rPr lang="en-US" sz="1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aX+b</a:t>
            </a:r>
            <a:endParaRPr lang="en-US" sz="1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Text, letter&#10;&#10;Description automatically generated">
            <a:extLst>
              <a:ext uri="{FF2B5EF4-FFF2-40B4-BE49-F238E27FC236}">
                <a16:creationId xmlns:a16="http://schemas.microsoft.com/office/drawing/2014/main" id="{C1FF4BB0-85BD-253D-3880-18B4858417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30" y="1301327"/>
            <a:ext cx="4347619" cy="190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25818"/>
      </p:ext>
    </p:extLst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6511" y="73163"/>
            <a:ext cx="3539422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Mean</a:t>
            </a:r>
            <a:r>
              <a:rPr lang="en-US" sz="1400" dirty="0">
                <a:solidFill>
                  <a:srgbClr val="FFFFFF"/>
                </a:solidFill>
                <a:latin typeface="Georgia"/>
                <a:cs typeface="Georgia"/>
              </a:rPr>
              <a:t> and Variance</a:t>
            </a:r>
            <a:r>
              <a:rPr sz="1400" spc="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for</a:t>
            </a:r>
            <a:r>
              <a:rPr sz="14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Georgia"/>
                <a:cs typeface="Georgia"/>
              </a:rPr>
              <a:t>Uniform</a:t>
            </a:r>
            <a:r>
              <a:rPr sz="1400" spc="1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Distribution</a:t>
            </a:r>
            <a:endParaRPr sz="1400" dirty="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53208"/>
            <a:ext cx="3463290" cy="53403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905510">
              <a:lnSpc>
                <a:spcPct val="100000"/>
              </a:lnSpc>
              <a:spcBef>
                <a:spcPts val="785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8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b="0" i="1" dirty="0">
                <a:latin typeface="Bookman Old Style"/>
                <a:cs typeface="Bookman Old Style"/>
              </a:rPr>
              <a:t>n,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7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7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2</a:t>
            </a:r>
            <a:r>
              <a:rPr sz="1100" b="0" i="1" spc="-25" dirty="0">
                <a:latin typeface="Bookman Old Style"/>
                <a:cs typeface="Bookman Old Style"/>
              </a:rPr>
              <a:t>,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...n</a:t>
            </a:r>
            <a:r>
              <a:rPr sz="1100" b="0" i="1" spc="-7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b="0" i="1" spc="80" dirty="0">
                <a:latin typeface="Bookman Old Style"/>
                <a:cs typeface="Bookman Old Style"/>
              </a:rPr>
              <a:t>m</a:t>
            </a:r>
            <a:r>
              <a:rPr sz="1100" spc="80" dirty="0">
                <a:latin typeface="Lucida Sans Unicode"/>
                <a:cs typeface="Lucida Sans Unicode"/>
              </a:rPr>
              <a:t>}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5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{</a:t>
            </a:r>
            <a:r>
              <a:rPr sz="1100" b="0" i="1" dirty="0">
                <a:latin typeface="Bookman Old Style"/>
                <a:cs typeface="Bookman Old Style"/>
              </a:rPr>
              <a:t>a,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b="0" i="1" spc="-35" dirty="0">
                <a:latin typeface="Bookman Old Style"/>
                <a:cs typeface="Bookman Old Style"/>
              </a:rPr>
              <a:t>...,</a:t>
            </a:r>
            <a:r>
              <a:rPr sz="1100" b="0" i="1" spc="-140" dirty="0">
                <a:latin typeface="Bookman Old Style"/>
                <a:cs typeface="Bookman Old Styl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b</a:t>
            </a:r>
            <a:r>
              <a:rPr sz="1100" spc="-25" dirty="0">
                <a:latin typeface="Lucida Sans Unicode"/>
                <a:cs typeface="Lucida Sans Unicode"/>
              </a:rPr>
              <a:t>}</a:t>
            </a:r>
            <a:endParaRPr sz="1100" dirty="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1100" dirty="0">
                <a:latin typeface="Times New Roman"/>
                <a:cs typeface="Times New Roman"/>
              </a:rPr>
              <a:t>Average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16265" y="1832813"/>
            <a:ext cx="2552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µ</a:t>
            </a:r>
            <a:r>
              <a:rPr sz="1100" b="0" i="1" spc="-15" dirty="0">
                <a:latin typeface="Bookman Old Style"/>
                <a:cs typeface="Bookman Old Style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12353" y="1949424"/>
            <a:ext cx="734695" cy="0"/>
          </a:xfrm>
          <a:custGeom>
            <a:avLst/>
            <a:gdLst/>
            <a:ahLst/>
            <a:cxnLst/>
            <a:rect l="l" t="t" r="r" b="b"/>
            <a:pathLst>
              <a:path w="734694">
                <a:moveTo>
                  <a:pt x="0" y="0"/>
                </a:moveTo>
                <a:lnTo>
                  <a:pt x="73439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87701" y="1832813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25" dirty="0">
                <a:latin typeface="Times New Roman"/>
                <a:cs typeface="Times New Roman"/>
              </a:rPr>
              <a:t>=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99653" y="1739087"/>
            <a:ext cx="12769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62025" algn="l"/>
              </a:tabLst>
            </a:pPr>
            <a:r>
              <a:rPr sz="1100" b="0" i="1" spc="-40" dirty="0">
                <a:latin typeface="Bookman Old Style"/>
                <a:cs typeface="Bookman Old Style"/>
              </a:rPr>
              <a:t>n</a:t>
            </a:r>
            <a:r>
              <a:rPr sz="1100" b="0" i="1" spc="-8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spc="-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8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m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b="0" i="1" spc="-114" dirty="0">
                <a:latin typeface="Bookman Old Style"/>
                <a:cs typeface="Bookman Old Style"/>
              </a:rPr>
              <a:t>a</a:t>
            </a:r>
            <a:r>
              <a:rPr sz="1100" b="0" i="1" spc="-9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spc="-30" dirty="0">
                <a:latin typeface="Times New Roman"/>
                <a:cs typeface="Times New Roman"/>
              </a:rPr>
              <a:t> </a:t>
            </a:r>
            <a:r>
              <a:rPr sz="1100" b="0" i="1" spc="-135" dirty="0">
                <a:latin typeface="Bookman Old Style"/>
                <a:cs typeface="Bookman Old Style"/>
              </a:rPr>
              <a:t>b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61830" y="1949424"/>
            <a:ext cx="302260" cy="0"/>
          </a:xfrm>
          <a:custGeom>
            <a:avLst/>
            <a:gdLst/>
            <a:ahLst/>
            <a:cxnLst/>
            <a:rect l="l" t="t" r="r" b="b"/>
            <a:pathLst>
              <a:path w="302260">
                <a:moveTo>
                  <a:pt x="0" y="0"/>
                </a:moveTo>
                <a:lnTo>
                  <a:pt x="302031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132202" y="1927847"/>
            <a:ext cx="8280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45490" algn="l"/>
              </a:tabLst>
            </a:pPr>
            <a:r>
              <a:rPr sz="1100" spc="-50" dirty="0">
                <a:latin typeface="Times New Roman"/>
                <a:cs typeface="Times New Roman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-50" dirty="0">
                <a:latin typeface="Times New Roman"/>
                <a:cs typeface="Times New Roman"/>
              </a:rPr>
              <a:t>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14/27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245716" y="62407"/>
            <a:ext cx="2964333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7462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Variance</a:t>
            </a:r>
            <a:r>
              <a:rPr spc="15" dirty="0"/>
              <a:t> </a:t>
            </a:r>
            <a:r>
              <a:rPr dirty="0"/>
              <a:t>for</a:t>
            </a:r>
            <a:r>
              <a:rPr spc="15" dirty="0"/>
              <a:t> </a:t>
            </a:r>
            <a:r>
              <a:rPr spc="-25" dirty="0"/>
              <a:t>Uniform</a:t>
            </a:r>
            <a:r>
              <a:rPr spc="15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0444" y="1311529"/>
            <a:ext cx="3061970" cy="5029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85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Times New Roman"/>
                <a:cs typeface="Times New Roman"/>
              </a:rPr>
              <a:t>[1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dirty="0">
                <a:latin typeface="Times New Roman"/>
                <a:cs typeface="Times New Roman"/>
              </a:rPr>
              <a:t>],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var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calculated</a:t>
            </a:r>
            <a:endParaRPr sz="1100">
              <a:latin typeface="Times New Roman"/>
              <a:cs typeface="Times New Roman"/>
            </a:endParaRPr>
          </a:p>
          <a:p>
            <a:pPr marL="1376680">
              <a:lnSpc>
                <a:spcPct val="100000"/>
              </a:lnSpc>
              <a:spcBef>
                <a:spcPts val="1130"/>
              </a:spcBef>
            </a:pPr>
            <a:r>
              <a:rPr sz="1100" b="0" i="1" dirty="0">
                <a:latin typeface="Bookman Old Style"/>
                <a:cs typeface="Bookman Old Style"/>
              </a:rPr>
              <a:t>var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100" dirty="0">
                <a:latin typeface="Times New Roman"/>
                <a:cs typeface="Times New Roman"/>
              </a:rPr>
              <a:t>[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aseline="31250" dirty="0">
                <a:latin typeface="Century"/>
                <a:cs typeface="Century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]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10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</a:t>
            </a:r>
            <a:r>
              <a:rPr sz="1100" b="0" i="1" spc="-10" dirty="0">
                <a:latin typeface="Bookman Old Style"/>
                <a:cs typeface="Bookman Old Style"/>
              </a:rPr>
              <a:t>E</a:t>
            </a:r>
            <a:r>
              <a:rPr sz="1100" spc="-10" dirty="0">
                <a:latin typeface="Times New Roman"/>
                <a:cs typeface="Times New Roman"/>
              </a:rPr>
              <a:t>[</a:t>
            </a:r>
            <a:r>
              <a:rPr sz="1100" b="0" i="1" spc="-10" dirty="0">
                <a:latin typeface="Bookman Old Style"/>
                <a:cs typeface="Bookman Old Style"/>
              </a:rPr>
              <a:t>X</a:t>
            </a:r>
            <a:r>
              <a:rPr sz="1100" spc="-10" dirty="0">
                <a:latin typeface="Times New Roman"/>
                <a:cs typeface="Times New Roman"/>
              </a:rPr>
              <a:t>])</a:t>
            </a:r>
            <a:r>
              <a:rPr sz="1200" spc="-15" baseline="31250" dirty="0">
                <a:latin typeface="Century"/>
                <a:cs typeface="Century"/>
              </a:rPr>
              <a:t>2</a:t>
            </a:r>
            <a:endParaRPr sz="1200" baseline="31250">
              <a:latin typeface="Century"/>
              <a:cs typeface="Century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15/27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Variance</a:t>
            </a:r>
            <a:r>
              <a:rPr spc="15" dirty="0"/>
              <a:t> </a:t>
            </a:r>
            <a:r>
              <a:rPr dirty="0"/>
              <a:t>for</a:t>
            </a:r>
            <a:r>
              <a:rPr spc="15" dirty="0"/>
              <a:t> </a:t>
            </a:r>
            <a:r>
              <a:rPr spc="-25" dirty="0"/>
              <a:t>Uniform</a:t>
            </a:r>
            <a:r>
              <a:rPr spc="15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144" y="735558"/>
            <a:ext cx="421068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Simplify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little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assume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114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Times New Roman"/>
                <a:cs typeface="Times New Roman"/>
              </a:rPr>
              <a:t>[1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dirty="0">
                <a:latin typeface="Times New Roman"/>
                <a:cs typeface="Times New Roman"/>
              </a:rPr>
              <a:t>],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integer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equally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likely.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If</a:t>
            </a:r>
            <a:endParaRPr sz="11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35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8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Times New Roman"/>
                <a:cs typeface="Times New Roman"/>
              </a:rPr>
              <a:t>[1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dirty="0">
                <a:latin typeface="Times New Roman"/>
                <a:cs typeface="Times New Roman"/>
              </a:rPr>
              <a:t>],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100" dirty="0">
                <a:latin typeface="Times New Roman"/>
                <a:cs typeface="Times New Roman"/>
              </a:rPr>
              <a:t>[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aseline="27777" dirty="0">
                <a:latin typeface="Century"/>
                <a:cs typeface="Century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]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calculated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72869" y="125723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71357" y="118338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84057" y="139372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71357" y="137214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Times New Roman"/>
                <a:cs typeface="Times New Roman"/>
              </a:rPr>
              <a:t>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8472" y="1277112"/>
            <a:ext cx="1610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9925" algn="l"/>
              </a:tabLst>
            </a:pPr>
            <a:r>
              <a:rPr sz="1100" b="0" i="1" spc="55" dirty="0">
                <a:latin typeface="Bookman Old Style"/>
                <a:cs typeface="Bookman Old Style"/>
              </a:rPr>
              <a:t>E</a:t>
            </a:r>
            <a:r>
              <a:rPr sz="1100" spc="55" dirty="0">
                <a:latin typeface="Times New Roman"/>
                <a:cs typeface="Times New Roman"/>
              </a:rPr>
              <a:t>[</a:t>
            </a:r>
            <a:r>
              <a:rPr sz="1100" b="0" i="1" spc="55" dirty="0">
                <a:latin typeface="Bookman Old Style"/>
                <a:cs typeface="Bookman Old Style"/>
              </a:rPr>
              <a:t>X</a:t>
            </a:r>
            <a:r>
              <a:rPr sz="1100" b="0" i="1" spc="18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]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(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7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1)(2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6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16/27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Variance</a:t>
            </a:r>
            <a:r>
              <a:rPr spc="15" dirty="0"/>
              <a:t> </a:t>
            </a:r>
            <a:r>
              <a:rPr dirty="0"/>
              <a:t>for</a:t>
            </a:r>
            <a:r>
              <a:rPr spc="15" dirty="0"/>
              <a:t> </a:t>
            </a:r>
            <a:r>
              <a:rPr spc="-25" dirty="0"/>
              <a:t>Uniform</a:t>
            </a:r>
            <a:r>
              <a:rPr spc="15" dirty="0"/>
              <a:t> </a:t>
            </a:r>
            <a:r>
              <a:rPr spc="-10" dirty="0"/>
              <a:t>Distribution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3144" y="735558"/>
            <a:ext cx="421068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Simplify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little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assume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114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Times New Roman"/>
                <a:cs typeface="Times New Roman"/>
              </a:rPr>
              <a:t>[1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25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dirty="0">
                <a:latin typeface="Times New Roman"/>
                <a:cs typeface="Times New Roman"/>
              </a:rPr>
              <a:t>],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each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integer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equally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likely.</a:t>
            </a:r>
            <a:r>
              <a:rPr sz="1100" spc="2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If</a:t>
            </a:r>
            <a:endParaRPr sz="11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35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80" dirty="0">
                <a:latin typeface="Bookman Old Style"/>
                <a:cs typeface="Bookman Old Style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20" dirty="0">
                <a:latin typeface="Lucida Sans Unicode"/>
                <a:cs typeface="Lucida Sans Unicode"/>
              </a:rPr>
              <a:t> </a:t>
            </a:r>
            <a:r>
              <a:rPr sz="1100" spc="-40" dirty="0">
                <a:latin typeface="Times New Roman"/>
                <a:cs typeface="Times New Roman"/>
              </a:rPr>
              <a:t>[1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35" dirty="0">
                <a:latin typeface="Bookman Old Style"/>
                <a:cs typeface="Bookman Old Styl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dirty="0">
                <a:latin typeface="Times New Roman"/>
                <a:cs typeface="Times New Roman"/>
              </a:rPr>
              <a:t>],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then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100" dirty="0">
                <a:latin typeface="Times New Roman"/>
                <a:cs typeface="Times New Roman"/>
              </a:rPr>
              <a:t>[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aseline="27777" dirty="0">
                <a:latin typeface="Century"/>
                <a:cs typeface="Century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]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is</a:t>
            </a:r>
            <a:r>
              <a:rPr sz="1100" spc="12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calculated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72869" y="1257236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71357" y="118338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084057" y="1393723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071357" y="137214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Times New Roman"/>
                <a:cs typeface="Times New Roman"/>
              </a:rPr>
              <a:t>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98472" y="1277112"/>
            <a:ext cx="1610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69925" algn="l"/>
              </a:tabLst>
            </a:pPr>
            <a:r>
              <a:rPr sz="1100" b="0" i="1" spc="55" dirty="0">
                <a:latin typeface="Bookman Old Style"/>
                <a:cs typeface="Bookman Old Style"/>
              </a:rPr>
              <a:t>E</a:t>
            </a:r>
            <a:r>
              <a:rPr sz="1100" spc="55" dirty="0">
                <a:latin typeface="Times New Roman"/>
                <a:cs typeface="Times New Roman"/>
              </a:rPr>
              <a:t>[</a:t>
            </a:r>
            <a:r>
              <a:rPr sz="1100" b="0" i="1" spc="55" dirty="0">
                <a:latin typeface="Bookman Old Style"/>
                <a:cs typeface="Bookman Old Style"/>
              </a:rPr>
              <a:t>X</a:t>
            </a:r>
            <a:r>
              <a:rPr sz="1100" b="0" i="1" spc="18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]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(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70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spc="-1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1)(2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6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spc="-1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5844" y="1800187"/>
            <a:ext cx="120586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Proof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by</a:t>
            </a:r>
            <a:r>
              <a:rPr sz="1100" spc="19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induction: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n=1,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41971" y="2244242"/>
            <a:ext cx="66929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1980" algn="l"/>
              </a:tabLst>
            </a:pPr>
            <a:r>
              <a:rPr sz="800" spc="-50" dirty="0">
                <a:latin typeface="Century"/>
                <a:cs typeface="Century"/>
              </a:rPr>
              <a:t>2</a:t>
            </a:r>
            <a:r>
              <a:rPr sz="800" dirty="0">
                <a:latin typeface="Century"/>
                <a:cs typeface="Century"/>
              </a:rPr>
              <a:t>	</a:t>
            </a:r>
            <a:r>
              <a:rPr sz="800" spc="-50" dirty="0"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91664" y="2170391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91664" y="2359164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Times New Roman"/>
                <a:cs typeface="Times New Roman"/>
              </a:rPr>
              <a:t>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207296" y="2170391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207296" y="2359164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Times New Roman"/>
                <a:cs typeface="Times New Roman"/>
              </a:rPr>
              <a:t>6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67574" y="2264130"/>
            <a:ext cx="267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93115" algn="l"/>
                <a:tab pos="1221105" algn="l"/>
                <a:tab pos="2336800" algn="l"/>
              </a:tabLst>
            </a:pPr>
            <a:r>
              <a:rPr sz="1100" b="0" i="1" spc="55" dirty="0">
                <a:latin typeface="Bookman Old Style"/>
                <a:cs typeface="Bookman Old Style"/>
              </a:rPr>
              <a:t>E</a:t>
            </a:r>
            <a:r>
              <a:rPr sz="1100" spc="55" dirty="0">
                <a:latin typeface="Times New Roman"/>
                <a:cs typeface="Times New Roman"/>
              </a:rPr>
              <a:t>[</a:t>
            </a:r>
            <a:r>
              <a:rPr sz="1100" b="0" i="1" spc="55" dirty="0">
                <a:latin typeface="Bookman Old Style"/>
                <a:cs typeface="Bookman Old Style"/>
              </a:rPr>
              <a:t>X</a:t>
            </a:r>
            <a:r>
              <a:rPr sz="1100" b="0" i="1" spc="185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]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405" dirty="0">
                <a:latin typeface="Bookman Old Style"/>
                <a:cs typeface="Bookman Old Style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(1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dirty="0">
                <a:latin typeface="Times New Roman"/>
                <a:cs typeface="Times New Roman"/>
              </a:rPr>
              <a:t> 2)(1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dirty="0">
                <a:latin typeface="Times New Roman"/>
                <a:cs typeface="Times New Roman"/>
              </a:rPr>
              <a:t> 1)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6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5844" y="2633611"/>
            <a:ext cx="175831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Suppose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true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1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some</a:t>
            </a:r>
            <a:r>
              <a:rPr sz="1100" spc="11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n</a:t>
            </a:r>
            <a:r>
              <a:rPr sz="1100" b="0" i="1" spc="-1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Lucida Sans Unicode"/>
                <a:cs typeface="Lucida Sans Unicode"/>
              </a:rPr>
              <a:t>≥</a:t>
            </a:r>
            <a:r>
              <a:rPr sz="1100" spc="-25" dirty="0">
                <a:latin typeface="Lucida Sans Unicode"/>
                <a:cs typeface="Lucida Sans Unicode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16/27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7" name="Picture 26" descr="\documentclass{article}&#10;\usepackage{amsmath}&#10;\pagestyle{empty}&#10;\begin{document}&#10;&#10;$\sum\limits_{n=1}^1$&#10;&#10;&#10;\end{document}" title="IguanaTex Bitmap Display">
            <a:extLst>
              <a:ext uri="{FF2B5EF4-FFF2-40B4-BE49-F238E27FC236}">
                <a16:creationId xmlns:a16="http://schemas.microsoft.com/office/drawing/2014/main" id="{2CD1AEAB-4160-3179-FA80-72FB23246AB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847" y="2143232"/>
            <a:ext cx="267429" cy="434743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05205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Variance</a:t>
            </a:r>
          </a:p>
        </p:txBody>
      </p:sp>
      <p:sp>
        <p:nvSpPr>
          <p:cNvPr id="64" name="object 64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17/27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66" name="object 66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68" name="Picture 67" descr="Text&#10;&#10;Description automatically generated">
            <a:extLst>
              <a:ext uri="{FF2B5EF4-FFF2-40B4-BE49-F238E27FC236}">
                <a16:creationId xmlns:a16="http://schemas.microsoft.com/office/drawing/2014/main" id="{9FB005ED-A870-5D8D-B3CF-094A815F102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742" y="511175"/>
            <a:ext cx="3676650" cy="2720424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54352" y="62407"/>
            <a:ext cx="6997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0" dirty="0">
                <a:solidFill>
                  <a:srgbClr val="FFFFFF"/>
                </a:solidFill>
                <a:latin typeface="Georgia"/>
                <a:cs typeface="Georgia"/>
              </a:rPr>
              <a:t>Variance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1514" y="784872"/>
            <a:ext cx="17227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var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160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100" dirty="0">
                <a:latin typeface="Times New Roman"/>
                <a:cs typeface="Times New Roman"/>
              </a:rPr>
              <a:t>[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aseline="31250" dirty="0">
                <a:latin typeface="Century"/>
                <a:cs typeface="Century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]</a:t>
            </a:r>
            <a:r>
              <a:rPr sz="1100" spc="7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10" dirty="0">
                <a:latin typeface="Lucida Sans Unicode"/>
                <a:cs typeface="Lucida Sans Unicode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(</a:t>
            </a:r>
            <a:r>
              <a:rPr sz="1100" b="0" i="1" spc="-10" dirty="0">
                <a:latin typeface="Bookman Old Style"/>
                <a:cs typeface="Bookman Old Style"/>
              </a:rPr>
              <a:t>E</a:t>
            </a:r>
            <a:r>
              <a:rPr sz="1100" spc="-10" dirty="0">
                <a:latin typeface="Times New Roman"/>
                <a:cs typeface="Times New Roman"/>
              </a:rPr>
              <a:t>[</a:t>
            </a:r>
            <a:r>
              <a:rPr sz="1100" b="0" i="1" spc="-10" dirty="0">
                <a:latin typeface="Bookman Old Style"/>
                <a:cs typeface="Bookman Old Style"/>
              </a:rPr>
              <a:t>X</a:t>
            </a:r>
            <a:r>
              <a:rPr sz="1100" spc="-10" dirty="0">
                <a:latin typeface="Times New Roman"/>
                <a:cs typeface="Times New Roman"/>
              </a:rPr>
              <a:t>])</a:t>
            </a:r>
            <a:r>
              <a:rPr sz="1200" spc="-15" baseline="31250" dirty="0">
                <a:latin typeface="Century"/>
                <a:cs typeface="Century"/>
              </a:rPr>
              <a:t>2</a:t>
            </a:r>
            <a:endParaRPr sz="1200" baseline="31250" dirty="0">
              <a:latin typeface="Century"/>
              <a:cs typeface="Century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005205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Variance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18/27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37" name="Picture 36" descr="Text, letter&#10;&#10;Description automatically generated">
            <a:extLst>
              <a:ext uri="{FF2B5EF4-FFF2-40B4-BE49-F238E27FC236}">
                <a16:creationId xmlns:a16="http://schemas.microsoft.com/office/drawing/2014/main" id="{F3F47819-2A29-505C-0066-D0062A0DD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12" y="499118"/>
            <a:ext cx="3676650" cy="2713718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06917" y="62407"/>
            <a:ext cx="99441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Example</a:t>
            </a:r>
            <a:r>
              <a:rPr spc="45" dirty="0"/>
              <a:t> </a:t>
            </a:r>
            <a:r>
              <a:rPr spc="-35" dirty="0"/>
              <a:t>2.3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1422870"/>
            <a:ext cx="426720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dirty="0">
                <a:latin typeface="Times New Roman"/>
                <a:cs typeface="Times New Roman"/>
              </a:rPr>
              <a:t>Look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85" dirty="0">
                <a:latin typeface="Times New Roman"/>
                <a:cs typeface="Times New Roman"/>
              </a:rPr>
              <a:t>at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Example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2.3,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page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84-85,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and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work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it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out</a:t>
            </a:r>
            <a:r>
              <a:rPr sz="1100" spc="12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spc="-40" dirty="0">
                <a:latin typeface="Times New Roman"/>
                <a:cs typeface="Times New Roman"/>
              </a:rPr>
              <a:t>[</a:t>
            </a:r>
            <a:r>
              <a:rPr sz="1100" spc="-40" dirty="0">
                <a:latin typeface="Lucida Sans Unicode"/>
                <a:cs typeface="Lucida Sans Unicode"/>
              </a:rPr>
              <a:t>−</a:t>
            </a:r>
            <a:r>
              <a:rPr sz="1100" spc="-40" dirty="0">
                <a:latin typeface="Times New Roman"/>
                <a:cs typeface="Times New Roman"/>
              </a:rPr>
              <a:t>4</a:t>
            </a:r>
            <a:r>
              <a:rPr sz="1100" b="0" i="1" spc="-40" dirty="0">
                <a:latin typeface="Bookman Old Style"/>
                <a:cs typeface="Bookman Old Style"/>
              </a:rPr>
              <a:t>,</a:t>
            </a:r>
            <a:r>
              <a:rPr sz="1100" b="0" i="1" spc="-13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4].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spc="30" dirty="0">
                <a:latin typeface="Times New Roman"/>
                <a:cs typeface="Times New Roman"/>
              </a:rPr>
              <a:t>Then </a:t>
            </a:r>
            <a:r>
              <a:rPr sz="1100" dirty="0">
                <a:latin typeface="Times New Roman"/>
                <a:cs typeface="Times New Roman"/>
              </a:rPr>
              <a:t>redo</a:t>
            </a:r>
            <a:r>
              <a:rPr sz="1100" spc="145" dirty="0">
                <a:latin typeface="Times New Roman"/>
                <a:cs typeface="Times New Roman"/>
              </a:rPr>
              <a:t> </a:t>
            </a:r>
            <a:r>
              <a:rPr sz="1100" spc="55" dirty="0">
                <a:latin typeface="Times New Roman"/>
                <a:cs typeface="Times New Roman"/>
              </a:rPr>
              <a:t>it</a:t>
            </a:r>
            <a:r>
              <a:rPr sz="1100" spc="15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using</a:t>
            </a:r>
            <a:r>
              <a:rPr sz="1100" spc="150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Times New Roman"/>
                <a:cs typeface="Times New Roman"/>
              </a:rPr>
              <a:t>[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35" dirty="0">
                <a:latin typeface="Times New Roman"/>
                <a:cs typeface="Times New Roman"/>
              </a:rPr>
              <a:t>40</a:t>
            </a:r>
            <a:r>
              <a:rPr sz="1100" b="0" i="1" spc="-35" dirty="0">
                <a:latin typeface="Bookman Old Style"/>
                <a:cs typeface="Bookman Old Style"/>
              </a:rPr>
              <a:t>,</a:t>
            </a:r>
            <a:r>
              <a:rPr sz="1100" b="0" i="1" spc="-120" dirty="0">
                <a:latin typeface="Bookman Old Style"/>
                <a:cs typeface="Bookman Old Style"/>
              </a:rPr>
              <a:t> </a:t>
            </a:r>
            <a:r>
              <a:rPr sz="1100" spc="-20" dirty="0">
                <a:latin typeface="Times New Roman"/>
                <a:cs typeface="Times New Roman"/>
              </a:rPr>
              <a:t>40].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19/27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0578" y="62407"/>
            <a:ext cx="124714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Expected</a:t>
            </a:r>
            <a:r>
              <a:rPr sz="1400" spc="10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Value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844" y="1256385"/>
            <a:ext cx="32181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130" dirty="0">
                <a:latin typeface="Bookman Old Style"/>
                <a:cs typeface="Bookman Old Style"/>
              </a:rPr>
              <a:t>X</a:t>
            </a:r>
            <a:r>
              <a:rPr sz="1100" b="0" i="1" spc="305" dirty="0">
                <a:latin typeface="Bookman Old Style"/>
                <a:cs typeface="Bookman Old Style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geometric</a:t>
            </a:r>
            <a:r>
              <a:rPr sz="1100" spc="2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Random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Variable,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2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probability</a:t>
            </a:r>
            <a:r>
              <a:rPr sz="1100" spc="260" dirty="0">
                <a:latin typeface="Times New Roman"/>
                <a:cs typeface="Times New Roman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p</a:t>
            </a:r>
            <a:r>
              <a:rPr sz="1100" spc="-25" dirty="0">
                <a:latin typeface="Times New Roman"/>
                <a:cs typeface="Times New Roman"/>
              </a:rPr>
              <a:t>,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92464" y="1618158"/>
            <a:ext cx="4845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100" dirty="0">
                <a:latin typeface="Times New Roman"/>
                <a:cs typeface="Times New Roman"/>
              </a:rPr>
              <a:t>[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]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517952" y="1734769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71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505252" y="1501924"/>
            <a:ext cx="9525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-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b="0" i="1" spc="-114" dirty="0">
                <a:latin typeface="Bookman Old Style"/>
                <a:cs typeface="Bookman Old Style"/>
              </a:rPr>
              <a:t>p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20/27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16328" y="62407"/>
            <a:ext cx="57594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Var(X)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807032" y="1447546"/>
            <a:ext cx="979169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r">
              <a:lnSpc>
                <a:spcPts val="1030"/>
              </a:lnSpc>
              <a:spcBef>
                <a:spcPts val="90"/>
              </a:spcBef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100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u="sng" spc="-5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p</a:t>
            </a:r>
            <a:endParaRPr sz="1100">
              <a:latin typeface="Bookman Old Style"/>
              <a:cs typeface="Bookman Old Style"/>
            </a:endParaRPr>
          </a:p>
          <a:p>
            <a:pPr marL="12700">
              <a:lnSpc>
                <a:spcPts val="1030"/>
              </a:lnSpc>
            </a:pPr>
            <a:r>
              <a:rPr sz="1100" b="0" i="1" dirty="0">
                <a:latin typeface="Bookman Old Style"/>
                <a:cs typeface="Bookman Old Style"/>
              </a:rPr>
              <a:t>var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515920" y="1596275"/>
            <a:ext cx="2000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="0" i="1" spc="-37" baseline="-15151" dirty="0">
                <a:latin typeface="Bookman Old Style"/>
                <a:cs typeface="Bookman Old Style"/>
              </a:rPr>
              <a:t>p</a:t>
            </a:r>
            <a:r>
              <a:rPr sz="800" spc="-25" dirty="0">
                <a:latin typeface="Century"/>
                <a:cs typeface="Century"/>
              </a:rPr>
              <a:t>2</a:t>
            </a:r>
            <a:endParaRPr sz="800" dirty="0">
              <a:latin typeface="Century"/>
              <a:cs typeface="Century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21/27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18881" y="62407"/>
            <a:ext cx="15703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Geometric</a:t>
            </a:r>
            <a:r>
              <a:rPr sz="1400" spc="4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Example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0444" y="1004646"/>
            <a:ext cx="6483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Let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b="0" i="1" spc="-120" dirty="0">
                <a:latin typeface="Bookman Old Style"/>
                <a:cs typeface="Bookman Old Style"/>
              </a:rPr>
              <a:t>p</a:t>
            </a:r>
            <a:r>
              <a:rPr sz="1100" b="0" i="1" spc="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195" dirty="0">
                <a:latin typeface="Times New Roman"/>
                <a:cs typeface="Times New Roman"/>
              </a:rPr>
              <a:t> </a:t>
            </a:r>
            <a:r>
              <a:rPr sz="1200" u="sng" spc="-75" baseline="31250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endParaRPr sz="1200" baseline="31250">
              <a:latin typeface="Century"/>
              <a:cs typeface="Century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3686" y="108974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4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8468" y="115436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" dirty="0">
                <a:latin typeface="Times New Roman"/>
                <a:cs typeface="Times New Roman"/>
              </a:rPr>
              <a:t>1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390952" y="1364691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710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378252" y="1343126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spc="-114" dirty="0">
                <a:latin typeface="Bookman Old Style"/>
                <a:cs typeface="Bookman Old Style"/>
              </a:rPr>
              <a:t>p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65464" y="1248092"/>
            <a:ext cx="87756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648335" algn="l"/>
              </a:tabLst>
            </a:pP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100" dirty="0">
                <a:latin typeface="Times New Roman"/>
                <a:cs typeface="Times New Roman"/>
              </a:rPr>
              <a:t>[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]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r>
              <a:rPr sz="1100" dirty="0">
                <a:latin typeface="Times New Roman"/>
                <a:cs typeface="Times New Roman"/>
              </a:rPr>
              <a:t>	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5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0363" y="1736648"/>
            <a:ext cx="6172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var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290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89252" y="1791652"/>
            <a:ext cx="2000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b="0" i="1" spc="-37" baseline="-15151" dirty="0">
                <a:latin typeface="Bookman Old Style"/>
                <a:cs typeface="Bookman Old Style"/>
              </a:rPr>
              <a:t>p</a:t>
            </a:r>
            <a:r>
              <a:rPr sz="800" spc="-25" dirty="0">
                <a:latin typeface="Century"/>
                <a:cs typeface="Century"/>
              </a:rPr>
              <a:t>2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87372" y="1736648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225" dirty="0">
                <a:latin typeface="Times New Roman"/>
                <a:cs typeface="Times New Roman"/>
              </a:rPr>
              <a:t>=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25396" y="1642922"/>
            <a:ext cx="7569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35940" algn="l"/>
              </a:tabLst>
            </a:pPr>
            <a:r>
              <a:rPr sz="11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1100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100" u="sng" spc="-35" dirty="0">
                <a:uFill>
                  <a:solidFill>
                    <a:srgbClr val="000000"/>
                  </a:solidFill>
                </a:uFill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u="sng" spc="-50" dirty="0">
                <a:uFill>
                  <a:solidFill>
                    <a:srgbClr val="000000"/>
                  </a:solidFill>
                </a:uFill>
                <a:latin typeface="Bookman Old Style"/>
                <a:cs typeface="Bookman Old Style"/>
              </a:rPr>
              <a:t>p</a:t>
            </a:r>
            <a:r>
              <a:rPr sz="1100" b="0" i="1" dirty="0">
                <a:latin typeface="Bookman Old Style"/>
                <a:cs typeface="Bookman Old Style"/>
              </a:rPr>
              <a:t>	</a:t>
            </a:r>
            <a:r>
              <a:rPr sz="1650" baseline="2525" dirty="0">
                <a:latin typeface="Times New Roman"/>
                <a:cs typeface="Times New Roman"/>
              </a:rPr>
              <a:t>1</a:t>
            </a:r>
            <a:r>
              <a:rPr sz="1650" spc="-67" baseline="2525" dirty="0">
                <a:latin typeface="Times New Roman"/>
                <a:cs typeface="Times New Roman"/>
              </a:rPr>
              <a:t> </a:t>
            </a:r>
            <a:r>
              <a:rPr sz="1650" spc="-75" baseline="2525" dirty="0">
                <a:latin typeface="Lucida Sans Unicode"/>
                <a:cs typeface="Lucida Sans Unicode"/>
              </a:rPr>
              <a:t>−</a:t>
            </a:r>
            <a:endParaRPr sz="1650" baseline="2525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261501" y="1853260"/>
            <a:ext cx="323215" cy="0"/>
          </a:xfrm>
          <a:custGeom>
            <a:avLst/>
            <a:gdLst/>
            <a:ahLst/>
            <a:cxnLst/>
            <a:rect l="l" t="t" r="r" b="b"/>
            <a:pathLst>
              <a:path w="323214">
                <a:moveTo>
                  <a:pt x="0" y="0"/>
                </a:moveTo>
                <a:lnTo>
                  <a:pt x="322745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369096" y="1957794"/>
            <a:ext cx="107950" cy="0"/>
          </a:xfrm>
          <a:custGeom>
            <a:avLst/>
            <a:gdLst/>
            <a:ahLst/>
            <a:cxnLst/>
            <a:rect l="l" t="t" r="r" b="b"/>
            <a:pathLst>
              <a:path w="107950">
                <a:moveTo>
                  <a:pt x="0" y="0"/>
                </a:moveTo>
                <a:lnTo>
                  <a:pt x="107543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356396" y="1823961"/>
            <a:ext cx="133350" cy="2495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370">
              <a:lnSpc>
                <a:spcPts val="885"/>
              </a:lnSpc>
              <a:spcBef>
                <a:spcPts val="95"/>
              </a:spcBef>
            </a:pPr>
            <a:r>
              <a:rPr sz="800" spc="-25" dirty="0">
                <a:latin typeface="Century"/>
                <a:cs typeface="Century"/>
              </a:rPr>
              <a:t>1</a:t>
            </a:r>
            <a:endParaRPr sz="800">
              <a:latin typeface="Century"/>
              <a:cs typeface="Century"/>
            </a:endParaRPr>
          </a:p>
          <a:p>
            <a:pPr marL="12700">
              <a:lnSpc>
                <a:spcPts val="885"/>
              </a:lnSpc>
            </a:pPr>
            <a:r>
              <a:rPr sz="800" spc="-25" dirty="0">
                <a:latin typeface="Century"/>
                <a:cs typeface="Century"/>
              </a:rPr>
              <a:t>16</a:t>
            </a:r>
            <a:endParaRPr sz="800">
              <a:latin typeface="Century"/>
              <a:cs typeface="Century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477185" y="1617611"/>
            <a:ext cx="306705" cy="2571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735"/>
              </a:lnSpc>
              <a:spcBef>
                <a:spcPts val="95"/>
              </a:spcBef>
            </a:pPr>
            <a:r>
              <a:rPr sz="800" u="sng" spc="-25" dirty="0">
                <a:uFill>
                  <a:solidFill>
                    <a:srgbClr val="000000"/>
                  </a:solidFill>
                </a:uFill>
                <a:latin typeface="Century"/>
                <a:cs typeface="Century"/>
              </a:rPr>
              <a:t>1</a:t>
            </a:r>
            <a:endParaRPr sz="800">
              <a:latin typeface="Century"/>
              <a:cs typeface="Century"/>
            </a:endParaRPr>
          </a:p>
          <a:p>
            <a:pPr marL="38100">
              <a:lnSpc>
                <a:spcPts val="1095"/>
              </a:lnSpc>
            </a:pPr>
            <a:r>
              <a:rPr sz="800" dirty="0">
                <a:latin typeface="Century"/>
                <a:cs typeface="Century"/>
              </a:rPr>
              <a:t>4</a:t>
            </a:r>
            <a:r>
              <a:rPr sz="800" spc="290" dirty="0">
                <a:latin typeface="Century"/>
                <a:cs typeface="Century"/>
              </a:rPr>
              <a:t> </a:t>
            </a:r>
            <a:r>
              <a:rPr sz="1650" spc="254" baseline="-22727" dirty="0">
                <a:latin typeface="Times New Roman"/>
                <a:cs typeface="Times New Roman"/>
              </a:rPr>
              <a:t>=</a:t>
            </a:r>
            <a:endParaRPr sz="1650" baseline="-22727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799333" y="1853260"/>
            <a:ext cx="69850" cy="0"/>
          </a:xfrm>
          <a:custGeom>
            <a:avLst/>
            <a:gdLst/>
            <a:ahLst/>
            <a:cxnLst/>
            <a:rect l="l" t="t" r="r" b="b"/>
            <a:pathLst>
              <a:path w="69850">
                <a:moveTo>
                  <a:pt x="0" y="0"/>
                </a:moveTo>
                <a:lnTo>
                  <a:pt x="69278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2786633" y="1620416"/>
            <a:ext cx="95250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spc="-5" dirty="0">
                <a:latin typeface="Times New Roman"/>
                <a:cs typeface="Times New Roman"/>
              </a:rPr>
              <a:t>3</a:t>
            </a: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spc="-5" dirty="0">
                <a:latin typeface="Times New Roman"/>
                <a:cs typeface="Times New Roman"/>
              </a:rPr>
              <a:t>4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01873" y="1736648"/>
            <a:ext cx="6261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16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12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22/27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7686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Bernoulli</a:t>
            </a:r>
            <a:r>
              <a:rPr spc="-20" dirty="0"/>
              <a:t> </a:t>
            </a:r>
            <a:r>
              <a:rPr dirty="0"/>
              <a:t>Random</a:t>
            </a:r>
            <a:r>
              <a:rPr spc="-20" dirty="0"/>
              <a:t> </a:t>
            </a:r>
            <a:r>
              <a:rPr spc="-10" dirty="0"/>
              <a:t>Variable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823442"/>
            <a:ext cx="2422525" cy="54419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Example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2.5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pg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88</a:t>
            </a: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latin typeface="Times New Roman"/>
                <a:cs typeface="Times New Roman"/>
              </a:rPr>
              <a:t>Toss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a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coin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with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probability</a:t>
            </a:r>
            <a:r>
              <a:rPr sz="1100" spc="1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of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heads</a:t>
            </a:r>
            <a:r>
              <a:rPr sz="1100" spc="185" dirty="0">
                <a:latin typeface="Times New Roman"/>
                <a:cs typeface="Times New Roman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p</a:t>
            </a:r>
            <a:r>
              <a:rPr sz="1100" spc="-25" dirty="0">
                <a:latin typeface="Times New Roman"/>
                <a:cs typeface="Times New Roman"/>
              </a:rPr>
              <a:t>.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8028" y="1625727"/>
            <a:ext cx="1143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0" i="1" spc="135" dirty="0">
                <a:latin typeface="Bookman Old Style"/>
                <a:cs typeface="Bookman Old Style"/>
              </a:rPr>
              <a:t>X</a:t>
            </a:r>
            <a:endParaRPr sz="8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28318" y="1566964"/>
            <a:ext cx="5283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420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5" dirty="0">
                <a:latin typeface="Times New Roman"/>
                <a:cs typeface="Times New Roman"/>
              </a:rPr>
              <a:t> </a:t>
            </a:r>
            <a:r>
              <a:rPr sz="1100" spc="170" dirty="0">
                <a:latin typeface="Times New Roman"/>
                <a:cs typeface="Times New Roman"/>
              </a:rPr>
              <a:t>=</a:t>
            </a:r>
            <a:endParaRPr sz="11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69681" y="1371612"/>
            <a:ext cx="12953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509" dirty="0">
                <a:latin typeface="Arial"/>
                <a:cs typeface="Arial"/>
              </a:rPr>
              <a:t> 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36851" y="1480705"/>
            <a:ext cx="9645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47040" algn="l"/>
              </a:tabLst>
            </a:pPr>
            <a:r>
              <a:rPr sz="1100" b="0" i="1" spc="-50" dirty="0">
                <a:latin typeface="Bookman Old Style"/>
                <a:cs typeface="Bookman Old Style"/>
              </a:rPr>
              <a:t>p</a:t>
            </a:r>
            <a:r>
              <a:rPr sz="1100" b="0" i="1" dirty="0">
                <a:latin typeface="Bookman Old Style"/>
                <a:cs typeface="Bookman Old Style"/>
              </a:rPr>
              <a:t>	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80" dirty="0">
                <a:latin typeface="Times New Roman"/>
                <a:cs typeface="Times New Roman"/>
              </a:rPr>
              <a:t> </a:t>
            </a:r>
            <a:r>
              <a:rPr sz="1100" spc="-50" dirty="0">
                <a:latin typeface="Times New Roman"/>
                <a:cs typeface="Times New Roman"/>
              </a:rPr>
              <a:t>H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136851" y="1660117"/>
            <a:ext cx="1225028" cy="18443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-6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b="0" i="1" spc="140" dirty="0">
                <a:latin typeface="Bookman Old Style"/>
                <a:cs typeface="Bookman Old Style"/>
              </a:rPr>
              <a:t>  </a:t>
            </a:r>
            <a:r>
              <a:rPr sz="1100" dirty="0">
                <a:latin typeface="Times New Roman"/>
                <a:cs typeface="Times New Roman"/>
              </a:rPr>
              <a:t>if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k</a:t>
            </a:r>
            <a:r>
              <a:rPr sz="1100" spc="70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65" dirty="0">
                <a:latin typeface="Times New Roman"/>
                <a:cs typeface="Times New Roman"/>
              </a:rPr>
              <a:t> </a:t>
            </a:r>
            <a:r>
              <a:rPr sz="1100" spc="60" dirty="0">
                <a:latin typeface="Times New Roman"/>
                <a:cs typeface="Times New Roman"/>
              </a:rPr>
              <a:t>T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5076" y="2141482"/>
            <a:ext cx="2953385" cy="78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3865" marR="436245" indent="-635" algn="ctr">
              <a:lnSpc>
                <a:spcPct val="151700"/>
              </a:lnSpc>
              <a:spcBef>
                <a:spcPts val="100"/>
              </a:spcBef>
            </a:pP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100" dirty="0">
                <a:latin typeface="Times New Roman"/>
                <a:cs typeface="Times New Roman"/>
              </a:rPr>
              <a:t>[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]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b="0" i="1" spc="-120" dirty="0">
                <a:latin typeface="Bookman Old Style"/>
                <a:cs typeface="Bookman Old Style"/>
              </a:rPr>
              <a:t>p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0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(1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0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p </a:t>
            </a: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100" dirty="0">
                <a:latin typeface="Times New Roman"/>
                <a:cs typeface="Times New Roman"/>
              </a:rPr>
              <a:t>[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aseline="31250" dirty="0">
                <a:latin typeface="Century"/>
                <a:cs typeface="Century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]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</a:t>
            </a:r>
            <a:r>
              <a:rPr sz="1200" baseline="31250" dirty="0">
                <a:latin typeface="Century"/>
                <a:cs typeface="Century"/>
              </a:rPr>
              <a:t>2</a:t>
            </a:r>
            <a:r>
              <a:rPr sz="1200" spc="127" baseline="31250" dirty="0">
                <a:latin typeface="Century"/>
                <a:cs typeface="Century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b="0" i="1" spc="-120" dirty="0">
                <a:latin typeface="Bookman Old Style"/>
                <a:cs typeface="Bookman Old Style"/>
              </a:rPr>
              <a:t>p</a:t>
            </a:r>
            <a:r>
              <a:rPr sz="1100" b="0" i="1" spc="-75" dirty="0">
                <a:latin typeface="Bookman Old Style"/>
                <a:cs typeface="Bookman Old Style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+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0</a:t>
            </a:r>
            <a:r>
              <a:rPr sz="1200" baseline="31250" dirty="0">
                <a:latin typeface="Century"/>
                <a:cs typeface="Century"/>
              </a:rPr>
              <a:t>2</a:t>
            </a:r>
            <a:r>
              <a:rPr sz="1200" spc="127" baseline="31250" dirty="0">
                <a:latin typeface="Century"/>
                <a:cs typeface="Century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(1</a:t>
            </a:r>
            <a:r>
              <a:rPr sz="1100" spc="-20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95" dirty="0">
                <a:latin typeface="Lucida Sans Unicode"/>
                <a:cs typeface="Lucida Sans Unicode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40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45" dirty="0">
                <a:latin typeface="Times New Roman"/>
                <a:cs typeface="Times New Roman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p</a:t>
            </a:r>
            <a:endParaRPr sz="1100">
              <a:latin typeface="Bookman Old Style"/>
              <a:cs typeface="Bookman Old Style"/>
            </a:endParaRPr>
          </a:p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sz="1100" b="0" i="1" dirty="0">
                <a:latin typeface="Bookman Old Style"/>
                <a:cs typeface="Bookman Old Style"/>
              </a:rPr>
              <a:t>var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100" dirty="0">
                <a:latin typeface="Times New Roman"/>
                <a:cs typeface="Times New Roman"/>
              </a:rPr>
              <a:t>[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200" baseline="31250" dirty="0">
                <a:latin typeface="Century"/>
                <a:cs typeface="Century"/>
              </a:rPr>
              <a:t>2</a:t>
            </a:r>
            <a:r>
              <a:rPr sz="1100" dirty="0">
                <a:latin typeface="Times New Roman"/>
                <a:cs typeface="Times New Roman"/>
              </a:rPr>
              <a:t>]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60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E</a:t>
            </a:r>
            <a:r>
              <a:rPr sz="1100" dirty="0">
                <a:latin typeface="Times New Roman"/>
                <a:cs typeface="Times New Roman"/>
              </a:rPr>
              <a:t>[</a:t>
            </a:r>
            <a:r>
              <a:rPr sz="1100" b="0" i="1" dirty="0">
                <a:latin typeface="Bookman Old Style"/>
                <a:cs typeface="Bookman Old Style"/>
              </a:rPr>
              <a:t>X</a:t>
            </a:r>
            <a:r>
              <a:rPr sz="1100" dirty="0">
                <a:latin typeface="Times New Roman"/>
                <a:cs typeface="Times New Roman"/>
              </a:rPr>
              <a:t>])</a:t>
            </a:r>
            <a:r>
              <a:rPr sz="1200" baseline="31250" dirty="0">
                <a:latin typeface="Century"/>
                <a:cs typeface="Century"/>
              </a:rPr>
              <a:t>2</a:t>
            </a:r>
            <a:r>
              <a:rPr sz="1200" spc="292" baseline="31250" dirty="0">
                <a:latin typeface="Century"/>
                <a:cs typeface="Century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90" dirty="0">
                <a:latin typeface="Times New Roman"/>
                <a:cs typeface="Times New Roman"/>
              </a:rPr>
              <a:t> </a:t>
            </a:r>
            <a:r>
              <a:rPr sz="1100" b="0" i="1" spc="-120" dirty="0">
                <a:latin typeface="Bookman Old Style"/>
                <a:cs typeface="Bookman Old Style"/>
              </a:rPr>
              <a:t>p</a:t>
            </a:r>
            <a:r>
              <a:rPr sz="1100" b="0" i="1" spc="-45" dirty="0">
                <a:latin typeface="Bookman Old Style"/>
                <a:cs typeface="Bookman Old Style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b="0" i="1" spc="-10" dirty="0">
                <a:latin typeface="Bookman Old Style"/>
                <a:cs typeface="Bookman Old Style"/>
              </a:rPr>
              <a:t>p</a:t>
            </a:r>
            <a:r>
              <a:rPr sz="1200" spc="-15" baseline="31250" dirty="0">
                <a:latin typeface="Century"/>
                <a:cs typeface="Century"/>
              </a:rPr>
              <a:t>2</a:t>
            </a:r>
            <a:r>
              <a:rPr sz="1200" spc="292" baseline="31250" dirty="0">
                <a:latin typeface="Century"/>
                <a:cs typeface="Century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85" dirty="0">
                <a:latin typeface="Times New Roman"/>
                <a:cs typeface="Times New Roman"/>
              </a:rPr>
              <a:t> </a:t>
            </a:r>
            <a:r>
              <a:rPr sz="1100" b="0" i="1" spc="-20" dirty="0">
                <a:latin typeface="Bookman Old Style"/>
                <a:cs typeface="Bookman Old Style"/>
              </a:rPr>
              <a:t>p</a:t>
            </a:r>
            <a:r>
              <a:rPr sz="1100" spc="-20" dirty="0">
                <a:latin typeface="Times New Roman"/>
                <a:cs typeface="Times New Roman"/>
              </a:rPr>
              <a:t>(1</a:t>
            </a:r>
            <a:r>
              <a:rPr sz="1100" spc="15" dirty="0">
                <a:latin typeface="Times New Roman"/>
                <a:cs typeface="Times New Roman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55" dirty="0">
                <a:latin typeface="Lucida Sans Unicode"/>
                <a:cs typeface="Lucida Sans Unicode"/>
              </a:rPr>
              <a:t> </a:t>
            </a:r>
            <a:r>
              <a:rPr sz="1100" b="0" i="1" spc="-25" dirty="0">
                <a:latin typeface="Bookman Old Style"/>
                <a:cs typeface="Bookman Old Style"/>
              </a:rPr>
              <a:t>p</a:t>
            </a:r>
            <a:r>
              <a:rPr sz="1100" spc="-25" dirty="0">
                <a:latin typeface="Times New Roman"/>
                <a:cs typeface="Times New Roman"/>
              </a:rPr>
              <a:t>)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dirty="0"/>
              <a:t>23/27</a:t>
            </a:r>
            <a:r>
              <a:rPr spc="280" dirty="0"/>
              <a:t> </a:t>
            </a:r>
            <a:r>
              <a:rPr b="0" spc="-10" dirty="0">
                <a:latin typeface="Times New Roman"/>
                <a:cs typeface="Times New Roman"/>
              </a:rPr>
              <a:t>08</a:t>
            </a:r>
            <a:r>
              <a:rPr spc="-10" dirty="0"/>
              <a:t>:</a:t>
            </a:r>
            <a:r>
              <a:rPr b="0" spc="-10" dirty="0">
                <a:latin typeface="Times New Roman"/>
                <a:cs typeface="Times New Roman"/>
              </a:rPr>
              <a:t>17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Poisson</a:t>
            </a:r>
            <a:r>
              <a:rPr spc="-10" dirty="0"/>
              <a:t> </a:t>
            </a:r>
            <a:r>
              <a:rPr dirty="0"/>
              <a:t>Random</a:t>
            </a:r>
            <a:r>
              <a:rPr spc="-10" dirty="0"/>
              <a:t> </a:t>
            </a:r>
            <a:r>
              <a:rPr dirty="0"/>
              <a:t>Variable</a:t>
            </a:r>
            <a:r>
              <a:rPr spc="-10" dirty="0"/>
              <a:t> </a:t>
            </a:r>
            <a:r>
              <a:rPr spc="-20" dirty="0"/>
              <a:t>Mean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844" y="410641"/>
            <a:ext cx="31070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imes New Roman"/>
                <a:cs typeface="Times New Roman"/>
              </a:rPr>
              <a:t>Example</a:t>
            </a:r>
            <a:r>
              <a:rPr sz="1100" spc="13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2.7,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page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90.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Here’s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50" dirty="0">
                <a:latin typeface="Times New Roman"/>
                <a:cs typeface="Times New Roman"/>
              </a:rPr>
              <a:t>the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spc="80" dirty="0">
                <a:latin typeface="Times New Roman"/>
                <a:cs typeface="Times New Roman"/>
              </a:rPr>
              <a:t>PMF</a:t>
            </a:r>
            <a:r>
              <a:rPr sz="1100" spc="135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for</a:t>
            </a:r>
            <a:r>
              <a:rPr sz="1100" spc="14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Poisson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98510" y="809663"/>
            <a:ext cx="68199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b="0" i="1" dirty="0">
                <a:latin typeface="Bookman Old Style"/>
                <a:cs typeface="Bookman Old Style"/>
              </a:rPr>
              <a:t>p</a:t>
            </a:r>
            <a:r>
              <a:rPr sz="1200" b="0" i="1" baseline="-10416" dirty="0">
                <a:latin typeface="Bookman Old Style"/>
                <a:cs typeface="Bookman Old Style"/>
              </a:rPr>
              <a:t>X</a:t>
            </a:r>
            <a:r>
              <a:rPr sz="1200" b="0" i="1" spc="-179" baseline="-10416" dirty="0">
                <a:latin typeface="Bookman Old Style"/>
                <a:cs typeface="Bookman Old Style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(</a:t>
            </a:r>
            <a:r>
              <a:rPr sz="1100" b="0" i="1" dirty="0">
                <a:latin typeface="Bookman Old Style"/>
                <a:cs typeface="Bookman Old Style"/>
              </a:rPr>
              <a:t>k</a:t>
            </a:r>
            <a:r>
              <a:rPr sz="1100" dirty="0">
                <a:latin typeface="Times New Roman"/>
                <a:cs typeface="Times New Roman"/>
              </a:rPr>
              <a:t>)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spc="220" dirty="0">
                <a:latin typeface="Times New Roman"/>
                <a:cs typeface="Times New Roman"/>
              </a:rPr>
              <a:t>=</a:t>
            </a:r>
            <a:r>
              <a:rPr sz="1100" spc="55" dirty="0">
                <a:latin typeface="Times New Roman"/>
                <a:cs typeface="Times New Roman"/>
              </a:rPr>
              <a:t> </a:t>
            </a:r>
            <a:r>
              <a:rPr sz="1100" b="0" i="1" spc="-50" dirty="0">
                <a:latin typeface="Bookman Old Style"/>
                <a:cs typeface="Bookman Old Style"/>
              </a:rPr>
              <a:t>e</a:t>
            </a:r>
            <a:endParaRPr sz="1100">
              <a:latin typeface="Bookman Old Style"/>
              <a:cs typeface="Bookman Old Style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10370" y="926274"/>
            <a:ext cx="146050" cy="0"/>
          </a:xfrm>
          <a:custGeom>
            <a:avLst/>
            <a:gdLst/>
            <a:ahLst/>
            <a:cxnLst/>
            <a:rect l="l" t="t" r="r" b="b"/>
            <a:pathLst>
              <a:path w="146050">
                <a:moveTo>
                  <a:pt x="0" y="0"/>
                </a:moveTo>
                <a:lnTo>
                  <a:pt x="145834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04376" y="752462"/>
            <a:ext cx="381000" cy="3441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1260"/>
              </a:lnSpc>
              <a:spcBef>
                <a:spcPts val="90"/>
              </a:spcBef>
            </a:pPr>
            <a:r>
              <a:rPr sz="800" i="1" spc="125" dirty="0">
                <a:latin typeface="Arial"/>
                <a:cs typeface="Arial"/>
              </a:rPr>
              <a:t>−</a:t>
            </a:r>
            <a:r>
              <a:rPr sz="800" b="0" i="1" spc="125" dirty="0">
                <a:latin typeface="Bookman Old Style"/>
                <a:cs typeface="Bookman Old Style"/>
              </a:rPr>
              <a:t>λ</a:t>
            </a:r>
            <a:r>
              <a:rPr sz="800" b="0" i="1" spc="-65" dirty="0">
                <a:latin typeface="Bookman Old Style"/>
                <a:cs typeface="Bookman Old Style"/>
              </a:rPr>
              <a:t> </a:t>
            </a:r>
            <a:r>
              <a:rPr sz="1650" b="0" i="1" spc="-37" baseline="15151" dirty="0">
                <a:latin typeface="Bookman Old Style"/>
                <a:cs typeface="Bookman Old Style"/>
              </a:rPr>
              <a:t>λ</a:t>
            </a:r>
            <a:r>
              <a:rPr sz="1200" b="0" i="1" spc="-37" baseline="48611" dirty="0">
                <a:latin typeface="Bookman Old Style"/>
                <a:cs typeface="Bookman Old Style"/>
              </a:rPr>
              <a:t>k</a:t>
            </a:r>
            <a:endParaRPr sz="1200" baseline="48611">
              <a:latin typeface="Bookman Old Style"/>
              <a:cs typeface="Bookman Old Style"/>
            </a:endParaRPr>
          </a:p>
          <a:p>
            <a:pPr marL="220979">
              <a:lnSpc>
                <a:spcPts val="1260"/>
              </a:lnSpc>
            </a:pPr>
            <a:r>
              <a:rPr sz="1100" b="0" i="1" spc="-25" dirty="0">
                <a:latin typeface="Bookman Old Style"/>
                <a:cs typeface="Bookman Old Style"/>
              </a:rPr>
              <a:t>k</a:t>
            </a:r>
            <a:r>
              <a:rPr sz="1100" spc="-25" dirty="0">
                <a:latin typeface="Times New Roman"/>
                <a:cs typeface="Times New Roman"/>
              </a:rPr>
              <a:t>!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24/27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3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  <p:pic>
        <p:nvPicPr>
          <p:cNvPr id="24" name="Picture 23" descr="\documentclass{article}&#10;\usepackage{amsmath}&#10;\pagestyle{empty}&#10;\begin{document}&#10;&#10;\begin{center}&#10;$E(X) = \lambda$\\&#10;$var(X) = \lambda$&#10;\end{center}&#10;\end{document}" title="IguanaTex Bitmap Display">
            <a:extLst>
              <a:ext uri="{FF2B5EF4-FFF2-40B4-BE49-F238E27FC236}">
                <a16:creationId xmlns:a16="http://schemas.microsoft.com/office/drawing/2014/main" id="{73070D61-872A-2939-42EB-09559C52F9D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250" y="1573686"/>
            <a:ext cx="1281828" cy="5568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933450" y="53975"/>
            <a:ext cx="287567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53695">
              <a:lnSpc>
                <a:spcPct val="100000"/>
              </a:lnSpc>
              <a:spcBef>
                <a:spcPts val="135"/>
              </a:spcBef>
            </a:pPr>
            <a:r>
              <a:rPr dirty="0"/>
              <a:t>Expected</a:t>
            </a:r>
            <a:r>
              <a:rPr spc="50" dirty="0"/>
              <a:t> </a:t>
            </a:r>
            <a:r>
              <a:rPr dirty="0"/>
              <a:t>Value</a:t>
            </a:r>
            <a:r>
              <a:rPr spc="55" dirty="0"/>
              <a:t> </a:t>
            </a:r>
            <a:r>
              <a:rPr dirty="0"/>
              <a:t>and</a:t>
            </a:r>
            <a:r>
              <a:rPr spc="50" dirty="0"/>
              <a:t> </a:t>
            </a:r>
            <a:r>
              <a:rPr spc="-10" dirty="0"/>
              <a:t>Variance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133" y="1607083"/>
            <a:ext cx="63233" cy="6323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133" y="1817116"/>
            <a:ext cx="63233" cy="6323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25844" y="1267787"/>
            <a:ext cx="2460625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Times New Roman"/>
                <a:cs typeface="Times New Roman"/>
              </a:rPr>
              <a:t>Page</a:t>
            </a:r>
            <a:r>
              <a:rPr sz="1100" spc="20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123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some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interesting</a:t>
            </a:r>
            <a:r>
              <a:rPr sz="1100" spc="204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problems.</a:t>
            </a:r>
            <a:endParaRPr sz="1100">
              <a:latin typeface="Times New Roman"/>
              <a:cs typeface="Times New Roman"/>
            </a:endParaRPr>
          </a:p>
          <a:p>
            <a:pPr marL="289560" marR="5080">
              <a:lnSpc>
                <a:spcPct val="125299"/>
              </a:lnSpc>
            </a:pPr>
            <a:r>
              <a:rPr sz="1100" dirty="0">
                <a:latin typeface="Times New Roman"/>
                <a:cs typeface="Times New Roman"/>
              </a:rPr>
              <a:t>Problem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21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St.</a:t>
            </a:r>
            <a:r>
              <a:rPr sz="1100" spc="459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Petersburg</a:t>
            </a:r>
            <a:r>
              <a:rPr sz="1100" spc="270" dirty="0">
                <a:latin typeface="Times New Roman"/>
                <a:cs typeface="Times New Roman"/>
              </a:rPr>
              <a:t> </a:t>
            </a:r>
            <a:r>
              <a:rPr sz="1100" spc="-10" dirty="0">
                <a:latin typeface="Times New Roman"/>
                <a:cs typeface="Times New Roman"/>
              </a:rPr>
              <a:t>paradox </a:t>
            </a:r>
            <a:r>
              <a:rPr sz="1100" dirty="0">
                <a:latin typeface="Times New Roman"/>
                <a:cs typeface="Times New Roman"/>
              </a:rPr>
              <a:t>Problem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dirty="0">
                <a:latin typeface="Times New Roman"/>
                <a:cs typeface="Times New Roman"/>
              </a:rPr>
              <a:t>22,</a:t>
            </a:r>
            <a:r>
              <a:rPr sz="1100" spc="220" dirty="0">
                <a:latin typeface="Times New Roman"/>
                <a:cs typeface="Times New Roman"/>
              </a:rPr>
              <a:t> </a:t>
            </a:r>
            <a:r>
              <a:rPr sz="1100" spc="-25" dirty="0">
                <a:latin typeface="Times New Roman"/>
                <a:cs typeface="Times New Roman"/>
              </a:rPr>
              <a:t>23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21392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26/27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4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69122" y="62407"/>
            <a:ext cx="869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Georgia"/>
                <a:cs typeface="Georgia"/>
              </a:rPr>
              <a:t>Next</a:t>
            </a:r>
            <a:r>
              <a:rPr sz="1400" spc="135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Georgia"/>
                <a:cs typeface="Georgia"/>
              </a:rPr>
              <a:t>Class</a:t>
            </a:r>
            <a:endParaRPr sz="14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17644" y="1517548"/>
            <a:ext cx="3410871" cy="180819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US" sz="1100" spc="-10" dirty="0">
                <a:latin typeface="Times New Roman"/>
                <a:cs typeface="Times New Roman"/>
              </a:rPr>
              <a:t>Exercises</a:t>
            </a:r>
            <a:endParaRPr sz="1100" spc="-1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21387" y="3343393"/>
            <a:ext cx="501015" cy="111760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</a:rPr>
              <a:t>27/27</a:t>
            </a:r>
            <a:r>
              <a:rPr sz="600" b="0" spc="270" dirty="0">
                <a:solidFill>
                  <a:srgbClr val="FFFFFF"/>
                </a:solidFill>
                <a:latin typeface="Bookman Old Style"/>
                <a:cs typeface="Bookman Old Style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08</a:t>
            </a:r>
            <a:r>
              <a:rPr sz="600" b="0" spc="-10" dirty="0">
                <a:solidFill>
                  <a:srgbClr val="FFFFFF"/>
                </a:solidFill>
                <a:latin typeface="Bookman Old Style"/>
                <a:cs typeface="Bookman Old Style"/>
              </a:rPr>
              <a:t>:</a:t>
            </a:r>
            <a:r>
              <a:rPr sz="600" spc="-10" dirty="0">
                <a:solidFill>
                  <a:srgbClr val="FFFFFF"/>
                </a:solidFill>
                <a:latin typeface="Times New Roman"/>
                <a:cs typeface="Times New Roman"/>
              </a:rPr>
              <a:t>17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Copyright</a:t>
            </a:r>
            <a:r>
              <a:rPr spc="260" dirty="0"/>
              <a:t> </a:t>
            </a:r>
            <a:r>
              <a:rPr b="0" dirty="0">
                <a:latin typeface="Times New Roman"/>
                <a:cs typeface="Times New Roman"/>
              </a:rPr>
              <a:t>@</a:t>
            </a:r>
            <a:r>
              <a:rPr dirty="0"/>
              <a:t>2022,</a:t>
            </a:r>
            <a:r>
              <a:rPr spc="265" dirty="0"/>
              <a:t> </a:t>
            </a:r>
            <a:r>
              <a:rPr dirty="0"/>
              <a:t>Ivan</a:t>
            </a:r>
            <a:r>
              <a:rPr spc="265" dirty="0"/>
              <a:t> </a:t>
            </a:r>
            <a:r>
              <a:rPr spc="-20" dirty="0"/>
              <a:t>Mann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060143" y="3353670"/>
            <a:ext cx="1869439" cy="1016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0"/>
              </a:lnSpc>
            </a:pP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355/555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Probability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and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Statistics</a:t>
            </a:r>
            <a:r>
              <a:rPr sz="600" b="0" spc="19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for</a:t>
            </a:r>
            <a:r>
              <a:rPr sz="600" b="0" spc="19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 </a:t>
            </a:r>
            <a:r>
              <a:rPr sz="600" b="0" spc="-25" dirty="0">
                <a:solidFill>
                  <a:srgbClr val="FFFFFF"/>
                </a:solidFill>
                <a:latin typeface="Bookman Old Style"/>
                <a:cs typeface="Bookman Old Style"/>
                <a:hlinkClick r:id="rId2" action="ppaction://hlinksldjump"/>
              </a:rPr>
              <a:t>CS</a:t>
            </a:r>
            <a:endParaRPr sz="600">
              <a:latin typeface="Bookman Old Style"/>
              <a:cs typeface="Bookman Old Style"/>
            </a:endParaRPr>
          </a:p>
        </p:txBody>
      </p:sp>
    </p:spTree>
  </p:cSld>
  <p:clrMapOvr>
    <a:masterClrMapping/>
  </p:clrMapOvr>
  <p:transition>
    <p:cut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33.7083"/>
  <p:tag name="ORIGINALWIDTH" val="196.4754"/>
  <p:tag name="LATEXADDIN" val="\documentclass{article}&#10;\usepackage{amsmath}&#10;\pagestyle{empty}&#10;\begin{document}&#10;&#10;$\sum\limits_x$&#10;&#10;&#10;\end{document}"/>
  <p:tag name="IGUANATEXSIZE" val="20"/>
  <p:tag name="IGUANATEXCURSOR" val="9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91.7135"/>
  <p:tag name="ORIGINALWIDTH" val="347.2066"/>
  <p:tag name="LATEXADDIN" val="\documentclass{article}&#10;\usepackage{amsmath}&#10;\pagestyle{empty}&#10;\begin{document}&#10;&#10;&#10;${(\frac{1}{4})} ^2$&#10;&#10;\end{document}"/>
  <p:tag name="IGUANATEXSIZE" val="8"/>
  <p:tag name="IGUANATEXCURSOR" val="9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91.7135"/>
  <p:tag name="ORIGINALWIDTH" val="347.2066"/>
  <p:tag name="LATEXADDIN" val="\documentclass{article}&#10;\usepackage{amsmath}&#10;\pagestyle{empty}&#10;\begin{document}&#10;&#10;&#10;${(\frac{3}{4})}^2$&#10;&#10;\end{document}"/>
  <p:tag name="IGUANATEXSIZE" val="8"/>
  <p:tag name="IGUANATEXCURSOR" val="9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9.7188"/>
  <p:tag name="ORIGINALWIDTH" val="842.1447"/>
  <p:tag name="LATEXADDIN" val="\documentclass{article}&#10;\usepackage{amsmath}&#10;\pagestyle{empty}&#10;\begin{document}&#10;&#10;&#10;$2\times \frac{1}{4}\times \frac{3}{4}$&#10;&#10;\end{document}"/>
  <p:tag name="IGUANATEXSIZE" val="8"/>
  <p:tag name="IGUANATEXCURSOR" val="11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44.6944"/>
  <p:tag name="ORIGINALWIDTH" val="248.219"/>
  <p:tag name="LATEXADDIN" val="\documentclass{article}&#10;\usepackage{amsmath}&#10;\pagestyle{empty}&#10;\begin{document}&#10;&#10;&#10;$\sum\limits_{i=1}^n$&#10;&#10;\end{document}"/>
  <p:tag name="IGUANATEXSIZE" val="10"/>
  <p:tag name="IGUANATEXCURSOR" val="10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44.6944"/>
  <p:tag name="ORIGINALWIDTH" val="248.219"/>
  <p:tag name="LATEXADDIN" val="\documentclass{article}&#10;\usepackage{amsmath}&#10;\pagestyle{empty}&#10;\begin{document}&#10;&#10;&#10;$\sum\limits_{i=1}^n$&#10;&#10;\end{document}"/>
  <p:tag name="IGUANATEXSIZE" val="10"/>
  <p:tag name="IGUANATEXCURSOR" val="102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767.904"/>
  <p:tag name="LATEXADDIN" val="\documentclass{article}&#10;\usepackage{amsmath}&#10;\pagestyle{empty}&#10;\begin{document}&#10;&#10;&#10;$E(X_i)=$&#10;&#10;\end{document}"/>
  <p:tag name="IGUANATEXSIZE" val="15"/>
  <p:tag name="IGUANATEXCURSOR" val="9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44.6944"/>
  <p:tag name="ORIGINALWIDTH" val="3111.361"/>
  <p:tag name="LATEXADDIN" val="\documentclass{article}&#10;\usepackage{amsmath}&#10;\pagestyle{empty}&#10;\begin{document}&#10;&#10;&#10;$E[\sum\limits_{i=1}^n X_i]=\sum\limits_{i=1}^n E[X_i]=n\times \frac{1}{2}=\frac{n}{2}$&#10;&#10;\end{document}"/>
  <p:tag name="IGUANATEXSIZE" val="15"/>
  <p:tag name="IGUANATEXCURSOR" val="16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33.7083"/>
  <p:tag name="ORIGINALWIDTH" val="196.4754"/>
  <p:tag name="LATEXADDIN" val="\documentclass{article}&#10;\usepackage{amsmath}&#10;\pagestyle{empty}&#10;\begin{document}&#10;&#10;&#10;$\sum\limits_x$&#10;&#10;\end{document}"/>
  <p:tag name="IGUANATEXSIZE" val="15"/>
  <p:tag name="IGUANATEXCURSOR" val="9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333.7083"/>
  <p:tag name="ORIGINALWIDTH" val="196.4754"/>
  <p:tag name="LATEXADDIN" val="\documentclass{article}&#10;\usepackage{amsmath}&#10;\pagestyle{empty}&#10;\begin{document}&#10;&#10;&#10;$\sum\limits_x$&#10;&#10;\end{document}"/>
  <p:tag name="IGUANATEXSIZE" val="15"/>
  <p:tag name="IGUANATEXCURSOR" val="9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9.7188"/>
  <p:tag name="ORIGINALWIDTH" val="1420.323"/>
  <p:tag name="LATEXADDIN" val="\documentclass{article}&#10;\usepackage{amsmath}&#10;\pagestyle{empty}&#10;\begin{document}&#10;&#10;&#10;$\sigma_X = \sqrt {var(X)}$&#10;&#10;\end{document}"/>
  <p:tag name="IGUANATEXSIZE" val="15"/>
  <p:tag name="IGUANATEXCURSOR" val="10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07.724"/>
  <p:tag name="ORIGINALWIDTH" val="196.4754"/>
  <p:tag name="LATEXADDIN" val="\documentclass{article}&#10;\usepackage{amsmath}&#10;\pagestyle{empty}&#10;\begin{document}&#10;&#10;&#10;$\sum$&#10;&#10;\end{document}"/>
  <p:tag name="IGUANATEXSIZE" val="15"/>
  <p:tag name="IGUANATEXCURSOR" val="87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249.7188"/>
  <p:tag name="ORIGINALWIDTH" val="1420.323"/>
  <p:tag name="LATEXADDIN" val="\documentclass{article}&#10;\usepackage{amsmath}&#10;\pagestyle{empty}&#10;\begin{document}&#10;&#10;&#10;$\sigma_X = \sqrt {var(X)}$&#10;&#10;\end{document}"/>
  <p:tag name="IGUANATEXSIZE" val="15"/>
  <p:tag name="IGUANATEXCURSOR" val="106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75.4406"/>
  <p:tag name="ORIGINALWIDTH" val="292.4635"/>
  <p:tag name="LATEXADDIN" val="\documentclass{article}&#10;\usepackage{amsmath}&#10;\pagestyle{empty}&#10;\begin{document}&#10;&#10;$\sum\limits_{n=1}^1$&#10;&#10;&#10;\end{document}"/>
  <p:tag name="IGUANATEXSIZE" val="15"/>
  <p:tag name="IGUANATEXCURSOR" val="100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2000"/>
  <p:tag name="ORIGINALHEIGHT" val="456.6929"/>
  <p:tag name="ORIGINALWIDTH" val="1051.369"/>
  <p:tag name="LATEXADDIN" val="\documentclass{article}&#10;\usepackage{amsmath}&#10;\pagestyle{empty}&#10;\begin{document}&#10;&#10;\begin{center}&#10;$E(X) = \lambda$\\&#10;$var(X) = \lambda$&#10;\end{center}&#10;\end{document}"/>
  <p:tag name="IGUANATEXSIZE" val="20"/>
  <p:tag name="IGUANATEXCURSOR" val="14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c01506f5-305e-4c16-814a-34df78f45099" xsi:nil="true"/>
    <lcf76f155ced4ddcb4097134ff3c332f xmlns="89fcee1f-ef3f-45b6-92f6-d5fcc1f0d356">
      <Terms xmlns="http://schemas.microsoft.com/office/infopath/2007/PartnerControls"/>
    </lcf76f155ced4ddcb4097134ff3c332f>
    <_ip_UnifiedCompliancePolicyProperties xmlns="http://schemas.microsoft.com/sharepoint/v3" xsi:nil="true"/>
    <_dlc_DocId xmlns="c01506f5-305e-4c16-814a-34df78f45099">M2AVRSERJEAQ-585345103-43137</_dlc_DocId>
    <_dlc_DocIdUrl xmlns="c01506f5-305e-4c16-814a-34df78f45099">
      <Url>https://uab365.sharepoint.com/sites/provost/cas/departments/cis/_layouts/15/DocIdRedir.aspx?ID=M2AVRSERJEAQ-585345103-43137</Url>
      <Description>M2AVRSERJEAQ-585345103-43137</Description>
    </_dlc_DocIdUrl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1541AA9D2DF54EAD9E3EC334D2D1DF" ma:contentTypeVersion="389" ma:contentTypeDescription="Create a new document." ma:contentTypeScope="" ma:versionID="ee9d5b04bdbfe709e97b1d67d5c11c54">
  <xsd:schema xmlns:xsd="http://www.w3.org/2001/XMLSchema" xmlns:xs="http://www.w3.org/2001/XMLSchema" xmlns:p="http://schemas.microsoft.com/office/2006/metadata/properties" xmlns:ns1="http://schemas.microsoft.com/sharepoint/v3" xmlns:ns2="c01506f5-305e-4c16-814a-34df78f45099" xmlns:ns3="89fcee1f-ef3f-45b6-92f6-d5fcc1f0d356" xmlns:ns4="62eb5de7-a296-4932-8c46-6bd9a6968804" targetNamespace="http://schemas.microsoft.com/office/2006/metadata/properties" ma:root="true" ma:fieldsID="f257ade738029761462c5025b24c41f5" ns1:_="" ns2:_="" ns3:_="" ns4:_="">
    <xsd:import namespace="http://schemas.microsoft.com/sharepoint/v3"/>
    <xsd:import namespace="c01506f5-305e-4c16-814a-34df78f45099"/>
    <xsd:import namespace="89fcee1f-ef3f-45b6-92f6-d5fcc1f0d356"/>
    <xsd:import namespace="62eb5de7-a296-4932-8c46-6bd9a6968804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3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4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1506f5-305e-4c16-814a-34df78f4509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8" nillable="true" ma:displayName="Taxonomy Catch All Column" ma:hidden="true" ma:list="{bfc68881-a71c-43b4-810a-1656967a577f}" ma:internalName="TaxCatchAll" ma:showField="CatchAllData" ma:web="c01506f5-305e-4c16-814a-34df78f4509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cee1f-ef3f-45b6-92f6-d5fcc1f0d3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ecb661bd-580e-4f87-9e86-f3e9db1d3b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9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eb5de7-a296-4932-8c46-6bd9a6968804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F1D9AE-E798-4F1F-8AD2-FB5DE967F28D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c01506f5-305e-4c16-814a-34df78f45099"/>
    <ds:schemaRef ds:uri="89fcee1f-ef3f-45b6-92f6-d5fcc1f0d356"/>
  </ds:schemaRefs>
</ds:datastoreItem>
</file>

<file path=customXml/itemProps2.xml><?xml version="1.0" encoding="utf-8"?>
<ds:datastoreItem xmlns:ds="http://schemas.openxmlformats.org/officeDocument/2006/customXml" ds:itemID="{CA72198A-D694-48CB-B1F0-70814C5A0E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c01506f5-305e-4c16-814a-34df78f45099"/>
    <ds:schemaRef ds:uri="89fcee1f-ef3f-45b6-92f6-d5fcc1f0d356"/>
    <ds:schemaRef ds:uri="62eb5de7-a296-4932-8c46-6bd9a696880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5B399D-721B-468D-9F16-AA5C67E88353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C9E562DD-CF46-4F77-9E9C-F598836D305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1204</TotalTime>
  <Words>2508</Words>
  <Application>Microsoft Office PowerPoint</Application>
  <PresentationFormat>Custom</PresentationFormat>
  <Paragraphs>600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60" baseType="lpstr">
      <vt:lpstr>Arial</vt:lpstr>
      <vt:lpstr>Book Antiqua</vt:lpstr>
      <vt:lpstr>Bookman Old Style</vt:lpstr>
      <vt:lpstr>Cambria</vt:lpstr>
      <vt:lpstr>Century</vt:lpstr>
      <vt:lpstr>Georgia</vt:lpstr>
      <vt:lpstr>Lucida Sans Unicode</vt:lpstr>
      <vt:lpstr>Times New Roman</vt:lpstr>
      <vt:lpstr>Verdana</vt:lpstr>
      <vt:lpstr>Office Theme</vt:lpstr>
      <vt:lpstr>PowerPoint Presentation</vt:lpstr>
      <vt:lpstr>             Test 1</vt:lpstr>
      <vt:lpstr>Introduction</vt:lpstr>
      <vt:lpstr>Copyright Statement</vt:lpstr>
      <vt:lpstr>Expectation</vt:lpstr>
      <vt:lpstr>Expectation - Example 2.2</vt:lpstr>
      <vt:lpstr>PowerPoint Presentation</vt:lpstr>
      <vt:lpstr>Expectation - Example 2.2</vt:lpstr>
      <vt:lpstr>Expectation - Example 2.2</vt:lpstr>
      <vt:lpstr>PowerPoint Presentation</vt:lpstr>
      <vt:lpstr>Expectation - Example 2.2</vt:lpstr>
      <vt:lpstr>Expectation - Example 2.2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Expected Value of Uniform Random Variable</vt:lpstr>
      <vt:lpstr>Indicator Variable</vt:lpstr>
      <vt:lpstr>PowerPoint Presentation</vt:lpstr>
      <vt:lpstr>Indicator Variable</vt:lpstr>
      <vt:lpstr>Indicator Variable</vt:lpstr>
      <vt:lpstr>Indicator Variable</vt:lpstr>
      <vt:lpstr>Expectation</vt:lpstr>
      <vt:lpstr>PowerPoint Presentation</vt:lpstr>
      <vt:lpstr>Variance</vt:lpstr>
      <vt:lpstr>Variance</vt:lpstr>
      <vt:lpstr>PowerPoint Presentation</vt:lpstr>
      <vt:lpstr>Standard Deviation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Variance for Uniform Distribution</vt:lpstr>
      <vt:lpstr>Variance for Uniform Distribution</vt:lpstr>
      <vt:lpstr>Variance for Uniform Distribution</vt:lpstr>
      <vt:lpstr>Variance</vt:lpstr>
      <vt:lpstr>PowerPoint Presentation</vt:lpstr>
      <vt:lpstr>Variance</vt:lpstr>
      <vt:lpstr>Example 2.3</vt:lpstr>
      <vt:lpstr>PowerPoint Presentation</vt:lpstr>
      <vt:lpstr>PowerPoint Presentation</vt:lpstr>
      <vt:lpstr>PowerPoint Presentation</vt:lpstr>
      <vt:lpstr>Bernoulli Random Variable</vt:lpstr>
      <vt:lpstr>Poisson Random Variable Mean</vt:lpstr>
      <vt:lpstr>Expected Value and Variance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355/555  Probability and Statistics for CS</dc:title>
  <dc:creator>Ivan H. Mann III</dc:creator>
  <cp:lastModifiedBy>Geng, Baocheng</cp:lastModifiedBy>
  <cp:revision>24</cp:revision>
  <dcterms:created xsi:type="dcterms:W3CDTF">2023-02-14T14:18:27Z</dcterms:created>
  <dcterms:modified xsi:type="dcterms:W3CDTF">2025-02-10T18:37:23Z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2022-12-02T00:00:00Z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2023-02-14T00:00:00Z</vt:filetime>
  </property>
  <property fmtid="{D5CDD505-2E9C-101B-9397-08002B2CF9AE}" pid="5" name="PTEX.Fullbanner">
    <vt:lpwstr>This is pdfTeX, Version 3.141592653-2.6-1.40.22 (TeX Live 2022/dev/Debian) kpathsea version 6.3.4/dev</vt:lpwstr>
  </property>
  <property fmtid="{D5CDD505-2E9C-101B-9397-08002B2CF9AE}" pid="6" name="Producer">
    <vt:lpwstr>pdfTeX-1.40.22</vt:lpwstr>
  </property>
  <property fmtid="{D5CDD505-2E9C-101B-9397-08002B2CF9AE}" pid="7" name="ContentTypeId">
    <vt:lpwstr>0x0101005E1541AA9D2DF54EAD9E3EC334D2D1DF</vt:lpwstr>
  </property>
  <property fmtid="{D5CDD505-2E9C-101B-9397-08002B2CF9AE}" pid="8" name="_dlc_DocIdItemGuid">
    <vt:lpwstr>b21f2c88-b767-4214-880a-0116029b6681</vt:lpwstr>
  </property>
  <property fmtid="{D5CDD505-2E9C-101B-9397-08002B2CF9AE}" pid="9" name="MSIP_Label_ae7542bc-63e5-412b-b0a0-d9586028a7d0_Enabled">
    <vt:lpwstr>true</vt:lpwstr>
  </property>
  <property fmtid="{D5CDD505-2E9C-101B-9397-08002B2CF9AE}" pid="10" name="MSIP_Label_ae7542bc-63e5-412b-b0a0-d9586028a7d0_SetDate">
    <vt:lpwstr>2025-02-10T18:37:23Z</vt:lpwstr>
  </property>
  <property fmtid="{D5CDD505-2E9C-101B-9397-08002B2CF9AE}" pid="11" name="MSIP_Label_ae7542bc-63e5-412b-b0a0-d9586028a7d0_Method">
    <vt:lpwstr>Standard</vt:lpwstr>
  </property>
  <property fmtid="{D5CDD505-2E9C-101B-9397-08002B2CF9AE}" pid="12" name="MSIP_Label_ae7542bc-63e5-412b-b0a0-d9586028a7d0_Name">
    <vt:lpwstr>Sensitive</vt:lpwstr>
  </property>
  <property fmtid="{D5CDD505-2E9C-101B-9397-08002B2CF9AE}" pid="13" name="MSIP_Label_ae7542bc-63e5-412b-b0a0-d9586028a7d0_SiteId">
    <vt:lpwstr>d8999fe4-76af-40b3-b435-1d8977abc08c</vt:lpwstr>
  </property>
  <property fmtid="{D5CDD505-2E9C-101B-9397-08002B2CF9AE}" pid="14" name="MSIP_Label_ae7542bc-63e5-412b-b0a0-d9586028a7d0_ActionId">
    <vt:lpwstr>11e7ad8d-9a6e-48cd-a6d4-0707e0b06f72</vt:lpwstr>
  </property>
  <property fmtid="{D5CDD505-2E9C-101B-9397-08002B2CF9AE}" pid="15" name="MSIP_Label_ae7542bc-63e5-412b-b0a0-d9586028a7d0_ContentBits">
    <vt:lpwstr>0</vt:lpwstr>
  </property>
</Properties>
</file>