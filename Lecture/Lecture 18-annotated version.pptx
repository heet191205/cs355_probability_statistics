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.xml" ContentType="application/inkml+xml"/>
  <Override PartName="/ppt/tags/tag1.xml" ContentType="application/vnd.openxmlformats-officedocument.presentationml.tags+xml"/>
  <Override PartName="/ppt/ink/ink2.xml" ContentType="application/inkml+xml"/>
  <Override PartName="/ppt/tags/tag2.xml" ContentType="application/vnd.openxmlformats-officedocument.presentationml.tags+xml"/>
  <Override PartName="/ppt/ink/ink3.xml" ContentType="application/inkml+xml"/>
  <Override PartName="/ppt/tags/tag3.xml" ContentType="application/vnd.openxmlformats-officedocument.presentationml.tags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tags/tag4.xml" ContentType="application/vnd.openxmlformats-officedocument.presentationml.tags+xml"/>
  <Override PartName="/ppt/ink/ink8.xml" ContentType="application/inkml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ink/ink9.xml" ContentType="application/inkml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ink/ink10.xml" ContentType="application/inkml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ink/ink11.xml" ContentType="application/inkml+xml"/>
  <Override PartName="/ppt/ink/ink12.xml" ContentType="application/inkml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ink/ink13.xml" ContentType="application/inkml+xml"/>
  <Override PartName="/ppt/ink/ink14.xml" ContentType="application/inkml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ink/ink15.xml" ContentType="application/inkml+xml"/>
  <Override PartName="/ppt/tags/tag21.xml" ContentType="application/vnd.openxmlformats-officedocument.presentationml.tags+xml"/>
  <Override PartName="/ppt/ink/ink16.xml" ContentType="application/inkml+xml"/>
  <Override PartName="/ppt/ink/ink17.xml" ContentType="application/inkml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ink/ink18.xml" ContentType="application/inkml+xml"/>
  <Override PartName="/ppt/ink/ink19.xml" ContentType="application/inkml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5"/>
  </p:sldMasterIdLst>
  <p:sldIdLst>
    <p:sldId id="256" r:id="rId6"/>
    <p:sldId id="257" r:id="rId7"/>
    <p:sldId id="258" r:id="rId8"/>
    <p:sldId id="362" r:id="rId9"/>
    <p:sldId id="259" r:id="rId10"/>
    <p:sldId id="359" r:id="rId11"/>
    <p:sldId id="266" r:id="rId12"/>
    <p:sldId id="263" r:id="rId13"/>
    <p:sldId id="273" r:id="rId14"/>
    <p:sldId id="363" r:id="rId15"/>
    <p:sldId id="364" r:id="rId16"/>
    <p:sldId id="365" r:id="rId17"/>
    <p:sldId id="366" r:id="rId18"/>
    <p:sldId id="278" r:id="rId19"/>
    <p:sldId id="286" r:id="rId20"/>
    <p:sldId id="367" r:id="rId21"/>
    <p:sldId id="287" r:id="rId22"/>
    <p:sldId id="291" r:id="rId23"/>
    <p:sldId id="295" r:id="rId24"/>
    <p:sldId id="297" r:id="rId25"/>
    <p:sldId id="298" r:id="rId26"/>
    <p:sldId id="299" r:id="rId27"/>
    <p:sldId id="300" r:id="rId28"/>
    <p:sldId id="301" r:id="rId29"/>
    <p:sldId id="302" r:id="rId30"/>
    <p:sldId id="307" r:id="rId31"/>
    <p:sldId id="308" r:id="rId32"/>
    <p:sldId id="310" r:id="rId33"/>
    <p:sldId id="311" r:id="rId34"/>
    <p:sldId id="315" r:id="rId35"/>
    <p:sldId id="320" r:id="rId36"/>
    <p:sldId id="325" r:id="rId37"/>
    <p:sldId id="329" r:id="rId38"/>
    <p:sldId id="335" r:id="rId39"/>
    <p:sldId id="336" r:id="rId40"/>
    <p:sldId id="341" r:id="rId41"/>
    <p:sldId id="342" r:id="rId42"/>
    <p:sldId id="360" r:id="rId43"/>
    <p:sldId id="361" r:id="rId44"/>
    <p:sldId id="368" r:id="rId45"/>
    <p:sldId id="357" r:id="rId46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2F14CC-3426-42CF-ADD0-87F91224EFF9}" v="641" dt="2023-02-28T13:38:49.278"/>
    <p1510:client id="{3F9D5346-BFE3-4DFC-B0AD-3A2DDA701735}" v="201" dt="2023-02-28T15:39:36.99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75" d="100"/>
          <a:sy n="175" d="100"/>
        </p:scale>
        <p:origin x="1286" y="101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microsoft.com/office/2015/10/relationships/revisionInfo" Target="revisionInfo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viewProps" Target="viewProps.xml"/><Relationship Id="rId8" Type="http://schemas.openxmlformats.org/officeDocument/2006/relationships/slide" Target="slides/slide3.xml"/><Relationship Id="rId51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ng, Baocheng" userId="b4253f3e-c40b-4a70-8207-93818653a34c" providerId="ADAL" clId="{3F9D5346-BFE3-4DFC-B0AD-3A2DDA701735}"/>
    <pc:docChg chg="undo custSel addSld delSld modSld sldOrd">
      <pc:chgData name="Geng, Baocheng" userId="b4253f3e-c40b-4a70-8207-93818653a34c" providerId="ADAL" clId="{3F9D5346-BFE3-4DFC-B0AD-3A2DDA701735}" dt="2023-02-28T15:39:36.994" v="876" actId="47"/>
      <pc:docMkLst>
        <pc:docMk/>
      </pc:docMkLst>
      <pc:sldChg chg="delSp modSp mod">
        <pc:chgData name="Geng, Baocheng" userId="b4253f3e-c40b-4a70-8207-93818653a34c" providerId="ADAL" clId="{3F9D5346-BFE3-4DFC-B0AD-3A2DDA701735}" dt="2023-02-27T19:36:37.206" v="32" actId="20577"/>
        <pc:sldMkLst>
          <pc:docMk/>
          <pc:sldMk cId="0" sldId="256"/>
        </pc:sldMkLst>
        <pc:spChg chg="mod">
          <ac:chgData name="Geng, Baocheng" userId="b4253f3e-c40b-4a70-8207-93818653a34c" providerId="ADAL" clId="{3F9D5346-BFE3-4DFC-B0AD-3A2DDA701735}" dt="2023-02-27T19:36:37.206" v="32" actId="20577"/>
          <ac:spMkLst>
            <pc:docMk/>
            <pc:sldMk cId="0" sldId="256"/>
            <ac:spMk id="7" creationId="{00000000-0000-0000-0000-000000000000}"/>
          </ac:spMkLst>
        </pc:spChg>
        <pc:grpChg chg="del">
          <ac:chgData name="Geng, Baocheng" userId="b4253f3e-c40b-4a70-8207-93818653a34c" providerId="ADAL" clId="{3F9D5346-BFE3-4DFC-B0AD-3A2DDA701735}" dt="2023-02-27T19:36:09.224" v="0" actId="478"/>
          <ac:grpSpMkLst>
            <pc:docMk/>
            <pc:sldMk cId="0" sldId="256"/>
            <ac:grpSpMk id="8" creationId="{00000000-0000-0000-0000-000000000000}"/>
          </ac:grpSpMkLst>
        </pc:grpChg>
      </pc:sldChg>
      <pc:sldChg chg="delSp mod">
        <pc:chgData name="Geng, Baocheng" userId="b4253f3e-c40b-4a70-8207-93818653a34c" providerId="ADAL" clId="{3F9D5346-BFE3-4DFC-B0AD-3A2DDA701735}" dt="2023-02-27T19:36:45.485" v="33" actId="478"/>
        <pc:sldMkLst>
          <pc:docMk/>
          <pc:sldMk cId="0" sldId="257"/>
        </pc:sldMkLst>
        <pc:grpChg chg="del">
          <ac:chgData name="Geng, Baocheng" userId="b4253f3e-c40b-4a70-8207-93818653a34c" providerId="ADAL" clId="{3F9D5346-BFE3-4DFC-B0AD-3A2DDA701735}" dt="2023-02-27T19:36:45.485" v="33" actId="478"/>
          <ac:grpSpMkLst>
            <pc:docMk/>
            <pc:sldMk cId="0" sldId="257"/>
            <ac:grpSpMk id="20" creationId="{00000000-0000-0000-0000-000000000000}"/>
          </ac:grpSpMkLst>
        </pc:grpChg>
      </pc:sldChg>
      <pc:sldChg chg="delSp mod">
        <pc:chgData name="Geng, Baocheng" userId="b4253f3e-c40b-4a70-8207-93818653a34c" providerId="ADAL" clId="{3F9D5346-BFE3-4DFC-B0AD-3A2DDA701735}" dt="2023-02-27T19:36:51.873" v="35" actId="478"/>
        <pc:sldMkLst>
          <pc:docMk/>
          <pc:sldMk cId="0" sldId="258"/>
        </pc:sldMkLst>
        <pc:grpChg chg="del">
          <ac:chgData name="Geng, Baocheng" userId="b4253f3e-c40b-4a70-8207-93818653a34c" providerId="ADAL" clId="{3F9D5346-BFE3-4DFC-B0AD-3A2DDA701735}" dt="2023-02-27T19:36:50.622" v="34" actId="478"/>
          <ac:grpSpMkLst>
            <pc:docMk/>
            <pc:sldMk cId="0" sldId="258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3F9D5346-BFE3-4DFC-B0AD-3A2DDA701735}" dt="2023-02-27T19:36:51.873" v="35" actId="478"/>
          <ac:grpSpMkLst>
            <pc:docMk/>
            <pc:sldMk cId="0" sldId="258"/>
            <ac:grpSpMk id="10" creationId="{00000000-0000-0000-0000-000000000000}"/>
          </ac:grpSpMkLst>
        </pc:grpChg>
      </pc:sldChg>
      <pc:sldChg chg="delSp modSp mod">
        <pc:chgData name="Geng, Baocheng" userId="b4253f3e-c40b-4a70-8207-93818653a34c" providerId="ADAL" clId="{3F9D5346-BFE3-4DFC-B0AD-3A2DDA701735}" dt="2023-02-27T19:40:38.818" v="108" actId="1076"/>
        <pc:sldMkLst>
          <pc:docMk/>
          <pc:sldMk cId="0" sldId="259"/>
        </pc:sldMkLst>
        <pc:spChg chg="mod">
          <ac:chgData name="Geng, Baocheng" userId="b4253f3e-c40b-4a70-8207-93818653a34c" providerId="ADAL" clId="{3F9D5346-BFE3-4DFC-B0AD-3A2DDA701735}" dt="2023-02-27T19:40:38.818" v="108" actId="1076"/>
          <ac:spMkLst>
            <pc:docMk/>
            <pc:sldMk cId="0" sldId="259"/>
            <ac:spMk id="3" creationId="{00000000-0000-0000-0000-000000000000}"/>
          </ac:spMkLst>
        </pc:spChg>
        <pc:grpChg chg="del">
          <ac:chgData name="Geng, Baocheng" userId="b4253f3e-c40b-4a70-8207-93818653a34c" providerId="ADAL" clId="{3F9D5346-BFE3-4DFC-B0AD-3A2DDA701735}" dt="2023-02-27T19:40:05.719" v="105" actId="478"/>
          <ac:grpSpMkLst>
            <pc:docMk/>
            <pc:sldMk cId="0" sldId="259"/>
            <ac:grpSpMk id="4" creationId="{00000000-0000-0000-0000-000000000000}"/>
          </ac:grpSpMkLst>
        </pc:grpChg>
      </pc:sldChg>
      <pc:sldChg chg="delSp modSp del mod">
        <pc:chgData name="Geng, Baocheng" userId="b4253f3e-c40b-4a70-8207-93818653a34c" providerId="ADAL" clId="{3F9D5346-BFE3-4DFC-B0AD-3A2DDA701735}" dt="2023-02-27T19:40:00.830" v="104" actId="47"/>
        <pc:sldMkLst>
          <pc:docMk/>
          <pc:sldMk cId="0" sldId="260"/>
        </pc:sldMkLst>
        <pc:spChg chg="mod">
          <ac:chgData name="Geng, Baocheng" userId="b4253f3e-c40b-4a70-8207-93818653a34c" providerId="ADAL" clId="{3F9D5346-BFE3-4DFC-B0AD-3A2DDA701735}" dt="2023-02-27T19:37:11.982" v="38" actId="1076"/>
          <ac:spMkLst>
            <pc:docMk/>
            <pc:sldMk cId="0" sldId="260"/>
            <ac:spMk id="9" creationId="{00000000-0000-0000-0000-000000000000}"/>
          </ac:spMkLst>
        </pc:spChg>
        <pc:grpChg chg="del">
          <ac:chgData name="Geng, Baocheng" userId="b4253f3e-c40b-4a70-8207-93818653a34c" providerId="ADAL" clId="{3F9D5346-BFE3-4DFC-B0AD-3A2DDA701735}" dt="2023-02-27T19:37:07.173" v="37" actId="478"/>
          <ac:grpSpMkLst>
            <pc:docMk/>
            <pc:sldMk cId="0" sldId="260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3F9D5346-BFE3-4DFC-B0AD-3A2DDA701735}" dt="2023-02-27T19:37:40.986" v="39" actId="478"/>
          <ac:grpSpMkLst>
            <pc:docMk/>
            <pc:sldMk cId="0" sldId="260"/>
            <ac:grpSpMk id="10" creationId="{00000000-0000-0000-0000-000000000000}"/>
          </ac:grpSpMkLst>
        </pc:grpChg>
      </pc:sldChg>
      <pc:sldChg chg="del">
        <pc:chgData name="Geng, Baocheng" userId="b4253f3e-c40b-4a70-8207-93818653a34c" providerId="ADAL" clId="{3F9D5346-BFE3-4DFC-B0AD-3A2DDA701735}" dt="2023-02-27T19:39:59.870" v="103" actId="47"/>
        <pc:sldMkLst>
          <pc:docMk/>
          <pc:sldMk cId="0" sldId="261"/>
        </pc:sldMkLst>
      </pc:sldChg>
      <pc:sldChg chg="delSp modSp del mod">
        <pc:chgData name="Geng, Baocheng" userId="b4253f3e-c40b-4a70-8207-93818653a34c" providerId="ADAL" clId="{3F9D5346-BFE3-4DFC-B0AD-3A2DDA701735}" dt="2023-02-27T19:40:56.504" v="111" actId="47"/>
        <pc:sldMkLst>
          <pc:docMk/>
          <pc:sldMk cId="0" sldId="262"/>
        </pc:sldMkLst>
        <pc:spChg chg="mod">
          <ac:chgData name="Geng, Baocheng" userId="b4253f3e-c40b-4a70-8207-93818653a34c" providerId="ADAL" clId="{3F9D5346-BFE3-4DFC-B0AD-3A2DDA701735}" dt="2023-02-27T19:38:26.877" v="48" actId="20577"/>
          <ac:spMkLst>
            <pc:docMk/>
            <pc:sldMk cId="0" sldId="262"/>
            <ac:spMk id="9" creationId="{00000000-0000-0000-0000-000000000000}"/>
          </ac:spMkLst>
        </pc:spChg>
        <pc:grpChg chg="del">
          <ac:chgData name="Geng, Baocheng" userId="b4253f3e-c40b-4a70-8207-93818653a34c" providerId="ADAL" clId="{3F9D5346-BFE3-4DFC-B0AD-3A2DDA701735}" dt="2023-02-27T19:38:08.702" v="45" actId="478"/>
          <ac:grpSpMkLst>
            <pc:docMk/>
            <pc:sldMk cId="0" sldId="262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3F9D5346-BFE3-4DFC-B0AD-3A2DDA701735}" dt="2023-02-27T19:37:59.478" v="41" actId="478"/>
          <ac:grpSpMkLst>
            <pc:docMk/>
            <pc:sldMk cId="0" sldId="262"/>
            <ac:grpSpMk id="12" creationId="{00000000-0000-0000-0000-000000000000}"/>
          </ac:grpSpMkLst>
        </pc:grpChg>
        <pc:grpChg chg="del">
          <ac:chgData name="Geng, Baocheng" userId="b4253f3e-c40b-4a70-8207-93818653a34c" providerId="ADAL" clId="{3F9D5346-BFE3-4DFC-B0AD-3A2DDA701735}" dt="2023-02-27T19:38:00.869" v="42" actId="478"/>
          <ac:grpSpMkLst>
            <pc:docMk/>
            <pc:sldMk cId="0" sldId="262"/>
            <ac:grpSpMk id="19" creationId="{00000000-0000-0000-0000-000000000000}"/>
          </ac:grpSpMkLst>
        </pc:grpChg>
        <pc:grpChg chg="del">
          <ac:chgData name="Geng, Baocheng" userId="b4253f3e-c40b-4a70-8207-93818653a34c" providerId="ADAL" clId="{3F9D5346-BFE3-4DFC-B0AD-3A2DDA701735}" dt="2023-02-27T19:38:01.901" v="43" actId="478"/>
          <ac:grpSpMkLst>
            <pc:docMk/>
            <pc:sldMk cId="0" sldId="262"/>
            <ac:grpSpMk id="24" creationId="{00000000-0000-0000-0000-000000000000}"/>
          </ac:grpSpMkLst>
        </pc:grpChg>
        <pc:picChg chg="del mod replST">
          <ac:chgData name="Geng, Baocheng" userId="b4253f3e-c40b-4a70-8207-93818653a34c" providerId="ADAL" clId="{3F9D5346-BFE3-4DFC-B0AD-3A2DDA701735}" dt="2023-02-27T19:39:47.062" v="98" actId="478"/>
          <ac:picMkLst>
            <pc:docMk/>
            <pc:sldMk cId="0" sldId="262"/>
            <ac:picMk id="31" creationId="{BD17114C-7423-1716-9E9B-63F0C2F963EF}"/>
          </ac:picMkLst>
        </pc:picChg>
        <pc:picChg chg="mod ord replST">
          <ac:chgData name="Geng, Baocheng" userId="b4253f3e-c40b-4a70-8207-93818653a34c" providerId="ADAL" clId="{3F9D5346-BFE3-4DFC-B0AD-3A2DDA701735}" dt="2023-02-27T19:39:52.191" v="102" actId="1076"/>
          <ac:picMkLst>
            <pc:docMk/>
            <pc:sldMk cId="0" sldId="262"/>
            <ac:picMk id="33" creationId="{82E9EEA5-B158-B528-70AD-87C5FE543D3B}"/>
          </ac:picMkLst>
        </pc:picChg>
      </pc:sldChg>
      <pc:sldChg chg="delSp modSp mod">
        <pc:chgData name="Geng, Baocheng" userId="b4253f3e-c40b-4a70-8207-93818653a34c" providerId="ADAL" clId="{3F9D5346-BFE3-4DFC-B0AD-3A2DDA701735}" dt="2023-02-27T19:42:29.729" v="146" actId="1076"/>
        <pc:sldMkLst>
          <pc:docMk/>
          <pc:sldMk cId="0" sldId="263"/>
        </pc:sldMkLst>
        <pc:spChg chg="mod">
          <ac:chgData name="Geng, Baocheng" userId="b4253f3e-c40b-4a70-8207-93818653a34c" providerId="ADAL" clId="{3F9D5346-BFE3-4DFC-B0AD-3A2DDA701735}" dt="2023-02-27T19:41:14.692" v="116" actId="1076"/>
          <ac:spMkLst>
            <pc:docMk/>
            <pc:sldMk cId="0" sldId="263"/>
            <ac:spMk id="3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19:41:16.391" v="117" actId="1076"/>
          <ac:spMkLst>
            <pc:docMk/>
            <pc:sldMk cId="0" sldId="263"/>
            <ac:spMk id="4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19:41:19.809" v="118" actId="1076"/>
          <ac:spMkLst>
            <pc:docMk/>
            <pc:sldMk cId="0" sldId="263"/>
            <ac:spMk id="5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19:41:21.277" v="119" actId="478"/>
          <ac:spMkLst>
            <pc:docMk/>
            <pc:sldMk cId="0" sldId="263"/>
            <ac:spMk id="10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19:41:10.880" v="115" actId="478"/>
          <ac:spMkLst>
            <pc:docMk/>
            <pc:sldMk cId="0" sldId="263"/>
            <ac:spMk id="11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19:41:21.277" v="119" actId="478"/>
          <ac:spMkLst>
            <pc:docMk/>
            <pc:sldMk cId="0" sldId="263"/>
            <ac:spMk id="12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19:41:21.277" v="119" actId="478"/>
          <ac:spMkLst>
            <pc:docMk/>
            <pc:sldMk cId="0" sldId="263"/>
            <ac:spMk id="13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19:41:10.880" v="115" actId="478"/>
          <ac:spMkLst>
            <pc:docMk/>
            <pc:sldMk cId="0" sldId="263"/>
            <ac:spMk id="14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19:41:10.880" v="115" actId="478"/>
          <ac:spMkLst>
            <pc:docMk/>
            <pc:sldMk cId="0" sldId="263"/>
            <ac:spMk id="15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19:41:21.277" v="119" actId="478"/>
          <ac:spMkLst>
            <pc:docMk/>
            <pc:sldMk cId="0" sldId="263"/>
            <ac:spMk id="16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19:41:21.277" v="119" actId="478"/>
          <ac:spMkLst>
            <pc:docMk/>
            <pc:sldMk cId="0" sldId="263"/>
            <ac:spMk id="17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19:41:10.880" v="115" actId="478"/>
          <ac:spMkLst>
            <pc:docMk/>
            <pc:sldMk cId="0" sldId="263"/>
            <ac:spMk id="18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19:41:21.277" v="119" actId="478"/>
          <ac:spMkLst>
            <pc:docMk/>
            <pc:sldMk cId="0" sldId="263"/>
            <ac:spMk id="19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19:41:21.277" v="119" actId="478"/>
          <ac:spMkLst>
            <pc:docMk/>
            <pc:sldMk cId="0" sldId="263"/>
            <ac:spMk id="20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19:41:10.880" v="115" actId="478"/>
          <ac:spMkLst>
            <pc:docMk/>
            <pc:sldMk cId="0" sldId="263"/>
            <ac:spMk id="21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19:41:10.880" v="115" actId="478"/>
          <ac:spMkLst>
            <pc:docMk/>
            <pc:sldMk cId="0" sldId="263"/>
            <ac:spMk id="22" creationId="{00000000-0000-0000-0000-000000000000}"/>
          </ac:spMkLst>
        </pc:spChg>
        <pc:grpChg chg="del mod">
          <ac:chgData name="Geng, Baocheng" userId="b4253f3e-c40b-4a70-8207-93818653a34c" providerId="ADAL" clId="{3F9D5346-BFE3-4DFC-B0AD-3A2DDA701735}" dt="2023-02-27T19:41:00.652" v="113" actId="478"/>
          <ac:grpSpMkLst>
            <pc:docMk/>
            <pc:sldMk cId="0" sldId="263"/>
            <ac:grpSpMk id="6" creationId="{00000000-0000-0000-0000-000000000000}"/>
          </ac:grpSpMkLst>
        </pc:grpChg>
        <pc:grpChg chg="del">
          <ac:chgData name="Geng, Baocheng" userId="b4253f3e-c40b-4a70-8207-93818653a34c" providerId="ADAL" clId="{3F9D5346-BFE3-4DFC-B0AD-3A2DDA701735}" dt="2023-02-27T19:41:08.078" v="114" actId="478"/>
          <ac:grpSpMkLst>
            <pc:docMk/>
            <pc:sldMk cId="0" sldId="263"/>
            <ac:grpSpMk id="23" creationId="{00000000-0000-0000-0000-000000000000}"/>
          </ac:grpSpMkLst>
        </pc:grpChg>
        <pc:picChg chg="mod replST">
          <ac:chgData name="Geng, Baocheng" userId="b4253f3e-c40b-4a70-8207-93818653a34c" providerId="ADAL" clId="{3F9D5346-BFE3-4DFC-B0AD-3A2DDA701735}" dt="2023-02-27T19:42:29.729" v="146" actId="1076"/>
          <ac:picMkLst>
            <pc:docMk/>
            <pc:sldMk cId="0" sldId="263"/>
            <ac:picMk id="30" creationId="{05871298-48FF-B116-9CF1-99AB6408C28E}"/>
          </ac:picMkLst>
        </pc:picChg>
      </pc:sldChg>
      <pc:sldChg chg="delSp modSp del mod">
        <pc:chgData name="Geng, Baocheng" userId="b4253f3e-c40b-4a70-8207-93818653a34c" providerId="ADAL" clId="{3F9D5346-BFE3-4DFC-B0AD-3A2DDA701735}" dt="2023-02-27T19:45:05.555" v="194" actId="47"/>
        <pc:sldMkLst>
          <pc:docMk/>
          <pc:sldMk cId="0" sldId="264"/>
        </pc:sldMkLst>
        <pc:spChg chg="mod">
          <ac:chgData name="Geng, Baocheng" userId="b4253f3e-c40b-4a70-8207-93818653a34c" providerId="ADAL" clId="{3F9D5346-BFE3-4DFC-B0AD-3A2DDA701735}" dt="2023-02-27T19:42:53.410" v="150" actId="20577"/>
          <ac:spMkLst>
            <pc:docMk/>
            <pc:sldMk cId="0" sldId="264"/>
            <ac:spMk id="9" creationId="{00000000-0000-0000-0000-000000000000}"/>
          </ac:spMkLst>
        </pc:spChg>
        <pc:grpChg chg="del">
          <ac:chgData name="Geng, Baocheng" userId="b4253f3e-c40b-4a70-8207-93818653a34c" providerId="ADAL" clId="{3F9D5346-BFE3-4DFC-B0AD-3A2DDA701735}" dt="2023-02-27T19:42:37.598" v="148" actId="478"/>
          <ac:grpSpMkLst>
            <pc:docMk/>
            <pc:sldMk cId="0" sldId="264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3F9D5346-BFE3-4DFC-B0AD-3A2DDA701735}" dt="2023-02-27T19:42:59.132" v="151" actId="478"/>
          <ac:grpSpMkLst>
            <pc:docMk/>
            <pc:sldMk cId="0" sldId="264"/>
            <ac:grpSpMk id="10" creationId="{00000000-0000-0000-0000-000000000000}"/>
          </ac:grpSpMkLst>
        </pc:grpChg>
      </pc:sldChg>
      <pc:sldChg chg="del">
        <pc:chgData name="Geng, Baocheng" userId="b4253f3e-c40b-4a70-8207-93818653a34c" providerId="ADAL" clId="{3F9D5346-BFE3-4DFC-B0AD-3A2DDA701735}" dt="2023-02-27T19:45:04.671" v="193" actId="47"/>
        <pc:sldMkLst>
          <pc:docMk/>
          <pc:sldMk cId="0" sldId="265"/>
        </pc:sldMkLst>
      </pc:sldChg>
      <pc:sldChg chg="delSp modSp mod">
        <pc:chgData name="Geng, Baocheng" userId="b4253f3e-c40b-4a70-8207-93818653a34c" providerId="ADAL" clId="{3F9D5346-BFE3-4DFC-B0AD-3A2DDA701735}" dt="2023-02-27T21:40:45.308" v="839" actId="478"/>
        <pc:sldMkLst>
          <pc:docMk/>
          <pc:sldMk cId="0" sldId="266"/>
        </pc:sldMkLst>
        <pc:spChg chg="del mod">
          <ac:chgData name="Geng, Baocheng" userId="b4253f3e-c40b-4a70-8207-93818653a34c" providerId="ADAL" clId="{3F9D5346-BFE3-4DFC-B0AD-3A2DDA701735}" dt="2023-02-27T19:43:40.758" v="156" actId="478"/>
          <ac:spMkLst>
            <pc:docMk/>
            <pc:sldMk cId="0" sldId="266"/>
            <ac:spMk id="7" creationId="{00000000-0000-0000-0000-000000000000}"/>
          </ac:spMkLst>
        </pc:spChg>
        <pc:spChg chg="del mod">
          <ac:chgData name="Geng, Baocheng" userId="b4253f3e-c40b-4a70-8207-93818653a34c" providerId="ADAL" clId="{3F9D5346-BFE3-4DFC-B0AD-3A2DDA701735}" dt="2023-02-27T21:40:45.308" v="839" actId="478"/>
          <ac:spMkLst>
            <pc:docMk/>
            <pc:sldMk cId="0" sldId="266"/>
            <ac:spMk id="10" creationId="{00000000-0000-0000-0000-000000000000}"/>
          </ac:spMkLst>
        </pc:spChg>
        <pc:grpChg chg="mod">
          <ac:chgData name="Geng, Baocheng" userId="b4253f3e-c40b-4a70-8207-93818653a34c" providerId="ADAL" clId="{3F9D5346-BFE3-4DFC-B0AD-3A2DDA701735}" dt="2023-02-27T19:43:52.001" v="158" actId="1076"/>
          <ac:grpSpMkLst>
            <pc:docMk/>
            <pc:sldMk cId="0" sldId="266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3F9D5346-BFE3-4DFC-B0AD-3A2DDA701735}" dt="2023-02-27T19:43:27.643" v="152" actId="478"/>
          <ac:grpSpMkLst>
            <pc:docMk/>
            <pc:sldMk cId="0" sldId="266"/>
            <ac:grpSpMk id="11" creationId="{00000000-0000-0000-0000-000000000000}"/>
          </ac:grpSpMkLst>
        </pc:grpChg>
        <pc:picChg chg="mod replST">
          <ac:chgData name="Geng, Baocheng" userId="b4253f3e-c40b-4a70-8207-93818653a34c" providerId="ADAL" clId="{3F9D5346-BFE3-4DFC-B0AD-3A2DDA701735}" dt="2023-02-27T21:40:37.847" v="838" actId="1076"/>
          <ac:picMkLst>
            <pc:docMk/>
            <pc:sldMk cId="0" sldId="266"/>
            <ac:picMk id="18" creationId="{210F773E-125D-A3CB-1517-7BA3436A28D2}"/>
          </ac:picMkLst>
        </pc:picChg>
      </pc:sldChg>
      <pc:sldChg chg="delSp del mod">
        <pc:chgData name="Geng, Baocheng" userId="b4253f3e-c40b-4a70-8207-93818653a34c" providerId="ADAL" clId="{3F9D5346-BFE3-4DFC-B0AD-3A2DDA701735}" dt="2023-02-27T21:41:15.245" v="840" actId="2696"/>
        <pc:sldMkLst>
          <pc:docMk/>
          <pc:sldMk cId="0" sldId="267"/>
        </pc:sldMkLst>
        <pc:grpChg chg="del">
          <ac:chgData name="Geng, Baocheng" userId="b4253f3e-c40b-4a70-8207-93818653a34c" providerId="ADAL" clId="{3F9D5346-BFE3-4DFC-B0AD-3A2DDA701735}" dt="2023-02-27T19:44:55.859" v="192" actId="478"/>
          <ac:grpSpMkLst>
            <pc:docMk/>
            <pc:sldMk cId="0" sldId="267"/>
            <ac:grpSpMk id="4" creationId="{00000000-0000-0000-0000-000000000000}"/>
          </ac:grpSpMkLst>
        </pc:grpChg>
      </pc:sldChg>
      <pc:sldChg chg="add del">
        <pc:chgData name="Geng, Baocheng" userId="b4253f3e-c40b-4a70-8207-93818653a34c" providerId="ADAL" clId="{3F9D5346-BFE3-4DFC-B0AD-3A2DDA701735}" dt="2023-02-27T21:41:29.259" v="842" actId="47"/>
        <pc:sldMkLst>
          <pc:docMk/>
          <pc:sldMk cId="1730096192" sldId="267"/>
        </pc:sldMkLst>
      </pc:sldChg>
      <pc:sldChg chg="delSp del mod">
        <pc:chgData name="Geng, Baocheng" userId="b4253f3e-c40b-4a70-8207-93818653a34c" providerId="ADAL" clId="{3F9D5346-BFE3-4DFC-B0AD-3A2DDA701735}" dt="2023-02-27T21:42:28.608" v="850" actId="47"/>
        <pc:sldMkLst>
          <pc:docMk/>
          <pc:sldMk cId="0" sldId="268"/>
        </pc:sldMkLst>
        <pc:grpChg chg="del">
          <ac:chgData name="Geng, Baocheng" userId="b4253f3e-c40b-4a70-8207-93818653a34c" providerId="ADAL" clId="{3F9D5346-BFE3-4DFC-B0AD-3A2DDA701735}" dt="2023-02-27T21:41:43.249" v="843" actId="478"/>
          <ac:grpSpMkLst>
            <pc:docMk/>
            <pc:sldMk cId="0" sldId="268"/>
            <ac:grpSpMk id="5" creationId="{00000000-0000-0000-0000-000000000000}"/>
          </ac:grpSpMkLst>
        </pc:grpChg>
      </pc:sldChg>
      <pc:sldChg chg="delSp del mod">
        <pc:chgData name="Geng, Baocheng" userId="b4253f3e-c40b-4a70-8207-93818653a34c" providerId="ADAL" clId="{3F9D5346-BFE3-4DFC-B0AD-3A2DDA701735}" dt="2023-02-27T21:42:26.586" v="849" actId="47"/>
        <pc:sldMkLst>
          <pc:docMk/>
          <pc:sldMk cId="0" sldId="269"/>
        </pc:sldMkLst>
        <pc:grpChg chg="del">
          <ac:chgData name="Geng, Baocheng" userId="b4253f3e-c40b-4a70-8207-93818653a34c" providerId="ADAL" clId="{3F9D5346-BFE3-4DFC-B0AD-3A2DDA701735}" dt="2023-02-27T21:42:12.449" v="844" actId="478"/>
          <ac:grpSpMkLst>
            <pc:docMk/>
            <pc:sldMk cId="0" sldId="269"/>
            <ac:grpSpMk id="6" creationId="{00000000-0000-0000-0000-000000000000}"/>
          </ac:grpSpMkLst>
        </pc:grpChg>
      </pc:sldChg>
      <pc:sldChg chg="delSp del mod">
        <pc:chgData name="Geng, Baocheng" userId="b4253f3e-c40b-4a70-8207-93818653a34c" providerId="ADAL" clId="{3F9D5346-BFE3-4DFC-B0AD-3A2DDA701735}" dt="2023-02-27T21:42:25.718" v="848" actId="47"/>
        <pc:sldMkLst>
          <pc:docMk/>
          <pc:sldMk cId="0" sldId="270"/>
        </pc:sldMkLst>
        <pc:grpChg chg="del">
          <ac:chgData name="Geng, Baocheng" userId="b4253f3e-c40b-4a70-8207-93818653a34c" providerId="ADAL" clId="{3F9D5346-BFE3-4DFC-B0AD-3A2DDA701735}" dt="2023-02-27T21:42:17.868" v="845" actId="478"/>
          <ac:grpSpMkLst>
            <pc:docMk/>
            <pc:sldMk cId="0" sldId="270"/>
            <ac:grpSpMk id="10" creationId="{00000000-0000-0000-0000-000000000000}"/>
          </ac:grpSpMkLst>
        </pc:grpChg>
      </pc:sldChg>
      <pc:sldChg chg="del">
        <pc:chgData name="Geng, Baocheng" userId="b4253f3e-c40b-4a70-8207-93818653a34c" providerId="ADAL" clId="{3F9D5346-BFE3-4DFC-B0AD-3A2DDA701735}" dt="2023-02-27T21:42:25.017" v="847" actId="47"/>
        <pc:sldMkLst>
          <pc:docMk/>
          <pc:sldMk cId="0" sldId="271"/>
        </pc:sldMkLst>
      </pc:sldChg>
      <pc:sldChg chg="del">
        <pc:chgData name="Geng, Baocheng" userId="b4253f3e-c40b-4a70-8207-93818653a34c" providerId="ADAL" clId="{3F9D5346-BFE3-4DFC-B0AD-3A2DDA701735}" dt="2023-02-27T21:42:24.096" v="846" actId="47"/>
        <pc:sldMkLst>
          <pc:docMk/>
          <pc:sldMk cId="0" sldId="272"/>
        </pc:sldMkLst>
      </pc:sldChg>
      <pc:sldChg chg="addSp delSp modSp mod">
        <pc:chgData name="Geng, Baocheng" userId="b4253f3e-c40b-4a70-8207-93818653a34c" providerId="ADAL" clId="{3F9D5346-BFE3-4DFC-B0AD-3A2DDA701735}" dt="2023-02-27T21:42:53.740" v="856" actId="478"/>
        <pc:sldMkLst>
          <pc:docMk/>
          <pc:sldMk cId="0" sldId="273"/>
        </pc:sldMkLst>
        <pc:spChg chg="del">
          <ac:chgData name="Geng, Baocheng" userId="b4253f3e-c40b-4a70-8207-93818653a34c" providerId="ADAL" clId="{3F9D5346-BFE3-4DFC-B0AD-3A2DDA701735}" dt="2023-02-27T21:42:53.740" v="856" actId="478"/>
          <ac:spMkLst>
            <pc:docMk/>
            <pc:sldMk cId="0" sldId="273"/>
            <ac:spMk id="6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42:51.944" v="855" actId="478"/>
          <ac:spMkLst>
            <pc:docMk/>
            <pc:sldMk cId="0" sldId="273"/>
            <ac:spMk id="8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42:51.944" v="855" actId="478"/>
          <ac:spMkLst>
            <pc:docMk/>
            <pc:sldMk cId="0" sldId="273"/>
            <ac:spMk id="9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42:51.944" v="855" actId="478"/>
          <ac:spMkLst>
            <pc:docMk/>
            <pc:sldMk cId="0" sldId="273"/>
            <ac:spMk id="10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42:51.944" v="855" actId="478"/>
          <ac:spMkLst>
            <pc:docMk/>
            <pc:sldMk cId="0" sldId="273"/>
            <ac:spMk id="12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42:51.944" v="855" actId="478"/>
          <ac:spMkLst>
            <pc:docMk/>
            <pc:sldMk cId="0" sldId="273"/>
            <ac:spMk id="13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42:51.944" v="855" actId="478"/>
          <ac:spMkLst>
            <pc:docMk/>
            <pc:sldMk cId="0" sldId="273"/>
            <ac:spMk id="14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42:51.944" v="855" actId="478"/>
          <ac:spMkLst>
            <pc:docMk/>
            <pc:sldMk cId="0" sldId="273"/>
            <ac:spMk id="16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42:51.944" v="855" actId="478"/>
          <ac:spMkLst>
            <pc:docMk/>
            <pc:sldMk cId="0" sldId="273"/>
            <ac:spMk id="17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42:51.944" v="855" actId="478"/>
          <ac:spMkLst>
            <pc:docMk/>
            <pc:sldMk cId="0" sldId="273"/>
            <ac:spMk id="18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42:51.944" v="855" actId="478"/>
          <ac:spMkLst>
            <pc:docMk/>
            <pc:sldMk cId="0" sldId="273"/>
            <ac:spMk id="19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42:51.944" v="855" actId="478"/>
          <ac:spMkLst>
            <pc:docMk/>
            <pc:sldMk cId="0" sldId="273"/>
            <ac:spMk id="21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42:51.944" v="855" actId="478"/>
          <ac:spMkLst>
            <pc:docMk/>
            <pc:sldMk cId="0" sldId="273"/>
            <ac:spMk id="22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42:51.944" v="855" actId="478"/>
          <ac:spMkLst>
            <pc:docMk/>
            <pc:sldMk cId="0" sldId="273"/>
            <ac:spMk id="23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42:51.944" v="855" actId="478"/>
          <ac:spMkLst>
            <pc:docMk/>
            <pc:sldMk cId="0" sldId="273"/>
            <ac:spMk id="24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19:46:44.123" v="228" actId="1076"/>
          <ac:spMkLst>
            <pc:docMk/>
            <pc:sldMk cId="0" sldId="273"/>
            <ac:spMk id="30" creationId="{00000000-0000-0000-0000-000000000000}"/>
          </ac:spMkLst>
        </pc:spChg>
        <pc:grpChg chg="del">
          <ac:chgData name="Geng, Baocheng" userId="b4253f3e-c40b-4a70-8207-93818653a34c" providerId="ADAL" clId="{3F9D5346-BFE3-4DFC-B0AD-3A2DDA701735}" dt="2023-02-27T19:45:22.694" v="195" actId="478"/>
          <ac:grpSpMkLst>
            <pc:docMk/>
            <pc:sldMk cId="0" sldId="273"/>
            <ac:grpSpMk id="25" creationId="{00000000-0000-0000-0000-000000000000}"/>
          </ac:grpSpMkLst>
        </pc:grpChg>
        <pc:picChg chg="del">
          <ac:chgData name="Geng, Baocheng" userId="b4253f3e-c40b-4a70-8207-93818653a34c" providerId="ADAL" clId="{3F9D5346-BFE3-4DFC-B0AD-3A2DDA701735}" dt="2023-02-27T21:42:51.944" v="855" actId="478"/>
          <ac:picMkLst>
            <pc:docMk/>
            <pc:sldMk cId="0" sldId="273"/>
            <ac:picMk id="5" creationId="{00000000-0000-0000-0000-000000000000}"/>
          </ac:picMkLst>
        </pc:picChg>
        <pc:picChg chg="del">
          <ac:chgData name="Geng, Baocheng" userId="b4253f3e-c40b-4a70-8207-93818653a34c" providerId="ADAL" clId="{3F9D5346-BFE3-4DFC-B0AD-3A2DDA701735}" dt="2023-02-27T21:42:51.944" v="855" actId="478"/>
          <ac:picMkLst>
            <pc:docMk/>
            <pc:sldMk cId="0" sldId="273"/>
            <ac:picMk id="7" creationId="{00000000-0000-0000-0000-000000000000}"/>
          </ac:picMkLst>
        </pc:picChg>
        <pc:picChg chg="del">
          <ac:chgData name="Geng, Baocheng" userId="b4253f3e-c40b-4a70-8207-93818653a34c" providerId="ADAL" clId="{3F9D5346-BFE3-4DFC-B0AD-3A2DDA701735}" dt="2023-02-27T21:42:51.944" v="855" actId="478"/>
          <ac:picMkLst>
            <pc:docMk/>
            <pc:sldMk cId="0" sldId="273"/>
            <ac:picMk id="11" creationId="{00000000-0000-0000-0000-000000000000}"/>
          </ac:picMkLst>
        </pc:picChg>
        <pc:picChg chg="del">
          <ac:chgData name="Geng, Baocheng" userId="b4253f3e-c40b-4a70-8207-93818653a34c" providerId="ADAL" clId="{3F9D5346-BFE3-4DFC-B0AD-3A2DDA701735}" dt="2023-02-27T21:42:51.944" v="855" actId="478"/>
          <ac:picMkLst>
            <pc:docMk/>
            <pc:sldMk cId="0" sldId="273"/>
            <ac:picMk id="15" creationId="{00000000-0000-0000-0000-000000000000}"/>
          </ac:picMkLst>
        </pc:picChg>
        <pc:picChg chg="del">
          <ac:chgData name="Geng, Baocheng" userId="b4253f3e-c40b-4a70-8207-93818653a34c" providerId="ADAL" clId="{3F9D5346-BFE3-4DFC-B0AD-3A2DDA701735}" dt="2023-02-27T21:42:51.944" v="855" actId="478"/>
          <ac:picMkLst>
            <pc:docMk/>
            <pc:sldMk cId="0" sldId="273"/>
            <ac:picMk id="20" creationId="{00000000-0000-0000-0000-000000000000}"/>
          </ac:picMkLst>
        </pc:picChg>
        <pc:picChg chg="del mod replST">
          <ac:chgData name="Geng, Baocheng" userId="b4253f3e-c40b-4a70-8207-93818653a34c" providerId="ADAL" clId="{3F9D5346-BFE3-4DFC-B0AD-3A2DDA701735}" dt="2023-02-27T21:42:51.944" v="855" actId="478"/>
          <ac:picMkLst>
            <pc:docMk/>
            <pc:sldMk cId="0" sldId="273"/>
            <ac:picMk id="32" creationId="{60AD30EB-3CBC-DF89-897F-B051FDE91575}"/>
          </ac:picMkLst>
        </pc:picChg>
        <pc:picChg chg="add del mod">
          <ac:chgData name="Geng, Baocheng" userId="b4253f3e-c40b-4a70-8207-93818653a34c" providerId="ADAL" clId="{3F9D5346-BFE3-4DFC-B0AD-3A2DDA701735}" dt="2023-02-27T21:42:51.944" v="855" actId="478"/>
          <ac:picMkLst>
            <pc:docMk/>
            <pc:sldMk cId="0" sldId="273"/>
            <ac:picMk id="33" creationId="{C602B6B6-29E7-50F8-1DC6-3724B96E9CDE}"/>
          </ac:picMkLst>
        </pc:picChg>
        <pc:picChg chg="add del mod">
          <ac:chgData name="Geng, Baocheng" userId="b4253f3e-c40b-4a70-8207-93818653a34c" providerId="ADAL" clId="{3F9D5346-BFE3-4DFC-B0AD-3A2DDA701735}" dt="2023-02-27T21:42:51.944" v="855" actId="478"/>
          <ac:picMkLst>
            <pc:docMk/>
            <pc:sldMk cId="0" sldId="273"/>
            <ac:picMk id="34" creationId="{D80CB966-6536-9760-E017-1011F48494B4}"/>
          </ac:picMkLst>
        </pc:picChg>
        <pc:picChg chg="add del mod">
          <ac:chgData name="Geng, Baocheng" userId="b4253f3e-c40b-4a70-8207-93818653a34c" providerId="ADAL" clId="{3F9D5346-BFE3-4DFC-B0AD-3A2DDA701735}" dt="2023-02-27T21:42:51.944" v="855" actId="478"/>
          <ac:picMkLst>
            <pc:docMk/>
            <pc:sldMk cId="0" sldId="273"/>
            <ac:picMk id="35" creationId="{1638A272-62A7-483F-01EE-065C8FC3CAFB}"/>
          </ac:picMkLst>
        </pc:picChg>
      </pc:sldChg>
      <pc:sldChg chg="addSp delSp modSp del mod">
        <pc:chgData name="Geng, Baocheng" userId="b4253f3e-c40b-4a70-8207-93818653a34c" providerId="ADAL" clId="{3F9D5346-BFE3-4DFC-B0AD-3A2DDA701735}" dt="2023-02-27T20:04:39.225" v="244" actId="47"/>
        <pc:sldMkLst>
          <pc:docMk/>
          <pc:sldMk cId="0" sldId="274"/>
        </pc:sldMkLst>
        <pc:spChg chg="del mod">
          <ac:chgData name="Geng, Baocheng" userId="b4253f3e-c40b-4a70-8207-93818653a34c" providerId="ADAL" clId="{3F9D5346-BFE3-4DFC-B0AD-3A2DDA701735}" dt="2023-02-27T19:48:03.746" v="232" actId="478"/>
          <ac:spMkLst>
            <pc:docMk/>
            <pc:sldMk cId="0" sldId="274"/>
            <ac:spMk id="12" creationId="{00000000-0000-0000-0000-000000000000}"/>
          </ac:spMkLst>
        </pc:spChg>
        <pc:grpChg chg="del mod">
          <ac:chgData name="Geng, Baocheng" userId="b4253f3e-c40b-4a70-8207-93818653a34c" providerId="ADAL" clId="{3F9D5346-BFE3-4DFC-B0AD-3A2DDA701735}" dt="2023-02-27T19:47:58.314" v="230" actId="478"/>
          <ac:grpSpMkLst>
            <pc:docMk/>
            <pc:sldMk cId="0" sldId="274"/>
            <ac:grpSpMk id="6" creationId="{00000000-0000-0000-0000-000000000000}"/>
          </ac:grpSpMkLst>
        </pc:grpChg>
        <pc:grpChg chg="del">
          <ac:chgData name="Geng, Baocheng" userId="b4253f3e-c40b-4a70-8207-93818653a34c" providerId="ADAL" clId="{3F9D5346-BFE3-4DFC-B0AD-3A2DDA701735}" dt="2023-02-27T19:48:16.356" v="235" actId="478"/>
          <ac:grpSpMkLst>
            <pc:docMk/>
            <pc:sldMk cId="0" sldId="274"/>
            <ac:grpSpMk id="15" creationId="{00000000-0000-0000-0000-000000000000}"/>
          </ac:grpSpMkLst>
        </pc:grpChg>
        <pc:picChg chg="add mod">
          <ac:chgData name="Geng, Baocheng" userId="b4253f3e-c40b-4a70-8207-93818653a34c" providerId="ADAL" clId="{3F9D5346-BFE3-4DFC-B0AD-3A2DDA701735}" dt="2023-02-27T19:48:14.305" v="234" actId="1076"/>
          <ac:picMkLst>
            <pc:docMk/>
            <pc:sldMk cId="0" sldId="274"/>
            <ac:picMk id="21" creationId="{1C071CE2-501A-B9D8-1919-0419724F888A}"/>
          </ac:picMkLst>
        </pc:picChg>
      </pc:sldChg>
      <pc:sldChg chg="del">
        <pc:chgData name="Geng, Baocheng" userId="b4253f3e-c40b-4a70-8207-93818653a34c" providerId="ADAL" clId="{3F9D5346-BFE3-4DFC-B0AD-3A2DDA701735}" dt="2023-02-27T20:04:37.516" v="243" actId="47"/>
        <pc:sldMkLst>
          <pc:docMk/>
          <pc:sldMk cId="0" sldId="275"/>
        </pc:sldMkLst>
      </pc:sldChg>
      <pc:sldChg chg="addSp delSp modSp del mod">
        <pc:chgData name="Geng, Baocheng" userId="b4253f3e-c40b-4a70-8207-93818653a34c" providerId="ADAL" clId="{3F9D5346-BFE3-4DFC-B0AD-3A2DDA701735}" dt="2023-02-27T20:08:31.729" v="286" actId="47"/>
        <pc:sldMkLst>
          <pc:docMk/>
          <pc:sldMk cId="0" sldId="276"/>
        </pc:sldMkLst>
        <pc:spChg chg="del">
          <ac:chgData name="Geng, Baocheng" userId="b4253f3e-c40b-4a70-8207-93818653a34c" providerId="ADAL" clId="{3F9D5346-BFE3-4DFC-B0AD-3A2DDA701735}" dt="2023-02-27T20:02:50.951" v="238" actId="478"/>
          <ac:spMkLst>
            <pc:docMk/>
            <pc:sldMk cId="0" sldId="276"/>
            <ac:spMk id="12" creationId="{00000000-0000-0000-0000-000000000000}"/>
          </ac:spMkLst>
        </pc:spChg>
        <pc:grpChg chg="del mod">
          <ac:chgData name="Geng, Baocheng" userId="b4253f3e-c40b-4a70-8207-93818653a34c" providerId="ADAL" clId="{3F9D5346-BFE3-4DFC-B0AD-3A2DDA701735}" dt="2023-02-27T20:02:48.417" v="237" actId="478"/>
          <ac:grpSpMkLst>
            <pc:docMk/>
            <pc:sldMk cId="0" sldId="276"/>
            <ac:grpSpMk id="6" creationId="{00000000-0000-0000-0000-000000000000}"/>
          </ac:grpSpMkLst>
        </pc:grpChg>
        <pc:grpChg chg="del">
          <ac:chgData name="Geng, Baocheng" userId="b4253f3e-c40b-4a70-8207-93818653a34c" providerId="ADAL" clId="{3F9D5346-BFE3-4DFC-B0AD-3A2DDA701735}" dt="2023-02-27T20:02:54.818" v="239" actId="478"/>
          <ac:grpSpMkLst>
            <pc:docMk/>
            <pc:sldMk cId="0" sldId="276"/>
            <ac:grpSpMk id="18" creationId="{00000000-0000-0000-0000-000000000000}"/>
          </ac:grpSpMkLst>
        </pc:grpChg>
        <pc:picChg chg="add mod">
          <ac:chgData name="Geng, Baocheng" userId="b4253f3e-c40b-4a70-8207-93818653a34c" providerId="ADAL" clId="{3F9D5346-BFE3-4DFC-B0AD-3A2DDA701735}" dt="2023-02-27T20:03:09.374" v="242" actId="1076"/>
          <ac:picMkLst>
            <pc:docMk/>
            <pc:sldMk cId="0" sldId="276"/>
            <ac:picMk id="24" creationId="{44C5AB33-577D-059D-577F-1F9F5E47A43E}"/>
          </ac:picMkLst>
        </pc:picChg>
      </pc:sldChg>
      <pc:sldChg chg="delSp modSp del mod">
        <pc:chgData name="Geng, Baocheng" userId="b4253f3e-c40b-4a70-8207-93818653a34c" providerId="ADAL" clId="{3F9D5346-BFE3-4DFC-B0AD-3A2DDA701735}" dt="2023-02-27T20:08:30.857" v="285" actId="47"/>
        <pc:sldMkLst>
          <pc:docMk/>
          <pc:sldMk cId="0" sldId="277"/>
        </pc:sldMkLst>
        <pc:spChg chg="del">
          <ac:chgData name="Geng, Baocheng" userId="b4253f3e-c40b-4a70-8207-93818653a34c" providerId="ADAL" clId="{3F9D5346-BFE3-4DFC-B0AD-3A2DDA701735}" dt="2023-02-27T20:04:51.659" v="247" actId="478"/>
          <ac:spMkLst>
            <pc:docMk/>
            <pc:sldMk cId="0" sldId="277"/>
            <ac:spMk id="9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20:04:56.293" v="248" actId="1076"/>
          <ac:spMkLst>
            <pc:docMk/>
            <pc:sldMk cId="0" sldId="277"/>
            <ac:spMk id="10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20:04:56.293" v="248" actId="1076"/>
          <ac:spMkLst>
            <pc:docMk/>
            <pc:sldMk cId="0" sldId="277"/>
            <ac:spMk id="11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20:04:56.293" v="248" actId="1076"/>
          <ac:spMkLst>
            <pc:docMk/>
            <pc:sldMk cId="0" sldId="277"/>
            <ac:spMk id="12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20:04:56.293" v="248" actId="1076"/>
          <ac:spMkLst>
            <pc:docMk/>
            <pc:sldMk cId="0" sldId="277"/>
            <ac:spMk id="13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20:04:56.293" v="248" actId="1076"/>
          <ac:spMkLst>
            <pc:docMk/>
            <pc:sldMk cId="0" sldId="277"/>
            <ac:spMk id="14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20:04:56.293" v="248" actId="1076"/>
          <ac:spMkLst>
            <pc:docMk/>
            <pc:sldMk cId="0" sldId="277"/>
            <ac:spMk id="15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20:04:56.293" v="248" actId="1076"/>
          <ac:spMkLst>
            <pc:docMk/>
            <pc:sldMk cId="0" sldId="277"/>
            <ac:spMk id="16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20:04:56.293" v="248" actId="1076"/>
          <ac:spMkLst>
            <pc:docMk/>
            <pc:sldMk cId="0" sldId="277"/>
            <ac:spMk id="17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20:04:56.293" v="248" actId="1076"/>
          <ac:spMkLst>
            <pc:docMk/>
            <pc:sldMk cId="0" sldId="277"/>
            <ac:spMk id="18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20:04:56.293" v="248" actId="1076"/>
          <ac:spMkLst>
            <pc:docMk/>
            <pc:sldMk cId="0" sldId="277"/>
            <ac:spMk id="19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20:04:56.293" v="248" actId="1076"/>
          <ac:spMkLst>
            <pc:docMk/>
            <pc:sldMk cId="0" sldId="277"/>
            <ac:spMk id="20" creationId="{00000000-0000-0000-0000-000000000000}"/>
          </ac:spMkLst>
        </pc:spChg>
        <pc:grpChg chg="del mod">
          <ac:chgData name="Geng, Baocheng" userId="b4253f3e-c40b-4a70-8207-93818653a34c" providerId="ADAL" clId="{3F9D5346-BFE3-4DFC-B0AD-3A2DDA701735}" dt="2023-02-27T20:04:45.885" v="246" actId="478"/>
          <ac:grpSpMkLst>
            <pc:docMk/>
            <pc:sldMk cId="0" sldId="277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3F9D5346-BFE3-4DFC-B0AD-3A2DDA701735}" dt="2023-02-27T20:04:58.877" v="249" actId="478"/>
          <ac:grpSpMkLst>
            <pc:docMk/>
            <pc:sldMk cId="0" sldId="277"/>
            <ac:grpSpMk id="21" creationId="{00000000-0000-0000-0000-000000000000}"/>
          </ac:grpSpMkLst>
        </pc:grpChg>
      </pc:sldChg>
      <pc:sldChg chg="addSp delSp modSp mod">
        <pc:chgData name="Geng, Baocheng" userId="b4253f3e-c40b-4a70-8207-93818653a34c" providerId="ADAL" clId="{3F9D5346-BFE3-4DFC-B0AD-3A2DDA701735}" dt="2023-02-27T21:45:27.068" v="870" actId="1076"/>
        <pc:sldMkLst>
          <pc:docMk/>
          <pc:sldMk cId="0" sldId="278"/>
        </pc:sldMkLst>
        <pc:spChg chg="del">
          <ac:chgData name="Geng, Baocheng" userId="b4253f3e-c40b-4a70-8207-93818653a34c" providerId="ADAL" clId="{3F9D5346-BFE3-4DFC-B0AD-3A2DDA701735}" dt="2023-02-27T21:44:41.987" v="863" actId="478"/>
          <ac:spMkLst>
            <pc:docMk/>
            <pc:sldMk cId="0" sldId="278"/>
            <ac:spMk id="3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44:43.365" v="864" actId="478"/>
          <ac:spMkLst>
            <pc:docMk/>
            <pc:sldMk cId="0" sldId="278"/>
            <ac:spMk id="9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21:44:50.369" v="865" actId="1076"/>
          <ac:spMkLst>
            <pc:docMk/>
            <pc:sldMk cId="0" sldId="278"/>
            <ac:spMk id="10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21:44:50.369" v="865" actId="1076"/>
          <ac:spMkLst>
            <pc:docMk/>
            <pc:sldMk cId="0" sldId="278"/>
            <ac:spMk id="11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21:44:50.369" v="865" actId="1076"/>
          <ac:spMkLst>
            <pc:docMk/>
            <pc:sldMk cId="0" sldId="278"/>
            <ac:spMk id="12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21:44:50.369" v="865" actId="1076"/>
          <ac:spMkLst>
            <pc:docMk/>
            <pc:sldMk cId="0" sldId="278"/>
            <ac:spMk id="13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21:44:50.369" v="865" actId="1076"/>
          <ac:spMkLst>
            <pc:docMk/>
            <pc:sldMk cId="0" sldId="278"/>
            <ac:spMk id="14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21:44:50.369" v="865" actId="1076"/>
          <ac:spMkLst>
            <pc:docMk/>
            <pc:sldMk cId="0" sldId="278"/>
            <ac:spMk id="15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21:44:50.369" v="865" actId="1076"/>
          <ac:spMkLst>
            <pc:docMk/>
            <pc:sldMk cId="0" sldId="278"/>
            <ac:spMk id="16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21:44:50.369" v="865" actId="1076"/>
          <ac:spMkLst>
            <pc:docMk/>
            <pc:sldMk cId="0" sldId="278"/>
            <ac:spMk id="17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21:44:50.369" v="865" actId="1076"/>
          <ac:spMkLst>
            <pc:docMk/>
            <pc:sldMk cId="0" sldId="278"/>
            <ac:spMk id="18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21:44:50.369" v="865" actId="1076"/>
          <ac:spMkLst>
            <pc:docMk/>
            <pc:sldMk cId="0" sldId="278"/>
            <ac:spMk id="19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21:44:50.369" v="865" actId="1076"/>
          <ac:spMkLst>
            <pc:docMk/>
            <pc:sldMk cId="0" sldId="278"/>
            <ac:spMk id="20" creationId="{00000000-0000-0000-0000-000000000000}"/>
          </ac:spMkLst>
        </pc:spChg>
        <pc:spChg chg="add del mod">
          <ac:chgData name="Geng, Baocheng" userId="b4253f3e-c40b-4a70-8207-93818653a34c" providerId="ADAL" clId="{3F9D5346-BFE3-4DFC-B0AD-3A2DDA701735}" dt="2023-02-27T21:44:40.038" v="862" actId="478"/>
          <ac:spMkLst>
            <pc:docMk/>
            <pc:sldMk cId="0" sldId="278"/>
            <ac:spMk id="31" creationId="{D74EF64D-C17A-603F-FD7E-8192D4787DC4}"/>
          </ac:spMkLst>
        </pc:spChg>
        <pc:grpChg chg="del mod">
          <ac:chgData name="Geng, Baocheng" userId="b4253f3e-c40b-4a70-8207-93818653a34c" providerId="ADAL" clId="{3F9D5346-BFE3-4DFC-B0AD-3A2DDA701735}" dt="2023-02-27T20:05:21.753" v="253" actId="478"/>
          <ac:grpSpMkLst>
            <pc:docMk/>
            <pc:sldMk cId="0" sldId="278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3F9D5346-BFE3-4DFC-B0AD-3A2DDA701735}" dt="2023-02-27T20:05:23.039" v="254" actId="478"/>
          <ac:grpSpMkLst>
            <pc:docMk/>
            <pc:sldMk cId="0" sldId="278"/>
            <ac:grpSpMk id="21" creationId="{00000000-0000-0000-0000-000000000000}"/>
          </ac:grpSpMkLst>
        </pc:grpChg>
        <pc:picChg chg="mod replST">
          <ac:chgData name="Geng, Baocheng" userId="b4253f3e-c40b-4a70-8207-93818653a34c" providerId="ADAL" clId="{3F9D5346-BFE3-4DFC-B0AD-3A2DDA701735}" dt="2023-02-27T21:44:50.369" v="865" actId="1076"/>
          <ac:picMkLst>
            <pc:docMk/>
            <pc:sldMk cId="0" sldId="278"/>
            <ac:picMk id="28" creationId="{0A9297CF-386F-12AC-887C-71A8709A5AD8}"/>
          </ac:picMkLst>
        </pc:picChg>
        <pc:picChg chg="add mod">
          <ac:chgData name="Geng, Baocheng" userId="b4253f3e-c40b-4a70-8207-93818653a34c" providerId="ADAL" clId="{3F9D5346-BFE3-4DFC-B0AD-3A2DDA701735}" dt="2023-02-27T21:44:50.369" v="865" actId="1076"/>
          <ac:picMkLst>
            <pc:docMk/>
            <pc:sldMk cId="0" sldId="278"/>
            <ac:picMk id="29" creationId="{936D3E43-CD2B-270F-6A48-C78E0069920C}"/>
          </ac:picMkLst>
        </pc:picChg>
        <pc:picChg chg="add mod">
          <ac:chgData name="Geng, Baocheng" userId="b4253f3e-c40b-4a70-8207-93818653a34c" providerId="ADAL" clId="{3F9D5346-BFE3-4DFC-B0AD-3A2DDA701735}" dt="2023-02-27T21:44:50.369" v="865" actId="1076"/>
          <ac:picMkLst>
            <pc:docMk/>
            <pc:sldMk cId="0" sldId="278"/>
            <ac:picMk id="30" creationId="{61B0B2B3-9F0C-BC4D-9D2E-BF035FB6FD72}"/>
          </ac:picMkLst>
        </pc:picChg>
        <pc:picChg chg="add mod">
          <ac:chgData name="Geng, Baocheng" userId="b4253f3e-c40b-4a70-8207-93818653a34c" providerId="ADAL" clId="{3F9D5346-BFE3-4DFC-B0AD-3A2DDA701735}" dt="2023-02-27T21:45:27.068" v="870" actId="1076"/>
          <ac:picMkLst>
            <pc:docMk/>
            <pc:sldMk cId="0" sldId="278"/>
            <ac:picMk id="33" creationId="{5420CF1E-D3DB-613C-4C7F-12890515A471}"/>
          </ac:picMkLst>
        </pc:picChg>
      </pc:sldChg>
      <pc:sldChg chg="del">
        <pc:chgData name="Geng, Baocheng" userId="b4253f3e-c40b-4a70-8207-93818653a34c" providerId="ADAL" clId="{3F9D5346-BFE3-4DFC-B0AD-3A2DDA701735}" dt="2023-02-27T20:08:44.876" v="289" actId="47"/>
        <pc:sldMkLst>
          <pc:docMk/>
          <pc:sldMk cId="0" sldId="279"/>
        </pc:sldMkLst>
      </pc:sldChg>
      <pc:sldChg chg="modSp del mod">
        <pc:chgData name="Geng, Baocheng" userId="b4253f3e-c40b-4a70-8207-93818653a34c" providerId="ADAL" clId="{3F9D5346-BFE3-4DFC-B0AD-3A2DDA701735}" dt="2023-02-27T21:38:29.695" v="835" actId="47"/>
        <pc:sldMkLst>
          <pc:docMk/>
          <pc:sldMk cId="0" sldId="280"/>
        </pc:sldMkLst>
        <pc:spChg chg="mod">
          <ac:chgData name="Geng, Baocheng" userId="b4253f3e-c40b-4a70-8207-93818653a34c" providerId="ADAL" clId="{3F9D5346-BFE3-4DFC-B0AD-3A2DDA701735}" dt="2023-02-27T21:37:45.879" v="809" actId="1076"/>
          <ac:spMkLst>
            <pc:docMk/>
            <pc:sldMk cId="0" sldId="280"/>
            <ac:spMk id="3" creationId="{00000000-0000-0000-0000-000000000000}"/>
          </ac:spMkLst>
        </pc:spChg>
      </pc:sldChg>
      <pc:sldChg chg="addSp delSp modSp del mod">
        <pc:chgData name="Geng, Baocheng" userId="b4253f3e-c40b-4a70-8207-93818653a34c" providerId="ADAL" clId="{3F9D5346-BFE3-4DFC-B0AD-3A2DDA701735}" dt="2023-02-27T21:44:37.054" v="861" actId="47"/>
        <pc:sldMkLst>
          <pc:docMk/>
          <pc:sldMk cId="0" sldId="281"/>
        </pc:sldMkLst>
        <pc:spChg chg="mod">
          <ac:chgData name="Geng, Baocheng" userId="b4253f3e-c40b-4a70-8207-93818653a34c" providerId="ADAL" clId="{3F9D5346-BFE3-4DFC-B0AD-3A2DDA701735}" dt="2023-02-27T21:38:24.518" v="834" actId="20577"/>
          <ac:spMkLst>
            <pc:docMk/>
            <pc:sldMk cId="0" sldId="281"/>
            <ac:spMk id="4" creationId="{00000000-0000-0000-0000-000000000000}"/>
          </ac:spMkLst>
        </pc:spChg>
        <pc:spChg chg="add mod">
          <ac:chgData name="Geng, Baocheng" userId="b4253f3e-c40b-4a70-8207-93818653a34c" providerId="ADAL" clId="{3F9D5346-BFE3-4DFC-B0AD-3A2DDA701735}" dt="2023-02-27T21:38:04.926" v="823" actId="1076"/>
          <ac:spMkLst>
            <pc:docMk/>
            <pc:sldMk cId="0" sldId="281"/>
            <ac:spMk id="11" creationId="{9ED81664-19CC-E0A7-6AD7-00AA33320DC5}"/>
          </ac:spMkLst>
        </pc:spChg>
        <pc:grpChg chg="del">
          <ac:chgData name="Geng, Baocheng" userId="b4253f3e-c40b-4a70-8207-93818653a34c" providerId="ADAL" clId="{3F9D5346-BFE3-4DFC-B0AD-3A2DDA701735}" dt="2023-02-27T21:37:34.093" v="808" actId="478"/>
          <ac:grpSpMkLst>
            <pc:docMk/>
            <pc:sldMk cId="0" sldId="281"/>
            <ac:grpSpMk id="5" creationId="{00000000-0000-0000-0000-000000000000}"/>
          </ac:grpSpMkLst>
        </pc:grpChg>
      </pc:sldChg>
      <pc:sldChg chg="del">
        <pc:chgData name="Geng, Baocheng" userId="b4253f3e-c40b-4a70-8207-93818653a34c" providerId="ADAL" clId="{3F9D5346-BFE3-4DFC-B0AD-3A2DDA701735}" dt="2023-02-27T20:10:31.880" v="301" actId="47"/>
        <pc:sldMkLst>
          <pc:docMk/>
          <pc:sldMk cId="0" sldId="282"/>
        </pc:sldMkLst>
      </pc:sldChg>
      <pc:sldChg chg="del">
        <pc:chgData name="Geng, Baocheng" userId="b4253f3e-c40b-4a70-8207-93818653a34c" providerId="ADAL" clId="{3F9D5346-BFE3-4DFC-B0AD-3A2DDA701735}" dt="2023-02-27T20:10:34.088" v="302" actId="47"/>
        <pc:sldMkLst>
          <pc:docMk/>
          <pc:sldMk cId="0" sldId="283"/>
        </pc:sldMkLst>
      </pc:sldChg>
      <pc:sldChg chg="del">
        <pc:chgData name="Geng, Baocheng" userId="b4253f3e-c40b-4a70-8207-93818653a34c" providerId="ADAL" clId="{3F9D5346-BFE3-4DFC-B0AD-3A2DDA701735}" dt="2023-02-27T20:10:36.019" v="303" actId="47"/>
        <pc:sldMkLst>
          <pc:docMk/>
          <pc:sldMk cId="0" sldId="284"/>
        </pc:sldMkLst>
      </pc:sldChg>
      <pc:sldChg chg="del">
        <pc:chgData name="Geng, Baocheng" userId="b4253f3e-c40b-4a70-8207-93818653a34c" providerId="ADAL" clId="{3F9D5346-BFE3-4DFC-B0AD-3A2DDA701735}" dt="2023-02-27T20:10:37.758" v="304" actId="47"/>
        <pc:sldMkLst>
          <pc:docMk/>
          <pc:sldMk cId="0" sldId="285"/>
        </pc:sldMkLst>
      </pc:sldChg>
      <pc:sldChg chg="addSp delSp modSp mod">
        <pc:chgData name="Geng, Baocheng" userId="b4253f3e-c40b-4a70-8207-93818653a34c" providerId="ADAL" clId="{3F9D5346-BFE3-4DFC-B0AD-3A2DDA701735}" dt="2023-02-27T21:37:26.633" v="807" actId="692"/>
        <pc:sldMkLst>
          <pc:docMk/>
          <pc:sldMk cId="0" sldId="286"/>
        </pc:sldMkLst>
        <pc:spChg chg="add mod">
          <ac:chgData name="Geng, Baocheng" userId="b4253f3e-c40b-4a70-8207-93818653a34c" providerId="ADAL" clId="{3F9D5346-BFE3-4DFC-B0AD-3A2DDA701735}" dt="2023-02-27T21:37:26.633" v="807" actId="692"/>
          <ac:spMkLst>
            <pc:docMk/>
            <pc:sldMk cId="0" sldId="286"/>
            <ac:spMk id="27" creationId="{DCBCABF7-ABF0-2EA3-3618-A7A3C366D8D5}"/>
          </ac:spMkLst>
        </pc:spChg>
        <pc:grpChg chg="del">
          <ac:chgData name="Geng, Baocheng" userId="b4253f3e-c40b-4a70-8207-93818653a34c" providerId="ADAL" clId="{3F9D5346-BFE3-4DFC-B0AD-3A2DDA701735}" dt="2023-02-27T20:10:13.517" v="299" actId="478"/>
          <ac:grpSpMkLst>
            <pc:docMk/>
            <pc:sldMk cId="0" sldId="286"/>
            <ac:grpSpMk id="21" creationId="{00000000-0000-0000-0000-000000000000}"/>
          </ac:grpSpMkLst>
        </pc:grpChg>
        <pc:picChg chg="add mod">
          <ac:chgData name="Geng, Baocheng" userId="b4253f3e-c40b-4a70-8207-93818653a34c" providerId="ADAL" clId="{3F9D5346-BFE3-4DFC-B0AD-3A2DDA701735}" dt="2023-02-27T20:09:55.111" v="292" actId="1076"/>
          <ac:picMkLst>
            <pc:docMk/>
            <pc:sldMk cId="0" sldId="286"/>
            <ac:picMk id="28" creationId="{43DA429A-A809-FB2A-621E-2638C16744BE}"/>
          </ac:picMkLst>
        </pc:picChg>
        <pc:picChg chg="add mod">
          <ac:chgData name="Geng, Baocheng" userId="b4253f3e-c40b-4a70-8207-93818653a34c" providerId="ADAL" clId="{3F9D5346-BFE3-4DFC-B0AD-3A2DDA701735}" dt="2023-02-27T20:09:57.968" v="294" actId="1076"/>
          <ac:picMkLst>
            <pc:docMk/>
            <pc:sldMk cId="0" sldId="286"/>
            <ac:picMk id="29" creationId="{A833928E-149F-EBF2-C355-1A785E3B0D3F}"/>
          </ac:picMkLst>
        </pc:picChg>
        <pc:picChg chg="add mod">
          <ac:chgData name="Geng, Baocheng" userId="b4253f3e-c40b-4a70-8207-93818653a34c" providerId="ADAL" clId="{3F9D5346-BFE3-4DFC-B0AD-3A2DDA701735}" dt="2023-02-27T20:10:03.126" v="296" actId="1076"/>
          <ac:picMkLst>
            <pc:docMk/>
            <pc:sldMk cId="0" sldId="286"/>
            <ac:picMk id="30" creationId="{3B497C34-1513-6D4B-1000-835BE0D33A59}"/>
          </ac:picMkLst>
        </pc:picChg>
        <pc:picChg chg="add mod">
          <ac:chgData name="Geng, Baocheng" userId="b4253f3e-c40b-4a70-8207-93818653a34c" providerId="ADAL" clId="{3F9D5346-BFE3-4DFC-B0AD-3A2DDA701735}" dt="2023-02-27T20:10:08.248" v="298" actId="1076"/>
          <ac:picMkLst>
            <pc:docMk/>
            <pc:sldMk cId="0" sldId="286"/>
            <ac:picMk id="31" creationId="{8ACDD51A-9581-11BC-B24F-D61BAF348DD3}"/>
          </ac:picMkLst>
        </pc:picChg>
      </pc:sldChg>
      <pc:sldChg chg="delSp mod">
        <pc:chgData name="Geng, Baocheng" userId="b4253f3e-c40b-4a70-8207-93818653a34c" providerId="ADAL" clId="{3F9D5346-BFE3-4DFC-B0AD-3A2DDA701735}" dt="2023-02-27T20:10:16.020" v="300" actId="478"/>
        <pc:sldMkLst>
          <pc:docMk/>
          <pc:sldMk cId="0" sldId="287"/>
        </pc:sldMkLst>
        <pc:grpChg chg="del">
          <ac:chgData name="Geng, Baocheng" userId="b4253f3e-c40b-4a70-8207-93818653a34c" providerId="ADAL" clId="{3F9D5346-BFE3-4DFC-B0AD-3A2DDA701735}" dt="2023-02-27T20:10:16.020" v="300" actId="478"/>
          <ac:grpSpMkLst>
            <pc:docMk/>
            <pc:sldMk cId="0" sldId="287"/>
            <ac:grpSpMk id="8" creationId="{00000000-0000-0000-0000-000000000000}"/>
          </ac:grpSpMkLst>
        </pc:grpChg>
      </pc:sldChg>
      <pc:sldChg chg="delSp del mod">
        <pc:chgData name="Geng, Baocheng" userId="b4253f3e-c40b-4a70-8207-93818653a34c" providerId="ADAL" clId="{3F9D5346-BFE3-4DFC-B0AD-3A2DDA701735}" dt="2023-02-27T20:11:47.639" v="314" actId="47"/>
        <pc:sldMkLst>
          <pc:docMk/>
          <pc:sldMk cId="0" sldId="288"/>
        </pc:sldMkLst>
        <pc:grpChg chg="del">
          <ac:chgData name="Geng, Baocheng" userId="b4253f3e-c40b-4a70-8207-93818653a34c" providerId="ADAL" clId="{3F9D5346-BFE3-4DFC-B0AD-3A2DDA701735}" dt="2023-02-27T20:10:49.187" v="305" actId="478"/>
          <ac:grpSpMkLst>
            <pc:docMk/>
            <pc:sldMk cId="0" sldId="288"/>
            <ac:grpSpMk id="6" creationId="{00000000-0000-0000-0000-000000000000}"/>
          </ac:grpSpMkLst>
        </pc:grpChg>
      </pc:sldChg>
      <pc:sldChg chg="del">
        <pc:chgData name="Geng, Baocheng" userId="b4253f3e-c40b-4a70-8207-93818653a34c" providerId="ADAL" clId="{3F9D5346-BFE3-4DFC-B0AD-3A2DDA701735}" dt="2023-02-27T20:11:49.667" v="315" actId="47"/>
        <pc:sldMkLst>
          <pc:docMk/>
          <pc:sldMk cId="0" sldId="289"/>
        </pc:sldMkLst>
      </pc:sldChg>
      <pc:sldChg chg="del">
        <pc:chgData name="Geng, Baocheng" userId="b4253f3e-c40b-4a70-8207-93818653a34c" providerId="ADAL" clId="{3F9D5346-BFE3-4DFC-B0AD-3A2DDA701735}" dt="2023-02-27T20:11:51.145" v="316" actId="47"/>
        <pc:sldMkLst>
          <pc:docMk/>
          <pc:sldMk cId="0" sldId="290"/>
        </pc:sldMkLst>
      </pc:sldChg>
      <pc:sldChg chg="addSp delSp modSp mod">
        <pc:chgData name="Geng, Baocheng" userId="b4253f3e-c40b-4a70-8207-93818653a34c" providerId="ADAL" clId="{3F9D5346-BFE3-4DFC-B0AD-3A2DDA701735}" dt="2023-02-27T20:11:40.669" v="313" actId="478"/>
        <pc:sldMkLst>
          <pc:docMk/>
          <pc:sldMk cId="0" sldId="291"/>
        </pc:sldMkLst>
        <pc:grpChg chg="del">
          <ac:chgData name="Geng, Baocheng" userId="b4253f3e-c40b-4a70-8207-93818653a34c" providerId="ADAL" clId="{3F9D5346-BFE3-4DFC-B0AD-3A2DDA701735}" dt="2023-02-27T20:11:40.669" v="313" actId="478"/>
          <ac:grpSpMkLst>
            <pc:docMk/>
            <pc:sldMk cId="0" sldId="291"/>
            <ac:grpSpMk id="21" creationId="{00000000-0000-0000-0000-000000000000}"/>
          </ac:grpSpMkLst>
        </pc:grpChg>
        <pc:picChg chg="add mod">
          <ac:chgData name="Geng, Baocheng" userId="b4253f3e-c40b-4a70-8207-93818653a34c" providerId="ADAL" clId="{3F9D5346-BFE3-4DFC-B0AD-3A2DDA701735}" dt="2023-02-27T20:11:22.675" v="307" actId="1076"/>
          <ac:picMkLst>
            <pc:docMk/>
            <pc:sldMk cId="0" sldId="291"/>
            <ac:picMk id="27" creationId="{513CEAAE-F8B7-17C4-C02E-9D0188532FC3}"/>
          </ac:picMkLst>
        </pc:picChg>
        <pc:picChg chg="add mod">
          <ac:chgData name="Geng, Baocheng" userId="b4253f3e-c40b-4a70-8207-93818653a34c" providerId="ADAL" clId="{3F9D5346-BFE3-4DFC-B0AD-3A2DDA701735}" dt="2023-02-27T20:11:27.006" v="309" actId="1076"/>
          <ac:picMkLst>
            <pc:docMk/>
            <pc:sldMk cId="0" sldId="291"/>
            <ac:picMk id="28" creationId="{A60BAC03-7023-C600-1C78-BB9D3E5E8C3D}"/>
          </ac:picMkLst>
        </pc:picChg>
        <pc:picChg chg="add del mod">
          <ac:chgData name="Geng, Baocheng" userId="b4253f3e-c40b-4a70-8207-93818653a34c" providerId="ADAL" clId="{3F9D5346-BFE3-4DFC-B0AD-3A2DDA701735}" dt="2023-02-27T20:11:32.056" v="312" actId="478"/>
          <ac:picMkLst>
            <pc:docMk/>
            <pc:sldMk cId="0" sldId="291"/>
            <ac:picMk id="29" creationId="{D04F9CE6-9695-7B7F-D881-F553F233B527}"/>
          </ac:picMkLst>
        </pc:picChg>
      </pc:sldChg>
      <pc:sldChg chg="delSp mod">
        <pc:chgData name="Geng, Baocheng" userId="b4253f3e-c40b-4a70-8207-93818653a34c" providerId="ADAL" clId="{3F9D5346-BFE3-4DFC-B0AD-3A2DDA701735}" dt="2023-02-27T20:56:50.476" v="343" actId="478"/>
        <pc:sldMkLst>
          <pc:docMk/>
          <pc:sldMk cId="0" sldId="292"/>
        </pc:sldMkLst>
        <pc:grpChg chg="del">
          <ac:chgData name="Geng, Baocheng" userId="b4253f3e-c40b-4a70-8207-93818653a34c" providerId="ADAL" clId="{3F9D5346-BFE3-4DFC-B0AD-3A2DDA701735}" dt="2023-02-27T20:56:50.476" v="343" actId="478"/>
          <ac:grpSpMkLst>
            <pc:docMk/>
            <pc:sldMk cId="0" sldId="292"/>
            <ac:grpSpMk id="8" creationId="{00000000-0000-0000-0000-000000000000}"/>
          </ac:grpSpMkLst>
        </pc:grpChg>
      </pc:sldChg>
      <pc:sldChg chg="del">
        <pc:chgData name="Geng, Baocheng" userId="b4253f3e-c40b-4a70-8207-93818653a34c" providerId="ADAL" clId="{3F9D5346-BFE3-4DFC-B0AD-3A2DDA701735}" dt="2023-02-27T20:56:46.754" v="342" actId="47"/>
        <pc:sldMkLst>
          <pc:docMk/>
          <pc:sldMk cId="0" sldId="293"/>
        </pc:sldMkLst>
      </pc:sldChg>
      <pc:sldChg chg="del">
        <pc:chgData name="Geng, Baocheng" userId="b4253f3e-c40b-4a70-8207-93818653a34c" providerId="ADAL" clId="{3F9D5346-BFE3-4DFC-B0AD-3A2DDA701735}" dt="2023-02-27T20:56:39.756" v="341" actId="47"/>
        <pc:sldMkLst>
          <pc:docMk/>
          <pc:sldMk cId="0" sldId="294"/>
        </pc:sldMkLst>
      </pc:sldChg>
      <pc:sldChg chg="addSp delSp modSp mod">
        <pc:chgData name="Geng, Baocheng" userId="b4253f3e-c40b-4a70-8207-93818653a34c" providerId="ADAL" clId="{3F9D5346-BFE3-4DFC-B0AD-3A2DDA701735}" dt="2023-02-27T20:56:22.786" v="340" actId="1076"/>
        <pc:sldMkLst>
          <pc:docMk/>
          <pc:sldMk cId="0" sldId="295"/>
        </pc:sldMkLst>
        <pc:spChg chg="del">
          <ac:chgData name="Geng, Baocheng" userId="b4253f3e-c40b-4a70-8207-93818653a34c" providerId="ADAL" clId="{3F9D5346-BFE3-4DFC-B0AD-3A2DDA701735}" dt="2023-02-27T20:56:10.943" v="336" actId="478"/>
          <ac:spMkLst>
            <pc:docMk/>
            <pc:sldMk cId="0" sldId="295"/>
            <ac:spMk id="7" creationId="{00000000-0000-0000-0000-000000000000}"/>
          </ac:spMkLst>
        </pc:spChg>
        <pc:spChg chg="add del mod">
          <ac:chgData name="Geng, Baocheng" userId="b4253f3e-c40b-4a70-8207-93818653a34c" providerId="ADAL" clId="{3F9D5346-BFE3-4DFC-B0AD-3A2DDA701735}" dt="2023-02-27T20:55:56.727" v="334" actId="478"/>
          <ac:spMkLst>
            <pc:docMk/>
            <pc:sldMk cId="0" sldId="295"/>
            <ac:spMk id="20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0:55:53.914" v="333" actId="478"/>
          <ac:spMkLst>
            <pc:docMk/>
            <pc:sldMk cId="0" sldId="295"/>
            <ac:spMk id="21" creationId="{00000000-0000-0000-0000-000000000000}"/>
          </ac:spMkLst>
        </pc:spChg>
        <pc:grpChg chg="add del mod">
          <ac:chgData name="Geng, Baocheng" userId="b4253f3e-c40b-4a70-8207-93818653a34c" providerId="ADAL" clId="{3F9D5346-BFE3-4DFC-B0AD-3A2DDA701735}" dt="2023-02-27T20:56:01.573" v="335" actId="1076"/>
          <ac:grpSpMkLst>
            <pc:docMk/>
            <pc:sldMk cId="0" sldId="295"/>
            <ac:grpSpMk id="17" creationId="{00000000-0000-0000-0000-000000000000}"/>
          </ac:grpSpMkLst>
        </pc:grpChg>
        <pc:picChg chg="add mod">
          <ac:chgData name="Geng, Baocheng" userId="b4253f3e-c40b-4a70-8207-93818653a34c" providerId="ADAL" clId="{3F9D5346-BFE3-4DFC-B0AD-3A2DDA701735}" dt="2023-02-27T20:56:22.786" v="340" actId="1076"/>
          <ac:picMkLst>
            <pc:docMk/>
            <pc:sldMk cId="0" sldId="295"/>
            <ac:picMk id="25" creationId="{6055A08C-5A77-BFF0-9F10-124414058EDA}"/>
          </ac:picMkLst>
        </pc:picChg>
      </pc:sldChg>
      <pc:sldChg chg="delSp mod">
        <pc:chgData name="Geng, Baocheng" userId="b4253f3e-c40b-4a70-8207-93818653a34c" providerId="ADAL" clId="{3F9D5346-BFE3-4DFC-B0AD-3A2DDA701735}" dt="2023-02-27T20:56:55.068" v="344" actId="478"/>
        <pc:sldMkLst>
          <pc:docMk/>
          <pc:sldMk cId="0" sldId="296"/>
        </pc:sldMkLst>
        <pc:grpChg chg="del">
          <ac:chgData name="Geng, Baocheng" userId="b4253f3e-c40b-4a70-8207-93818653a34c" providerId="ADAL" clId="{3F9D5346-BFE3-4DFC-B0AD-3A2DDA701735}" dt="2023-02-27T20:56:55.068" v="344" actId="478"/>
          <ac:grpSpMkLst>
            <pc:docMk/>
            <pc:sldMk cId="0" sldId="296"/>
            <ac:grpSpMk id="10" creationId="{00000000-0000-0000-0000-000000000000}"/>
          </ac:grpSpMkLst>
        </pc:grpChg>
      </pc:sldChg>
      <pc:sldChg chg="delSp modSp mod">
        <pc:chgData name="Geng, Baocheng" userId="b4253f3e-c40b-4a70-8207-93818653a34c" providerId="ADAL" clId="{3F9D5346-BFE3-4DFC-B0AD-3A2DDA701735}" dt="2023-02-27T20:57:22.844" v="349" actId="478"/>
        <pc:sldMkLst>
          <pc:docMk/>
          <pc:sldMk cId="0" sldId="297"/>
        </pc:sldMkLst>
        <pc:spChg chg="del">
          <ac:chgData name="Geng, Baocheng" userId="b4253f3e-c40b-4a70-8207-93818653a34c" providerId="ADAL" clId="{3F9D5346-BFE3-4DFC-B0AD-3A2DDA701735}" dt="2023-02-27T20:57:21.456" v="348" actId="478"/>
          <ac:spMkLst>
            <pc:docMk/>
            <pc:sldMk cId="0" sldId="297"/>
            <ac:spMk id="9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20:57:20.242" v="347" actId="20577"/>
          <ac:spMkLst>
            <pc:docMk/>
            <pc:sldMk cId="0" sldId="297"/>
            <ac:spMk id="15" creationId="{00000000-0000-0000-0000-000000000000}"/>
          </ac:spMkLst>
        </pc:spChg>
        <pc:grpChg chg="del mod">
          <ac:chgData name="Geng, Baocheng" userId="b4253f3e-c40b-4a70-8207-93818653a34c" providerId="ADAL" clId="{3F9D5346-BFE3-4DFC-B0AD-3A2DDA701735}" dt="2023-02-27T20:57:11.047" v="346" actId="478"/>
          <ac:grpSpMkLst>
            <pc:docMk/>
            <pc:sldMk cId="0" sldId="297"/>
            <ac:grpSpMk id="11" creationId="{00000000-0000-0000-0000-000000000000}"/>
          </ac:grpSpMkLst>
        </pc:grpChg>
        <pc:grpChg chg="del">
          <ac:chgData name="Geng, Baocheng" userId="b4253f3e-c40b-4a70-8207-93818653a34c" providerId="ADAL" clId="{3F9D5346-BFE3-4DFC-B0AD-3A2DDA701735}" dt="2023-02-27T20:57:22.844" v="349" actId="478"/>
          <ac:grpSpMkLst>
            <pc:docMk/>
            <pc:sldMk cId="0" sldId="297"/>
            <ac:grpSpMk id="16" creationId="{00000000-0000-0000-0000-000000000000}"/>
          </ac:grpSpMkLst>
        </pc:grpChg>
      </pc:sldChg>
      <pc:sldChg chg="delSp mod">
        <pc:chgData name="Geng, Baocheng" userId="b4253f3e-c40b-4a70-8207-93818653a34c" providerId="ADAL" clId="{3F9D5346-BFE3-4DFC-B0AD-3A2DDA701735}" dt="2023-02-27T20:57:31.142" v="350" actId="478"/>
        <pc:sldMkLst>
          <pc:docMk/>
          <pc:sldMk cId="0" sldId="298"/>
        </pc:sldMkLst>
        <pc:grpChg chg="del">
          <ac:chgData name="Geng, Baocheng" userId="b4253f3e-c40b-4a70-8207-93818653a34c" providerId="ADAL" clId="{3F9D5346-BFE3-4DFC-B0AD-3A2DDA701735}" dt="2023-02-27T20:57:31.142" v="350" actId="478"/>
          <ac:grpSpMkLst>
            <pc:docMk/>
            <pc:sldMk cId="0" sldId="298"/>
            <ac:grpSpMk id="4" creationId="{00000000-0000-0000-0000-000000000000}"/>
          </ac:grpSpMkLst>
        </pc:grpChg>
      </pc:sldChg>
      <pc:sldChg chg="delSp mod">
        <pc:chgData name="Geng, Baocheng" userId="b4253f3e-c40b-4a70-8207-93818653a34c" providerId="ADAL" clId="{3F9D5346-BFE3-4DFC-B0AD-3A2DDA701735}" dt="2023-02-27T20:57:34.337" v="351" actId="478"/>
        <pc:sldMkLst>
          <pc:docMk/>
          <pc:sldMk cId="0" sldId="299"/>
        </pc:sldMkLst>
        <pc:grpChg chg="del">
          <ac:chgData name="Geng, Baocheng" userId="b4253f3e-c40b-4a70-8207-93818653a34c" providerId="ADAL" clId="{3F9D5346-BFE3-4DFC-B0AD-3A2DDA701735}" dt="2023-02-27T20:57:34.337" v="351" actId="478"/>
          <ac:grpSpMkLst>
            <pc:docMk/>
            <pc:sldMk cId="0" sldId="299"/>
            <ac:grpSpMk id="11" creationId="{00000000-0000-0000-0000-000000000000}"/>
          </ac:grpSpMkLst>
        </pc:grpChg>
      </pc:sldChg>
      <pc:sldChg chg="delSp mod">
        <pc:chgData name="Geng, Baocheng" userId="b4253f3e-c40b-4a70-8207-93818653a34c" providerId="ADAL" clId="{3F9D5346-BFE3-4DFC-B0AD-3A2DDA701735}" dt="2023-02-27T20:57:39.915" v="352" actId="478"/>
        <pc:sldMkLst>
          <pc:docMk/>
          <pc:sldMk cId="0" sldId="300"/>
        </pc:sldMkLst>
        <pc:grpChg chg="del">
          <ac:chgData name="Geng, Baocheng" userId="b4253f3e-c40b-4a70-8207-93818653a34c" providerId="ADAL" clId="{3F9D5346-BFE3-4DFC-B0AD-3A2DDA701735}" dt="2023-02-27T20:57:39.915" v="352" actId="478"/>
          <ac:grpSpMkLst>
            <pc:docMk/>
            <pc:sldMk cId="0" sldId="300"/>
            <ac:grpSpMk id="12" creationId="{00000000-0000-0000-0000-000000000000}"/>
          </ac:grpSpMkLst>
        </pc:grpChg>
      </pc:sldChg>
      <pc:sldChg chg="delSp mod">
        <pc:chgData name="Geng, Baocheng" userId="b4253f3e-c40b-4a70-8207-93818653a34c" providerId="ADAL" clId="{3F9D5346-BFE3-4DFC-B0AD-3A2DDA701735}" dt="2023-02-27T20:57:44.664" v="353" actId="478"/>
        <pc:sldMkLst>
          <pc:docMk/>
          <pc:sldMk cId="0" sldId="301"/>
        </pc:sldMkLst>
        <pc:grpChg chg="del">
          <ac:chgData name="Geng, Baocheng" userId="b4253f3e-c40b-4a70-8207-93818653a34c" providerId="ADAL" clId="{3F9D5346-BFE3-4DFC-B0AD-3A2DDA701735}" dt="2023-02-27T20:57:44.664" v="353" actId="478"/>
          <ac:grpSpMkLst>
            <pc:docMk/>
            <pc:sldMk cId="0" sldId="301"/>
            <ac:grpSpMk id="22" creationId="{00000000-0000-0000-0000-000000000000}"/>
          </ac:grpSpMkLst>
        </pc:grpChg>
      </pc:sldChg>
      <pc:sldChg chg="addSp delSp modSp mod">
        <pc:chgData name="Geng, Baocheng" userId="b4253f3e-c40b-4a70-8207-93818653a34c" providerId="ADAL" clId="{3F9D5346-BFE3-4DFC-B0AD-3A2DDA701735}" dt="2023-02-27T21:04:04.155" v="442" actId="13822"/>
        <pc:sldMkLst>
          <pc:docMk/>
          <pc:sldMk cId="0" sldId="302"/>
        </pc:sldMkLst>
        <pc:spChg chg="add del">
          <ac:chgData name="Geng, Baocheng" userId="b4253f3e-c40b-4a70-8207-93818653a34c" providerId="ADAL" clId="{3F9D5346-BFE3-4DFC-B0AD-3A2DDA701735}" dt="2023-02-27T20:58:37.088" v="366" actId="478"/>
          <ac:spMkLst>
            <pc:docMk/>
            <pc:sldMk cId="0" sldId="302"/>
            <ac:spMk id="11" creationId="{00000000-0000-0000-0000-000000000000}"/>
          </ac:spMkLst>
        </pc:spChg>
        <pc:spChg chg="add del mod">
          <ac:chgData name="Geng, Baocheng" userId="b4253f3e-c40b-4a70-8207-93818653a34c" providerId="ADAL" clId="{3F9D5346-BFE3-4DFC-B0AD-3A2DDA701735}" dt="2023-02-27T20:59:05.134" v="370" actId="1076"/>
          <ac:spMkLst>
            <pc:docMk/>
            <pc:sldMk cId="0" sldId="302"/>
            <ac:spMk id="12" creationId="{00000000-0000-0000-0000-000000000000}"/>
          </ac:spMkLst>
        </pc:spChg>
        <pc:spChg chg="add del">
          <ac:chgData name="Geng, Baocheng" userId="b4253f3e-c40b-4a70-8207-93818653a34c" providerId="ADAL" clId="{3F9D5346-BFE3-4DFC-B0AD-3A2DDA701735}" dt="2023-02-27T20:58:15.748" v="359" actId="478"/>
          <ac:spMkLst>
            <pc:docMk/>
            <pc:sldMk cId="0" sldId="302"/>
            <ac:spMk id="14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20:58:59.964" v="369" actId="1076"/>
          <ac:spMkLst>
            <pc:docMk/>
            <pc:sldMk cId="0" sldId="302"/>
            <ac:spMk id="15" creationId="{00000000-0000-0000-0000-000000000000}"/>
          </ac:spMkLst>
        </pc:spChg>
        <pc:spChg chg="add mod">
          <ac:chgData name="Geng, Baocheng" userId="b4253f3e-c40b-4a70-8207-93818653a34c" providerId="ADAL" clId="{3F9D5346-BFE3-4DFC-B0AD-3A2DDA701735}" dt="2023-02-27T21:04:04.155" v="442" actId="13822"/>
          <ac:spMkLst>
            <pc:docMk/>
            <pc:sldMk cId="0" sldId="302"/>
            <ac:spMk id="23" creationId="{7CD7B065-B5FE-93A0-DF88-88F6EF2FF30B}"/>
          </ac:spMkLst>
        </pc:spChg>
        <pc:grpChg chg="del">
          <ac:chgData name="Geng, Baocheng" userId="b4253f3e-c40b-4a70-8207-93818653a34c" providerId="ADAL" clId="{3F9D5346-BFE3-4DFC-B0AD-3A2DDA701735}" dt="2023-02-27T20:59:15.010" v="372" actId="478"/>
          <ac:grpSpMkLst>
            <pc:docMk/>
            <pc:sldMk cId="0" sldId="302"/>
            <ac:grpSpMk id="17" creationId="{00000000-0000-0000-0000-000000000000}"/>
          </ac:grpSpMkLst>
        </pc:grpChg>
      </pc:sldChg>
      <pc:sldChg chg="addSp delSp modSp del mod">
        <pc:chgData name="Geng, Baocheng" userId="b4253f3e-c40b-4a70-8207-93818653a34c" providerId="ADAL" clId="{3F9D5346-BFE3-4DFC-B0AD-3A2DDA701735}" dt="2023-02-27T21:04:08.593" v="443" actId="47"/>
        <pc:sldMkLst>
          <pc:docMk/>
          <pc:sldMk cId="0" sldId="303"/>
        </pc:sldMkLst>
        <pc:spChg chg="del">
          <ac:chgData name="Geng, Baocheng" userId="b4253f3e-c40b-4a70-8207-93818653a34c" providerId="ADAL" clId="{3F9D5346-BFE3-4DFC-B0AD-3A2DDA701735}" dt="2023-02-27T20:59:53.330" v="392" actId="478"/>
          <ac:spMkLst>
            <pc:docMk/>
            <pc:sldMk cId="0" sldId="303"/>
            <ac:spMk id="3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20:59:51.162" v="391" actId="1076"/>
          <ac:spMkLst>
            <pc:docMk/>
            <pc:sldMk cId="0" sldId="303"/>
            <ac:spMk id="4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21:00:38.170" v="400" actId="1076"/>
          <ac:spMkLst>
            <pc:docMk/>
            <pc:sldMk cId="0" sldId="303"/>
            <ac:spMk id="11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21:00:30.804" v="399" actId="20577"/>
          <ac:spMkLst>
            <pc:docMk/>
            <pc:sldMk cId="0" sldId="303"/>
            <ac:spMk id="13" creationId="{00000000-0000-0000-0000-000000000000}"/>
          </ac:spMkLst>
        </pc:spChg>
        <pc:spChg chg="add">
          <ac:chgData name="Geng, Baocheng" userId="b4253f3e-c40b-4a70-8207-93818653a34c" providerId="ADAL" clId="{3F9D5346-BFE3-4DFC-B0AD-3A2DDA701735}" dt="2023-02-27T21:00:01.899" v="393" actId="11529"/>
          <ac:spMkLst>
            <pc:docMk/>
            <pc:sldMk cId="0" sldId="303"/>
            <ac:spMk id="20" creationId="{F231C0E4-FA25-5E3E-5DF9-C6B527333D94}"/>
          </ac:spMkLst>
        </pc:spChg>
        <pc:grpChg chg="del">
          <ac:chgData name="Geng, Baocheng" userId="b4253f3e-c40b-4a70-8207-93818653a34c" providerId="ADAL" clId="{3F9D5346-BFE3-4DFC-B0AD-3A2DDA701735}" dt="2023-02-27T21:00:23.007" v="394" actId="478"/>
          <ac:grpSpMkLst>
            <pc:docMk/>
            <pc:sldMk cId="0" sldId="303"/>
            <ac:grpSpMk id="14" creationId="{00000000-0000-0000-0000-000000000000}"/>
          </ac:grpSpMkLst>
        </pc:grpChg>
        <pc:picChg chg="add mod">
          <ac:chgData name="Geng, Baocheng" userId="b4253f3e-c40b-4a70-8207-93818653a34c" providerId="ADAL" clId="{3F9D5346-BFE3-4DFC-B0AD-3A2DDA701735}" dt="2023-02-27T21:00:58.270" v="405" actId="1076"/>
          <ac:picMkLst>
            <pc:docMk/>
            <pc:sldMk cId="0" sldId="303"/>
            <ac:picMk id="21" creationId="{0A120CB1-348B-4358-F840-4DE8B6A33BA4}"/>
          </ac:picMkLst>
        </pc:picChg>
      </pc:sldChg>
      <pc:sldChg chg="del">
        <pc:chgData name="Geng, Baocheng" userId="b4253f3e-c40b-4a70-8207-93818653a34c" providerId="ADAL" clId="{3F9D5346-BFE3-4DFC-B0AD-3A2DDA701735}" dt="2023-02-27T21:04:16.894" v="444" actId="47"/>
        <pc:sldMkLst>
          <pc:docMk/>
          <pc:sldMk cId="0" sldId="304"/>
        </pc:sldMkLst>
      </pc:sldChg>
      <pc:sldChg chg="del">
        <pc:chgData name="Geng, Baocheng" userId="b4253f3e-c40b-4a70-8207-93818653a34c" providerId="ADAL" clId="{3F9D5346-BFE3-4DFC-B0AD-3A2DDA701735}" dt="2023-02-27T21:03:35.189" v="437" actId="47"/>
        <pc:sldMkLst>
          <pc:docMk/>
          <pc:sldMk cId="0" sldId="305"/>
        </pc:sldMkLst>
      </pc:sldChg>
      <pc:sldChg chg="del">
        <pc:chgData name="Geng, Baocheng" userId="b4253f3e-c40b-4a70-8207-93818653a34c" providerId="ADAL" clId="{3F9D5346-BFE3-4DFC-B0AD-3A2DDA701735}" dt="2023-02-27T21:03:30.050" v="436" actId="47"/>
        <pc:sldMkLst>
          <pc:docMk/>
          <pc:sldMk cId="0" sldId="306"/>
        </pc:sldMkLst>
      </pc:sldChg>
      <pc:sldChg chg="addSp delSp modSp mod">
        <pc:chgData name="Geng, Baocheng" userId="b4253f3e-c40b-4a70-8207-93818653a34c" providerId="ADAL" clId="{3F9D5346-BFE3-4DFC-B0AD-3A2DDA701735}" dt="2023-02-27T21:03:27.275" v="435" actId="478"/>
        <pc:sldMkLst>
          <pc:docMk/>
          <pc:sldMk cId="0" sldId="307"/>
        </pc:sldMkLst>
        <pc:spChg chg="del">
          <ac:chgData name="Geng, Baocheng" userId="b4253f3e-c40b-4a70-8207-93818653a34c" providerId="ADAL" clId="{3F9D5346-BFE3-4DFC-B0AD-3A2DDA701735}" dt="2023-02-27T21:01:22.464" v="406" actId="478"/>
          <ac:spMkLst>
            <pc:docMk/>
            <pc:sldMk cId="0" sldId="307"/>
            <ac:spMk id="4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21:01:47.381" v="413" actId="1076"/>
          <ac:spMkLst>
            <pc:docMk/>
            <pc:sldMk cId="0" sldId="307"/>
            <ac:spMk id="5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21:01:57.522" v="417" actId="20577"/>
          <ac:spMkLst>
            <pc:docMk/>
            <pc:sldMk cId="0" sldId="307"/>
            <ac:spMk id="6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21:01:51.847" v="414" actId="20577"/>
          <ac:spMkLst>
            <pc:docMk/>
            <pc:sldMk cId="0" sldId="307"/>
            <ac:spMk id="9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21:02:29.907" v="423" actId="1076"/>
          <ac:spMkLst>
            <pc:docMk/>
            <pc:sldMk cId="0" sldId="307"/>
            <ac:spMk id="12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21:02:48.412" v="427" actId="1076"/>
          <ac:spMkLst>
            <pc:docMk/>
            <pc:sldMk cId="0" sldId="307"/>
            <ac:spMk id="14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21:03:14.040" v="431" actId="1076"/>
          <ac:spMkLst>
            <pc:docMk/>
            <pc:sldMk cId="0" sldId="307"/>
            <ac:spMk id="21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21:03:19.133" v="432" actId="1076"/>
          <ac:spMkLst>
            <pc:docMk/>
            <pc:sldMk cId="0" sldId="307"/>
            <ac:spMk id="23" creationId="{00000000-0000-0000-0000-000000000000}"/>
          </ac:spMkLst>
        </pc:spChg>
        <pc:spChg chg="add mod">
          <ac:chgData name="Geng, Baocheng" userId="b4253f3e-c40b-4a70-8207-93818653a34c" providerId="ADAL" clId="{3F9D5346-BFE3-4DFC-B0AD-3A2DDA701735}" dt="2023-02-27T21:02:11.258" v="419" actId="13822"/>
          <ac:spMkLst>
            <pc:docMk/>
            <pc:sldMk cId="0" sldId="307"/>
            <ac:spMk id="35" creationId="{02A4544C-1B46-76EE-B432-CACC0FFA2C6D}"/>
          </ac:spMkLst>
        </pc:spChg>
        <pc:grpChg chg="del">
          <ac:chgData name="Geng, Baocheng" userId="b4253f3e-c40b-4a70-8207-93818653a34c" providerId="ADAL" clId="{3F9D5346-BFE3-4DFC-B0AD-3A2DDA701735}" dt="2023-02-27T21:03:27.275" v="435" actId="478"/>
          <ac:grpSpMkLst>
            <pc:docMk/>
            <pc:sldMk cId="0" sldId="307"/>
            <ac:grpSpMk id="29" creationId="{00000000-0000-0000-0000-000000000000}"/>
          </ac:grpSpMkLst>
        </pc:grpChg>
        <pc:picChg chg="add mod">
          <ac:chgData name="Geng, Baocheng" userId="b4253f3e-c40b-4a70-8207-93818653a34c" providerId="ADAL" clId="{3F9D5346-BFE3-4DFC-B0AD-3A2DDA701735}" dt="2023-02-27T21:02:35.892" v="424" actId="1076"/>
          <ac:picMkLst>
            <pc:docMk/>
            <pc:sldMk cId="0" sldId="307"/>
            <ac:picMk id="36" creationId="{25F38297-B429-E5E4-25D1-474068493314}"/>
          </ac:picMkLst>
        </pc:picChg>
        <pc:picChg chg="add mod">
          <ac:chgData name="Geng, Baocheng" userId="b4253f3e-c40b-4a70-8207-93818653a34c" providerId="ADAL" clId="{3F9D5346-BFE3-4DFC-B0AD-3A2DDA701735}" dt="2023-02-27T21:02:55.453" v="428" actId="1076"/>
          <ac:picMkLst>
            <pc:docMk/>
            <pc:sldMk cId="0" sldId="307"/>
            <ac:picMk id="37" creationId="{8F6088A1-3E66-BD8B-EA55-DAA931F0F89E}"/>
          </ac:picMkLst>
        </pc:picChg>
        <pc:picChg chg="add mod">
          <ac:chgData name="Geng, Baocheng" userId="b4253f3e-c40b-4a70-8207-93818653a34c" providerId="ADAL" clId="{3F9D5346-BFE3-4DFC-B0AD-3A2DDA701735}" dt="2023-02-27T21:03:04.654" v="430" actId="1076"/>
          <ac:picMkLst>
            <pc:docMk/>
            <pc:sldMk cId="0" sldId="307"/>
            <ac:picMk id="38" creationId="{CECAC624-77AF-AFA9-A21E-4BD7406B6D31}"/>
          </ac:picMkLst>
        </pc:picChg>
        <pc:picChg chg="add mod">
          <ac:chgData name="Geng, Baocheng" userId="b4253f3e-c40b-4a70-8207-93818653a34c" providerId="ADAL" clId="{3F9D5346-BFE3-4DFC-B0AD-3A2DDA701735}" dt="2023-02-27T21:03:23.260" v="434" actId="1076"/>
          <ac:picMkLst>
            <pc:docMk/>
            <pc:sldMk cId="0" sldId="307"/>
            <ac:picMk id="39" creationId="{0F3F430F-9938-E2ED-8C8D-67D3B5A140A4}"/>
          </ac:picMkLst>
        </pc:picChg>
      </pc:sldChg>
      <pc:sldChg chg="addSp delSp modSp mod">
        <pc:chgData name="Geng, Baocheng" userId="b4253f3e-c40b-4a70-8207-93818653a34c" providerId="ADAL" clId="{3F9D5346-BFE3-4DFC-B0AD-3A2DDA701735}" dt="2023-02-27T21:04:52.152" v="452" actId="20577"/>
        <pc:sldMkLst>
          <pc:docMk/>
          <pc:sldMk cId="0" sldId="308"/>
        </pc:sldMkLst>
        <pc:spChg chg="del">
          <ac:chgData name="Geng, Baocheng" userId="b4253f3e-c40b-4a70-8207-93818653a34c" providerId="ADAL" clId="{3F9D5346-BFE3-4DFC-B0AD-3A2DDA701735}" dt="2023-02-27T21:04:27.502" v="445" actId="478"/>
          <ac:spMkLst>
            <pc:docMk/>
            <pc:sldMk cId="0" sldId="308"/>
            <ac:spMk id="4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04:29.585" v="446" actId="478"/>
          <ac:spMkLst>
            <pc:docMk/>
            <pc:sldMk cId="0" sldId="308"/>
            <ac:spMk id="5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21:04:52.152" v="452" actId="20577"/>
          <ac:spMkLst>
            <pc:docMk/>
            <pc:sldMk cId="0" sldId="308"/>
            <ac:spMk id="9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21:04:49.698" v="451" actId="20577"/>
          <ac:spMkLst>
            <pc:docMk/>
            <pc:sldMk cId="0" sldId="308"/>
            <ac:spMk id="12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04:44.677" v="449" actId="478"/>
          <ac:spMkLst>
            <pc:docMk/>
            <pc:sldMk cId="0" sldId="308"/>
            <ac:spMk id="14" creationId="{00000000-0000-0000-0000-000000000000}"/>
          </ac:spMkLst>
        </pc:spChg>
        <pc:spChg chg="add mod">
          <ac:chgData name="Geng, Baocheng" userId="b4253f3e-c40b-4a70-8207-93818653a34c" providerId="ADAL" clId="{3F9D5346-BFE3-4DFC-B0AD-3A2DDA701735}" dt="2023-02-27T21:04:41.526" v="448" actId="13822"/>
          <ac:spMkLst>
            <pc:docMk/>
            <pc:sldMk cId="0" sldId="308"/>
            <ac:spMk id="21" creationId="{48A33EF3-89CF-9AA0-1809-4BB7896F72A3}"/>
          </ac:spMkLst>
        </pc:spChg>
        <pc:grpChg chg="del">
          <ac:chgData name="Geng, Baocheng" userId="b4253f3e-c40b-4a70-8207-93818653a34c" providerId="ADAL" clId="{3F9D5346-BFE3-4DFC-B0AD-3A2DDA701735}" dt="2023-02-27T21:04:45.970" v="450" actId="478"/>
          <ac:grpSpMkLst>
            <pc:docMk/>
            <pc:sldMk cId="0" sldId="308"/>
            <ac:grpSpMk id="15" creationId="{00000000-0000-0000-0000-000000000000}"/>
          </ac:grpSpMkLst>
        </pc:grpChg>
      </pc:sldChg>
      <pc:sldChg chg="modSp del mod">
        <pc:chgData name="Geng, Baocheng" userId="b4253f3e-c40b-4a70-8207-93818653a34c" providerId="ADAL" clId="{3F9D5346-BFE3-4DFC-B0AD-3A2DDA701735}" dt="2023-02-27T21:05:08.566" v="454" actId="47"/>
        <pc:sldMkLst>
          <pc:docMk/>
          <pc:sldMk cId="0" sldId="309"/>
        </pc:sldMkLst>
        <pc:spChg chg="mod">
          <ac:chgData name="Geng, Baocheng" userId="b4253f3e-c40b-4a70-8207-93818653a34c" providerId="ADAL" clId="{3F9D5346-BFE3-4DFC-B0AD-3A2DDA701735}" dt="2023-02-27T21:05:00.821" v="453" actId="1076"/>
          <ac:spMkLst>
            <pc:docMk/>
            <pc:sldMk cId="0" sldId="309"/>
            <ac:spMk id="19" creationId="{00000000-0000-0000-0000-000000000000}"/>
          </ac:spMkLst>
        </pc:spChg>
      </pc:sldChg>
      <pc:sldChg chg="addSp delSp modSp mod">
        <pc:chgData name="Geng, Baocheng" userId="b4253f3e-c40b-4a70-8207-93818653a34c" providerId="ADAL" clId="{3F9D5346-BFE3-4DFC-B0AD-3A2DDA701735}" dt="2023-02-27T21:35:48.455" v="801" actId="1076"/>
        <pc:sldMkLst>
          <pc:docMk/>
          <pc:sldMk cId="0" sldId="310"/>
        </pc:sldMkLst>
        <pc:spChg chg="del mod">
          <ac:chgData name="Geng, Baocheng" userId="b4253f3e-c40b-4a70-8207-93818653a34c" providerId="ADAL" clId="{3F9D5346-BFE3-4DFC-B0AD-3A2DDA701735}" dt="2023-02-27T21:35:22.376" v="795" actId="478"/>
          <ac:spMkLst>
            <pc:docMk/>
            <pc:sldMk cId="0" sldId="310"/>
            <ac:spMk id="3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21:35:20.299" v="794" actId="20577"/>
          <ac:spMkLst>
            <pc:docMk/>
            <pc:sldMk cId="0" sldId="310"/>
            <ac:spMk id="4" creationId="{00000000-0000-0000-0000-000000000000}"/>
          </ac:spMkLst>
        </pc:spChg>
        <pc:spChg chg="add del mod">
          <ac:chgData name="Geng, Baocheng" userId="b4253f3e-c40b-4a70-8207-93818653a34c" providerId="ADAL" clId="{3F9D5346-BFE3-4DFC-B0AD-3A2DDA701735}" dt="2023-02-27T21:35:48.455" v="801" actId="1076"/>
          <ac:spMkLst>
            <pc:docMk/>
            <pc:sldMk cId="0" sldId="310"/>
            <ac:spMk id="9" creationId="{00000000-0000-0000-0000-000000000000}"/>
          </ac:spMkLst>
        </pc:spChg>
        <pc:grpChg chg="del mod">
          <ac:chgData name="Geng, Baocheng" userId="b4253f3e-c40b-4a70-8207-93818653a34c" providerId="ADAL" clId="{3F9D5346-BFE3-4DFC-B0AD-3A2DDA701735}" dt="2023-02-27T21:05:11.205" v="456" actId="478"/>
          <ac:grpSpMkLst>
            <pc:docMk/>
            <pc:sldMk cId="0" sldId="310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3F9D5346-BFE3-4DFC-B0AD-3A2DDA701735}" dt="2023-02-27T21:05:13.840" v="457" actId="478"/>
          <ac:grpSpMkLst>
            <pc:docMk/>
            <pc:sldMk cId="0" sldId="310"/>
            <ac:grpSpMk id="10" creationId="{00000000-0000-0000-0000-000000000000}"/>
          </ac:grpSpMkLst>
        </pc:grpChg>
      </pc:sldChg>
      <pc:sldChg chg="delSp modSp mod">
        <pc:chgData name="Geng, Baocheng" userId="b4253f3e-c40b-4a70-8207-93818653a34c" providerId="ADAL" clId="{3F9D5346-BFE3-4DFC-B0AD-3A2DDA701735}" dt="2023-02-27T21:36:18.480" v="806" actId="1076"/>
        <pc:sldMkLst>
          <pc:docMk/>
          <pc:sldMk cId="0" sldId="311"/>
        </pc:sldMkLst>
        <pc:spChg chg="del">
          <ac:chgData name="Geng, Baocheng" userId="b4253f3e-c40b-4a70-8207-93818653a34c" providerId="ADAL" clId="{3F9D5346-BFE3-4DFC-B0AD-3A2DDA701735}" dt="2023-02-27T21:36:07.213" v="803" actId="478"/>
          <ac:spMkLst>
            <pc:docMk/>
            <pc:sldMk cId="0" sldId="311"/>
            <ac:spMk id="3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36:06.494" v="802" actId="478"/>
          <ac:spMkLst>
            <pc:docMk/>
            <pc:sldMk cId="0" sldId="311"/>
            <ac:spMk id="4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21:36:10.242" v="804" actId="1076"/>
          <ac:spMkLst>
            <pc:docMk/>
            <pc:sldMk cId="0" sldId="311"/>
            <ac:spMk id="9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21:36:18.480" v="806" actId="1076"/>
          <ac:spMkLst>
            <pc:docMk/>
            <pc:sldMk cId="0" sldId="311"/>
            <ac:spMk id="10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21:36:13.705" v="805" actId="1076"/>
          <ac:spMkLst>
            <pc:docMk/>
            <pc:sldMk cId="0" sldId="311"/>
            <ac:spMk id="11" creationId="{00000000-0000-0000-0000-000000000000}"/>
          </ac:spMkLst>
        </pc:spChg>
        <pc:grpChg chg="del mod">
          <ac:chgData name="Geng, Baocheng" userId="b4253f3e-c40b-4a70-8207-93818653a34c" providerId="ADAL" clId="{3F9D5346-BFE3-4DFC-B0AD-3A2DDA701735}" dt="2023-02-27T21:05:16.358" v="459" actId="478"/>
          <ac:grpSpMkLst>
            <pc:docMk/>
            <pc:sldMk cId="0" sldId="311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3F9D5346-BFE3-4DFC-B0AD-3A2DDA701735}" dt="2023-02-27T21:05:17.757" v="460" actId="478"/>
          <ac:grpSpMkLst>
            <pc:docMk/>
            <pc:sldMk cId="0" sldId="311"/>
            <ac:grpSpMk id="12" creationId="{00000000-0000-0000-0000-000000000000}"/>
          </ac:grpSpMkLst>
        </pc:grpChg>
      </pc:sldChg>
      <pc:sldChg chg="del">
        <pc:chgData name="Geng, Baocheng" userId="b4253f3e-c40b-4a70-8207-93818653a34c" providerId="ADAL" clId="{3F9D5346-BFE3-4DFC-B0AD-3A2DDA701735}" dt="2023-02-27T21:34:35.829" v="784" actId="47"/>
        <pc:sldMkLst>
          <pc:docMk/>
          <pc:sldMk cId="0" sldId="312"/>
        </pc:sldMkLst>
      </pc:sldChg>
      <pc:sldChg chg="delSp modSp mod">
        <pc:chgData name="Geng, Baocheng" userId="b4253f3e-c40b-4a70-8207-93818653a34c" providerId="ADAL" clId="{3F9D5346-BFE3-4DFC-B0AD-3A2DDA701735}" dt="2023-02-27T21:34:43.228" v="788" actId="1076"/>
        <pc:sldMkLst>
          <pc:docMk/>
          <pc:sldMk cId="0" sldId="313"/>
        </pc:sldMkLst>
        <pc:spChg chg="del">
          <ac:chgData name="Geng, Baocheng" userId="b4253f3e-c40b-4a70-8207-93818653a34c" providerId="ADAL" clId="{3F9D5346-BFE3-4DFC-B0AD-3A2DDA701735}" dt="2023-02-27T21:07:05.393" v="461" actId="478"/>
          <ac:spMkLst>
            <pc:docMk/>
            <pc:sldMk cId="0" sldId="313"/>
            <ac:spMk id="4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07:05.393" v="461" actId="478"/>
          <ac:spMkLst>
            <pc:docMk/>
            <pc:sldMk cId="0" sldId="313"/>
            <ac:spMk id="5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07:05.393" v="461" actId="478"/>
          <ac:spMkLst>
            <pc:docMk/>
            <pc:sldMk cId="0" sldId="313"/>
            <ac:spMk id="6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07:05.393" v="461" actId="478"/>
          <ac:spMkLst>
            <pc:docMk/>
            <pc:sldMk cId="0" sldId="313"/>
            <ac:spMk id="7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07:05.393" v="461" actId="478"/>
          <ac:spMkLst>
            <pc:docMk/>
            <pc:sldMk cId="0" sldId="313"/>
            <ac:spMk id="8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07:05.393" v="461" actId="478"/>
          <ac:spMkLst>
            <pc:docMk/>
            <pc:sldMk cId="0" sldId="313"/>
            <ac:spMk id="9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07:05.393" v="461" actId="478"/>
          <ac:spMkLst>
            <pc:docMk/>
            <pc:sldMk cId="0" sldId="313"/>
            <ac:spMk id="10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07:05.393" v="461" actId="478"/>
          <ac:spMkLst>
            <pc:docMk/>
            <pc:sldMk cId="0" sldId="313"/>
            <ac:spMk id="11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07:05.393" v="461" actId="478"/>
          <ac:spMkLst>
            <pc:docMk/>
            <pc:sldMk cId="0" sldId="313"/>
            <ac:spMk id="12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07:05.393" v="461" actId="478"/>
          <ac:spMkLst>
            <pc:docMk/>
            <pc:sldMk cId="0" sldId="313"/>
            <ac:spMk id="13" creationId="{00000000-0000-0000-0000-000000000000}"/>
          </ac:spMkLst>
        </pc:spChg>
        <pc:grpChg chg="del">
          <ac:chgData name="Geng, Baocheng" userId="b4253f3e-c40b-4a70-8207-93818653a34c" providerId="ADAL" clId="{3F9D5346-BFE3-4DFC-B0AD-3A2DDA701735}" dt="2023-02-27T20:54:38.619" v="317" actId="478"/>
          <ac:grpSpMkLst>
            <pc:docMk/>
            <pc:sldMk cId="0" sldId="313"/>
            <ac:grpSpMk id="14" creationId="{00000000-0000-0000-0000-000000000000}"/>
          </ac:grpSpMkLst>
        </pc:grpChg>
        <pc:picChg chg="del mod replST">
          <ac:chgData name="Geng, Baocheng" userId="b4253f3e-c40b-4a70-8207-93818653a34c" providerId="ADAL" clId="{3F9D5346-BFE3-4DFC-B0AD-3A2DDA701735}" dt="2023-02-27T21:09:44.252" v="510" actId="478"/>
          <ac:picMkLst>
            <pc:docMk/>
            <pc:sldMk cId="0" sldId="313"/>
            <ac:picMk id="21" creationId="{685CBB27-670C-9193-8C73-86705421DDDB}"/>
          </ac:picMkLst>
        </pc:picChg>
        <pc:picChg chg="mod ord replST">
          <ac:chgData name="Geng, Baocheng" userId="b4253f3e-c40b-4a70-8207-93818653a34c" providerId="ADAL" clId="{3F9D5346-BFE3-4DFC-B0AD-3A2DDA701735}" dt="2023-02-27T21:34:43.228" v="788" actId="1076"/>
          <ac:picMkLst>
            <pc:docMk/>
            <pc:sldMk cId="0" sldId="313"/>
            <ac:picMk id="23" creationId="{3F6A6319-0F6F-3DDC-F131-55CF31BF7899}"/>
          </ac:picMkLst>
        </pc:picChg>
      </pc:sldChg>
      <pc:sldChg chg="del">
        <pc:chgData name="Geng, Baocheng" userId="b4253f3e-c40b-4a70-8207-93818653a34c" providerId="ADAL" clId="{3F9D5346-BFE3-4DFC-B0AD-3A2DDA701735}" dt="2023-02-27T21:34:28.424" v="783" actId="47"/>
        <pc:sldMkLst>
          <pc:docMk/>
          <pc:sldMk cId="0" sldId="314"/>
        </pc:sldMkLst>
      </pc:sldChg>
      <pc:sldChg chg="addSp delSp modSp mod">
        <pc:chgData name="Geng, Baocheng" userId="b4253f3e-c40b-4a70-8207-93818653a34c" providerId="ADAL" clId="{3F9D5346-BFE3-4DFC-B0AD-3A2DDA701735}" dt="2023-02-27T21:14:00.989" v="648" actId="962"/>
        <pc:sldMkLst>
          <pc:docMk/>
          <pc:sldMk cId="0" sldId="315"/>
        </pc:sldMkLst>
        <pc:spChg chg="del">
          <ac:chgData name="Geng, Baocheng" userId="b4253f3e-c40b-4a70-8207-93818653a34c" providerId="ADAL" clId="{3F9D5346-BFE3-4DFC-B0AD-3A2DDA701735}" dt="2023-02-27T21:11:38.107" v="584" actId="478"/>
          <ac:spMkLst>
            <pc:docMk/>
            <pc:sldMk cId="0" sldId="315"/>
            <ac:spMk id="4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1:38.107" v="584" actId="478"/>
          <ac:spMkLst>
            <pc:docMk/>
            <pc:sldMk cId="0" sldId="315"/>
            <ac:spMk id="5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1:38.107" v="584" actId="478"/>
          <ac:spMkLst>
            <pc:docMk/>
            <pc:sldMk cId="0" sldId="315"/>
            <ac:spMk id="6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1:35.714" v="583" actId="478"/>
          <ac:spMkLst>
            <pc:docMk/>
            <pc:sldMk cId="0" sldId="315"/>
            <ac:spMk id="7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21:10:56.230" v="553"/>
          <ac:spMkLst>
            <pc:docMk/>
            <pc:sldMk cId="0" sldId="315"/>
            <ac:spMk id="8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1:38.107" v="584" actId="478"/>
          <ac:spMkLst>
            <pc:docMk/>
            <pc:sldMk cId="0" sldId="315"/>
            <ac:spMk id="9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1:50.899" v="589" actId="478"/>
          <ac:spMkLst>
            <pc:docMk/>
            <pc:sldMk cId="0" sldId="315"/>
            <ac:spMk id="10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1:48.487" v="588" actId="478"/>
          <ac:spMkLst>
            <pc:docMk/>
            <pc:sldMk cId="0" sldId="315"/>
            <ac:spMk id="11" creationId="{00000000-0000-0000-0000-000000000000}"/>
          </ac:spMkLst>
        </pc:spChg>
        <pc:spChg chg="add mod">
          <ac:chgData name="Geng, Baocheng" userId="b4253f3e-c40b-4a70-8207-93818653a34c" providerId="ADAL" clId="{3F9D5346-BFE3-4DFC-B0AD-3A2DDA701735}" dt="2023-02-27T21:10:56.231" v="554"/>
          <ac:spMkLst>
            <pc:docMk/>
            <pc:sldMk cId="0" sldId="315"/>
            <ac:spMk id="18" creationId="{21EDCAF5-B905-88EA-60C7-3410E23E2A37}"/>
          </ac:spMkLst>
        </pc:spChg>
        <pc:grpChg chg="del">
          <ac:chgData name="Geng, Baocheng" userId="b4253f3e-c40b-4a70-8207-93818653a34c" providerId="ADAL" clId="{3F9D5346-BFE3-4DFC-B0AD-3A2DDA701735}" dt="2023-02-27T21:10:25.175" v="530" actId="478"/>
          <ac:grpSpMkLst>
            <pc:docMk/>
            <pc:sldMk cId="0" sldId="315"/>
            <ac:grpSpMk id="12" creationId="{00000000-0000-0000-0000-000000000000}"/>
          </ac:grpSpMkLst>
        </pc:grpChg>
        <pc:picChg chg="del mod replST">
          <ac:chgData name="Geng, Baocheng" userId="b4253f3e-c40b-4a70-8207-93818653a34c" providerId="ADAL" clId="{3F9D5346-BFE3-4DFC-B0AD-3A2DDA701735}" dt="2023-02-27T21:11:32.616" v="580" actId="478"/>
          <ac:picMkLst>
            <pc:docMk/>
            <pc:sldMk cId="0" sldId="315"/>
            <ac:picMk id="20" creationId="{559F0770-9B04-5D22-CF47-F93E9E4ED8B5}"/>
          </ac:picMkLst>
        </pc:picChg>
        <pc:picChg chg="del mod ord replST">
          <ac:chgData name="Geng, Baocheng" userId="b4253f3e-c40b-4a70-8207-93818653a34c" providerId="ADAL" clId="{3F9D5346-BFE3-4DFC-B0AD-3A2DDA701735}" dt="2023-02-27T21:14:00.988" v="646" actId="478"/>
          <ac:picMkLst>
            <pc:docMk/>
            <pc:sldMk cId="0" sldId="315"/>
            <ac:picMk id="22" creationId="{32700B4D-B866-11AB-D45F-02834E43D7A5}"/>
          </ac:picMkLst>
        </pc:picChg>
        <pc:picChg chg="mod replST">
          <ac:chgData name="Geng, Baocheng" userId="b4253f3e-c40b-4a70-8207-93818653a34c" providerId="ADAL" clId="{3F9D5346-BFE3-4DFC-B0AD-3A2DDA701735}" dt="2023-02-27T21:13:47.528" v="618" actId="1076"/>
          <ac:picMkLst>
            <pc:docMk/>
            <pc:sldMk cId="0" sldId="315"/>
            <ac:picMk id="24" creationId="{5A8037F0-E561-F43D-62B8-7C9F6DC585CF}"/>
          </ac:picMkLst>
        </pc:picChg>
        <pc:picChg chg="mod ord replST">
          <ac:chgData name="Geng, Baocheng" userId="b4253f3e-c40b-4a70-8207-93818653a34c" providerId="ADAL" clId="{3F9D5346-BFE3-4DFC-B0AD-3A2DDA701735}" dt="2023-02-27T21:14:00.989" v="648" actId="962"/>
          <ac:picMkLst>
            <pc:docMk/>
            <pc:sldMk cId="0" sldId="315"/>
            <ac:picMk id="26" creationId="{990EC5E4-D2D9-7091-8BFE-FAE774CC356E}"/>
          </ac:picMkLst>
        </pc:picChg>
      </pc:sldChg>
      <pc:sldChg chg="del">
        <pc:chgData name="Geng, Baocheng" userId="b4253f3e-c40b-4a70-8207-93818653a34c" providerId="ADAL" clId="{3F9D5346-BFE3-4DFC-B0AD-3A2DDA701735}" dt="2023-02-27T21:34:16.703" v="782" actId="47"/>
        <pc:sldMkLst>
          <pc:docMk/>
          <pc:sldMk cId="0" sldId="316"/>
        </pc:sldMkLst>
      </pc:sldChg>
      <pc:sldChg chg="del">
        <pc:chgData name="Geng, Baocheng" userId="b4253f3e-c40b-4a70-8207-93818653a34c" providerId="ADAL" clId="{3F9D5346-BFE3-4DFC-B0AD-3A2DDA701735}" dt="2023-02-27T21:34:15.061" v="781" actId="47"/>
        <pc:sldMkLst>
          <pc:docMk/>
          <pc:sldMk cId="0" sldId="317"/>
        </pc:sldMkLst>
      </pc:sldChg>
      <pc:sldChg chg="delSp del mod">
        <pc:chgData name="Geng, Baocheng" userId="b4253f3e-c40b-4a70-8207-93818653a34c" providerId="ADAL" clId="{3F9D5346-BFE3-4DFC-B0AD-3A2DDA701735}" dt="2023-02-27T21:34:14.054" v="780" actId="47"/>
        <pc:sldMkLst>
          <pc:docMk/>
          <pc:sldMk cId="0" sldId="318"/>
        </pc:sldMkLst>
        <pc:grpChg chg="del">
          <ac:chgData name="Geng, Baocheng" userId="b4253f3e-c40b-4a70-8207-93818653a34c" providerId="ADAL" clId="{3F9D5346-BFE3-4DFC-B0AD-3A2DDA701735}" dt="2023-02-27T21:34:04.233" v="778" actId="478"/>
          <ac:grpSpMkLst>
            <pc:docMk/>
            <pc:sldMk cId="0" sldId="318"/>
            <ac:grpSpMk id="21" creationId="{00000000-0000-0000-0000-000000000000}"/>
          </ac:grpSpMkLst>
        </pc:grpChg>
      </pc:sldChg>
      <pc:sldChg chg="delSp del mod">
        <pc:chgData name="Geng, Baocheng" userId="b4253f3e-c40b-4a70-8207-93818653a34c" providerId="ADAL" clId="{3F9D5346-BFE3-4DFC-B0AD-3A2DDA701735}" dt="2023-02-27T21:34:12.843" v="779" actId="47"/>
        <pc:sldMkLst>
          <pc:docMk/>
          <pc:sldMk cId="0" sldId="319"/>
        </pc:sldMkLst>
        <pc:grpChg chg="del">
          <ac:chgData name="Geng, Baocheng" userId="b4253f3e-c40b-4a70-8207-93818653a34c" providerId="ADAL" clId="{3F9D5346-BFE3-4DFC-B0AD-3A2DDA701735}" dt="2023-02-27T21:34:00.800" v="777" actId="478"/>
          <ac:grpSpMkLst>
            <pc:docMk/>
            <pc:sldMk cId="0" sldId="319"/>
            <ac:grpSpMk id="23" creationId="{00000000-0000-0000-0000-000000000000}"/>
          </ac:grpSpMkLst>
        </pc:grpChg>
      </pc:sldChg>
      <pc:sldChg chg="addSp delSp modSp mod">
        <pc:chgData name="Geng, Baocheng" userId="b4253f3e-c40b-4a70-8207-93818653a34c" providerId="ADAL" clId="{3F9D5346-BFE3-4DFC-B0AD-3A2DDA701735}" dt="2023-02-27T21:15:40.906" v="656" actId="1076"/>
        <pc:sldMkLst>
          <pc:docMk/>
          <pc:sldMk cId="0" sldId="320"/>
        </pc:sldMkLst>
        <pc:spChg chg="del">
          <ac:chgData name="Geng, Baocheng" userId="b4253f3e-c40b-4a70-8207-93818653a34c" providerId="ADAL" clId="{3F9D5346-BFE3-4DFC-B0AD-3A2DDA701735}" dt="2023-02-27T21:14:35.492" v="649" actId="478"/>
          <ac:spMkLst>
            <pc:docMk/>
            <pc:sldMk cId="0" sldId="320"/>
            <ac:spMk id="4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4:35.492" v="649" actId="478"/>
          <ac:spMkLst>
            <pc:docMk/>
            <pc:sldMk cId="0" sldId="320"/>
            <ac:spMk id="5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4:35.492" v="649" actId="478"/>
          <ac:spMkLst>
            <pc:docMk/>
            <pc:sldMk cId="0" sldId="320"/>
            <ac:spMk id="6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4:35.492" v="649" actId="478"/>
          <ac:spMkLst>
            <pc:docMk/>
            <pc:sldMk cId="0" sldId="320"/>
            <ac:spMk id="7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4:35.492" v="649" actId="478"/>
          <ac:spMkLst>
            <pc:docMk/>
            <pc:sldMk cId="0" sldId="320"/>
            <ac:spMk id="8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4:35.492" v="649" actId="478"/>
          <ac:spMkLst>
            <pc:docMk/>
            <pc:sldMk cId="0" sldId="320"/>
            <ac:spMk id="9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4:35.492" v="649" actId="478"/>
          <ac:spMkLst>
            <pc:docMk/>
            <pc:sldMk cId="0" sldId="320"/>
            <ac:spMk id="10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4:35.492" v="649" actId="478"/>
          <ac:spMkLst>
            <pc:docMk/>
            <pc:sldMk cId="0" sldId="320"/>
            <ac:spMk id="11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4:35.492" v="649" actId="478"/>
          <ac:spMkLst>
            <pc:docMk/>
            <pc:sldMk cId="0" sldId="320"/>
            <ac:spMk id="12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4:35.492" v="649" actId="478"/>
          <ac:spMkLst>
            <pc:docMk/>
            <pc:sldMk cId="0" sldId="320"/>
            <ac:spMk id="13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4:35.492" v="649" actId="478"/>
          <ac:spMkLst>
            <pc:docMk/>
            <pc:sldMk cId="0" sldId="320"/>
            <ac:spMk id="14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4:35.492" v="649" actId="478"/>
          <ac:spMkLst>
            <pc:docMk/>
            <pc:sldMk cId="0" sldId="320"/>
            <ac:spMk id="15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4:35.492" v="649" actId="478"/>
          <ac:spMkLst>
            <pc:docMk/>
            <pc:sldMk cId="0" sldId="320"/>
            <ac:spMk id="16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4:35.492" v="649" actId="478"/>
          <ac:spMkLst>
            <pc:docMk/>
            <pc:sldMk cId="0" sldId="320"/>
            <ac:spMk id="17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4:35.492" v="649" actId="478"/>
          <ac:spMkLst>
            <pc:docMk/>
            <pc:sldMk cId="0" sldId="320"/>
            <ac:spMk id="18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4:35.492" v="649" actId="478"/>
          <ac:spMkLst>
            <pc:docMk/>
            <pc:sldMk cId="0" sldId="320"/>
            <ac:spMk id="19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4:35.492" v="649" actId="478"/>
          <ac:spMkLst>
            <pc:docMk/>
            <pc:sldMk cId="0" sldId="320"/>
            <ac:spMk id="20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4:35.492" v="649" actId="478"/>
          <ac:spMkLst>
            <pc:docMk/>
            <pc:sldMk cId="0" sldId="320"/>
            <ac:spMk id="21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4:35.492" v="649" actId="478"/>
          <ac:spMkLst>
            <pc:docMk/>
            <pc:sldMk cId="0" sldId="320"/>
            <ac:spMk id="22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4:35.492" v="649" actId="478"/>
          <ac:spMkLst>
            <pc:docMk/>
            <pc:sldMk cId="0" sldId="320"/>
            <ac:spMk id="23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4:35.492" v="649" actId="478"/>
          <ac:spMkLst>
            <pc:docMk/>
            <pc:sldMk cId="0" sldId="320"/>
            <ac:spMk id="24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4:35.492" v="649" actId="478"/>
          <ac:spMkLst>
            <pc:docMk/>
            <pc:sldMk cId="0" sldId="320"/>
            <ac:spMk id="25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4:35.492" v="649" actId="478"/>
          <ac:spMkLst>
            <pc:docMk/>
            <pc:sldMk cId="0" sldId="320"/>
            <ac:spMk id="26" creationId="{00000000-0000-0000-0000-000000000000}"/>
          </ac:spMkLst>
        </pc:spChg>
        <pc:grpChg chg="del">
          <ac:chgData name="Geng, Baocheng" userId="b4253f3e-c40b-4a70-8207-93818653a34c" providerId="ADAL" clId="{3F9D5346-BFE3-4DFC-B0AD-3A2DDA701735}" dt="2023-02-27T21:15:39.635" v="655" actId="478"/>
          <ac:grpSpMkLst>
            <pc:docMk/>
            <pc:sldMk cId="0" sldId="320"/>
            <ac:grpSpMk id="27" creationId="{00000000-0000-0000-0000-000000000000}"/>
          </ac:grpSpMkLst>
        </pc:grpChg>
        <pc:picChg chg="add mod">
          <ac:chgData name="Geng, Baocheng" userId="b4253f3e-c40b-4a70-8207-93818653a34c" providerId="ADAL" clId="{3F9D5346-BFE3-4DFC-B0AD-3A2DDA701735}" dt="2023-02-27T21:15:40.906" v="656" actId="1076"/>
          <ac:picMkLst>
            <pc:docMk/>
            <pc:sldMk cId="0" sldId="320"/>
            <ac:picMk id="34" creationId="{659C30CE-5B41-2144-887D-643A9AB397F3}"/>
          </ac:picMkLst>
        </pc:picChg>
      </pc:sldChg>
      <pc:sldChg chg="del">
        <pc:chgData name="Geng, Baocheng" userId="b4253f3e-c40b-4a70-8207-93818653a34c" providerId="ADAL" clId="{3F9D5346-BFE3-4DFC-B0AD-3A2DDA701735}" dt="2023-02-27T21:16:06.473" v="657" actId="47"/>
        <pc:sldMkLst>
          <pc:docMk/>
          <pc:sldMk cId="0" sldId="321"/>
        </pc:sldMkLst>
      </pc:sldChg>
      <pc:sldChg chg="del">
        <pc:chgData name="Geng, Baocheng" userId="b4253f3e-c40b-4a70-8207-93818653a34c" providerId="ADAL" clId="{3F9D5346-BFE3-4DFC-B0AD-3A2DDA701735}" dt="2023-02-27T21:16:07.870" v="658" actId="47"/>
        <pc:sldMkLst>
          <pc:docMk/>
          <pc:sldMk cId="0" sldId="322"/>
        </pc:sldMkLst>
      </pc:sldChg>
      <pc:sldChg chg="del">
        <pc:chgData name="Geng, Baocheng" userId="b4253f3e-c40b-4a70-8207-93818653a34c" providerId="ADAL" clId="{3F9D5346-BFE3-4DFC-B0AD-3A2DDA701735}" dt="2023-02-27T21:16:09.963" v="659" actId="47"/>
        <pc:sldMkLst>
          <pc:docMk/>
          <pc:sldMk cId="0" sldId="323"/>
        </pc:sldMkLst>
      </pc:sldChg>
      <pc:sldChg chg="del">
        <pc:chgData name="Geng, Baocheng" userId="b4253f3e-c40b-4a70-8207-93818653a34c" providerId="ADAL" clId="{3F9D5346-BFE3-4DFC-B0AD-3A2DDA701735}" dt="2023-02-27T21:16:11.368" v="660" actId="47"/>
        <pc:sldMkLst>
          <pc:docMk/>
          <pc:sldMk cId="0" sldId="324"/>
        </pc:sldMkLst>
      </pc:sldChg>
      <pc:sldChg chg="addSp delSp modSp mod">
        <pc:chgData name="Geng, Baocheng" userId="b4253f3e-c40b-4a70-8207-93818653a34c" providerId="ADAL" clId="{3F9D5346-BFE3-4DFC-B0AD-3A2DDA701735}" dt="2023-02-27T21:17:36.988" v="669" actId="1076"/>
        <pc:sldMkLst>
          <pc:docMk/>
          <pc:sldMk cId="0" sldId="325"/>
        </pc:sldMkLst>
        <pc:spChg chg="del">
          <ac:chgData name="Geng, Baocheng" userId="b4253f3e-c40b-4a70-8207-93818653a34c" providerId="ADAL" clId="{3F9D5346-BFE3-4DFC-B0AD-3A2DDA701735}" dt="2023-02-27T21:16:31.982" v="662" actId="478"/>
          <ac:spMkLst>
            <pc:docMk/>
            <pc:sldMk cId="0" sldId="325"/>
            <ac:spMk id="4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6:31.982" v="662" actId="478"/>
          <ac:spMkLst>
            <pc:docMk/>
            <pc:sldMk cId="0" sldId="325"/>
            <ac:spMk id="5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6:31.982" v="662" actId="478"/>
          <ac:spMkLst>
            <pc:docMk/>
            <pc:sldMk cId="0" sldId="325"/>
            <ac:spMk id="6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6:31.982" v="662" actId="478"/>
          <ac:spMkLst>
            <pc:docMk/>
            <pc:sldMk cId="0" sldId="325"/>
            <ac:spMk id="7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6:31.982" v="662" actId="478"/>
          <ac:spMkLst>
            <pc:docMk/>
            <pc:sldMk cId="0" sldId="325"/>
            <ac:spMk id="8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6:31.982" v="662" actId="478"/>
          <ac:spMkLst>
            <pc:docMk/>
            <pc:sldMk cId="0" sldId="325"/>
            <ac:spMk id="9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6:31.982" v="662" actId="478"/>
          <ac:spMkLst>
            <pc:docMk/>
            <pc:sldMk cId="0" sldId="325"/>
            <ac:spMk id="10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6:31.982" v="662" actId="478"/>
          <ac:spMkLst>
            <pc:docMk/>
            <pc:sldMk cId="0" sldId="325"/>
            <ac:spMk id="11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6:31.982" v="662" actId="478"/>
          <ac:spMkLst>
            <pc:docMk/>
            <pc:sldMk cId="0" sldId="325"/>
            <ac:spMk id="12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6:31.982" v="662" actId="478"/>
          <ac:spMkLst>
            <pc:docMk/>
            <pc:sldMk cId="0" sldId="325"/>
            <ac:spMk id="13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6:31.982" v="662" actId="478"/>
          <ac:spMkLst>
            <pc:docMk/>
            <pc:sldMk cId="0" sldId="325"/>
            <ac:spMk id="14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6:31.982" v="662" actId="478"/>
          <ac:spMkLst>
            <pc:docMk/>
            <pc:sldMk cId="0" sldId="325"/>
            <ac:spMk id="15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6:31.982" v="662" actId="478"/>
          <ac:spMkLst>
            <pc:docMk/>
            <pc:sldMk cId="0" sldId="325"/>
            <ac:spMk id="16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6:31.982" v="662" actId="478"/>
          <ac:spMkLst>
            <pc:docMk/>
            <pc:sldMk cId="0" sldId="325"/>
            <ac:spMk id="17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6:31.982" v="662" actId="478"/>
          <ac:spMkLst>
            <pc:docMk/>
            <pc:sldMk cId="0" sldId="325"/>
            <ac:spMk id="18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6:31.982" v="662" actId="478"/>
          <ac:spMkLst>
            <pc:docMk/>
            <pc:sldMk cId="0" sldId="325"/>
            <ac:spMk id="19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6:31.982" v="662" actId="478"/>
          <ac:spMkLst>
            <pc:docMk/>
            <pc:sldMk cId="0" sldId="325"/>
            <ac:spMk id="20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6:31.982" v="662" actId="478"/>
          <ac:spMkLst>
            <pc:docMk/>
            <pc:sldMk cId="0" sldId="325"/>
            <ac:spMk id="21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6:31.982" v="662" actId="478"/>
          <ac:spMkLst>
            <pc:docMk/>
            <pc:sldMk cId="0" sldId="325"/>
            <ac:spMk id="22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6:31.982" v="662" actId="478"/>
          <ac:spMkLst>
            <pc:docMk/>
            <pc:sldMk cId="0" sldId="325"/>
            <ac:spMk id="23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6:31.982" v="662" actId="478"/>
          <ac:spMkLst>
            <pc:docMk/>
            <pc:sldMk cId="0" sldId="325"/>
            <ac:spMk id="24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6:31.982" v="662" actId="478"/>
          <ac:spMkLst>
            <pc:docMk/>
            <pc:sldMk cId="0" sldId="325"/>
            <ac:spMk id="25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6:31.982" v="662" actId="478"/>
          <ac:spMkLst>
            <pc:docMk/>
            <pc:sldMk cId="0" sldId="325"/>
            <ac:spMk id="26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6:31.982" v="662" actId="478"/>
          <ac:spMkLst>
            <pc:docMk/>
            <pc:sldMk cId="0" sldId="325"/>
            <ac:spMk id="27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6:31.982" v="662" actId="478"/>
          <ac:spMkLst>
            <pc:docMk/>
            <pc:sldMk cId="0" sldId="325"/>
            <ac:spMk id="28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6:31.982" v="662" actId="478"/>
          <ac:spMkLst>
            <pc:docMk/>
            <pc:sldMk cId="0" sldId="325"/>
            <ac:spMk id="29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6:31.982" v="662" actId="478"/>
          <ac:spMkLst>
            <pc:docMk/>
            <pc:sldMk cId="0" sldId="325"/>
            <ac:spMk id="30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6:31.982" v="662" actId="478"/>
          <ac:spMkLst>
            <pc:docMk/>
            <pc:sldMk cId="0" sldId="325"/>
            <ac:spMk id="31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6:31.982" v="662" actId="478"/>
          <ac:spMkLst>
            <pc:docMk/>
            <pc:sldMk cId="0" sldId="325"/>
            <ac:spMk id="32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6:31.982" v="662" actId="478"/>
          <ac:spMkLst>
            <pc:docMk/>
            <pc:sldMk cId="0" sldId="325"/>
            <ac:spMk id="33" creationId="{00000000-0000-0000-0000-000000000000}"/>
          </ac:spMkLst>
        </pc:spChg>
        <pc:spChg chg="mod">
          <ac:chgData name="Geng, Baocheng" userId="b4253f3e-c40b-4a70-8207-93818653a34c" providerId="ADAL" clId="{3F9D5346-BFE3-4DFC-B0AD-3A2DDA701735}" dt="2023-02-27T21:16:34.810" v="663" actId="1076"/>
          <ac:spMkLst>
            <pc:docMk/>
            <pc:sldMk cId="0" sldId="325"/>
            <ac:spMk id="39" creationId="{00000000-0000-0000-0000-000000000000}"/>
          </ac:spMkLst>
        </pc:spChg>
        <pc:grpChg chg="del">
          <ac:chgData name="Geng, Baocheng" userId="b4253f3e-c40b-4a70-8207-93818653a34c" providerId="ADAL" clId="{3F9D5346-BFE3-4DFC-B0AD-3A2DDA701735}" dt="2023-02-27T21:16:15.830" v="661" actId="478"/>
          <ac:grpSpMkLst>
            <pc:docMk/>
            <pc:sldMk cId="0" sldId="325"/>
            <ac:grpSpMk id="34" creationId="{00000000-0000-0000-0000-000000000000}"/>
          </ac:grpSpMkLst>
        </pc:grpChg>
        <pc:picChg chg="add mod">
          <ac:chgData name="Geng, Baocheng" userId="b4253f3e-c40b-4a70-8207-93818653a34c" providerId="ADAL" clId="{3F9D5346-BFE3-4DFC-B0AD-3A2DDA701735}" dt="2023-02-27T21:17:36.988" v="669" actId="1076"/>
          <ac:picMkLst>
            <pc:docMk/>
            <pc:sldMk cId="0" sldId="325"/>
            <ac:picMk id="41" creationId="{111803C1-E141-0BF8-64D0-487DFC1C6045}"/>
          </ac:picMkLst>
        </pc:picChg>
      </pc:sldChg>
      <pc:sldChg chg="del">
        <pc:chgData name="Geng, Baocheng" userId="b4253f3e-c40b-4a70-8207-93818653a34c" providerId="ADAL" clId="{3F9D5346-BFE3-4DFC-B0AD-3A2DDA701735}" dt="2023-02-27T21:46:28.979" v="874" actId="47"/>
        <pc:sldMkLst>
          <pc:docMk/>
          <pc:sldMk cId="0" sldId="326"/>
        </pc:sldMkLst>
      </pc:sldChg>
      <pc:sldChg chg="del">
        <pc:chgData name="Geng, Baocheng" userId="b4253f3e-c40b-4a70-8207-93818653a34c" providerId="ADAL" clId="{3F9D5346-BFE3-4DFC-B0AD-3A2DDA701735}" dt="2023-02-27T21:46:28.025" v="873" actId="47"/>
        <pc:sldMkLst>
          <pc:docMk/>
          <pc:sldMk cId="0" sldId="327"/>
        </pc:sldMkLst>
      </pc:sldChg>
      <pc:sldChg chg="delSp del mod">
        <pc:chgData name="Geng, Baocheng" userId="b4253f3e-c40b-4a70-8207-93818653a34c" providerId="ADAL" clId="{3F9D5346-BFE3-4DFC-B0AD-3A2DDA701735}" dt="2023-02-27T21:46:26.896" v="872" actId="47"/>
        <pc:sldMkLst>
          <pc:docMk/>
          <pc:sldMk cId="0" sldId="328"/>
        </pc:sldMkLst>
        <pc:grpChg chg="del">
          <ac:chgData name="Geng, Baocheng" userId="b4253f3e-c40b-4a70-8207-93818653a34c" providerId="ADAL" clId="{3F9D5346-BFE3-4DFC-B0AD-3A2DDA701735}" dt="2023-02-27T21:46:20.691" v="871" actId="478"/>
          <ac:grpSpMkLst>
            <pc:docMk/>
            <pc:sldMk cId="0" sldId="328"/>
            <ac:grpSpMk id="37" creationId="{00000000-0000-0000-0000-000000000000}"/>
          </ac:grpSpMkLst>
        </pc:grpChg>
      </pc:sldChg>
      <pc:sldChg chg="addSp delSp modSp mod">
        <pc:chgData name="Geng, Baocheng" userId="b4253f3e-c40b-4a70-8207-93818653a34c" providerId="ADAL" clId="{3F9D5346-BFE3-4DFC-B0AD-3A2DDA701735}" dt="2023-02-27T21:19:11.929" v="680" actId="1076"/>
        <pc:sldMkLst>
          <pc:docMk/>
          <pc:sldMk cId="0" sldId="329"/>
        </pc:sldMkLst>
        <pc:spChg chg="del">
          <ac:chgData name="Geng, Baocheng" userId="b4253f3e-c40b-4a70-8207-93818653a34c" providerId="ADAL" clId="{3F9D5346-BFE3-4DFC-B0AD-3A2DDA701735}" dt="2023-02-27T21:18:44.561" v="673" actId="478"/>
          <ac:spMkLst>
            <pc:docMk/>
            <pc:sldMk cId="0" sldId="329"/>
            <ac:spMk id="3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8:42.572" v="672" actId="478"/>
          <ac:spMkLst>
            <pc:docMk/>
            <pc:sldMk cId="0" sldId="329"/>
            <ac:spMk id="4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8:42.572" v="672" actId="478"/>
          <ac:spMkLst>
            <pc:docMk/>
            <pc:sldMk cId="0" sldId="329"/>
            <ac:spMk id="5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8:42.572" v="672" actId="478"/>
          <ac:spMkLst>
            <pc:docMk/>
            <pc:sldMk cId="0" sldId="329"/>
            <ac:spMk id="6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8:42.572" v="672" actId="478"/>
          <ac:spMkLst>
            <pc:docMk/>
            <pc:sldMk cId="0" sldId="329"/>
            <ac:spMk id="7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8:42.572" v="672" actId="478"/>
          <ac:spMkLst>
            <pc:docMk/>
            <pc:sldMk cId="0" sldId="329"/>
            <ac:spMk id="8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8:42.572" v="672" actId="478"/>
          <ac:spMkLst>
            <pc:docMk/>
            <pc:sldMk cId="0" sldId="329"/>
            <ac:spMk id="9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8:42.572" v="672" actId="478"/>
          <ac:spMkLst>
            <pc:docMk/>
            <pc:sldMk cId="0" sldId="329"/>
            <ac:spMk id="10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8:42.572" v="672" actId="478"/>
          <ac:spMkLst>
            <pc:docMk/>
            <pc:sldMk cId="0" sldId="329"/>
            <ac:spMk id="11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8:42.572" v="672" actId="478"/>
          <ac:spMkLst>
            <pc:docMk/>
            <pc:sldMk cId="0" sldId="329"/>
            <ac:spMk id="12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8:42.572" v="672" actId="478"/>
          <ac:spMkLst>
            <pc:docMk/>
            <pc:sldMk cId="0" sldId="329"/>
            <ac:spMk id="13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8:42.572" v="672" actId="478"/>
          <ac:spMkLst>
            <pc:docMk/>
            <pc:sldMk cId="0" sldId="329"/>
            <ac:spMk id="14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8:42.572" v="672" actId="478"/>
          <ac:spMkLst>
            <pc:docMk/>
            <pc:sldMk cId="0" sldId="329"/>
            <ac:spMk id="15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8:42.572" v="672" actId="478"/>
          <ac:spMkLst>
            <pc:docMk/>
            <pc:sldMk cId="0" sldId="329"/>
            <ac:spMk id="16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8:42.572" v="672" actId="478"/>
          <ac:spMkLst>
            <pc:docMk/>
            <pc:sldMk cId="0" sldId="329"/>
            <ac:spMk id="17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8:42.572" v="672" actId="478"/>
          <ac:spMkLst>
            <pc:docMk/>
            <pc:sldMk cId="0" sldId="329"/>
            <ac:spMk id="18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8:42.572" v="672" actId="478"/>
          <ac:spMkLst>
            <pc:docMk/>
            <pc:sldMk cId="0" sldId="329"/>
            <ac:spMk id="19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8:42.572" v="672" actId="478"/>
          <ac:spMkLst>
            <pc:docMk/>
            <pc:sldMk cId="0" sldId="329"/>
            <ac:spMk id="20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8:42.572" v="672" actId="478"/>
          <ac:spMkLst>
            <pc:docMk/>
            <pc:sldMk cId="0" sldId="329"/>
            <ac:spMk id="21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8:42.572" v="672" actId="478"/>
          <ac:spMkLst>
            <pc:docMk/>
            <pc:sldMk cId="0" sldId="329"/>
            <ac:spMk id="22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8:42.572" v="672" actId="478"/>
          <ac:spMkLst>
            <pc:docMk/>
            <pc:sldMk cId="0" sldId="329"/>
            <ac:spMk id="23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8:42.572" v="672" actId="478"/>
          <ac:spMkLst>
            <pc:docMk/>
            <pc:sldMk cId="0" sldId="329"/>
            <ac:spMk id="24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8:42.572" v="672" actId="478"/>
          <ac:spMkLst>
            <pc:docMk/>
            <pc:sldMk cId="0" sldId="329"/>
            <ac:spMk id="25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8:42.572" v="672" actId="478"/>
          <ac:spMkLst>
            <pc:docMk/>
            <pc:sldMk cId="0" sldId="329"/>
            <ac:spMk id="26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8:42.572" v="672" actId="478"/>
          <ac:spMkLst>
            <pc:docMk/>
            <pc:sldMk cId="0" sldId="329"/>
            <ac:spMk id="27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8:42.572" v="672" actId="478"/>
          <ac:spMkLst>
            <pc:docMk/>
            <pc:sldMk cId="0" sldId="329"/>
            <ac:spMk id="28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8:42.572" v="672" actId="478"/>
          <ac:spMkLst>
            <pc:docMk/>
            <pc:sldMk cId="0" sldId="329"/>
            <ac:spMk id="29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8:42.572" v="672" actId="478"/>
          <ac:spMkLst>
            <pc:docMk/>
            <pc:sldMk cId="0" sldId="329"/>
            <ac:spMk id="30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8:42.572" v="672" actId="478"/>
          <ac:spMkLst>
            <pc:docMk/>
            <pc:sldMk cId="0" sldId="329"/>
            <ac:spMk id="31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8:42.572" v="672" actId="478"/>
          <ac:spMkLst>
            <pc:docMk/>
            <pc:sldMk cId="0" sldId="329"/>
            <ac:spMk id="32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8:42.572" v="672" actId="478"/>
          <ac:spMkLst>
            <pc:docMk/>
            <pc:sldMk cId="0" sldId="329"/>
            <ac:spMk id="33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8:42.572" v="672" actId="478"/>
          <ac:spMkLst>
            <pc:docMk/>
            <pc:sldMk cId="0" sldId="329"/>
            <ac:spMk id="34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8:42.572" v="672" actId="478"/>
          <ac:spMkLst>
            <pc:docMk/>
            <pc:sldMk cId="0" sldId="329"/>
            <ac:spMk id="35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8:42.572" v="672" actId="478"/>
          <ac:spMkLst>
            <pc:docMk/>
            <pc:sldMk cId="0" sldId="329"/>
            <ac:spMk id="36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8:42.572" v="672" actId="478"/>
          <ac:spMkLst>
            <pc:docMk/>
            <pc:sldMk cId="0" sldId="329"/>
            <ac:spMk id="37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8:42.572" v="672" actId="478"/>
          <ac:spMkLst>
            <pc:docMk/>
            <pc:sldMk cId="0" sldId="329"/>
            <ac:spMk id="38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8:42.572" v="672" actId="478"/>
          <ac:spMkLst>
            <pc:docMk/>
            <pc:sldMk cId="0" sldId="329"/>
            <ac:spMk id="39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19:09.385" v="679" actId="478"/>
          <ac:spMkLst>
            <pc:docMk/>
            <pc:sldMk cId="0" sldId="329"/>
            <ac:spMk id="45" creationId="{00000000-0000-0000-0000-000000000000}"/>
          </ac:spMkLst>
        </pc:spChg>
        <pc:grpChg chg="del">
          <ac:chgData name="Geng, Baocheng" userId="b4253f3e-c40b-4a70-8207-93818653a34c" providerId="ADAL" clId="{3F9D5346-BFE3-4DFC-B0AD-3A2DDA701735}" dt="2023-02-27T21:18:38.729" v="671" actId="478"/>
          <ac:grpSpMkLst>
            <pc:docMk/>
            <pc:sldMk cId="0" sldId="329"/>
            <ac:grpSpMk id="40" creationId="{00000000-0000-0000-0000-000000000000}"/>
          </ac:grpSpMkLst>
        </pc:grpChg>
        <pc:picChg chg="add mod">
          <ac:chgData name="Geng, Baocheng" userId="b4253f3e-c40b-4a70-8207-93818653a34c" providerId="ADAL" clId="{3F9D5346-BFE3-4DFC-B0AD-3A2DDA701735}" dt="2023-02-27T21:19:11.929" v="680" actId="1076"/>
          <ac:picMkLst>
            <pc:docMk/>
            <pc:sldMk cId="0" sldId="329"/>
            <ac:picMk id="47" creationId="{7FD67228-C560-663C-7A24-B164022E7BEC}"/>
          </ac:picMkLst>
        </pc:picChg>
      </pc:sldChg>
      <pc:sldChg chg="delSp del mod">
        <pc:chgData name="Geng, Baocheng" userId="b4253f3e-c40b-4a70-8207-93818653a34c" providerId="ADAL" clId="{3F9D5346-BFE3-4DFC-B0AD-3A2DDA701735}" dt="2023-02-27T21:19:28.365" v="681" actId="47"/>
        <pc:sldMkLst>
          <pc:docMk/>
          <pc:sldMk cId="0" sldId="330"/>
        </pc:sldMkLst>
        <pc:grpChg chg="del">
          <ac:chgData name="Geng, Baocheng" userId="b4253f3e-c40b-4a70-8207-93818653a34c" providerId="ADAL" clId="{3F9D5346-BFE3-4DFC-B0AD-3A2DDA701735}" dt="2023-02-27T21:17:59.683" v="670" actId="478"/>
          <ac:grpSpMkLst>
            <pc:docMk/>
            <pc:sldMk cId="0" sldId="330"/>
            <ac:grpSpMk id="10" creationId="{00000000-0000-0000-0000-000000000000}"/>
          </ac:grpSpMkLst>
        </pc:grpChg>
      </pc:sldChg>
      <pc:sldChg chg="del">
        <pc:chgData name="Geng, Baocheng" userId="b4253f3e-c40b-4a70-8207-93818653a34c" providerId="ADAL" clId="{3F9D5346-BFE3-4DFC-B0AD-3A2DDA701735}" dt="2023-02-27T21:19:29.452" v="682" actId="47"/>
        <pc:sldMkLst>
          <pc:docMk/>
          <pc:sldMk cId="0" sldId="331"/>
        </pc:sldMkLst>
      </pc:sldChg>
      <pc:sldChg chg="del">
        <pc:chgData name="Geng, Baocheng" userId="b4253f3e-c40b-4a70-8207-93818653a34c" providerId="ADAL" clId="{3F9D5346-BFE3-4DFC-B0AD-3A2DDA701735}" dt="2023-02-27T21:19:30.583" v="683" actId="47"/>
        <pc:sldMkLst>
          <pc:docMk/>
          <pc:sldMk cId="0" sldId="332"/>
        </pc:sldMkLst>
      </pc:sldChg>
      <pc:sldChg chg="del">
        <pc:chgData name="Geng, Baocheng" userId="b4253f3e-c40b-4a70-8207-93818653a34c" providerId="ADAL" clId="{3F9D5346-BFE3-4DFC-B0AD-3A2DDA701735}" dt="2023-02-27T21:19:31.753" v="684" actId="47"/>
        <pc:sldMkLst>
          <pc:docMk/>
          <pc:sldMk cId="0" sldId="333"/>
        </pc:sldMkLst>
      </pc:sldChg>
      <pc:sldChg chg="del">
        <pc:chgData name="Geng, Baocheng" userId="b4253f3e-c40b-4a70-8207-93818653a34c" providerId="ADAL" clId="{3F9D5346-BFE3-4DFC-B0AD-3A2DDA701735}" dt="2023-02-27T21:19:33.148" v="685" actId="47"/>
        <pc:sldMkLst>
          <pc:docMk/>
          <pc:sldMk cId="0" sldId="334"/>
        </pc:sldMkLst>
      </pc:sldChg>
      <pc:sldChg chg="delSp mod">
        <pc:chgData name="Geng, Baocheng" userId="b4253f3e-c40b-4a70-8207-93818653a34c" providerId="ADAL" clId="{3F9D5346-BFE3-4DFC-B0AD-3A2DDA701735}" dt="2023-02-27T21:19:36.623" v="686" actId="478"/>
        <pc:sldMkLst>
          <pc:docMk/>
          <pc:sldMk cId="0" sldId="335"/>
        </pc:sldMkLst>
        <pc:grpChg chg="del">
          <ac:chgData name="Geng, Baocheng" userId="b4253f3e-c40b-4a70-8207-93818653a34c" providerId="ADAL" clId="{3F9D5346-BFE3-4DFC-B0AD-3A2DDA701735}" dt="2023-02-27T21:19:36.623" v="686" actId="478"/>
          <ac:grpSpMkLst>
            <pc:docMk/>
            <pc:sldMk cId="0" sldId="335"/>
            <ac:grpSpMk id="32" creationId="{00000000-0000-0000-0000-000000000000}"/>
          </ac:grpSpMkLst>
        </pc:grpChg>
      </pc:sldChg>
      <pc:sldChg chg="delSp mod">
        <pc:chgData name="Geng, Baocheng" userId="b4253f3e-c40b-4a70-8207-93818653a34c" providerId="ADAL" clId="{3F9D5346-BFE3-4DFC-B0AD-3A2DDA701735}" dt="2023-02-27T21:19:39.957" v="687" actId="478"/>
        <pc:sldMkLst>
          <pc:docMk/>
          <pc:sldMk cId="0" sldId="336"/>
        </pc:sldMkLst>
        <pc:grpChg chg="del">
          <ac:chgData name="Geng, Baocheng" userId="b4253f3e-c40b-4a70-8207-93818653a34c" providerId="ADAL" clId="{3F9D5346-BFE3-4DFC-B0AD-3A2DDA701735}" dt="2023-02-27T21:19:39.957" v="687" actId="478"/>
          <ac:grpSpMkLst>
            <pc:docMk/>
            <pc:sldMk cId="0" sldId="336"/>
            <ac:grpSpMk id="9" creationId="{00000000-0000-0000-0000-000000000000}"/>
          </ac:grpSpMkLst>
        </pc:grpChg>
      </pc:sldChg>
      <pc:sldChg chg="delSp del mod">
        <pc:chgData name="Geng, Baocheng" userId="b4253f3e-c40b-4a70-8207-93818653a34c" providerId="ADAL" clId="{3F9D5346-BFE3-4DFC-B0AD-3A2DDA701735}" dt="2023-02-27T21:31:12.447" v="750" actId="47"/>
        <pc:sldMkLst>
          <pc:docMk/>
          <pc:sldMk cId="0" sldId="337"/>
        </pc:sldMkLst>
        <pc:grpChg chg="del">
          <ac:chgData name="Geng, Baocheng" userId="b4253f3e-c40b-4a70-8207-93818653a34c" providerId="ADAL" clId="{3F9D5346-BFE3-4DFC-B0AD-3A2DDA701735}" dt="2023-02-27T21:21:04.059" v="688" actId="478"/>
          <ac:grpSpMkLst>
            <pc:docMk/>
            <pc:sldMk cId="0" sldId="337"/>
            <ac:grpSpMk id="4" creationId="{00000000-0000-0000-0000-000000000000}"/>
          </ac:grpSpMkLst>
        </pc:grpChg>
      </pc:sldChg>
      <pc:sldChg chg="del">
        <pc:chgData name="Geng, Baocheng" userId="b4253f3e-c40b-4a70-8207-93818653a34c" providerId="ADAL" clId="{3F9D5346-BFE3-4DFC-B0AD-3A2DDA701735}" dt="2023-02-27T21:31:14.094" v="751" actId="47"/>
        <pc:sldMkLst>
          <pc:docMk/>
          <pc:sldMk cId="0" sldId="338"/>
        </pc:sldMkLst>
      </pc:sldChg>
      <pc:sldChg chg="del">
        <pc:chgData name="Geng, Baocheng" userId="b4253f3e-c40b-4a70-8207-93818653a34c" providerId="ADAL" clId="{3F9D5346-BFE3-4DFC-B0AD-3A2DDA701735}" dt="2023-02-27T21:31:15.471" v="752" actId="47"/>
        <pc:sldMkLst>
          <pc:docMk/>
          <pc:sldMk cId="0" sldId="339"/>
        </pc:sldMkLst>
      </pc:sldChg>
      <pc:sldChg chg="del">
        <pc:chgData name="Geng, Baocheng" userId="b4253f3e-c40b-4a70-8207-93818653a34c" providerId="ADAL" clId="{3F9D5346-BFE3-4DFC-B0AD-3A2DDA701735}" dt="2023-02-27T21:31:16.906" v="753" actId="47"/>
        <pc:sldMkLst>
          <pc:docMk/>
          <pc:sldMk cId="0" sldId="340"/>
        </pc:sldMkLst>
      </pc:sldChg>
      <pc:sldChg chg="addSp delSp modSp mod">
        <pc:chgData name="Geng, Baocheng" userId="b4253f3e-c40b-4a70-8207-93818653a34c" providerId="ADAL" clId="{3F9D5346-BFE3-4DFC-B0AD-3A2DDA701735}" dt="2023-02-27T21:31:35.127" v="759" actId="14100"/>
        <pc:sldMkLst>
          <pc:docMk/>
          <pc:sldMk cId="0" sldId="341"/>
        </pc:sldMkLst>
        <pc:spChg chg="mod">
          <ac:chgData name="Geng, Baocheng" userId="b4253f3e-c40b-4a70-8207-93818653a34c" providerId="ADAL" clId="{3F9D5346-BFE3-4DFC-B0AD-3A2DDA701735}" dt="2023-02-27T21:31:23.316" v="756" actId="1076"/>
          <ac:spMkLst>
            <pc:docMk/>
            <pc:sldMk cId="0" sldId="341"/>
            <ac:spMk id="8" creationId="{00000000-0000-0000-0000-000000000000}"/>
          </ac:spMkLst>
        </pc:spChg>
        <pc:grpChg chg="del">
          <ac:chgData name="Geng, Baocheng" userId="b4253f3e-c40b-4a70-8207-93818653a34c" providerId="ADAL" clId="{3F9D5346-BFE3-4DFC-B0AD-3A2DDA701735}" dt="2023-02-27T21:30:56.769" v="749" actId="478"/>
          <ac:grpSpMkLst>
            <pc:docMk/>
            <pc:sldMk cId="0" sldId="341"/>
            <ac:grpSpMk id="9" creationId="{00000000-0000-0000-0000-000000000000}"/>
          </ac:grpSpMkLst>
        </pc:grpChg>
        <pc:picChg chg="add mod">
          <ac:chgData name="Geng, Baocheng" userId="b4253f3e-c40b-4a70-8207-93818653a34c" providerId="ADAL" clId="{3F9D5346-BFE3-4DFC-B0AD-3A2DDA701735}" dt="2023-02-27T21:31:35.127" v="759" actId="14100"/>
          <ac:picMkLst>
            <pc:docMk/>
            <pc:sldMk cId="0" sldId="341"/>
            <ac:picMk id="15" creationId="{F0BD2746-EB4E-B57F-A644-675A033BAB93}"/>
          </ac:picMkLst>
        </pc:picChg>
      </pc:sldChg>
      <pc:sldChg chg="addSp delSp modSp mod">
        <pc:chgData name="Geng, Baocheng" userId="b4253f3e-c40b-4a70-8207-93818653a34c" providerId="ADAL" clId="{3F9D5346-BFE3-4DFC-B0AD-3A2DDA701735}" dt="2023-02-27T21:30:47.582" v="748" actId="1076"/>
        <pc:sldMkLst>
          <pc:docMk/>
          <pc:sldMk cId="0" sldId="342"/>
        </pc:sldMkLst>
        <pc:spChg chg="mod">
          <ac:chgData name="Geng, Baocheng" userId="b4253f3e-c40b-4a70-8207-93818653a34c" providerId="ADAL" clId="{3F9D5346-BFE3-4DFC-B0AD-3A2DDA701735}" dt="2023-02-27T21:26:16.651" v="692" actId="20577"/>
          <ac:spMkLst>
            <pc:docMk/>
            <pc:sldMk cId="0" sldId="342"/>
            <ac:spMk id="2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26:20.455" v="693" actId="478"/>
          <ac:spMkLst>
            <pc:docMk/>
            <pc:sldMk cId="0" sldId="342"/>
            <ac:spMk id="3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26:20.455" v="693" actId="478"/>
          <ac:spMkLst>
            <pc:docMk/>
            <pc:sldMk cId="0" sldId="342"/>
            <ac:spMk id="4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26:20.455" v="693" actId="478"/>
          <ac:spMkLst>
            <pc:docMk/>
            <pc:sldMk cId="0" sldId="342"/>
            <ac:spMk id="5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26:20.455" v="693" actId="478"/>
          <ac:spMkLst>
            <pc:docMk/>
            <pc:sldMk cId="0" sldId="342"/>
            <ac:spMk id="6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26:20.455" v="693" actId="478"/>
          <ac:spMkLst>
            <pc:docMk/>
            <pc:sldMk cId="0" sldId="342"/>
            <ac:spMk id="7" creationId="{00000000-0000-0000-0000-000000000000}"/>
          </ac:spMkLst>
        </pc:spChg>
        <pc:grpChg chg="del">
          <ac:chgData name="Geng, Baocheng" userId="b4253f3e-c40b-4a70-8207-93818653a34c" providerId="ADAL" clId="{3F9D5346-BFE3-4DFC-B0AD-3A2DDA701735}" dt="2023-02-27T21:26:21.289" v="694" actId="478"/>
          <ac:grpSpMkLst>
            <pc:docMk/>
            <pc:sldMk cId="0" sldId="342"/>
            <ac:grpSpMk id="8" creationId="{00000000-0000-0000-0000-000000000000}"/>
          </ac:grpSpMkLst>
        </pc:grpChg>
        <pc:picChg chg="add mod">
          <ac:chgData name="Geng, Baocheng" userId="b4253f3e-c40b-4a70-8207-93818653a34c" providerId="ADAL" clId="{3F9D5346-BFE3-4DFC-B0AD-3A2DDA701735}" dt="2023-02-27T21:30:45.015" v="746" actId="1076"/>
          <ac:picMkLst>
            <pc:docMk/>
            <pc:sldMk cId="0" sldId="342"/>
            <ac:picMk id="15" creationId="{D332364F-039B-543F-4B0B-C34062A29A8C}"/>
          </ac:picMkLst>
        </pc:picChg>
        <pc:picChg chg="add mod">
          <ac:chgData name="Geng, Baocheng" userId="b4253f3e-c40b-4a70-8207-93818653a34c" providerId="ADAL" clId="{3F9D5346-BFE3-4DFC-B0AD-3A2DDA701735}" dt="2023-02-27T21:30:46.103" v="747" actId="1076"/>
          <ac:picMkLst>
            <pc:docMk/>
            <pc:sldMk cId="0" sldId="342"/>
            <ac:picMk id="17" creationId="{9CA31EB6-14B7-480F-EA9F-9D1D0DFF5C53}"/>
          </ac:picMkLst>
        </pc:picChg>
        <pc:picChg chg="add mod">
          <ac:chgData name="Geng, Baocheng" userId="b4253f3e-c40b-4a70-8207-93818653a34c" providerId="ADAL" clId="{3F9D5346-BFE3-4DFC-B0AD-3A2DDA701735}" dt="2023-02-27T21:30:47.582" v="748" actId="1076"/>
          <ac:picMkLst>
            <pc:docMk/>
            <pc:sldMk cId="0" sldId="342"/>
            <ac:picMk id="19" creationId="{BF05CDD2-58A7-A20E-35B4-7E919C419EEE}"/>
          </ac:picMkLst>
        </pc:picChg>
      </pc:sldChg>
      <pc:sldChg chg="del">
        <pc:chgData name="Geng, Baocheng" userId="b4253f3e-c40b-4a70-8207-93818653a34c" providerId="ADAL" clId="{3F9D5346-BFE3-4DFC-B0AD-3A2DDA701735}" dt="2023-02-27T21:33:39.243" v="760" actId="47"/>
        <pc:sldMkLst>
          <pc:docMk/>
          <pc:sldMk cId="0" sldId="343"/>
        </pc:sldMkLst>
      </pc:sldChg>
      <pc:sldChg chg="del">
        <pc:chgData name="Geng, Baocheng" userId="b4253f3e-c40b-4a70-8207-93818653a34c" providerId="ADAL" clId="{3F9D5346-BFE3-4DFC-B0AD-3A2DDA701735}" dt="2023-02-27T21:33:40.657" v="761" actId="47"/>
        <pc:sldMkLst>
          <pc:docMk/>
          <pc:sldMk cId="0" sldId="344"/>
        </pc:sldMkLst>
      </pc:sldChg>
      <pc:sldChg chg="del">
        <pc:chgData name="Geng, Baocheng" userId="b4253f3e-c40b-4a70-8207-93818653a34c" providerId="ADAL" clId="{3F9D5346-BFE3-4DFC-B0AD-3A2DDA701735}" dt="2023-02-27T21:33:41.326" v="762" actId="47"/>
        <pc:sldMkLst>
          <pc:docMk/>
          <pc:sldMk cId="0" sldId="345"/>
        </pc:sldMkLst>
      </pc:sldChg>
      <pc:sldChg chg="del">
        <pc:chgData name="Geng, Baocheng" userId="b4253f3e-c40b-4a70-8207-93818653a34c" providerId="ADAL" clId="{3F9D5346-BFE3-4DFC-B0AD-3A2DDA701735}" dt="2023-02-27T21:33:41.861" v="763" actId="47"/>
        <pc:sldMkLst>
          <pc:docMk/>
          <pc:sldMk cId="0" sldId="346"/>
        </pc:sldMkLst>
      </pc:sldChg>
      <pc:sldChg chg="del">
        <pc:chgData name="Geng, Baocheng" userId="b4253f3e-c40b-4a70-8207-93818653a34c" providerId="ADAL" clId="{3F9D5346-BFE3-4DFC-B0AD-3A2DDA701735}" dt="2023-02-27T21:33:42.409" v="764" actId="47"/>
        <pc:sldMkLst>
          <pc:docMk/>
          <pc:sldMk cId="0" sldId="347"/>
        </pc:sldMkLst>
      </pc:sldChg>
      <pc:sldChg chg="del">
        <pc:chgData name="Geng, Baocheng" userId="b4253f3e-c40b-4a70-8207-93818653a34c" providerId="ADAL" clId="{3F9D5346-BFE3-4DFC-B0AD-3A2DDA701735}" dt="2023-02-27T21:33:43.226" v="765" actId="47"/>
        <pc:sldMkLst>
          <pc:docMk/>
          <pc:sldMk cId="0" sldId="348"/>
        </pc:sldMkLst>
      </pc:sldChg>
      <pc:sldChg chg="del">
        <pc:chgData name="Geng, Baocheng" userId="b4253f3e-c40b-4a70-8207-93818653a34c" providerId="ADAL" clId="{3F9D5346-BFE3-4DFC-B0AD-3A2DDA701735}" dt="2023-02-27T21:33:43.658" v="766" actId="47"/>
        <pc:sldMkLst>
          <pc:docMk/>
          <pc:sldMk cId="0" sldId="349"/>
        </pc:sldMkLst>
      </pc:sldChg>
      <pc:sldChg chg="del">
        <pc:chgData name="Geng, Baocheng" userId="b4253f3e-c40b-4a70-8207-93818653a34c" providerId="ADAL" clId="{3F9D5346-BFE3-4DFC-B0AD-3A2DDA701735}" dt="2023-02-27T21:33:44.111" v="767" actId="47"/>
        <pc:sldMkLst>
          <pc:docMk/>
          <pc:sldMk cId="0" sldId="350"/>
        </pc:sldMkLst>
      </pc:sldChg>
      <pc:sldChg chg="del">
        <pc:chgData name="Geng, Baocheng" userId="b4253f3e-c40b-4a70-8207-93818653a34c" providerId="ADAL" clId="{3F9D5346-BFE3-4DFC-B0AD-3A2DDA701735}" dt="2023-02-27T21:33:44.695" v="768" actId="47"/>
        <pc:sldMkLst>
          <pc:docMk/>
          <pc:sldMk cId="0" sldId="351"/>
        </pc:sldMkLst>
      </pc:sldChg>
      <pc:sldChg chg="del">
        <pc:chgData name="Geng, Baocheng" userId="b4253f3e-c40b-4a70-8207-93818653a34c" providerId="ADAL" clId="{3F9D5346-BFE3-4DFC-B0AD-3A2DDA701735}" dt="2023-02-27T21:33:45.159" v="769" actId="47"/>
        <pc:sldMkLst>
          <pc:docMk/>
          <pc:sldMk cId="0" sldId="352"/>
        </pc:sldMkLst>
      </pc:sldChg>
      <pc:sldChg chg="del">
        <pc:chgData name="Geng, Baocheng" userId="b4253f3e-c40b-4a70-8207-93818653a34c" providerId="ADAL" clId="{3F9D5346-BFE3-4DFC-B0AD-3A2DDA701735}" dt="2023-02-27T21:33:46.092" v="770" actId="47"/>
        <pc:sldMkLst>
          <pc:docMk/>
          <pc:sldMk cId="0" sldId="353"/>
        </pc:sldMkLst>
      </pc:sldChg>
      <pc:sldChg chg="del">
        <pc:chgData name="Geng, Baocheng" userId="b4253f3e-c40b-4a70-8207-93818653a34c" providerId="ADAL" clId="{3F9D5346-BFE3-4DFC-B0AD-3A2DDA701735}" dt="2023-02-27T21:33:47.292" v="771" actId="47"/>
        <pc:sldMkLst>
          <pc:docMk/>
          <pc:sldMk cId="0" sldId="354"/>
        </pc:sldMkLst>
      </pc:sldChg>
      <pc:sldChg chg="del">
        <pc:chgData name="Geng, Baocheng" userId="b4253f3e-c40b-4a70-8207-93818653a34c" providerId="ADAL" clId="{3F9D5346-BFE3-4DFC-B0AD-3A2DDA701735}" dt="2023-02-27T21:33:48.871" v="772" actId="47"/>
        <pc:sldMkLst>
          <pc:docMk/>
          <pc:sldMk cId="0" sldId="355"/>
        </pc:sldMkLst>
      </pc:sldChg>
      <pc:sldChg chg="del">
        <pc:chgData name="Geng, Baocheng" userId="b4253f3e-c40b-4a70-8207-93818653a34c" providerId="ADAL" clId="{3F9D5346-BFE3-4DFC-B0AD-3A2DDA701735}" dt="2023-02-27T21:33:49.709" v="773" actId="47"/>
        <pc:sldMkLst>
          <pc:docMk/>
          <pc:sldMk cId="0" sldId="356"/>
        </pc:sldMkLst>
      </pc:sldChg>
      <pc:sldChg chg="delSp modSp mod">
        <pc:chgData name="Geng, Baocheng" userId="b4253f3e-c40b-4a70-8207-93818653a34c" providerId="ADAL" clId="{3F9D5346-BFE3-4DFC-B0AD-3A2DDA701735}" dt="2023-02-27T21:33:54.225" v="776" actId="478"/>
        <pc:sldMkLst>
          <pc:docMk/>
          <pc:sldMk cId="0" sldId="357"/>
        </pc:sldMkLst>
        <pc:grpChg chg="del mod">
          <ac:chgData name="Geng, Baocheng" userId="b4253f3e-c40b-4a70-8207-93818653a34c" providerId="ADAL" clId="{3F9D5346-BFE3-4DFC-B0AD-3A2DDA701735}" dt="2023-02-27T21:33:53.177" v="775" actId="478"/>
          <ac:grpSpMkLst>
            <pc:docMk/>
            <pc:sldMk cId="0" sldId="357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3F9D5346-BFE3-4DFC-B0AD-3A2DDA701735}" dt="2023-02-27T21:33:54.225" v="776" actId="478"/>
          <ac:grpSpMkLst>
            <pc:docMk/>
            <pc:sldMk cId="0" sldId="357"/>
            <ac:grpSpMk id="10" creationId="{00000000-0000-0000-0000-000000000000}"/>
          </ac:grpSpMkLst>
        </pc:grpChg>
      </pc:sldChg>
      <pc:sldChg chg="add del">
        <pc:chgData name="Geng, Baocheng" userId="b4253f3e-c40b-4a70-8207-93818653a34c" providerId="ADAL" clId="{3F9D5346-BFE3-4DFC-B0AD-3A2DDA701735}" dt="2023-02-27T19:40:58.160" v="112" actId="47"/>
        <pc:sldMkLst>
          <pc:docMk/>
          <pc:sldMk cId="2400001236" sldId="358"/>
        </pc:sldMkLst>
      </pc:sldChg>
      <pc:sldChg chg="add">
        <pc:chgData name="Geng, Baocheng" userId="b4253f3e-c40b-4a70-8207-93818653a34c" providerId="ADAL" clId="{3F9D5346-BFE3-4DFC-B0AD-3A2DDA701735}" dt="2023-02-27T19:40:47.645" v="110" actId="2890"/>
        <pc:sldMkLst>
          <pc:docMk/>
          <pc:sldMk cId="1170193177" sldId="359"/>
        </pc:sldMkLst>
      </pc:sldChg>
      <pc:sldChg chg="addSp delSp modSp add mod">
        <pc:chgData name="Geng, Baocheng" userId="b4253f3e-c40b-4a70-8207-93818653a34c" providerId="ADAL" clId="{3F9D5346-BFE3-4DFC-B0AD-3A2DDA701735}" dt="2023-02-27T21:30:41.338" v="745" actId="1076"/>
        <pc:sldMkLst>
          <pc:docMk/>
          <pc:sldMk cId="2136012013" sldId="360"/>
        </pc:sldMkLst>
        <pc:spChg chg="del">
          <ac:chgData name="Geng, Baocheng" userId="b4253f3e-c40b-4a70-8207-93818653a34c" providerId="ADAL" clId="{3F9D5346-BFE3-4DFC-B0AD-3A2DDA701735}" dt="2023-02-27T21:29:57.854" v="722" actId="478"/>
          <ac:spMkLst>
            <pc:docMk/>
            <pc:sldMk cId="2136012013" sldId="360"/>
            <ac:spMk id="13" creationId="{00000000-0000-0000-0000-000000000000}"/>
          </ac:spMkLst>
        </pc:spChg>
        <pc:picChg chg="add mod">
          <ac:chgData name="Geng, Baocheng" userId="b4253f3e-c40b-4a70-8207-93818653a34c" providerId="ADAL" clId="{3F9D5346-BFE3-4DFC-B0AD-3A2DDA701735}" dt="2023-02-27T21:29:54.628" v="721" actId="1076"/>
          <ac:picMkLst>
            <pc:docMk/>
            <pc:sldMk cId="2136012013" sldId="360"/>
            <ac:picMk id="4" creationId="{6BEFA133-FA52-5D85-D477-81C404D37F94}"/>
          </ac:picMkLst>
        </pc:picChg>
        <pc:picChg chg="mod">
          <ac:chgData name="Geng, Baocheng" userId="b4253f3e-c40b-4a70-8207-93818653a34c" providerId="ADAL" clId="{3F9D5346-BFE3-4DFC-B0AD-3A2DDA701735}" dt="2023-02-27T21:30:41.338" v="745" actId="1076"/>
          <ac:picMkLst>
            <pc:docMk/>
            <pc:sldMk cId="2136012013" sldId="360"/>
            <ac:picMk id="15" creationId="{D332364F-039B-543F-4B0B-C34062A29A8C}"/>
          </ac:picMkLst>
        </pc:picChg>
        <pc:picChg chg="del">
          <ac:chgData name="Geng, Baocheng" userId="b4253f3e-c40b-4a70-8207-93818653a34c" providerId="ADAL" clId="{3F9D5346-BFE3-4DFC-B0AD-3A2DDA701735}" dt="2023-02-27T21:29:43.235" v="714" actId="478"/>
          <ac:picMkLst>
            <pc:docMk/>
            <pc:sldMk cId="2136012013" sldId="360"/>
            <ac:picMk id="17" creationId="{9CA31EB6-14B7-480F-EA9F-9D1D0DFF5C53}"/>
          </ac:picMkLst>
        </pc:picChg>
        <pc:picChg chg="del">
          <ac:chgData name="Geng, Baocheng" userId="b4253f3e-c40b-4a70-8207-93818653a34c" providerId="ADAL" clId="{3F9D5346-BFE3-4DFC-B0AD-3A2DDA701735}" dt="2023-02-27T21:29:43.887" v="715" actId="478"/>
          <ac:picMkLst>
            <pc:docMk/>
            <pc:sldMk cId="2136012013" sldId="360"/>
            <ac:picMk id="19" creationId="{BF05CDD2-58A7-A20E-35B4-7E919C419EEE}"/>
          </ac:picMkLst>
        </pc:picChg>
      </pc:sldChg>
      <pc:sldChg chg="addSp delSp modSp add mod ord">
        <pc:chgData name="Geng, Baocheng" userId="b4253f3e-c40b-4a70-8207-93818653a34c" providerId="ADAL" clId="{3F9D5346-BFE3-4DFC-B0AD-3A2DDA701735}" dt="2023-02-27T21:30:36.983" v="744" actId="1076"/>
        <pc:sldMkLst>
          <pc:docMk/>
          <pc:sldMk cId="1411334702" sldId="361"/>
        </pc:sldMkLst>
        <pc:spChg chg="del">
          <ac:chgData name="Geng, Baocheng" userId="b4253f3e-c40b-4a70-8207-93818653a34c" providerId="ADAL" clId="{3F9D5346-BFE3-4DFC-B0AD-3A2DDA701735}" dt="2023-02-27T21:30:28.622" v="740" actId="478"/>
          <ac:spMkLst>
            <pc:docMk/>
            <pc:sldMk cId="1411334702" sldId="361"/>
            <ac:spMk id="13" creationId="{00000000-0000-0000-0000-000000000000}"/>
          </ac:spMkLst>
        </pc:spChg>
        <pc:picChg chg="add mod">
          <ac:chgData name="Geng, Baocheng" userId="b4253f3e-c40b-4a70-8207-93818653a34c" providerId="ADAL" clId="{3F9D5346-BFE3-4DFC-B0AD-3A2DDA701735}" dt="2023-02-27T21:30:35.617" v="743" actId="1076"/>
          <ac:picMkLst>
            <pc:docMk/>
            <pc:sldMk cId="1411334702" sldId="361"/>
            <ac:picMk id="4" creationId="{8546FFEC-6002-2F7D-14E0-D6D758070E27}"/>
          </ac:picMkLst>
        </pc:picChg>
        <pc:picChg chg="add mod">
          <ac:chgData name="Geng, Baocheng" userId="b4253f3e-c40b-4a70-8207-93818653a34c" providerId="ADAL" clId="{3F9D5346-BFE3-4DFC-B0AD-3A2DDA701735}" dt="2023-02-27T21:30:36.983" v="744" actId="1076"/>
          <ac:picMkLst>
            <pc:docMk/>
            <pc:sldMk cId="1411334702" sldId="361"/>
            <ac:picMk id="6" creationId="{2BE131D3-B622-27BD-13AF-48D3D2AF7F38}"/>
          </ac:picMkLst>
        </pc:picChg>
        <pc:picChg chg="mod">
          <ac:chgData name="Geng, Baocheng" userId="b4253f3e-c40b-4a70-8207-93818653a34c" providerId="ADAL" clId="{3F9D5346-BFE3-4DFC-B0AD-3A2DDA701735}" dt="2023-02-27T21:30:34.397" v="742" actId="1076"/>
          <ac:picMkLst>
            <pc:docMk/>
            <pc:sldMk cId="1411334702" sldId="361"/>
            <ac:picMk id="15" creationId="{D332364F-039B-543F-4B0B-C34062A29A8C}"/>
          </ac:picMkLst>
        </pc:picChg>
        <pc:picChg chg="del">
          <ac:chgData name="Geng, Baocheng" userId="b4253f3e-c40b-4a70-8207-93818653a34c" providerId="ADAL" clId="{3F9D5346-BFE3-4DFC-B0AD-3A2DDA701735}" dt="2023-02-27T21:30:03.998" v="727" actId="478"/>
          <ac:picMkLst>
            <pc:docMk/>
            <pc:sldMk cId="1411334702" sldId="361"/>
            <ac:picMk id="17" creationId="{9CA31EB6-14B7-480F-EA9F-9D1D0DFF5C53}"/>
          </ac:picMkLst>
        </pc:picChg>
        <pc:picChg chg="del">
          <ac:chgData name="Geng, Baocheng" userId="b4253f3e-c40b-4a70-8207-93818653a34c" providerId="ADAL" clId="{3F9D5346-BFE3-4DFC-B0AD-3A2DDA701735}" dt="2023-02-27T21:30:03.495" v="726" actId="478"/>
          <ac:picMkLst>
            <pc:docMk/>
            <pc:sldMk cId="1411334702" sldId="361"/>
            <ac:picMk id="19" creationId="{BF05CDD2-58A7-A20E-35B4-7E919C419EEE}"/>
          </ac:picMkLst>
        </pc:picChg>
      </pc:sldChg>
      <pc:sldChg chg="add">
        <pc:chgData name="Geng, Baocheng" userId="b4253f3e-c40b-4a70-8207-93818653a34c" providerId="ADAL" clId="{3F9D5346-BFE3-4DFC-B0AD-3A2DDA701735}" dt="2023-02-27T21:38:45.117" v="836"/>
        <pc:sldMkLst>
          <pc:docMk/>
          <pc:sldMk cId="535313770" sldId="362"/>
        </pc:sldMkLst>
      </pc:sldChg>
      <pc:sldChg chg="delSp add mod">
        <pc:chgData name="Geng, Baocheng" userId="b4253f3e-c40b-4a70-8207-93818653a34c" providerId="ADAL" clId="{3F9D5346-BFE3-4DFC-B0AD-3A2DDA701735}" dt="2023-02-27T21:43:01.619" v="858" actId="478"/>
        <pc:sldMkLst>
          <pc:docMk/>
          <pc:sldMk cId="699811667" sldId="363"/>
        </pc:sldMkLst>
        <pc:spChg chg="del">
          <ac:chgData name="Geng, Baocheng" userId="b4253f3e-c40b-4a70-8207-93818653a34c" providerId="ADAL" clId="{3F9D5346-BFE3-4DFC-B0AD-3A2DDA701735}" dt="2023-02-27T21:42:57.368" v="857" actId="478"/>
          <ac:spMkLst>
            <pc:docMk/>
            <pc:sldMk cId="699811667" sldId="363"/>
            <ac:spMk id="9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43:01.619" v="858" actId="478"/>
          <ac:spMkLst>
            <pc:docMk/>
            <pc:sldMk cId="699811667" sldId="363"/>
            <ac:spMk id="10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42:57.368" v="857" actId="478"/>
          <ac:spMkLst>
            <pc:docMk/>
            <pc:sldMk cId="699811667" sldId="363"/>
            <ac:spMk id="12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42:57.368" v="857" actId="478"/>
          <ac:spMkLst>
            <pc:docMk/>
            <pc:sldMk cId="699811667" sldId="363"/>
            <ac:spMk id="13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42:57.368" v="857" actId="478"/>
          <ac:spMkLst>
            <pc:docMk/>
            <pc:sldMk cId="699811667" sldId="363"/>
            <ac:spMk id="14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42:57.368" v="857" actId="478"/>
          <ac:spMkLst>
            <pc:docMk/>
            <pc:sldMk cId="699811667" sldId="363"/>
            <ac:spMk id="16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42:57.368" v="857" actId="478"/>
          <ac:spMkLst>
            <pc:docMk/>
            <pc:sldMk cId="699811667" sldId="363"/>
            <ac:spMk id="17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42:57.368" v="857" actId="478"/>
          <ac:spMkLst>
            <pc:docMk/>
            <pc:sldMk cId="699811667" sldId="363"/>
            <ac:spMk id="18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42:57.368" v="857" actId="478"/>
          <ac:spMkLst>
            <pc:docMk/>
            <pc:sldMk cId="699811667" sldId="363"/>
            <ac:spMk id="19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42:57.368" v="857" actId="478"/>
          <ac:spMkLst>
            <pc:docMk/>
            <pc:sldMk cId="699811667" sldId="363"/>
            <ac:spMk id="21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42:57.368" v="857" actId="478"/>
          <ac:spMkLst>
            <pc:docMk/>
            <pc:sldMk cId="699811667" sldId="363"/>
            <ac:spMk id="22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42:57.368" v="857" actId="478"/>
          <ac:spMkLst>
            <pc:docMk/>
            <pc:sldMk cId="699811667" sldId="363"/>
            <ac:spMk id="23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42:57.368" v="857" actId="478"/>
          <ac:spMkLst>
            <pc:docMk/>
            <pc:sldMk cId="699811667" sldId="363"/>
            <ac:spMk id="24" creationId="{00000000-0000-0000-0000-000000000000}"/>
          </ac:spMkLst>
        </pc:spChg>
        <pc:picChg chg="del">
          <ac:chgData name="Geng, Baocheng" userId="b4253f3e-c40b-4a70-8207-93818653a34c" providerId="ADAL" clId="{3F9D5346-BFE3-4DFC-B0AD-3A2DDA701735}" dt="2023-02-27T21:42:57.368" v="857" actId="478"/>
          <ac:picMkLst>
            <pc:docMk/>
            <pc:sldMk cId="699811667" sldId="363"/>
            <ac:picMk id="7" creationId="{00000000-0000-0000-0000-000000000000}"/>
          </ac:picMkLst>
        </pc:picChg>
        <pc:picChg chg="del">
          <ac:chgData name="Geng, Baocheng" userId="b4253f3e-c40b-4a70-8207-93818653a34c" providerId="ADAL" clId="{3F9D5346-BFE3-4DFC-B0AD-3A2DDA701735}" dt="2023-02-27T21:42:57.368" v="857" actId="478"/>
          <ac:picMkLst>
            <pc:docMk/>
            <pc:sldMk cId="699811667" sldId="363"/>
            <ac:picMk id="11" creationId="{00000000-0000-0000-0000-000000000000}"/>
          </ac:picMkLst>
        </pc:picChg>
        <pc:picChg chg="del">
          <ac:chgData name="Geng, Baocheng" userId="b4253f3e-c40b-4a70-8207-93818653a34c" providerId="ADAL" clId="{3F9D5346-BFE3-4DFC-B0AD-3A2DDA701735}" dt="2023-02-27T21:42:57.368" v="857" actId="478"/>
          <ac:picMkLst>
            <pc:docMk/>
            <pc:sldMk cId="699811667" sldId="363"/>
            <ac:picMk id="15" creationId="{00000000-0000-0000-0000-000000000000}"/>
          </ac:picMkLst>
        </pc:picChg>
        <pc:picChg chg="del">
          <ac:chgData name="Geng, Baocheng" userId="b4253f3e-c40b-4a70-8207-93818653a34c" providerId="ADAL" clId="{3F9D5346-BFE3-4DFC-B0AD-3A2DDA701735}" dt="2023-02-27T21:42:57.368" v="857" actId="478"/>
          <ac:picMkLst>
            <pc:docMk/>
            <pc:sldMk cId="699811667" sldId="363"/>
            <ac:picMk id="20" creationId="{00000000-0000-0000-0000-000000000000}"/>
          </ac:picMkLst>
        </pc:picChg>
        <pc:picChg chg="del">
          <ac:chgData name="Geng, Baocheng" userId="b4253f3e-c40b-4a70-8207-93818653a34c" providerId="ADAL" clId="{3F9D5346-BFE3-4DFC-B0AD-3A2DDA701735}" dt="2023-02-27T21:43:01.619" v="858" actId="478"/>
          <ac:picMkLst>
            <pc:docMk/>
            <pc:sldMk cId="699811667" sldId="363"/>
            <ac:picMk id="32" creationId="{60AD30EB-3CBC-DF89-897F-B051FDE91575}"/>
          </ac:picMkLst>
        </pc:picChg>
        <pc:picChg chg="del">
          <ac:chgData name="Geng, Baocheng" userId="b4253f3e-c40b-4a70-8207-93818653a34c" providerId="ADAL" clId="{3F9D5346-BFE3-4DFC-B0AD-3A2DDA701735}" dt="2023-02-27T21:42:57.368" v="857" actId="478"/>
          <ac:picMkLst>
            <pc:docMk/>
            <pc:sldMk cId="699811667" sldId="363"/>
            <ac:picMk id="33" creationId="{C602B6B6-29E7-50F8-1DC6-3724B96E9CDE}"/>
          </ac:picMkLst>
        </pc:picChg>
        <pc:picChg chg="del">
          <ac:chgData name="Geng, Baocheng" userId="b4253f3e-c40b-4a70-8207-93818653a34c" providerId="ADAL" clId="{3F9D5346-BFE3-4DFC-B0AD-3A2DDA701735}" dt="2023-02-27T21:42:57.368" v="857" actId="478"/>
          <ac:picMkLst>
            <pc:docMk/>
            <pc:sldMk cId="699811667" sldId="363"/>
            <ac:picMk id="34" creationId="{D80CB966-6536-9760-E017-1011F48494B4}"/>
          </ac:picMkLst>
        </pc:picChg>
        <pc:picChg chg="del">
          <ac:chgData name="Geng, Baocheng" userId="b4253f3e-c40b-4a70-8207-93818653a34c" providerId="ADAL" clId="{3F9D5346-BFE3-4DFC-B0AD-3A2DDA701735}" dt="2023-02-27T21:42:57.368" v="857" actId="478"/>
          <ac:picMkLst>
            <pc:docMk/>
            <pc:sldMk cId="699811667" sldId="363"/>
            <ac:picMk id="35" creationId="{1638A272-62A7-483F-01EE-065C8FC3CAFB}"/>
          </ac:picMkLst>
        </pc:picChg>
      </pc:sldChg>
      <pc:sldChg chg="delSp add mod">
        <pc:chgData name="Geng, Baocheng" userId="b4253f3e-c40b-4a70-8207-93818653a34c" providerId="ADAL" clId="{3F9D5346-BFE3-4DFC-B0AD-3A2DDA701735}" dt="2023-02-27T21:43:10.211" v="859" actId="478"/>
        <pc:sldMkLst>
          <pc:docMk/>
          <pc:sldMk cId="1189327197" sldId="364"/>
        </pc:sldMkLst>
        <pc:spChg chg="del">
          <ac:chgData name="Geng, Baocheng" userId="b4253f3e-c40b-4a70-8207-93818653a34c" providerId="ADAL" clId="{3F9D5346-BFE3-4DFC-B0AD-3A2DDA701735}" dt="2023-02-27T21:43:10.211" v="859" actId="478"/>
          <ac:spMkLst>
            <pc:docMk/>
            <pc:sldMk cId="1189327197" sldId="364"/>
            <ac:spMk id="13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43:10.211" v="859" actId="478"/>
          <ac:spMkLst>
            <pc:docMk/>
            <pc:sldMk cId="1189327197" sldId="364"/>
            <ac:spMk id="14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43:10.211" v="859" actId="478"/>
          <ac:spMkLst>
            <pc:docMk/>
            <pc:sldMk cId="1189327197" sldId="364"/>
            <ac:spMk id="16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43:10.211" v="859" actId="478"/>
          <ac:spMkLst>
            <pc:docMk/>
            <pc:sldMk cId="1189327197" sldId="364"/>
            <ac:spMk id="17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43:10.211" v="859" actId="478"/>
          <ac:spMkLst>
            <pc:docMk/>
            <pc:sldMk cId="1189327197" sldId="364"/>
            <ac:spMk id="18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43:10.211" v="859" actId="478"/>
          <ac:spMkLst>
            <pc:docMk/>
            <pc:sldMk cId="1189327197" sldId="364"/>
            <ac:spMk id="19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43:10.211" v="859" actId="478"/>
          <ac:spMkLst>
            <pc:docMk/>
            <pc:sldMk cId="1189327197" sldId="364"/>
            <ac:spMk id="21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43:10.211" v="859" actId="478"/>
          <ac:spMkLst>
            <pc:docMk/>
            <pc:sldMk cId="1189327197" sldId="364"/>
            <ac:spMk id="22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43:10.211" v="859" actId="478"/>
          <ac:spMkLst>
            <pc:docMk/>
            <pc:sldMk cId="1189327197" sldId="364"/>
            <ac:spMk id="23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43:10.211" v="859" actId="478"/>
          <ac:spMkLst>
            <pc:docMk/>
            <pc:sldMk cId="1189327197" sldId="364"/>
            <ac:spMk id="24" creationId="{00000000-0000-0000-0000-000000000000}"/>
          </ac:spMkLst>
        </pc:spChg>
        <pc:picChg chg="del">
          <ac:chgData name="Geng, Baocheng" userId="b4253f3e-c40b-4a70-8207-93818653a34c" providerId="ADAL" clId="{3F9D5346-BFE3-4DFC-B0AD-3A2DDA701735}" dt="2023-02-27T21:43:10.211" v="859" actId="478"/>
          <ac:picMkLst>
            <pc:docMk/>
            <pc:sldMk cId="1189327197" sldId="364"/>
            <ac:picMk id="11" creationId="{00000000-0000-0000-0000-000000000000}"/>
          </ac:picMkLst>
        </pc:picChg>
        <pc:picChg chg="del">
          <ac:chgData name="Geng, Baocheng" userId="b4253f3e-c40b-4a70-8207-93818653a34c" providerId="ADAL" clId="{3F9D5346-BFE3-4DFC-B0AD-3A2DDA701735}" dt="2023-02-27T21:43:10.211" v="859" actId="478"/>
          <ac:picMkLst>
            <pc:docMk/>
            <pc:sldMk cId="1189327197" sldId="364"/>
            <ac:picMk id="15" creationId="{00000000-0000-0000-0000-000000000000}"/>
          </ac:picMkLst>
        </pc:picChg>
        <pc:picChg chg="del">
          <ac:chgData name="Geng, Baocheng" userId="b4253f3e-c40b-4a70-8207-93818653a34c" providerId="ADAL" clId="{3F9D5346-BFE3-4DFC-B0AD-3A2DDA701735}" dt="2023-02-27T21:43:10.211" v="859" actId="478"/>
          <ac:picMkLst>
            <pc:docMk/>
            <pc:sldMk cId="1189327197" sldId="364"/>
            <ac:picMk id="20" creationId="{00000000-0000-0000-0000-000000000000}"/>
          </ac:picMkLst>
        </pc:picChg>
        <pc:picChg chg="del">
          <ac:chgData name="Geng, Baocheng" userId="b4253f3e-c40b-4a70-8207-93818653a34c" providerId="ADAL" clId="{3F9D5346-BFE3-4DFC-B0AD-3A2DDA701735}" dt="2023-02-27T21:43:10.211" v="859" actId="478"/>
          <ac:picMkLst>
            <pc:docMk/>
            <pc:sldMk cId="1189327197" sldId="364"/>
            <ac:picMk id="33" creationId="{C602B6B6-29E7-50F8-1DC6-3724B96E9CDE}"/>
          </ac:picMkLst>
        </pc:picChg>
        <pc:picChg chg="del">
          <ac:chgData name="Geng, Baocheng" userId="b4253f3e-c40b-4a70-8207-93818653a34c" providerId="ADAL" clId="{3F9D5346-BFE3-4DFC-B0AD-3A2DDA701735}" dt="2023-02-27T21:43:10.211" v="859" actId="478"/>
          <ac:picMkLst>
            <pc:docMk/>
            <pc:sldMk cId="1189327197" sldId="364"/>
            <ac:picMk id="34" creationId="{D80CB966-6536-9760-E017-1011F48494B4}"/>
          </ac:picMkLst>
        </pc:picChg>
        <pc:picChg chg="del">
          <ac:chgData name="Geng, Baocheng" userId="b4253f3e-c40b-4a70-8207-93818653a34c" providerId="ADAL" clId="{3F9D5346-BFE3-4DFC-B0AD-3A2DDA701735}" dt="2023-02-27T21:43:10.211" v="859" actId="478"/>
          <ac:picMkLst>
            <pc:docMk/>
            <pc:sldMk cId="1189327197" sldId="364"/>
            <ac:picMk id="35" creationId="{1638A272-62A7-483F-01EE-065C8FC3CAFB}"/>
          </ac:picMkLst>
        </pc:picChg>
      </pc:sldChg>
      <pc:sldChg chg="delSp add mod">
        <pc:chgData name="Geng, Baocheng" userId="b4253f3e-c40b-4a70-8207-93818653a34c" providerId="ADAL" clId="{3F9D5346-BFE3-4DFC-B0AD-3A2DDA701735}" dt="2023-02-27T21:43:30.517" v="860" actId="478"/>
        <pc:sldMkLst>
          <pc:docMk/>
          <pc:sldMk cId="3288848465" sldId="365"/>
        </pc:sldMkLst>
        <pc:spChg chg="del">
          <ac:chgData name="Geng, Baocheng" userId="b4253f3e-c40b-4a70-8207-93818653a34c" providerId="ADAL" clId="{3F9D5346-BFE3-4DFC-B0AD-3A2DDA701735}" dt="2023-02-27T21:43:30.517" v="860" actId="478"/>
          <ac:spMkLst>
            <pc:docMk/>
            <pc:sldMk cId="3288848465" sldId="365"/>
            <ac:spMk id="21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43:30.517" v="860" actId="478"/>
          <ac:spMkLst>
            <pc:docMk/>
            <pc:sldMk cId="3288848465" sldId="365"/>
            <ac:spMk id="23" creationId="{00000000-0000-0000-0000-000000000000}"/>
          </ac:spMkLst>
        </pc:spChg>
        <pc:spChg chg="del">
          <ac:chgData name="Geng, Baocheng" userId="b4253f3e-c40b-4a70-8207-93818653a34c" providerId="ADAL" clId="{3F9D5346-BFE3-4DFC-B0AD-3A2DDA701735}" dt="2023-02-27T21:43:30.517" v="860" actId="478"/>
          <ac:spMkLst>
            <pc:docMk/>
            <pc:sldMk cId="3288848465" sldId="365"/>
            <ac:spMk id="24" creationId="{00000000-0000-0000-0000-000000000000}"/>
          </ac:spMkLst>
        </pc:spChg>
        <pc:picChg chg="del">
          <ac:chgData name="Geng, Baocheng" userId="b4253f3e-c40b-4a70-8207-93818653a34c" providerId="ADAL" clId="{3F9D5346-BFE3-4DFC-B0AD-3A2DDA701735}" dt="2023-02-27T21:43:30.517" v="860" actId="478"/>
          <ac:picMkLst>
            <pc:docMk/>
            <pc:sldMk cId="3288848465" sldId="365"/>
            <ac:picMk id="20" creationId="{00000000-0000-0000-0000-000000000000}"/>
          </ac:picMkLst>
        </pc:picChg>
        <pc:picChg chg="del">
          <ac:chgData name="Geng, Baocheng" userId="b4253f3e-c40b-4a70-8207-93818653a34c" providerId="ADAL" clId="{3F9D5346-BFE3-4DFC-B0AD-3A2DDA701735}" dt="2023-02-27T21:43:30.517" v="860" actId="478"/>
          <ac:picMkLst>
            <pc:docMk/>
            <pc:sldMk cId="3288848465" sldId="365"/>
            <ac:picMk id="35" creationId="{1638A272-62A7-483F-01EE-065C8FC3CAFB}"/>
          </ac:picMkLst>
        </pc:picChg>
      </pc:sldChg>
      <pc:sldChg chg="add">
        <pc:chgData name="Geng, Baocheng" userId="b4253f3e-c40b-4a70-8207-93818653a34c" providerId="ADAL" clId="{3F9D5346-BFE3-4DFC-B0AD-3A2DDA701735}" dt="2023-02-27T21:42:42.423" v="854" actId="2890"/>
        <pc:sldMkLst>
          <pc:docMk/>
          <pc:sldMk cId="1147304112" sldId="366"/>
        </pc:sldMkLst>
      </pc:sldChg>
      <pc:sldChg chg="del">
        <pc:chgData name="Geng, Baocheng" userId="b4253f3e-c40b-4a70-8207-93818653a34c" providerId="ADAL" clId="{3F9D5346-BFE3-4DFC-B0AD-3A2DDA701735}" dt="2023-02-28T15:39:36.994" v="876" actId="47"/>
        <pc:sldMkLst>
          <pc:docMk/>
          <pc:sldMk cId="1911033079" sldId="367"/>
        </pc:sldMkLst>
      </pc:sldChg>
      <pc:sldChg chg="del">
        <pc:chgData name="Geng, Baocheng" userId="b4253f3e-c40b-4a70-8207-93818653a34c" providerId="ADAL" clId="{3F9D5346-BFE3-4DFC-B0AD-3A2DDA701735}" dt="2023-02-28T15:39:36.050" v="875" actId="47"/>
        <pc:sldMkLst>
          <pc:docMk/>
          <pc:sldMk cId="592933374" sldId="368"/>
        </pc:sldMkLst>
      </pc:sldChg>
    </pc:docChg>
  </pc:docChgLst>
  <pc:docChgLst>
    <pc:chgData name="Geng, Baocheng" userId="b4253f3e-c40b-4a70-8207-93818653a34c" providerId="ADAL" clId="{4BC9B64F-428C-4F1F-AF7D-ED54CAEE9298}"/>
    <pc:docChg chg="modSld">
      <pc:chgData name="Geng, Baocheng" userId="b4253f3e-c40b-4a70-8207-93818653a34c" providerId="ADAL" clId="{4BC9B64F-428C-4F1F-AF7D-ED54CAEE9298}" dt="2023-02-28T15:43:06.246" v="1" actId="20577"/>
      <pc:docMkLst>
        <pc:docMk/>
      </pc:docMkLst>
      <pc:sldChg chg="modSp mod">
        <pc:chgData name="Geng, Baocheng" userId="b4253f3e-c40b-4a70-8207-93818653a34c" providerId="ADAL" clId="{4BC9B64F-428C-4F1F-AF7D-ED54CAEE9298}" dt="2023-02-28T15:43:06.246" v="1" actId="20577"/>
        <pc:sldMkLst>
          <pc:docMk/>
          <pc:sldMk cId="0" sldId="256"/>
        </pc:sldMkLst>
        <pc:spChg chg="mod">
          <ac:chgData name="Geng, Baocheng" userId="b4253f3e-c40b-4a70-8207-93818653a34c" providerId="ADAL" clId="{4BC9B64F-428C-4F1F-AF7D-ED54CAEE9298}" dt="2023-02-28T15:43:06.246" v="1" actId="20577"/>
          <ac:spMkLst>
            <pc:docMk/>
            <pc:sldMk cId="0" sldId="256"/>
            <ac:spMk id="7" creationId="{00000000-0000-0000-0000-000000000000}"/>
          </ac:spMkLst>
        </pc:spChg>
      </pc:sldChg>
    </pc:docChg>
  </pc:docChgLst>
  <pc:docChgLst>
    <pc:chgData name="Geng, Baocheng" userId="S::bgeng@uab.edu::b4253f3e-c40b-4a70-8207-93818653a34c" providerId="AD" clId="Web-{3F2F14CC-3426-42CF-ADD0-87F91224EFF9}"/>
    <pc:docChg chg="addSld delSld modSld sldOrd">
      <pc:chgData name="Geng, Baocheng" userId="S::bgeng@uab.edu::b4253f3e-c40b-4a70-8207-93818653a34c" providerId="AD" clId="Web-{3F2F14CC-3426-42CF-ADD0-87F91224EFF9}" dt="2023-02-28T13:38:49.278" v="334" actId="20577"/>
      <pc:docMkLst>
        <pc:docMk/>
      </pc:docMkLst>
      <pc:sldChg chg="del">
        <pc:chgData name="Geng, Baocheng" userId="S::bgeng@uab.edu::b4253f3e-c40b-4a70-8207-93818653a34c" providerId="AD" clId="Web-{3F2F14CC-3426-42CF-ADD0-87F91224EFF9}" dt="2023-02-28T13:35:08.536" v="331"/>
        <pc:sldMkLst>
          <pc:docMk/>
          <pc:sldMk cId="0" sldId="296"/>
        </pc:sldMkLst>
      </pc:sldChg>
      <pc:sldChg chg="del">
        <pc:chgData name="Geng, Baocheng" userId="S::bgeng@uab.edu::b4253f3e-c40b-4a70-8207-93818653a34c" providerId="AD" clId="Web-{3F2F14CC-3426-42CF-ADD0-87F91224EFF9}" dt="2023-02-28T13:36:46.509" v="332"/>
        <pc:sldMkLst>
          <pc:docMk/>
          <pc:sldMk cId="0" sldId="313"/>
        </pc:sldMkLst>
      </pc:sldChg>
      <pc:sldChg chg="modSp">
        <pc:chgData name="Geng, Baocheng" userId="S::bgeng@uab.edu::b4253f3e-c40b-4a70-8207-93818653a34c" providerId="AD" clId="Web-{3F2F14CC-3426-42CF-ADD0-87F91224EFF9}" dt="2023-02-28T13:38:49.278" v="334" actId="20577"/>
        <pc:sldMkLst>
          <pc:docMk/>
          <pc:sldMk cId="0" sldId="341"/>
        </pc:sldMkLst>
        <pc:spChg chg="mod">
          <ac:chgData name="Geng, Baocheng" userId="S::bgeng@uab.edu::b4253f3e-c40b-4a70-8207-93818653a34c" providerId="AD" clId="Web-{3F2F14CC-3426-42CF-ADD0-87F91224EFF9}" dt="2023-02-28T13:38:49.278" v="334" actId="20577"/>
          <ac:spMkLst>
            <pc:docMk/>
            <pc:sldMk cId="0" sldId="341"/>
            <ac:spMk id="2" creationId="{00000000-0000-0000-0000-000000000000}"/>
          </ac:spMkLst>
        </pc:spChg>
      </pc:sldChg>
      <pc:sldChg chg="addSp modSp new">
        <pc:chgData name="Geng, Baocheng" userId="S::bgeng@uab.edu::b4253f3e-c40b-4a70-8207-93818653a34c" providerId="AD" clId="Web-{3F2F14CC-3426-42CF-ADD0-87F91224EFF9}" dt="2023-02-28T12:27:54.564" v="330" actId="20577"/>
        <pc:sldMkLst>
          <pc:docMk/>
          <pc:sldMk cId="1911033079" sldId="367"/>
        </pc:sldMkLst>
        <pc:spChg chg="mod">
          <ac:chgData name="Geng, Baocheng" userId="S::bgeng@uab.edu::b4253f3e-c40b-4a70-8207-93818653a34c" providerId="AD" clId="Web-{3F2F14CC-3426-42CF-ADD0-87F91224EFF9}" dt="2023-02-28T12:20:04.749" v="34" actId="20577"/>
          <ac:spMkLst>
            <pc:docMk/>
            <pc:sldMk cId="1911033079" sldId="367"/>
            <ac:spMk id="2" creationId="{9B7439C6-94F9-E643-27CC-BC29BCC423C6}"/>
          </ac:spMkLst>
        </pc:spChg>
        <pc:spChg chg="add mod">
          <ac:chgData name="Geng, Baocheng" userId="S::bgeng@uab.edu::b4253f3e-c40b-4a70-8207-93818653a34c" providerId="AD" clId="Web-{3F2F14CC-3426-42CF-ADD0-87F91224EFF9}" dt="2023-02-28T12:27:54.564" v="330" actId="20577"/>
          <ac:spMkLst>
            <pc:docMk/>
            <pc:sldMk cId="1911033079" sldId="367"/>
            <ac:spMk id="3" creationId="{A730EDE6-582A-3194-237F-EFC3C697CE5E}"/>
          </ac:spMkLst>
        </pc:spChg>
      </pc:sldChg>
      <pc:sldChg chg="addSp modSp add ord replId">
        <pc:chgData name="Geng, Baocheng" userId="S::bgeng@uab.edu::b4253f3e-c40b-4a70-8207-93818653a34c" providerId="AD" clId="Web-{3F2F14CC-3426-42CF-ADD0-87F91224EFF9}" dt="2023-02-28T12:22:41.599" v="143" actId="14100"/>
        <pc:sldMkLst>
          <pc:docMk/>
          <pc:sldMk cId="592933374" sldId="368"/>
        </pc:sldMkLst>
        <pc:spChg chg="mod">
          <ac:chgData name="Geng, Baocheng" userId="S::bgeng@uab.edu::b4253f3e-c40b-4a70-8207-93818653a34c" providerId="AD" clId="Web-{3F2F14CC-3426-42CF-ADD0-87F91224EFF9}" dt="2023-02-28T12:20:14.281" v="36" actId="20577"/>
          <ac:spMkLst>
            <pc:docMk/>
            <pc:sldMk cId="592933374" sldId="368"/>
            <ac:spMk id="2" creationId="{9B7439C6-94F9-E643-27CC-BC29BCC423C6}"/>
          </ac:spMkLst>
        </pc:spChg>
        <pc:spChg chg="add mod">
          <ac:chgData name="Geng, Baocheng" userId="S::bgeng@uab.edu::b4253f3e-c40b-4a70-8207-93818653a34c" providerId="AD" clId="Web-{3F2F14CC-3426-42CF-ADD0-87F91224EFF9}" dt="2023-02-28T12:22:41.599" v="143" actId="14100"/>
          <ac:spMkLst>
            <pc:docMk/>
            <pc:sldMk cId="592933374" sldId="368"/>
            <ac:spMk id="3" creationId="{E01BB11D-7D27-1CC3-36A3-97F3F24D63EB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3-05T19:28:39.8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9645 2546 1287 0,'0'0'43'0,"0"0"-21"15,0 0 12-15,0 0-14 0,0 0 10 0,0 0-5 0,0 0 17 16,0 0-8-16,0 0 78 0,0 0-17 0,0 0 0 0,0 0-8 15,0 0-20-15,0 0-2 0,0 1-3 0,0-1-1 16,0 1-28-16,0-1 0 0,2 18-8 16,-2-18 4-16,0 0-11 0,0 1 1 0,17 11-2 15,-17-12 1-15,1 0-5 0,16 7 8 0,-17-7-3 0,1 0 6 16,23 5 4-16,-16-3 3 0,1-1 4 16,1 0-3-16,0 0 1 0,0 0-8 0,0 1-3 15,2-2-2-15,1 1-8 0,0 0-3 0,2-1-2 0,2 1-1 16,1-1-5-16,2 0-2 0,2 0 1 0,-2-1-3 15,-1 1 7-15,0 0-7 0,-1-1 6 0,-2 1-6 16,0-1 6-16,0 1 3 0,-1 0-1 0,2 0 1 16,-1 0 1-16,-1 0 6 0,0 1-4 0,0 0 4 15,-2 0-1-15,-1 0-6 16,0 1 2-16,-4 0-4 0,1 0 5 0,-1 0-4 16,-1 1 3-16,0-1-4 0,-7-2-2 0,0 0 7 0,1 0-2 15,17 8 4-15,-18-8-3 0,0 0 2 0,0 0 0 16,1 0 0-16,-1 0 0 0,1 0-4 0,15 4 2 15,-16-4-4-15,0 0-19 0,0 0-79 0,0 0-1 0,0 0-31 16,1-1-55-16,-1 1-73 0,0-1-23 0,1 1-40 16,6-19-307-16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3-05T19:29:48.51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5610 3926 440 0,'0'0'308'0,"0"0"-107"0,0 0 158 0,-1 0-214 0,1-1-13 15,-1 1-2-15,1-1-16 0,0 1-5 0,-1-1 0 16,0 1-22-16,-19-13-16 0,20 13-1 0,0 0-5 16,0 0-7-16,0 0-3 0,0 0-4 0,0 0 0 0,0 0-15 15,0 0 4-15,0 0-3 0,1 0 3 16,0 0-5-16,15-4-4 0,-16 4 1 0,1 0-2 16,-1 0 1-16,20-2 2 0,-20 2-1 0,1 0 1 0,20-1-4 15,-12 1-1-15,0-1-3 0,2 1 3 0,0-2 5 0,1 0-11 16,1 1 4-16,0-1-8 0,-1 1-2 15,3-2-2-15,-1 1 3 0,0-1-1 0,1 0-2 0,-1 2 0 16,0-3-2-16,-2 1 3 0,1 1 9 16,1-2-7-16,1 1-1 0,-1 1-3 0,2-1-3 0,-1 1 3 15,0 1-1-15,-2 0 0 0,-1 0-7 16,0 0-2-16,-2 0 6 16,-2 1-4-16,1 0 6 0,-3 1-6 0,1-1 0 0,-7 0-2 0,0 0 7 0,1 0 2 15,16 2-3-15,-17-2 3 16,0 0 3-16,0 0-4 0,1 0 3 0,0 0-4 0,-1 0 3 15,16 7-1-15,-16-7-2 0,0 0 0 0,0 0-2 16,0 0 8-16,0 0-2 0,0 0 1 0,0 0-38 16,0 0-78-16,0 0-11 0,0 0-29 15,-1 0-100-15,1 0-106 0,-18 1-39 0,18-1-58 16,-1 0-472-16</inkml:trace>
  <inkml:trace contextRef="#ctx0" brushRef="#br1" timeOffset="4031.31">6856 3947 459 0,'0'0'560'15,"0"0"-236"-15,-1 0 292 0,0 0-578 0,1 0 5 16,0 0 3-16,0 0 29 0,-1 0-3 0,1 0 10 15,0 0-5-15,-1 0-4 0,1 0 4 0,0 0-4 16,0 0-4-16,0 0-7 0,0 0-2 0,0 0-1 0,0-1-3 0,1 1-7 16,17-15-5-16,-18 15 0 0,0 0-6 0,20-8-2 15,-20 8 8 1,15-6-5-16,-5 4 12 0,-2-2-12 0,1 1-1 0,1-1-4 16,1 1-10-16,1-1-2 0,1 1-3 0,2 0 2 0,-1-1 1 15,2 1-11-15,0 0 5 0,0-1-7 0,0 0 4 0,0 1-2 16,1 1-1-16,-2-1 0 15,0 2 2-15,-2-1-3 0,0 1 1 0,1-1-3 16,0 0-2-16,-1 0-2 0,0 1 2 0,1 0-2 16,-1-1 5-16,-2 1 0 0,0 0-5 0,-2 0 3 15,-1 1-2-15,0-1-1 0,-1-1 4 0,-1 1-5 16,-6 1 2-16,0 0-1 0,0 0 3 0,1 0-3 0,-1 0 6 0,1 0-12 16,0 0-15-16,-1 0-4 15,0 0-84-15,1 0-71 0,-1-1-2 0,0 1-28 0,1-16-47 16,-1 16-77-16,0-1-40 0</inkml:trace>
  <inkml:trace contextRef="#ctx0" brushRef="#br1" timeOffset="4802.1">5546 3973 1644 0,'0'0'46'0,"0"0"-29"16,0 0 9-16,0 0-2 0,0 0 7 0,0 0 25 0,0 0-2 15,0 0 7-15,0 0-6 0,0 0-6 0,0 0-1 16,0 0-1-16,0-1-1 0,0 1 20 0,1-1-4 16,15-13 9-16,-16 14-16 0,0 0-7 15,1 0 0-15,0-1 0 0,17-11 5 0,-18 12-10 16,0 0-1-16,0 0-3 0,0 0-5 0,1-1-5 16,16-9 2-16,-17 10-3 0,0 0-1 0,0 0 3 15,1 0-6-15,-1 0 3 0,17-8-7 0,-17 8-1 16,1 0 2-16,-1 0-2 0,18-6-3 0,-18 6-3 15,0 0-3-15,24-4 1 0,-14 3-9 0,0 0 3 16,1-1 3-16,0 1-1 0,2 0 1 0,0 0 0 16,2 0-4-16,-1 0 3 0,1-1-1 0,1 1-5 15,-2 1 9-15,1-1-6 0,0 0 24 0,-1-1-2 16,2 1 0-16,2-1-1 0,-1 1-5 0,3 0-5 0,-2-1-1 16,1 0-1-16,-1 1 4 0,-1-2-3 15,0 2 3-15,-1-1-2 0,-1 1 4 0,-2-1-4 16,-1-1 2-16,1 3-3 0,-1-4 5 0,1 2-5 15,0 0-3-15,-2-1 1 0,1 2 7 0,-2-1-6 16,0 0 9-16,-2 0-8 0,-1 2 0 0,1-2-3 16,-1 1-2-16,-1-2 1 0,0 1 5 0,-6 2-3 15,1 0-2-15,-1 0-2 0,16-5-4 0,-16 5-1 16,0 0 1-16,1 0 0 0,-1 0 3 0,0 0-7 16,1 0 2-16,-1 0-3 0,0 0-2 0,1 0 5 15,-1 0 0-15,1 0 2 0,-1 0 1 0,1 0-58 16,0 0-21-16,-1 0-25 0,0 0-166 0,0 0-206 15,0 0-164-15</inkml:trace>
  <inkml:trace contextRef="#ctx0" brushRef="#br1" timeOffset="16170.19">3338 5864 721 0,'-5'1'529'0,"5"-1"-210"0,0 0 271 16,-1 0-519-16,1 0-24 0,0 0-16 15,-1 0-25-15,0 0 1 0,1 0-2 0,0 0-3 16,-17 2-1-16,17-2-2 0,0 0 2 0,0 0 4 16,0 0-6-16,0 0 1 0,0 0-3 0,0 0 16 0,0 0 32 15,0 1 6-15,0-1 9 0,0 1 15 0,-6 16-11 16,6-17-1-16,0 1-4 0,0-1-9 0,2 20-14 15,-1-12-2-15,1 1-5 0,0 2-10 0,-1 0-9 16,0 2 1-16,1 1-4 16,-2 3 1-16,0 2-4 0,-2 3 4 0,0 3-4 15,0 0 5-15,-1 2-5 0,0-2-1 0,1 0-1 16,0-1 1-16,0-2-2 0,1 0 3 0,0-1-3 0,0 0 3 16,1-2 1-16,0-1-3 0,0-3 2 15,0 0-4-15,1-3 1 0,0-2 5 0,0-2-1 0,-1-8 8 0,0 0-18 16,0 1-9-16,0-1-7 0,0 1-60 15,0-1-48-15,0 1-12 0,0-1-16 0,5-4-67 16,-3-6-74-16,0-4-12 0,1-2-51 16,1-2-333-16</inkml:trace>
  <inkml:trace contextRef="#ctx0" brushRef="#br1" timeOffset="16477.05">3327 5886 892 0,'-5'-10'142'0,"1"3"132"16,1 0 33-16,-2 1-91 0,2 2-48 0,3 4-37 15,0-1-8-15,-1 1-10 0,0-1-33 0,1 1-18 16,0-1-4-16,0 1-7 0,-1 0-28 16,0-1 0-16,1 1-2 0,0 0 2 0,0 0-8 0,0 0-9 15,0 0 0-15,21-7-4 0,-11 7 0 0,0 0 3 16,1 2-2-16,-1 0 2 0,1 0-5 0,-1 0 2 16,-1 2-3-16,1-1 1 0,-2 1 1 0,0 0-1 15,0 1 1-15,0-1-1 0,-2 1-1 0,1-1 6 16,2 1 0-16,-3-1 3 15,0 0 1-15,-6-4 11 0,0 0 1 0,1 1 5 0,7 18 11 16,-8-19-10-16,0 0-1 0,-6 18-3 0,2-10-4 16,-2 0-9-16,-1 0-1 0,2 0-2 0,-3-1 3 0,2 1-5 15,0-2 0-15,1 0-7 0,0-1-54 16,0-2-69-16,0 0-11 0,5-3-22 0,0 0-65 0,-1 1-118 16,0-1-35-16</inkml:trace>
  <inkml:trace contextRef="#ctx0" brushRef="#br1" timeOffset="16777.78">3711 5839 299 0,'0'0'54'0,"0"0"189"16,0 0-196-16,0 0 42 0,0 0-6 0,0-1 18 0,0 1 7 15,0-1-2-15,0 1 8 0,-1 0-6 0,0-1 12 16,-17-6 4-16,18 7 3 0,0 0 1 0,0 0 21 15,0 0-22-15,-17 4 1 0,17-4-10 0,0 0-15 16,0 0-27-16,0 0 1 0,-16 18-13 0,16-18-16 16,-7 16-2-16,4-6 3 0,-3 1-2 0,2 2-1 0,-1 1-8 15,1 0-3-15,-1 2-2 0,-1 1-11 0,0 0-7 16,1 2-3-16,0 0 0 0,1 1-5 16,0 1-7-16,0-1 0 0,3-1-3 0,0-1-3 15,2-3-1-15,0 0 1 0,1-2-2 0,0-1-10 0,3 0-12 16,-2-2 3-16,3-1-11 0,0-1-59 15,0-2-56-15,0 0-23 0,1-1-11 0,-1 0-99 0,1-1-123 16</inkml:trace>
  <inkml:trace contextRef="#ctx0" brushRef="#br1" timeOffset="17059.66">3886 5919 2364 0,'0'0'119'0,"0"0"-5"16,0-1 1-16,0 1 0 0,0-1 12 15,0 1-40-15,-1 0-3 0,-15-3-15 0,16 3-36 16,-1 1-16-16,1-1 0 0,-19 23-5 0,14-15-8 0,-1 3-1 16,-1 0-1-16,-1 0 0 0,1 3 2 0,-1 1-5 15,-2 4 2-15,0 1-2 0,0-1 7 0,0 1-8 16,-1-2 3-16,0 1-5 0,1-2 3 0,0 0 1 15,1-1 0-15,1-3-2 0,0-1-45 0,2-3-93 16,-1 0-8-16,3-2-30 0,4-7-46 0,0 1-69 16,0-1-14-16,0 1-30 0,0-1-148 0</inkml:trace>
  <inkml:trace contextRef="#ctx0" brushRef="#br1" timeOffset="17268.66">3870 5934 1043 0,'6'-6'277'0,"0"1"-89"15,0-1-13-15,-6 6-22 0,0 0-42 16,0 0-10-16,0 0-1 0,1 0-4 16,-1 0-11-16,1 0-11 0,-1 0-6 0,13 18-2 0,-13-9-22 0,0 1-16 15,0 1-3-15,0 0-4 0,0 2-11 16,0 0 0-16,0 0 0 0,1 2-2 0,-1 0-4 16,0 2-2-16,0-1 2 0,0 0-2 0,1-1 0 0,-1-1-1 15,1-1 0-15,-1-2-4 0,0 1-38 0,1-2-108 16,0-2-11-16,-1 1-39 0,0-9-110 0</inkml:trace>
  <inkml:trace contextRef="#ctx0" brushRef="#br1" timeOffset="17459.74">3792 6034 1316 0,'0'0'210'16,"-1"0"61"-16,1 0 64 0,0 0-207 0,0 0-86 0,-1 0-13 15,0 0 0-15,1 0 0 0,0 0 10 16,0 1 8-16,1-1-10 0,0 1 6 16,19 13-35-16,-12-13-8 0,2 0-3 0,1-1-2 0,-1 0 1 15,3 0 5-15,-2-2 0 0,1 1 2 16,2-1 2-16,1 0-56 0,0 0-19 0,-1-1-27 0,1 0-165 16,-1 0-198-16</inkml:trace>
  <inkml:trace contextRef="#ctx0" brushRef="#br1" timeOffset="17695.62">4083 5898 1726 0,'0'0'102'0,"0"0"105"16,0 0-87-16,0 0 5 0,1 0 1 0,17 5 0 0,-18-5-16 0,13 9-26 15,-5-2-1-15,-1-1-9 0,2 2-23 0,-1 1-8 16,0 2-5-16,-1 2 0 0,-1 0-7 0,-2 4 2 15,0 1-4-15,-3 3 2 0,1 3-11 16,-2 1-2-16,-2 2-1 0,-2-1-2 0,-1 0-11 16,-2 1-1-16,-2 1 0 0,-1 2-5 0,-2 0-51 15,0-1-223-15,1-1-28 0,0-3 46 0,0 0 1162 16</inkml:trace>
  <inkml:trace contextRef="#ctx0" brushRef="#br1" timeOffset="18290.66">4437 6035 1452 0,'-7'1'171'16,"1"0"98"-16,-1 0 17 0,7-1-125 0,0 0-25 0,-1 0-48 16,-16 2 4-16,17-2-7 15,0 0-20-15,-1 0-29 0,-15 0-6 0,16 0-6 0,0 0-15 0,0 0 4 16,0 0 3-16,0 0 0 16,1 0 1-16,21 0-13 0,-14-1 1 0,1 0-4 15,1-1 1-15,0 1 0 0,0 0-2 0,0 0 2 16,0 1 0-16,-2-1 2 0,0 1 2 15,0-2-2-15,-3 1-3 0,-5 1-71 0,1 0-14 0,-1 0-32 0,16-1-132 16,-16 1-143-16,0 0-66 0</inkml:trace>
  <inkml:trace contextRef="#ctx0" brushRef="#br1" timeOffset="18486.88">4387 6182 1243 0,'-1'6'165'0,"1"-1"531"16,0-5-624-16,0 0-5 0,0 0 4 0,21 12-1 0,-12-10 33 16,1 0-30-16,0 0-6 0,2-2-12 0,-1 0-42 15,1 0-8-15,-1-2 1 0,0 1-4 0,1 0-2 0,-2 1 1 16,0 0 1-16,1-1 1 16,1 1-2-16,0-2-196 0,2 1-3 0,0-2-92 15,1-1-196-15</inkml:trace>
  <inkml:trace contextRef="#ctx0" brushRef="#br1" timeOffset="19342.09">4854 5954 1049 0,'0'0'81'0,"0"0"56"0,-1 0 23 0,1 0-17 16,0 0-4-16,-1 0-3 0,1 1-9 0,-1-1 8 15,1 1-39-15,-1-1-22 0,1 0-1 0,0 0-6 16,-1 0 1-16,1 0-15 0,0 0 0 0,0 0-8 0,0 1-11 16,0-1-15-16,0 0 7 0,0 0-9 0,1 0 12 15,15 6 18-15,-16-6-7 0,1 0 11 0,16-3-8 16,-17 3-4-16,1 0-1 0,18-1-3 16,-18 1-9-16,-1 0-1 0,23 0-8 0,-23 0 4 0,0 0-16 15,23-2 3-15,-22 2 1 0,14-4-2 0,-5 3-4 0,-1 0-1 16,2 1-2-16,-1-2 2 0,2 2-2 0,-1-1 2 15,0 0 2-15,0-1-1 0,1 1 3 0,-2 0 8 16,2 0 5-16,-1 1 2 0,-1 0 13 0,1-1 2 16,0 1-8-16,-1 0 4 0,0 0-18 0,0 0-8 15,0 0 0-15,0 0-2 0,0 0-3 16,1-1 5-16,0 1-2 0,2 0 3 16,-1-1-4-16,2 1-3 0,0-1 3 0,-1 1-2 0,1-1 3 15,-1-1-4-15,0 1 0 0,1 0 0 0,-2 1 4 16,1-1 2-16,-2 1-1 0,0-1 1 15,0 0 0-15,1 1 6 0,-2 0-2 0,3 0 3 16,0-2-5-16,1 2-1 0,0-1 2 0,0 0-2 0,0 1-1 16,-1 0-3-16,1-1-1 0,-1 0 1 0,-1 0 4 15,1 0-4-15,-2 0 1 0,0 0-2 16,-1 0-4-16,0 1 6 0,-2-1-2 0,-1 1 5 0,1 0-6 16,-1 0 3-16,1 0 0 0,1 0 2 0,0 0-3 15,1 0 3-15,-1 0-2 0,1 0 3 0,-1 1 1 0,-1 0-4 16,0-1 0-16,-1 0-2 0,-1 1 2 0,-6-1-1 15,1 0 1-15,0 0 0 0,16 1 2 16,-17-1-3-16,0 0 0 0,1 0 0 0,-1 0-3 0,1 0 0 16,17 3 2-16,-18-3-1 0,0 0 2 0,0 0-12 15,0 0-28-15,0 0 0 0,1 0-122 0,-1 0-99 16,1 0-22-16,-1 0-37 16,1 0-167-16</inkml:trace>
  <inkml:trace contextRef="#ctx0" brushRef="#br1" timeOffset="20211.27">4865 5896 1050 0,'0'0'128'16,"-2"0"87"-16,2 0 25 0,-18 4-71 0,18-4-23 0,0 0-45 0,0 0-5 15,0 0 2-15,0 0-18 0,0 0-32 16,0 0-2-16,-1 1-12 0,0-1-14 0,1 1 1 16,0-1 4-16,0 1-1 0,1-1 19 0,20 5-9 15,-13-6 0-15,3 0-5 0,2-1-7 0,-1 1 4 16,3 0 4-16,1 0 4 0,0 0 39 0,-2 1-25 16,1-1 5-16,0 1-16 0,2 0-13 0,-1 0-2 15,2 0 2-15,0 0-2 0,-1 1-8 0,1-1-1 16,-1 0-1-16,-1 0 0 0,0-1 1 0,0 1 2 15,-1-1-2-15,1 0 2 0,0 0-5 0,2 0 2 0,-1 1-3 16,0-1 3-16,0 0 0 0,-1 1 5 16,0-1 1-16,-2 1 0 0,-1-1 0 0,-1 1-3 15,-2 0 2-15,0 0-2 0,-1 0 0 0,-1 0-2 0,-2 1 0 16,-6-1-2-16,0 0-4 0,18 0 2 0,-18 0-4 16,1 0 2-16,-1 0-2 15,17 1 4-15,-17-1-3 0,1 0 2 0,-1 0-7 0,17 2 5 16,-17-2 0-16,0 0 2 0,0 0-4 0,0 0 0 15,1 0-3-15,-1 0 2 0,1 0-3 0,-1 0 5 0,0 0 0 16,1 0 1-16,-1 0-10 0,1 0 5 16,0 0 0-16,-1 0 4 0,0 0-4 0,1 0-83 15,-1 0-3-15,1 0-39 0,-1 0-87 0,0 0-92 16,0 0-14-16,1 0-40 0,0 0-195 0</inkml:trace>
  <inkml:trace contextRef="#ctx0" brushRef="#br1" timeOffset="26299.68">5219 6100 1278 0,'0'0'113'16,"0"0"71"-16,0 0 22 0,0-1-46 15,0 1-21-15,0 0-38 0,0-1-9 0,0 1 5 0,0 0-25 16,0 0-7-16,-18 0-3 0,18 0-2 15,0 0-14-15,-10 17 6 0,10-17 0 0,-7 16 2 16,4-7 2-16,-1 1-21 0,2 1 1 0,-1 0-10 0,0 0-14 16,0 0 1-16,-1 0-1 0,1 1 1 0,0 0-6 15,-1 2 2-15,0-1-2 0,0 1 2 0,0-1-8 16,0-1 10-16,0 0-6 0,0-1 8 0,0 0-3 16,0-1 0-16,0-2 2 0,0 0-1 0,1-2 6 15,1-1-6-15,2-5 5 0,0 1-6 0,0-1-2 16,0 1-14-16,-1-1-9 0,0 0-3 0,1 1-30 0,-1-1-8 15,1 0-6-15,0 0-2 16,-1 0-18-16,1-1 10 0,0 1 5 0,-1-21 2 0,4 11 13 16,1 1-15-16,0-2-2 0,0 0-5 0,0 1-2 15,0 0-6-15,0 1 5 0,1-2-4 0,0 1 23 0,0 0 16 16,0 0 3-16,0 1 6 0,1 1 19 16,-1 0 12-16,0 1-1 0,0-1 3 0,0 0 10 15,1 2-3-15,-1-1 9 0,0 2-6 16,0-1 12-16,-2 0-1 0,2 2 16 0,-5 4-4 15,0 0 49-15,1-1 4 0,-1 1-6 0,1-1 6 0,-1 1-8 16,0 0-15-16,16-14-3 0,-16 14-5 0,0 0-12 16,0 0 5-16,0 0-6 0,0 0 2 0,0 0-15 15,0 0-3-15,0 0 1 0,0 0-2 0,0 1-6 0,0-1 7 16,0 1-6-16,3 17 4 0,-3-18-13 16,0 0-1-16,0 0-3 0,1 1 0 0,12 16-7 15,-13-17 0-15,8 12 2 0,-2-6-1 0,-3 0 1 0,2 1 2 16,0 0-2-16,-2 2 1 15,1 0-3-15,0 0 6 0,0 1-2 0,0-2 3 0,-1 1-8 16,1-2 8-16,0-1-4 0,-1-1 7 0,0-1-3 16,-3-4 15-16,1 0 1 0,-1 1 4 0,1-1 2 0,17 12 6 15,-18-12-1-15,0 0 4 0,1 0 3 0,-1 0-8 16,18-4 3-16,-18 4-6 16,1 0-4-16,15-16-3 0,-9 9-4 0,0-4 1 0,1-2-7 15,1 0 2-15,-1-3 0 0,1 2 1 0,0-1-9 0,0-1 1 16,0 3-3-16,-1 0 3 15,-1 1 1-15,0 1-3 0,0 2 5 0,-2 1-4 16,-1 1 7-16,0 0-3 0,-2 0-2 0,1 2 0 0,-3 5-4 16,0-1-13-16,0 1-3 0,4-19-8 0,-4 19-46 15,0 0-103-15,0-1-12 0,1-17-42 16,-1 18-131-16</inkml:trace>
  <inkml:trace contextRef="#ctx0" brushRef="#br1" timeOffset="35518.07">3692 6627 2127 0,'0'0'104'0,"0"0"-22"0,-1 0-2 15,1 0-39-15,0 0-48 0,0 0-25 16,0 0-7-16,0 0 10 0,0 0-2 0,0-1 13 16,0 1 0-16,0 0 4 0,0-1 5 0,0 1 7 15,19-10-2-15,-19 10 4 0,1 0 0 0,-1 0 9 16,20 0 5-16,-20 0 2 0,0 0 15 0,1 0 1 0,16 0-4 15,-17 0 3-15,0 0-12 16,1 0 9-16,19 2 0 0,-20-2 4 0,0 0 9 0,18 0-5 16,-18 0-1-16,0 0-3 0,21 0-7 0,-21 0-3 15,0 0 5-15,20-2-4 0,-20 2-4 0,1 0-1 16,19-1-3-16,-20 1 4 0,0 0 7 0,18-2-2 0,-18 2 3 16,1 0-4-16,16 0-6 0,-17 0-6 0,0 0-2 15,17 1-1-15,-17-1 1 0,0 0-8 16,19 1 3-16,-19-1-4 0,1 0 0 0,16 1 3 15,-17-1-1-15,0 0 4 0,16 2-4 0,-16-2 1 16,1 0 2-16,-1 0-1 0,1 0-11 0,17 0-81 16,-18 0-14-16,0 0-32 0,0 0-128 0,1 0-215 15</inkml:trace>
  <inkml:trace contextRef="#ctx0" brushRef="#br1" timeOffset="47548.03">4622 6630 469 0,'0'0'470'0,"0"0"-188"0,0 0 242 0,0 0-463 0,0 0-21 16,0 0-12-16,0 0-4 0,0 0-7 0,1 0 9 16,-1-1-20-16,0 1 13 0,1-1 2 0,16-7 4 0,-17 8 8 15,0 0 13-15,1 0 2 0,-1 0 6 0,21 9 16 0,-21-9-7 16,0 0-1-16,17 7-2 15,-17-7-9-15,0 0-4 0,20 2 0 0,-20-2-2 16,16 1-9-16,-7 0-6 0,1-1-4 0,0-2 0 16,0 1-9-16,0-2-7 0,3 1 1 0,0-1-3 15,1 0-1-15,1 1-7 0,0-2 1 0,1 1-3 0,0-1 4 16,-1 1-2-16,2 1 6 16,-3-1-4-16,1-1 6 0,-1 1 1 0,1 1-3 15,0 0 3-15,1 0 4 0,2 0-2 0,-1 0 0 0,2 0-1 16,0 1-6-16,-1-1 2 0,1 0-1 0,-1 0 1 15,-1-1 1-15,0 1-4 0,0 0-1 16,-1-1-1-16,2 1 0 0,0-2 6 0,2 1-1 16,0 0 3-16,0 0-1 0,0 0 10 0,0 0-5 0,0 0 7 15,-1 0-2-15,-3 0-6 0,-1 0 4 0,1 1-6 0,0 1-1 16,2-1-2-16,1 1 1 16,-1 1-1-16,-1 0-1 0,-2 0 2 0,0 0-1 0,-1 0 1 15,0 0 3-15,-2 1 1 0,0 0 0 16,-1-1 0-16,-2 1-3 0,0 0-2 0,-1 0 3 0,0 0-3 15,-1 0 2-15,0 1 5 0,-1-1-4 16,0 1 5-16,0-1-1 0,-1 1-7 0,0 0 4 0,-5-2-6 0,1 0 1 16,-1 0-1-16,0 0-3 15,17 9 2-15,-17-9-4 0,0 0 0 0,0 0-25 16,0 0 1-16,0 0-155 0,0 0-105 0,0 0-32 16,0 0-51-16,0 0-407 0</inkml:trace>
  <inkml:trace contextRef="#ctx0" brushRef="#br1" timeOffset="59015.19">4999 5374 459 0,'0'0'212'0,"0"0"128"16,0-1 18-16,0 1-245 0,0-1-19 0,0 1-13 16,0 0 8-16,0-1-5 0,-2-15 9 0,2 16-9 15,0 0-2-15,-1-1 1 0,0 1 8 0,1-1-3 16,-18-11 2-16,18 12-4 0,0 0-11 0,0 0-21 15,-1 0-2-15,-17-9-7 16,18 9-13-16,0 0-6 0,-1 0-6 0,1 0 1 16,-19 2-10-16,19-2 6 0,0 0 3 0,-1 0 1 15,-19 3 4-15,20-3 2 0,0 0 1 0,0 0 0 0,-20 6-5 16,20-6 4-16,0 0-7 0,-17 8 5 0,17-8-12 0,-1 1 1 16,-18 11-3-16,19-12 1 0,0 0-10 15,-19 12-6-15,19-12 3 0,-1 0-5 0,-18 13 6 16,19-13 1-16,-1 1-2 0,-19 14 2 0,13-9-5 0,0-1 2 15,1 1-3-15,-1 0 2 0,2 0-1 0,-1 0 5 16,1 1 1-16,1-1 2 0,-1 0-4 0,0 0-1 16,1 1 1-16,0-1-1 0,-1 1 1 0,2 0 0 15,0 1-2-15,-1-1 1 0,0 0-4 0,1 0 4 16,-1 0-1-16,1-1 2 16,0 2-6-16,0 1 4 0,1-4 1 0,0 3 0 15,-1-1 1-15,3 0 0 0,-3 1 0 0,2-1-1 16,0 1 1-16,-1 0 1 0,1-1-4 0,0 0 3 0,0-1-6 15,1 1 3-15,0-1 1 0,0 0 1 16,-1 0 3-16,1 0 2 0,0 0-2 0,0-6 1 16,0 0 2-16,0 1-5 0,3 18 1 0,-3-19-2 0,0 1-4 15,0-1 1-15,8 18-4 0,-8-18 2 0,0 0 0 16,0 1 4-16,0-1 4 0,17 18-2 0,-17-18-3 16,0 0 2-16,1 1-2 0,18 12 3 0,-19-13 7 15,0 0-4-15,0 1-1 0,21 11-1 0,-21-12-7 16,0 0 8-16,17 11-1 0,-11-7 4 0,2 0-5 15,-2-2 0-15,2 1-1 0,0 1 1 0,-1 1 2 0,2 0-5 16,-2 0 4-16,1-1-4 0,-1 0 8 0,1-1-5 16,0 0 3-16,1 0-3 0,0 0 1 0,0 1 4 15,1-2-4-15,-2 3 5 0,1-2 1 0,-1-1-7 16,2 1 6-16,-2 0-6 16,0 0 3-16,1 0 1 0,-1 0-1 0,0-1 1 15,1 1 2-15,0 0-7 0,0-1 1 0,2 1-1 16,0 0 5-16,0-1-3 0,0 0 5 0,-1 0-4 15,2 0 7-15,-2-1-1 0,1 0-5 0,-1 0 3 16,1 1-9-16,-2-1 3 0,3 1 4 0,-2 0-1 16,0-1-3-16,0 1 4 0,0-1-4 0,0-1 7 15,0 1 2-15,0-1-2 0,0-1 2 0,2 1-1 0,0-1 7 16,3-2 1-16,-1 1-1 0,1-1 1 0,-1-1-7 0,1 2 1 16,-1-1-3-16,0 0 2 0,0 1-7 0,-2 0 2 15,0-1-2-15,2 2 1 0,-2-1 3 0,-1 0-7 16,1 1 2-16,-2-1-4 0,1 0 7 0,2 1 0 15,0 0 1-15,-1-1-1 0,1 2-2 0,-1-2 1 16,-1 0 1-16,0 0 0 16,0 0-4-16,-1 1 5 0,0-1-4 0,0 1 6 15,-1-1-6-15,0 0 2 0,-1 2-3 0,0-2 3 16,0 0-3-16,-1 0 4 0,0 0 3 0,-1 1 0 0,1-1-6 16,0 0 6-16,2-1-4 0,-1 0 4 0,0 0-2 15,-1-1 4-15,1 0 0 0,-2 0 2 0,1 1-2 16,0 0 6-16,-2 0-7 0,0 0 7 0,-5 3-8 0,0 0 9 15,0-1-3-15,1 1 5 0,13-17-5 0,-14 17 5 16,0-1 0-16,0 1 0 0,4-19-12 0,-4 19-7 16,0-1-1-16,-2-18-1 15,2 19 11-15,0-1-6 0,-4-21 3 0,1 13-5 16,0 0-4-16,0 0 5 0,-1 0-1 0,-1 0 3 16,1 0-3-16,0 0 2 0,-2 0 0 0,1 0 1 0,-1-2-3 15,-1 1 1-15,-1-1 0 0,0 1 2 0,-1 0 4 16,0 0-8-16,2 0 1 0,-2 0-3 0,0 1 3 15,-1 0-5-15,0-1 1 0,-1 0-2 0,-1 0 2 0,0 0-5 16,-1 1 2-16,-1 0-3 0,0-1 8 0,-2 1-5 16,0 0 2-16,0 0-2 0,-1 1 7 0,0 0 1 15,1 1-1-15,0-1-1 0,0 1-5 0,1-1 2 16,0 1-2-16,-3 2 1 16,1-1-4-16,-1 0 0 0,0 2 4 0,-2 0-2 15,2 1 5-15,-2 1 0 0,1 2-3 0,1 0 1 16,0-1-6-16,2 0 5 0,-3 0 3 0,2 0 0 15,-2 3-1-15,0 0-1 0,0 1 4 0,-1 0-1 16,1 0 4-16,-1 4-4 0,4-2 1 0,-1 2-1 16,3-2 2-16,0 1-1 0,2 1-2 0,0-2 0 0,1 1 3 15,0-1-6-15,0-1 3 0,1 0-7 0,0 0-5 16,2-1-144-16,0 0 2 0,2 0-65 0,6-3-129 16</inkml:trace>
  <inkml:trace contextRef="#ctx0" brushRef="#br1" timeOffset="66544.66">4663 6620 1770 0,'0'0'55'0,"0"0"-4"0,0 0 7 0,0 0-5 16,-1 0-2-16,1 0-11 0,0 0-3 0,0 0 6 16,0 0-4-16,0 0 7 0,-1 0-4 0,1 0 5 15,0 0-7-15,0 0-8 0,0 0-1 0,1 0-1 16,17 5 5-16,-18-5 12 0,0 0-1 0,21-4 4 16,-12 2-1-16,0 0-12 0,1 1 0 0,1-1-5 15,0 1-6-15,3-1-13 16,1 0 5-16,0 0-9 0,0 0-3 0,1 0-1 0,1 0-1 15,1 1 1-15,-1-1 4 0,-1 1 10 0,0 1-1 16,-2 0 5-16,1-1 6 0,-1 0 2 0,1 0 1 0,1 0 0 16,0 0 6-16,2-2-15 0,1 1 3 0,1 0-7 0,0 0 1 15,-2-1-6-15,1 1-3 0,-2-1-1 0,-1 0 2 16,0 1-12-16,-2 0 7 16,0 1-9-16,2 0 3 0,0 1 5 0,0-1-5 15,2 1 4-15,-2 0-2 0,-1 1 2 0,0-1-1 16,0 0 0-16,-1 1-4 0,-1-1 14 0,0 0 9 0,-3-1 1 15,1 0 8-15,-1 1-11 0,0-2-7 16,1 1 3-16,0 0-4 0,1 0-7 0,-1 0 1 16,1 0-4-16,1 0 2 0,-2-1-2 0,0 2 0 15,-2 0-2-15,0-1-7 0,-1 1 10 0,0 0-1 16,0 0 4-16,-1 0-6 0,0 0 0 0,-1 0 0 16,1 0 1-16,-1 0 7 0,-1 0-5 0,2 0 1 15,-2 1-3-15,-5-1-2 0,0 0 2 0,0 0 2 0,17 0-1 16,-17 0 1-16,0 0-2 0,1 0 1 0,-1 0 0 15,16 3 1-15,-16-3-3 0,0 0 0 0,1 0-1 16,-1 0 2-16,1 0 0 0,16 3 2 0,-17-3-1 16,0 0 1-16,0 0 0 0,0 0-1 0,1 0 2 15,0 0 1-15,-1 0-3 0,0 0 2 16,0 0-2-16,1 0-2 0,15 3 0 0,-16-3 0 16,0 0 0-16,0 0 3 0,0 0-3 0,0 0 1 15,0 0-2-15,0 0-9 0,0 0-99 0,0 0 7 16,0 0-44-16,0 0-40 0,0 0-38 0,0 0-7 0,0 0-12 15,0 0-44-15,1-1-235 0</inkml:trace>
  <inkml:trace contextRef="#ctx0" brushRef="#br1" timeOffset="75434.63">5608 3956 1426 0,'0'0'57'0,"0"0"-25"0,0 0 3 15,-1 0-19-15,1 0-5 0,0 0 30 16,0 0 2-16,0 0 5 0,0 0-10 0,0 0 3 0,0-1-3 15,11-15 4-15,-4 12 13 0,0-1-6 0,3 0 0 16,-2 0-3-16,4 1 0 0,1 0-3 0,2 0 6 16,0 0-4-16,2 0-1 0,2 0-7 0,0 1-4 0,2 0 0 15,0-1-7-15,-1 0-9 0,-1 0-5 0,2 0 1 16,-1 0-2-16,3-1-2 0,2 1 7 0,-1 1-6 16,-2-2 1-16,-2 2-4 15,-2-1-1-15,-1 0 0 0,-4 0-2 0,0 1 2 16,-1 0 5-16,-3 2-2 0,0-1 1 0,0 1 12 15,-2 0-3-15,-1 0 10 0,-6 1 19 0,1 0-10 16,0 0 8-16,-1-1-7 0,0 1 4 0,0-1-7 16,0 1-2-16,0 0-1 0,4-17-17 0,-4 17-34 15,-1 0 1-15,1 0-14 0,-20-11 0 0,12 9-21 0,0-2 6 16,1 1-10-16,-2 0 24 0,-1-1 11 16,-1 1-6-16,1 0 6 0,-2 1-5 0,-1-1 4 15,-3 0 8-15,0 1-3 0,-4-1 17 0,0 1-10 16,-3 0 0-16,-1 1-5 0,2 1 5 0,1 1 5 15,1 1 1-15,0 1 1 0,-2 0-3 0,0-1 1 16,0 3 0-16,1 0 1 0,0 0 2 0,1 0 2 0,1 0 0 16,4 0 1-16,2 1 5 0,2-2-4 0,3 0 5 15,3-1-3-15,5-3 9 0,0 0 8 0,0 0-3 16,-1 1 3-16,0-1-11 0,1 0 0 0,0 1 0 0,0-1 1 16,14 14 4-16,-2-12 6 15,1-2-1-15,6-2 4 0,2 0-5 0,1 0-7 16,1 1-3-16,2 1-1 0,-2 0-7 0,-1 2 2 15,-3-1-1-15,-2-1 1 0,-1 2 0 0,1-1-3 16,1 0 0-16,1 1-2 0,-1-1 2 0,0 0 3 0,-1 2 3 16,-1-2-1-16,-1 0 4 0,-1-1 3 0,-2 1 0 15,-1 0 2-15,-3 0 5 0,1 0-4 0,-2-1 1 16,-7 0-2-16,1 0 3 0,-1 0-5 16,16 2 2-16,-16-2-3 0,0 0 3 0,0 0-3 15,0 0-2-15,0 0 1 0,1 0-6 0,-1 0 1 16,1 0-1-16,-1 0 1 0,0 0 1 0,1 0-6 15,0 0-4-15,-1 0-4 0,0 0-47 0,0 0-20 0,1 0-4 16,0 0-6-16,-1 0-19 0,0 0-14 16,1 0-20-16,-1 0-2 0,1 1-106 0,0-1-147 0</inkml:trace>
  <inkml:trace contextRef="#ctx0" brushRef="#br1" timeOffset="78857.71">6418 6141 931 0,'0'0'186'0,"0"0"121"0,-1 0 7 0,0 1-216 0,1-1-14 16,-1 1-34-16,1-1 12 0,0 1-5 0,0-1 16 16,0 0-14-16,0 0-3 0,0 1-4 0,0-1-22 0,0 0 12 15,0 0-4-15,0 0 8 0,20 4 0 0,-20-4 0 16,0 0-3-16,20-5 2 0,-20 5-4 16,0 0-6-16,25-6 2 0,-17 4-5 0,1 0 1 15,1 0 0-15,1-1 2 0,1 0 1 0,1 0 5 0,1-1-1 16,1 0-2-16,1 1 1 0,-1 0-3 0,1-1-4 15,-2 0 0-15,1 1-2 16,0-1-4-16,0 1-10 0,-1 1 1 0,-2-1-5 16,1 2-1-16,0 0-4 0,3 0-1 0,-1 1-1 15,3 0-3-15,-2 0-1 0,0 1 1 0,1 0 0 16,-1 0 2-16,0 0-4 0,0 1 2 0,-1 0-2 0,2-1 8 16,-2 1-1-16,1 0 2 0,1 0-2 15,0-1-1-15,3 0-1 0,1 0 0 0,1 0 0 16,-2 0-3-16,0 0 0 0,-1 1-2 0,-1-1 2 0,0 0 0 15,-1 0 11-15,1 0 2 0,3 0 5 0,-1 0 10 16,3 0-14-16,-1 0 5 0,-1-1-8 0,0 1 11 0,-2-1-8 16,0 0-2-16,-1 0 0 0,0 0 0 0,-1 0-6 15,1 1 3-15,1-1-5 0,1 0 0 0,0 0-2 16,0 0 1-16,-2 0-1 0,1 0 3 0,-3 0-4 16,0 0 0-16,-1-1-2 0,0 1 1 0,0 0 2 15,0 0 2-15,0 0-1 16,1 0-2-16,1 0-2 0,0-1 2 0,-2 1-1 15,0 0 4-15,-2 0-2 0,0 1-3 0,-1-1 2 16,0 1-3-16,0 0 3 0,-2 1 2 0,-2 0 0 16,2 0 4-16,-2 0-8 0,-1 0 1 0,0-1-2 15,0 2 6-15,-2-1-4 0,0 0 3 0,-5-2-5 16,0 0-2-16,18 6 5 0,-18-6-4 0,0 0 1 16,16 6-45-16,-16-6-111 0,1 0-21 0,-1 0-43 0,17 4-185 0</inkml:trace>
  <inkml:trace contextRef="#ctx0" brushRef="#br1" timeOffset="84575.58">8608 5227 8 0,'0'0'444'0,"0"0"-177"0,0 0 225 0,-1 0-464 0,0 0 3 0,1 0-10 16,0 0 26-16,0 0 7 0,0 0 5 0,0 0 29 16,-1 0 4-16,1 0 0 0,0 1 1 0,-1-1-7 15,-10 18-8-15,11-18-3 0,0 0-2 0,0 0-5 16,0 1-11-16,0-1 1 15,2 16-5-15,-2-16-5 0,0 0-5 0,0 1-1 16,0-1-2-16,0 0-10 0,6 17 0 0,-6-17-3 16,0 0 2-16,0 0-4 0,0 0-7 0,0 1-2 15,4 15-1-15,-4-16-4 0,0 0-3 0,0 0 5 16,0 1-5-16,3 15 2 0,-3-16 7 0,0 1-5 0,0-1 7 16,0 1 4-16,1 16 2 0,-1-17-1 0,0 0 0 15,0 0-5-15,0 1-3 0,0-1-2 0,-1 20-1 16,1-20-4-16,0 0-2 0,0 0-2 0,0 1-1 15,0 17-3-15,0-18-1 0,0 0 4 0,0 0-4 16,0 1-4-16,0-1 10 0,3 16 0 0,-3-16 6 16,0 0 1-16,0 0-5 0,0 0-4 0,1 1 1 15,0-1-3-15,-1 1-1 0,16 7 5 0,-16-8-3 16,0 0 3-16,0 0-2 0,1 0-1 0,-1 0 0 0,17 5-2 16,-17-5-1-16,0 0 3 0,0 0-1 0,1 0 11 15,-1 0 2-15,18 5-5 16,-18-5 3-16,0 0-8 0,1 0-2 0,0 0 0 15,16 1-1-15,-17-1 4 0,0 0-5 0,1 0 2 16,-1 0-3-16,17 1 3 0,-17-1 2 0,0 0-4 0,1 0 4 16,0 0 4-16,20 1-5 0,-21-1 5 15,0 0-6-15,20 1-4 0,-20-1 7 0,1 0-7 16,20-1 6-16,-20 1-6 0,0 0-1 0,21 0 3 0,-21 0-2 16,16 0 1-16,-17 0 0 0,17 0 0 0,-9 0 0 15,0 1 1-15,1-1-2 0,-1 1 0 0,0 0-3 16,1-1 0-16,-1 0 2 0,2 1-1 0,-1-1 3 15,0 0 2-15,1 0-2 0,0 0 5 0,1 0-5 16,1 1 2-16,0-1 5 0,2 0-5 0,-2 0 6 16,1 0-6-16,-1 0 3 0,0 0-2 0,0 1 2 15,-1 0-8-15,0 0 2 0,-1 0 1 0,0 0 0 16,0 0 4-16,-1-1-3 0,1 1 0 0,1-1-1 0,-1 0-2 16,0 0 4-16,2 0-3 0,0 0 2 0,0 0-6 15,3 0 5-15,-2 0 0 16,0-1 1-16,1 0 6 0,-1 1-7 0,-1-1 1 15,1 0-4-15,-1 1 3 0,0-1-1 0,-1 1 0 0,1-1-1 16,-1 1 4-16,0-1-1 0,-1 0 0 0,2 1 0 16,-1-1-1-16,3 0-1 0,-1 1 1 15,2-1 0-15,-2 0 2 0,1 1-2 0,1-2 1 0,-2 0-1 16,0 1 1-16,-1 0 0 0,0-1 1 0,0 1-1 16,0-1-1-16,-1 1 3 0,-1-1-3 0,-1-1 1 15,2 2-1-15,-1-1-1 0,1 1 4 0,1 0-2 16,0-1-1-16,1 1 0 0,1-1-2 0,-2 0 2 15,1 1 6-15,0 1-6 0,-1-3 3 0,0 2-4 16,1-1-1-16,-2 1 1 0,0 0 1 0,0 1 0 16,1 0 4-16,-2-2-3 0,0 2 1 0,-1 0-2 0,1 0 2 15,1 1-3-15,-1-1 2 16,0-1-2-16,2 0 4 0,-1 2-3 0,1-1 2 16,1 0-2-16,-1 1 7 0,0-1-7 0,0 0-1 0,0 0-3 15,0-1 4-15,0 0 0 0,0 0 0 0,-1 0 0 16,0 0 0-16,2 0 0 0,-2 0 1 0,0-1-1 15,1 0-2-15,-1 1 2 0,1 0 1 0,1 1 2 0,1-1-1 16,-1 0-2-16,-1 1 3 0,0 0-2 0,0-1-1 16,-1 0 4-16,-1 0-7 15,0 0 5-15,0 0-5 0,-1 0 3 0,-1 1 0 16,1 0 1-16,0 0-1 0,-2 0 2 0,1 0-1 16,0 0 0-16,-8 0-7 0,0 0 10 0,17-1-4 0,-17 1 5 15,1 0-11-15,16 1 8 0,-17-1-1 0,1 0 4 16,17 3-9-16,-18-3 5 0,0 0 1 0,0 0 1 15,18 1-6-15,-18-1 0 0,0 0 2 0,2 0 0 16,-2 0 1-16,15-1 2 0,-15 1-8 0,0 0 1 16,0 0-62-16,1 0-97 0,-1 0 1 0,1 0-37 0,-1 0-21 15,1 0-60-15,-1 0-19 16,0 0-38-16,1 0-300 0</inkml:trace>
  <inkml:trace contextRef="#ctx0" brushRef="#br1" timeOffset="85056.01">10400 5156 1320 0,'0'0'113'0,"0"0"28"0,0 0-13 0,0 0 17 16,0 0-28-16,0 0 11 0,0 0-6 0,0 0 5 0,0 0-27 15,0 1-29-15,-2 19 2 0,2-20-12 0,0 0-7 16,-5 19-25-16,5-19 0 0,0 1-8 16,-8 19-2-16,8-20 7 0,0 1-2 0,-7 20 4 15,7-21 8-15,0 1 5 0,-4 19 2 16,4-20-1-16,0 0-9 0,-3 19 2 0,3-19-4 16,0 0 2-16,-3 19-10 0,3-19-6 0,0 0 2 0,-3 18-3 15,3-18-5-15,0 0-5 0,-5 17-1 0,5-17-1 16,0 0-2-16,-3 17-3 0,3-16 1 0,0-1-1 15,-2 17 4-15,2-17-3 0,0 1 0 0,0-1-2 16,0 1-4-16,0 16-1 0,0-17-1 0,0 0-4 16,0 0-50-16,0 0-81 0,0 0-11 0,0 0-25 15,0 0-47-15,0 0-94 0,0 0-65 0</inkml:trace>
  <inkml:trace contextRef="#ctx0" brushRef="#br1" timeOffset="86587.09">8433 5464 948 0,'0'0'62'0,"0"0"26"0,0 0 16 0,0 0-14 0,-1 1 3 0,-9 16 10 16,10-17-5-16,0 0 6 0,-5 18-21 0,5-18-22 16,0 1 3-16,-7 18-9 0,7-19-1 0,0 1-10 15,-2 21 1-15,1-13-5 0,1 0-8 0,0-1-5 16,2 0 3-16,-2 1-4 0,2-1-3 0,1 0-13 16,1 0 0-16,0-1-4 0,1 0-6 0,-1-2 5 15,1-1-2-15,1-1 4 0,-6-3 6 0,1 0 8 16,-1 0 1-16,18 7 2 15,-18-7 2-15,1 0 2 0,-1 0-4 0,1 0 3 16,17-4-1-16,-18 4 5 0,0-1 0 0,0 1 0 0,12-17-5 0,-12 17-12 16,5-14 3-16,-2 6-6 0,-1-1-7 0,1 1 10 15,1 1-5-15,-3-1 8 0,1 1 2 0,-2 0 13 16,0-1-2-16,0 1 5 0,0 0-4 0,-2 0 4 16,1 0 0-16,-2 2 1 15,0-2-1-15,0 2-14 0,1 0 4 0,-1 0-7 0,3 5 3 0,0-1-9 16,0 1 2-16,0-1-4 0,-1 1 4 0,-15-18-2 15,16 18-3-15,0 0 3 16,0 0 0-16,-1 0-5 0,1 0 1 0,0 0-3 0,-17-7-2 16,17 7-5-16,0 0 1 0,0 0-4 0,-1 0 0 15,1 0-1-15,-1 0-2 0,1 0-4 16,-1 0-44-16,1 0-59 0,-1 0-11 0,1 0-23 16,-1 0-111-16,1 0-251 0</inkml:trace>
  <inkml:trace contextRef="#ctx0" brushRef="#br1" timeOffset="90034.39">10446 5525 119 0,'0'0'69'0,"0"0"41"0,0 0 9 0,0 0-24 16,0 0-20-16,0 0 38 0,0 0-2 0,0 0 11 16,0 0-20-16,0 0-6 0,-1 0-5 0,1 0-1 15,0 0-9-15,0 0-5 0,0 0 5 0,-1 0-6 16,1 0-2-16,-1 0-7 0,1 0-2 0,-1 0-3 16,1 0-15-16,0 0-3 0,-1 0 2 0,0 0-2 15,1 0 4-15,0 0 4 0,0 0-6 0,-1 0 5 0,0 0-4 16,1 1 0-16,-1-1-3 0,1 0 0 0,0 1-9 15,-1-1-12-15,0 1 5 0,1-1-8 0,0 1 3 0,0-1 4 16,0 1-2-16,-8 15 1 0,8-16-9 0,0 0 2 16,0 0 0-16,0 0 0 0,0 1-12 0,0-1 5 15,0 1-7-15,0-1 7 0,0 1-7 0,-2 16 4 16,2-17 1-16,0 0-1 16,0 0-4-16,0 0 1 0,0 1 1 0,0-1 1 15,0 18 4-15,0-18-1 0,0 0 1 0,0 0-2 0,0 1 4 16,0-1-5-16,-1 17 0 0,1-17-2 0,0 0 3 0,0 1-4 15,0-1 0-15,-2 20-1 0,2-20-1 0,0 0-1 16,0 1 2-16,0-1-1 0,-3 19 4 0,3-19-5 16,0 1 0-16,0-1-2 0,0 16 2 0,0-16-1 15,0 1 1-15,0-1 0 16,0 1 3-16,-1 15 2 0,1-16-1 0,0 0 1 16,0 1-2-16,0-1-1 0,0 1 5 0,0-1-4 15,1 18-1-15,-1-18 2 0,0 0-6 0,0 0 4 16,0 0-3-16,0 1 0 0,0-1 3 0,0 0-2 15,0 1-1-15,1 15 1 0,-1-16 0 0,0 0 1 0,0 0-3 0,0 0 5 16,0 0-2-16,0 1 2 0,0-1-3 0,0 1-4 16,0-1 4-16,0 1-3 0,0-1 2 0,0 1 1 15,0-1-4-15,0 0 2 0,0 1 1 0,0-1-6 16,0 1 3-16,0-1-4 0,0 1 9 0,0-1-3 16,0 1-2-16,0-1-1 0,0 0-4 0,0 0-1 15,0 0 1-15,0 0-1 16,0 0 2-16,0 0 1 0,0 0-3 0,0 0 2 15,0 0 5-15,0 0-6 0,0-1 7 0,0 1-8 16,6-17-1-16,-6 17-4 0,0 0-3 0,0 0-1 16,0-1 0-16,1-17 1 0,-1 18 6 0,0 0-2 0,0 0 12 15,0-1-6-15,3-18-1 0,-3 19-2 0,0-1 0 16,0 1 7-16,1-17 2 0,-1 17 2 0,0-1-1 0,0 1-1 16,1-16-2-16,-1 16 0 0,0-1 2 15,0 1 0-15,0-17 0 0,0 17 1 0,0-1 3 0,0 1-4 16,0-16-2-16,0 16-1 0,0 0 3 0,0-1-1 15,0 1 1-15,0-1-1 0,1-15 1 0,-1 16 3 16,0 0-1-16,0-1 2 0,0 1-4 0,0-1 0 16,0 1 1-16,0-1-1 15,0 1 3-15,0-1 2 0,0 1-5 0,0-16 3 16,0 16-3-16,0 0 1 0,0 0-1 0,0 0 1 0,0 0-9 16,0 0 5-16,0 0-3 0,0 0 5 0,0 0-7 15,0 0-4-15,0 1 4 0,0-1-3 0,0 21 6 0,0-21 4 16,0 0 2-16,2 20 1 0,-2-12 2 0,-2 1 0 15,1-1-4-15,0 0 2 16,0-1-1-16,-1 0-7 0,1 0-20 0,-1 0-14 16,1-1-245-16</inkml:trace>
  <inkml:trace contextRef="#ctx0" brushRef="#br1" timeOffset="94274.12">9156 5281 840 0,'0'0'256'0,"0"0"-96"16,0 0 138-16,0 0-151 0,0 0-16 0,0 0 11 0,0 0-27 16,0 0-9-16,0 0 0 0,0 0-46 0,-1 1 5 15,0-1-13-15,-9 19 8 0,10-19-29 0,0 0 4 16,0 1-1-16,-2 15 0 0,2-16-10 0,0 0 12 16,0 1-4-16,-2 19 8 0,2-20-6 0,0 0-12 15,2 18 1-15,-2-18-6 0,0 1-7 0,0-1-2 16,3 18-2-16,-3-18 0 0,0 1-4 0,0-1-1 15,3 16-21-15,-3-16 2 0,0 1-108 16,0-1-102-16,0 1-30 0,0-1-51 0,1 1-357 16</inkml:trace>
  <inkml:trace contextRef="#ctx0" brushRef="#br1" timeOffset="94854.19">9754 5241 1135 0,'0'0'72'0,"0"0"38"15,0 0-15-15,0 0 27 16,0 0 5-16,0 0-8 0,0 0-1 0,0 0-4 0,0 0-21 15,0 0-14-15,0 0-2 0,0 0-3 0,0 0-1 16,0 0 0-16,-1 0 1 0,1 0-1 0,-1 1-9 16,1-1 7-16,0 1-8 0,-6 15 7 0,6-16-14 15,0 1-22-15,0-1 0 0,0 21-11 16,0-20-14-16,0-1-3 0,-1 24-2 0,1-24 1 0,-2 16-3 16,1-7 1-16,1 2 2 0,-1-2-2 0,0 1-1 15,0-1-8-15,1 1 0 0,-1 0-5 0,0-1-25 0,1 0-131 16,-1-1-6-16,1 0-58 0,-1 0-146 0</inkml:trace>
  <inkml:trace contextRef="#ctx0" brushRef="#br1" timeOffset="95676.23">9238 5604 111 0,'0'0'320'0,"0"0"-126"0,-1-1 174 0,-9-18-219 0,10 19-15 15,0 0 12-15,-1 0-14 0,-14-16-6 0,15 16 5 16,-1 0-14-16,0-1-9 0,-17-7-6 0,18 8-2 16,0 0-24-16,0 0 0 0,-17-4-2 0,17 4-1 15,0 0-21-15,0 0 2 16,0 0-10-16,-20 2 5 0,20-2-18 0,-1 0-16 15,1 0 2-15,0 0-7 0,-1 1-7 0,-17 12-1 16,18-13-1-16,-2 0-1 0,2 0 0 0,-13 22 0 16,13-22 0-16,0 0 0 0,-7 21 5 0,6-12-4 15,0 0 0-15,0 0-1 0,0 0 0 0,1 0-4 0,0 0 4 16,1 0-5-16,-1-1 8 0,2-1-2 0,1 0 3 16,-1-2-4-16,-2-5 5 0,0 1 0 0,0-1 3 15,0 1 0-15,16 11 7 0,-16-12 19 0,0 0-4 16,2 0 9-16,17-8-4 0,-11 3-21 0,1-1 5 0,0 0-12 15,-1-1 1-15,1-1-4 0,-1 0-1 0,-1 0 0 16,-1 0-2-16,-1 2 3 16,0 0 1-16,-1 1 0 0,1-1 4 0,-3 1 2 15,-2 5-2-15,0-1 3 0,0 1-6 0,0 0-4 0,6-16 3 16,-6 16-4-16,0 0 3 0,0 0-6 0,0-1-3 16,0 1-2-16,0-1-7 0,0 1 3 0,0 0 1 15,0 0 2-15,0 0 19 0,0 0-6 0,0 0 2 16,0 0-4-16,0 1 2 0,0-1-7 0,-3 19 3 0,3-19-4 15,0 1 9-15,2 18-5 0,-2-19-1 0,0 0 0 16,5 21 0-16,-5-21 0 0,0 0 1 0,6 17-1 16,-6-17 0-16,0 1-3 0,1-1-19 0,0 1 3 15,12 17-85-15,-13-18-62 16,0 0-20-16,1 0-31 0,0 0-217 0</inkml:trace>
  <inkml:trace contextRef="#ctx0" brushRef="#br1" timeOffset="96661.44">9770 5478 1357 0,'0'0'186'0,"0"0"-30"0,0 0-13 0,0 0 6 16,0 0 11-16,0 0-28 0,0 0-10 0,-1 0-8 15,1 0-56-15,0 0-2 16,-1 0-8-16,0 0 4 0,1 1-17 0,0-1-9 16,0 1 6-16,-14 16-7 0,14-17 5 0,0 0-7 15,-1 16-1-15,1-16-1 0,0 1 1 0,0 18-2 16,0-19-1-16,0 1-1 0,0 21-6 0,0-22 1 0,1 19-1 16,-1-8 0-16,0 1-3 0,-1-1 4 0,0 1-2 15,0 0 1-15,0 1-2 0,-1 0-6 0,2 0 2 16,-2-1-4-16,1 0 3 0,-1 0-3 0,1-1 5 15,0-1-3-15,1-2 6 0,0 0 1 0,0-2-5 16,0-6 5-16,0 1 2 0,0-1 10 0,0 1 4 0,0-1-1 16,0 1 0-16,0-1-21 0,0 0 7 0,0 1-11 15,1-1 8-15,0 0-5 16,-1 0 0-16,16-1-1 0,-16 1 9 0,0-1-8 16,0 1 2-16,11-20-3 0,-11 20 2 0,0 0-2 15,7-21 1-15,-7 21-2 0,0-1-3 0,9-19 5 16,-9 20-6-16,0-1 4 0,10-17-9 0,-10 18 1 0,0 0 1 15,0-1-1-15,12-16 1 0,-12 17-7 0,0 0 6 16,1 0-6-16,0-1 3 0,16-13 4 0,-17 14-1 16,0 0 3-16,1-1-6 0,18-8 3 0,-19 9 0 15,1 0 2-15,-1 0-4 0,20-5-4 0,-20 5 1 16,0 0 0-16,0 0 13 0,17 1 3 0,-17-1-5 16,0 0 4-16,0 0 2 0,0 0-6 0,20 9 4 0,-20-9-4 15,0 0 3-15,0 0 0 0,0 1 7 0,19 13-5 16,-19-14 5-16,0 0 2 15,0 1-3-15,8 15 3 0,-8-16-3 0,0 1 3 16,0-1 3-16,2 19-1 0,-2-19-1 0,0 1-8 16,-3 16 2-16,3-17-2 0,0 0 3 0,-6 19 7 15,6-19-5-15,-1 0 6 0,-10 16 0 0,11-16 2 16,-1 1-1-16,1-1 1 0,-21 18-7 0,21-18 2 16,0 0 0-16,-19 8 1 0,19-8 6 0,0 0-5 15,-17 6 1-15,17-6-3 0,-1 0 4 0,0 0-3 16,-17 2 3-16,18-2-4 0,0 0 0 0,-1 0-4 0,-18-3-1 15,19 3-2-15,0 0-13 0,0 0-8 16,-1 0 0-16,1 0-2 0,-17-4-11 0,17 4-24 0,0 0-11 16,0 0-8-16,0-1-62 0,-1 1-96 0,1 0-10 0,-16-10-45 15,16 10-181-15</inkml:trace>
  <inkml:trace contextRef="#ctx0" brushRef="#br1" timeOffset="97859.17">6465 6083 1426 0,'0'0'40'0,"0"0"-21"15,0 0 8-15,-1 0 7 0,1 0 4 0,-1 0 58 16,1 0-14-16,0 0 23 0,0 0-37 0,-1 0-9 15,1 0-3-15,0 0-1 0,0 0-1 0,0 0 12 0,0 0 3 16,0 0 3-16,1 0-4 0,-1 0-16 0,19-3-7 16,-19 3-3-16,1 0-22 0,-1 0-4 0,20-1 0 15,-19 1-2-15,16 0 2 0,-8-1-7 16,3 0 5-16,1 0-6 0,1 0 6 0,1 0-1 0,1 0-4 16,1 0 2-16,-1 0-1 0,1 0-1 0,2 0 5 15,-1 0-4-15,0 0 9 0,1-1-5 0,3 1 0 16,1-1-3-16,0 0-1 0,4 0-3 0,-3 0 1 15,0-1-2-15,0 0 0 0,-1 1 2 0,1-1-1 16,2-1 3-16,1 0 1 0,1 0-5 0,0 1 2 0,-2 2-3 16,0-1 1-16,-2 0-3 15,-4 1 0-15,2-1-1 0,-1 1-2 0,0-1 4 16,3 1-1-16,-3 1 3 0,0-1-3 0,-1 2 5 0,-2-1-3 16,-1 1 3-16,-2-1-11 0,0 0 4 0,0 0 1 15,-3 0 3-15,2 1-3 0,-3-1 6 0,1 0-6 16,-1 1 7-16,0 0-4 0,0 0 1 0,-1 0 4 0,0-1-3 15,-1 2 0-15,-1-1 0 16,-1 0-2-16,-1 0 3 0,-6-1 3 0,1 0-4 16,-1 0 1-16,16 4-2 0,-16-4 2 0,0 0-2 15,2 0 3-15,-2 0-3 0,0 0-3 0,1 1 6 16,-1-1-5-16,1 1 7 0,-1-1-4 0,0 1 2 0,1-1 0 16,-1 0-2-16,1 0-2 0,0 0-34 0,-1 0-2 15,0 0-15-15,1 0-21 0,-1 0-20 0,0 0-1 16,0 0-9-16,0 0-25 0,0 0-33 0,0 0-8 0,0 0-12 15,0 0-64-15,0 0-118 16</inkml:trace>
  <inkml:trace contextRef="#ctx0" brushRef="#br1" timeOffset="100978.33">9095 5893 1159 0,'0'0'131'0,"0"0"-33"0,0 0 66 0,0 0-37 0,0 0-4 15,-1 0-1-15,1 0-18 0,0 0-1 16,0 0-7-16,0 0-29 0,0 0-27 0,0 0-3 16,0 0-10-16,0 0-11 0,0 0 2 0,0 0 0 0,0 0 1 15,0 0-2-15,1 0 8 0,-1 0 2 0,19 7 2 16,-19-7 1-16,0 0 11 0,18 2-2 0,-16-2 5 16,13 0-1-16,-4 0-3 0,1 0-2 0,2-1-1 15,-1 0-7-15,1 1-5 0,-1-1-6 0,0 1 1 16,0 0-13-16,0 0-2 0,-1 0 4 0,-1 0-4 15,0 1 4-15,1-1-7 16,-1 0 0-16,0 0-2 0,0 0 0 0,1 0 3 0,0 0 1 16,0-1 1-16,2 1-5 0,2-1 4 0,0 0-4 15,1 0 5-15,-1 0-2 0,0 0 2 0,-1 0 1 0,0 0-1 16,-2 1-5-16,1 0 6 0,-1 1-5 0,-1-1 6 16,0 1-5-16,-1 0 2 0,0 0 2 0,1 0-2 15,0 1 0-15,1-2-3 0,0 2 3 0,-1-1-3 16,1 0 2-16,-2 1 2 0,0 0-1 0,-1-1 2 15,1-1 1-15,-1 1-5 0,-2 0 3 0,0-1-3 16,0 1 0-16,0 0 3 0,-1 0-1 0,-1 0 2 16,-6-1-1-16,0 0 1 0,17 3-1 0,-17-3 0 15,1 0 5-15,-1 0-3 16,17 3 0-16,-17-3-1 0,0 0-6 0,0 0 8 0,0 0 0 16,1 0 2-16,17 5-2 0,-18-5-6 0,0 0 1 15,1 0-3-15,-1 0-25 0,0 0-65 0,0 0-11 0,0 0-21 16,0 0-66-16,0 0-62 0,0-1-11 0,0 1-22 15,0 0-62-15</inkml:trace>
  <inkml:trace contextRef="#ctx0" brushRef="#br1" timeOffset="101513.3">9055 5945 1664 0,'0'0'119'0,"0"0"-37"15,-1 0-9-15,-14-1-5 0,15 1-11 0,0 0-5 0,0 0 5 16,0 0-6-16,0 0-3 0,0 0-24 0,0 0 0 15,0 0-9-15,20-3-6 0,-12 2-5 16,1-2 2-16,2 1-2 0,0 0 4 0,1 1 3 0,2 1 4 16,0-1 2-16,2 0 18 0,3 0 4 0,0 0 2 15,4 1 1-15,-1-2 15 0,0 1-15 0,2 0 0 16,-3 0-7-16,1-1-15 0,1 0-1 0,1 1-3 0,1-1 1 16,2 1-10-16,0-1 2 0,0 1 4 0,-3 1-1 15,-1 0 8-15,-2 1 1 0,-2 0-4 0,0 0 3 16,1 0-5-16,1 0-3 0,0 0 2 0,0 1-2 15,-2-1 0-15,-2 0-2 16,-2 0 1-16,-1 0-2 0,0-1-6 0,-3 1 6 0,0 0-4 16,0-1 5-16,-1 1-1 0,-1-1-6 0,1 0 2 15,-2 1-3-15,2-1 1 0,0 0 4 0,-1 0 2 16,0 0 0-16,0-1-1 0,-2 1 0 0,1 0 1 16,-3 1 1-16,-5-1 12 0,0 0-9 0,1 0 3 15,-1 0-5-15,17 0 5 0,-17 0-1 0,0 0 2 16,0 0-3-16,0 0-12 0,0 0-9 0,0 0-12 15,0 0-1-15,1 0-46 0,-1 0-11 0,1 0-10 0,-1 0-1 16,0 0-39-16,0-1-42 0,0 1-2 0,0 0-23 16,0-1-76-16</inkml:trace>
  <inkml:trace contextRef="#ctx0" brushRef="#br1" timeOffset="105309.23">9081 5937 1348 0,'0'0'76'0,"0"0"7"0,0 0 9 0,0 0-30 0,0 0-13 0,0 0-12 16,0 0-4-16,1 0-1 0,-1 0-19 0,1 0 10 15,-1 0-6-15,1 1 7 0,18 10-2 0,-19-11 10 16,1 0 1-16,-1 0 5 0,19 3 11 0,-19-3 1 16,1 0 2-16,19 1-1 0,-11 0 1 0,0-1-8 15,1 1 3-15,2-1-5 0,1-1 0 0,0 1-21 16,1 0 0-16,-2 1-8 0,1-1-6 0,-1 0-3 16,-1 2 2-16,0-2-2 0,0 2 0 0,1 0-2 15,0-1-1-15,-1 0-1 0,0 0 8 0,0 1 6 16,1 1 4-16,2 0 0 0,0-2 1 15,1 0-3-15,1 0 2 0,-1-1-2 16,0-1 6-16,-2 1-14 0,0 0 1 0,0-2-6 0,-2 1 1 16,0 2-1-16,0 0-1 0,0-1 0 0,-3 0 3 0,0-1-5 15,1 0 4-15,-2 0-4 0,1 1 4 0,0 0-1 16,0-1-3-16,0 1 1 0,0-1-5 0,2 0 12 16,-2 1-4-16,0-1 8 0,-1 0-5 0,1 1-4 15,-1 0 4-15,0-1-5 0,-1 1 5 0,-6 0-5 16,0 0 2-16,0 0-1 0,17-4 5 0,-17 4-6 15,0 0 1-15,0 0-3 0,0 0 4 0,1 0-1 16,15-1 3-16,-16 1-2 0,0 0 3 16,0 0 2-16,0 0-5 0,0 0 3 0,1 0-2 15,0 0-5-15,0 0 3 0,-1 0-3 0,0 0 0 0,0 0 0 16,1 0-10-16,0 0 0 0,-1 0-48 0,0 0-25 16,1 0-3-16,-1 0-11 0,1 0-41 0,-1 0-32 15,0 0-26-15,0 0-10 0,0 0-166 0</inkml:trace>
  <inkml:trace contextRef="#ctx0" brushRef="#br1" timeOffset="107458.82">6370 6081 445 0,'0'0'377'16,"0"0"-153"-16,0 0 194 15,0 0-382-15,0 0-3 0,0 0-8 0,0 0 40 16,0 0-1-16,0 0 12 0,0 0-18 0,0 0 7 16,0-1-7-16,1 1 6 0,16-9-18 0,-17 9-24 15,1 0 3-15,15-2-10 0,-16 2 2 0,0 0-4 16,20 0 3-16,-20 0-2 0,0 0 5 0,19 1 2 15,-18-1-2-15,-1 0 2 0,22 0 8 0,-22 0-1 0,1 0 1 16,21-1-1-16,-22 1 0 0,17-2 2 16,-6 2-5-16,1 0 2 0,-1 0-9 0,3 0-4 15,-2 0 2-15,2 0-4 0,0 1-1 0,0 0 3 16,0-1-3-16,0 1 3 0,1 0-6 0,-2 0 3 16,1 0-2-16,-1 0 2 0,0-1-1 0,1 1 1 0,1-1 1 15,3 0-1-15,0 0 1 0,2 0 0 0,1 0-1 16,-2-1 0-16,0 1-5 0,0-1-2 0,0-1 1 15,0 1-1-15,-2 0-3 0,1 1 4 0,2-1-2 16,0 0 3-16,2 1-4 0,0-1 0 0,-1 1 1 0,1 0 0 16,-2 0 9-16,-1 1 3 0,0 0 2 0,-2 0 1 15,1 0 4-15,0 1-1 16,1-1-2-16,3 0 1 0,-2 0-7 0,1 1-1 0,-1-1-4 0,0 2 2 16,-2-1-8-16,0 0 4 0,-1 0-2 0,-1 0 2 15,0 0-3-15,0 1 1 16,2-2 0-16,0 1 0 0,1 0-6 0,-1-2 4 15,-1 1 0-15,0-1 2 0,-2 0 1 0,0 0 10 16,0-1 2-16,-2 1 4 0,1-2 12 0,-2 1-16 0,1-1 5 16,-1 0-9-16,1 1-6 0,0-1 4 0,2 1-5 15,-2-1 4-15,1 0-8 0,-2 0-2 0,-1 1 1 0,0-1-1 16,-1 1 2-16,1-1-2 0,-2 1 0 0,-1 0 0 16,0-1 3-16,-1 0-4 15,-1 1 1-15,-1-1-4 0,2 0-15 0,-7 2-174 16,0 0-1-16,0 0-73 0,17-9-131 0</inkml:trace>
  <inkml:trace contextRef="#ctx0" brushRef="#br1" timeOffset="113624.86">6423 6052 496 0,'0'0'262'0,"-1"0"166"0,1 0 12 0,-16 4-326 0,16-4-32 15,0 0-10-15,0 0 3 0,-1 0 10 0,1 0 23 16,0 0-26-16,-1 0-2 0,0 0-9 0,1 0-17 15,-1 0-12-15,1 0 5 0,0 0-8 16,0 0 1-16,-1 0-2 0,0 0-6 0,1 0 3 0,0 0-4 0,0 0 5 16,0 0 1-16,1-1 1 0,16-9-4 0,-17 10-6 15,1 0-2-15,17-8-1 0,-18 8-1 16,1 0-2-16,19-9-3 0,-19 9 0 0,0 0-8 16,20-10-3-16,-12 8 6 0,-2 0-7 0,1-1-1 15,0 0 5-15,0 1-9 0,1 0 8 0,2 1-9 0,-1-1 4 16,2 1 2-16,1 0-1 0,-1 1-5 0,0 0 3 15,0-1 0-15,0 1 0 0,0 0-1 0,1 0-5 16,0-1 0-16,-1 0-1 0,0 1 11 0,1-1-7 16,-2 1 0-16,1 0-2 0,0 0 1 0,0 2-5 15,3-1 5-15,0 0-5 0,-1 0 6 16,1 0 11-16,-1 1-6 0,0 1 6 0,0 0-14 16,-1 0 9-16,1 0-6 0,-1 1 6 0,-1-2-10 0,2 1 3 15,-1 1 4-15,-1-1-2 0,1 0 3 0,1-1-7 16,0 1 2-16,2-1-2 0,0 1 8 0,0-2-4 15,-1 1 1-15,1 0-2 0,0 0 0 0,-1 0 3 16,0 0-1-16,-1 0 1 0,1 1-5 0,0-1 5 16,-1 1-2-16,2-2 5 0,-2 1-2 0,3-1 3 15,1 0-3-15,0 0 3 0,0 0-6 0,0-1 0 16,-1 1 3-16,-1 0-3 0,1 0 0 0,-1 0 0 16,-1 0 0-16,0 0 1 0,-1 0 6 0,2 1-2 0,1-1 2 15,1 0-2-15,-1 1-3 16,0 0-1-16,1 0 0 0,-1 0 1 0,-2 1 6 0,2 0-4 15,-1-1-1-15,-1 1-1 0,0-1-6 0,0 0 4 16,-1 0 0-16,2 0 3 0,1 0-1 0,0 1-2 16,0 0-1-16,-2 0 1 0,1-1 3 0,-3 0-4 15,0 1 2-15,-1-1-3 0,1 0 0 0,-2 1 6 0,-1-1 0 16,0 0 3-16,0 1-1 16,0-2 1-16,0 0-1 0,-2-1 1 0,2 0 0 15,-2 0 7-15,1-1-5 0,-1 0 6 0,0 0-6 16,-1 0 3-16,-1 1 1 0,-6 0-1 0,1 0 4 15,-1 0-11-15,0 0 3 0,18-7-10 0,-18 7-40 0,0 0-41 16,0 0-4-16,0 0-13 0,0 0-34 0,0-1-24 16,0 1-6-16,0 0-7 0,3-18-42 15,-3 18-64-15,0 0-12 0,-1-1-32 0,1 1-182 16</inkml:trace>
  <inkml:trace contextRef="#ctx0" brushRef="#br1" timeOffset="114339.46">6430 6083 787 0,'-9'-1'120'0,"2"1"96"0,-1 0 99 0,2-1-262 0,6 1-1 0,0 0 13 15,0 0 6-15,-1 0 4 0,0 0 14 0,1 0-21 16,-1 0-4-16,1 0-5 0,0 0-19 0,0 0-3 16,0 0 0-16,0-1 0 0,0 1 14 0,1-1-2 15,21-12 1-15,-22 13-3 0,16-6-12 0,-6 2-17 16,1-1 2-16,0 0-8 0,3 0-1 0,-1-1 1 16,1-1-2-16,2 0 3 0,1 1 5 0,3-1 9 15,0 2-2-15,0 0 2 0,1 1-10 0,-1 1-7 16,-1-1 5-16,0 2-5 0,-1 1 7 15,0-1-7-15,2 2-2 0,0 0-2 0,1-2-6 16,0 2 3-16,2-2 0 0,-1 1 1 0,0 1 1 16,-2 0-5-16,0 0 0 0,0 0-1 0,0 0 5 15,2 0 43-15,1 1-15 0,2-1 20 0,-3 1-33 16,1 0-5-16,-1 0-2 0,-1 1-2 0,-1 0-1 0,-2-1 2 16,0 2 0-16,0-1-1 0,0-1-7 0,3 1 5 15,0-1-3-15,1 0 4 0,-1 2 3 16,-2-1 11-16,1 1 5 0,-2-1-1 0,0 0-3 0,-1 1-7 15,-2-1-3-15,2 0-1 0,2 0-1 0,-1 0-2 16,0 1 0-16,-1 0 0 0,0-1 6 0,-1 1 27 16,-1-1-6-16,-1 0 9 0,-2 1-24 0,1-1-3 15,-1-1-3-15,0 1 1 0,0 0-8 16,0-1-1-16,0 1 2 0,1-1-2 0,-1 0 2 16,1 1-5-16,-1-1 2 0,0 0-3 0,-2 0 3 15,0 1-3-15,-1-1 0 0,-3-1-1 0,2 2 1 16,-2-1 2-16,-6-1-6 0,1 0 1 0,-1 0-46 15,0 0-132-15,17 7-17 0,-17-7-55 0,0 0-203 0</inkml:trace>
  <inkml:trace contextRef="#ctx0" brushRef="#br1" timeOffset="122054.89">6862 3951 1148 0,'0'0'91'15,"0"0"35"-15,-1 0 29 0,1 0-24 0,0 0-3 0,-1 0 0 16,-15 2-10-16,16-2 5 0,0 0-18 0,-1 0-21 16,0 0 3-16,1 0-13 0,-1 0-29 0,1 0-24 15,0 0-4-15,0 0-6 0,0-1-10 0,1 1 8 16,-1 0-6-16,22-12 6 0,-12 11-6 0,2 0 11 15,0 0 1-15,3 0 2 0,1 0 5 0,0-1 9 16,2 0 0-16,3 0 2 16,1 0-2-16,1-1-14 0,1 2 0 0,0-1-7 0,-2 0-11 15,-2 1 5-15,-1-1-1 0,-2 1 5 0,-1-1-7 0,1 0 5 16,0 0-6-16,0 0 5 16,-1 0 2-16,-2-1-5 0,-1 1 6 0,-2 0-7 0,0 0 8 0,-3 0 4 15,0 0-4-15,-3-1 4 16,-5 3-8-16,1 0 1 0,0-1 2 0,-1 1-2 15,0-1 10-15,0 1-6 0,1-1 1 0,11-16-6 16,-12 17-14-16,0 0-25 0,0 0 6 0,0 0-12 0,-1-1 0 16,-19-8-11-16,20 9-8 0,0 0-2 0,-21 2-28 15,20-2-7-15,-14 5 1 0,5-2-3 0,0 0-12 16,-2 0 6-16,0 0-2 0,0 2 7 16,-1-2 36-16,-1 2 27 0,1-1 9 0,0 0 3 15,0 1 22-15,0-1-5 0,-1 0-4 0,0 0 1 0,-2 2-9 16,0-1 14-16,-1 2 2 0,-2 0 3 0,1 0 7 0,-2 1 6 15,2-1-3-15,1-1 4 0,1 0-6 0,3 0 14 16,1-1 6-16,3 0 6 0,-1-1 42 0,2-2-16 16,2 0 7-16,6-2-8 0,-1 0 10 0,1 0-13 15,0 0 2-15,-1 0-9 0,0 0-22 0,1 0-20 16,0 0 1-16,0-1-5 0,0 1 9 0,12-13 14 16,-3 8-7-16,2 0 9 0,-1-1 4 0,1 1-4 15,3-1 3-15,1 0-5 16,2 1-9-16,1 0-3 0,1-1-1 0,-1 0 0 0,0 1-6 15,-1 0-1-15,-2 1-2 0,-2 1 0 0,0 1 0 16,-1-1-1-16,-1 0-1 0,0 1-1 16,-2 1-2-16,-1-2 3 0,0 2 2 0,1-1 1 0,-1 1 1 15,0 0 1-15,-8 1-1 0,0 0 0 0,0 0-2 16,0 0-47-16,1 0 0 0,0-1-21 16,-1 1-25-16,0-1-32 0,1 1 0 0,-1-1-15 0,0 1-26 15,0-1-2-15,0 1-14 0,-1 0 0 0,-16-4-91 16,17 4-51-16,-1 0 1 0</inkml:trace>
  <inkml:trace contextRef="#ctx0" brushRef="#br1" timeOffset="124645.64">6480 6058 394 0,'0'0'197'0,"0"0"129"16,0 0 11-16,0 0-257 0,-1 0-11 0,-15 3 19 0,16-3-3 15,0 0 17-15,0 0 1 0,-1 0-8 0,1 0-6 16,0 0-1-16,-1 0-21 0,0 0-4 0,1 0-6 15,0 0 3-15,0-1 0 0,0 1-17 0,0-1 4 16,0 1-10-16,0-1-11 0,0 1-10 0,1-1 2 16,0 1-4-16,17-12 0 0,-18 12 3 0,0 0-6 15,0 0 4-15,1 0-5 0,20-5-3 0,-21 5 4 16,0 0-3-16,0 0 8 0,20-4 5 0,-20 4-1 16,0 0 3-16,20-2 0 0,-20 2-1 15,0 0 0-15,23-4-1 0,-14 3-2 0,0 0-9 16,0 0 4-16,1 0-7 0,-1 0 4 0,-1 0-4 15,0 1 0-15,2-1-2 0,-1 1-3 0,0 0-1 16,0-1-1-16,-2 1 1 0,1 0 1 0,0 0 4 16,-1 0-3-16,2 1 3 0,-2-1-7 0,2-1 3 0,-2 0 1 15,1 0 1-15,2 2-1 0,2-1 2 16,-1-1 1-16,2 1-1 0,-1-1 0 0,1 1-6 16,0-1 2-16,-2 1-2 0,1-1 6 0,-1 0 0 15,0 0-5-15,0 0 3 0,1 0-4 0,-1 0 8 16,0 0 7-16,0 1 1 0,1-2 10 0,-1 1-13 0,2-1-2 15,1-1-3-15,0 1-5 0,1-1 2 0,0 0 0 16,0 0 1-16,0 0 4 0,0 1-5 0,0 0 0 16,-1 1-3-16,0-1-1 0,0 1 2 0,-1-1-2 0,-1 1 0 15,1 0 3-15,-2-1-2 16,2 1 3-16,1-1-4 0,1 1 0 0,2 0 0 16,-2 0 3-16,0 0-2 0,0 0 0 0,-1 0 3 15,1 1-4-15,-2 0 5 0,-1-1-4 0,0 1 3 0,-1 0 2 16,1 1-1-16,-1-1 4 0,-1 0-7 0,1 2 1 15,0-2-3-15,1 2 0 0,2-1 6 0,-1 1-5 16,0-1 5-16,0-2-6 0,-1 2 0 0,2-1 0 16,-1 0 1-16,-1 1-1 0,1 1 2 0,-2-1 0 15,0 0 0-15,0-1-3 0,-1 0 1 0,2 0 2 16,-3 2 0-16,3-1 3 0,-1 0-3 0,0 0-2 0,4 0 1 16,-1 0-4-16,1-1 2 15,1 2 2-15,-1-1 2 0,0 1 10 0,0-1-2 16,-1-1 1-16,0 3-1 0,-1-1 10 0,0 0-3 15,-1-1-3-15,-1 0 1 0,1 0-9 0,0 0 3 16,-1 1 1-16,3 0-2 0,-3-1-3 0,1 0-1 16,-1 2-2-16,0 0 2 0,-2-1-2 0,-1 1 0 15,2 0 1-15,-4-2-2 0,0 2 1 0,1-2-2 16,-2 1 4-16,-5-2-3 0,0 0 6 0,1 0-4 16,-1 0-2-16,0 1-3 0,1-1-48 0,-1 1-206 0,1-1-16 15,-1 0-103-15,1 1-457 0</inkml:trace>
  <inkml:trace contextRef="#ctx0" brushRef="#br1" timeOffset="126001.94">8827 6315 1791 0,'0'0'93'0,"0"0"-45"16,0 0 47-16,0 1-121 0,0-1 23 0,0 1 11 0,0-1 70 15,1 1-9-15,-1-1 19 0,17 7-23 0,-17-7 0 16,7-3-4-16,3 3 3 16,0-1 0-16,0 0-8 0,1 0 0 0,-1 0-5 15,0 1-7-15,-1-1-21 0,-2 0 2 0,2 1-11 16,1-1-8-16,0 0 7 0,2 1-3 0,0 0 6 0,1-1 3 15,-1 0-8-15,0-1 3 0,-2 1-5 0,2 0 0 16,-2-1-5-16,-1 2 3 0,0-1-4 0,-3-1 4 16,-6 2 1-16,0 0-4 0,1 0 3 0,17-3-11 0,-18 3 6 15,0 0-21-15,0 0 6 0,0 0-100 16,0 0-39-16,1 0-8 0,-1 0-15 0,1 0-59 0,-1 0-153 16,0 0-184-16</inkml:trace>
  <inkml:trace contextRef="#ctx0" brushRef="#br1" timeOffset="126273.37">8903 6505 1135 0,'0'0'168'0,"0"0"567"0,0 0-652 15,0 0-2-15,0 0 7 0,0 0 0 0,1 0 48 0,-1 0-10 16,19-13-9-16,-19 13-6 0,1 0-65 15,18-14-8-15,-11 9-2 0,1 0-3 0,1 0-9 16,2 0-2-16,0 2 5 0,-2 0-3 0,1-2 8 16,0 3-4-16,0-2-6 0,-1 1 2 0,1 0-14 15,-1 0-6-15,0 1 2 0,-1-1-3 0,-1 0-2 16,0 1 1-16,-1-2 2 0,1 2-2 0,-2 0-2 16,2-2-72-16,-1 2-32 0,-1-1-28 0,1 0-217 15,0 0-228-15</inkml:trace>
  <inkml:trace contextRef="#ctx0" brushRef="#br1" timeOffset="127214.77">9874 6108 1396 0,'0'0'227'16,"0"0"-78"-16,0 0 50 0,0 0-122 0,0 0 26 0,-1 0-8 15,0 0 7-15,1 0-7 0,-1 0 12 0,1 0-36 16,0 0 3-16,-18 4-14 0,18-4 1 0,-1 0-3 15,1 0-1-15,-1 0-3 0,-15 5-5 0,16-5 5 16,0 0-8-16,0 0 3 0,-1 1-22 0,1-1-5 16,-17 14 7-16,17-14-7 0,0 0 2 15,0 0 1-15,-16 18-4 0,16-18 4 0,0 1-9 0,-14 18 2 16,14-19-8-16,0 1 4 0,-13 21-10 0,9-13 7 16,1-1 0-16,-2 0 0 0,2 1-9 0,-1 2 2 15,2 0 0-15,-1 0 1 16,0 2 0-16,2-2-7 0,-1 1 1 0,0 0-3 15,2 1 8-15,-1 0-5 0,1 0 2 0,0-1-3 16,1 1 6-16,-1-1-9 0,0-1 4 0,2 0-5 16,-2 0 12-16,2-1-5 0,-1 2-1 0,1-1-1 15,-2 1-1-15,1 0 5 0,0 0 2 0,0 0 0 16,-1 0-1-16,0-2-3 0,0 0 3 0,0-1-3 0,1 0 0 16,-1-1 2-16,0 0-4 0,0-1 2 0,-1 1 3 15,1-1 0-15,-1 0 1 0,0 0-1 0,1-1 3 16,0-6-4-16,0 1 6 0,-4 15-6 0,4-16 3 0,0 0-1 15,0 1 1-15,0-1-1 0,-7 18-4 0,7-18 0 16,0 1 0-16,0-1 0 0,0 1 3 16,0-1 2-16,-6 16-2 0,6-16 1 0,0 0-7 15,0 1 2-15,0-1-3 0,0 1 3 0,-6 16 4 16,6-17-3-16,0 0 3 0,0 1-3 0,0-1 2 16,0 0-3-16,0 1 3 0,0-1-3 0,-8 18 8 0,8-18-8 15,0 0 3-15,0 0-4 0,0 0 9 0,0 1-6 16,0-1 0-16,0 0-2 0,0 1 2 0,0-1-2 15,-10 16 3-15,10-16-3 0,0 0 7 0,0 0-3 16,-1 0-1-16,1 0 1 16,-1 1 3-16,1-1-4 0,0 1 2 0,-18 9-2 15,18-10 6-15,0 0-7 0,-1 0 0 0,1 0-2 16,-1 0-4-16,1 0 3 0,-17 9-1 0,17-9 2 0,0 0 4 16,-1 0-4-16,1 1 3 0,-21 14-4 0,21-15-4 15,0 1 6-15,-1-1-1 0,-18 14 2 0,19-14-2 16,0 0-1-16,-1 1 2 0,-16 9 0 0,17-10 5 15,0 0-6-15,0 0 0 0,-1 0 0 0,0 0 6 16,-18 7-18-16,19-7-10 0,-1 0-9 16,1 0-77-16,-17-1-122 0,17 1-21 0,0 0-43 15,-19-6-145-15</inkml:trace>
  <inkml:trace contextRef="#ctx0" brushRef="#br1" timeOffset="129367.46">10328 6272 931 0,'0'0'122'0,"0"0"-37"0,0 0 69 0,0 0 1 0,0 0-24 15,0 0 6-15,0 0-48 0,0 0-3 0,0 0-7 16,0 1-4-16,0-1 3 0,0 0-1 0,-1 0-1 16,1 0-12-16,-17 14-9 0,17-14 3 0,0 0-6 15,0 1-4-15,0-1-2 0,0 1-1 0,-9 16 0 16,9-17 0-16,0 1-5 0,0-1-2 0,-5 18-1 15,5-18-7-15,0 1-5 0,-2 16 1 0,2-17-3 0,0 0-1 16,-4 21-4-16,4-12 0 0,-3 0-2 16,3 1-6-16,0 1 1 0,-1-1-3 15,0 0 2-15,-2-1 0 0,1 1-1 0,0 0-1 16,0 2 0-16,1 0-1 0,0 0 0 0,0-1 1 0,-1-1 0 16,1-1 5-16,1-1 3 0,-1 0-3 0,0-1 2 0,1-1-6 15,0-6-1-15,0 0-1 0,0 0 1 0,0 1-5 0,0-1-3 16,0 1 0-1,0-1-2-15,0 1-8 0,0-1 7 0,0 1-1 16,0-1 2-16,0 0-18 0,0 0 1 0,0 0-2 16,0 0 4-16,4-17 8 0,-3 9-3 0,1-1 1 0,-1-2-1 15,-1 1 9-15,2-2 1 0,-2 0 1 0,0-2-2 16,0 1 1-16,0-1 2 0,0 0 0 0,0-1 0 0,0-1 0 16,2 0-3-16,-2 1 4 15,0 1-2-15,1 1 9 0,0 2-4 0,1 0-4 16,-1 3 2-16,0-1 7 0,-1 1-7 0,0 2 13 0,1 0-11 15,0 0 18-15,-1 6-5 0,0 0-2 0,0-1 2 16,0 1-1-16,0-1 0 0,0 1 3 0,0-1-2 16,0 1 7-16,0 0-10 0,0-1 1 15,0 1-5-15,0 0 1 0,0 0-2 0,0 0 2 0,0 0-3 0,0 1 5 0,-7 19-6 16,7-19 5-16,-3 15-6 0,3-15 1 0,-3 17 1 16,3-8-6-1,0 1 4-15,-1 0-4 0,0 1-2 0,1-1 3 16,-1 2-3-16,1 0 1 0,1 0-1 0,0-2 0 15,0-1 0-15,-1 1 5 0,-1-2-5 0,0 1 0 0,1 0 0 16,0-1 6-16,-1-2 4 0,1 0-4 16,0-7 1-16,0 1-10 0,0-1-29 0,0 1-7 0,-4 15-12 15,4-16-64-15,0 0-28 0,0 0-17 0,0 0-10 16,0 0-106-16,0 0-207 0</inkml:trace>
  <inkml:trace contextRef="#ctx0" brushRef="#br1" timeOffset="137015.56">10236 6676 211 0,'-1'0'338'0,"1"0"-128"16,0 0 175-16,-1 0-293 0,0 0-7 0,1 0-3 0,-17-10 0 15,17 10-1-15,0 0 3 0,0 0-3 0,0 0-4 16,0 0-2-16,0 0-1 0,-1 0-5 0,1 0-1 15,-1 0 5-15,1 0-3 0,0 0 1 0,0 0-17 16,0 0-1-16,0 0-4 0,0 0-1 0,0 0-4 16,0 0-3-16,0 0-1 0,1 1-20 0,-1-1 2 15,1 0 0-15,16 11 1 0,-17-11 3 0,0 0-3 0,0 0-4 16,1 0 1-16,18 2-3 16,-19-2-3-16,0 0 0 0,20 0-2 15,-20 0 0-15,0 0 0 0,17-5 0 0,-17 5 0 0,0 0-4 16,20-3 7-16,-20 3 2 0,0 0 1 0,17-1-1 15,-17 1-3-15,0 0-6 0,1 0 2 0,16-1-4 16,-17 1-1-16,0 0 4 0,1 0-3 0,-1 0 1 0,1 0 1 16,-1 0-2-16,1 0 2 0,15-3 1 0,-16 3-5 15,0 0 3-15,0 0-4 0,0 0-2 0,0 0 11 16,0 0-8-16,0 0 9 0,0 0-8 0,0 0-1 16,0 0-4-16,0 0 0 0,0 0-28 0,0 0 0 15,-1 0 2-15,1 0-1 0,-1 0 8 0,-17 3 9 16,18-3 1-16,0 0 4 0,-1 0 8 0,1 0-1 15,-19-2-2-15,19 2-1 0,-1 0-3 0,1 0-9 16,-16 1 3-16,16-1-4 0,0 0 1 0,-1 0 8 16,1 0-3-16,-18 9 5 0,18-9 3 0,0 0 0 0,0 0 1 15,-1 0-1-15,1 0-3 0,-1 0-4 16,1 0 1-16,0 0-2 0,-1 0-1 0,1 1 1 16,0-1-1-16,0 1 1 0,0-1 1 0,0 0 1 15,0 1-7-15,0-1 4 0,0 1-10 0,0-1-145 0,0 1-15 16,18 6-74-1,-17-7-275-15</inkml:trace>
  <inkml:trace contextRef="#ctx0" brushRef="#br1" timeOffset="141221.81">10985 6529 43 0,'0'0'490'0,"0"0"-199"16,0 0 254-16,0 0-463 0,-1-1 3 0,0 1 4 16,-16-15 1-16,17 15-5 0,0 0-1 0,0-1-32 15,-1 1-3-15,-16-13-5 0,17 13 3 0,-1-1-7 16,0 1 23-16,1-1-5 0,-16-15 10 0,16 16-12 0,0 0 8 16,-1-1 1-16,-10-15 2 0,11 16-6 0,0 0-11 15,0-1 0-15,-10-15-4 0,10 16-16 0,0 0-1 16,0-1-5-16,0 1 4 0,-16-19-2 0,16 19-8 15,0 0 3-15,0 0-5 0,-1 0 9 0,1-1-10 16,-17-9 2-16,17 10-5 0,0 0-1 0,0 0-5 16,-1 0-1-16,-15-2-2 0,16 2-7 0,0 0 7 15,-1 0 0-15,-15 8 3 0,16-8-5 0,-1 0-6 16,1 0 0-16,-18 15-3 16,13-9-3-16,0 2 7 0,-1 2-4 0,1 1 6 15,0 0 0-15,1 0 1 0,-1 3-1 0,1 0 1 0,0 0-3 0,0 0 8 16,2-1 0-16,-1 0 4 15,2 0 1-15,1-1-3 0,0-3-1 0,2-2-2 0,-2-7-4 16,0 0-1-16,0 1-1 0,11 16 0 16,-11-17-5-16,1 0 1 0,-1 0-1 0,16 6 1 15,-16-6 0-15,1 0-1 0,17-4 1 0,-18 4-1 16,0 0 2-16,21-11-1 0,-14 4 0 0,0-1 0 0,0 0 0 16,0-1 4-16,1 0 1 0,-1-1 1 0,-1-1-4 15,1 1 1-15,-1-1 1 0,1 0 0 0,0 1 4 0,0-2 0 16,1 2-4-16,-2-2 2 0,0 0 1 0,-1 0-3 15,2 1 4-15,-2-1-4 16,0-1-1-16,0 1-1 0,0-2-4 0,0-2 2 0,-2 0 2 16,1-2 5-16,-1 1 2 0,-2 1 0 0,1 0 3 15,0 0 1-15,-2 0 5 0,1 1-3 0,0-1 9 0,0 4-2 16,-1 1 2-16,0 2-2 16,0 0 7-16,0 0-2 0,0 1-1 0,0 1 1 0,-1 1-1 0,0 0-3 15,0 0 2-15,-1 1-3 0,2 5 3 0,0 0 0 16,0-1 0-16,0 1 1 0,0-1 3 0,-1 1-3 15,1-1-4-15,-1 1-1 0,1-1-14 0,-1 1-2 16,1 0 1-16,0 0-2 16,-17-2 3-16,17 2-5 0,0 0 2 0,-6 20-2 0,4-10 6 15,1 0 0-15,-1 1 0 0,0 0-1 0,1 1 2 0,-1 2 0 16,2 1 3-16,-1 4-2 0,0 0-1 0,-1 1 3 16,1 1-1-16,0 1 2 0,0 1 0 0,1-1-4 15,0-2 1-15,1 0-2 0,-1-3 8 0,0 2-2 16,0-1-1-16,1-1 1 0,0-1-1 0,1-2-1 15,-1-1 1-15,1-3-2 0,0 0 5 0,0-1-5 16,1-2-1-16,-1-1-2 0,-2-6 0 0,0 1 0 16,0-1 4-16,1 1-3 0,12 16-5 0,-13-17-34 15,0 0-5-15,0 0-13 0,0 0-48 0,1 0-17 16,-1 0-6-16,0 0-3 16,17 4-19-16,-17-4-14 0,0 0-6 0,1 0-5 0,-1 0-40 0,0-1-153 15</inkml:trace>
  <inkml:trace contextRef="#ctx0" brushRef="#br1" timeOffset="141977.6">11127 6468 1476 0,'0'0'247'0,"0"0"-181"0,0 0 29 0,0 0-32 0,0 0 74 0,1 0-55 16,-1 0 6-16,17 8-27 0,-17-8-18 0,0 0-7 16,0 1 0-16,17 16-2 0,-12-11 1 15,2 0-14-15,0 1 4 0,-1-1-7 0,0 1 13 0,0 0-6 16,0-1 2-16,1 1-3 0,-2-1 6 0,0 1 1 16,-1-1-4-16,0 0 0 15,1-1-16-15,-2 0-7 0,1 0 6 0,-4-5-5 16,0 0 12-16,1 1-8 0,-1-1-5 0,14 17 0 15,-14-17-7-15,0 0-33 0,0 0-3 0,0 0-17 0,0 0-61 16,1 0-20-16,-1 0 6 0,1 0-7 0,-1 0 26 16,1-1-21-16,8-16-7 0,-9 17-9 15,0 0-62-15,-3-22-135 0,3 22-37 0,-9-64-275 16,9 69 632-16,0-18 132 0,1 1-63 16,-1-1 25-16,1 0-34 0,1-1 78 15,-1 3 119-15,0 3-3 0,-1 8 41 0,0 0-29 0,0-1-39 16,0 1 0-16,0-1-13 0,0 1-10 0,0-1-79 15,0 1 2-15,0 0-29 0,0 0-19 0,0 0 1 16,0 0-4-16,-1 0 3 16,-16 17-12-16,11-8 7 0,-1 3 1 0,-1 0 3 0,-1 3 7 15,-1 0-13-15,0 0-5 0,-2 1-4 0,1 0-24 16,-1-1-9-16,0 0-3 0,2-1-4 0,0-2-33 0,2-1-107 16,0-1-6-16,0-1-46 0,1-1-122 0</inkml:trace>
  <inkml:trace contextRef="#ctx0" brushRef="#br1" timeOffset="143244.49">9913 6792 8 0,'0'0'315'16,"0"0"-73"-16,0 0 154 0,0 0-117 0,0 0-54 0,0 0-31 16,0-1-85-16,0 1-7 0,0-1-10 0,0 1-35 15,6-18 2-15,-6 18 2 0,0-1-1 0,0 1 1 16,1-18 1-16,-1 18-5 0,0-1 4 0,0 1-2 15,0-19 2-15,0 19 4 0,0 0-4 0,0-1 0 16,-1-17 0 0,1 18-1-16,0 0 2 0,0-1 4 0,0 1-8 0,-10-17-4 15,10 17-2-15,0 0-15 0,0 0-10 0,-1-1 1 0,1 1-5 16,-19-8-9-16,19 8-5 0,0 0-2 0,-1 0-1 16,-15-3-6-16,16 3-11 0,-1 0 3 0,1 0-5 15,-17 6 8-15,17-6-9 0,0 0 0 0,0 0-4 16,0 1 3-16,-19 20-1 0,19-21 5 0,-6 14-4 15,2-6 8-15,0 1-6 0,2 1 6 0,0 0-4 16,-1 1 12-16,1 0-6 0,1 1 0 0,0-1-2 16,0 0 4-16,1-1 3 0,1 0-6 0,1-1 4 0,0-2 1 15,-2-7-2-15,0 0 4 0,0 1-3 0,11 15-3 16,-11-16 2-16,0 0-5 0,1 0 4 0,-1 0-9 16,21 2 12-16,-21-2-2 0,0 0 4 0,1 0-3 0,17-10 2 15,-18 10 1-15,1-1 0 0,-1 1-1 16,0-1-1-16,18-19-4 0,-18 20 3 0,0 0 2 15,1 0-2-15,10-20 0 0,-11 20 0 0,0-1-1 16,9-16-4-16,-9 17 7 0,0-1-3 0,10-15 10 16,-10 16-7-16,0-1 0 0,0 1-3 0,9-21 9 0,-9 21 4 15,0 0 2 1,0-1 0-16,0 1-1 0,7-16 3 0,-7 16-4 0,0 0 4 16,0 0 0-16,0 0-1 0,0-1 0 0,0 1-2 15,0-1-7-15,0 1 6 0,0 0-2 0,0 0 2 16,0 0-1-16,0 0-7 0,0 0 1 0,0 0-3 15,0 0 0-15,0 0-6 0,0 0-1 0,0 0-2 16,0 1 1-16,6 17 3 0,-6-18 5 0,0 0-3 16,4 17 2-16,-4-17 1 0,0 0-3 0,7 19 3 15,-7-19 5-15,0 1-5 0,5 18 0 0,-5-19-1 16,0 0 1-16,0 1 1 0,5 19 3 0,-5-20-1 0,0 0-5 16,0 0-79-16,0 1-12 0,0-1-31 15,0 1-106-15,0-1-113 0,0 1-41 0</inkml:trace>
  <inkml:trace contextRef="#ctx0" brushRef="#br1" timeOffset="144205.65">9978 6003 1499 0,'0'0'104'0,"0"0"25"0,0 0-19 15,0 0 23-15,0 0-15 0,0 0-2 0,0-1-10 0,0 1 2 16,0-1-41-16,0 1-19 0,0-1 1 0,0 1-7 16,0-1-2-16,-1 1-13 0,1 0-3 15,0 0-4-15,-1 0-11 0,1 0 6 0,0 0 5 0,-1 0-1 16,1 0 14-16,0 1-3 0,-7 19-1 0,7-20-1 15,0 0-10-15,-1 22 5 0,0-13-8 0,1 1 7 16,0 1-10-16,-2 2 3 0,0 1 0 0,1-1 1 16,-1 2-3-16,1 1-7 0,-1-1 8 0,0 0-7 15,0-1 5-15,0-1 4 0,-1-1-8 0,1 1 6 16,1-2-11-16,-2 1 8 0,1 0 1 0,0-2 2 16,-1-1-2-16,1-2 2 0,1-1-4 0,1-6 4 0,0 1-10 15,0-1 3-15,0 1-2 0,0-1 2 0,0 0-7 0,0 1-12 16,0-1 1-1,0 1-6-15,0-1-3 0,0 0 4 0,0 0 2 16,0 0 2-16,0-1 12 0,0 1 2 0,10-18 0 0,-10 18 1 16,0 0-4-16,5-20 3 0,-5 20-2 0,0 0 3 15,7-19-3-15,-7 19-6 0,0-1 7 0,0 1-5 16,9-18 6-16,-9 18-4 0,0-1-3 0,1 1 0 16,12-19 0-16,-13 19 3 0,0 0-2 0,1 0 2 15,17-15-5-15,-18 15 10 0,1 0-3 0,-1-1 8 16,17-11-4-16,-17 12 4 0,0 0-1 0,0 0 2 0,1 0 2 15,15 1-5-15,-16-1 4 0,1 0-4 0,-1 0 4 16,0 0-4-16,17 15-3 16,-17-15 1-16,0 0 1 0,0 1-1 0,1-1 3 15,12 19-2-15,-13-19 8 0,0 0-6 0,0 1 3 16,3 16-4-16,-3-17 7 0,0 1 2 0,-2 15-3 0,2-16 3 16,0 0-6-16,-9 21 2 0,6-13 2 0,-1 0-1 15,-2 0-3-15,3-1 5 0,-3 0-4 0,1 0 6 16,1 0-3-16,-1 0 2 0,0-1 1 0,0 0-1 0,0-2-2 15,1 0 2-15,-2-1-2 0,1 0 2 0,0-1-2 16,-1-1-6-16,1 0-3 0,5-1-3 0,-1 0-33 0,1 0-48 16,0 0-12-1,-17-5-16-15,17 5-83 0,0 0-50 0,0-1-41 16,0 1-37-16,-5-16-464 0</inkml:trace>
  <inkml:trace contextRef="#ctx0" brushRef="#br1" timeOffset="145497.74">9540 7006 1311 0,'0'0'138'16,"0"0"66"-16,-1 0 13 0,-17-6-117 0,18 6-16 0,0 0-7 16,0 0-7-16,-1 0 10 0,1-1-7 0,-21-11-6 15,21 12-4-15,0 0-3 0,0 0-16 0,0 0-8 16,0 0 2-16,0-1-5 0,0 1-12 0,0-1-6 16,0 1-5-16,0-1 2 15,0 1-8-15,0-1 1 0,1 1-1 0,-1 0 0 0,0 0-3 16,18-5 0-16,-18 5-1 0,1 0 0 0,0 0 5 15,18 4-4-15,-19-4 2 0,1 0-3 0,15 3 0 16,-16-3 2-16,0 0-1 0,19 3 1 0,-19-3 2 0,0 0-4 16,22 2 3-16,-14-2-3 0,2 0 3 0,1 1 9 15,-1-1 1-15,1 0 4 0,0 0-1 0,-1 0-10 16,0 0 1-16,0 0-3 0,0 0 4 0,1 0-6 16,0 0 2-16,-1 0-3 0,0 0 1 0,0 0 0 15,-1 0 1-15,1 1-1 0,0 0 4 0,-1 1-6 16,1-2 3-16,1 1-4 0,-1 0 1 0,2 0 3 15,1 0-3-15,0 0 5 0,1 0 15 0,-1-1-6 16,2 1 0-16,0-1-3 16,0 0-3-16,-2 0-3 0,2 0 0 0,-1 0-1 15,1 0-2-15,-1 0 0 0,0 0 3 0,3 0-3 16,0 1-5-16,1-1 3 0,3 1-3 0,-2-1 4 16,0 0 5-16,0-1-4 0,-1 0-1 0,-1 0-1 15,0 0 3-15,-1 0 4 0,0-1 3 0,2 0-2 0,3 1-4 16,2-1 2-16,-1 0-5 0,0 0 5 0,-1 0-3 0,-1 0-1 15,-1 1 1-15,-2 0-1 0,0 0-2 0,-1 1 5 16,1 0-5-16,1 0 5 0,1 1 2 0,0-1-2 16,0 1 0-16,0-1-2 0,-1 0-1 0,-1 1-5 15,-1-1 5-15,0 0-5 0,1 0 8 0,-2 0-5 16,0 0 4-16,2-1-4 0,1 1 0 0,0 0 2 16,2-1-2-16,-1 0 4 15,0 1-6-15,-1 0 5 0,-1-1-4 0,-1 1 5 16,1 1-1-16,-1-1-3 0,-2 0 8 0,0 1-2 0,-1-1 36 15,1 0-15-15,3 0 2 0,0 0-10 16,1 0-8-16,-1-1-11 0,-1 0 5 0,-1 0-6 0,0 0 9 16,-1 0-3-16,-1-1 2 0,-1 1-2 0,0-1-3 15,0 1 6-15,-1-1-3 0,1 1 5 0,-1-1-3 16,3 1 8-16,-1 0-2 0,1-1 5 0,0 2-5 0,-2-1 5 16,0-1 0-16,-2 1 1 0,0 0-2 0,0 0-6 15,-1 1-3-15,0 0 0 16,0-1-6-16,0 0 4 0,-2 1 1 0,0 0 0 15,0-1 4-15,-2 1-2 0,2 0-2 0,-1 0 1 16,-1-1 6-16,-5 1 8 0,1 0 0 0,0 0 2 0,16 0 1 16,-17 0-11-16,0 0 5 0,1 0-6 0,16 0 8 15,-17 0-6-15,0 0-3 0,0 0-1 0,0 0-5 16,0 0 4-16,18 1-2 0,-18-1 2 0,0 0-10 0,0 0 7 16,0 0-2-16,0 0 1 0,2 0-33 0,-2 0-97 15,0 0-15-15,0 0-37 0,0 0-164 0</inkml:trace>
  <inkml:trace contextRef="#ctx0" brushRef="#br1" timeOffset="147357.06">6373 6045 25 0,'0'0'502'0,"0"0"-187"0,-1-1 257 0,1 1-431 16,0-1-31-16,-1 1-17 0,1 0-36 0,-1 0-2 15,1 0 1-15,0 0 5 0,-23-4 2 0,23 4 0 16,0 0 0-16,-1 0-5 0,1 0-7 0,-1 0 1 16,1 1-4-16,0-1-13 0,-1 0-3 0,1 1-4 15,0-1 3-15,0 1 3 0,0-1-5 0,0 1 5 16,1-1-7-16,15 14-13 0,-16-14-4 0,1 0-7 16,18 0 4-16,-19 0-7 0,16 1 0 0,-7-1 2 15,1 0 0-15,-1 0 2 0,1 1 4 0,-1-1 4 16,1 1 1-16,0-1 4 0,1 1-8 15,-2-1-3-15,4 0 0 0,-2 0 1 0,3 0-7 16,2 0 0-16,0 0-2 0,2 0 2 0,-1 0-3 16,1 0 7-16,0 0-6 0,0 0 1 0,1 0 5 15,-2 0-5-15,0 0 6 0,1 0-6 0,0 0-1 16,1 1 2-16,3-1 0 0,-1 2 7 0,1-1 19 16,1-1-4-16,-1 1 7 0,-2 1-21 0,0-1 2 15,-2 0-7-15,1 1 5 0,0-1-5 0,0 1-3 16,2 0 1-16,0-1-1 0,0 1 6 0,0 0-7 15,0 1 1-15,-1 0-2 0,-1-1 1 0,-1 1 6 16,0-1-4-16,1 0 5 0,1 0-6 0,3 0 0 16,1 0 5-16,-1-1-1 0,1 0 29 0,-3 0-2 15,1 0 1-15,-5 0-5 0,3 0-10 0,-1 0-13 16,2 0 4-16,3 1-7 0,-3 0 6 0,1-1-6 0,-1 1 4 16,-1 0-4-16,-1 0-1 0,0 0 1 15,-2 0-1-15,-1 0 1 0,1 0 1 16,-2 0 3-16,1 0-3 0,1 1 2 0,1-1-3 15,-1 0 52-15,1 0-8 0,-3 0 21 0,2 1-35 16,-2-2-14-16,0 1-4 0,-4-1 0 0,1 0-3 0,-3 1-3 16,0-1 4-16,0 1-5 0,1 1-1 0,-3-2 4 15,1 1-6-15,-2-1 6 0,0-1-7 0,1 2 4 16,-7-2 0-16,0 0 0 0,1 0 1 0,16 2-1 16,-17-2 4-16,0 0-3 0,0 0-9 0,0 0-151 15,0 0-26-15,0 0-58 0,0 0-247 0</inkml:trace>
  <inkml:trace contextRef="#ctx0" brushRef="#br1" timeOffset="154196.38">6534 8246 2334 0,'0'0'157'0,"0"0"3"0,-1 0-1 0,1 0-47 15,-1-1-87-15,1 1-21 0,0 0-12 0,-1-1 16 16,0 1-12-16,-15-11-8 0,16 11-3 0,0 0-2 15,0 0-6-15,0 0 4 0,0 0 4 0,0 0-1 16,0 0 14-16,1 1 9 0,-1-1 9 16,17 11 0-16,-17-11 23 0,1 0 1 0,-1 0-7 15,17 1 5-15,-17-1-3 0,0 0 1 0,17 1 3 16,-17-1-4-16,0 0-6 0,17-2-13 0,-17 2-3 16,0 0-4-16,20-1-10 0,-20 1 1 0,0 0-1 0,23 0 1 15,-15 0-8-15,2 0 6 0,0 0-4 0,0 0 4 16,0 0-4-16,-1 0 2 0,1 0 4 0,0 0-2 15,0 0 3-15,1 0-4 0,1 0 2 0,1 1-3 16,-1 0 5-16,2 0-1 0,-1 0 1 16,0 0-1-16,1 1 4 0,-2 0-6 0,1 1 1 15,0 0-4-15,-1 0 5 0,1 1 0 0,-1 0 1 0,1-1-1 16,-1 0 3-16,1 1 0 0,-1-1 0 0,3 0 0 16,-1 0-6-16,2 0-3 0,1 0 6 0,0-2-2 15,-1 2 9-15,1-2-9 0,-1 0-1 0,-1 0-2 16,1 0 9-16,-1-1 0 0,-1 1-3 0,0-1 2 15,-1 0 3-15,1 0 4 0,1-1 4 0,2 1-2 16,0-1-3-16,1 0-7 0,0 0 1 0,-1 0-2 16,0 1 5-16,-1-2-3 15,1 1 0-15,-2 0-3 0,0 0-5 0,1 1 5 16,-2-1-3-16,2-1 4 0,0 1 4 0,1-1-4 0,1 1 2 16,0 0-3-16,-2 1 2 0,-1-1 2 0,-1 1 1 15,-1 0 0-15,0 0-3 0,-1 0 1 0,-1 0 3 16,0 1-1-16,-1 1 3 0,1 0-6 0,-1-1 0 15,2 2-2-15,-1-2 2 0,1 2 3 0,1-1 0 16,-1 0 1-16,1 0-1 0,-1 0 6 0,1 0-6 0,-1-1 6 16,-1 0-3-16,-1 0 3 0,0 0 1 0,-1 0-1 15,-1 0-4-15,-1 0-4 0,-1-1-2 0,1 1 0 16,-2 0-4-16,-5-1-12 0,1 0-68 0,0 0 4 16,15 7-376-16</inkml:trace>
  <inkml:trace contextRef="#ctx0" brushRef="#br1" timeOffset="155235.82">8147 7543 1870 0,'0'0'285'0,"0"0"-88"0,-19-6 132 15,19 6-280-15,0 0-19 0,-1 0-37 0,1 0-10 16,0 0 1-16,-18 6-2 0,18-6-16 0,0 0 4 16,-14 12 0-16,11-3 4 0,0 4 16 0,-1 2 4 0,0 1 2 15,0 2 1-15,0 1 11 16,1 2 11-16,0 0 0 0,0 1 2 0,2 1 8 15,-2 0 2-15,1 3 3 0,0 1-2 0,1 1-8 16,-1 1-8-16,2-1-2 0,0-1 0 0,0 0-5 0,2 1 2 16,-2 1-5-16,0 0 5 0,1 0-8 0,-1-1 2 15,2-1 0-15,0 0 0 0,-1-1 6 0,0 1-1 16,-1 0 0-16,2 2-1 0,-1 0-4 0,-1-1 2 16,2-1 2-16,-1 0 0 0,1-1 8 0,-1 1 15 15,1 1-3-15,-2 0 6 0,0 1-9 0,2-1 2 16,-2-1-3-16,3-3 2 0,-2 1-3 0,2-1 1 15,-3-1-1-15,0 1 1 0,0-1-1 0,1-1-1 16,1-1 2-16,-1-1-4 0,0-1-10 16,0 0 1-16,-1-2-7 0,2-1 6 0,-2 0-6 15,1-1-3-15,0 0 3 0,-1 0-3 0,0-1 1 16,0-2-5-16,1-2 1 0,0-1-4 0,0-1-4 0,-1-8-14 16,0 0-17-16,0 1-2 0,0-1-83 0,2 16-14 15,-2-16-10-15,0 0 3 0,0 0 5 0,0 0-47 16,-5-15-9-16,4 1-28 0,-1-4-147 15</inkml:trace>
  <inkml:trace contextRef="#ctx0" brushRef="#br1" timeOffset="156123.94">8097 7607 2228 0,'-5'-2'154'16,"5"2"-100"-16,0 0-7 0,0 0-30 0,-1-1-18 15,1 1 0-15,-1-1-1 0,1 1 1 0,0-1 3 16,-17-8 2-16,17 9 0 0,0 0-1 0,0 0-2 0,0 0 0 16,0 0 7-16,0 0-4 0,0 0 9 0,0 0 9 15,0 0 2-15,0 0 6 0,0 0 19 0,0 0-12 16,0 0-4-16,1 0-3 0,15 2-17 0,-16-2-5 16,1 0-2-16,15 2-2 0,-7-1-7 0,0 0 5 15,1 0-2-15,0 0 5 0,2-1-5 0,0 2 0 16,3-1-1-16,-2 0-3 0,1 0-9 0,2 0 7 15,1 0-2-15,1-1 5 16,2 0-2-16,0 0 8 0,3-1-5 0,3 0 5 0,0 0-2 16,-1 0 0-16,1 0 3 0,-1 0-4 15,1 1 0-15,2-1 0 0,1 1-1 0,1 1 1 0,1 0-1 16,-2 0-4-16,0 1 5 0,-2 0-5 0,1 1 2 0,4 0 5 16,0 0-5-16,2 0 4 0,-1-1 0 15,-1 1-3-15,-1-2 2 0,2 1-4 0,2-1 7 16,0-1-2-16,-1 1 3 0,-1-1-4 15,-4 0 2-15,0 0 6 0,0 0-2 0,0 0 4 0,1 0 7 0,-2-1-11 16,-1 1 6-16,-3 1-8 0,-2 0 1 0,0 0-1 16,-2 0-2-16,1 0 1 0,0 0 4 0,-1 0-5 15,0 1 1-15,-3-1-3 0,-1 0 0 0,-1 1 7 16,-2-1 1-16,-2 2 2 0,-1-1 0 0,-2 1 5 16,0-1-2-16,-4 1 5 0,-4-3 9 0,1 0 0 15,-1 0 4-15,18 16-4 0,-18-16-1 0,0 0-13 16,0 1 2-16,11 19-6 0,-11-20-3 0,0 1 2 15,9 18-7-15,-9-19 5 0,7 15-3 0,-3-8-3 16,-1 1 4-16,0 1-4 0,0-1 2 0,1 4-2 16,0 0-1-16,0 2 1 0,0 0 4 0,0 0-4 15,-1 0 1-15,1 2-3 16,0-1 0-16,1 3 1 0,0-2 4 0,1 0-1 16,0 1 3-16,0 1-5 0,1 2 0 0,-2 3 0 15,1 0-1-15,1 1 3 0,0 1-3 0,-1 0 3 16,1-1-1-16,0 1 2 0,-2 0-1 0,1 1 3 0,-1 3 6 15,0 2-10-15,-1 0 11 0,1 2-10 0,-2-2 8 16,0 0-4-16,1 1-1 0,-2 0 2 0,1 0 7 16,-1 1-9-16,-1-2 2 0,1-3-4 0,1-2 4 0,-1 0 0 15,-1-1-4-15,0 1 4 0,0 1-3 0,-1-2 3 16,1-1 1-16,0-1 0 0,-2 0 3 0,0-1-9 16,0-1 11-16,-1-2-10 0,2 0 8 0,0-1-11 15,-1 0-3-15,0-3-3 0,0-1-10 0,1-1-81 16,-1-3-8-16,0-2-30 0,1 0-68 0,0-3-81 15,0-5-25-15,0 0-60 0,-2 0-529 0</inkml:trace>
  <inkml:trace contextRef="#ctx0" brushRef="#br1" timeOffset="156991.38">8202 8934 1149 0,'0'0'113'0,"0"0"199"16,-17-3-189-16,17 3-65 0,0 0 3 0,-1 0-21 16,-17-1 25-16,18 1-13 0,0 0 9 0,-1 0-12 0,1 0 3 15,0 0 4-15,-1 0-1 0,1 0 1 0,-17 0-4 16,17 0-8-16,0 0-1 0,-1 0-3 0,0 0-1 15,1 0 5-15,0 0-1 0,0 0 1 0,-18 8-8 0,18-8 3 16,0 0 0-16,0 0 0 0,0 0-14 0,0 0-5 16,0 0-7-16,0 0 3 0,0 1-10 0,1-1-3 15,20 17 2-15,-13-15-3 0,2 1 3 0,1-1-5 16,1 1 1-16,2 0-1 16,-1 0-1-16,2 0 1 0,0 1-3 0,1-1 3 0,0 1 0 15,3-1-3-15,2 0 4 0,0-1-2 0,1 0 11 16,0 0-10-16,0-1 5 0,0 0-6 0,1-1 1 15,-1-2 11-15,1 0-9 0,2 0 10 0,1 0-4 0,0 0-2 16,1 0 4-16,-3 0-4 16,-1 1 1-16,-2 1-3 0,-1 0 1 0,2 1-1 15,2 0 0-15,2 0-1 0,-1 0-3 0,0 2 1 16,-1 0 2-16,-1-1-3 0,-1 1 2 0,-1-1-2 16,1-1-2-16,0 2 7 0,2 0-4 0,0-3 4 15,0 3-5-15,-1-2 43 0,-2 0-1 0,0 2 16 0,-2-3-20 16,-1 0-11-16,-1 0-3 0,0 0-1 0,1 0-6 0,-1 0-3 15,2 0 1-15,0 0-1 0,-1 1 11 0,-2 0 9 16,-1 1-5-16,0-1 6 0,-1 1-15 0,0-2-11 16,-1-1 4-16,0 1-6 0,-2-1 4 0,1 2-5 15,1 1 1-15,1-2-3 0,2 1-6 0,0-1 3 16,0 0-2-16,-1 0 4 16,1 0-5-16,-2 0 3 0,0-1 0 0,0 1 3 15,-1 0-3-15,-1-1 0 0,-1 0-2 0,-1 0 1 16,0-1 0-16,0 1-4 0,-1 0-2 0,2 0-3 15,-1 1-18-15,2 0-161 0,1-1-12 0,-1-2-68 16,1-1-186-16</inkml:trace>
  <inkml:trace contextRef="#ctx0" brushRef="#br1" timeOffset="161700.81">8648 7965 1125 0,'-5'-2'106'0,"-2"2"23"0,0-2 1 0,0 2-45 15,0 0-46-15,-2-4 3 0,3 4 1 0,-1 1 7 16,0-1 0-16,0 0 10 0,0 1-9 0,7-1 9 15,0 0-21-15,0 0 2 0,-19 0-2 0,19 0 1 16,0 0-9-16,-1 0-1 0,-16 3-6 0,17-3 2 16,0 0-5-16,0 0-2 0,-21 9 5 0,21-9-5 15,0 1 6-15,-17 12 8 0,17-13 2 0,-1 1 1 16,-14 17 0-16,15-18-7 0,-8 15 2 0,2-7-2 16,0 0 4-16,1 0-6 0,2-1-5 15,-2 2 1-15,0 0-8 0,1 1-6 0,-1 1 1 0,1 0-4 16,0 1-2-16,0 0-7 0,0 0 1 0,1 1-3 15,0-1 11-15,0 0-10 0,1 0 4 0,1 0-7 16,-1 2 7-16,1-1 3 16,1 2 4-16,0-1-1 0,1 1 2 0,1 0-5 0,0 0-1 15,1 1 1-15,0 0 2 0,0 0 2 0,1 0 3 16,1 0-1-16,0 0-4 0,2 0 2 16,-1 0-6-16,1 0 4 0,1-1-3 0,0 0 3 15,0 0 0-15,1-2 0 0,-1 1 1 0,2-1 2 0,2 0 4 16,3 1-1-16,-1-3 6 0,1-1 6 0,-1 0-4 15,-1-2 6-15,2 0 4 0,-1-2 5 0,0 1 3 16,1 0-1-16,0 0-2 0,-1-1-6 0,0 0 0 16,1 0-3-16,1-2 0 0,1 1-3 0,0 0-1 0,-1-2 1 15,2-1 3-15,-1 1 1 0,0-2-3 0,-1 0 2 16,1 0-7-16,-1-1-6 0,2-1 3 0,-2-1-4 16,0 0-1-16,0-2-1 0,-1-1 1 0,1 0-2 15,2 1-1-15,-1-2 4 16,-1 0-2-16,0 0 3 0,-2-2-5 0,0 1-4 15,1 1 1-15,-3-1-1 0,2-2 6 0,-2 1-2 0,0-3-2 0,-1 1 1 16,-1-1-4-16,1 0 5 0,-2 0-1 0,1-1 2 16,1 0-4-16,-2 0 3 0,1-1-2 0,-1 1 3 15,-2-1-3-15,-1 1-1 0,1-1 3 0,-2-2-2 16,1 1 5-16,-3 0 1 0,0-1-2 0,-1 1 1 16,1-1 2-16,-3-1-5 15,1-1 5-15,-1 0-5 0,-1 1 4 0,0 0-4 16,-1 1 0-16,0-1-2 0,-1 1 0 0,0 0 4 15,-1 1-3-15,1 1 3 0,-2 0-6 0,1 0-1 0,-1 1 2 16,0-1-2-16,-1 0 2 0,-1 1 0 0,1 0-3 0,-3 0 1 16,1 0-4-16,0 2-3 15,-2-1 2-15,1 0-2 0,0 0 4 0,-2-1-6 0,1 0 6 16,0 2-6-16,0-1 7 0,-1 0-5 0,0 1 1 16,0-1-1-16,-1 2 6 0,-1 0 0 0,1 1 1 15,-1 0-2-15,-1 0 2 0,-1 1-2 0,-1 1-4 16,-1 1 0-16,2 0-6 0,1 1 3 0,-1 1 0 15,1 1-1-15,-2 0-5 0,2 1 0 0,-1 1 4 16,1 1-1-16,-2 0 7 0,2 2 1 0,-1-1-3 0,0 1 4 16,0 0-7-16,1 0 0 0,1 1-3 0,1 1 1 15,1-1-5-15,2 1-2 0,-1-1 2 0,1 0-2 16,0 0 2-16,1 0-20 0,1 1-18 0,-1-1-3 16,1 2-76-16,-1 0-40 15,-1-1-13-15,-2 2-18 0,0 2-117 0</inkml:trace>
  <inkml:trace contextRef="#ctx0" brushRef="#br1" timeOffset="164877.31">8831 8019 1283 0,'0'0'269'0,"-1"0"-73"0,1 0 123 0,-1 0-228 16,1 0-22-16,-16-6-38 0,16 6-19 16,0 0 4-16,0 0-6 0,0 0-8 0,-1 0-6 15,1 0-1-15,-1 0-1 0,1 0 1 0,-1 0 2 16,-16 5 4-16,17-5 0 0,0 0 19 0,0 0 1 15,0 0 7-15,-1 1-2 0,1-1 31 0,-16 18 1 16,16-18-4-16,-1 0 2 0,1 1-17 0,-16 14-11 16,16-15-3-16,0 1-4 0,-15 18-17 0,11-12 1 15,-1 2-2-15,0 0 2 0,2 0-4 0,-2 1-3 16,3 1 3-16,-1 1-3 0,-1-1-1 16,0 1 4-16,0-1-4 0,0 2 5 0,0-1-2 0,-1 1 4 15,1 1 0-15,0-1 0 0,0 0-4 16,1-2 3-16,-1 0 0 0,1-1 1 0,1-1 1 0,-1-1-7 15,1-2 2-15,2-6-6 0,0 1-33 0,0-1-39 16,0 1-7-16,0-1-12 0,0 1-47 0,0-1-30 16,0 1-11-16,0-1-6 0,0 0-43 0,0 0-232 15</inkml:trace>
  <inkml:trace contextRef="#ctx0" brushRef="#br1" timeOffset="165222.24">8815 8014 916 0,'0'0'145'0,"0"0"197"16,0 0 47-16,0 0-173 0,0 0-121 0,0 0-43 15,0-1 3-15,0 1-16 0,0 0 7 0,0 0-17 16,0 0-4-16,0 0-4 0,0 0-12 0,0 0-1 16,0 0 7-16,0 0-4 0,0 1 9 0,0-1-11 15,12 17 6-15,-12-17-5 0,0 1 9 0,0-1-3 16,8 21-8-16,-8-21 6 0,0 1-7 0,7 20 5 15,-7-20 1-15,5 15 1 0,-2-6-1 0,-1-1-6 16,0 1-4-16,1-1 0 0,0 1-3 0,0-1 2 16,0 2 2-16,-1-1-2 0,2 1-2 0,-2 1 4 15,-1-1 2-15,1 1-1 0,0 0-5 0,-2-2-2 16,3 1 2-16,-3-2 0 0,1 0 1 0,-1 0-4 16,0-2-13-16,0 0 2 0,0-7-41 0,0 0-7 15,0 0-3-15,-2 17-4 0,2-17-22 0,0 0 4 16,0 0-6-16,0 0 2 0,0 0-32 0,-1 0-31 15,0 0-1-15,1 0-53 16,-17-5-521-16</inkml:trace>
  <inkml:trace contextRef="#ctx0" brushRef="#br1" timeOffset="165407.57">8714 8130 2068 0,'0'0'283'0,"0"0"-160"15,0 0-17-15,0 0-45 0,0 0-54 0,0 0 2 16,0 0-3-16,0 0 2 0,0 1-14 0,0-1-12 15,1 1 3-15,14 15-5 0,-7-11 3 0,1 0 0 16,1-1 2-16,2 0 0 0,-1-1 8 0,-1 0 5 16,0 0-2-16,1 2 3 0,-2-2-6 0,-1 1-103 15,-1-2 4-15,0 0-50 0,-7-2-94 0</inkml:trace>
  <inkml:trace contextRef="#ctx0" brushRef="#br1" timeOffset="166510.97">6535 8301 1343 0,'0'0'409'15,"-1"0"-128"-15,1 0 192 0,0 0-398 0,-1-1-39 16,1 1-53-16,-1-1-9 0,1 1-6 0,-2-17 11 0,2 17-12 15,0 0 11-15,1 0-4 0,18-8 8 16,-11 8 8-16,1-1 4 0,1 2 0 0,1-1 0 0,1 2-2 16,-1 0 5-16,1 0 1 0,0 2 2 0,2-1 12 15,-1 1 14-15,0 1-3 0,1-1 5 0,1 0-4 0,1-1 3 16,2 0 1-16,3 0-2 0,3-1-6 0,1-1-4 16,2 1-2-16,-1-2 0 0,0 0-1 15,0-1-5-15,0 0 2 0,2 0-2 0,2 0-1 16,1 1-5-16,1-1 2 0,-3 0-3 0,0 0 2 15,-3 1-7-15,1 0 4 0,2 0-3 16,1 0 13-16,0 0-8 0,-2 0 3 0,-1-1-3 0,0 0 9 16,-4-1 3-16,1 0 1 0,2-1 1 0,1 0-2 15,-1-1-4-15,-1 1 1 0,-2-1-2 0,-2 0 0 0,-3 1 1 16,-2 0-4-16,-1 2 3 0,-2-1-3 0,-2 1-3 16,0 0 8-16,-1 1-7 15,-2-1 2-15,0 1 5 0,-1 1-5 0,-7-1 7 16,0 0 6-16,1 0 6 0,-1 0 3 0,1 0 1 15,-1 0 10-15,0 0 9 0,1 0-1 0,-1 0 3 16,0 0-9-16,-8 2-16 0,-1-2-3 0,-2-1-6 0,-2 0-19 16,0 1-8-16,-2 0 1 0,-1 0-4 15,-1 1-3-15,-3 1 5 0,-2 0-4 0,-4 1 4 0,-1 1-2 16,-1 0 9-16,0 1 0 0,1-1 3 0,0 1 2 16,0-1 4-16,0 0-1 0,-4 0 2 0,-3-1-4 15,2 0 1-15,-1 1 5 0,3-1-2 0,-2 0 0 16,-2-1 3-16,-2 0 0 0,0-1 2 0,0 0 3 15,2-1-6-15,1 0 3 16,2 0-1-16,0 0 8 0,-1-1 0 0,1 0 4 16,3-1 0-16,3 1 11 0,4-2-11 0,1 0 4 15,2 1-5-15,0-1 5 0,2 0-2 0,2 0-8 0,1 1 4 16,3-1-17-16,1 1-7 0,2 0-2 0,7 2-3 16,-1 0-9-16,1 0-20 0,-1 0-3 0,1 0-6 15,-1 0-10-15,1 0 1 0,0 0 6 0,0 0-2 16,14-3 22-16,-2 5 8 0,1 0 1 0,4-1 2 15,2 2 3-15,2-1 8 0,0 1 0 0,2 0 3 16,1 0-4-16,5 0 10 0,2 1-5 0,2-1 7 16,-1 1 4-16,-1 0-5 0,-1 0 6 0,0 0-5 0,0 0 5 15,3 0 0-15,1-1 2 0,-1 0 0 0,-1 0 5 16,-2 0-5-16,-1 0 2 0,3-1-1 0,-1 0 10 16,2-1-8-16,-4 1 2 15,-1 0-3-15,-3 0 1 0,-3 0 1 0,0-1-1 16,-1 0 1-16,1 0-6 0,-1 2 6 0,0-1-4 0,-3 0 4 15,-1-1-4-15,-2 0 0 0,-2 1-3 16,-2 0 1-16,-2 1-7 0,1 0 4 0,-2 0 0 16,-1-1 1-16,-7-2-6 0,0 0-14 0,0 1-53 0,21 12 3 15,-21-13-282-15,0 1-331 0</inkml:trace>
  <inkml:trace contextRef="#ctx0" brushRef="#br1" timeOffset="168135.8">6541 8371 1561 0,'-5'-1'124'0,"0"0"16"0,5 1 2 0,0 0-37 0,-1 0-68 16,1-1-13-16,0 1-9 0,0-1 15 0,-1 1 6 15,-15-18-7-15,16 18 7 16,0 0-9-16,0 0-1 0,0-1-15 0,0 1 3 0,2-20-6 0,-2 20-3 16,0 0 18-16,0 0-1 0,0-1 9 0,1 1 8 15,15-17-4-15,-16 17-7 0,0 0 2 0,1 0-13 16,18-2-3-16,-19 2 1 15,17 2-3-15,-6-1-13 0,1 0 7 0,3 1-5 16,2-2 7-16,1 1-7 0,0-1 6 0,4 1 0 16,-1-1 2-16,1 0 1 0,3 0 1 0,3 0-3 15,1 0 2-15,1 0-4 0,0 0-2 0,-1 1 3 16,0 1-4-16,-1 0 1 0,2 1 3 0,1-1-4 0,0 1 5 16,-1 0 8-16,-2-1 15 0,0 1-2 15,-1-1 3-15,1 0-20 0,1 0 4 0,-2-1 2 0,1 0 3 16,-2-1 10-16,-4 0 11 0,-1 1-5 0,-2-1 7 15,-2-1-4-15,0 1-16 0,-3-1 3 0,0-1-10 16,0 2-5-16,-3-1 1 0,0 1-6 0,-2 1 3 16,-1 0-8-16,-1 0-5 0,-1-1-20 0,-6 0-7 15,0 0-181-15,1 0-195 0,16 3-90 0</inkml:trace>
  <inkml:trace contextRef="#ctx0" brushRef="#br1" timeOffset="171422.02">6562 8357 1842 0,'0'0'154'0,"0"0"21"16,-1 0 1-16,0-1-62 0,1 1-81 0,-1-1-41 15,1 1-3-15,0-1 4 0,-1 1 9 0,-10-17-7 16,11 17 4-16,0 0-5 0,0 0 14 0,0 0 1 16,17 3 8-16,-17-3-4 0,0 0 8 0,23 4-4 15,-14-3-5-15,2 0 2 0,-1 0-2 0,0-1 10 16,2 1-2-16,1-1 5 0,-1-2 8 0,0 2 2 16,1-1 2-16,-1 0-1 0,1 1 4 0,0-1-14 0,2 0 2 15,3-1-8-15,1 1-3 0,2 0-4 16,0 0 0-16,0 0-2 0,0 1-5 0,0 0 7 0,1 0-5 15,-2 0 5-15,2 0-7 16,3 1 3-16,-1 0 0 0,3-1 0 0,0 0-1 16,0 1-1-16,-3-1-2 0,-1 0 1 0,1-1-4 15,0 0 13-15,2 0-2 0,1 0 6 0,-1-1-2 16,0 1 7-16,-1-1 0 0,-1 0 3 0,-3 1-1 0,1-1-6 16,0 0 1-16,1 0-2 0,1 1 5 0,1 0 1 15,-3-1-1-15,0 1-1 0,-2 0-10 0,-2 0 3 16,-2 1-3-16,-1 0 2 0,-1 0-8 0,-1 0 5 15,-2 0-2-15,0 1 4 0,0 0 0 0,-1 0-4 16,0 0 4-16,-1 0-4 0,-2 0 3 0,1 0 2 16,-2 0-4-16,0 0 3 0,0-1-3 0,-6 0-2 0,1 0 2 15,-1 0-2-15,1 0 0 16,15-1 1-16,-16 1-3 0,0 0 2 0,0 0-6 0,0 0-73 16,0 0-17-16,0 0-31 0,0 0-164 0,0-1-412 15</inkml:trace>
  <inkml:trace contextRef="#ctx0" brushRef="#br1" timeOffset="175190.44">10014 7979 2282 0,'0'0'194'0,"-1"0"1"0,1 0 0 0,-17-8-73 16,17 8-106-16,0 0-23 0,0 0-9 0,0 0 8 15,0 0-19-15,0 0 0 0,-1 0 2 0,1 0 1 0,0 0 10 16,0 0-20-16,0 0 4 0,1 0-8 0,17-3 5 16,-18 3 17-16,16-1-4 0,-8 0 10 0,2 1 4 15,0-2 6-15,0 1-3 0,1 1 3 0,0-1 3 16,-2 0 0-16,0 0 0 0,-1 0-1 16,0 1-1-16,-2 0-3 0,-6 0 3 0,1 0-5 0,-1 0-12 15,19-1-210-15,-19 1 11 0,1 0-98 0,-1 0-172 16</inkml:trace>
  <inkml:trace contextRef="#ctx0" brushRef="#br1" timeOffset="175442.98">10008 8105 2322 0,'0'0'468'0,"0"0"-353"16,0 0-21-16,0 0-99 15,0 0-46-15,0 0 41 0,1 0 0 0,-1 0 14 16,19 9 9-16,-19-9-14 0,1 0 1 0,19 5-4 16,-11-4-4-16,1 0-6 0,1 0 1 0,-1 0-1 15,0 0 18-15,1 0 4 0,-3-1-4 0,2 0 3 16,-2-1-7-16,-2 1 2 0,0 0 3 0,-1 0-2 16,-5 0 1-16,1 0-1 0,-1 0-3 0,19 0 1 15,-19 0-1-15,0 0-3 0,1 0-3 0,-1 0-15 16,17-4-168-16,-17 4-142 0,0 0-67 0</inkml:trace>
  <inkml:trace contextRef="#ctx0" brushRef="#br1" timeOffset="176048.88">10600 7784 1481 0,'0'0'236'0,"0"0"-86"0,0 0-15 0,-1 0-18 0,1-1-22 0,-15-15-18 16,15 16 1-16,0 0-8 16,0-1-11-16,0 1-9 0,-17-12 0 0,17 12-4 15,-1 0-5-15,0 0-1 0,1 0-4 0,-19-5 2 16,19 5-19-16,-1 0-6 0,1 0-4 0,-17 1 1 0,17-1-8 15,-1 0-2-15,1 0-1 0,0 0-3 16,-18 12-5-16,18-12 4 0,0 0-4 0,-1 1 2 16,-12 20-8-16,10-11 4 0,1 1-4 0,-1 1 3 15,-2 0-3-15,2 2 9 0,-1 0 0 0,1 2 2 16,0 1-1-16,-1-1 3 0,2 1-1 0,-1 2 2 16,1 1-4-16,-1 3 1 0,0 2-1 0,-1 1 1 15,0 1 2-15,1-2 2 0,0 1 0 0,0-3 2 16,1-1-2-16,0 1 1 0,1-1-1 0,0 2 0 15,-1-3-2-15,1 0 4 0,-1-3 0 0,0 0 2 16,0-1 1-16,0-2-2 0,0 0 3 0,-1-2-3 16,1-1 5-16,-1-3 9 0,1 0-4 0,-2-1 7 0,1 0 18 0,0-1-6 15,-1-1 6-15,-1-3-9 0,5-3-1 16,0 0 5-16,-1 0-2 0,-17 8 1 0,18-8-7 16,0 0-35-16,-19-2-7 0,11-1-13 15,0-2-56-15,-2 0-53 0,1-3-33 0,-2-3-24 16,-2-4-277-16</inkml:trace>
  <inkml:trace contextRef="#ctx0" brushRef="#br1" timeOffset="176667.98">10934 7806 1920 0,'-6'-3'124'0,"1"0"-80"0,-1 0-5 0,6 3-20 15,-1 0-8-15,1-1 1 0,0 1 0 0,-18-10 0 16,18 10 3-16,0 0 9 0,-1 0-3 0,1 0 6 16,-1 0 6-16,-16 2 8 0,17-2 3 0,-1 0 1 15,1 0 11-15,0 0-25 0,0 0 2 0,-18 16-11 16,18-16-2-16,0 0-10 0,-1 1 0 0,-10 19-4 15,11-20-4-15,-5 16-3 0,3-5 1 0,-1 0-1 16,2 1-1-16,0 1 2 0,-1 0 0 0,1 1 1 16,-1 0-1-16,1 0 2 0,0 1-1 0,-1 1 0 15,1 2-6-15,0 0 4 0,-1 1 1 0,2-1 1 16,-1 0 1-16,0 0 2 0,1 0-4 16,0-1 3-16,0-1-7 0,0 1 5 0,1-2-1 15,0 1 3-15,0 1-3 0,1 0 0 0,-2 1 4 16,1 0-3-16,-1-1 7 0,1-2 15 0,0 0-1 0,-1-1 5 15,1 0-5-15,-1-3 1 0,0 0-3 0,0-1 4 16,-1-1-3-16,0-1 9 0,-1 0-5 0,1-2 6 16,-1 1-1-16,2-7-1 0,0 1 5 0,-1-1-4 15,-12 17 12-15,13-17 3 0,-1 0-4 0,0 1 4 16,-20 13-1-16,14-13-14 0,-3 0 5 0,0 0-10 16,-2-1-11-16,0 0-45 0,-1-1-7 0,0 0-21 15,-2-2-94-15,-2-1-163 0,-1-2-42 0</inkml:trace>
  <inkml:trace contextRef="#ctx0" brushRef="#br1" timeOffset="180006.35">11300 7933 1018 0,'0'0'149'0,"0"0"59"0,-1 0 10 0,1 0-56 16,0-1-61-16,-1 1-21 0,1-1-4 0,-1 1 0 15,1-1-25-15,0 1-2 0,-1-1 0 0,0 1-2 16,1 0-17-16,0-1-11 0,0 1-5 0,-1-1-1 16,0 1-8-16,1-1-7 0,-1 1 3 0,1 0-2 15,0 0 6-15,0 0 3 0,0 1 3 0,0-1-1 16,-3 18 3-16,3-18 0 0,0 0-3 0,2 22 2 16,-1-11-6-16,0-1 5 0,-1 2-1 0,0 0 2 15,0 1-4-15,-1-1 9 0,1 1-1 16,0-1 4-16,-1 1-10 0,1-1-5 0,-1 0 0 15,1-2-1-15,0 1 3 0,-1-1-5 0,1-1 2 16,0 0-2-16,0-1 2 0,1-1 2 0,0 0-3 16,-1-7 4-16,0 0 5 0,0 1-5 15,2 16 5-15,-2-17-5 0,0 0 1 0,0 0 8 0,0 0-1 16,0 1 4-16,0-1 1 0,0 0 4 0,0 0 1 16,0 0 2-16,0 0 6 0,0 0-11 0,0 0-2 15,8-16-2-15,-8 15-5 0,0 1 1 0,1-20 0 0,0 10-1 16,0 1-8-16,-1-3-7 0,0-1 2 0,2-1-2 15,-1 0 2-15,-1 0-5 0,2-1-1 0,-2 0 0 16,0 0 0-16,0 1 8 0,1-1 0 0,-1 3 5 16,0 0-6-16,0 2 11 0,-1 2-2 0,1 0 7 15,-2 2 14-15,1 0 6 16,1 6 1-16,0-1 0 0,0 1-9 0,-5-18-1 16,5 18-4-16,0 0 1 0,0-1-25 0,0 1-8 15,0-1-4-15,0 1-1 0,0 0-9 0,0 0-7 0,0 0-2 16,0 0-1-16,0 0 2 0,0 0 8 0,2 18-1 15,-2-18 4-15,1 18 9 0,-1-6 7 0,0 0 3 16,-1 2 1-16,0 1-1 0,-1 0 4 0,0 1 0 16,0 1 3-16,0-1 2 0,0-1-3 0,0-1 0 15,0 0-1-15,1-1-7 0,-1-1 1 0,1-1 2 0,1 0 2 16,-1-3 8-16,0-1-6 0,1 1 1 0,0-2-2 16,0 0-2-16,0-6 7 0,0 1-6 0,0-1 6 15,1 18-2-15,-1-18-5 0,0 0 6 0,0 0-5 16,0 1 5-16,0-1 3 0,0 0-4 0,0 1 5 15,0-1-5-15,0 0 1 0,0 0 0 0,0 0 0 16,0 0-1-16,0 0-2 16,0 0 0-16,0 0 0 0,0 0-1 0,0-1-14 15,0 1-5-15,0 0-10 0,0-1-88 0,5-17-148 16,-5 18-51-16</inkml:trace>
  <inkml:trace contextRef="#ctx0" brushRef="#br1" timeOffset="182378.64">11884 8128 1610 0,'0'0'132'16,"0"0"8"-16,-1 0 5 0,1 0-64 0,0 0-44 0,-17-11-2 16,17 11-7-16,0 0 2 0,0 0-30 0,0-1 13 15,0 1 0-15,-1 0 4 0,1-1 3 0,-10-17-7 16,10 18 0-16,0 0-1 0,0 0 11 0,0-1 15 15,-8-15 1-15,8 16 4 0,0 0 1 0,0-1-8 16,-6-16 4-16,6 17-6 0,0 0-4 0,0-1-7 16,-6-19 0-16,6 20-3 0,0-1 1 15,-5-15 3-15,5 16-3 0,0-1 3 0,0 1-2 16,-8-20 3-16,8 20-1 0,0-1 1 0,0 1-5 0,-1-1-9 16,-11-17 5-16,12 18-6 0,-1 0 0 0,1 0-11 15,-16-9-2-15,16 9-3 0,0 0 6 0,-1 0-5 16,1 0-5-16,-1 0 0 0,-18-2-20 15,19 2 5-15,0 0-8 0,-1 0 7 0,1 1-15 0,-17 11 1 16,17-12 2-16,-1 0-1 0,-11 19-2 0,6-9 11 16,0 1 3-16,2 1 2 0,-2 1 12 0,1 2 2 15,0 0-3-15,-1 2 3 0,1-1 4 0,1 0 1 16,-1 0 6-16,1 0-3 0,0 0 3 0,0-1 0 16,1 0-4-16,1-1 3 0,0 0 0 0,2-2 6 15,-1-2 3-15,2-1 0 16,0-1 0-16,1-1 17 0,1-1-6 0,-3-6 8 15,0 1-18-15,0-1-6 0,1 1-1 0,16 13 0 16,-17-14 1-16,0 0-2 0,1 0 1 0,19 0-2 0,-20 0 4 16,1 0 6-16,16-6 2 0,-17 6 1 0,1-1 12 15,17-10-8-15,-18 11 1 0,13-12-5 0,-7 5-11 16,0-1 5-16,1-1-3 0,0-1 3 0,1-2-7 16,1 1 0-16,-1-2-5 0,1 1 2 0,0-1-4 0,-2 0 7 15,3 0 1-15,-3-2 1 0,0 1 1 0,0-1 3 16,-1-2 0-16,0-1 3 0,-1 0 0 0,-1 0-5 15,0-3-1-15,0 1-1 0,1-1-2 0,-1 1 1 16,0 3 4-16,-1 0-3 0,0 0-2 0,0 1 8 16,0 0-5-16,-1 2 7 0,1 0 1 0,-3 1-2 15,2 1 4-15,-1 0-3 16,1 1 2-16,-2 2-1 0,0 0-1 0,0 1 0 16,0 0-4-16,0 3 12 0,0 5-5 0,0-1 7 0,0 1-5 0,-3-16 2 15,3 16-2-15,0 0 0 16,0 0-8-16,0 0-5 0,0 0-1 0,0 0-2 0,-1 0-25 15,1 0-8-15,-1 0-2 0,1 0 0 16,0 0 13-16,-17 21 14 0,15-12-4 0,0 2 8 0,-1 1-1 16,2 3 3-16,-1 0 0 0,0 3 0 0,0 0-4 15,0 0 3-15,0 1 0 0,-1 1 1 0,1-1-4 0,0 4 7 16,-1 1-1-16,0 0 4 0,1 2-3 0,-2 0 4 16,1-1-4-16,1-2 5 0,1-1-7 0,1-2 6 15,0 0-3-15,0-1 5 0,1 0-7 0,1-1 7 16,1-1-4-16,1-2 5 0,-1-1-4 0,2-2-3 15,-1 0 3-15,-1-2-2 0,1-1 3 0,-1-2-11 16,0-1-13-16,1-1-8 0,-4-5-130 0,0 0-65 16,0 1-43-16,0-1-24 0,1 0-358 0</inkml:trace>
  <inkml:trace contextRef="#ctx0" brushRef="#br1" timeOffset="184063.1">12147 8139 17 0,'0'0'694'0,"0"0"-251"0,0 0 344 15,0 0-654-15,0 0-16 0,0 0-33 0,0 0-30 16,-1 0-4-16,1 0-9 0,-1 0-30 0,1 0-8 16,-1 0 1-16,1 0-4 0,0 0-4 0,0 0 6 15,-1 0 1-15,0 0 5 0,1 1 5 0,-1-1-5 0,-9 20 4 16,10-20-3-16,0 0 12 0,-7 16 3 16,7-15 4-16,0-1-1 0,-9 22 8 0,6-13 4 0,-1 0-6 15,0 1 5-15,-1 0-17 16,1 0-3-16,0 0 4 0,0 2-5 0,-1-1-2 15,0 0-11-15,0 0 2 0,1 0-3 0,0 0 7 16,-1-1-7-16,1 1-1 0,0-1-1 0,0 0-1 16,0-1 1-16,1 0-1 0,1-2 2 0,0 0 4 0,-2-1-6 15,2 2 2-15,1-2-2 0,-1 0 7 0,2-6-8 16,0 0 5-16,0 1-6 0,-6 17 2 0,6-18-12 16,0 0-16-16,0 0 1 0,0 1-65 0,0-1-44 15,0 1 4-15,0-1-21 0,0 0-20 0,0 1-76 16,0-1-6-16,0 0-50 0,0 0-327 0</inkml:trace>
  <inkml:trace contextRef="#ctx0" brushRef="#br1" timeOffset="184712.86">12119 8185 1165 0,'0'0'142'0,"0"0"-91"0,0 0 1 0,0 0-28 0,0 0 3 0,0 0 0 16,0 0-9-16,0 0 5 0,0 0-17 0,0 0 7 15,0 0 2-15,0 0 0 0,0 0 6 0,0 0 10 16,0 0-1-16,0 0 4 0,0 0-11 0,0 0-18 16,0 0 3-16,0 0-8 0,0 0 3 15,1 0-6-15,-1 0 1 0,1 0-3 0,-1 0 5 0,1 0 8 16,-1 0-5-16,0 0 9 0,17 1 8 0,-17-1 19 16,0 0-1-16,0 0 7 0,0 0-6 0,0 0-12 15,0 0 4-15,0 0-8 0,1 0-3 0,-1 0-3 16,1 0 0-16,-1 0 0 0,0 0-10 0,17-5 7 15,-17 5 2-15,0 0 3 16,0 0 20-16,0 0 9 0,1 0-3 0,-1 0 5 16,0 0-11-16,1 0-14 0,-1 0 2 0,17-6-5 0,-17 6 6 15,0 0-3-15,0 0 6 0,0 0-5 0,0 0 2 16,1 0-8-16,0 0-1 0,-1 1 1 0,0-1 2 0,0 1-8 16,15 17-3-16,-15-18-1 0,0 0-4 0,5 19-2 15,-5-19 3-15,0 1-2 0,5 21 6 0,-5-14 10 16,3 1-2-16,-1 1 3 0,1 0-8 0,-1 0 6 15,-1 1-6-15,1 0 4 0,0 0-11 0,0 0 4 16,1 0-2-16,0-1 2 0,0 0-6 0,0 0-1 16,0-1 0-16,0 0-1 0,-1-1 0 0,-1 0 4 15,3 0 1-15,-2 0 0 16,1-1-6-16,0 0 3 0,-2 0-5 0,1 0 5 16,-2-7 0-16,0 0-5 0,0 1 5 0,8 16-5 15,-8-17-3-15,0 0 6 0,0 0-3 0,0 1 4 16,1-1-5-16,10 17-6 0,-11-17-3 0,0 0-5 0,0 0-36 15,0 0-22-15,0 0-10 0,0 0-6 0,0 0-64 0,0 0-50 16,0 0-14-16,0 0-17 0,0 0-110 0</inkml:trace>
  <inkml:trace contextRef="#ctx0" brushRef="#br1" timeOffset="185187.6">12053 8346 2125 0,'0'0'187'0,"0"0"-85"0,0 0-6 0,-1 0-20 16,1 0 4-16,0 0-32 0,-1 0-3 0,0 0-10 0,1 0-17 15,0 0 4-15,0 0 3 0,0 0-1 0,1 0 0 16,0 0-19-16,17-1 3 0,-18 1-6 16,0 0 7-16,22-1 15 0,-22 1-3 0,16-3 7 0,-16 3-6 15,0 0 2-15,24-2-2 0,-24 2 2 16,0 0-6-16,20-2-13 0,-20 2 4 0,0 0-7 0,1 0 0 15,-1 0-45-15,17-5-25 0,-17 5-19 0,0 0-184 0,0 0-366 16</inkml:trace>
  <inkml:trace contextRef="#ctx0" brushRef="#br1" timeOffset="186135.37">11966 8517 1188 0,'0'0'228'0,"0"0"86"0,0 0 15 0,0 0-128 16,0 0-92-16,-1 0-38 0,1 0-10 0,0 0 0 15,0 0-40-15,0 0-14 0,0 0 7 0,0 0-8 16,0 0 5-16,0 0 8 16,0 0 4-16,0 0 4 0,0 0 30 0,1 0-2 0,-1 0 2 15,1 0-1-15,19 2 5 0,-20-2-7 0,0 0 3 16,16 0-6-16,-16 0-4 0,14 0-9 0,-3-1-3 16,-1 0-2-16,2 0-5 0,0 0-26 0,1 0 9 15,-1 0-12-15,0 0 12 0,-1 1-3 0,1 0-3 0,-1-1 0 16,0 1-8-16,-1 0 2 0,1 1 1 15,-1 0 2-15,-1 0 5 0,2 0-3 0,-2-1-3 0,-1 2 1 16,1-1-10-16,-2 0 14 0,1-1-6 0,0 1 9 16,0 0-10-16,-1 0 1 15,0 0 2-15,0-1 1 0,-7 0-3 0,1 0 2 16,-1 0-1-16,17 3 1 0,-17-3-14 0,0 0-129 16,0 0-16-16,1 0-55 0,-1 0-212 0</inkml:trace>
  <inkml:trace contextRef="#ctx0" brushRef="#br1" timeOffset="191193.6">10373 8618 1728 0,'0'0'198'16,"0"0"58"-16,0 0 5 0,0 0-100 0,-19-2-92 0,19 2-40 15,0 0-4-15,-1 0 8 0,1 0 5 0,-16-4-10 16,16 4 1-16,0 0-5 0,0 0-2 0,0 0-1 16,0 0-6-16,0 0 1 0,0 0-25 0,0 0 3 15,0 0 4-15,0 0 0 0,0 0 9 0,0 0 9 16,0 0 2-16,18 5 3 0,-18-5 5 0,0 0 8 15,23 6-5-15,-11-5 6 0,-2 0-3 0,3 1 2 16,1-1 3-16,-1 1-2 0,1-1 1 0,1 0-6 16,1 0-7-16,3 0 2 15,2 0-13-15,-1 0-6 0,0 1 3 0,-1-1-4 16,1 0-4-16,-2-1 4 0,1 1-4 0,-1 0 5 16,-1 0-4-16,1 0 2 0,-1 0 0 0,0 0 0 0,0 0-2 15,-3 2 2-15,0-1-2 0,-1 1 2 0,-1-1 6 16,-3 0-8-16,0 1 5 0,-2-2-6 0,0 0 6 0,-7-1-7 15,0 0 0-15,1 0-7 16,14 7-62-16,-15-7-203 0,0 0-36 0,0 0 42 16,0 0 1068-16</inkml:trace>
  <inkml:trace contextRef="#ctx0" brushRef="#br1" timeOffset="195962.5">6852 4079 1542 0,'0'0'273'0,"0"0"70"0,0-1-30 0,0 1-372 0,0-1-82 0,0 1 41 16,1 0-1-16,0-1 41 0,22-9 59 0,-17 4-19 16,6 5 3-16,1 0-7 0,1 0 6 0,-1 0 20 15,1-2-6-15,0 1 13 0,1 1 9 0,1-2 33 16,-1 1-1-16,0 0 13 16,-1-1 13-16,-1 2-8 0,1 1 4 0,-1-3-7 15,-1 2-18-15,1-2 6 0,0 2-8 0,1 0 7 16,-1-1-12-16,-1-1-5 0,2-1-3 0,1-1-1 15,1 2-13-15,1 0-4 0,-1 0-1 0,1-1-2 16,-2-1-6-16,0 1-1 0,-2 1 4 0,-1 1-1 16,-1 0 10-16,-2 0-3 0,-1-1 1 0,0 2 0 0,-2-1 7 15,0 0-8-15,-6 2 5 0,0 0-5 0,1 0 11 16,-1 0-7-16,17-4 4 0,-17 4-3 0,0 0 12 16,0 0 5-16,0 0-1 0,0 0 3 0,0 0 5 15,0 0-14-15,0 0 1 0,0-1-8 0,0 1-22 0,-1-1-1 16,1 1-8-16,-23-16 5 0,15 15-7 0,-3 0-19 15,0 0 6-15,-4 1-10 0,0 1 5 0,-3 0 8 16,-1 0 6-16,-2 1 0 0,-1 0 14 0,1 1 0 16,1 0-1-1,2-1 2-15,1 0 8 0,0 1-8 0,-1-1 2 0,0 1-4 16,1-2 1-16,-3 1 8 0,2-1-2 0,-2 1 6 16,-1-1-2-16,3 0-3 0,1-1 0 0,1 0-1 15,3 1-5-15,-1 0 6 0,1-1-6 0,-1 1 4 16,1 1-9-16,1-2 9 0,1 3 1 0,0-2 2 15,1 0-4-15,2 1-5 0,0-1 0 0,3 0-2 16,5-1 4-16,0 0 1 0,0 0-4 0,-1 0 2 16,0 0-9-16,1 0 0 0,-1 0 5 0,1 0-4 0,0 0 0 15,0 0 5-15,1 0-2 0,22 4 4 0,-12-4-3 16,-1 0 2-16,3-1 1 0,-1 1 1 0,1 1 2 16,1-1-3-16,1-1 1 0,-1 1-2 0,2-1-2 15,0 1 2-15,1 0-2 0,3-1 3 0,-1 0-5 0,0 0 8 16,2-1-4-16,-2 1 5 0,0 0 4 0,-1 0 1 15,-1-1-1-15,0 1 2 0,-2-2 1 0,2 1 0 16,1-1-1-16,-2 0 0 0,3 1 3 0,-3 0 0 16,-1 0 5-16,-3 0-3 15,0 1-1-15,-3 0 14 0,-1 0-6 0,-1 1 9 16,-7 0-2-16,1 0 3 0,-1 0 2 0,0 0-1 0,1 0-3 16,-1 0-5-16,1 0-4 0,-1 0 2 0,0 0 5 15,1 0-4-15,-1 0 0 0,1 0-3 0,0 0-5 16,-1 0-2-16,0 0 2 0,0 0-2 0,0 0 1 0,0 0-6 15,0 0 1-15,0 0-4 0,0 0-2 0,0 0-8 16,0 0-7 0,-1 0-3-16,0-1-42 0,-15-7-30 0,16 8-10 0,0 0-9 15,-1 0-65-15,0 0-137 0,-20-7-40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3-05T19:33:30.467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7304 2704 1136 0,'0'0'447'0,"-1"1"-197"0,1-1 224 0,-1 1-571 0,1-1 33 16,-4 19-4-16,4-19 63 0,0 1-3 0,0-1 8 16,0 1 2-16,0-1-5 0,0 1 2 0,0-1-6 0,10 16 3 0,-10-16 35 15,0 0 2-15,1 0 14 16,0 0 22-16,16 4-2 0,-17-4-5 0,1 0 1 0,18 0-15 15,-19 0-13-15,1 0 6 0,22-5-10 0,-14 5-3 0,0-3-18 16,1 1 1-16,3 0-7 0,0-1-1 0,0 1 2 16,1-1-3-16,1 1 3 15,-2-1-3-15,1 0-3 0,0 1 3 0,0 0-2 0,-1-1 4 16,1 1 0-16,0 0-1 0,0 0 1 0,1 0-2 16,-1 0 6-16,2 1-1 0,0-2 3 0,2 1-3 15,2 1-2-15,-2-1 4 0,1 2-2 0,0-1 5 16,-1-1-7-16,0 1 1 0,0 1-3 0,0-1-3 15,0 0 1-15,1 1-1 0,1-2 3 0,2 2 1 0,0-1 1 16,0 0-2 0,0 1 1-16,-1-1 5 0,-1 1-2 0,-1 0 1 0,0 1-2 15,0 0 0-15,2 0-1 0,1-1 4 0,1 2-2 16,1-2 17-16,-2 0-1 0,0 0 6 0,-2-1-4 16,1 1-2-16,-2 0-6 0,2-1-4 0,1 0 1 15,3 0-2-15,0-1-7 0,-1 0 3 0,-1 0-4 0,0-1 7 16,-3 1-11-16,-1 0 6 15,0 0-6-15,0 0 14 0,3 0-7 0,0 0 3 16,0 0-4-16,1 1 1 0,-2-1-1 0,1 0-1 0,-2 0 0 16,-2 0 1-16,1 0 2 0,-1 0 0 0,0 0 0 15,2 0 1-15,2 1-4 0,1-1 2 0,-2 0-2 16,0 0 2-16,-1 1-5 0,-1 0 2 0,0 1-3 16,-2-1 3-16,2 1-2 0,-1-1-1 0,-1 1 1 0,4 0-2 15,0 1 1-15,-1 0 2 0,2 0 0 0,-3 0-2 16,0 1 3-16,0-1-4 0,-1 1 2 0,0 0-1 15,-1-1 0-15,3 1 2 16,0 0-3-16,3 1 2 0,-1-1-3 0,0 0 4 16,-1 1-3-16,0-1 3 0,-2 0 0 0,0 0-5 0,0 1 2 15,0-1 2-15,2 0-2 0,1 0 2 0,2 0-2 16,0 0 5-16,-1 0-5 0,-1 0-1 0,-1 0-2 16,0 0 3-16,-3 0 2 0,2-1 1 0,0 0 0 15,1 1-2-15,3 0 4 0,-1-1-2 0,1-1 3 0,-1 1 6 16,-2 0 2-16,0 0 3 15,-1 1-2-15,0 0-8 0,1-1-3 0,2-1 0 0,2 1-1 16,0-1 2-16,-1 0-1 0,0 1-1 16,-3-1 1-16,1 0-8 0,-1 0 4 0,0 0 0 0,2 1 2 15,1-1 4-15,1 0-4 0,0 0 0 0,0-1-2 0,-1 1-1 16,-2-1 4-16,0 1-1 0,0 0 3 0,1 0-1 16,3 0-3-16,0-1 4 15,2 0-3-15,-2 0 7 0,-1 1-9 0,0 0 7 16,-2 1-7-16,0 0 5 0,1-1-3 0,1-1-1 15,2 1 1-15,-1-1 0 0,0 1 3 0,-2 1-5 16,-2-1 3-16,0 1-3 0,-1-1-2 0,0 0 3 16,4 0-1-16,1 0 1 0,0 0-1 0,-1 0 2 15,-1 0 0-15,-2 0 4 0,0 0-4 0,-1-1-4 0,1 1 2 16,3 0 4-16,0 0-3 0,1 0 3 0,-2 0-4 16,0-1 1-16,-3 0 1 0,0 1 2 15,-1 0-1-15,0 0-3 0,1 0-1 0,1 0 5 16,3 0-3-16,-1 0 9 0,-2 0-4 0,1 0-2 0,-3 0 2 0,0 0 2 15,0-1-7-15,-2 1 3 0,1 1-4 0,1-1 7 16,2 0-6-16,1 0 0 16,-1 0-1-16,-1-1 0 0,-2 0 5 0,-1 1 0 15,-1-1 1-15,0 1-4 0,-1-2 1 0,1 1-4 16,0 0 3-16,1 0-1 0,2 0 1 0,-1 0 1 0,0 0-1 16,-1 0 3-16,-1 1-3 0,0 0-1 15,-2 0 0-15,-1-1-2 0,1 1 7 0,-2 0-1 0,0 0 3 16,1-1-8-16,0 1 0 0,2-1 1 0,0 0-1 15,1 0 2-15,-2 1 4 0,0-1-6 16,-1 1 5-16,1-1-7 0,-2 0 2 0,-1 0 4 16,0 0-1-16,-1 0-3 0,1 0 9 0,0 0-1 15,-2 0 6-15,0 1-3 0,2-1 0 0,-1 1-3 16,1 0 2-16,1 0-10 0,-3 0 5 0,3 0-4 0,-3 0 5 16,0 0-4-16,0 0-2 0,0-1 5 0,-1 0-3 15,1 1 4-15,-2-1-1 0,2 0-5 0,-2 0 3 16,0-1 0-16,0 1 0 0,0-1 2 0,-1 1-2 15,1 0 4-15,-2 1-3 16,1-2 8-16,-2 1-6 0,2 1 14 0,-7 0-17 0,0 0 2 0,0 0-5 16,0 0 4-16,19-5 0 0,-19 5 5 15,0 0-2-15,0 0 12 0,0 0-10 16,1 0 1-16,-1 0-4 0,0 0-4 0,0 0-39 0,0 0-8 16,0-1-15-16,0 1-61 0,2-18-117 0,-2 18-30 0,0 0-53 15,0-1-331-15</inkml:trace>
  <inkml:trace contextRef="#ctx0" brushRef="#br0" timeOffset="14203.47">6838 4542 715 0,'-5'2'192'0,"5"-2"-70"0,0 0 101 16,-1 0-118-16,1 0 5 0,-16 4 12 0,16-4 9 16,0 0-4-16,0 0 2 0,0 0-29 0,-1 0-25 15,0 0-8-15,1 0-7 0,0 0-40 0,-1 0 6 16,0 0-10-16,1 1 8 0,0-1-13 0,0 1 5 0,0-1 11 15,0 0-5-15,0 1 18 0,17 12 12 0,-16-13-8 16,0 0 10-16,22 3-6 16,-13-3-6-16,2 0 1 0,-1 0-5 0,1-1-2 15,1 0-13-15,-1-1 1 0,1 1-6 0,1 0-3 16,-1 0-10-16,2 0 4 0,1 1-6 0,1 0 9 0,1 0-7 16,0 0 2-16,-1 0-3 0,1 0-2 0,-2 1 2 15,0-1-1-15,-1 1 0 0,0-1 2 0,-1 0 1 16,0 0 5-16,3 0-3 0,0 0 5 0,2-1 0 15,0 0 0-15,1 0 1 0,-2 1-5 0,0-1-1 16,-2 0-4-16,-1 1 2 0,0-1-2 0,-2 1 0 16,0 0 2-16,-1 0-1 0,0-1 3 0,1 2-8 15,1-1 4-15,-1 1-4 0,1 0 7 16,-1 0 0-16,-1-1-5 0,-2 1 4 0,1 0 1 16,-1 1 4-16,-1-2 3 0,-1 2-1 0,-1-1 2 15,1 0-5-15,-3 0 3 0,-5-1-3 0,0 0 3 0,1 0-6 16,16 3 4-16,-17-3-5 0,1 0 3 0,0 0 0 15,-1 0-4-15,0 0 3 0,17 1-2 0,-17-1-2 16,0 0 1-16,0 0-2 0,0 0 3 0,0 0-2 16,0 0-1-16,1 0-1 0,-1 0 0 0,1 0-56 15,0 0-6-15,-1 0-27 0,0-1-84 0,0 1-67 16,0-1-19-16,0 1-33 0,0-1-233 0</inkml:trace>
  <inkml:trace contextRef="#ctx0" brushRef="#br0" timeOffset="18513">5832 4517 25 0,'0'0'576'0,"-1"0"-219"0,0 0 290 15,-15 1-555-15,16-1-11 0,0 0-17 0,0 0 11 16,0 0-9-16,0 0 13 0,0 0-10 0,0 0-5 0,0 0 3 15,0 0-4-15,0 0 2 0,0 0-13 16,0 0 3-16,1 0-7 0,18 0-4 0,-19 0-2 16,1 0-7-16,-1 0 3 0,18-4-21 0,-18 4-4 15,1 0 2-15,19 1-3 0,-12-1 5 0,0 0 7 16,1 0-3-16,0-1 4 0,2 0-6 0,-1 1 0 16,1-1 3-16,1 1-2 0,0 0 7 0,0-2-10 15,1 1-1-15,-3 0-2 0,1-1-1 0,0 2-5 16,-1-1 2-16,-1 0-4 0,0 1-2 0,0 0 2 15,-1 1 0-15,-2 0 0 0,1-1 4 0,0 0-7 16,-1 0 4-16,0 1-5 0,0 0 2 0,-6-1-1 16,1 0 3-16,0 0-3 0,16 3-1 0,-17-3 8 0,1 0-9 15,-1 0 10-15,1 0-6 0,0 0-1 16,14 5 5-16,-15-5-3 0,0 0 5 0,0 0-6 16,0 0 4-16,0 0-4 0,0 0 4 0,0 0-4 15,0 0 0-15,0 0 0 0,0 0-1 0,0 0 3 16,0 0-2-16,0 0 4 0,0 0 0 0,0 0-12 15,0 0-22-15,0 0-5 0,0 0-126 0,0-1-114 16,0 1-19-16,0-1-50 0,0 1-231 0</inkml:trace>
  <inkml:trace contextRef="#ctx0" brushRef="#br0" timeOffset="24846.35">6786 4532 812 0,'-5'1'203'0,"0"1"86"0,5-2 6 0,0 0-241 16,-1 0-30-16,1 0 37 0,-1 0-3 0,1 0 22 16,0 1 18-16,-1-1-21 0,1 0-1 15,-1 1-9-15,0-1-12 0,1 1-13 0,0-1 6 16,0 0-8-16,0 1 8 0,0-1 3 0,21 7-5 0,-12-7 3 16,1 0-16-16,0 0-5 0,2-1-5 0,1 1-1 15,-3-1-10-15,1 1 18 0,1-1 1 0,0 1 6 16,1-1 4-16,1 0-15 0,-3 0 0 0,3 0-4 15,0 0 7-15,1 1-6 0,3-1 1 0,-1 0-4 0,1 0-4 16,1 1-6-16,0 0 4 0,0 0-5 0,-1 0 2 16,0 1-8-16,-1-1 4 0,0 1-5 0,1-1 1 15,0 1 3-15,2-1-3 16,3 0 3-16,-2 0-4 0,0 0 4 0,-1 0-3 16,-1 0 4-16,-1 0-7 0,-3-1 13 0,1 1-3 15,-2-1 7-15,1 1-2 0,0 0-3 0,2 0-1 0,0-1-1 16,-1 0-9-16,-2 0 6 0,-1 1-2 0,-1 0 3 15,-2 0-2-15,-1 0 10 0,-2 0 4 0,-7 0 1 16,0 0-1-16,1 0 9 0,0 0-6 0,-1 0 8 16,17-1 1-16,-17 1 0 0,0 0 1 0,0 0-1 15,0 0-8-15,0 0-11 0,0-1-2 0,-1 1-3 16,0-1-10-16,1 1-13 0,-1-1-1 0,-16-15-4 16,17 16-10-16,-1 0-6 0,-16-5-8 0,9 5 0 15,-2-2-37-15,-1 1 11 0,-2 1-4 0,-1 0 5 16,-2 2-9-16,-1 0 15 0,-1-1 0 0,1 2 9 0,-2-1 25 15,0 0-1-15,-1 0 4 0,-2 1-4 16,0 1 5-16,-2-1 20 0,-1 1-5 16,1 1 10-16,0-2-5 0,3 1 8 0,0 0-1 0,3 0 3 15,-2 0-7-15,2-1 9 0,-1 1-1 0,0-1 5 16,1-1 2-16,0 0 11 0,0 0 0 0,3-1 4 16,0 0-2-16,5-1-2 0,1 1 2 0,2-1-4 15,1 0-9-15,6 0 10 0,0 0-8 0,0 0 10 16,-1 0-3-16,0 0-14 0,1 0 1 0,0 0-7 0,0 0-1 15,0 0 5-15,0 0-1 16,0 0 2-16,0 0-7 0,0 0 7 0,20 2-2 16,-19-2 4-16,16-3 7 0,-5 0-2 0,2 1-1 15,2 0-2-15,0-1-7 0,2 1 0 0,0 1 2 16,0 0-2-16,1 1-3 0,-2 0 7 0,1 1-3 16,-1 0 4-16,-1 0-6 0,2 1 1 0,1-1 2 0,0 1-2 15,0-1 2-15,1 0 18 0,-1 0-4 0,0 0 9 16,-3 0-2-16,2-1-2 0,-2 0 1 0,0 0-2 15,-1 0-12-15,0 0-4 0,1-2-5 0,2 2 3 0,0-1-1 16,-1 0 1-16,0 1 4 0,-1-1-3 16,-2 1-2-16,-3 0 0 0,0 0 0 15,-3 0 2-15,0 0 11 0,-1 0-6 0,-7 0 2 16,0 0-4-16,0 0 6 0,1 0 3 0,16 1-5 0,-17-1 3 16,0 0-9-16,0 0 0 0,0 0 2 0,0 0-4 15,0 0-36-15,0-1-62 0,0 1-10 0,0-1-23 16,0 1-89-16,1-17-88 0,-1 17-66 0</inkml:trace>
  <inkml:trace contextRef="#ctx0" brushRef="#br0" timeOffset="28326.11">6857 4538 896 0,'0'0'171'16,"0"0"-62"-16,-1 0 89 0,1 0-125 0,0 0 4 15,-1 1 5-15,0-1 0 0,1 1-7 0,0-1 0 16,0 1-20-16,0-1-5 0,0 0 8 0,0 0-7 16,0 1 6-16,0-1-6 0,0 0-3 0,19 9-1 15,-19-9-10-15,1 0-1 0,19 1 0 0,-12-1 1 16,1 1-1-16,1-2-1 15,1 1-6-15,0 0 2 0,1 0-9 0,-1-1-5 0,4 0 1 0,1 0-3 16,0 0 0-16,1-1-2 0,0 0 3 0,1 0-3 16,-1 0 5-16,1 1-2 0,-1-1-5 0,0 1 1 15,-1-1-2-15,1 1-7 0,1 0 6 0,-1 0-7 16,3 0 3-16,0 0 1 16,-2 1 0-16,0 0-1 0,0 1-3 0,-2-1 2 0,-1 1-1 15,0 0 2-15,-2 0 1 0,1 0-2 16,-2 1 2-16,1-1-4 0,2 0 0 0,0 1 3 0,2-1-4 15,0 0 4-15,-1-1-5 0,0 0 4 0,0 0 2 0,-2 0 1 16,0 0 3-16,-1 0-1 0,0-1-1 0,-1 1-1 16,0-1 0-16,-2 1 5 0,2 0-4 0,-1 0 4 15,-1-1-6-15,1 0 6 0,-1 0-3 0,1 0 4 16,0 0 0-16,-2 0-4 0,0 0 1 0,-1 0-2 16,-2 1 4-16,-6 0 24 0,1 0-3 0,-1 0 9 15,0 0-14-15,1 0-13 0,-1 0 5 0,1 0-6 16,-1 0 11-16,16-8-6 0,-16 8 2 0,0 0-3 15,0 0-3-15,0 0-5 0,0-1-6 0,0 1 2 16,0-1-3-16,0 1 6 0,0-1-3 16,0 1 3-16,0 0-9 0,0-1-7 0,0 1-4 15,0-1-5-15,-5-15-27 0,5 16-6 0,0 0-4 16,-1 0 1-16,0 0-5 0,1 0-18 0,-18-8-3 16,18 8-10-16,0 0-43 0,0 0-13 0,0 0-7 15,-19-7-5-15,19 7-58 0,-1 0-286 0</inkml:trace>
  <inkml:trace contextRef="#ctx0" brushRef="#br0" timeOffset="45313.96">2600 5748 2943 0,'-9'-2'158'0,"9"2"-57"0,0 0-17 0,-1 0-70 0,1 0-96 0,0 0-3 16,-10 16 1-16,13-6 17 0,2 3 52 0,-6-3 11 16,5 8-3-16,0 1 7 0,-2 1 2 0,1 1 0 15,-1 1 0-15,2 3 0 0,-1 0-6 0,1 0 4 16,-2 1 0-16,1 3 1 0,-1 1 2 0,0 1 10 16,0 2 2-16,-1-1 3 0,1 2 6 0,-1 4-5 15,0 1 1-15,-1 5-2 0,0 0-3 0,0-1-8 16,0 1-2-16,0 1-1 0,0 2 2 0,1 0-6 15,-1-2 1-15,1 1-2 0,-1 1 1 0,-1 1 5 16,1 0-2-16,-1 0 4 0,1 2-3 0,-2 0 4 16,0 2-4-16,0-1 2 0,1 0-6 0,-2 1 3 15,1 0 3-15,0-1-2 0,-1 0-1 0,2 0 0 16,-2 0-3-16,1 0 2 16,0 1-1-16,0 1 3 0,-2 1 4 0,1-1-2 0,-1-1 1 15,-1 1-4-15,1-2 3 0,0 0-3 0,1 0 1 16,-1-1 1-16,1-3-4 0,0 1 4 0,-1-3 4 15,3-2 12-15,-1-1-4 0,1 0 6 0,1-1-7 16,0-3-6-16,0-1 4 0,0-2-5 0,0-1-2 0,-2 0-1 16,2-1 0-16,-1 0 2 0,1-3 2 0,0-2-3 15,-2-2-2-15,2-1 1 0,-2-1-1 0,1-2-6 16,-1-2-6-16,1-3-6 0,-1-3-56 0,0-2-131 16,1-3-16-16,1-9-55 0,0 1-221 0</inkml:trace>
  <inkml:trace contextRef="#ctx0" brushRef="#br0" timeOffset="45793.53">2545 5536 1709 0,'0'0'256'0,"-1"0"60"0,0 0-2 15,-17-8-229-15,18 8-84 0,0 0-15 0,0 0-8 0,0 0 3 16,-1 1-24-16,-23 12 22 0,21-4 1 16,-2 1 8-16,1 2 12 0,-1 1 0 0,-3 2 0 0,3 0-2 15,-2-1 0-15,0 2 17 0,-1-1-3 0,2 0 10 16,-1 1 0-16,0-2-5 0,-1 0-1 0,1 0-1 15,0-1-8-15,0 1-2 0,0-2-2 0,1 0 0 16,0 1-3-16,2-2 0 0,2 2-17 0,-1-3 1 16,0-2-76-16,0-1-48 0,3-7 4 0,0 0-22 15,0 1-33-15,0-1-72 16,0 1-34-16</inkml:trace>
  <inkml:trace contextRef="#ctx0" brushRef="#br0" timeOffset="46039.72">2496 5630 1350 0,'0'0'92'0,"0"0"171"0,0 0-191 0,1 0 7 0,-1 0-5 16,23 13 5-16,-16-7-22 0,1 1-5 0,2 2 10 0,-1 1-4 15,3 1 27-15,-1 1-14 0,0 0-8 0,1 1-1 16,1 1-29-16,-1-1-16 0,1 2 1 16,-1 0-6-16,0 1-5 0,-1 0-4 15,0-1 3-15,-1-2-2 0,0 0 9 0,-2-3 45 16,0 0-7-16,-1-2 21 0,0-1-2 0,-1-1-13 15,-1-1-5-15,1-1-3 0,0 1-14 0,-1-1-9 16,0-1 2-16,-5-3-7 0,0 0-15 0,1 0 6 16,0 0-7-16,16 10 6 0,-17-10-6 0,0 0-11 0,0 0-28 15,0 0-1-15,0 0-156 0,1 1-183 0,-1-1-88 16</inkml:trace>
  <inkml:trace contextRef="#ctx0" brushRef="#br0" timeOffset="47395.54">1546 5061 1678 0,'-5'-4'206'0,"0"0"29"16,5 4-1-16,0 0-152 0,0 0-81 0,0-1-3 16,-1 1-8-16,0 0 8 0,1 0-5 0,-19-11 6 15,19 11 0-15,0 0 1 0,-1 0-8 0,1 1-5 16,-18 12 2-16,18-13-2 0,0 0 14 0,-13 17 6 16,9-9 3-16,-1 0-1 0,0-1 4 0,1 3 10 15,0-1-3-15,1 1 4 0,1 3-7 0,-1 0-2 16,0 1-2-16,0 3 0 0,-1-1-10 0,2 3 0 15,0 0 0-15,0 2 0 0,1 1-3 0,1 1 0 16,-2-1-1-16,1 3 1 16,1 2 0-16,0 1-2 0,0 1 2 0,1-1-1 0,1 0 4 0,-1-1-3 15,1 0 0-15,2 2 0 0,-2 0 5 0,1-1-5 16,1-1 0-16,-1-3-3 0,0 0-1 0,0-1 4 16,-1-2 0-16,1 0 2 0,-1 0 3 0,-1-2 1 15,0 2-4-15,-1-3 2 0,-1-1-1 0,0-1 14 16,0-2-2-16,-1-1 4 0,1-1-5 0,-2-3 4 15,0 0 2-15,0-2 1 0,0-1 3 0,3-6-12 16,0 1-3-16,-1-1-5 0,1 1-35 0,-19 14-34 16,19-15-7-16,0 0-12 0,-21 0-56 15,11-3-34-15,-2-2-71 0</inkml:trace>
  <inkml:trace contextRef="#ctx0" brushRef="#br0" timeOffset="47734.42">1205 5380 2616 0,'0'0'33'0,"0"0"-36"16,0 0-6-16,0 0-3 0,0 0 14 0,0 0-30 15,0 0 3-15,1 0-10 0,18 0 29 0,-10 1 3 16,1 1 1-16,2-2-1 0,2 1-6 0,2-1 11 16,0 0-1-16,2-1 5 15,-1 1-4-15,0-1 10 0,0 1-9 0,-1 0 8 16,0-1-3-16,-1 1 3 0,-1-1 12 0,0 0-7 0,1 0 4 16,0-1-2-16,2 0-7 0,0 0 6 0,-2 0-2 15,1 1 2-15,-3 0 2 0,-1 1-2 0,-1-2-2 0,-3 0-7 16,0 2 1-16,-2 1-3 0,0 1 1 0,-6-2-3 15,0 0-32-15,1 0 2 0,-1 1-188 0,15 15-291 16</inkml:trace>
  <inkml:trace contextRef="#ctx0" brushRef="#br0" timeOffset="51810">1917 5141 2452 0,'-10'1'100'16,"1"0"-53"-16,-2 2 51 0,0 1-155 0,1 3 10 0,1 0 1 16,0 3 21-16,1-1 1 0,-1 1 3 15,0 0 12-15,-5-3 6 0,6 4 2 0,1 0 1 16,-1 0-5-16,1-1-6 0,0 0 3 0,1 0-5 16,-1 0-7-16,1 0 32 0,1 0-9 0,-1-1 20 0,1 2-4 15,1 0-10-15,0 1 5 0,2 3-5 0,-2 0 1 16,2 0-4-16,0 1-4 0,0 1 2 0,3 0-4 0,-1 0 0 15,1-1 4-15,2 0-4 0,1-2-3 0,2 0-12 16,1-2-4-16,0-1-1 0,1 0 1 0,0-2-1 16,1 0-3-16,-2 0-1 15,2-1-13-15,0-3 14 0,-1-1 0 0,0 0 6 16,0-1 6-16,-1 0-29 0,0-1-11 0,0-1-15 16,1-1-123-16,-2 0-128 0,1-3-20 0</inkml:trace>
  <inkml:trace contextRef="#ctx0" brushRef="#br0" timeOffset="52159.95">1907 5287 1905 0,'0'0'705'0,"-1"0"-528"15,0 0-85-15,1 0-94 16,-1 0-34-16,1 0-12 0,0 0-2 0,-1 0-5 16,0 0-22-16,1 1 37 0,0-1 4 0,0 1 13 15,12 19 26-15,-5-15-11 0,1 2-3 0,0 0-1 16,1 0 6-16,1 1 6 0,-1 1 0 0,0 1 2 16,0-1 0-16,-2 0 2 0,1 0-1 0,-1-1 2 15,-1 1-4-15,2-1 3 0,-3-2 1 0,1 1 0 0,0-1-3 16,0-1 4-16,-1 0-5 0,0-2 6 0,-5-3-1 15,1 0 10-15,0 1-2 0,-1-1 5 0,0 0 6 16,17 9-13-16,-17-9 3 0,0 0-11 0,0 0-37 16,0 0-85-16,0 0-8 0,0 0-30 0,0 0-84 15,-1 0-101-15,0 0 922 0</inkml:trace>
  <inkml:trace contextRef="#ctx0" brushRef="#br0" timeOffset="52425.56">1979 5258 1896 0,'0'0'176'0,"0"0"555"0,-1 0-734 16,0 0-12-16,1 0-8 0,0 0 2 0,0 0-15 16,-1 0-4-16,0 0 3 0,1 0-1 0,0 1 27 0,0-1 8 15,-1 17 3-15,1-17 1 0,0 0-5 16,0 1 1-16,-5 17 0 0,5-18 3 0,0 1 20 0,-17 16-1 15,9-10 0-15,-1-1-1 16,-1 1-3-16,2-1-3 0,-1-1 2 0,1 0-4 16,0 1-4-16,1-2-13 0,0 0-2 0,-1 1-6 15,1-3-25-15,0 0-30 0,-1 0-5 0,0-1-8 0,1 0-24 0,1-1-52 16,1 0-21-16,5 0-21 16,-1 0-165-16</inkml:trace>
  <inkml:trace contextRef="#ctx0" brushRef="#br0" timeOffset="52638.25">2103 5142 1817 0,'0'0'307'0,"0"0"-232"0,0 0 44 0,1 0-141 16,17 11 22-16,-7-4 10 0,0 1 10 0,4 1-10 15,-1 3-16-15,0 0 3 0,0 1 3 0,-2 3 0 0,-1-1-1 16,-2 2-7-16,-1 1 4 0,-1 0-3 0,-1 1 17 15,-2 2 15-15,-3 0-3 0,-1 2 8 0,-3 0 7 0,-1 2-2 16,-2-2-1 0,-4 1-1-16,0-2-7 0,-2 0-5 0,-1 0-3 0,-4 1-11 15,0 2-136-15,-2 0-229 0</inkml:trace>
  <inkml:trace contextRef="#ctx0" brushRef="#br0" timeOffset="84170.32">3866 3429 1423 0,'-4'-5'338'15,"1"0"-134"-15,3 5 160 0,0 0-438 0,0 0 20 16,0 0-24-16,0 0 64 0,0 0 3 0,19 2 9 15,-19-2-4-15,0 0 6 0,16 2-1 0,-6 0 2 16,1 1-2-16,2-2-1 0,2 0-1 0,-1 1 3 16,2-1 5-16,-1-1 13 15,1 1 0-15,0-1 4 0,-1 0 4 0,0 0 0 16,0-1 2-16,-1-1 0 0,1 2 8 0,-2-2 0 16,2 2 0-16,0-1-1 0,1-1-6 0,2 1-11 0,0 0-3 15,1 1-1-15,1 0-5 0,1 0-6 0,-1 0 2 0,2-1-3 16,1 1-6-16,2-2 7 0,1 1-3 0,4-2 5 15,0 1-4-15,1 0-2 0,-3 1 1 0,1 1-2 16,1-2-1-16,1 1 3 0,3-1 0 0,-1-1 2 16,0 1-1-16,-1 0-1 0,0 1 0 0,3-2 0 15,0 1 0-15,2-1 5 0,0-1-6 0,-1 3 5 16,1 1-1-16,0-3-1 0,1 3 3 0,2-3-3 16,-1 0-2-16,-1 2 1 15,-1 0-1-15,0 0 2 0,1-2 2 0,1 3 1 16,0-2-5-16,-3 0 4 0,0 1-1 0,1-2 7 0,2 1 4 15,2 1 1-15,-2-2 17 0,1 1-11 0,-1 0 0 16,2-2-6-16,2 0-16 0,-1 0 6 0,0 0 3 16,1 0 1-16,1-1-8 0,1-1 1 0,1 1-3 15,-4 1 2-15,2-1 7 0,-2 1-8 16,1 0 4-16,-1 1-5 0,-2 0 1 0,-2 0 0 0,2 1 1 16,2 0 1-16,-1 0 7 0,-2 1-6 0,0-1-1 15,-1 1-1-15,1 0-1 0,2-1 1 16,0 1-2-16,-4 0 2 0,2 1-6 0,2-1 3 0,0 0 5 15,4 0-2-15,-3 0 0 0,-1 0 5 0,1 0-6 16,0-1 4-16,0 0-5 0,0 0 1 0,-3 1 4 16,0-2-1-16,0 2 11 0,0-1 61 0,0 1-30 15,-2 0 35-15,-4 1-72 0,0 0-2 0,1 1 0 0,-1 0-1 16,4 1 3-16,-5-1-5 0,-1 2 3 0,0 0-5 16,0-1 1-16,3 1-5 0,1 0 3 0,0 0-2 15,-1 0 6-15,-2 0-1 0,-1 0-1 0,1-1 0 16,0 0-1-16,2 0 2 0,-1 0 0 0,-2 0 1 15,-4 0-4-15,1 0 0 16,-1 0 0-16,1 0 1 0,1-1 11 0,1 0 27 16,-2 0-8-16,-3 0 13 0,0 0-22 0,0-1-12 0,1 2 1 15,0-1-5-15,3 0-4 0,-1 1 0 0,0 0-1 0,-4 0 1 16,0 0-2-16,0 0 6 0,-2 0-3 16,1-1 4-16,1 1-8 0,0-1 5 0,-2 1-4 15,0 0 3-15,-1-1-3 0,-2-1 7 0,1 1-5 16,-3 0 5-16,-1-1-10 0,1 1 8 0,0 0-3 0,-1-1 4 15,1 2-6-15,0-2 2 0,-2 1 0 0,0 0 2 16,-2 1-1-16,-1 0-1 16,-2 0-1-16,0 0 0 0,-2 0 2 0,0 0-3 15,0 0 0-15,-4 0-2 0,-4-2 0 0,0 0-130 16,1 0-7-16,-1 0-59 0,1 1-175 0</inkml:trace>
  <inkml:trace contextRef="#ctx0" brushRef="#br0" timeOffset="91252.07">4008 6053 723 0,'-8'-3'375'0,"0"1"188"16,1 0 3-16,7 2-460 0,0 0-72 0,-1 0-5 15,0 0-8-15,1 0 8 0,-1 0-36 0,1 0-7 16,0 0 2-16,-1 0 0 0,1 0 21 0,0 0-3 16,0 0 3-16,0 0-2 0,0 0 13 0,0 0 7 15,19 6 3-15,-19-6 2 0,0 0 16 0,19 3 2 0,-19-3 1 16,0 0-1-16,22 2-2 0,-13-2-13 16,-1 0 2-16,2 1-6 0,-1-1-4 0,1-1-7 15,1 1-3-15,3 0 0 0,-1-1-8 0,4-1 3 16,1 1 2-16,-1-1-1 0,3 0-1 0,-2 0-9 0,2 0 1 15,-1 1-3-15,-1-1 3 0,0 0 0 0,1 0 1 16,0 0-1-16,2 1 1 0,2 0-2 0,1 1 0 16,0-1-1-16,0 1-3 0,-2 0 2 0,0 1-2 15,0 0 4-15,2 0 0 0,1-1 2 0,2 0 0 16,1 0 0-16,1 0 3 0,-3 0-3 16,1 0 5-16,-2-2-4 0,-1 2 4 0,1-2 4 15,3 1-5-15,-1 1 5 0,1 0-3 0,-1 0-2 16,-2-1-1-16,-2 0 0 0,-2 0-1 0,1 1-4 15,1 0 4-15,1 0-4 0,2 0-1 0,-1 0 5 16,-2 0-5-16,0 0 5 0,-1 0-8 0,-2 0 9 16,0 0-7-16,0-1 7 0,-1 1-10 0,1-2 6 15,1 2-1-15,0-1 3 0,-1 1-5 0,-2 0 0 16,1 0 9-16,-3-1-5 0,-1 1 22 0,-1 0 1 16,-1-1-3-16,-1 1 1 0,2 0-11 0,0 0-4 0,0-2-2 15,0 2 0-15,1-1-4 16,-2-1 6-16,-1 2-3 0,0 0 3 0,0 0-2 15,-2 0 5-15,0 1 3 0,-1-2 0 0,0 1 4 16,-1 0-6-16,0-2-1 0,-2 2-2 0,1-1 4 0,-1 0-6 16,0 2 4-16,-6-1-5 0,1 0 4 0,-1 0-3 15,17 0-1-15,-17 0-1 0,0 0 4 0,1 0-2 16,-1 0 4-16,17-3-3 0,-17 3 1 0,0 0 6 16,0 0-6-16,1 0 5 0,-1 0-17 0,1 0 7 15,-1 0-3-15,0 0 5 0,1 0 7 0,-1 0-11 16,1 0 3-16,0 0-6 0,-1 0 0 0,0 0-10 15,1 0-11-15,-1 0-5 0,1 0-74 0,-1 0-109 16,0 0-26-16,1 0-44 0,-1 0-237 0</inkml:trace>
  <inkml:trace contextRef="#ctx0" brushRef="#br0" timeOffset="111305.5">4504 6071 1873 0,'-5'-2'130'0,"5"2"-11"16,0 0-2-16,0 0-36 0,-1 0-75 0,1 0-22 15,0 0-4-15,0 0 3 0,0 0 2 0,0 0 9 16,0 0-1-16,0 0 6 0,0 0 14 0,1 0-3 16,15-1 7-16,-16 1-7 15,1 0 9-15,-1 0 12 0,20 3-1 0,-20-3 6 16,15 0 5-16,-7 0-4 0,2 0 0 0,2 0-1 15,-1 0-3-15,1 0-10 0,2 0 2 0,-1 0-5 16,2 0 0-16,1 0-9 0,0 1 3 0,2 0-5 0,-1 0-1 16,2-1 2-16,0 0-4 0,3 1 3 0,3-1-4 0,0 1-5 15,3 0 2-15,-1 1-3 0,-2 0 2 0,0 0 2 16,-3 1 0-16,2 0-1 16,0 0-2-16,2 1 3 0,2-1-1 0,-3 0 0 15,1 0-3-15,-2-1 2 0,0 0-1 0,-3 0 1 16,1-1-1-16,0 0 3 0,1-1-2 0,2 0 2 15,-2 0-7-15,-1-1 17 0,0 0-2 0,-3-1 8 0,-2 1 1 16,0 0-7-16,-2-1-3 0,0 1-2 16,0 0-8-16,-1 1 10 0,-1-1 1 0,-1 0 2 0,-1 1 0 15,-2 0 1-15,-1 0-1 0,-1 0 1 0,-7 0-3 16,0 0 9-16,0 0 2 0,1 0 4 0,-1 0 11 16,1 0-3-16,-1 0 3 0,0 0-2 0,1 0 12 0,-1 0-9 15,1-1 3-15,-1 1-5 0,0-1 3 0,-10-16-6 16,1 13-5-16,-1 0 0 15,-1-1-14-15,-2 0-1 0,0 0 3 0,0-1-4 16,-1 2-3-16,1 0-5 0,0-1 0 0,-2 1-3 0,0 0-3 16,-2 0-1-16,-3 0-1 0,-3 1 0 0,-2 1-5 15,-2-2-4-15,0 2 6 0,-1 0-4 0,1-1 7 16,-1 1 4-16,1-1-3 0,-3 0 4 0,0 0-1 0,0 1 1 16,1-1-1-16,3 0 1 0,2 0-1 0,-1 0 0 15,1 0 0-15,-2 1 1 0,-1 0 2 0,-1 0-5 16,1 1-1-16,2 1-2 15,0 0-4-15,3 0 5 0,-2 1-4 0,0 1 3 16,1-1-2-16,0 2 5 0,0 0 2 0,2-1 0 16,4-1-5-16,2 1-5 0,2-2-1 0,4 2 0 15,1-1-3-15,1 1 15 0,1 0-5 0,6-2 8 16,-1 0-4-16,1 0-7 0,-1 0-1 0,1 0-5 16,0 0-21-16,0 0-11 0,-1 0 5 0,-13 16-6 0,14-16 13 15,0 1 1-15,0-1 0 0,15 20 3 0,-10-14 12 16,4-1 11-16,0 1 2 0,1-2 4 15,3 1 5-15,2-1 2 0,2 0 1 0,6-1 0 0,1-1 5 16,0-1-5-16,2 0 2 0,-1 0-2 0,0-1-2 16,3 0-1-16,1-1-5 0,1 0 1 15,3 0-4-15,-2-1 0 0,-1 1 3 0,-4 0-2 16,0 0 3-16,1 0 1 0,0 0 1 0,2-1 2 16,1 1 7-16,-2 0 6 0,-2-1-4 0,-2 1 3 15,-2 0-12-15,0 1 4 0,-1-1-3 0,1 1 2 16,1 0-5-16,-1-1 7 0,0 1 1 0,-3 0 1 15,0-1-6-15,-3 1 6 0,-2 0-3 0,-1 0 5 16,-1-1-3-16,-1 1 3 0,0-1 0 0,-4 0 1 16,2 0 0-16,-1 0-6 0,-2-1 4 0,-6 2-3 15,1 0 9-15,0 0-4 0,16-2 4 0,-17 2-4 16,0 0 1-16,0 0-34 0,0 0-28 0,0 0-11 0,0 0-193 16,0-1-389-16</inkml:trace>
  <inkml:trace contextRef="#ctx0" brushRef="#br0" timeOffset="116521.09">4023 6039 1324 0,'-5'-3'135'0,"-1"1"53"16,6 2 4-16,0 0-68 0,-1 0-50 0,1 0-33 15,0 0-3-15,-1 0 0 0,1 0-30 0,-22-8-14 16,22 8 0-16,0 0-5 0,0 0-3 0,0 0 6 15,0 0 0-15,0 0 3 0,0 0 11 0,0 0 7 16,1 0 2-16,0 0 3 0,16 6 19 0,-17-6 11 0,0 0 2 16,20-2 3-16,-20 2 5 0,16-4-6 15,-7 2-5-15,2 0-1 0,-1-2-10 16,-1 1-6-16,1-1 2 0,0 1-5 0,0 1-17 0,0-1-4 16,1 1 0-16,0 0-1 0,-1 0 3 0,0 1-5 15,-1 1 1-15,-1-1-2 0,0 1 3 0,0 0-1 16,-1 0-3-16,0 1 1 0,0-1 2 0,-1 1-1 15,-6-1 5-15,0 0-4 0,1 0 3 0,17-1-4 16,-18 1 2-16,0 0-3 0,0 0 9 0,1 0-6 16,-1 0 1-16,0 0-5 0,1 0-21 0,16-7-116 15,-17 7-14-15,0 0-45 0,0 0-140 0</inkml:trace>
  <inkml:trace contextRef="#ctx0" brushRef="#br0" timeOffset="117388.76">4493 5971 2079 0,'0'0'181'0,"-1"0"-134"0,1 0-7 0,0 0-40 15,-1 0-21-15,1 0-4 0,0 0 0 0,-1 0 0 16,0 0-1-16,1 0 12 0,-1 0 0 0,1 1 4 15,-16 15 2-15,16-16 8 0,0 1-5 0,0-1 6 16,0 1-2-16,-4 15 10 0,4-16 9 0,0 0 0 16,0 0 21-16,0 1-8 0,0-1 4 0,0 0-3 15,0 1 2-15,0-1 3 0,0 1-9 16,0-1 6-16,0 1-14 0,0-1-15 0,0 1 8 16,0-1-12-16,0 0 2 0,0 1-2 0,0-1 0 0,0 1 1 15,1-1 2-15,-1 1 1 0,1-1-3 0,0 1 2 16,15 7-3-16,-16-8 6 0,0 0-1 0,0 0 2 15,0 0-1-15,1 0 7 0,-1 0-1 0,0 0 4 16,17-1 4-16,-17 1-10 0,0 0 2 16,0 0-5-16,1 0 8 0,16-6-6 15,-17 6 7-15,0 0-5 0,1 0 19 0,-1 0-8 0,18-12 5 16,-18 12-6-16,0 0-1 0,1 0 4 0,17-9-7 16,-18 9 5-16,1 0-7 0,-1 0 2 0,17-9 4 15,-17 9-2-15,0 0-1 0,1 0-1 0,0 0-3 16,16-9 3-16,-17 9 7 0,0 0-3 0,1 0-3 15,-1 0 0-15,1 0-12 0,-1 0 0 0,0 0 1 0,17-3-1 16,-17 3-4-16,0 0-3 0,0 0-3 0,0 0-3 16,0 0-47-16,0 0-263 15,1 0-31-15</inkml:trace>
  <inkml:trace contextRef="#ctx0" brushRef="#br0" timeOffset="123560.49">7056 5993 949 0,'0'0'78'0,"0"0"27"15,-1 0 7-15,1 0-27 0,-1 0-29 0,1 0-17 16,-16 0-3-16,16 0 3 0,0 0-1 0,0 0 17 16,-1 0-1-16,0 0 7 0,1 0 1 0,0 0-1 15,0 0 0-15,-2 0 1 0,2 0 1 0,0-1 7 16,-1 1-8-16,1-1 4 0,0 1-36 0,-1 0-3 16,1 0-5-16,-1 0 1 0,1-1-7 0,-1 1 12 0,1 0-3 15,-1 0 6-15,1 0 0 0,0 0-3 0,0 0 1 16,0 0-2-16,1 0-5 0,-1 0-2 15,20 1-3-15,-20-1 0 0,0 0-11 0,24 2-3 16,-15-1 3-16,2-1-2 0,0 1 2 0,0-1-4 16,1 0 3-16,0 1-4 0,-1-1 2 0,0 1-2 15,1-1 1-15,1 0-2 0,0 0 2 0,2 0 13 16,-1 1-6-16,1-1 9 0,-1 1-10 0,1-1 4 0,0 0 0 16,0 0 1-16,1 0 0 0,0 0-6 0,-2 0-1 15,2-1 0-15,-1 0 2 0,2-1-7 0,0 1 6 16,0-1-6-16,2 1 5 0,0 1 0 0,-2 0-5 15,-2-1 5-15,0 0-2 0,-1 1-1 0,-1 0 3 16,1 0-4-16,-2 0-2 16,1-1 4-16,-1 1-3 0,1 0 5 0,1-1 0 0,1 1-5 15,0-1 5-15,1 0-4 0,-1 0 1 0,-1-1 7 16,-2 1-3-16,0 0 5 0,-2-1 0 0,-2 0-3 16,0 1 2-16,0 0-2 0,-1 1 1 0,-7 0 12 15,0 0-10-15,0 0 11 0,1 0-7 0,-1 0-1 16,17-6 5-16,-17 6-3 0,0 0 12 0,0 0-13 15,0 0 7-15,0 0-8 0,0 0 11 0,0 0-20 16,-1 0 2-16,1-1-9 0,-18-10-19 0,11 8 0 16,-3 0-1-16,0 1 3 0,-2 1 11 0,-1-1 2 15,-1 0 3-15,0 0-1 0,-2-1-2 0,1 1 5 16,0 1-8-16,0 1 6 0,1-1-12 0,-1 1-3 16,0 0 9-16,-1 0-7 0,1 0 5 15,-2 0-7-15,0 2-6 0,-1-1 3 0,-2 3-2 0,-1-2 10 16,0 0-1-16,-1 0 4 0,1-1 0 0,0 1 5 15,0 0 0-15,0-1 2 0,1 2 2 0,-1-1 4 16,0 0 4-16,0 0 1 0,1 0 12 0,1-2-5 16,2 2-3-16,2-1-1 0,1 2 0 0,1-3-2 15,1 0 0-15,1 0 0 0,-1 0 2 0,2 0-8 16,0 0 3-16,0 0-6 0,0 0 5 0,0 1-2 16,0-1-1-16,0 1-1 0,2 0-5 0,0-2 3 15,1 3 1-15,1-2 2 0,6 0 3 0,0 0-4 16,-1 0 3-16,-15 4-4 0,16-4 2 0,0 0-9 15,0 0-1-15,0 0-3 16,0 0 1-16,0 0 5 0,1 0 0 0,15 0 1 0,-7 1-4 16,2-1 7-16,1-1-2 0,1-1 3 0,0 0-1 15,1 1-2-15,0 0 0 0,2 1 1 0,-1 0 0 16,0 1-1-16,0-2-3 0,2 0 1 0,1 0 0 16,4 1 4-16,1 0 5 0,1 0-2 0,-1 0 3 0,0-2-4 15,-1 2 2-15,1-1-1 0,0 0 9 16,2-2-6-16,-2 1 3 0,3 0-5 0,-1-1-4 0,-1 2 3 15,-3-1 0-15,-1 2 2 0,-2-1 2 0,-1 1 1 16,-1 0-6-16,0 0 5 0,-2 0-5 0,1 0 4 16,-2 0 1-16,2 1-1 0,0 0-5 0,-2 0 8 15,0 0-6-15,-3-1 6 0,0 0-4 0,-2 1 2 16,0-1 4-16,-1 1-1 0,-7-1 5 0,0 0 5 16,1 0-3-16,15 2 4 0,-16-2 0 0,0 0-1 15,0 0 7-15,0 0-4 0,0 0 8 0,0 0-11 16,0 0-3-16,0 0-1 0,0 0-1 0,0 0-13 15,0 0 2-15,-1-1-6 0,-17-8-2 16,18 9 0-16,-1 0-1 0,-18-4-1 0,19 4-3 16,-15-4 4-16,7 1 1 0,-2 1-1 0,0-1-8 15,-2 1-4-15,2 0 1 0,-4-1-1 0,1 1-7 0,-2 1 0 16,2-1-4-16,-1 1 4 0,0 0-5 0,-1 0 14 16,-1 0-4-16,0 1 7 0,0 0 0 15,0 0 12-15,-2 0 1 0,0 0 3 0,1 0 3 0,0 0-7 16,1 0-2-16,0-1-1 0,2 1 6 0,0-1-2 15,0 1 1-15,0 0-2 0,1-1 6 0,-1 1-7 16,-1 0 4-16,3 0-4 0,-2 0 6 16,2 1 0-16,0-1 3 0,1 1-2 0,0 0-1 0,1 0 3 15,1 0-6-15,2 0 6 0,1-1-8 0,6 0 3 16,-1 0-1-16,1 0 1 16,-1 0-6-16,-15 5-3 0,16-5-3 0,0 0 1 0,0 0-10 15,0 0 1-15,0 0 0 0,0 1 0 16,0-1 2-16,1 1 12 0,18 10-4 0,-10-9 7 15,0 0-1-15,2 0-2 0,2-1 3 0,1 1-2 16,0-1 2-16,3 0-1 0,-1 1-1 0,0 0 1 16,1-1-1-16,-1-1-1 0,1 1 2 0,1 0-2 15,1 1 6-15,1 0-3 0,2-1 4 0,-1-1-4 0,1 1 1 0,-1 0 1 16,0-1-2-16,-2 0 3 16,0-1 6-16,-1 0-3 0,-1 1 1 0,0-1-2 0,2 0-1 0,0 1 3 15,0-2-2-15,-2 1 3 0,-1 0-5 16,-1-2 3-16,-1 3 1 0,-1-1 0 0,0 0 4 0,-3 0-1 15,0 0 0-15,-2 1 0 0,-1-1 0 0,-7 1 7 16,1 0-2-16,-1 0 4 0,17-5 1 0,-17 5 1 16,0 0-3-16,0 0 2 0,0 0 1 0,0 0-31 15,0-1-7-15,0 1-14 0,0-1-64 0,0 1-70 16,-10-17-2-16,10 17-33 0,-1-1-107 0,-19-10-324 16</inkml:trace>
  <inkml:trace contextRef="#ctx0" brushRef="#br0" timeOffset="124153.83">7046 5954 1103 0,'0'0'91'0,"0"0"252"16,-1 0-319-16,1 0-9 0,0 0 7 0,-1 0 1 0,0 0 75 0,1 0-5 15,0 0 4-15,0 0-12 0,-1 0-45 0,1 0-12 16,0 0-4-16,0 0-1 16,0 1-9-16,0-1 9 0,1 1-4 0,-1-1 6 0,17 11 2 0,-17-11 7 15,0 0 4-15,19 4 0 0,-10-1 17 0,0-1-1 16,1-1 0-16,2 1-1 0,1-1-4 15,0 1-16-15,1-1-3 0,2 0-5 16,-1-1-9-16,3 0-10 0,1-1 8 0,0 1-8 0,0 0 5 16,0 0-6-16,-1 1-3 0,-1 0 1 0,-1 0-4 15,2 0 2-15,-2-1 3 0,2 1-1 0,0 0 4 0,3 0-7 16,0-1-2-16,-1 0 1 0,-1-1 11 0,-1 2 20 16,-2-1 5-16,-1 0 1 0,-1 0-6 0,-3-1-8 15,0 1-3-15,0 0-1 0,-1 0 0 0,-2 0-8 16,-1-1 5-16,-2 1-6 0,-5 0 2 0,1 0 8 15,-1 0-6-15,18-2 5 16,-18 2-17-16,0 0-16 0,1 0-2 0,-1 0-8 16,0 0-30-16,1 0-50 0,0 0-6 0,-1 0-19 15,0 0-69-15,0-1-154 0,-11-17-191 0</inkml:trace>
  <inkml:trace contextRef="#ctx0" brushRef="#br0" timeOffset="124587.96">7106 5968 2272 0,'-5'-4'390'15,"0"0"-292"-15,1 0 17 0,4 4-80 0,0 0-92 16,0 0 14-16,0-1 3 0,0 1 12 0,0-1 46 0,0 1-33 16,1-1-3-16,-1 1-11 0,23-12-3 0,-13 12 16 15,1 0 0-15,2 1 6 16,-1 0 10-16,4 0-1 0,-2 1 2 0,1 0-2 16,3 0 1-16,-2 0 2 0,1-1 5 0,0 1 0 0,-2 0 13 15,2 0 4-15,-1 1-2 0,-1-1 3 0,1 0-2 0,1-1-6 16,0 0 2-16,2-1-4 0,1 0-7 0,0 0 3 15,1 0-3-15,-1 0 2 0,-3-1-4 0,0 1 0 16,-3-1 4-16,-1 0-2 16,-1 2 2-16,-2-1 6 0,-1-1-8 0,-2 0 9 15,0-2-2-15,-1 2 0 0,-6 1-1 0,1 0 1 16,-1 0 3-16,0 0-29 0,17-6-3 0,-17 6-18 16,0 0-63-16,0 0-71 0,0 0-9 0,0-1-32 15,0 1-145-15</inkml:trace>
  <inkml:trace contextRef="#ctx0" brushRef="#br0" timeOffset="124878.2">7110 5962 2563 0,'0'0'89'0,"0"0"52"0,0 0-152 16,0 0-35-16,0 0 17 0,0 0-16 0,0 0 64 15,0 0-17-15,16-5 3 0,-16 5-10 0,1 0-3 16,25 0 2-16,-14 1 2 0,1-1-1 0,3 0 3 0,0 1 2 16,1-1-5-1,1 1 4-15,0-1 0 0,0 1-3 0,-1-2 5 0,-1 1-3 16,0-1 1-16,0 0 1 0,0 0 1 0,-1 0 0 15,0 1 0-15,0-2 4 0,0 2-4 0,0-1 4 16,-1-2-11-16,2 2-16 0,-2-1-58 0,-1 0 8 16,1-1-251-16</inkml:trace>
  <inkml:trace contextRef="#ctx0" brushRef="#br0" timeOffset="126902.16">6498 6094 2255 0,'0'0'121'0,"0"0"-39"0,-1 0-26 0,1 0-65 16,0 0-63-16,0 0 61 0,0 0-5 0,0 0 24 15,0 0-21-15,1 0-4 0,23 5-2 0,-14-2 2 16,2-1 11-16,2-1-6 0,0 0 6 0,-1 0-5 16,1 0 11-16,-2 1 6 0,0-1-4 0,-1 0 6 15,-1 1-2-15,0-1 9 0,-2-1 2 0,-1 1 1 16,0 0 8-16,-1-1 15 0,0 1-1 0,-6-1 5 15,1 0 0-15,-1 0 4 0,19-3 1 0,-19 3 1 16,1 0 1-16,-1 0-8 0,0 0 4 0,0-1-5 16,1 1 5-16,-1-1-4 0,12-16-4 0,-12 17 1 15,0 0-18-15,0-1-6 0,0 1 5 0,-1-1-6 16,-16-14 4-16,16 15-20 0,-14-3 0 0,6 1-6 16,-3 2-6-16,0-1-2 0,-1 1 5 0,-3 1-2 15,1 0 16-15,1 0-1 0,-1 1-2 0,2-1 1 16,1 1-1-16,0-1-2 0,1 1 2 0,0-1-2 15,2 1 0-15,1-1 5 0,2 1-4 0,0 0 5 0,0 0-13 16,2 0 4-16,4-2-3 0,0 0 4 16,0 0-13-16,-1 0 7 0,1 0-3 0,-1 1 3 15,1-1-13-15,0 1 21 0,-1-1-4 0,1 1 9 16,0-1 2-16,0 0-4 0,0 1 0 0,1-1-1 16,17 15-3-16,-17-15-3 0,0 0 0 0,22 2-1 15,-13-2 5-15,2 0-5 0,2 0 0 0,0 1-2 16,1-1 8-16,-1 0-3 0,0 1 2 0,-2-1-3 0,0 1 3 15,-1-1 0-15,-2 2 3 0,-1-1-2 16,-1 0-1-16,-7-1 4 0,1 0-1 0,0 0 4 16,16 6-4-16,-17-6-112 0,0 0-27 0,0 0-47 15,0 0-237-15</inkml:trace>
  <inkml:trace contextRef="#ctx0" brushRef="#br0" timeOffset="130808.9">4162 3465 2497 0,'-6'-6'66'0,"6"6"-107"0,0-1-39 0,0 1-57 15,0 0-25-15,1-1 98 16,15-10 5-16,-6 11 22 0,1-1 22 0,-5-4 0 16,8 6 6-16,0 0-3 0,1 0 12 0,-1 1-3 15,1-1 8-15,0 1-2 0,0 0 33 0,0 0 7 16,0-1-6-16,2-1 5 0,0 0-9 0,1 0 4 15,0 0 1-15,2-1 0 0,0 0-1 0,-1 0-11 0,1 0 1 0,0 0-5 16,0-1 5-16,4 0-14 0,0 0 4 0,3 0-9 16,0 0-6-16,0-1 1 0,-1 1-4 0,2 1 2 15,-1 0-1-15,3-1 0 0,1 0 1 0,2 0 0 16,1 0 6-16,0-2-7 0,-1 3 2 0,1-2-3 16,0 0 5-16,4 0-4 0,-1-1 0 0,3 1-1 15,-4 0 1-15,1 1 0 0,2 1 3 0,1-1-3 16,1 1 4-16,0 0 4 15,-1 0 7-15,0 1 0 0,1 0 23 0,2 1-19 16,0-1-1-16,-2 2-6 0,2-1-10 0,0 0 3 16,3 0-3-16,0-2 2 0,-2 1-3 0,4 0 6 15,0-1-3-15,3-1 4 0,0 0-4 0,2-1-1 16,0-1 2-16,1 1-3 0,-2-1 4 0,2 0 5 0,0 0 12 16,0 1-3-16,0 0 29 0,-1 0-20 0,-1 2-5 15,1-1-5-15,0-1-8 0,-2 3-8 0,2-1 7 16,-1 0-7-16,0 2 7 0,1-1 7 0,-2 1-5 15,1 0 5-15,1 1-5 0,-1-1-3 0,0 0-3 0,1 1 0 16,0 0-5-16,0 1 3 16,1-1 4-16,-1 0-1 0,0 0-1 0,0 0 15 15,0 0 1-15,0 1 6 0,1-2 5 0,-1-1-9 16,-1 2-4-16,0-2-2 0,-1 0-11 0,0 0-1 16,-3 0-1-16,-1-1 2 0,0 0 6 0,-1 0-4 15,-2-1 16-15,-2 2-8 0,-3-2 29 0,1 1-25 16,-1 1 0-16,-1-1-8 0,-3 2-5 0,-4 0-2 15,-1 0-3-15,1 1 1 0,0-3-2 0,-1 2 7 16,-1 0-5-16,-4 0 6 0,-1 2-8 0,-4-2 8 16,-1 2-7-16,0-2 7 0,0 1-7 0,1-2 2 15,-2 1 8-15,-2 1-5 0,0 0 3 0,-3-1-40 16,0 0-19-16,-2 0-13 0,-1 0-125 0,0 0-144 0,-2-1-46 0</inkml:trace>
  <inkml:trace contextRef="#ctx0" brushRef="#br0" timeOffset="149366.92">1475 7510 441 0,'0'0'249'0,"0"0"104"0,-1 0-13 16,1 0-338-16,-1 0-51 0,-16-17 13 0,17 17-18 0,0 0 9 16,0 0-109-16,0 0 29 0,0 0 3 0,0 0 19 15,0 0 68-15,0 0-3 0,0 0 22 0,0 0-5 16,0 0 116-16,0 0 31 0,1 17 2 0,-1-17 9 15,0 0 1-15,0 0-9 0,0 0-6 0,0 0-1 16,0 0-16-16,0 0-15 0,0 0 4 0,0 1-11 16,0-1-14-16,0 0-10 0,0 0-2 0,0 0-4 15,1 0-19-15,-1 0-12 0,0 0 0 0,18-1-4 16,-18 1 3-16,1 0-6 0,0-1 4 0,16-10-2 16,-17 11 17-16,1 0-10 15,-1 0 3-15,20-14-7 0,-20 14 1 0,12-11 11 16,-6 4-5-16,1 0 6 0,0 0-3 0,1-2-1 0,0 1 1 15,1-1-2-15,-2-1 0 0,1 0 2 0,-1 0-3 16,2 0 2-16,-1 0-15 0,0-1-2 0,-1 0 2 0,0-1-2 16,0 1-1-16,1 0-6 0,-1 1-3 0,0-1 0 15,0 0 8-15,0-1-11 0,-1 0 4 0,2 0-6 16,-1-1 5-16,2 1-2 0,0-2 0 0,2 1-1 16,0-1 2-16,1 0-1 0,-2 0 1 0,1 0-2 15,-1-2-2-15,1 1 4 16,-1 0-1-16,0-1 3 0,0 0-2 0,0 0 2 15,-2-1 6-15,1 1-3 0,0 0 18 0,0 0-10 16,-2 2 2-16,1-1-4 0,0 1 3 0,1 1-10 0,-1-2-2 16,0 1-2-16,0 0 1 0,1 1-8 0,2-1 9 15,-1-1-8-15,1 0 12 0,2-1-9 0,-3 1 1 16,1 0-2-16,0 0 4 0,1 0-4 0,-1 1 1 16,2-1-2-16,-1 1 3 0,-1-2 4 0,2 1-6 15,-2 1 3-15,1 0-8 0,0-1 8 0,1 1-1 16,0-1 4-16,1 0-9 0,0 1 5 0,0-1 1 15,1 2 2-15,-1 1 1 0,-1 0-6 0,1 0 1 16,-1 1-3-16,1 0 3 0,-1-1-1 0,0 2-2 0,-1-1 1 16,1 2 2-16,0 0-4 0,1 0 2 0,1 1-3 15,-1-1 4-15,2 1 3 0,0-2-1 0,0 1 3 16,1-1-3-16,-1 0-2 0,-1 2 2 0,0 0-4 16,-2 1 1-16,0 0 2 15,1 0 1-15,-2-1 0 0,1 2-5 0,2-1 9 16,0 1-8-16,2 0 7 0,0 0-9 0,1-1 7 15,-2 1 2-15,1 0 0 0,0 0-6 0,-1-1 0 16,-1 2 0-16,-1 0 2 0,0-1 1 0,-1 2 0 0,-2 0-3 16,2 0 0-16,0 2-4 0,1-2 4 0,1 1 2 15,-1 0-1-15,1 1-2 0,-2-1 4 0,2 3 0 16,-1-1 2-16,1-1-2 0,-2 0-2 0,2-1 0 16,-1 2 0-16,-1 0 0 0,0 0 1 0,0 1-4 0,0 0 2 15,1 1-5-15,0 0 5 0,1-1 2 0,-2 1 1 16,0 0 0-16,1 1 0 0,-2 0-5 0,1 0 2 15,-2 1-1-15,1 0 3 0,-1 0 0 0,0 3 1 16,-1-1 0-16,2 0-2 16,-2 0 0-16,0-2-1 0,0 3 4 0,1-1-6 15,-1 0 3-15,2 1-5 0,0 1 4 0,1-2 3 16,0 2-3-16,0-1 2 0,0 1-3 0,-1-1 3 16,-1 1 0-16,1 1 1 0,-1-1 1 0,0 1-1 15,1-1 0-15,-1 1 0 0,-1-1 6 0,1 2-5 0,0-1 1 16,-1 1-3-16,0-1-3 0,0-1 4 0,1 0 0 15,0 0 1-15,2 1 2 0,0 0 1 0,-1-1-1 16,0 0 0-16,0 2-4 0,-1 1 2 0,1 0 0 0,-1 1 2 16,0-1-6-16,0 1 4 15,0-1-1-15,0 1 4 0,-2 0-2 0,1-1-2 16,-2 1 1-16,0 0-1 0,2 0 0 0,-2 0 0 16,2 0 0-16,0 0 1 0,2 1 1 0,-1-3-1 0,0 0 0 15,0 2-1-15,-1-3 0 0,0 3 3 0,0 0 0 16,0-1 2-16,0 1 4 0,-1 1-4 0,1-2 1 15,0 1-2-15,0 0-4 0,0 0 3 0,-2 0-3 16,2 1 2-16,-2 0-1 0,1-1-2 0,0 1 1 16,-1-1-1-16,1 0 5 0,0-1-2 0,1-2 1 15,0 2-2-15,2-2 2 0,-1 3-1 0,1-1 4 16,-2 0-3-16,1 0 1 0,-2-1 0 0,1 1 2 16,0-1 0-16,-1 0-5 0,0-1 3 0,1 1-3 15,-1-1 3-15,-1 1 5 0,1 0-9 0,0-1 4 16,0 1-4-16,1 0 7 0,-3-1-7 0,2 0 3 0,0 0-3 15,1-1 6-15,0 1-3 0,2 1 1 0,-1-2-2 16,1 1 0-16,-1-1-2 0,0 0 0 0,-1 1 0 16,0 0 0-16,1 1 1 15,-2-1-1-15,1 0 1 0,0 2 0 0,0-1-1 16,-2 0 1-16,1 0-1 0,1-1 4 0,-3 0-1 16,1 1-3-16,-1-1 1 0,1 0-2 0,2 0 4 15,-1 1-1-15,0-1 3 0,1-1 3 0,2 1-5 0,-2-1 1 16,1 0-2-16,0 0 8 0,-1-1-3 15,1 0 3-15,-1 0-3 0,0-2 4 0,0 1 0 0,0-3 1 16,0 2-1-16,0-1 0 0,0 0 0 0,0 1 1 16,-1-2-1-16,-1 2-5 0,1-1 7 0,0 0-8 15,0 0 7-15,1-1-5 0,0-1 4 0,2 1-2 16,0 0 1-16,1-2-9 0,-2 0 10 0,2 0-1 16,-2-1 4-16,2 0 1 0,-2-1-6 0,0 1 2 15,1-3-5-15,0 1 1 0,0 0 3 0,1-1-2 16,-2-1 1-16,1 0-5 0,-2-1-1 15,1 1 5-15,1 1-3 0,0 0 2 0,2-1 3 16,0 0-5-16,-1-2 5 0,2 0-8 0,-1-1 1 16,1 0-2-16,-2-1 2 0,1 0-3 0,1 0 0 15,-2-1 2-15,0-1-2 0,1 0 9 0,-1-1-7 16,0 0 3-16,2-1-4 0,0 0-5 0,1-1 5 16,2 0 1-16,-2 0 2 0,1 2 3 0,-1-2-5 15,1 0 0-15,-1-2-1 0,1-1 5 0,-1 0-6 16,0-1 0-16,0 0-2 0,1 0 3 0,2 0-1 15,2-1 4-15,-1-2-4 0,0 3 1 16,0-1 0-16,0 0-3 0,-1-1 2 0,0-1 6 0,-2-1-8 16,0 1 3-16,0-1-3 0,1 1 8 0,2-2-3 15,0 1 4-15,0 0-5 0,1 0 0 0,-2-1 1 16,1-1-2-16,-2 0 2 0,0-1 3 0,-1 1-8 16,0-1 3-16,1 0-4 0,1-1 8 0,1 0-5 15,2 0 5-15,-2-2-5 0,1 0 3 0,-1-1 0 16,0-1-3-16,-1 1 1 0,0 0-3 0,-1 0 3 15,0 0-1-15,2-1 2 0,0 0 0 0,2-1-2 0,2 1 0 16,-3 0-2-16,1 1 0 0,-1 1 4 0,0 0-1 16,-2-1 3-16,0 1-4 0,2-1 1 0,-1 2-1 15,2-1 2-15,1 0 0 0,-1 0-2 16,-1-1 0-16,0 0 0 0,-1 1 0 0,0-1 1 16,-1 0 3-16,0 3-2 0,2-2 4 0,0 1-4 15,2 1-4-15,0-1 1 0,-2-1-3 0,1 2 6 16,-2 0-2-16,-1 2 1 0,-1 0-4 0,0 0 2 0,2 0 1 15,1-1 0-15,1 1 2 0,2 0-2 0,-3-1 4 16,2 3-4-16,-2 0-1 0,-1 0 4 0,1 2-4 16,-2-1 4-16,1 0-6 0,2 0 1 0,1 1 2 15,1 1-1-15,-1 0 1 16,0 1 0-16,-2 1-3 0,0 1 0 0,-1 1 1 16,0 1 2-16,0 0 0 0,1 1 2 0,1-1-6 0,2 1 2 15,-1 0-2-15,2 0 2 0,-1 1 2 0,-1 1-1 16,-1 1-4-16,0 1 1 0,1 0-6 0,0 1 7 15,2 1 0-15,-1 0 3 0,0 1-6 0,1 0 3 16,-2 0-1-16,-1 0 0 0,1 3-2 0,-1 1 2 16,1-1-1-16,2 2 3 0,1-1-1 0,0 0-4 15,0 2 1-15,-1 0-2 0,-1 1-1 0,-2 0 4 16,3 2-3-16,-1 1 2 0,0 0-4 0,3 2-2 16,-2 0 4-16,0 1-4 0,-1 2 0 0,0 0 1 15,-2 2-3-15,0 0 2 0,1 1-3 16,2 0 2-16,0 2-1 0,-1 1 0 0,1 0-3 15,-2 1 3-15,1 1-1 0,-1 0 2 0,1 1 3 16,0 1 4-16,0 2-1 0,4 1 2 0,-3 3-9 16,2 0 6-16,-2 0-4 0,0 1 4 0,-2 0 0 0,3 1 4 15,0-1 3-15,1 3 0 0,1 2 2 0,-1 0 3 16,0-1 0-16,-2 1 1 0,1 0-1 0,-1 0 3 16,1 1-2-16,0 1 2 0,1 0-7 0,0 0 8 15,0-1-1-15,0 1 3 0,-1 0-1 0,0 1-5 16,1 1 1-16,1 1-3 0,1-1-4 15,1-1 7-15,0 0-5 0,-1 1 6 0,-3 0-5 16,1 0 1-16,0 0 1 0,1-2 2 0,0 0 19 16,0 0-12-16,-1 1 7 0,-2 0-10 0,0 0-3 0,-1-1-2 15,0 0 1-15,-1 2-1 0,2-1-1 0,0 1 2 16,0 1-1-16,-3-3 1 0,1-2-2 0,-2 0 1 16,0-1-3-16,1 0 3 0,-1 2 0 0,0-2 2 15,1-1-2-15,-1-3 1 0,-1-1-7 0,-1 0 9 16,0 0 0-16,-1 1 5 0,0 0-6 0,0-2 21 15,-2 0-11-15,-1-1 13 0,-1-2-21 0,1-1 9 16,1 0-5-16,0 0 5 0,0 0-10 0,-2 0-1 16,-1-1 0-16,1 0 1 0,-1-2 2 0,0 1-2 15,1-1 0-15,-1 0-1 16,0-2-5-16,-1-1 10 0,0-2-7 0,-2 1 6 16,0-1-8-16,0-2 7 0,0 1-2 0,0-1 2 0,0 0-6 15,0 0 6-15,0-1-4 0,-3-2 4 16,1 1-7-16,-1-2 2 0,-1-1-6 0,0 0-3 0,-1 0-76 0,-5-5-176 15,1 0-40-15,-1 1-81 0,0-1-509 0</inkml:trace>
  <inkml:trace contextRef="#ctx0" brushRef="#br0" timeOffset="154453.1">813 8004 2896 0,'-10'-5'98'0,"2"0"-51"0,8 5-1 0,0 0-19 0,-1 0-25 16,1-1 0-16,-16-16-2 0,16 17 2 0,0 0-11 15,0-1-16-15,0 1-4 0,0 0-5 0,2-17-23 16,-2 17 9-16,1 0 4 16,19-4 3-16,-8 2 20 0,3 0 6 0,3 1 2 0,4 0 2 15,0 0 8-15,2-1 2 0,-1 2-5 0,0-2 3 16,0 0 1-16,-1 0 15 0,3-2 0 0,3 2 6 15,2-1-6-15,4 1-3 0,-1-1 0 0,-1 1-2 0,-1-1 1 16,2 1-4 0,4 1-1-16,1-1-1 0,3 0-2 0,-2 1 0 0,0 0 2 0,2 0-1 15,3 1-5-15,1-1 1 0,1 0 0 0,1-1 1 16,3 0 1-16,2-2 2 0,0-1-4 0,1-1 2 0,2-1-4 16,1 0 3-1,2-2 1-15,-1 1-1 0,2-2 1 0,-1 1-1 0,2 0 10 0,0 0-4 16,0 1 27-16,0 1-18 0,2 0-1 0,2 1-5 15,-1 1 5-15,0-1-6 0,4 2 0 0,-2-1-3 16,-1 1 1-16,6 2-6 0,0-3 5 0,-3 2-6 16,4-1 5-16,1-2-1 0,-1 1-4 0,4 0 1 15,1-1-6-15,-4 0 10 0,4 0-2 0,1-2 4 16,-4 0-9-16,6 0 7 0,-1 0-2 0,-5 0 7 16,6 0 24-16,-3 1-9 0,-2 1 3 0,5 2-8 0,-1 0-8 15,1 2-8 1,4-1 5-16,-5 1-6 0,4 0 3 0,2-1-2 0,-2 1 0 15,7 0 0-15,-4 1-2 0,1 0 0 0,4 0 1 16,-6 1 0-16,4 1 4 0,-3 1-1 0,-1 1-1 16,5 0 0-16,-7 0-4 0,5 2 1 0,-1-1 0 15,-5 1 2-15,4 1 5 0,-5 0-5 0,2 1 2 16,1-1-2-16,-4 2 4 0,7-3 60 0,-2 0-23 0,-1 0 29 16,5-2-60-16,-5 0 0 0,4 1-3 15,0-3 2-15,-3 0-9 0,7 0 5 0,-7 0-2 16,3 0 2-16,2 1-5 0,-5-1 0 0,3 0-1 15,-3 2 2-15,-2-1 3 0,4 1 0 0,-3 1 3 0,2 0-2 16,1 0 13-16,-3 0-6 0,3-3-1 0,-2 3-2 16,1-1-4-16,4-1 11 0,-4 1 1 15,5-3 2-15,-2 2-2 0,2-2 0 0,1-2 0 16,-3 1 1-16,0-1-3 0,-3 0-5 0,-1 1-1 16,-1-1-1-16,-6 0-1 0,4 0 9 0,-2 2-4 15,-7 0 7-15,4 1 1 0,-6-1-4 0,-5 2 1 16,2-2-4-16,-3 1-3 0,-4 0 6 0,0 1-1 15,-1 0 3-15,-2 0-6 0,-3-1-3 0,-2 0-3 16,-4-2 0-16,-1 1-4 0,-2 0-2 0,-1-1 5 16,-6 2-3-16,-3-1-2 0,-5 0-1 0,-2 1-2 15,-1 0 1-15,-3 0 2 0,-4 1-3 0,-2 0 1 16,-3 0-3-16,-3 1 0 0,-1 0-7 0,-2-1-29 0,-1 0 5 16,-1 1-115-16,-1 0-101 0,1 1-13 0,-2 0-44 15,0-1-180-15</inkml:trace>
  <inkml:trace contextRef="#ctx0" brushRef="#br0" timeOffset="155044.69">10792 7647 2675 0,'0'0'194'15,"0"0"-7"-15,0 0 1 0,0 0-54 0,0 0-106 0,0-1-30 16,0 1-6-16,0-1 5 0,0 1 1 0,0 0-4 15,0 0 1-15,0 0-3 0,17-2 6 16,-17 2-10-16,16 3 4 0,-7-1-8 0,2 1 1 0,0 0 12 16,1 0-1-16,0 1 4 0,0-1 7 0,1 1 0 15,1-1-1-15,2 1 2 0,2-1 1 0,2 0-9 16,0 0 2-16,-1 0-4 16,0 0 1-16,-2 1 2 0,0 0 2 0,-2 0 0 15,0-1 8-15,-4 2-2 0,-2-1 3 0,-1 0-2 16,-1 2 7-16,-4-1-1 0,-3-5 3 0,0 0-2 15,0 1 2-15,7 19 0 0,-7-19 0 0,0-1 1 0,-7 22-6 16,3-13 2-16,0 1-5 0,-3 1 5 0,-1 0-7 16,1 1 1-16,-5 0-1 0,-1 0 0 15,0 1-9-15,-4 0-46 0,-3 2-8 0,-3-1-21 16,-4 1-99-16,-5 1-151 0,-5 2-70 0</inkml:trace>
  <inkml:trace contextRef="#ctx0" brushRef="#br0" timeOffset="159758.28">7646 7522 1611 0,'0'0'154'0,"0"0"40"0,-1 0 9 0,0 0-63 16,1-1-74-16,-12-16-32 0,12 17-4 0,0 0 8 16,0 0 1-16,-1 0-17 0,1-1 7 0,-1 1-10 15,1-1-1-15,-1 1-5 0,1 0 4 0,0-1-2 16,-1 1 5-16,0 0-13 0,1 0-4 0,-1 0-1 0,1 0-5 15,0 0-3-15,0 0 1 0,-1 0 2 0,0 0 11 16,1 1 8-16,-13 15 3 0,13-16 1 16,0 0 8-16,0 16 9 0,0-16-5 0,0 1 7 15,-1 21-6-15,0-14-7 0,1 2-2 0,0 0-4 16,0 1-9-16,0 0-5 0,1 0-2 0,-2 1-2 16,1 0-4-16,0 0 6 0,0 0 0 0,0 0 1 15,0 0-8-15,2-1 5 0,-1-3-2 0,0-1 3 16,1 0-3-16,-2-7 5 0,0 0-3 0,0 1 2 15,6 18-10-15,-6-19-13 0,0 0-22 0,0 1-1 16,0-1-117-16,0 1-132 0,0-1-54 0</inkml:trace>
  <inkml:trace contextRef="#ctx0" brushRef="#br0" timeOffset="160692.04">9089 7548 921 0,'0'0'133'16,"0"0"44"-16,0 0-1 0,-2 0-82 0,2-1-59 0,-20-12 4 15,20 13 1-15,0 0 12 0,0 0 23 0,-1 0 18 16,1 0-8-16,0 0 10 0,-1-1-24 0,-15-8-18 16,16 9 5-16,0 0-8 0,0 0 11 0,0 0 2 15,0 0 0-15,0 0-1 0,0 0-7 0,0 0-4 16,0 0-2-16,0 0 1 0,0 0-4 0,0 0 5 16,0 0 4-16,0 0 0 0,0 0 6 0,0 0-11 15,0 1-2-15,0-1-2 0,0 1-3 0,-5 17-16 16,5-18 0-16,0 0-7 0,0 1-14 0,-1 16-2 15,1-17-1-15,0 0 0 0,0 1-2 0,1 20 0 16,-1-21 0-16,0 0-1 0,3 21-3 0,-3-21-2 0,2 16 4 16,0-7-1-16,-2 0 5 15,2 0 0-15,-2 0-6 0,0-1 3 0,1 0-4 16,-1 0 6-16,0 0 3 0,0-1 0 0,0-1-1 16,0 1 9-16,0-2-6 0,0-5 6 0,0 0-12 0,0 1 2 15,0-1 1-15,6 19 0 0,-6-19 11 0,0 0-8 16,0 0 4-16,0 0-5 0,0 1-3 0,0-1 3 15,9 16-5-15,-9-16 5 0,0 0-7 0,0 0 5 16,0 0 0-16,0 1 2 0,0-1-2 0,0 1-1 16,0-1 2-16,0 1-2 0,0-1 9 0,0 1-9 15,0-1 0-15,0 0-3 0,0 0-12 0,0 0-21 16,0 0 2-16,0 0-11 0,0 0-25 0,0 0-62 16,0 0-16-16,0 0-23 0,0 0-122 15,0 0-311-15</inkml:trace>
  <inkml:trace contextRef="#ctx0" brushRef="#br0" timeOffset="161774.32">7624 7487 1297 0,'-10'-4'213'0,"3"3"119"15,0 0 36-15,0 1-163 0,0-1-152 0,7 1-42 16,0 0 6-16,0 0-15 0,-1 0 10 0,-15 5-8 16,16-5-1-16,0 0-1 0,0 0-7 0,0 0 3 15,0 1-5-15,-7 16 5 0,7-17-7 0,0 0 2 16,0 1 1-16,4 20 1 0,-4-21 7 0,5 15 0 16,-2-4 0-16,-2-1 1 0,1 2 4 0,0 0 3 15,1 0 0-15,-1-1 2 0,0-1 11 0,-1 1 0 16,0-1 5-16,1-2-2 0,-1 1 10 0,1-1 14 15,-2 0-4-15,1-2 6 0,-1-6-20 0,0 0-4 16,0 1-5-16,3 16 0 0,-3-17-15 0,0 0-5 16,0 0 3-16,0 0-6 0,0 1-40 0,0-1-215 15,0 0-39-15</inkml:trace>
  <inkml:trace contextRef="#ctx0" brushRef="#br0" timeOffset="163782.79">7612 7757 374 0,'0'0'191'16,"-1"0"122"-16,1 0 17 0,0 0-134 0,-1-1-77 0,-16-7-50 15,17 8-4-15,0 0 3 0,0 0-11 0,0 0 2 16,0-1-5-16,-1 1 4 0,1 0-5 16,-1-1-1-16,1 1 2 0,0-1-1 0,-1 1-4 0,0-1 0 15,1 1-5-15,-1-1 2 0,1 1-10 0,0-1-11 16,0 1-2-16,0 0-5 0,0-1-10 0,0 1-1 16,0-1 2-16,1 1-3 15,18-7-5-15,-19 7 1 0,1 0 1 0,18 0-1 16,-11 1 3-16,3-1-8 0,-2-2 5 0,1 2-5 15,1 0 9-15,-2 1-4 0,1 0-4 0,-1 1 1 0,-1-1 0 16,-2 0-3-16,0 2 8 0,-1-1-4 0,-1 1 17 16,-4-3 3-16,0 0-4 0,1 1 4 0,0-1-6 0,13 18-5 15,-14-18 1-15,0 0-2 0,0 1-8 0,1-1 3 16,10 20-4-16,-11-20 2 16,0 0-4-16,9 16 2 0,-9-16 0 0,0 1 1 15,0-1-5-15,12 21 1 0,-12-21-2 0,0 0 2 16,11 18 5-16,-11-18-1 0,0 0 1 0,9 21-2 15,-9-21-3-15,0 0 0 0,10 23 1 0,-10-22 0 16,0-1 11-16,8 22-3 0,-8-22-3 0,0 0 0 16,9 20-1-16,-9-20-3 0,0 0 4 0,10 21-4 15,-10-21-1-15,0 1 3 0,12 18 2 0,-8-12 1 16,1 2 1-16,0-2-3 0,0 1-1 0,0-2 0 16,-1 1 4-16,2-1 5 0,-1-1 1 0,0 1 2 15,-1-2 3-15,1 0-6 0,1-1 4 0,-1 0-5 0,1-1 4 16,0 0 1-16,1-1-3 0,-1-1 2 0,1 0-2 15,1 0 2-15,-2 0-1 0,2 0 1 0,-1 0-3 16,1-1-4-16,-1 0 6 16,0-1-6-16,0 1 2 0,-1-1 4 0,2 0-2 0,-2-1 4 15,0 1-3-15,1-2-2 0,-1 1 1 0,1-1 0 16,-2 0-5-16,2 0 6 0,0 0-3 0,-1 0 5 16,2 0 3-16,-2 0-9 0,0 0-2 0,-1-1-2 15,1 3-1-15,1-1-5 0,-1 2 4 0,0-1-4 16,-1 0 2-16,-5 2 0 0,0 0 0 0,1 0 0 15,18-8-1-15,-19 8 3 0,0 0-2 0,0 0 2 16,17-5 0-16,-17 5 1 0,0 0 0 0,0 0 2 0,18-8-1 16,-18 8-2-16,0 0 2 0,1 0-2 0,17-6 0 15,-18 6 1-15,1 0-1 0,-1 0 2 0,0 0-2 16,17-6-1-16,-17 6 2 0,0 0-1 0,0 0 4 16,0 0-2-16,1 0-2 0,-1 0 1 15,1 0-7-15,0 0 4 0,15 0-3 0,-16 0 3 16,0 0-6-16,0 0 6 0,1 0 1 0,-1 0 1 15,0 0-3-15,0 1 2 0,1-1-5 0,15 9 5 16,-16-9-5-16,0 0-2 0,0 0 5 0,0 1-4 16,0-1 7-16,12 17-3 0,-12-17-2 0,0 0-1 15,0 1-5-15,0-1 9 0,14 18-2 0,-14-18 4 0,0 0 0 16,1 0 1-16,0 1-1 0,13 18 0 16,-14-19-3-16,0 1 1 0,1-1 4 0,-1 1-1 0,17 14 5 15,-17-15-4-15,0 0-2 0,1 1 0 0,-1-1 2 16,19 14 0-16,-19-14 0 15,0 0 0-15,0 0 0 0,0 1 2 0,1-1 4 16,17 13-3-16,-18-13 1 0,0 0 0 0,0 0 1 16,1 0 0-16,-1 1-3 0,16 11 3 0,-16-12-4 15,0 0 4-15,0 0-7 0,1 0 5 0,0 0-2 0,-1 0 2 16,17 6 1-16,-17-6-4 0,0 0 3 0,0 0-2 16,0 0 4-16,1 0 4 0,-1 0-1 0,17-2 2 15,-17 2-1-15,0 0 4 0,0 0-4 0,0 0 4 16,1 0 1-16,15-10 3 0,-16 10 4 0,0-1-3 15,1 1-1-15,-1-1-2 0,14-18 1 0,-14 19-2 16,0 0-5-16,0-1-1 0,12-16-2 0,-12 17 1 16,0-1-7-16,0 1 0 0,10-18-1 0,-10 18 0 15,0-1-2-15,0 1 3 0,0-1-3 0,1 1 3 16,9-17-2-16,-10 17 0 0,0 0 2 0,0 0-2 16,0 0 0-16,0 0-1 0,0 0-3 15,0-1 0-15,0 1-5 0,0-1 0 0,0 1-2 0,0-1 2 0,1 1-4 16,0 0-7-1,-1 0 6-15,0 0-5 0,0 0 6 0,0 0-11 0,2 0 0 16,16 4-3-16,-18-4 10 0,0 0 0 0,0 1 3 16,0-1 0-16,13 17 12 0,-13-17-3 0,0 1 3 15,1-1-3-15,0 0 5 0,12 19 2 0,-13-19-2 16,0 0 2-16,1 1-2 0,0-1 4 0,17 14 3 16,-18-14-1-16,1 0 2 0,0 1-6 0,16 9 1 0,-17-10-3 15,0 0 7-15,0 0-6 0,20 12 4 0,-20-12-5 16,0 0 0-16,0 0 2 0,18 11-1 0,-18-11 1 15,1 0 4-15,0 0 4 0,17 7-2 0,-18-7 3 16,0 0-2-16,1 0 6 0,18 2-3 0,-19-2 3 16,0 0-1-16,1 0-1 0,19-3 0 0,-20 3-1 15,1 0-3-15,17-6 6 0,-18 6-5 0,1 0 4 16,17-7-7-16,-18 7 0 0,1 0 0 0,18-8-1 0,-19 8-1 16,0 0-3-1,23-11 5-15,-13 8-3 0,0-1 4 0,0 0-5 0,0 0 1 0,1-2-2 16,0 0 4-16,-1 1 5 0,-1-1-3 0,0-1 6 15,0 1 1-15,-1 0-10 0,0 0 4 0,0 0-5 16,-2 0 10-16,1 0-2 0,-1 0 4 0,0 1-3 16,0 0 2-16,-1-2-1 0,0 2-3 0,0-2 2 15,1 0 3-15,-1-2-2 16,0 1-3-16,2-1 1 0,0 0-6 0,1 0-6 16,0-1 5-16,-1 0-6 0,0 2 1 0,0 0 2 0,-1 1-1 15,0 1 3-15,0 1 2 0,-3 0-4 0,1 0 3 16,-4 5-4-16,0-1 3 0,0 1-1 0,0-1-1 15,6-15-1-15,-6 16-1 0,0 0-4 0,0 0-1 0,0 0-3 16,0-1-12-16,0 1-15 0,0-1-6 0,0 1-7 16,-3-16-64-16,3 16-68 0,0 0-21 0,0-1-21 15,0 1-122-15</inkml:trace>
  <inkml:trace contextRef="#ctx0" brushRef="#br0" timeOffset="164757.68">8286 8234 1763 0,'0'0'297'0,"0"1"-106"0,0-1 37 15,-13 17-153-15,13-17-121 0,0 1-4 0,-2 22 11 16,3-11 1-16,0 1 55 0,-1 1-10 0,3 3 0 16,-3-2-3-16,1 1 11 0,1 0-8 0,-2 1 3 15,0 1-4-15,-1-1 7 0,0 0-4 0,-1-1 2 16,-1-1-1-16,0 0 5 0,1-3 2 16,-1 0-3-16,1-3 1 0,1 0 2 0,0-1 0 15,-1-2 9-15,2-6-5 0,0 0 9 0,0 1-44 16,0-1 5-16,0 0-21 0,-1 0-10 0,1 0-7 0,0 0-15 15,0 0 4-15,-8-16-44 0,10 2 13 0,-1-3 5 16,1-4 2-16,1-1 13 0,-1-4-24 0,0-2-3 16,1 0-7-16,-1 0-10 0,1 5 86 0,0 2-3 15,-2 5 36-15,3 3 45 0,-4 3 27 0,0 1-2 0,1 2 9 16,0 0-8-16,0 1-3 0,-1 6-3 0,0 0 0 16,0-1-21-16,9-16-12 15,-9 17 2-15,0 0-4 0,0-1 3 0,0 1-17 0,20-10 5 16,-20 10-9-16,0 0 3 0,20-2-4 15,-12 2 1-15,1 1 0 0,1-1 8 0,-2 1-3 0,1 0-1 16,-1 0-3-16,1 1-11 0,-1 0-4 0,1 1-2 16,-1 1 0-16,0 0 11 0,0 0 2 0,-2 1 0 15,0-1 0-15,2 1-1 0,-3-1 18 0,0 1 3 16,-5-5 5-16,0 0 8 0,0 1-9 16,0-1 3-16,10 17-6 0,-10-17-2 0,0 0-3 0,0 1-3 15,0-1 0-15,-7 17-8 0,7-17-6 16,0 1 0-16,0-1-2 0,-1 1-11 0,-19 15 0 0,20-16-2 15,0 0 1-15,-17 10 5 0,17-10-7 0,0 0 3 16,0 1-4-16,-20 8 5 0,20-9 1 0,-1 0-3 16,0 0 1-16,1 0-8 0,-18 8-5 0,18-8 3 15,0 0-3-15,0 0 1 0,0 0 4 0,-1 0-2 16,1 0 1-16,-1 0-3 0,1 1 1 0,0-1-1 0,0 1 0 16,0-1-2-16,0 1-2 0,0-1 0 0,1 1-1 15,16 11 4-15,-17-12 0 16,16 2 4-16,-6-1-2 0,-1 1 9 0,2-1-5 15,-1 1 4-15,1 0-5 0,1-1 1 0,-1 1 6 16,0 2-5-16,0 1 5 0,1 1-7 0,-3 0 6 16,0-1 2-16,0 2 1 0,-3-3 4 0,0 3-4 15,-1-1 0-15,-2 0 0 0,0 1 14 0,-2-1-2 16,0 1 1-16,-3-1-2 0,1 0 2 0,-2 0 28 16,-1-1-8-16,-3 1 16 0,1 0-4 0,-4 0-5 15,0-1-1-15,-2 1-4 0,0-1-18 0,-1 0-9 16,0-1-3-16,-1 0-2 0,-1 0-5 0,1-1-13 15,0 1 2-15,0-2-10 0,1 1-22 0,0-1-50 16,0 0-5-16,0 0-18 0,1 0-55 0,-1-1-115 16,2 1-70-16</inkml:trace>
  <inkml:trace contextRef="#ctx0" brushRef="#br0" timeOffset="166462.01">8153 8663 809 0,'0'0'443'0,"-1"0"-150"15,1 0 216-15,0 0-410 0,-1 0-37 0,0 0-41 0,1 0-15 16,-1 0-9-16,1 0 8 0,0 0-10 0,-1 0 1 15,1 0 1-15,0 0 0 0,0 0 1 0,0 0 17 16,0 0 0-16,1 0 7 0,-1 0 5 0,16-4 8 16,-16 4-1-16,1 0 4 0,0 0 8 0,19 2-20 15,-20-2 6-15,17 2-12 0,-9-1-3 0,2 0-3 16,0-1 1-16,0 1-1 0,2 0 7 0,0 0-8 16,1-1 0-16,0 1-4 0,2-1 1 0,1 1 1 15,0 0-1-15,1 0 0 0,-1-1 4 0,-1 0 0 16,0 0 2-16,0-2-1 0,0 1-1 0,0-1 5 15,0-1-5-15,-1-1 5 0,1 0-3 0,-1 0-1 16,1 0 2-16,0-2-2 0,1 3 0 0,-1-2 2 16,-1 0-5-16,0 2 4 15,-1-3 2-15,-1 1-4 0,0 1 5 0,0-1-5 0,-2-1 6 16,0 0 1-16,0 0-3 0,0 0 3 16,-1-1-2-16,0 0 10 0,-1-1 2 0,0-1 2 0,-1 0 2 15,0-1-5-15,0 1 0 0,0 0-1 0,-1 0-7 16,0 0-1-16,-1 0 3 0,-2 1-1 0,-1 0 3 0,-1 0-12 15,1 1-1-15,-2-1-3 0,0 0-6 0,0 0 3 16,-2-1-5-16,1 2 4 0,-1-2-11 0,0 1 8 16,-1 0-3-16,-1 0 6 0,-1-1-6 15,0 0 0-15,0-1 0 0,0-1 0 0,0 0-2 0,0 1-3 16,0-1-2-16,1 1 0 0,-1-1-6 0,1 1 13 16,-1 1-8-16,0 0 8 0,-1 0-7 0,1 1 3 15,-2-1 5-15,1 1-1 0,0 1 1 0,-1 0-1 16,1-1-2-16,-1 1 2 0,0 1 5 0,-1 0-1 15,0 0-3-15,1 1 0 0,-3-1-4 0,3 2 4 16,-1-2 1-16,-1 1 1 16,1 0-6-16,-2-1-1 0,0 2 0 0,0-1 1 15,-1 1-1-15,2 0 0 0,-3 0-2 0,2 2 1 16,-1 0-9-16,-1-1 8 0,2 2-2 0,-2-1 3 16,0 0-4-16,-1 2 0 0,0-1 3 0,1 1-1 15,-2 0 3-15,1 1 10 0,0 1-6 0,0 0 8 0,-2 2-6 16,0-1 3-16,1 1-4 0,0 1 3 0,0 0-12 15,3 0 4-15,-1 2-2 0,1 0 0 0,0 0-9 0,-1 0 9 16,2 0-1-16,0 1 4 0,0 1-1 0,2 0-12 16,-1 1 1-16,1-1-5 0,1 2 3 0,1 1 0 15,0 1 5-15,0 1-3 0,-1 0 4 0,2 1 13 16,-1 0-6-16,2 1 9 0,1-1-6 0,-1 1-6 16,2-2 4-16,0 0-5 15,0 1-2-15,1-1 5 0,1 2-4 0,1 0 4 16,2 0-5-16,-1-2 1 0,1-1 6 0,1 1-2 15,-1-2 13-15,2 0-5 0,0 0 2 0,1-2-2 16,1 0 1-16,0 1 4 0,1-2-1 0,0 0 2 16,1-1-1-16,0-2 2 0,1 0-4 0,0 1 3 0,1-1-5 15,1 1-1-15,-1-2-1 0,1 0 1 0,-1 0 4 16,0-2-7-16,1 0 4 0,0 0-6 0,1-1 0 16,0 1-13-16,1-1 2 0,-1 0-11 0,0 0-70 15,-1 0-108-15,1-1-34 0,-1 2-45 0,1-1-371 16</inkml:trace>
  <inkml:trace contextRef="#ctx0" brushRef="#br0" timeOffset="170235.81">7783 4736 547 0,'0'0'180'0,"0"0"-68"0,0-1 91 0,0 1-180 0,0-1-5 16,0 1-12-16,0-1-3 0,0 1 1 0,0 0 0 15,0-1-5-15,0 1-1 0,0-1 1 0,0 1 0 16,0-1 1-16,0 1 2 0,-1 0 2 0,0 0 0 15,1 0 5-15,-1 0-11 0,1 0 2 0,-1 1-4 16,1-1 1-16,0 1-4 0,-1-1 1 0,-7 18-2 16,8-18 2-16,0 0-15 0,0 0 5 0,1 1-5 15,-1-1 18-15,12 18-9 0,-12-18 3 0,0 1-4 16,0-1 9-16,12 18 5 0,-12-18-1 0,0 1 1 16,8 18-1-16,-8-19-3 0,0 0 2 0,3 21-4 15,-3-20-1-15,0-1-3 0,-1 24-1 0,0-13 1 16,0 0-9-16,-2 2-58 0,3 0-3 0,-2 1-26 15,0 2-68-15,2 0 4 0,-3 1 22 0</inkml:trace>
  <inkml:trace contextRef="#ctx0" brushRef="#br0" timeOffset="170482.7">7649 6219 136 0,'-1'21'-18'0</inkml:trace>
  <inkml:trace contextRef="#ctx0" brushRef="#br0" timeOffset="170829.31">7634 6680 4 0,'-1'18'-1'15,"0"-2"1"-15,-1 0 1 0,2-2 1 0,0 0 5 0,0 1 20 16,1 0-9-1,-1 1 12-15,0 0-4 0,0 0 68 0,0-1-19 16,0 0 28-16,1-1-80 0,0 1-21 0,0 2-2 16,-1-2-3-16,0 1 5 0,0-1-2 0,-2 1 0 15,1-1-1-15,-3 1 7 0,3-1 10 0,-1 1-2 16,0-1 3-16,1 0-7 0,-1 0-7 0,2 0 2 0,1 2-2 16,-1 0 30-16,0 2-6 0,0-3 39 0,0 1-20 15,0-1 105-15,0-3-56 0,-1 1-3 0,1 0-19 16,1 0-35-16,0-1-22 0,0 2-4 0,-1-1-7 15,0 2-7-15,0 1 8 0,-1-1 9 0,1 1-1 16,-1-3 17-16,0 2-2 0,1-1 0 0,-1-1 1 16,1 1 14-16,0 0-1 0,1 0 2 0,-1 0-3 15,-1-1-7-15,1 1 5 16,0-2-1-16,0 3 2 0,0-2-9 0,2 1-20 0,-2-2 1 0,1 0-8 0,0 0-6 16,-1-1-14-16,4 0-2 15,-3-1-12-15,1 0-94 0</inkml:trace>
  <inkml:trace contextRef="#ctx0" brushRef="#br0" timeOffset="171699.67">9114 6292 1486 0,'0'0'68'0,"0"0"-44"0,0 0-9 0,0 1-31 15,-2 15-36-15,2-16 26 0,0 0-4 0,6 22 11 16,-3-13 4-16,-5-3 7 0,4 5 3 0,1 1 0 16,-1 1 3-16,-1 0 2 0,0 0 3 0,-2-1 1 15,1 1 6-15,-1 1 11 0,0 0-2 0,0 1 6 16,1 0 7-16,-1-1-21 0,0 0-1 0,3 1-8 16,-1-1-9-16,0 1 7 0,1-1-5 0,1 1 5 15,-2 1-3-15,1 1 3 0,-1 0 1 0,0 0 2 16,0 2-2-16,0 0-1 0,-1 2-1 0,0-1 1 0,0 1 8 15,0 0 14-15,0-1-4 0,0 1 5 0,0 0-5 16,0-1 0-16,1 2 2 0,-1 0-3 0,1 0-12 16,-1 0 0-16,0-2-5 0,2 1 5 0,0-1-6 0,0 0 1 15,1 1 0-15,-1-1 1 0,1 3 0 16,0 0 0-16,0 1 0 16,-2 0 0-16,0-1-7 0,-1 0-42 0,-1 0-4 0,-1-1-18 15,1 1-48-15,0 0-18 0,-2 1-4 0,1-1-32 16,1-1-335-16</inkml:trace>
  <inkml:trace contextRef="#ctx0" brushRef="#br0" timeOffset="171908.68">9175 7621 1157 0,'0'0'194'0,"0"0"0"0,-1 1 9 0,-7 20-80 16,8-21-97-16,0 0 16 0,-7 22 5 0,7-21 4 0,-4 16 18 15,2-8-2-15,0 1-3 0,1-1-1 0,-2 0-27 16,2-1-27-16,-1-1-7 0,2 0-6 0,0 1-27 16,0-2-97-16,1 1-8 0,-1-7-43 0,0 0-141 15</inkml:trace>
  <inkml:trace contextRef="#ctx0" brushRef="#br0" timeOffset="172987.98">7612 7436 426 0,'0'0'191'0,"0"0"-73"0,-1 0-6 0,1-1-25 16,0 1-45-16,-1 0-14 0,0-1-5 0,1 1-1 15,0-1 4-15,0 1 13 0,-1-1 1 0,0 1 3 16,1-1 1-16,-1 1-4 0,-14-14-2 16,15 14-1-16,0 0-6 0,0 0-7 0,0 0 4 0,0 0-3 15,-1 0 15-15,0 0-13 0,1 0 3 0,-1 0-7 16,1 1-6-16,0-1-6 0,-1 1-1 0,1-1-3 16,-1 0-11-16,1 1-7 0,0-1-3 0,-1 1-1 15,-10 15-11-15,11-16-1 0,0 0-9 0,0 0-4 16,0 0-104-16,0 1-181 0</inkml:trace>
  <inkml:trace contextRef="#ctx0" brushRef="#br0" timeOffset="173337.37">7647 7537 1385 0,'0'0'236'0,"0"0"-82"0,-1 0-7 0,1 0-38 16,-17-3-113-16,17 3-33 0,0 0 2 0,0 0-11 15,0 0 9-15,0 1-4 0,-3 20 7 0,3-21-7 16,0 0-2-16,3 25-29 0,-1-14 7 0,1 1-12 16,-1 1 37-16,0-1 31 15,-1 1 2-15,0-1 10 0,0-1 8 0,-1 0 4 16,0-2-2-16,1-1 3 0,-2-1-3 0,1-7 0 0,0 1 3 0,0-1-3 16,0 0 4-16,0 1-3 0,-4 15-8 0,4-16 2 15,0 0-22-15,0 0-28 0,0 0-18 0,0 0-10 16,0 0-115-16,2-24-124 0</inkml:trace>
  <inkml:trace contextRef="#ctx0" brushRef="#br0" timeOffset="173533.41">7664 7487 1038 0,'0'0'175'0,"0"0"-51"0,0 0 3 16,-10 20-54-16,8-11-93 0,1 4 18 0,1 0-4 0,-2 1 11 15,0 3 16-15,1-3-9 0,-1 3-1 0,0-1-2 16,0-1-1-16,0 0-5 0,0-1 6 16,0-2-6-16,2 1 6 0,-2-5-56 0,1 0-1 15,1-8-25-15,0 1-57 0,0-1-78 0,0 1-52 0,0-1-4 16,0 1-105-16</inkml:trace>
  <inkml:trace contextRef="#ctx0" brushRef="#br0" timeOffset="173801.19">7608 7557 1642 0,'0'0'132'0,"0"0"-95"0,-1 1-7 15,-9 21-25-15,10-22 2 0,0 1 30 0,-1 22-5 0,1-23 11 16,0 1-21-16,0 21-11 0,0-21 2 15,0-1-5-15,-4 22-1 0,4-22-2 0,0 1-3 0,-4 16 1 16,4-17-4-16,0 0 1 0,0 1 4 0,-2 17-1 16,2-18-1-16,0 0 4 0,0 1-3 0,0-1 4 15,0 1 0-15,0-1-5 0,0 0-2 0,0 1-3 16,0-1-20-16,0 1-17 16,0-1-20-16,0 1-5 0,0-1-132 0</inkml:trace>
  <inkml:trace contextRef="#ctx0" brushRef="#br0" timeOffset="174394.06">7586 7688 789 0,'0'0'211'0,"0"0"-105"16,0 0-13-16,0 0-26 0,0 0-6 0,0 0 21 15,0 0 4-15,0 1 0 0,0-1-21 0,0 0-14 16,0 1-6-16,-1 16-3 0,1-17-25 0,0 0-10 15,0 1 2-15,0-1-4 0,3 18 6 0,-3-18 13 16,0 0-1-16,0 0 5 0,2 18 4 0,-2-18-1 16,0 0-3-16,1 17 0 0,-1-17 3 0,0 0 15 15,0 20-4-15,0-20 7 0,0 1-4 0,-3 21-1 16,3-22 3-16,0 1-4 0,-4 20-7 0,4-20-17 16,0-1-3-16,-5 23-4 0,3-14-9 0,1 1 0 15,-1-1 1-15,1 2-3 0,0 0-13 0,1 1 9 0,0 1-5 16,-1-1 8-16,0 0 0 0,0 1-1 0,0 0 1 15,0 1 0-15,-1 1 0 0,1-1 8 0,-1-1-8 16,1-1 6-16,0-1-7 0,1 0 3 0,-1 0 2 16,1-1 1-16,-1 0 2 0,0 0-1 15,1 0 2-15,-1-1-2 0,1 0 5 0,-1-1-11 16,0 0 6-16,1 0-6 0,-1-1 0 0,0 1 0 16,0-1 3-16,1-1-1 0,-1 1 3 0,1-1-4 0,0-6-4 15,0 0 1-15,0 0 2 0,-3 17-4 16,3-17 1-16,0 0-2 0,0 0 4 0,0 0-8 0,0 1 1 15,0-1-6-15,0 1-13 0,0-1-57 0,0 1-9 16,0-1-22-16,0 0-90 0,0 0-142 0,0 0-131 16</inkml:trace>
  <inkml:trace contextRef="#ctx0" brushRef="#br0" timeOffset="175014.96">7591 7707 1315 0,'0'0'96'0,"-1"0"148"0,0 0-174 0,-14 6-51 0,15-6-1 15,0 0-14-15,-1 1 9 0,-11 16 18 0,12-17 2 16,0 1 6-16,-11 15 5 0,11-16-7 0,0 1-9 16,-9 20 2-16,9-20-21 0,-6 14-10 15,2-5 4-15,2 0-6 0,-2 0 3 16,1 0-2-16,-1 0 0 0,1-1-2 0,0 0 2 0,2-1-8 15,-1-1-14-15,0-1 1 0,2-6-59 0,0 1-21 16,0-1 5-16,0 1-10 0,0-1 2 0,0 1 11 16,0-1 8-16,0 1 4 0,0-1 63 0,0 0 23 15,0 0 3-15,0 0 7 0,1 0 2 0,0 0 19 16,10-16-4-16,-11 16 11 0,0 0 12 0,0-1 23 16,4-17-1-16,-4 18 9 0,0 0 3 0,0 0-13 15,0-1 3-15,0 1-8 0,0-1-3 0,0 1-23 16,0 0 2-16,1-1-10 0,-1 1-9 0,1-1-15 15,17-12-3-15,-18 13-3 0,0 0-8 0,0 0-5 16,1 0 2-16,18 4-2 0,-19-4 4 0,0 0 3 0,0 1 1 16,17 11 1-16,-17-12 8 0,0 0-6 0,1 1 4 15,15 17-3-15,-16-18 18 16,1 1 7-16,-1-1 3 0,14 18 0 0,-14-18 1 16,0 1-9-16,0-1-1 0,1 1-4 0,16 13-5 15,-17-14-2-15,0 0-2 0,1 0-1 0,-1 0-5 0,0 0-3 16,1 0-1-16,0 0 0 0,-1 0-1 0,17 6-14 15,-17-6-4-15,0 0-6 0,0 0-36 0,0 0-25 16,0 0 0-16,0 0-10 0,0-1-22 0,0 1-44 16,0-1-24-16,1 1-23 0,14-17-254 0</inkml:trace>
  <inkml:trace contextRef="#ctx0" brushRef="#br0" timeOffset="175371.45">7605 7825 1989 0,'0'0'218'0,"-1"0"-122"16,1 0 8-16,-22 7-55 0,22-7-54 0,-1 0-2 15,-16 9 2-15,17-9-3 0,-1 0-15 0,-18 14-5 16,19-14-17-16,-13 12 3 0,6-6-87 0,0 0-49 0,1 1-15 15,-1-1-17 1,0 0-108-16</inkml:trace>
  <inkml:trace contextRef="#ctx0" brushRef="#br0" timeOffset="176710.79">9587 7448 2247 0,'0'0'-32'0,"0"-1"14"0,0 1-32 15,0-1-107-15,0 1-2 0,0-1-41 0,-5-17-89 16,5 18-114-16</inkml:trace>
  <inkml:trace contextRef="#ctx0" brushRef="#br0" timeOffset="177382.77">9217 7798 1414 0,'0'0'167'0,"0"0"56"0,-1 0-3 0,1 0-112 0,0 0-71 15,-17 4-36-15,17-4 2 0,0 0 3 0,0 1-2 16,0-1-23-16,-15 18 1 0,12-10-9 0,0 1 1 15,0 1 10-15,1 2-3 0,0 0 6 0,2 2 0 16,-2 0 8-16,1 0-1 0,1 1 5 0,1 0 7 16,0 1 15-16,1 1-4 0,2 1 5 0,-2 1-13 0,1 1 3 15,-1-1-3-15,1 2 3 0,-1 0-8 16,1-1 3-16,-2 0 1 0,0-1 0 16,0 0-1-16,-1-2 0 0,0 0-4 0,1 0 3 15,-2-1-2-15,1-2 2 0,0-1 2 0,-1-2-1 16,0 0 4-16,1-3 11 0,0-1-8 0,0-7 6 15,0 0-14-15,0 1-51 0,0-1 3 0,0 1-27 16,0-1-56-16,0 1-34 0,0-1-10 0,0 0-14 16,0 0-105-16</inkml:trace>
  <inkml:trace contextRef="#ctx0" brushRef="#br0" timeOffset="177648.92">9231 7832 1674 0,'0'0'181'0,"0"0"-100"0,0 0 0 0,-1 0-36 15,0-1-28-15,-15-6 2 0,16 7-5 0,0 0 4 0,0 0-4 16,-1 0-5-16,-15-1 0 0,16 1-3 0,0 0-7 16,-1 0 0-16,1 0 1 0,-21 6-1 15,21-6 6-15,0 0 2 0,-22 9-2 0,22-9 1 16,0 0 6-16,-18 13 5 0,18-13-2 0,-2 1 1 0,-16 12-20 0,18-13-1 15,-1 0-4-15,-16 12 1 16,17-12-22-16,0 0-23 0,0 1-5 0,0-1-10 16,-1 1-73-16,1-1-67 0,-1 0-17 0,1 1-22 15,0-1-131-15</inkml:trace>
  <inkml:trace contextRef="#ctx0" brushRef="#br0" timeOffset="177782.58">9136 7851 630 0,'6'-2'120'0,"0"0"234"0,-6 2-142 15,1 0-53-15,-1 0-5 0,18 1-16 16,-18-1-33-16,0 0-14 0,17 7-5 15,-17-7-4-15,1 1-23 0,18 11-2 0,-19-12-3 0,0 1 0 16,20 12-12-16,-20-13-8 0,14 11 0 16,-7-6-5-16,1 0-19 0,-2 0-7 0,1-1 1 0,-1 1-3 0,0-1 1 15,-1-1-20-15,1 1-38 16,1 1-3-16,-2-2-218 0</inkml:trace>
  <inkml:trace contextRef="#ctx0" brushRef="#br0" timeOffset="180007.68">7963 4861 840 0,'0'0'387'0,"-1"0"-155"0,1 0 188 16,-17-4-491-16,17 4-4 0,0 0-33 0,0 0 46 15,0 0 2-15,0 0 13 0,-1 1 23 0,-15 6-72 16,16-7 11-16,0 0-37 0,0 0-38 0,0 0-22 16,0 0 19-16,0 0-8 0,-1 0 115 0,0 0 42 0,1 0 3 15,-1 0 13-15,1 0 36 0,-17 5 7 0,17-5 4 16,0 0 1-16,0 0 14 0,0-1 5 0,0 1 1 16,-17-15 2-16,17 15 2 0,0 0-18 0,-1-1-1 15,1 1-8-15,0 0-16 16,-1-1-6-16,-10-16-1 0,11 17-2 0,0 0-9 0,0 0-4 15,0-1 0-15,0 1-1 0,0-1-6 0,0 1-1 16,0-1 3-16,0 1-1 0,0 0 27 0,0-1 37 16,-1 1 0-16,0-1 15 0,1 1 20 0,0-1-12 0,-1 1 0 15,1-1-7-15,-17-8-22 0,17 9-27 16,0 0 2-16,0 0-12 0,0 0-12 0,0 0-3 16,0 0-1-16,0 0-1 0,0-1-1 0,0 1 4 0,0-1-1 15,0 1 4-15,0-1 18 16,0 1 7-16,0 0-4 0,0-1 2 0,0 1-16 0,0-1-12 15,0 1 1-15,0-1-5 0,0 1 1 16,0 0-3-16,0 0 2 0,0 0-2 0,0 0 8 16,0 0-5-16,1 0-1 0,18-1-2 0,-19 1-8 15,0 0 10-15,23 2-2 0,-14-2 4 0,0 1-11 16,1 0 7-16,-1 0-2 0,0 1 3 0,0-1-3 0,0 2 0 16,-1-1 0-16,0 1 2 0,1 1 3 15,-1-1 2-15,-1 1 5 0,0 0-4 0,1 1-1 16,0-1-2-16,-1 1-4 0,0-1 2 0,1 1-3 0,-1-1-1 15,2 1 4-15,0 0-3 0,1-1 6 0,0 2-6 16,0-3-1-16,2 1-1 0,-2 1 6 0,0 0-4 16,-1 0 3-16,0 0-5 0,0 1-2 0,-1-1 1 15,1 2 1-15,-1 0 1 0,0 1 4 0,0-1-2 0,1 1 1 16,-1 0-1-16,-1 0 1 0,1-1 1 16,2 1-2-16,-1-1 1 0,-1 1-2 15,1 0 2-15,0 0-1 0,1-1 1 0,0 1-5 0,0-2 3 16,0 2-2-16,1-1 2 0,0 0-6 0,-2 0 10 15,0 0-5-15,0 0 6 0,-1 0-7 0,0 0 2 16,-1 1 0-16,1 0 3 0,-1 0 3 0,0 2 1 16,0-1-2-16,1 2 0 0,-2-1-4 0,1-1-2 15,0 2 3-15,0-2-2 0,0 1 0 0,1 0-2 16,0 0 2-16,-1 0-1 0,1-1 7 16,1 0-3-16,-1 0-1 0,1 0 0 15,1 1-2-15,-1-1-1 0,-1 0 1 0,0 1-1 0,-1-1 3 0,1 1 0 16,-2 1-4-16,1 1 2 0,-1 0-1 0,1 2 0 15,-1 0 3-15,1 0-2 0,0 0 0 0,1-1 0 16,-1 0 1-16,0 0-1 0,1-1 0 0,-1-1 0 16,1 1 0-16,-1-1 1 0,0-1-1 0,1 0 2 15,-1 1-1-15,1-2 2 0,-2 2 2 0,3 0-5 16,-3 1 1-16,3 1-2 0,-1 1 3 16,-2-1 11-16,3 0 1 0,-2 0 3 0,1 1 0 15,0-1-10-15,1 0-1 0,-1-1-3 0,1 0-2 16,1-2 2-16,-1 0 3 0,0-1-1 0,1 1-4 15,-2-1 11-15,1 1-4 0,0 0 6 0,0-1-3 16,0 1-5-16,0 0 1 0,0 0-3 0,-2 0-1 0,1 0 4 16,0 1-3-16,-1-1 3 0,0 0-7 15,1 0 5-15,1 0 1 0,0-1 4 0,0 0 5 0,1 0-5 16,-1-1 1-16,1-1-2 0,-1 1 3 0,0-1-10 16,-1 0 6-16,0 0-7 0,-1-1 8 0,1 2-6 15,0-2-1-15,-2 1 0 0,2 2-2 0,-3-1 3 16,1 1 3-16,-1 1-1 0,1-1-2 0,-1-1 1 15,0 1-4-15,-1 0 3 0,1 0-5 0,-1 0 5 16,1-1-5-16,-1 0 4 16,0 1 0-16,0-2 1 0,1 0 5 0,-1 1-4 0,0-2-2 0,0 1 11 15,0-1-1-15,-1 0 7 16,1-1 7-16,-1 1-9 0,1 1 4 0,-1-2-6 0,-3-5-3 16,0 0 0-16,1 1-6 0,0-1 4 0,13 19-5 15,-14-19 0-15,1 0 1 0,-1 1-1 0,0-1 0 16,19 18-4-16,-19-18 2 0,0 0-3 0,1 0 2 15,-1 1-5-15,17 10 3 0,-17-11-5 0,0 0 3 0,0 0-73 16,1 1-14-16,15 10-32 0,-16-11-178 0</inkml:trace>
  <inkml:trace contextRef="#ctx0" brushRef="#br0" timeOffset="182661.7">2679 6256 1191 0,'-6'-3'197'0,"1"0"82"0,5 3 1 0,0 0-201 0,0 0-46 16,-1-1-20-16,1 1 0 0,0-1 0 16,0 1-22-16,-1 0-3 0,0-1-3 0,1 1 4 0,0-1 6 15,0 1 7-15,0-1-1 0,0 1 5 0,0-1 7 16,0 1 4 0,1 0 1-16,18-11 2 0,-19 11 9 0,0 0 10 0,1 0 1 15,0 0 4-15,15-5 4 0,-16 5-3 0,0 0-3 16,0 0 0-16,0 0-4 0,0 0-7 0,0 0-1 0,0 0-3 0,1 0-11 15,-1 0-11-15,0 0 1 0,0 0-4 0,1 0-3 16,-1 0 0 0,1 0-4-16,0 0-2 0,-1 0-42 0,0 0-20 0,1 1-8 15,-1-1-5-15,1 1-38 0,-1-1-30 0,0 1-14 16,1-1-9-16,-1 0-87 0,1 1-228 0</inkml:trace>
  <inkml:trace contextRef="#ctx0" brushRef="#br0" timeOffset="182750.39">2773 6201 2 0,'7'-4'1'0</inkml:trace>
  <inkml:trace contextRef="#ctx0" brushRef="#br0" timeOffset="187687.96">1524 7533 1497 0,'-6'-1'101'0,"6"1"-28"0,-1 0 46 0,1 0-78 0,-1 0-4 16,-16-3-11-16,17 3-8 0,0 0-4 0,0 0-1 15,0 0-15-15,-1 0-12 0,1 0 2 16,0 0-4-16,-1 0 1 0,-15 1 7 0,16-1-1 16,0 0 4-16,0 0 11 0,0 0 2 0,0 0 4 15,-1 0-1-15,0 1 21 0,1-1 1 0,0 0 4 0,-1 1-3 16,-15 16 8-16,16-17-3 0,0 0-7 0,0 0 2 15,-1 1-20-15,1-1-5 0,0 1 4 0,-19 9-4 16,19-10-3-16,0 0-4 0,0 0 0 0,-1 0-2 16,1 0-4-16,0 0 7 0,-1 0-8 0,0 1 7 15,-15 7-14-15,16-8 5 0,0 0-1 0,0 0 2 16,0 1-3-16,0-1 5 0,0 1-4 0,0-1 6 16,0 0 3-16,-7 17-2 0,7-17 5 0,0 0-4 15,0 0 9-15,0 1 0 0,-1-1-2 0,0 1 0 16,1-1-3-16,-1 1 1 15,-15 11 2-15,16-12-3 0,0 0-5 0,0 0 5 16,-1 0-4-16,1 0 6 0,-16 4-6 0,16-4 1 0,0 0 0 0,-1 0 0 16,1 0-4-16,0 0 4 15,-18 7 0-15,18-7 3 0,0 0-4 0,0 0 0 0,0 0-4 16,-1 1 1-16,-17 9-2 0,18-10 5 0,0 0-14 16,0 0 3-16,-1 0-83 0,1 0-95 0,-16 10-20 15,16-10-60-15,0 0-444 0</inkml:trace>
  <inkml:trace contextRef="#ctx0" brushRef="#br0" timeOffset="188458.79">1651 7606 1310 0,'0'0'160'0,"-1"0"-76"0,1 0-17 15,0 0-8-15,-1 0 5 0,1 0-18 0,-16-1-6 0,16 1-7 16,0 0-42-16,0 0 7 15,-1 0-9-15,-11 18 7 0,12-18-17 0,-7 16 2 0,4-7 8 0,1 0-4 16,-1 2 6-16,1 1 2 16,0-1 1-16,0 2 2 0,1-2 14 0,-1 0 7 15,0-1 4-15,1 0 1 0,1-2 5 0,-1 0 0 16,1 1-3-16,1-3 1 0,-1 1-6 0,0-7-3 16,0 1-5-16,0-1 2 0,0 1-5 0,1-1-1 15,-1 1 6-15,18 8-6 0,-18-9 0 0,1-1 7 16,-1 1-6-16,20-21 7 0,-13 11-11 0,-2 0 1 15,1 0 3-15,-1-1 0 0,0 1 11 0,-1 0-1 0,-2-2 3 16,1 3-2-16,-1 0-4 0,0-1 3 16,-1 2-5-16,1 0 5 0,-1 1-2 0,0 1 4 0,-1 0 2 15,0 6 1-15,0 0 8 0,0-1 1 16,-6-16-3-16,6 17 2 0,0 0-8 0,0 0-48 16,-1-1 4-16,0 1-22 0,1-1-16 0,-18-9-35 15,18 10-6-15,-1 0-13 0,0 0-55 0,1 0-72 16,-17-2-35-16</inkml:trace>
  <inkml:trace contextRef="#ctx0" brushRef="#br0" timeOffset="188697.94">1825 7722 1460 0,'0'0'92'0,"-1"0"213"0,1 0-286 0,0 0 3 0,0 1-1 15,-1-1 2-15,-15 14 2 0,16-14-33 16,0 0 5-16,0 0-16 0,0 0 2 0,0 0-83 0,0 0-26 16,0 0-37-16,0 0-275 0</inkml:trace>
  <inkml:trace contextRef="#ctx0" brushRef="#br0" timeOffset="189026.53">1958 7502 2294 0,'0'0'66'0,"0"0"-67"16,-1 0-5-16,1 0-13 0,-1 0 17 0,1 0-5 15,0 1-10-15,-8 15 5 0,8-16-12 0,0 0 16 16,-1 19 0-16,1-11 5 0,-2 2-2 0,2 1-4 16,0 0 3-16,0 1-2 0,0 1 8 0,0-1 0 15,1 1 1-15,-1-1-1 0,0 1 0 0,1 0 0 16,-1 0-2-16,0 1 3 0,0 0 10 0,1-1-2 15,-1-2 1-15,0 0-2 0,-1-2-2 0,1 2 3 0,1 0-1 16,-1-2 1-16,1 1 1 0,-1-2-4 0,0-1 3 16,0-7-4-16,0 0 4 0,0 1-24 0,4 16-27 15,-4-17-7 1,0 0-162-16,0 0-303 0</inkml:trace>
  <inkml:trace contextRef="#ctx0" brushRef="#br0" timeOffset="191573.24">7753 4780 1008 0,'-3'-4'264'0,"-1"-1"-94"15,-1 1 130-15,5 4-258 0,0 0-1 0,0-1-16 0,0 1 27 16,0 0-8-16,-2-1 10 0,2 1-28 0,-16-23-6 16,16 23-1-16,0 0-3 0,0 0-9 0,0 0-12 15,0-1-3-15,0 1-3 0,0 0-6 0,0-1 7 16,0 1 2-16,1-1 3 0,12-15 13 0,-13 16 11 16,0 0-2-16,0 0 5 0,1-1 7 0,-1 1 10 15,17-17 1-15,-17 17 1 0,0-1-3 0,0 1 0 16,1 0-3-16,-1-1 1 15,12-15-13-15,-12 16-4 0,0 0-4 0,0 0-1 16,0-1-14-16,0 1 4 0,0-1-3 0,0 1 2 16,0-1-12-16,0 1-5 0,0 0 1 0,0 0-3 15,0 0-1-15,0 0 4 0,0 0 4 0,0 1-1 16,-2 22-2-16,-1-13 3 0,1 3-3 0,-3 0 4 16,2 0 6-16,-3 0 2 0,1 1 2 0,0-3 0 15,1 0-4-15,1-2 10 0,1-2-1 0,2-7 5 0,0 1-3 16,0-1 6-16,0 1 1 0,0-1 2 0,0 0-1 15,0 1-6-15,0-1 1 0,0 0-3 0,0 0-6 16,0-1 5-16,4-17-8 0,-2 9 8 0,1 0-4 16,-1-1-1-16,1 2 4 0,-1 0-3 0,0-1 9 0,0 1 0 15,0 1 1-15,-1 2 0 16,-1 5 6-16,0-1-9 0,0 1-3 0,0-1-2 16,0 1-12-16,0-1-8 0,0 1 1 0,0 0-5 15,0 0-7-15,0 0 19 0,0 0-6 0,0 0 10 16,-3 20 2-16,3-20-4 0,0 0 9 0,-3 23-6 15,3-23 5-15,0 0 0 0,-4 22-4 0,4-22 2 16,0 0 2-16,-4 19 5 0,4-19 0 0,0 0 1 0,0 1-6 16,0-1-1-16,0 1 0 0,0-1-1 0,0 0 2 15,0 1-12-15,1-1 1 0,-1 0-6 0,0 0-3 16,20-6 11-16,-20 6-1 0,10-15 4 0,-7 7 2 16,3 1 3-16,-2-1 1 0,1 0 3 0,-2 0 10 15,0 1 13-15,-2 1 0 0,-1 6 5 0,0-1 0 16,0 1-13-16,0-1 0 0,0 1-6 15,-1-16-18-15,1 16-8 0,0 0-5 0,0 0 0 16,0 0-16-16,0 0 11 0,0 0-1 0,0 0 6 16,-1 1 11-16,-7 18 2 0,8-19-5 0,0 0 3 15,-8 17-7-15,8-17 7 0,0 1 5 0,-9 16 0 0,9-17 12 16,0 1-9-16,-8 15 0 0,8-16-3 0,0 1 3 0,0-1 3 16,0 0-2-16,0 1 3 15,0-1 7-15,0 1-4 0,0-1 6 0,0 1-5 16,0-1 5-16,0 0-20 0,0 0-2 0,0 0-6 15,0 0-4-15,-3-19 3 0,6 10-1 0,0 0 1 16,-1-2 2-16,3-1 4 0,-2 0 3 0,1 1-1 16,0 0 2-16,0 2 15 0,-1 1 1 0,-1 2 6 15,-2 6 16-15,0 0-8 0,0-1-2 0,0 1-4 16,0-1-22-16,0 1-12 0,0 0-7 0,0-1-1 0,0 1-10 16,0 0 2-16,0 0-25 0,0 0 2 0,8 17-157 15,-12-4-242-15</inkml:trace>
  <inkml:trace contextRef="#ctx0" brushRef="#br0" timeOffset="192590.12">2708 4771 908 0,'-4'-10'214'0,"-1"0"101"0,1 1 3 16,1 1-248-16,0-1-32 0,1 1-9 0,2 1 0 0,0 7 0 16,0-1-11-16,-7-17-9 0,7 18 6 0,0 0-6 15,0 0 8-15,0 0-30 0,0 0 1 0,0 0-11 16,0 0-3-16,-1 0 16 0,1 0-1 0,-14 19 8 16,11-9 12-16,1 2 6 0,0 0-3 0,1 2 3 15,1 1-6-15,-2 1-9 0,2 2 3 0,0 3-3 16,0 1 6-16,1 1-5 0,-1 2 5 0,0 2-5 15,-1 3 1-15,0 2-1 0,0 0 2 0,0 1-1 16,-1-3 2-16,2 3-2 16,-2 0 0-16,1 0 1 0,0 2 6 0,1-2-7 15,0-1 0-15,0 0 0 0,1 1 5 0,0 1-8 16,1 1 2-16,-1-1-2 0,1 1 0 0,0-1 3 16,1 3-2-16,-1 0 4 0,0 1-2 0,0 2 3 15,-1-1 1-15,-1 2 0 0,0 0-4 0,-1 2 5 16,-1 0-6-16,0-1 5 0,-1-1-1 0,0-1 1 15,-1-1 1-15,1-1-1 0,-2-1 1 0,2-1-4 0,-1 0 1 16,1 0-2-16,-1-1 1 0,1 2-1 0,-2-2 4 16,1-1-3-16,0 0 1 0,-1 0-2 0,0 1 1 15,0-1-1-15,-1 0 4 0,0-3 2 0,1 1-4 0,0-5 3 16,1 0-1-16,0-3 1 0,-1-3 3 0,3 0-3 16,-3-3 4-16,2-3-2 0,-1-2 0 0,1-3-1 15,0-1-2-15,3-9-85 16,0 0-7-16,0 1-37 0,-1-1-114 0,1 1-334 15</inkml:trace>
  <inkml:trace contextRef="#ctx0" brushRef="#br0" timeOffset="193035.42">2619 4691 2226 0,'-8'0'68'0,"1"1"-55"0,3 2-8 16,-1 1-30-16,1 1-12 0,1 1 4 0,-1 1 6 0,1 3-3 15,0 1 23-15,-9-4 7 0,4 5 3 0,2 0 2 16,-1 1-3-16,-2 0 0 0,1 0-2 0,1 1 0 15,-1-1 0-15,2-1 6 0,1-2-4 0,-2-1 5 16,2 0-8-16,0-2 1 16,0-1-21-16,1 0 0 0,2-1-140 0,0 0-130 15,2-5-93-15</inkml:trace>
  <inkml:trace contextRef="#ctx0" brushRef="#br0" timeOffset="193189.2">2581 4704 1919 0,'0'0'46'0,"0"0"-35"0,10 14 2 0,-3-5-8 16,4 4 26-16,0 0-14 0,1 2-4 0,1 2-2 15,2 1-11-15,0 2 1 0,1-1 2 0,-1 0 0 16,1 1 4-16,-2-1-1 0,2 0 4 0,-2-1-4 16,6 0-16-16,1-2-174 0,1-2-19 0</inkml:trace>
  <inkml:trace contextRef="#ctx0" brushRef="#br0" timeOffset="195122.33">2567 4922 1596 0,'-6'-3'279'0,"6"3"-110"0,0 0 135 15,-1 0-331-15,1 0-1 0,0 0-19 0,0 0 1 16,0 0-1-16,0 0-2 0,1 0 11 0,15-6 16 16,-15 6 3-16,16 2 4 0,-8-1 6 0,1 0 9 15,-1-1-1-15,0 2 4 16,0 0-1-16,-2-2 21 0,0 2 2 0,0-2 7 0,-2 2 19 16,0 1-8-16,-5-3-3 0,0 0-3 0,0 0-8 15,1 0 0-15,18 8-4 0,-19-8 0 0,0 0-17 16,0 0-5-16,0 0 1 0,1 0-3 0,16 5-1 15,-17-5 2-15,0 0 1 0,1 0-4 0,0 0-45 0,-1 0-138 16,0 0-29-16,17 11-51 0,-17-11-248 0</inkml:trace>
  <inkml:trace contextRef="#ctx0" brushRef="#br0" timeOffset="195888.4">1858 4638 1815 0,'-6'-1'93'0,"1"1"-48"15,5 0-9-15,-1 0-39 0,0 1-41 0,-8 16-13 16,9-9 12-16,0 3-15 0,0 1 32 0,-4-3 18 16,5 6-3-16,1 0 8 15,0 2 3-15,-2-1 1 0,0 2 3 0,-1 0-2 0,1 0 6 16,-3 0-4-16,2-2 4 0,-2-1-4 15,1 1 5-15,-2-4 2 0,0 1-3 0,1 1 2 0,0-2-2 16,0 1-7-16,0-2-8 0,1-3-2 0,2-8-40 16,0 1-141-16,0-1-5 0</inkml:trace>
  <inkml:trace contextRef="#ctx0" brushRef="#br0" timeOffset="196288.75">1956 4674 1300 0,'0'0'165'0,"0"0"-131"16,0 0 2-16,0 0-38 0,0 1 24 0,-4 20-15 15,4-21 1-15,0 19-6 0,0-8 1 0,0 2 3 16,0 1-1-16,0 0 1 16,-2 0-2-16,1 1-4 0,-1 1 3 0,0-2-3 15,1 1 6-15,0-3 3 0,1 0-2 0,-2-3 5 16,1-1 22-16,1-1 2 0,0-7 8 0,0 0-6 15,0 1 0-15,0-1 1 0,0 0 0 0,0 1 3 16,1-1 6-16,17 4-7 0,-18-4-1 0,11-10-4 0,-4 3-17 16,0-3-7-16,-1-1 0 0,2 0-2 0,-1-1-6 15,2-2 0-15,-1 1 0 0,0-2 1 0,-1 0 4 0,0 0 1 16,0 1-1-16,-2-1 2 0,0 2 1 0,-2 0-4 16,-1 1 0-16,0 0-1 0,-2 2-7 0,0 0 0 15,1 1 0-15,-2 0 0 0,1 2 1 0,0 7 9 16,0 0-2-16,0-1 7 0,0 1 6 0,0 0-8 15,0-1-4-15,-1 1-5 0,-18-12-31 0,19 12-9 16,-1 0 1-16,-16 12-2 0,11-7 11 0,1 1-20 16,-1-1-10-16,2 1-8 15,0-2-65-15,4-4-79 0,0 1-8 0,0-1-50 0,0 1-298 16</inkml:trace>
  <inkml:trace contextRef="#ctx0" brushRef="#br0" timeOffset="196567.44">2184 4621 592 0,'3'6'26'0,"0"2"66"0,0 1-97 0,3 2 53 15,-1 1-9-15,2 1 25 16,-2 1 3-16,1 1 34 0,0 1-5 0,0 0 10 16,1 0-34-16,0-2-50 0,1 1 0 0,0-3-18 15,1 0-8-15,0-3 6 0,0-2 3 0,1-2 3 16,-2-2 28-16,0-1 62 0,-1-2 1 0,1-2 21 15,0-1 11-15,-2-3-21 0,2 0-2 0,1-4-7 0,-1-1-15 0,1-1-8 16,-1-2 0-16,-1 0-4 0,0-2-16 0,-1-1-13 16,-1 1-2-16,-1 2-3 0,0 1-11 0,-3 1-4 15,0 2 1-15,-2-1-1 16,0 1 4-16,-2 1-10 0,0 0-2 0,-2 3-1 16,0 2-1-16,0 1-39 0,-1 1-3 0,0 1-21 15,-4 2-74-15,0 2-171 0,-2 4-51 0</inkml:trace>
  <inkml:trace contextRef="#ctx0" brushRef="#br0" timeOffset="197634.44">1612 7465 921 0,'0'0'215'0,"-1"0"91"16,1 0 6-16,-1-1-203 0,1 1-57 0,0 0-9 15,-1 0-9-15,0 0 4 0,1 0-40 0,-20-8-2 0,20 8 1 16,0 0 0-16,0 1 2 0,0-1 2 0,3 20 2 16,-3-20 1-16,0 1 9 0,-4 23-1 0,2-15-4 15,0-1 2-15,-1 1 2 0,2-2-7 0,-2 0 10 16,3-7-8-16,0 1 17 0,0-1 8 15,0 0-4-15,0 1 6 0,0-1 10 0,-1 1-3 16,1-1 4-16,0 0-6 0,-1 0-16 0,1-1-6 16,-13-16 2-16,13 17-1 0,-3-15 17 0,3 7 2 15,-2 2 1-15,1-3-1 0,-1 3 5 0,0 0-20 16,2 6 3-16,0 0-10 0,0-1-2 0,0 1 6 16,-1-1-6-16,1 1 6 0,0-1-7 0,-17-9-6 15,17 10 4-15,0 0-6 0,0 0-2 0,-19 16-1 16,13-10-1-16,0 0 0 0,0 0-1 0,-1-1 5 15,4 1-3-15,-2-1 4 0,5-5-6 0,0 0 1 16,0 0-5-16,-1 1 2 0,0-1-13 0,1 1-133 16,-8 16-24-16,8-17-52 0,0 0-209 0</inkml:trace>
  <inkml:trace contextRef="#ctx0" brushRef="#br0" timeOffset="-202511.27">7945 4720 165 0,'0'0'90'0,"0"0"85"0,0 0 20 0,0 0-24 16,0-1-36-16,-1 1-56 0,-12-16-1 0,13 16-8 0,0 0-30 16,0-1-13-16,-1 1-3 0,-12-17-4 0,13 17-15 15,0 0 8-15,-1 0-3 0,1 0 6 0,-17-6 4 16,17 6 21-16,0 0-3 0,-1 0 8 0,-19-2-7 15,20 2 14-15,0 0-3 0,0 0 6 0,-20-4-3 16,20 4-15-16,0 0 2 0,0 0-8 0,0 0-8 16,-1 0 6-16,-18-6 0 0,19 6 1 0,-1 0-13 15,1 0-9-15,-1 0 1 0,-14-4-2 0,15 4 8 16,-1 0-9-16,0 0 2 0,-17-1-2 16,18 1 8-16,0 0 3 0,-1 0-3 0,-16 5 3 15,17-5-2-15,-1 0-10 0,0 0 0 0,-16 5-3 16,17-5 1-16,-1 0 4 0,1 0 7 0,0 0-3 15,-17 4 5-15,17-4-8 0,0 0 3 0,-1 0-4 16,0 0 1-16,-16 6-3 0,17-6-1 0,-1 0 0 0,1 0-5 16,-1 1 1-16,-16 11-2 0,17-12 2 0,-1 0-1 0,1 1 2 15,-16 19-2-15,16-20 0 0,-1 0 5 0,0 0-7 16,-12 19 7 0,13-19-7-16,0 0 0 0,-8 18 0 0,8-18-4 0,0 0 3 15,-5 17 1-15,5-17 5 0,0 1 0 16,-4 16 2-16,4-17-5 0,0 1 7 0,1 18-3 0,-1-19 5 15,0 0-3-15,0 1 9 0,9 18-1 0,-9-19 4 16,0 0 4-16,1 0-8 0,0 1 2 0,15 16-3 16,-16-17 7-16,1 0-8 0,-1 1 5 0,19 9-7 15,-19-10 3-15,0 0-5 0,16 9-2 0,-16-9 1 16,1 0 1-16,18 9-1 0,-19-9 6 0,0 0-4 16,21 8 3-16,-21-8 4 0,1 0-5 0,22 7 5 15,-23-7 0-15,16 0-7 0,-7 1 1 0,-2-1-2 16,1-1 2-16,0 0-2 0,2-2-1 0,-1 1 0 15,1 0-3-15,-1-1 1 0,1 1-1 0,-1-1 1 16,2 0-2-16,-2-1 2 0,1 0 1 0,-2-1-1 16,1 1 3-16,-3-1-2 0,1 1 6 0,0 0-4 15,-1-1 2-15,-1 1 1 0,0-1-3 0,0 0 2 16,-1-1 3-16,0 2-2 0,-1-2 1 0,0 0-2 16,-2 1 1-16,-1 5 1 0,0-1 2 0,0 1 0 15,3-18 2-15,-3 18-2 0,0-1-3 0,0 1 2 0,-3-22-1 16,3 22-6-16,0 0 4 0,-6-18-5 15,6 18-4-15,-5-15 1 0,2 8-2 0,-1 0 0 16,1 1 1-16,-1 1-2 0,0 1 2 0,0-1-2 0,1 0-2 16,-2 1-2-16,1 0-2 0,-1 0 1 15,0 1 0-15,0-2 1 0,-2 2-2 0,1 1 1 0,-1-1-7 16,0 0-1-16,0 0-2 0,-1 0 1 0,1 0-1 16,-2 1 3-16,0 0-1 0,0-1 1 0,-1 2 10 15,1-2-1-15,0 1 5 0,0-1-4 0,0 1 4 16,0 0-1-16,0 0-3 0,1 1 1 0,-1 0-2 15,2 0 6-15,-1 1 1 16,2-1 2-16,0 1-11 0,0 1 4 0,1-1-4 16,5 0 5-16,0 0-8 0,-2 0-3 0,-16 6 1 0,18-6 0 15,0 0 7-15,0 0-4 0,0 0 3 0,0 1-5 16,0-1-3-16,-15 17 5 0,15-17-1 0,0 0 3 16,0 1 5-16,-1-1-3 0,1 0 2 0,-9 18-1 15,9-18 8-15,0 1-3 0,0-1 5 0,0 1-5 16,-2 17 4-16,2-18-4 0,0 0 1 0,0 0-1 15,0 0 12-15,8 19-5 0,-8-19-1 0,0 0-1 16,0 0 1-16,1 1 1 0,-1-1 2 0,9 17-1 16,-9-17 1-16,0 0-7 0,0 0 2 0,0 0-3 0,0 0-1 15,0 1-3-15,0-1 1 16,0 1-1-16,0-1 1 0,6 18 4 0,-6-18-4 16,0 0 3-16,0 0-1 0,0 0-1 0,0 1 0 15,0-1 0-15,0 0 0 0,1 1 0 0,-1-1 0 16,12 17-2-16,-12-17-15 0,0 0-42 0,0 0-14 15,0 0-13-15,1 1-92 0,-1-1-66 0,17 14-24 16,-17-14-46-16,0 0-441 0</inkml:trace>
  <inkml:trace contextRef="#ctx0" brushRef="#br0" timeOffset="-200188.3">4903 7050 1871 0,'-5'-1'133'16,"-1"-1"-42"-16,1 2 61 16,5 0-140-16,0 0-3 0,-1 0-14 0,1 0 1 15,-1 0-5-15,-16 3 2 0,17-3-8 0,-1 0 2 16,1 0 5-16,0 0-2 0,-1 0 10 0,1 0 0 16,-18 11 3-16,18-11-1 0,0 0 16 0,-1 0 5 15,1 1 2-15,-21 11 1 0,21-12 2 0,-1 1 0 16,1-1-4-16,-21 19 2 0,21-19-11 0,0 0 6 15,-1 1-4-15,-17 17 3 0,18-18-15 0,0 1-4 16,-1-1 0-16,-10 18-1 0,11-18-2 0,0 0-6 0,-2 18 4 16,2-18-4-16,0 0 0 0,4 23-1 15,-4-22 1-15,5 16 1 0,-1-8 5 0,-1 0 3 16,2 1-5-16,-1-1 4 0,0 1 3 0,2 0-3 16,0 0 5-16,0 0-4 0,0-2 7 0,0-1-3 15,1 0 1-15,0-1 0 0,0 0 12 0,-1-1 7 16,2 1-1-16,-1-3 4 0,1-1 6 0,0 0 17 15,-1-1-2-15,0-2 6 0,-1 1 1 0,2-3-13 16,-2-1 3-16,2-1-6 0,-1-1-5 0,1-1-17 16,-1-1 1-16,-1 0-7 0,2-2 6 0,-2-2-7 15,2 1 2-15,-1-3-5 0,-2 1 6 0,0-1-6 16,0-1 2-16,-1 0-3 0,0 0 9 0,-2-1-3 16,0 0 2-16,-1 1-2 0,1 1 2 0,-3-1 1 15,0 2 1-15,-1-1-2 0,-1-1 1 0,0 1-2 16,-2 2-1-16,0 0 0 0,-1 0-1 0,1 2-3 0,0 1 1 15,-2 1-2-15,3 1-5 16,-4 1-23-16,1 1 2 0,-2 2-11 0,0 0-9 0,-1 3 7 16,-2 0-2-16,1 3 5 0,-1 1-2 0,-2 2-2 15,2 0 0-15,-2 2-1 0,2 0 6 0,1 2 10 0,-1-1-3 16,3 0 5-16,-1-1 0 16,1 0-122-16,0 0-10 0,1 1-58 0,0-1-213 0</inkml:trace>
  <inkml:trace contextRef="#ctx0" brushRef="#br0" timeOffset="-196594.46">5003 7001 1110 0,'-6'-1'315'0,"-1"0"-110"0,2-1 151 15,5 2-325-15,0 0-16 0,-1 0-31 0,1 0 6 16,-1 0 1-16,-15-7 4 15,16 7-6-15,-1 0-13 0,-18-2-3 0,19 2-3 16,0 0-7-16,-17 7 13 0,10-6 5 0,-1 2 2 16,0 0 21-16,0-1 18 0,1-1-5 0,0 1 10 15,0-1 9-15,1-1 14 0,1 1 3 0,5-1 1 16,-1 0-4-16,1 0 6 0,-16 0-8 0,16 0 6 16,-1 0-11-16,1 0-18 0,-1 0-3 0,-15 11-6 15,16-11-11-15,-1 0-13 0,1 1 4 0,-20 20-8 16,14-14 6-16,0 2 0 0,0 0-2 0,0 2 1 15,-1-1 3-15,2 2 6 0,-1-1 2 0,2-1 2 16,-1 1 6-16,1 1-1 0,2-1 1 0,0 1-2 16,0-1 4-16,0 0-1 0,0-1 4 0,2 2-3 15,1-1-1-15,0 0-10 0,0 0-2 0,0-2-1 16,1 0 0-16,1 1-9 0,0-1 2 0,2-2-6 0,0 0 0 16,1 0 8-16,1-1-4 0,1 0 6 0,1-1 2 15,-2-3 6-15,1-2 3 0,1 1 1 0,-1-2 2 16,2-1 9-16,-2 0 0 0,0-2 3 0,1-1 6 15,-1-1 1-15,0 0-4 0,1 0 2 0,-2 0-11 16,-1 0-5-16,1-1-2 0,-1 1 0 0,0 0-3 16,-1 2-1-16,-2 0 3 0,-3 4-3 0,0-1-1 15,1 1 3-15,0-1 3 16,11-16 1-16,-12 17 13 0,0 0 0 0,0 0-2 0,0-1 0 16,5-15-2-16,-5 16-4 0,0-1 2 0,0 1-4 15,0-20 1-15,0 20 4 0,0 0-4 0,-2-17 4 16,2 17-1-16,0-1 1 0,0 1 5 0,-13-19-3 15,13 19 7-15,-1-1-13 0,-15-10 0 0,15 11-4 16,1 0-1-16,-21-6-3 0,21 6 0 0,-1 0-2 16,-21-2-6-16,22 2 2 0,0 0-2 0,0 0 2 15,-19 2-2-15,19-2-6 0,0 0 3 0,-1 0-4 16,1 0-2-16,-1 0 4 0,1 0-8 0,-1 0 8 0,1 0-7 0,0 0 4 16,-1 0 2-16,1 0-1 0,-1 0-4 15,1 0-3-15,-1 0-1 0,1 0 0 0,-1 0 0 16,0 0 6-16,1 0-1 0,0 0 0 0,0 0-34 15,0 0-16-15,-1 0-7 0,0 0-1 0,1 0-9 16,-1 0-28-16,1 0 3 16,0 0-13-16,0-1 4 0,0 1-13 0,0-1-3 15,0 1-8-15,1-1-70 0,15-17-171 0</inkml:trace>
  <inkml:trace contextRef="#ctx0" brushRef="#br0" timeOffset="-172714.45">10191 4437 11 0,'-5'-7'737'0,"2"-1"-302"0,-1 2 386 0,3 1-678 15,-2 0 16-15,3 5 20 0,0-1-38 0,0 1 2 16,0 0-23-16,-16-18-36 0,16 17-3 0,-1 1-8 15,1-1 2-15,-17-6-18 0,17 7-19 0,0 0-3 16,0 0-7-16,-18 1-10 0,18-1-16 0,0 0 11 16,0 0-13-16,-17 17 6 0,13-9-4 0,0 1-2 15,0 3 0-15,1 2 0 0,-1 1 6 16,-1 1-3-16,2 5 4 0,-2 1-7 0,-1 6 9 16,1 1-3-16,-1 2 5 0,2 0-9 0,0 0 1 15,-1 2 1-15,2 2-1 0,0 1-3 0,-1 0 1 0,2-3 0 16,0-4 2-16,1-1 0 0,-1-2-3 0,1 1 0 15,0-1 0-15,0-2 6 0,0-3-4 0,1-2 1 16,-1-3-2-16,1-2 1 0,-1-3 3 0,0 0-4 0,-1-2 2 16,0-2-29-16,2-7-71 0,0 0-11 0,0 1-26 15,0-1-94-15,-10 16-46 0,10-16-13 16,0 0-17-16,0 0-115 0</inkml:trace>
  <inkml:trace contextRef="#ctx0" brushRef="#br0" timeOffset="-172428.58">9832 4749 2231 0,'0'0'87'0,"0"0"-24"0,0 0-5 16,-1 0 5-16,1 0 44 0,-1-1-31 0,1 1-1 15,0-1-13-15,0 1-24 0,0 0-11 0,0 0 1 16,0 0-6-16,22-3-3 0,-10 4-4 0,2 0 4 15,3-1-3-15,1 1 13 0,2-1 13 0,2 0-1 16,0 0 5-16,1 0-8 0,3 0-7 0,-1 0-1 16,2-1-3-16,1 1-13 0,-3-1-7 15,0 0-2-15,-5 1 1 0,-1 0 7 0,-3-1-6 0,-2 1 2 16,-1 0-4-16,-1 0-4 0,-1 0 5 0,-1 0-3 16,-3 0 3-16,0 1-6 0,-7-1-125 0,0 0-24 0,0 0-54 15,1 0-239-15</inkml:trace>
  <inkml:trace contextRef="#ctx0" brushRef="#br0" timeOffset="-171853.7">10537 4456 955 0,'0'0'433'0,"0"0"-160"0,-1 0 230 15,0 0-284-15,1 0-34 0,0 0 5 0,-1 0-78 16,-16-6-4-16,17 6-12 0,0 1-16 0,-17 4-21 15,17-5-1-15,-1 0-9 0,1 1-12 0,-22 18-11 16,16-12 2-16,0 2-6 0,-1 3-9 0,1 4 1 16,-1 1-3-16,-1 3 3 0,1 1-1 0,-2 1 1 15,1 2 0-15,1-2-1 0,1 0-11 0,1 1-1 16,2 1 1-16,1 1 0 16,0 2 2-16,2-1-4 0,1 0 0 0,0-2 0 15,3-1-3-15,0-3 4 0,0-3-4 0,1 3 3 0,1-1-4 16,0-1-7-16,2 0 3 0,-1-3-4 0,1-1 4 15,-1-4-4-15,1 0 2 0,1-4-2 0,0 0 10 16,2-2-8-16,-1-2-11 0,-1-2-8 0,0 0-117 0,0-1-238 16,1-2-44-16</inkml:trace>
  <inkml:trace contextRef="#ctx0" brushRef="#br0" timeOffset="-171352.4">10684 4566 2161 0,'0'0'91'0,"0"0"112"0,0 0-141 0,0 0 64 15,0 0-5-15,0 0 21 0,0 0-45 0,0 0-30 16,0 0-10-16,1 1-8 0,-1-1-33 16,19 21 4-16,-14-11-2 0,3 1 1 0,-1 1-3 15,-2 2 7-15,2-1-1 0,-1 2 4 16,1 0 7-16,0 1 12 0,-2 1-5 0,1 1 4 0,-1 2-22 16,0-2-10-16,0 2 1 0,0-3-5 0,-1 0 1 15,1-2-7-15,0-1 3 0,-1-3-4 0,0 0 1 0,0-3 2 16,1-2-4-16,0 0 1 0,-1-2-6 0,-4-4 1 15,0 0-1-15,0 0 0 0,1 0-3 0,-1 0-57 16,1 0-6-16,-1 0-27 0,1 0-86 0,15-9-69 16,-16 9-5-16,0-1-33 0,2-22-125 0</inkml:trace>
  <inkml:trace contextRef="#ctx0" brushRef="#br0" timeOffset="-171123.58">10878 4537 2155 0,'0'0'106'16,"0"0"60"-16,0 0-22 0,0 0 37 0,0 0-34 0,0 0-32 16,0 0 0-16,0 0-11 0,-1 0-23 0,-14 12-13 15,9-5-8-15,-2 2 0 0,0 0-22 0,-2 2-15 16,-1 0 1-16,-1 1-8 0,-2 1-8 0,0 0 2 16,-2 0-6-16,-1 0 4 15,-2 0-8-15,2 1 0 0,1 1 0 0,1 1 1 16,1 0 7-16,0 0-8 0,2 0 1 0,-1-1-3 15,1-1-5-15,2 1-1 0,0-3-23 0,2-1 2 0,1 0-129 16,2-2-124-16,1-1-27 0,2-1-44 0,2-7-198 16</inkml:trace>
  <inkml:trace contextRef="#ctx0" brushRef="#br0" timeOffset="-170851.87">10913 4667 1822 0,'0'0'310'0,"0"0"-189"16,0 0-14-16,0 0-28 0,0 0 106 0,0 0-59 15,20-7 3-15,-20 7-24 0,0 0-17 0,17-3-39 16,-9 2 4-16,2 0-16 0,0-1-9 0,0 0-13 16,1-1-4-16,0 2-2 15,0-1-7-15,-1 1-1 0,0 0 3 0,1 1-3 16,-2 0 0-16,0 0 2 0,0 0-2 0,-2 0 3 0,0 0-5 0,0 0 6 15,1 2-3-15,-4-2 5 16,-4 0-10-16,1 0-76 0,-1 0-17 0,0 0-30 16,17 4-137-16,-17-4-125 0,0 0-51 0</inkml:trace>
  <inkml:trace contextRef="#ctx0" brushRef="#br0" timeOffset="-170652.11">10963 4749 2435 0,'0'0'60'0,"0"0"67"0,0 0-22 0,0 0 42 0,0 0 0 0,0 1-46 16,0-1-1-16,21 11-20 0,-20-11-39 0,14 0-15 15,-6 0-1-15,0-1-5 0,-1 0-11 0,0 0-5 16,0 0-3-16,0-1 2 0,0 2 0 16,-1-1-2-16,0 0 2 0,0 1-3 0,0-2-7 15,2 2-85-15,-4-1-22 0,3 1-34 0,0-1-161 0,1-2-109 16,2 2-11-16</inkml:trace>
  <inkml:trace contextRef="#ctx0" brushRef="#br0" timeOffset="-170098.37">11318 4588 1725 0,'0'0'340'16,"0"0"-188"-16,0 0-18 0,0-1-26 0,0 1 93 0,0 0-70 15,0-17 1-15,0 17-29 0,0 0-45 0,0 0-17 16,1 0 2-16,-1 0-7 0,1-1-3 16,16-9-4-16,-17 10-2 0,0 0 0 0,1 0-3 15,21-4 7-15,-22 4-3 0,0 0 5 0,22 2-4 16,-22-2-2-16,0 0-6 0,18 7 2 16,-18-7-18-16,1 1 7 0,0-1-2 0,15 19 3 0,-16-19-6 15,0 1-14-15,8 22 7 0,-7-14-11 0,-1 1 6 16,-1 0 3-16,-1 0-5 0,-1 1 5 0,-1-1 0 0,0 0 0 15,0 1 1-15,-1 0 0 0,1 0 1 0,1 1 3 16,0-1-1-16,0 0 2 0,2-1-12 0,1-2-1 16,0 0 4-16,2-2-2 0,-2-6 5 0,0 1 2 15,1-1 0-15,0 0 2 0,19 17 1 0,-20-17-3 16,0 0 1-16,21 0 0 0,-13-3 6 0,0 1-6 16,2-2 3-16,0 0-3 0,-1 0 1 0,1 1 0 15,-1-2-1-15,0 1 1 16,-1-2-3-16,-2 1 0 0,1 0 0 0,0 0 0 15,-2 1-22-15,0-1-65 0,-5 5-6 0,0 0-21 16,0-1-38-16,7-15-19 0,-7 16-13 0,0-1-7 16,0 1-67-16,8-19-84 0,-8 19-54 0</inkml:trace>
  <inkml:trace contextRef="#ctx0" brushRef="#br0" timeOffset="-169827.23">11556 4569 1442 0,'0'0'135'0,"0"0"372"16,-1 0-408-16,0 0 83 0,1 0-20 0,-1 0 35 15,-17 0-53-15,18 0-37 0,0 0-3 0,-1 0-15 0,-16 13-27 16,10-8-9-16,-1 1-4 0,-1 0-3 16,0 0-20-16,-1 1 0 0,0 1-1 0,-1 0-1 0,0 0-4 15,1 0-13-15,-2 1 2 0,0 0-7 0,1 0-2 16,-1 0 8-16,2 0-7 0,0 1 7 0,2-1-9 0,-1-1 0 15,1 2 1-15,3-2 0 0,-1-1-6 0,2 0-3 16,0-2-19-16,4-5 1 0,0 0-97 0,-1 1-49 16,1-1-6-16,0 1-17 0,-1-1-42 0,1 1-65 15,0-1-27-15</inkml:trace>
  <inkml:trace contextRef="#ctx0" brushRef="#br0" timeOffset="-169495.27">11676 4491 2073 0,'0'0'92'0,"0"0"91"0,0 0-50 0,1-1 27 16,0 1 0-16,-1-1 0 0,0 1-57 0,18-11-34 15,-18 11-1-15,0 0-14 0,0 0-19 0,0 0 5 16,0 0-4-16,1 1 4 0,-1-1-7 0,14 18-11 16,-14-18 5-16,4 14-6 15,0-5 10-15,-1 0-9 0,0 0 7 0,0 1-6 16,2 0 21-16,0 2-5 0,-1 0-1 0,0 1-1 16,-1 0-3-16,1 1-3 0,-1 0 1 0,-1-1-2 0,0 1-1 15,-2 0-1-15,-2-1-2 0,-1 4 0 0,-1-2-11 16,-3 3-2-16,1 0 0 0,-4 1-2 0,0-1-9 0,0-3 0 15,-2-1-9-15,1-2-2 0,-1-3-88 0,2-2-166 16,0-1-25-16,1-2-70 0,2-1-288 0</inkml:trace>
  <inkml:trace contextRef="#ctx0" brushRef="#br0" timeOffset="-169019.86">11270 4969 1189 0,'0'0'749'0,"0"0"-533"0,0 0-66 0,0 0-96 0,0 0 72 0,0-1-5 16,0 1-3-16,0-1-3 0,1 1-25 0,17-8-18 16,-18 8-2-16,0 0-5 0,17-3-2 0,-16 3-10 15,-1 0 3-15,25-3-7 0,-15 3-5 16,1 1 0-16,0 0-5 0,0 1 2 16,-1-1-22-16,-1 1-8 0,1-1 2 0,-3 1-5 0,-1 0-4 15,0-1 2-15,-6-1-1 0,0 0 1 0,1 0-4 16,-1 0-88-16,16 6-29 0,-16-6-40 0,0 0-264 15</inkml:trace>
  <inkml:trace contextRef="#ctx0" brushRef="#br0" timeOffset="-166365.35">11994 4556 1310 0,'0'0'62'0,"0"0"38"0,0 0 34 0,-1 0 21 0,1 0 13 0,-1 0-35 15,-14-5 0-15,15 5-10 0,0 0-12 0,-1 0-9 16,-15-4-3-16,16 4-1 0,0 0-10 0,-1 0-12 15,1 0-1-15,-1 0-4 0,-15 4-12 0,16-4-25 16,0 0 4-16,0 0-12 0,0 0-3 0,0 0-5 16,0 0-3-16,0 0-1 0,0 0-14 0,0 0 2 15,21 8-2-15,-21-8 0 16,0 0 1-16,20 3-1 0,-19-3 0 0,15 4 0 16,-8-2-1-16,1 1 2 0,2 0 1 0,0 0 0 15,2 0-2-15,-3 1 2 0,1-1 3 0,-1 1-3 16,-1 0 2-16,-2-1 6 0,1 0-1 0,-2 0 3 15,-6-3 5-15,1 0 1 0,-1 0 2 0,0 0 1 16,18 11 15-16,-18-11-4 0,0 0 1 0,0 0-5 16,0 1-9-16,0-1 4 0,0 0-4 0,0 17 4 15,0-17-6-15,0 0-2 0,0 1 0 0,-20 19-1 0,12-12-5 16,-1-2-7-16,-1 2 3 0,0-1-4 0,-1 0 5 16,0 2-3-16,0 0 2 0,1 1-2 0,1-1 1 15,1-2-2-15,0 1 2 0,1-1-1 16,2 0-1-16,0-2 0 0,2 0-3 0,3-5 0 15,0 0-32-15,0 0-68 0,-1 1-10 0,0-1-26 16,1 1-91-16,0-1-76 0,0 1-30 0,0-1-31 16,0 0-237-16</inkml:trace>
  <inkml:trace contextRef="#ctx0" brushRef="#br0" timeOffset="-165830.89">12331 4629 1952 0,'0'0'86'0,"0"0"-30"16,0 0 145-16,0 0-53 0,0 0 20 0,1-1-38 16,-1 1-16-16,0-1-43 0,0 1 0 0,0-1-17 0,0 1-17 15,0 0-9-15,0 0-2 0,0 0-1 16,0 0-3-16,0 0 0 0,0 0-1 0,-4 18 3 15,4-18 8-15,0 0 6 0,-9 20 1 0,5-11 1 0,1 0 2 16,-1-1-8-16,2 1 3 0,-1 1-7 0,1 0-11 0,1-1-8 16,0 0 0-16,1 0-2 0,1-1 4 15,1 0-12-15,-1-1 6 0,3-2-7 0,0 1 0 0,-1-1 0 16,2-1 1-16,0 1 1 0,-1-1 2 0,1-1-2 16,1 0-2-16,-1 0 0 15,2-2 0-15,-1 0 0 0,1 0 0 0,0-1 0 16,-1-1 1-16,1 0 9 0,-2-2-5 0,2 1 6 15,-1-2-4-15,0 0 2 0,1 0 3 0,-1-2-3 16,0 0 5-16,0 0-2 0,0-1-3 0,1-1 2 16,-1-1-4-16,1-1 6 0,0-1-4 0,0-2 3 15,1 2-1-15,-2 0-6 0,0 0 7 0,0 0-7 16,-1 2 6-16,-1-2 6 0,-1 1-1 0,-1 0 3 0,0 0 5 16,-2 1-1-16,-1 1-3 0,-1 0 1 0,1 0-7 15,-2 2 0-15,-1-1 3 0,0 2-3 16,-1 0-5-16,0 1-2 0,0 1-2 0,-1 2 0 15,0-1-8-15,-1 1-12 0,0 1 6 0,-1 0-8 16,0 0 0-16,0 3 6 0,-2-1-5 0,1 1 8 0,1 0 6 16,-1 0 0-16,2 0 1 0,-1 1-1 0,0-1-2 15,1-1-90-15,-1 0-6 0,1-1-43 0,0 0-136 0,1 0-257 16,6-1 762-16</inkml:trace>
  <inkml:trace contextRef="#ctx0" brushRef="#br0" timeOffset="-162752.8">10150 5339 198 0,'0'0'616'0,"0"0"-265"0,0 0 334 0,0 0-542 0,0 0-1 16,0 0 27-16,0 1-32 0,3 18-7 0,-3-19-7 15,0 0-37-15,0 1 3 0,-7 21-3 0,6-14 2 16,0 3-6-16,-2 2-23 0,1 0 8 0,-1 4-13 15,0 0 9-15,1 2-19 0,-1 0 4 0,-1 2-9 0,1 0-8 16,0 1-5-16,1 3-6 0,-2 0 1 16,0 2-12-16,0 0-1 0,1 1-1 0,-2 0 1 0,2 0-1 15,-2 0-5-15,1 1 5 0,0 1-5 16,0 0 9-16,-1-1-1 0,0-4-4 0,1-2 3 16,0-3 3-16,0-2-5 0,1-2-5 0,1-3-2 15,-1 0-24-15,0-2-24 0,1-1-2 0,0-3-13 16,2-7-51-16,0 0-43 0,0 0-14 0,0 1-13 15,0-1-85-15,0 0-30 0,0 0-18 0,4-10-13 0,0-3-164 16</inkml:trace>
  <inkml:trace contextRef="#ctx0" brushRef="#br0" timeOffset="-162344.27">10102 5378 1414 0,'-4'-5'694'0,"1"-1"-460"0,1 1-141 0,2 5-10 16,0 0 41-16,0-1-23 0,0 1 5 0,0-1-16 15,0 1-44-15,0 0-10 0,0 0-6 0,0 0 0 16,0 0-8-16,0 0 1 0,0 0-3 0,17 8 1 0,-17-8-8 16,15 9-4-16,-6-6 3 0,2-1-4 15,1 1 1-15,1 0-2 0,2 0 2 0,1-1-1 16,1-1 5-16,0 0-6 0,1 0 0 0,0 0-1 15,1 0 0-15,2 2 2 0,-3-1 3 0,-2 1-2 0,-3 0 3 16,-3 2 49-16,-2-1-18 0,-2 1 26 0,-1 0-37 16,-2 1-3-16,-2 1-3 0,-2 0 0 0,0 0 2 15,-3 1-12-15,-1 0 12 16,-2 1-14-16,-1 0 1 0,-1 2-3 0,-2-2-4 16,-1 0 4-16,-2 1-11 0,-2-1 3 0,-1 0-2 15,0 1 2-15,1 1-2 0,-1 0 4 0,4 1-2 0,-2-2 2 16,0-1-4-16,3-1 0 0,1 0-1 0,2-2 0 15,1-1-2-15,1-2-11 0,7-3-6 0,-1 0-4 0,1 1-42 16,0-1-31-16,0 1-6 0,-1-1-10 0,1 1-44 16,0-1-50-16,0 0-15 0,1 1-22 0,-1-1-153 15</inkml:trace>
  <inkml:trace contextRef="#ctx0" brushRef="#br0" timeOffset="-161970.79">10622 5426 2006 0,'0'0'123'0,"0"-1"273"0,0 1-321 15,0-1 82-15,0-15-7 0,0 16 29 0,0 0-34 0,0 0-42 16,0 0-9-16,0 0-12 16,-21 0-36-16,21 0-4 0,-1 1 0 0,-18 13-5 15,12-6-18-15,-2 3-5 0,0 1 0 0,-2 2-2 16,1 2-7-16,-1 2-1 0,-1 2 1 0,0 0 1 16,2 1 4-16,-2 1-1 0,3 2-5 0,2 1 3 15,0 1 0-15,1 2 0 0,1-3-1 0,1 0-1 16,1-1-1-16,1-2-2 0,1 1 5 0,1-2-5 15,1-2-2-15,-1-1-1 0,4-3-3 0,-1-2-1 16,0-1-28-16,1-2-34 0,1-2-6 0,1-2-11 16,-1-1-50-16,2-2-80 0,1-1-20 0,2-3-33 0,2-2-187 15</inkml:trace>
  <inkml:trace contextRef="#ctx0" brushRef="#br0" timeOffset="-161515.18">10780 5564 2228 0,'0'0'373'0,"0"0"-299"0,0 0 20 15,0 0-27-15,-1-1 49 0,1 1-8 0,0 0 1 0,0 0-5 16,0 0-22-16,0 0-32 0,0 0-5 15,0 0-9-15,1 0-13 0,12 17-2 0,-5-6 1 0,0 1-2 16,1 2-4-16,1 1-11 0,0 0 5 0,1 2-8 16,0 0 5-16,1 2 3 0,-1-1-1 0,-2 0 1 15,2 0-4-15,0 0 4 0,1 0-4 0,2 1 4 16,-1 0-4-16,-3-2 6 0,1 0-3 0,-2-4 4 16,-1 0 3-16,0-2-11 0,-1-2 5 15,0-2-10-15,-2-1-13 0,1-2-48 0,-6-4-5 0,0 0-17 16,0 0-39-16,1 0-54 0,-1 0-4 15,0 0-22-15,1-1-49 0,15-13-140 0,-15 6-160 0</inkml:trace>
  <inkml:trace contextRef="#ctx0" brushRef="#br0" timeOffset="-161288.11">11083 5455 2116 0,'0'0'354'0,"0"0"-254"0,0 0 31 0,0 0-38 0,0 0 65 15,0 0-12-15,0 0-15 0,-1 0-1 0,-14 8-70 16,6 0-4-16,-1 1-5 0,-3 4 2 16,-1-1-9-16,-2 4-19 0,-2-1 3 15,-1 2-10-15,-1 2-3 0,0 1-3 0,0 3-3 0,2 1 1 16,1 0-9-16,0 1 7 0,0-1-4 0,1-2 4 16,-1-1-8-16,0 0 3 0,1-1-5 0,0 0-2 15,2 0-76-15,1-1-79 0,1-2-18 0,3-2-23 16,0-3-105-16,3-2-177 0,3-1 831 15</inkml:trace>
  <inkml:trace contextRef="#ctx0" brushRef="#br0" timeOffset="-160833.31">11087 5640 1204 0,'0'0'509'0,"0"0"-332"0,0 0-53 0,0 0-36 0,0 0 99 15,0 0-26-15,0 0-1 16,0 1-11-16,0-1-26 0,0 1-26 0,0-1-6 16,0 0-7-16,17 12-22 0,-17-12 1 0,1 0-2 15,18 0 0-15,-18 0-15 0,14-1-6 0,-6 0-6 16,2 0 0-16,-1 0-23 0,-1 0 1 0,2 0-1 15,-2 0 1-15,2 0-1 0,-1-1-3 0,0 1-3 0,0 0 0 16,-2-1-5-16,0 1 9 0,-1 0-6 0,0 1 5 16,-7 0-8-16,0 0-60 0,0 0-5 0,0 0-30 15,17 2-82-15,-17-2-66 0,0 0-12 0,0 0-26 16,0 0-115-16</inkml:trace>
  <inkml:trace contextRef="#ctx0" brushRef="#br0" timeOffset="-160605.77">11130 5740 2028 0,'-5'3'242'16,"1"2"-113"-16,1-1 10 0,1 2-29 0,1 0 89 15,1-6-54 1,0 0-7-16,0 0-20 0,0 0-51 0,0 1-7 0,0-1-2 16,0 1-2-16,0-1-4 0,20 8-13 0,-13-8 2 15,2 0-7-15,2-2-7 0,1 1-10 0,0 0-1 16,0 1-3-16,-1-2-1 0,0 1-6 0,-2-1 2 0,1 1-4 15,0-1 1-15,-2 0-4 0,1 1 2 0,-1-2-2 16,0 0 6-16,-2 1-62 0,1-1-20 0,-2 1-25 16,2 0-139-16,-7 2-122 0,0 0-39 0</inkml:trace>
  <inkml:trace contextRef="#ctx0" brushRef="#br0" timeOffset="-156612.02">10874 5600 176 0,'0'0'71'0,"0"0"-32"0,0 0 44 16,0-1-2-16,0 1 14 0,0-1 26 0,0 1-26 16,-10-17 1-16,10 17-16 0,0 0-33 0,-16-10-4 15,16 10-10-15,0 0 4 0,-1-1-15 0,-15-10-5 16,16 11 1-16,0 0-3 0,-1 0 9 0,-17-12 21 15,18 12 3-15,0-1 5 0,-1 1 17 0,1 0-4 0,-18-20 6 16,18 20-6-16,0 0-3 0,-1 0-32 0,1-1 2 16,-18-16-13-16,18 17-15 0,-1 0 5 0,1-1-9 15,-1 1 6-15,-16-12-13 0,17 12 1 0,0 0-2 0,-1 0 2 16,1 0-2-16,0 0 7 0,-1 0 4 16,-15-7 0-16,16 7 11 0,0 0 11 0,0 0-1 15,0 0 7-15,0 0 17 0,0 0 22 0,0 0 2 16,0 0 8-16,0 0 10 0,0 0-13 0,0 0-7 15,0 0-3-15,0 1-28 0,13 17-3 0,-13-18 6 16,1 0-6-16,-1 1 4 0,19 18-2 0,-13-12-5 16,2-1 2-16,-2 1-15 0,0 1-1 0,0 0-2 0,1 2 1 15,1 0-4-15,0 0-11 0,-1 1 1 0,-1 1-4 16,2-1 10-16,-1 2-8 16,-1-1 4-16,2 1-7 0,-2-1 5 0,1 1-1 15,-1-1 5-15,0 0-3 0,0 0-1 0,-1-1 7 0,1 0-4 16,-2-1 5-16,1 0-5 0,-2-3 3 0,2 3-1 15,-2-4 3-15,1 1 2 0,-4-7 8 0,0 0-3 16,0 1 3-16,5 15-12 0,-5-16-93 0,0 0-9 16,0 0-41-16,0 0-123 0,0 1-234 0</inkml:trace>
  <inkml:trace contextRef="#ctx0" brushRef="#br0" timeOffset="-154327.47">11417 5526 1069 0,'0'0'37'0,"0"0"106"15,0 0-11-15,0 0 44 0,0 0-13 0,0 0-29 16,0 0-8-16,0 0-5 0,0 0-14 0,0-1-25 16,0 1 5-16,0 0-14 0,0 0-14 0,0 0-24 15,0-1 5-15,0 1-10 0,0-1 8 0,0 1 5 16,1-1-7-16,0 1 5 0,15-9-19 0,-16 9-9 16,0 0 0-16,1 0-4 0,-1 0-6 0,16 4-5 15,-16-4 1-15,1 0-2 0,0 1 4 0,14 18 3 16,-15-19-2-16,0 0 2 0,7 20 3 0,-4-12-5 15,-2 1 1-15,0 0-3 0,0 1 9 0,0 0 1 0,0 0 5 16,-1 2-4-16,2-2-2 0,-2 0 1 0,0 0-4 16,1-1 3-16,0 1-2 0,1 0-2 15,-1-1 2-15,0 1-2 0,1-2 8 0,0 1-5 16,0-1 3-16,1 0-5 0,0-1 0 0,0 0 7 16,-3-7-1-16,0 0 2 0,0 0-2 0,13 18-2 0,-13-18 2 15,1 0 0-15,-1 1 3 0,16 13-2 0,-16-14-1 16,1 0 0-16,0 0-1 0,-1 0-1 0,17 3 0 15,-17-3 0-15,1 0-3 16,0 0 2-16,0 0-2 0,17 2 2 0,-18-2-6 16,0 0-13-16,1 0-8 0,-1 0-6 0,0 0-48 15,1 0-16-15,-1 0-2 0,17-6-6 0,-17 6-23 16,0 0-44-16,0 0-8 0,0 0-18 0,0 0-88 0,1 0-236 16</inkml:trace>
  <inkml:trace contextRef="#ctx0" brushRef="#br0" timeOffset="-152997.92">11622 5503 1256 0,'0'0'93'0,"0"0"207"0,0 0-216 0,0 0 73 16,-1 0-12-16,1 0 32 0,-1 0-18 0,1 0-31 15,-1 0 5-15,-16 8-18 0,17-8-27 0,0 0-11 16,-1 1-7-16,1-1 0 0,-13 20-10 0,13-20-16 16,-1 0 2-16,-10 18-8 0,6-12-9 15,1 1-15-15,-2 3 2 0,1-1-5 0,0 2 4 0,-1 0-10 16,0-1 6-16,-2 2-7 0,0 0-1 0,1 1 5 16,-1 1-6-16,1-1 6 0,0 1-4 0,-1-1-1 15,2-1-1-15,0 0 1 0,1-1 6 0,-2-2-4 16,2 0 2-16,1-1-6 0,0-1-15 0,2-1-71 15,2-6-3-15,0 0-30 0,0 0-68 0,0 1-70 16,0-1-13-16,0 1-31 0,0-1-161 0</inkml:trace>
  <inkml:trace contextRef="#ctx0" brushRef="#br0" timeOffset="-152628.75">11746 5441 1237 0,'0'0'512'0,"0"0"-360"16,0 0-82-16,1 0-16 0,15 0 117 0,-16 0-13 15,0 0-3-15,0 0-6 0,0 0-25 0,0 1-23 16,4 20 0-16,-4-21-9 0,0 0-13 0,2 23-6 16,-1-13-4-16,-1-1-2 0,1 2-11 0,0 1-16 15,0-2 1-15,0 3-7 0,0 0-6 0,0 2-12 16,0 1 2-16,0 1-6 0,-1 1 0 16,-1 1 3-16,0-1 0 0,-2 2 1 0,0 0 0 0,0 0-2 15,-2-2-3-15,-2-1 1 0,3 1-2 0,-4 0-5 16,0 0 2-16,0 1-5 0,-1-1-1 0,-1-1-37 15,-2-1-19-15,-1-2-20 0,-2 0-170 0,-1-1-242 16,-2-2-167-16</inkml:trace>
  <inkml:trace contextRef="#ctx0" brushRef="#br0" timeOffset="-151845.08">10062 6218 2547 0,'0'0'63'0,"0"0"-28"0,-1 0 33 15,1 0-52-15,0 0 5 0,-1 0 4 0,0 0 44 16,-17 5-9-16,18-5 17 0,0 0-26 0,0 0-23 16,-17-6 1-16,17 6-10 15,0 0-11-15,0 0 4 0,0 0-4 0,0 0 3 16,0-1-14-16,0 1 4 0,0-1 3 0,0 1 3 16,0 0 7-16,18-16 7 0,-10 15-2 0,3 1 4 0,1 1-6 15,1 0 5-15,2 1-4 0,0-2 3 16,2 1-8-16,-1 1 0 0,2 1-4 0,-1 1 2 15,1-3 1-15,-1 1-2 0,1 0 4 0,2 0-3 0,2 1-1 0,4 0-2 16,-1-1 0-16,2-1-2 0,0 0-1 0,-2-1-1 16,0 1 4-16,-1-1-3 0,2 1 2 0,2-1 7 15,2 0 5-15,-1-1 3 0,0 1 13 0,-3 1-13 16,-1 2-5-16,1-2-1 16,1 1-5-16,3-2 5 0,0 0-7 0,-1 1 5 15,-1 0-9-15,-3 1 12 0,0-1 3 0,0 1 3 16,0-2 1-16,3 0-4 0,1 0-5 0,-2 0 1 15,1 0-2-15,-3-1-8 0,0 1 7 0,-3-1-7 16,0-2 3-16,4 0-1 0,0-3-4 0,2 3 3 16,-3 0 0-16,0 1 0 0,-2-1 0 0,-2 1-3 15,-1-1-4-15,-1 2 4 0,2-1 2 0,0 2 3 16,2 0 10-16,-1-1-10 0,-2 0 5 0,-1 0-7 16,-1 1 1-16,0 1 1 0,-2-1-1 0,0 0 1 0,-2 0-5 15,-1 0 2-15,2 0 0 0,-2 0 2 16,2-1 0-16,1 1-1 0,-1 1-7 0,-2-1 4 0,-1 0-1 15,-1 0 4-15,-1 0 0 0,-2 1-1 0,0 0-7 16,-2-1 1-16,-6 0 4 0,1 0-2 0,-1 0-12 0,1 0-72 16,16-2-9-16,-17 2-31 0,0 0-124 0,0 0-184 15,0 0-145-15</inkml:trace>
  <inkml:trace contextRef="#ctx0" brushRef="#br0" timeOffset="-147867.6">11933 5611 555 0,'0'0'459'0,"0"0"-186"0,-1 0 248 0,1 0-343 0,-1 0-28 15,1 0 13-15,-1 0-86 0,1 0-1 16,0 0-16-16,0 0 13 0,-1 0-20 0,0 0 3 0,0 0-11 15,1 0-2-15,0 0-11 0,0 0 1 0,0 0-4 16,0 0 2-16,0 0-1 0,1 0 2 0,21 2-4 16,-22-2-9-16,0 0-4 0,22-1-3 0,-22 1 0 15,16-1-3-15,-8 0-7 0,-1 0 3 0,3 1-4 16,-1 0 3-16,2-2-3 0,0 1-2 0,-1-1 1 16,0 2 2-16,-3-1 2 0,1 1 1 0,-2 1-2 15,-6-1-3-15,1 0 1 0,0 0 2 0,-1 0 0 16,16-1 6-16,-16 1-17 0,0 0-14 0,0 0-6 0,0 0-79 15,0 0-71 1,0 0-5-16,0 0-30 0,0 0-104 0,0 0-341 0</inkml:trace>
  <inkml:trace contextRef="#ctx0" brushRef="#br0" timeOffset="-147555.54">11950 5711 1658 0,'0'0'102'0,"0"0"203"0,0 0-200 16,0 0 20-16,0 0-8 0,0 0 0 0,0 0-75 16,0 0 24-16,0 0-14 0,0 0 16 0,0 0-36 15,0 0-10-15,0 0-1 0,1 0-3 0,18 2-3 0,-19-2 3 16,0 0 0-1,0 0 1-15,20 7 1 0,-20-7-4 0,1 0 0 0,17 6-3 16,-10-5-13-16,1 1 0 0,1-1 0 0,-1 1 2 16,1-1 2-16,-1-1-2 0,1 0-1 0,-2 0-1 15,0-1-3-15,-1 1-5 0,0-2-8 0,-1 0-3 16,0 0-66-16,0 0-72 0,-1-1-4 0,0 1-26 16,0-1-56-16,-1-1-167 0,1 0-165 0</inkml:trace>
  <inkml:trace contextRef="#ctx0" brushRef="#br0" timeOffset="-146940">12347 5563 2004 0,'0'0'91'16,"0"-1"96"-16,0 1-34 0,0-1 5 0,0 1 1 0,0-1-14 15,-1 1-79-15,1-1 6 0,0 1-14 0,-18-8 7 16,18 8-43-16,-1 1-1 0,1-1-2 0,-17 15 1 16,17-15-7-16,-1 1-1 0,-9 16 3 0,7-10-2 15,0 3-1-15,0-1 6 0,0 0-4 0,0 0 6 16,0 1-4-16,0 0-12 0,-1 0 2 0,1 1-6 15,1 0 4-15,-1 0 2 0,1-1-1 0,0 0 1 16,1 0 1-16,1-2-9 0,0 0 4 0,1-1-5 16,1 0 3-16,-2-7 4 0,0 0-2 0,0 1 2 15,1-1 5-15,16 16 1 0,-17-16 4 0,0 0-1 16,0 0 8-16,17 3-11 0,-17-3 4 0,0 0-7 16,17-1-1-16,-17 1-12 0,0 0 2 0,20-6-6 0,-20 6-2 15,0 0 1-15,20-11 0 0,-20 11 1 0,0 0 10 16,20-11-6-16,-20 11 6 0,0-1-6 0,0 1 10 15,20-17-3-15,-20 17 0 16,0-1-1-16,11-16 0 0,-11 17 8 0,0 0 0 16,9-22 3-16,-9 22-3 0,6-16 2 0,-4 7-3 15,0 0 4-15,-1-1 0 0,1-1-4 0,-2 1 4 16,1-1-3-16,-1 1 12 0,-1 1-5 0,1 1 2 0,-1 0-2 0,-1 1 11 16,-1 0 3-16,-1 1 3 0,1 2-2 0,-2-1 0 15,1 1-7-15,0 0-1 0,4 4-2 0,-1 0-7 16,1 0-6-16,-18-9 1 0,18 9-4 0,-1 0-2 15,-15-7 0-15,16 7-2 16,0 0 2-16,-19-4 5 0,18 4-11 0,1 0 5 16,-21-1-8-16,20 1 3 0,-15 0-20 0,15 0 0 15,-15 0-8-15,8 1-21 0,0-1-31 0,-1 1-1 16,2-1-13-16,-1 2-42 0,1-1-44 0,2-1-21 0,5 0-14 0,-1 0-136 16</inkml:trace>
  <inkml:trace contextRef="#ctx0" brushRef="#br0" timeOffset="-144583.24">9835 5188 1642 0,'0'0'52'0,"0"0"5"0,0 0 12 0,0 0 3 0,0 0 4 0,0 0-33 16,0 0 7-16,0 0-10 0,0 0 6 0,0 0 2 16,0 0-5-16,0 0 6 0,1 0 3 0,15 3-7 15,-16-3 9-15,0 0-7 0,22 4 25 0,-12-2-11 16,0-1 0-1,0 0-5-15,2 1-15 0,-2-2-12 0,2 1-1 0,-1 0-3 16,2-1-6-16,0 1-9 0,-1-1 1 0,2 0-5 0,-1 0-6 0,2-2 4 16,2 1-3-16,3-1 5 0,0 0-2 0,0-1 0 15,0 0 4 1,-1 0-2-16,2 0 16 0,-3 0 5 0,1 0 1 0,-2 0 0 16,1 0-5-16,1 0-1 0,0-1 0 0,3 1 0 15,0 0-8-15,0 1-3 0,1-1-4 0,-2-1 3 16,-1 1 2-16,-1 0-12 0,1 1 3 0,2-1-5 15,1 1 2-15,1-2 1 0,3 1 0 0,-2 0 1 0,0 1 2 16,-2 1-3-16,-2-1 4 0,-1 2-4 0,-1 0 1 16,0-1-2-16,2 1-2 0,2-1 1 0,1 0 1 15,0 1 3-15,-1 0 1 0,-2 0 0 0,0 1-9 16,-2 0 7-16,1 0-6 0,0-1 6 0,2-1-1 0,2 2-1 16,1-1 6-16,0 1-5 0,-1 0 3 0,-3 0-3 15,0 0 0-15,-3 0-1 16,1 1 1-16,-1-1 3 0,3 0-1 0,2 0 3 15,-1-1-4-15,2 1 2 0,-3-1-3 0,-2 0 3 16,0 0 1-16,-1 0 30 0,-2 0-6 0,0 0 12 16,2-1-17-16,-1 0-9 0,3 0-2 0,-1-1-2 15,1 0-6-15,-2 0 1 0,-1 0 1 0,-2 2-1 16,0 0-2-16,-2 0 4 0,-1-1-3 0,0 1 3 0,-2 0-5 16,1 0 0-16,0 0-1 0,0-1 0 0,1 1-2 15,-2 0 2-15,2-2 0 0,1 1 1 0,-2 0-1 16,0 1 5-16,-2-1-1 0,-2 1 3 0,0-1-3 15,0 1-4-15,-7 0 6 0,0 0-4 0,1 0 5 16,-1 0 1-16,0 0-8 0,1 0 1 0,-1 0-63 16,1-1-46-16,-1 1-9 0,1-1-11 15,-1 1-35-15,2-17-22 0,-2 17-5 0,-1 0-6 16,1-1-23-16,-15-16 924 0</inkml:trace>
  <inkml:trace contextRef="#ctx0" brushRef="#br0" timeOffset="-143814.81">9831 5160 1492 0,'0'0'91'0,"0"0"37"0,0 0-20 0,0 0 22 0,0 0-57 16,0 0-41-16,0 0 4 0,0 0-16 0,0 0-3 16,0 0 10-16,0 0 0 0,0 0 5 0,0 0 17 15,1 1 5-15,18 6-5 0,-19-7 4 0,17-2-8 0,-6 0-9 16,1-1 3-16,3 0-7 16,0-1-10-16,1 0 6 0,1-1-2 0,0 1 2 15,2 0-13-15,-1-1-4 0,3 1-2 0,2 0 0 0,1 0-6 16,3 0-4-16,1 1 1 0,-2 0-1 0,-1 0 3 15,0 2 0-15,0-1 0 0,3 0-1 0,2 1-8 16,3 0 7-16,-2 0-5 0,0 1 5 16,-1 0 1-16,-2 0 3 0,2 0-1 0,1-1 1 15,2 1-3-15,0-2 4 0,-1 2 5 0,-2-1 0 16,-1 0 19-16,1 1-11 0,3-2 2 0,0 1-7 16,1 0-9-16,-4 1 2 0,-2 0-2 0,-3 1 2 15,1-1-4-15,2 1-2 0,1 1 0 0,1-2 0 16,-2 2 3-16,-2-1 3 0,-3 0 1 0,-2 0 2 15,-2 1 5-15,1-1-1 0,1 0-3 0,4 0 1 16,-3-2-6-16,3 2-1 0,-2-1 5 0,-3-1-2 0,-1 1 13 16,0-1 0-16,-2 1 1 0,-2 0 0 0,2 0-2 0,0-1 9 15,1 0 0 1,2 2 3-16,-3-1 8 0,-2 1-11 0,-1-1 2 16,-1 1-8-16,-2 0-14 0,-1-1 8 0,0 2-10 0,-1-2 10 15,-1 0-13-15,0 0 4 0,1 0-2 0,-1 0 2 16,-1 0 1-16,3 0 5 0,-2 0 2 0,0-2 0 15,1 2-1-15,0-1 1 0,2 1-1 0,-1 0 1 16,-2-1-7-16,0 1-1 0,-2-1-1 0,-6 1 0 16,0 0-1-16,0 0 4 0,1 0-8 0,-1 0 2 15,1 0-51-15,0 0-80 0,-1 0-9 0,0-1-31 16,0 1-98-16,8-19-108 0,-8 19-17 0</inkml:trace>
  <inkml:trace contextRef="#ctx0" brushRef="#br0" timeOffset="-135918.87">9926 6202 1017 0,'0'0'285'0,"0"0"-102"0,0 0 145 16,0 0-228-16,0 0-23 15,0 0-10-15,0 0-16 0,0 0-4 0,0 0 6 0,0 0-14 16,0 0-3-16,0 0 0 0,0 0 0 0,19 1 8 16,-19-1 14-16,1 0-2 0,19-4 7 0,-12 3-5 15,1 1-1-15,0-1-2 0,1-1-1 0,-1 1-4 16,1 1 1-16,-1 0-1 0,2 0 1 0,-1 1-11 15,1-2-4-15,1 1-3 0,2 1-1 0,-1 0-13 0,2-1-3 16,-3 0-5-16,1 2 2 0,0-1-11 0,-1 1 2 16,1-1 0-16,-1-1 1 15,2 2-1-15,-1-1-1 0,0 1 1 0,1 1-1 0,-1-1 4 16,2 0 6-16,2-1-3 0,1 2 4 0,1-2-1 16,-1 1 2-16,1 2-4 0,-1-1 3 0,1 1 0 0,-1 1 12 15,0-1 0-15,0 1 1 0,-1 0-12 16,3 0-8-16,0-1-1 0,2 0 0 0,0 1 2 0,-2-2-5 15,1 1 1-15,-1-1-2 0,-1 1 0 0,1-1 5 16,-1 0-6-16,1-1 4 0,3 0-11 0,1-1 9 16,0 1-2-16,0-2 6 0,-1 1-6 0,1-1 15 15,-1 1 3-15,0-1 4 0,-1 0-3 0,1-1-5 16,2 0-4-16,-1 0 1 16,0 0-3-16,0 0-1 0,-3 0 2 0,-1 1-2 15,0 0-4-15,-1-1 5 0,-2 1-4 0,2-1 4 16,1 0-9-16,1 1 4 0,0-1 0 0,-2 0 2 15,0 0-6-15,0 0 1 0,-1-1 0 0,-1 1 1 16,0-1 5-16,0-1-8 0,-1 2 3 0,0 0-3 0,2 0 3 16,0 0 1-16,0 1-3 0,-1-1 2 0,-1 1-2 15,-1-1 4-15,-2 0 0 0,0 1 1 0,0 1-4 16,0 1-1-16,-2-2 2 0,0 1-2 0,-1-1 5 16,-1 1-6-16,3 0 2 0,-2 0-1 0,1-1 6 0,1 1-4 15,-1-1 2-15,0 1-3 0,0 0 3 0,-2 0-3 16,-1-1 3-16,0 1-3 0,-1 0 6 0,0-1 1 15,-1 1-4-15,0 0 4 0,-6-1-4 0,0 0-5 16,1 0 6-16,16 2-6 0,-17-2 6 0,1 0-1 16,-1 0-6-16,1 0 2 0,17 2 0 0,-18-2 3 15,0 0 3-15,0 0-1 0,0 0-1 0,1 0-1 16,-1 0-4-16,1 0-1 0,0 0-32 0,-1 0-51 16,0 0-5-16,0 0-20 15,1 0-42-15,0 0-43 0,-1 0-14 0,0 0-18 0,0 0-121 16,0 0 999-16</inkml:trace>
  <inkml:trace contextRef="#ctx0" brushRef="#br0" timeOffset="-135212.68">10179 6158 984 0,'-8'2'11'0,"0"-1"19"15,1 0-1-15,0 0 9 0,1 1 3 0,0-2 25 16,0 1-2-16,-1 0 14 0,1 1 23 0,1-2 6 16,-1 2 0-16,6-2 1 0,-1 0-14 0,1 0-6 15,0 0 4-15,-1 1-4 16,0-1-1-16,1 1-31 0,0-1 4 0,-1 0-13 0,-7 17-7 15,8-17-6-15,0 0-3 0,0 0 2 0,0 0 7 16,21 2-3-16,-21-2-2 0,1 0-4 0,23 3-24 16,-14-4-1-16,2 0 1 0,1 0-1 0,2 0-4 0,0 2 0 15,1-1-6-15,0 0 4 0,2 0 4 16,2 0-6-16,2 1 5 0,1-1-5 0,1 0 10 0,0 0 2 16,-1 0-1-16,1 1 1 0,0 1-4 0,1 0 0 15,2-1-2-15,0 0 2 16,2-1 4-16,-3 0 22 0,1 2-4 0,-3 0 9 15,1 1-16-15,-1-1 3 0,-2 0-1 0,3 0 3 16,-1 0 7-16,1 1 7 0,1-1-5 0,-3 1 3 0,0 0-21 16,-2-2 3-16,0 2 1 0,0-3 0 15,0 0 1-15,3 1-7 0,-1-2 2 0,0 2-2 0,-2 0 4 0,-1-1-9 16,-2 1 1-16,-2-1-5 0,-1 0 3 0,0 0-2 16,-3-1 3-16,1 2-3 0,1 0 1 0,-1-1 1 15,0 0 1-15,0 0 2 0,0-1 3 0,0 1 1 16,-2 0 0-16,-1-1 2 0,0 0 3 0,-1 1-6 15,-1-1-3-15,0 0-1 0,-1 2-10 0,0-1 3 16,-7 0-2-16,0 0 2 0,1 0 4 0,16 0-8 16,-17 0-9-16,0 0-11 0,0 0-121 0,0 0-153 15,1 0-36-15,0 0-75 0,-1 0-471 0</inkml:trace>
  <inkml:trace contextRef="#ctx0" brushRef="#br0" timeOffset="-133206.41">10731 6038 1643 0,'0'0'124'0,"0"0"7"16,0 0 9-16,0 0-84 16,0 0-16-16,0 0-21 0,0 0 7 0,0 0-18 0,0 0-6 0,0-1 6 15,0 1-4-15,0-1 7 0,0 1 5 16,0 0 20-16,0-1 1 0,1 1 8 0,-1-1 26 0,17-11-1 15,-17 12 4-15,0 0-5 0,0 0-1 0,0 0-12 16,20 1 2-16,-20-1-5 0,1 0 2 16,16 2-1-16,-17-2-3 0,0 0 0 0,18 0-19 0,-18 0-3 15,1 0-4-15,17-2 1 0,-18 2 3 0,1 0-6 16,16-2 1-16,-17 2-4 0,0 0 3 0,17-1-6 16,-17 1 6-16,1 0-7 0,17-1 3 15,-18 1-5-15,0 0 0 0,19-1-2 0,-19 1-5 0,0 0 1 16,20 0-2-16,-20 0 3 0,1 0 6 0,17 2-11 15,-18-2 3-15,1 0-5 0,0 0 9 0,15 1 4 16,-16-1-2-16,0 0 2 0,1 0-3 0,-1 0 0 16,0 1-4-16,1-1 1 0,-1 1-12 0,1-1-69 15,0 1-8-15,14 16-32 0,-15-17-109 0,0 0-159 16,0 0-90-16</inkml:trace>
  <inkml:trace contextRef="#ctx0" brushRef="#br0" timeOffset="-131608.52">11432 5940 736 0,'0'0'189'0,"0"0"97"0,-1 0 23 15,0-1-88-15,1 1-64 0,-1-1-43 0,1 1 7 0,0-1-17 16,-1 1-18-16,0 0-4 0,-15-14-4 0,16 14 0 15,0 0-21-15,0 0-28 0,0 0-4 16,0 0-9-16,0 0-10 0,0 0-10 0,0 1 5 16,0-1-7-16,0 0 1 0,0 1-2 0,1-1 2 0,16 12 1 15,-17-12 12-15,1 0-1 0,19 2 2 16,-19-2-1-16,15 1 7 0,-16-1 17 0,1 0 4 0,22 1 5 16,-23-1 8-16,1 0 5 0,20 2-6 0,-21-2 4 15,1 0-15-15,-1 0-16 0,18 2 6 0,-18-2-10 16,0 0 0-16,1 0-3 0,0 0-2 0,-1 0 0 15,0 0-3-15,1 0-5 0,15 0 0 16,-16 0-1-16,0 0 2 0,0 0-5 0,0 0-15 16,0 0-3-16,0 0-109 0,0 0-83 0,0 0-21 15,0 0-30-15,0 0-139 0</inkml:trace>
  <inkml:trace contextRef="#ctx0" brushRef="#br0" timeOffset="-126193.49">10017 6225 1662 0,'0'0'113'0,"0"0"-28"16,0 0 57-16,0 0-25 0,0 0-22 0,0 0-7 0,1 0-23 15,-1 0-9-15,1 0 6 0,-1 0-3 0,1 0-1 16,0 0-2-16,-1 0-2 0,0 0-15 0,18-2 6 16,-18 2 2-16,1 0 1 0,0 0 0 0,19-3-10 15,-20 3-2-15,0 0-2 0,20 1-8 0,-19-1-1 0,-1 0-4 16,23-2 1-16,-14 2-13 0,0 0 2 0,1 0 4 15,0 1-1-15,0-1 6 16,0-2-1-16,0 0-3 0,2 1 1 0,-1 0-11 0,1 1 4 16,0 0-5-16,1-1 5 0,-2-1-6 0,2 2-3 15,3 0 4-15,-1-1-3 0,3 2 2 0,-1-1-3 16,-1-1 0-16,0 1 0 0,-1 0 1 0,0 0 5 16,0 1-6-16,0-1 4 0,-2 0-5 0,0 0-2 15,1 0 3-15,1 1-1 0,2 1-3 0,2-2 6 0,0 0-2 16,0 0 5-16,-1 1-6 15,0 0-2-15,-1 0 1 0,0 1-1 0,-1-1 0 0,0 1 4 16,-1 0-1-16,0 0 3 0,0 0-4 0,2 0-1 16,1 0 0-16,0 1 0 0,1-2 5 15,0 1 24-15,0 1-8 0,-3-2 12 0,0 1-16 0,0 0-3 16,-2-1-2-16,0 1 0 0,1 0-7 0,-2 0 1 16,3 2-2-16,1-2 0 0,-2 0 0 0,3 0 1 15,-3 0 1-15,2 1-2 0,-2-2-3 0,0 1-3 16,-1 0 5-16,-1 0-3 0,2 0 6 0,-4-1-2 0,2 1-3 15,-1-1 2-15,-1 0 0 16,2 0 1-16,1 0-2 0,2 0 1 0,-1-1-3 16,1 0 0-16,-1 0 1 0,0 1 0 0,-1 0 7 15,-1-1-4-15,1 0-2 0,-2 0 0 0,1 1-7 0,-2-2 9 16,-2 1 0-16,3-1 3 0,-2 0-4 0,0 1-2 16,3-1 0-16,0 1 0 0,1-1-1 0,-1 0 4 15,1 0-3-15,-2 1 5 0,0-1-9 0,-1 0 4 16,1 0 0-16,-1 0 1 0,-1 0-2 0,1 0 1 15,-2 0 0-15,1 1 1 0,-2 0-1 16,0-1 1-16,-1 1 0 0,2 0 1 0,-2 0-1 16,0 0 0-16,-7 0 0 0,1 0 1 0,15 3 5 0,-16-3-7 15,1 0 2-15,15 3-4 0,-16-3 5 0,0 0-46 16,0 0-24-16,18 2-19 0,-18-2-159 0,0 0-134 16,1 0-58-16</inkml:trace>
  <inkml:trace contextRef="#ctx0" brushRef="#br0" timeOffset="-101433.27">12327 5434 1323 0,'0'0'64'0,"0"0"20"0,0 0 30 0,0 0-5 16,0 0 12-16,-1 0-33 0,1 1-3 0,0-1-7 16,-1 1 6-16,-22 13-15 0,23-14 1 15,0 1-7-15,-8 15-13 0,8-16-14 0,0 1 0 0,-5 15-5 16,5-16-9-16,0 0-1 0,5 20-2 0,-1-12 1 16,1-2-9-16,1 3-5 0,1 0 2 15,1 0-3-15,0 3-1 0,-1 0-1 0,0 1-3 0,1 2 1 16,-1-1 1-16,1 0 4 0,-1-1 1 0,-2 0 0 15,0-1 1-15,0-2-3 0,0 0 0 0,-2-2-1 16,1-1-1-16,0-1 1 16,-1 0 0-16,0-2 0 0,-3-4 5 0,0 0-2 15,0 0 0-15,1 1-4 0,-1-1-37 0,1 1-82 0,-1-1 2 16,1 1-33-16,-1-1-40 0,0 0-64 0,1 0-20 16,0 0-46-16,-1 0-422 0</inkml:trace>
  <inkml:trace contextRef="#ctx0" brushRef="#br0" timeOffset="-101131.97">12289 5558 1361 0,'-7'0'112'15,"1"0"308"-15,6 0-357 0,0 0 54 0,0 0-18 16,-17-2 23-16,17 2-84 0,0 0 6 0,0 0-5 15,0 0 6-15,0 1-1 0,0-1-16 0,-7 17-2 16,7-17-4-16,0 1-9 0,4 17-3 0,-4-17-1 16,7 16 0-16,-1-7 0 0,-1 1-3 0,2-1-1 15,1 1-1-15,-1 0-7 0,3 0 5 0,-2-1 1 0,1-1 2 16,0 1-4-16,-1-2 1 0,0 0-3 0,0 0 2 16,-2-1 4-16,1-1-1 0,0 2 2 0,-2-2-3 15,0 0 0-15,-5-6 1 0,1 1 2 0,0-1 0 16,-1 0-4-16,0 1 3 0,1-1 2 0,14 18 0 15,-15-18-4-15,0 0-55 16,0 0-21-16,0 0-20 0,0 1-142 0,0-1-286 16</inkml:trace>
  <inkml:trace contextRef="#ctx0" brushRef="#br0" timeOffset="-96042.37">12476 5906 238 0,'0'0'202'0,"0"0"-37"0,0 0 97 15,0 0-45-15,0 0-42 0,0 0-24 0,0 0-47 16,0 0-3-16,0 0-2 0,0 0-12 0,0 0-17 15,0 0 3-15,0 0-10 0,0 0-10 0,0 0-16 16,0-1 0-16,0 1-5 0,0-1-5 0,0 1-2 16,0-1-3-16,0 1 2 15,0 0 7-15,0-1 10 0,0 1 2 0,0-1 2 16,0 1 1-16,-7-17-2 0,7 17 0 0,0 0 0 0,0 0 2 16,0 0-9-16,-1 0 4 0,1 0-7 0,0-1-6 0,-1 1-2 15,-15-9-6-15,16 9 2 0,0 0-8 0,0 0-4 16,0 0 1-16,-1 0-3 0,0 0-8 0,1 0 2 15,-17-7 1-15,17 7 1 16,0 0 1-16,0 0 0 0,-1 0-5 0,1 0 3 16,0 0-4-16,-1 0-3 0,0 0 4 0,1 0-1 15,-17-7 2-15,17 7-5 0,0 0 1 0,0 0-1 16,0 0 10-16,0 0 0 0,0 0-2 0,0 0 2 0,0 0-3 16,0 0-1-16,0 0 2 0,0 0 0 0,0 0 4 0,-1 0-4 15,1 0 2-15,0 0-3 0,0 0 8 0,-1 0-4 16,0 0 1-16,1 0-2 0,-1 0 1 0,-15 5-3 15,16-5 2-15,0 0-2 0,0 0-4 0,-1 0 3 16,1 0-3-16,0 0 2 0,-1 1-1 0,-16 7 3 16,17-8 0-16,0 0 0 0,-1 0 2 0,1 0-2 15,-1 1 4-15,1-1-3 0,-17 13-2 0,17-13-2 16,0 0 0-16,0 1 0 0,-1-1-2 0,1 1-3 16,-19 17-2-16,19-18 1 0,0 0-2 0,-1 0 4 15,-16 16 3-15,17-16 0 16,-1 0 4-16,1 1-3 0,-16 16 1 0,16-17 0 15,-1 0-1-15,0 1 3 0,1-1-6 0,-16 19 4 0,16-19-4 0,0 1 4 16,0-1 4-16,-1 1-1 16,-10 17-1-16,11-18-6 0,0 0 1 0,0 1-2 15,0-1 5-15,0 1-3 0,1 15 1 0,-1-16-3 16,0 0 1-16,1 0-1 0,-1 1 0 0,18 9 0 0,-18-10 8 16,0 0-1-16,18 5 3 0,-18-5-4 0,1 0 8 15,22 4 0-15,-22-4-2 0,-1 0 1 0,22 2-5 16,-21-2 4-16,15 0-2 0,-16 0 2 0,1 0-2 15,21 1 4-15,-22-1-2 0,1 0 3 0,18-3-3 0,-19 3-1 16,0 0 1-16,1 0-1 0,17-1 4 0,-18 1-4 16,0 0 2-16,0 0-3 0,0 0 4 0,1 0-4 15,0 0 1-15,-1 0-1 0,1 0 1 0,-1 0-4 16,0 0 3-16,0 0-4 0,0 0-1 0,0 0 2 16,0 0-4-16,-1 0 4 0,1 0-4 0,-17 0-1 15,17 0-1-15,0 0-1 0,0 0 0 0,-19 3-8 16,19-3 3-16,0 0-3 0,-18 9 5 0,17-9 0 15,1 0 1-15,-21 9-1 0,20-9 4 0,1 0 1 16,-19 11 1-16,18-11 0 0,0 1 0 0,-19 12 0 16,20-13 0-16,-1 0-1 15,-16 14-3-15,17-14 4 0,-1 1-1 0,0-1 1 16,-18 21-6-16,19-21 1 0,0 0 1 0,-12 18-1 16,12-18 3-16,0 0 2 0,-8 18-3 0,8-18 3 15,0 1 0-15,-3 21 6 0,3-21 0 0,0-1 2 16,3 22-6-16,-3-22 5 0,0 0 1 0,1 1 0 0,12 18 1 15,-13-19-6-15,1 1 3 0,20 12-2 0,-12-9 9 16,0 0-4-16,1-1 5 0,0-1-3 0,0-1 6 16,1 1-2-16,-1 0 0 0,1-1 0 0,-1-1 2 15,-1-1-9-15,0 1 3 0,0-1-5 0,0 0 7 16,-1 0-4-16,2 1 1 0,-2-2-2 0,2 0-2 0,-3 1-8 16,0-1-4-16,1 2-6 0,-3-1-54 0,-5 1-81 15,1 0-22-15,-1 0-29 16,1 0-149-16,17-5 934 0</inkml:trace>
  <inkml:trace contextRef="#ctx0" brushRef="#br0" timeOffset="-95474.74">12150 6434 1082 0,'0'0'173'0,"0"0"26"0,0 0 65 0,0 0-143 0,0 0 51 16,0 0-42-16,0 1-5 0,0-1-17 0,0 0-52 16,0 1-20-16,0-1 3 0,0 1-8 0,0-1 6 0,10 17 6 15,-10-17 2-15,0 0 1 0,1 0 11 0,17 3 0 16,-18-3 1-16,16 3 0 0,-7-2 0 0,1 0-8 15,0-2 2-15,2 1-6 0,1-1-14 0,0-1-10 16,1-1-3-16,1 1 0 0,1 1-9 0,-1 0-3 16,0 0-1-16,0-1 0 0,-1 0 3 0,-1 1-1 15,1-1 3-15,-3 2-3 16,1-1-1-16,0 0 6 0,0 1-4 0,0-1 4 16,1 0-12-16,-1 0 6 0,-1-2-2 0,1 2 3 15,-2 0-1-15,-2 1-4 0,0 0 3 0,-1 0-2 16,-7 0 0-16,0 0 8 0,1 0-7 0,15-3 5 0,-16 3-31 15,0 0-27-15,0 0-7 0,0 0-8 16,0 0-35-16,0 0-29 0,0 0-7 0,0 0-10 0,0 0-48 16,0 0-43-16,0 0 1 0,0-1-20 15,0 1-37-15,-1-1-216 0</inkml:trace>
  <inkml:trace contextRef="#ctx0" brushRef="#br0" timeOffset="-95109.72">12227 6450 657 0,'-8'-3'91'0,"2"3"276"0,6 0 126 0,-1 0-363 0,1 0-2 16,-17 3 11-16,17-3 3 0,0 0-2 0,-1 0-17 0,1 0-22 15,0 1 0-15,-1-1-11 0,0 0-16 0,1 1-19 16,-1-1 4-16,1 1-8 0,0-1 10 0,0 1-19 15,1-1 1-15,15 11-8 0,-15-11-11 0,15-1-7 16,-6 1-1-16,1-1-2 0,2 0 0 0,-1-1-3 16,3 0 1-16,0 1 0 0,0 0 4 0,0 0-10 15,0 0 4-15,0 0-5 0,0-1 3 16,-2 2-5-16,0-1 4 0,0 0-3 0,-2 1 10 0,2-1-7 16,0 0-1-16,0 1-1 0,0 0 1 0,-1 0 4 15,0 0 0-15,-3-1 0 0,0-1 1 0,-3 1-2 16,0 0-8-16,-6 1 0 15,1 0-45-15,-1 0-19 0,0 0-7 0,1 0-5 16,-1 0-22-16,1 0-30 0,0 0-1 0,-1-1-15 16,0 1-46-16,0-1-50 0,0 1-7 0,0-1-24 15,-1 1-110-15</inkml:trace>
  <inkml:trace contextRef="#ctx0" brushRef="#br0" timeOffset="-94843.48">12274 6469 1772 0,'0'0'81'0,"-1"0"39"16,0 0-19-16,0 0 26 0,1 0-32 0,0 0 12 16,0 0 5-16,0 0 3 0,0 0 15 0,16 1-40 15,-6-2 0-15,3 1-15 0,1-1-16 0,-2-1-6 16,3 0-2-16,-1-1-3 0,0 0-20 0,-1 1-9 16,-1-2 2-16,0 3-5 0,-1 0-9 15,0-1 0-15,0 1-3 0,1-3 2 0,0 3-4 0,-1-1 0 16,1 1 2-16,-1 1 1 15,0-1-2-15,-1 1 4 0,-2 0-4 0,1 0 5 16,-2-1-4-16,-7 1-36 0,0 0-5 0,1 0-19 16,15-1-79-16,-16 1-91 0,0 0-40 0,0 0-40 15,0 0-358-15</inkml:trace>
  <inkml:trace contextRef="#ctx0" brushRef="#br0" timeOffset="-80539.22">10841 6257 1279 0,'0'0'102'15,"0"0"20"-15,0 0 15 0,0 0-64 0,0 1-10 0,0-1-6 16,0 1-5-16,0-1-1 0,-3 18-16 0,3-18 1 16,0 0-4-16,0 0 2 0,0 0-16 0,1 0 3 15,-1 1-3-15,1-1 3 0,18 11 6 0,-19-11 23 16,0 0 0-16,19 2 9 0,-19-2 8 0,0 0-18 15,21 1 1-15,-11 0-8 0,2-1 1 0,1 0 0 16,1 0 4-16,0 0-4 0,1-1-4 0,0 0-17 16,1 0 1-16,-1-1-5 15,0 1-1-15,0 0 0 0,-2 0 3 0,1-1-2 0,1 0-2 16,-2 1-5-16,1-2 0 0,2 1 0 0,1 0 6 16,2-2-17-16,0 1 7 0,0 0-8 0,-1-1 5 15,0 1 2-15,-1 1-8 0,-2 0 5 0,0 0-2 0,-1 0 1 16,0-1 5-16,0 2-4 0,1-1 1 0,1 1 1 15,2 1 0-15,-1 0 2 0,0 1-3 0,-1 0 5 16,-2-1-7-16,0 1 7 0,-2-1-4 0,-1 2-1 16,1 0 8-16,-1 0-4 0,-2 0 15 0,1 0-4 15,0 0 2-15,-3 1-3 0,-7-3 2 0,1 0-11 16,17 7 1-16,-18-7-3 0,1 0 1 0,18 5-2 16,-19-5 3-16,1 0-5 0,-1 0-13 0,20 2-188 15,-20-2-8-15,0 0-79 16,0 0-196-16</inkml:trace>
  <inkml:trace contextRef="#ctx0" brushRef="#br0" timeOffset="-79754.38">12237 6479 1359 0,'0'0'56'0,"0"0"22"16,0 0 32-16,0 0 7 0,0 0 11 0,0 0-42 15,1 0 4-15,17-2-7 16,-18 2 27-16,0 0-20 0,0 0 2 0,0-1-9 16,1 1-10-16,16-14-13 0,-17 14 0 0,0 0-5 15,18-6-3-15,-18 6-9 0,1 0-2 0,20-4-3 16,-21 4-22-16,0 0-6 0,20-2-2 0,-20 2 1 0,0 0 2 15,19-3-10-15,-19 3 5 0,0 0-7 0,19-1-1 0,-19 1 2 16,1 0 0-16,17 2 2 0,-18-2 7 0,0 0-6 16,17 1 5-16,-17-1-4 0,0 0 11 0,17 3 4 15,-17-3-2-15,1 0 1 16,-1 0-9-16,16 2 4 0,-16-2 0 0,0 0 3 16,1 0 3-16,-1 0-1 0,0 0-4 0,0 0 2 0,1 0-5 0,-1 0-4 15,1 0 3-15,0 0-5 0,-1 0-9 0,0 0-15 16,1 0-2-16,-1 0-6 0,1 0-28 0,-1 0-39 15,0 0-19-15,1 0-15 0,-1 0-151 0</inkml:trace>
  <inkml:trace contextRef="#ctx0" brushRef="#br0" timeOffset="-66845.04">12115 6467 1181 0,'0'0'108'0,"0"0"16"0,0 0 12 0,0 0-73 16,0 0-20-16,0 0 0 0,0 0 6 0,0 0-3 0,0 0 41 16,0 0-3-16,0 0 3 0,1 0-4 0,15-2-8 15,-16 2-19-15,0 0-3 0,17-3-5 0,-17 3-2 16,0 0 7-16,21-1 1 15,-20 1-1-15,-1 0-19 0,25-2-12 0,-16 3 1 16,1 0-5-16,-1-1 1 0,3-1-9 0,0 2-4 0,2-1 0 16,1 1 1-16,-1-1 4 0,2 1 2 0,-1-1 0 15,1 0 7-15,-1 0 4 0,1 0-2 0,-2 2 3 16,2 1-5-16,-2-2-8 0,1 0 1 0,-2 0-2 16,1-1-5-16,-1 1 3 0,1-1-3 0,-2 2 3 15,2-2 0-15,-3 2-5 0,-2-2 5 0,0 1-6 16,-1-1 4-16,-3 0 3 0,-5 0-2 0,1 0 2 15,-1 0-4-15,1 0-31 0,-1 0-10 0,1 0-12 16,-1 0-55-16,0 0-23 0,1 0 1 0,-1 0-12 16,1 0-34-16,-1 0-47 0,0 0-6 0,0 0-18 15,0-1-54-15</inkml:trace>
  <inkml:trace contextRef="#ctx0" brushRef="#br0" timeOffset="-66396.31">12112 6496 1816 0,'0'0'65'0,"0"0"56"16,0 0-85-16,0 0 16 0,0 0-4 0,0 0 2 0,0-1-33 15,0 1 19-15,0-1-9 0,20-8 10 0,-20 9-30 16,0 0 0-16,1 0 0 16,18 0 0-16,-19 0-1 0,0 0 20 15,23-2 2-15,-23 2 9 0,17-1 23 0,-6 1-4 0,0-1-1 16,2 1-2-16,-1-1 3 0,3 1-14 0,0-2 6 16,1 0-10-16,0 0 1 0,1 0-14 0,-1 1 0 15,-1 0-4-15,0 0-1 0,-1 0-7 0,-2 0 1 16,-1 0-3-16,-1 1 2 0,0 0 7 0,0 1 4 15,-2 0 1-15,0-1-3 0,-1 0-3 0,0 0-6 0,-7 0 3 16,1 0-7-16,15 0 8 0,-16 0 0 0,0 0 2 16,0 0-9-16,18 0 6 0,-18 0-10 0,0 0 8 15,0 0-12-15,1 0 7 16,0 0-3-16,-1 0 2 0,0 0-8 0,0 0-1 0,1 0 4 16,-1 0-3-16,1 0-1 0,0 0 4 0,-1 0-3 15,0 0 1-15,1 0-21 0,-1 0-71 0,1 0-9 0,-1 0-28 16,0 0-85-16,1 0-124 0,-1 0-52 0</inkml:trace>
  <inkml:trace contextRef="#ctx0" brushRef="#br0" timeOffset="-64722.86">10166 6303 544 0,'0'0'212'0,"0"0"-54"0,0 0 104 0,0 0-93 16,0 0-25-16,0 0-14 0,0-1-24 0,0 1-6 15,0 0 3-15,0-1-21 0,0 1-14 0,0-1-1 16,0 1-8-16,16-13-22 0,-16 13-16 0,1 0-4 15,-1 0-2-15,22-6-2 0,-14 5-2 16,2-1 0-16,0 1-1 0,2-1 2 0,1 1 3 0,3 0 1 16,2 1 1-16,1 0 5 0,2-1 0 0,1 0 9 15,1 2-5-15,-1-1 12 0,0 0-13 0,-1 1-3 0,1 0-3 16,0 0-5-16,2 1 5 0,1-1-3 0,-1 0 4 16,1 1-2-16,-3 0 6 0,1 0-2 0,-3 0 4 15,0 0 0-15,2 0 6 16,1 1 2-16,0-1 0 0,2 0 1 0,-1 0-6 0,-1 0-5 15,-1 0-1-15,0 0-17 0,-3 0 2 0,1 0-1 16,1-1 2-16,1 0-6 0,2 0 9 0,0 0-6 16,-4-1 7-16,1 2-7 0,-3-1 52 0,-1 1-14 15,-1-1 22-15,-1 0-44 0,-1 1-2 16,-1-1-1-16,3 1 0 0,-1-1 3 0,1 1-3 0,2 0-3 16,-2-1 1-16,0 0-7 0,-2 1-1 0,0-1 1 15,-1 0-1-15,0-1-1 0,-2 1-1 16,0-1 0-16,-2 0-1 0,-1 0-1 0,1 0 0 0,-2 0 2 15,-7 0-3-15,0 0 5 0,1 0-6 0,19-2 5 16,-20 2-5-16,0 0 5 0,1 0-3 16,-1 0-4-16,1 0-1 0,16-4-36 0,-17 4-151 0,0 0-9 15,0 0-69-15,0 0-227 0</inkml:trace>
  <inkml:trace contextRef="#ctx0" brushRef="#br0" timeOffset="-49807.01">12137 6474 1386 0,'0'0'94'0,"-2"0"2"0,2 0 12 0,0 1-43 16,-1-1-18-16,-15 9-18 0,16-9 4 0,0 0-10 15,0 0 12-15,0 0 7 0,0 0 6 0,0 0-1 16,0 0 9-16,0 0 17 0,1 0-8 0,-1 0 11 16,18 3-17-16,-18-3 3 0,0 0-1 0,23-4 2 15,-14 2-9-15,1 2-7 0,0-2-1 0,-1-1-1 16,1 3 0-16,1-3-15 0,0 2 0 0,1 1-7 16,1-2-7-16,0 1-4 0,0 0 5 0,1 1-4 0,-2-1 10 15,1 1-12-15,-1-2 4 0,0 2-7 0,-2 0-1 16,1-2-1-16,-2 2-1 15,0-1 1-15,0 0-5 0,0 1 3 0,-1-1-4 16,1 1 6-16,-3-1 2 0,-6 1-3 0,0 0 2 16,16-1-2-16,-16 1 9 0,1 0-1 0,-1 0-2 15,18 0 1-15,-18 0 2 0,0 0-33 0,0 0-5 16,0 0-16-16,0 0-56 0,0 0-36 0,0 0-3 0,0 0-16 16,0 0-43-16,0-1-37 0,0 1-10 15,0-1-31-15,0 1-273 0</inkml:trace>
  <inkml:trace contextRef="#ctx0" brushRef="#br0" timeOffset="-49477.62">12105 6530 1292 0,'0'0'207'0,"0"0"-24"0,0 0 78 15,-1 0-207-15,1 0 35 0,0 0 7 0,0 0 5 0,0 0-6 16,0 0-10-16,0 0 5 0,18 2-6 0,-8-4 3 16,-1 0-26-16,3-1-18 0,0 0-2 15,2 0-8-15,-1 0-25 0,2 1 0 0,-2-1-1 16,3 2 1-16,-1-1 2 0,1 1-10 0,1 0 4 16,-1 0-4-16,0 1 13 0,-1 0-7 0,-1 0 0 0,-1 1-2 15,-2 1-4-15,0-2 11 0,-1 1-6 0,-1 0 7 16,-1 0-2-16,-2 0-4 0,1-1 5 15,-7 0-4-15,1 0 6 0,-1 0-16 0,0 0-4 16,18 0-8-16,-18 0-45 0,0 0-39 0,0 0-6 0,0 0-11 16,0 0-31-16,0 0-60 0,0-1-8 0,0 1-24 0,0-1-85 15</inkml:trace>
  <inkml:trace contextRef="#ctx0" brushRef="#br0" timeOffset="-49103.51">12108 6502 1701 0,'0'0'15'0,"0"0"22"0,1 0 8 0,16-5 9 16,-17 5 28-16,1 0-20 0,15-2 1 0,-16 2 0 15,1 0 40-15,18-1-24 0,-19 1 4 0,1 0-13 16,24 1-11-16,-15-2-20 0,0 0 6 0,2 1-8 16,1-1 35-16,2 1-1 0,2-1 6 0,1 0-5 0,1 0 0 15,-1-1-22-15,0 1 0 0,0 0-9 0,-1 1-6 16,-3 0-19-16,1 0 4 16,-2 0-10-16,0 1-6 0,0-1 12 0,0 0-10 15,0 1 11-15,0-1-10 0,-1 1 1 0,1-1 1 0,-1 1-2 16,-2 0-2-16,1 0 3 0,-2 1 0 0,-1-2 1 15,0 1-4-15,-2-1 1 0,-6 0-2 0,0 0 0 16,0 0-23-16,1 0-118 0,16 1-19 0,-17-1-49 16,0 0-188-16</inkml:trace>
  <inkml:trace contextRef="#ctx0" brushRef="#br0" timeOffset="-47030.12">12319 5748 1728 0,'0'0'307'0,"0"0"-135"16,0 0 163-16,0 0-312 0,0 0-11 0,0 0 1 0,0 0-23 16,0 0-3-16,17 14-3 0,-17-14-9 0,0 0 16 15,10 14-8-15,-5-4 12 0,-1 0 1 0,-1 4 4 16,0 1 4-16,0 4 1 0,0 2 13 0,1 2 11 15,-1 1-1-15,0 0 3 0,0 0-3 0,0 0-13 16,0 1 5-16,0 1-8 0,1 1-1 0,-2 1-4 16,2-3 0-16,-2 0 0 0,0-4 2 0,1-1 3 15,-2-2-6-15,3-2 6 16,-3-1 4-16,0-2-4 0,1-2-18 0,-1-4-1 16,-1-7-111-16,0 1-38 0,0-1-1 0,0 1-14 15,0-1-22-15,0 1-77 0,0-1-55 0</inkml:trace>
  <inkml:trace contextRef="#ctx0" brushRef="#br0" timeOffset="-46777.85">12384 5788 1613 0,'0'0'274'0,"-1"0"-160"15,1 0 44-15,-17 11-90 0,17-11 38 0,-1 0-35 16,1 1 2-16,-1-1-15 0,-16 21-7 0,15-13-2 15,-1 0-2-15,1 3-2 0,0 2-21 0,0 1-15 16,2 3-1-16,-2 3-5 0,1-1-1 0,1 1-5 16,1 3 4-16,1 0-4 15,-2 1 6-15,1 3 3 0,0-2-5 0,1 0 3 16,-1-2-8-16,0-2 9 0,1-3 0 0,-1-3 4 16,0-2-5-16,-1-4-26 0,2 0-9 0,-2-9-11 15,0 0-77-15,0 0-51 0,0 1-7 0,0-1-19 0,0 1-73 16,0-1-393-16</inkml:trace>
  <inkml:trace contextRef="#ctx0" brushRef="#br0" timeOffset="-46586.62">12283 5927 1192 0,'0'0'195'16,"0"0"27"-16,0 0 67 0,0 1-197 0,0-1-19 15,0 0 10-15,1 20 0 0,-1-20 2 0,1 1-6 16,12 15 5-16,-8-10-4 0,3 3 0 15,-3 1-46-15,0 2-17 0,0 1-2 0,-1 1-4 16,-1 0-9-16,0 0 4 0,0-1 0 0,-1 0 2 0,-1-2 2 16,1 0-33-16,-2-2-26 0,1-2-11 0,-1-7-150 0,0 1-149 15,0-1-45-15</inkml:trace>
  <inkml:trace contextRef="#ctx0" brushRef="#br0" timeOffset="-45804.42">12461 5272 826 0,'0'0'133'15,"0"0"83"-15,0 0 79 0,0 0-185 0,-9-16 34 0,9 16-27 16,0 0-3-16,0-1-8 16,0 1-9-16,0-1-2 0,0 1-4 0,0-1 0 15,0 1-14-15,0-1-15 0,0 1 3 0,-1 0-11 16,1-1-22-16,0 1-13 0,-1 0-3 0,0 0-4 15,1 0-14-15,-1 1 6 0,1-1-3 0,-12 21 4 16,12-21-8-16,0 0-1 0,-3 22 0 0,3-12 0 16,-2 0-3-16,2 1 7 0,0 0-1 0,0 2 3 15,1-1-2-15,0 2 2 0,1-1 1 0,-1-2 0 0,1 0-2 16,1-1 1-16,2 0-2 0,-1-2 3 0,0 0 9 16,2-2-2-16,-2-1 4 0,2-1-2 0,0-1 3 15,1-2 0-15,0 0-1 0,1-1 0 0,0 0-3 16,-2-1 8-16,1-1-4 0,-1-1 6 0,0 0 0 0,1-1-8 15,-2-2 5-15,0 0-5 0,1 0 5 0,-1 0-4 16,-1-1 1-16,1 0-1 16,-2-1 11-16,1-1 9 0,-1-1 0 0,0-1 2 15,1 0-12-15,-1 0-6 0,-1 0 0 0,1 1-1 16,-1 0-2-16,0 1-2 0,-1 1 2 0,1 0-2 16,-2 1 2-16,0 0-6 0,-1 0 4 0,0 0-5 15,1 1 0-15,-1 0 7 0,1 6-6 0,0 0 8 16,0 0 4-16,-9-18-4 0,9 18 1 0,0 0-2 15,0-1 0-15,-1 1-2 0,-15-15 3 0,16 15-3 16,-1 0-7-16,1 0-5 0,-17-8 1 0,17 8-2 16,0 0-1-16,-1 0-5 0,-16 0 0 0,17 0-2 0,-1 0 10 0,1 0-4 15,-16 3 1-15,16-3-4 0,-1 0-1 16,0 0-3-16,0 0 2 0,1 0-8 0,-17 6-68 0,17-6-150 16,0 0-40-1,-1 0-53-15,0 0-308 0</inkml:trace>
  <inkml:trace contextRef="#ctx0" brushRef="#br0" timeOffset="-25618.32">4015 5996 868 0,'0'0'255'0,"0"0"123"16,0 0 9-16,0 0-343 0,0 0-17 0,0 0 2 0,0 0 10 15,0 0 1-15,0 0 34 0,0 0-5 16,1 0-4-16,21 0 3 0,-22 0 4 16,15-1-5-16,-6 0-1 0,0-1-2 0,1 0-14 0,0 0-25 15,1 0 4-15,-1 1-10 0,3 1 4 16,1-1 4-16,0 0 5 0,3 0-1 0,0-1 9 0,0 0 2 15,1 0 0-15,3 0 0 0,-2-1-10 0,2 0 4 16,-2-2-11-16,4 0 9 0,1 0-17 0,1 0-6 16,2-1 2-16,1 1-4 0,-2 0-2 0,-1 0 0 15,0 1-2-15,-2-1 2 0,2 1-1 0,2 0-7 16,1 0 3-16,1 0-4 0,-1 1 5 0,0 0-2 16,-2 0 1-16,1 0-2 0,2 0 0 0,1-1 7 15,2 0 0-15,-1 1 4 0,0-1-2 0,-2 1-7 16,-1 0 2-16,0-1-4 0,2 2 2 0,0 0 2 15,3 0-1-15,-5 1 2 0,1 0-1 0,-3 1 27 16,-1 0-2-16,2 0 11 0,0 1-2 0,0 0-23 16,0 1 0-16,-3-1-6 0,0 2 4 0,-4-1-9 15,-1 1 5-15,-1 0-6 0,-1 0 7 0,-1 0-4 16,-1 0 2-16,-1 1-2 0,0-1 1 0,-2-1-1 0,-1 1-1 16,-3 0 1-16,-2 0 10 0,-6-3-12 15,1 0 5-15,0 0-8 0,-1 1-18 0,0-1-47 0,0 1-1 16,0-1-16-16,0 0-9 0,0 1-13 0,0-1 1 15,-20 6-5-15,10-8-3 0,0 0-34 0,-3 0-4 16,1-1-15-16,-3 0-51 16,1 0-101-16,0 1-97 0</inkml:trace>
  <inkml:trace contextRef="#ctx0" brushRef="#br0" timeOffset="-25080.13">4234 6028 1436 0,'0'0'85'0,"0"0"95"0,-1 0-77 16,1 0-23-16,0-1 2 0,0 1-9 0,0-1-3 15,0 1-8-15,1-1 1 0,-1 1-6 0,21-6-21 0,-21 6-14 16,16 1 2-16,-7-1-4 0,3 1 1 0,0-1 5 16,1 1-2-16,0-1 5 0,4 1 11 0,1 0-15 15,2-1 4-15,1 1-6 0,1-1 25 0,0-1 9 16,1 0 2-16,1-1-1 0,0 1-11 0,3 0 4 15,0-3-4-15,3 1 3 0,1 0-12 0,-1 0 4 16,0 0-2-16,-2 1 0 0,1 0-14 0,1 0-10 16,-1 0-1-16,2-1-3 0,1 2-5 0,-4-1-1 15,-1 1 0-15,0-1 1 0,-1 0-1 0,4 0 2 16,0 0 3-16,3 0 0 0,-2 0-2 0,-2 1 2 16,-1 0-2-16,-1 1 2 0,1 0 0 0,0-1 1 15,1 2 4-15,1-1 0 0,-4 0 4 0,-1 0-6 16,-2 1 0-16,-2 1-2 0,1-1-2 15,1 1-7-15,-1-1-2 0,0 1 0 0,-2 1 5 0,-1 1-3 16,-2-1 6-16,0 0-6 0,-1 0 3 0,-3 0-4 16,0 1 1-16,-1-2 0 15,-2 0 7-15,1 1-1 0,1-1-8 0,0 0-1 0,0-1-80 0,-1-1-207 16,0-1-38-16,1 0 43 0,0 0 1071 0</inkml:trace>
  <inkml:trace contextRef="#ctx0" brushRef="#br0" timeOffset="-9580.19">10078 6281 2493 0,'0'0'92'0,"-1"0"-14"0,1 0 7 0,-1 1-16 16,1-1-27-16,0 1-49 0,0-1-6 0,0 0 0 15,0 0 1-15,0 0 4 16,0 0-3-16,1 0 2 0,-1 0-1 0,19-4 10 16,-19 4 0-16,0 0 4 0,22-3 5 0,-14 1 21 15,0 1 0-15,2-1 8 0,0 0 11 0,0 1-8 16,2 0 4-16,0 0-5 0,1-1 0 0,0-1-5 0,1 1 1 16,0 0-4-16,2 1-4 0,1-1-7 15,3 0 0-15,0 0-3 0,0 1-14 0,1 0 10 16,0 0-10-16,-1-1 11 0,1 1-1 0,-2 0-10 15,0 0 8-15,3 2-9 0,2-1 6 0,3 1 2 16,0-1-4-16,-1 1 3 0,0 0-5 0,-2-1 0 16,0 1 3-16,1 0-2 0,2 2 8 0,2-2-6 15,2 1 5-15,-1-2-4 0,0 2 13 0,-2-1 3 16,0-1 1-16,1 0 0 0,2-1-11 0,3 1 7 16,0-2-5-16,0 0 5 0,-3 1-6 0,-1-2-11 15,1 3 6-15,3-2-7 0,1 1 9 0,-1-1 0 16,-4 0-11-16,-2 1 7 0,-1-1-6 0,0 1 1 15,2 0 5-15,-1-1-4 0,1 1 4 0,-4 1-9 16,-3-1 11-16,-1 1-9 0,-2 0 24 0,-3-1 2 16,0 2-8-16,-1-1 4 0,2 0-12 0,-1 0-3 15,1-1 2-15,-2 1-4 0,-2 0-1 0,0 0 7 16,-1 0-2-16,-3-2 4 0,-1 2-6 0,0 0 4 16,-3 1-2-16,-5-1 3 0,1 0 3 0,0 0 1 15,-1 0 3-15,0 0-2 0,1 0-1 0,-1 0-12 16,1 0 0-16,-1 0-4 0,1 0-2 0,-1 0 0 15,0 0 0-15,1 0 0 0,0 0 0 0,-1 0 0 16,0 0 0-16,0 0 0 0,0 0 0 0,0 0 0 16,0 0-9-16,0 0 2 0,0 0-52 0,0 0-44 15,0 0-6-15,0-1-17 0,0 1-68 0,0-1-111 16,0 1-13-16,0-1-52 0,-7-15-252 0</inkml:trace>
  <inkml:trace contextRef="#ctx0" brushRef="#br0" timeOffset="11420.72">4366 5944 895 0,'0'0'390'0,"0"0"214"0,-1 0 2 15,1 1-552-15,-1-1-37 0,1 0-33 0,-5 18-5 0,5-18 6 16,0 0 15-16,0 0-3 0,0 0 4 0,0 1-2 15,1-1 6-15,21 18 1 16,-22-18-4-16,17 4 2 0,-7-4 0 0,1 0 9 16,1 0-1-16,3-1 3 0,-1-2-1 0,4 2 0 15,-1-2 8-15,0-1-1 0,2 1 34 0,0 0-13 16,3 0 2-16,1 1-7 0,2 1-1 0,-1-2-15 16,0 2 2-16,0 0-8 0,-2 1-9 0,1 0 0 15,-1 0-1-15,2 1 0 0,2-1 4 0,-1 0-7 0,0 0 6 16,0 0-7-16,0 0 2 0,-2 0 5 0,2 1-6 15,0-1 6-15,1-1-5 0,2 1-2 0,0-1 23 16,1 1-9-16,-1 0 54 0,-3 0-36 16,1 1-3-16,0 0-10 0,0 0-2 0,1 1 10 15,0 0-6-15,0-1 7 0,-2 1-11 0,0 1-5 16,-3-1 2-16,-2 0-3 0,0-1-6 0,0 0-2 0,-1 1 2 16,0-1-2-16,-2 1 1 0,-1-1 1 15,-2 0-1-15,-2 0 2 0,-1 0 2 0,-2 0-6 16,-1 1 4-16,-1 0-3 0,-7-2 9 0,1 0 1 0,-1 0 3 15,0 0-2-15,1 0 8 0,-1 0 19 16,1 0-10-16,-1 0 13 0,0 0-15 0,0 0-19 0,-11 1 3 16,1-2-10-16,-1-1-12 0,-2 1 2 0,-2-1-4 0,-4 1 3 15,0 0-9-15,-3 0 3 0,0 0-3 16,0 1 3-16,-1-1 5 0,0 0 6 0,-2 0-1 16,0 0 2-16,-2 0-1 0,-3 0 3 15,1-1 3-15,1 0-1 0,0 1-2 0,1 0-2 0,-1 1-4 16,-2 0 0-16,-2 0-2 0,0 1 2 0,0 1 1 15,0 2 0-15,2 0-11 0,-1 0 6 16,-1 2-5-16,-2 0 5 0,1 1 3 0,1 1 3 16,2 0-1-16,4 0 1 0,-1 1-6 0,2-1 12 0,1-1 1 15,2 0 3-15,1 0-5 0,1-1 7 16,5 0 1-16,1-2 3 0,4-1 6 0,4-1-5 16,6-2-5-16,-1 0 1 0,1 0-10 0,-1 0 3 0,1 0 7 15,0 0 0-15,0 0 13 0,1 0-3 16,19 7-3-16,-8-8 1 0,2 0-7 0,3 0 1 0,1-1-3 15,1 0 1-15,1 0-7 0,1-1-1 0,0 2 4 16,2-1-3-16,0 1-3 0,2-1 7 16,1 0-4-16,3-1 5 0,3 0-1 0,2-1 1 0,-1 1 2 15,0-1-2-15,0 0-3 0,4 0 7 0,1-1-5 16,1 0 4-16,-2 0-10 0,-1 0 3 0,-1 3-2 16,1-1 4-16,1 1-4 0,-1 1-4 0,-1-1 4 15,-3 1-3-15,-1 0 4 0,0 1-1 0,-1 0 1 16,-1 0-2-16,-1 0-2 0,-3 0 4 0,-2 1-1 15,-3 0 4-15,0 0-5 0,-5 0 3 0,0 0 1 16,-1-1 1-16,-1 0 2 0,-1 0-4 0,-2 0 0 0,-2 0 0 16,0 0 9-16,-1 0-73 0,-7 0-5 0,0 0-36 15,0 0-123-15,1 0-236 16,15-5-138-16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3-05T19:40:56.830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4184 3853 1491 0,'0'0'106'0,"0"0"9"0,0 0 14 0,0 0-78 16,0 0 5-16,0 0 26 0,0 1 4 0,-7 18-4 15,7-19-13-15,0 0-25 0,0 0 0 0,-1 0-8 16,0 0-11-16,-5 17 10 0,6-17-1 0,0 0 6 16,0 0 9-16,1 0-12 0,18 11 3 0,-19-11-5 15,15 4 11-15,-5-2-4 0,1 0 5 0,1-1-4 16,1 0-10-16,-1-1-13 0,0 1-3 0,1-1-3 0,1 1 2 16,1-1-12-16,0 0 7 0,3 0-8 0,0-2 19 0,3 1 14 15,0-2-2-15,1 1 4 0,-1-1-12 0,1 1-6 16,-4 0-4-16,-1 0 1 0,0 0-10 0,0 0 6 15,0 1-6-15,1 0 6 16,-2 1-8-16,1 0 2 0,-1 0 4 0,-2 2-3 16,-1-2-11-16,0 1 5 0,-2 0 0 0,-1 0 5 15,-2 0 8-15,0 1 8 0,-2-1 1 0,-6-1 4 0,1 0 9 16,-1 0-18-16,1 0 6 0,16 5-10 0,-17-5 0 16,0 0-2-16,0 0-2 0,0 0 1 0,0 0-1 15,0 0 4-15,1 0-1 0,-1 0-1 0,0 0-38 16,0 0-100-16,0-1-17 0,0 1-37 0,0-1-134 15,0-18-95-15,0 19-67 16</inkml:trace>
  <inkml:trace contextRef="#ctx0" brushRef="#br0" timeOffset="1007.41">5319 3937 488 0,'-5'-1'261'0,"5"1"129"16,0 0 7-16,0 0-305 0,-17-1-40 0,17 1 19 15,0 0-4-15,0 0 9 0,-1 0 3 0,-15-2-12 16,16 2 2-16,0 0-9 0,0 0-14 0,0 1-6 16,0-1 1-16,0 1-4 0,0-1-12 15,0 1 1-15,0-1-1 0,0 0 0 0,7 17 1 0,-7-17 1 16,0 0 4-16,16 5-1 0,-16-5 4 0,1 0-5 15,21 1-2-15,-13-1 0 0,0 0-1 16,-1 0 4-16,2-1-1 0,0 0 1 16,2 0-6-16,1 1-6 0,0-1 0 0,1-1-4 0,2 0-3 15,2 0 6-15,1 1 0 0,1 0 2 0,0-1 3 0,0 1-9 16,-1 1 0-16,-2-2-3 0,0 1-1 0,-3 0-2 16,-1 1 4-16,-1 0-3 0,2-1 3 0,1 1 0 15,0 0-2-15,0 0 2 0,0 0 0 0,-2 1 22 16,0-1-5-16,0 0 11 15,-1 0-12-15,1 1-7 0,-1-1 0 0,0 0-3 0,-2 1-10 0,-1-1 4 16,-1 0-3-16,0 1 3 16,0-1-7-16,-2 0 5 0,1 1-6 0,-7-1 6 15,1 0-7-15,15 1 2 0,-16-1 2 0,1 0 0 16,18 2 0-16,-19-2 0 0,0 0 1 0,16 1-1 0,-16-1-2 0,1 0-2 16,0 0 4-16,-1 0-2 0,17 1 2 0,-17-1 2 15,0 0-5-15,0 0 5 0,0 0-2 0,0 0-38 16,0 0-25-16,0 0-14 0,0-1-149 0,0 1-126 15,0 0-29-15,0-1 100 0,3-16 1371 0</inkml:trace>
  <inkml:trace contextRef="#ctx0" brushRef="#br0" timeOffset="1656.86">6704 3923 1638 0,'0'0'99'0,"0"0"4"0,0 0 17 16,0 0-37-16,0 0-1 0,0 0 23 0,0 0 0 0,0 0-2 15,0 0-28-15,0 0-39 16,0 0-1-16,0 0-14 0,0 0-12 16,1 0 5-16,18 5-4 0,-19-5 5 0,1 0 2 0,21 2 18 15,-11-1-2-15,2-1 8 0,2 0 3 0,0 0 5 16,3 0-2-16,0-1 2 0,-1 0-10 0,3 0-4 15,-2 0 0-15,1 1-1 0,-2-1-6 0,1-1-3 16,2 1-6-16,2 0 1 0,2-1-6 0,0 1 0 16,-1-1 3-16,-1 0-4 0,-2 1-6 0,-2 0 3 15,-1 0-2-15,-3 0 4 0,0 1 7 0,0 0 10 16,-1-1-3-16,3 1 5 0,-1 0-4 0,0 0-8 16,0-1 5-16,0 0-6 0,-2 1 1 0,0-1-4 15,0 1-4-15,-2 0 2 0,-1-1-2 0,-2 1-7 16,0-1 7-16,-1 1-7 0,0 0 4 0,-7 0-3 15,0 0-3-15,0 0 2 0,1 0-2 0,-1 0 2 16,1 0-1-16,0 0 1 0,-1 0-2 16,0 0-31-16,0 0-14 0,1 0-15 0,0 0-112 0,-1-1-66 15,0 1-24-15,0-1-18 0,2-16-120 0</inkml:trace>
  <inkml:trace contextRef="#ctx0" brushRef="#br0" timeOffset="2266.5">7937 3930 2018 0,'0'0'107'15,"0"0"-64"-15,0 0 65 0,0 0-100 0,0 0 7 0,0 0 23 16,1 0 17-16,-1 0-9 0,23-2 9 0,-14 2-34 16,-4-3-3-16,7 4-7 0,1 1 4 0,3 0 4 0,-3-1 5 15,1 1 8-15,1 0-1 0,2-1 42 16,3 1-10-16,0-1 6 0,2 1-10 0,2-1-8 15,-1 1-3-15,0-1 2 0,2 0-3 16,-3 1-4-16,3-2-2 0,2 0-1 0,1 1 1 16,2-1 0-16,-3 0-6 0,-2-1-4 0,-2 1 0 15,-3-1-10-15,-1 0-11 0,0 1 6 0,0-1-8 0,3 1-4 16,-4 0 20-16,1 0-7 0,-1 0 11 0,-3 0-11 0,-2 1-3 16,-1 0 1-16,-2 0 0 15,-1-1-3-15,-2 1-4 0,-1 0-5 0,-6-1 2 16,0 0-3-16,1 0-2 0,-1 0 5 0,1 0-4 15,15 5 3-15,-16-5-32 0,0 0-14 0,0 0-14 16,0 0-96-16,0 0-63 0,0-1-27 0,0 1-22 16,0-1-179-16</inkml:trace>
  <inkml:trace contextRef="#ctx0" brushRef="#br0" timeOffset="8773.74">3451 5189 459 0,'0'0'286'0,"0"0"149"16,0 0 15-16,-1 0-309 0,1 0-52 0,0 0-4 15,0 0-1-15,0 0-4 0,0 0-22 0,0 0-13 16,-1 0-1-16,1 0-4 0,-1 0-5 0,1 0 1 16,0 0-3-16,0-1 2 15,0 1-5-15,1-1 0 0,19-10 1 0,-20 11-2 16,0 0 5-16,23-5-8 0,-15 4-2 0,1 0-3 0,1 1-11 16,-3 0-1-16,2 0 3 0,1 0-2 0,-1-1 5 15,1 0-1-15,0 1-3 0,-1-1 2 0,0 0-3 0,0 1 1 16,-1-1 5-16,0 0-3 0,-2 1 15 0,0-2 2 15,-6 2-3-15,0 0 1 16,0 0-3-16,0 0-2 0,1 0 4 0,15 0-3 16,-16 0 11-16,0 0-5 0,0 0 1 0,0 0-3 0,0 0 1 15,0 0-8-15,0 0 1 0,-1 0-4 0,1 0-5 0,-19 1-5 16,19-1 2-16,0 0-4 0,-18-2 3 16,17 2-2-16,0 0-3 0,-20-4 1 15,12 4-2-15,0 0-2 0,-1-1-1 0,-1 0 0 0,0 1-3 16,0 1 0-16,-1-1 0 0,0 1-1 0,0 0-5 0,-1 0 8 15,1 1-4-15,1 0 5 0,-1 0-4 0,4 0 3 16,-2-1 2-16,2 0 1 0,1 1 2 0,0-1-4 16,1 0 0-16,0 0-2 0,6-1-2 0,-1 0 1 15,1 0-1-15,0 0 1 0,-1 0 1 0,0 0-2 16,1 0-3-16,-1 0 1 0,1 0-12 0,0 0-5 16,0 0 6-16,0 0-4 0,0 0 17 0,0 0 0 15,21-9-1-15,-12 8-1 16,0-1 3-16,1 1 0 0,1 0 4 0,0-1-2 15,1 1 6-15,1 1-8 0,1-2 3 0,-1 0-4 0,0 1 7 16,-1 0-2-16,2 1-1 0,-2 0 0 0,0 0 6 16,0 0-9-16,-1 0 3 0,0-1-4 15,-1 0 10-15,-1 1-1 0,-1 0 0 0,0 0-1 0,-2 0 0 16,-6 0 4-16,1 0-3 0,-1 0 3 0,16 0 4 0,-16 0-7 16,0 0 8-16,0 0-6 0,0 0 8 0,0 0 3 15,0 0-1-15,0 0 3 0,0 0-3 0,0 0-8 16,0 0 1-16,0 0-3 0,0 0 2 0,0 0-2 15,-1 0 2-15,1 0-1 0,-21 4 4 0,21-4-6 16,0 0-1-16,-19-2-1 0,19 2-2 0,-16 0-5 16,7 0 0-16,-1 1-2 0,0 0-2 0,-1-1 6 15,0 2 0-15,0-2 1 0,0 2-6 0,1-2 4 16,0 0-3-16,0 2 4 0,0 0-5 0,1 0 2 16,1 0-3-16,0-1 3 0,0 0 4 0,1 0-4 15,7-1 4-15,-1 0-3 0,1 0 3 0,-17 4 2 16,17-4-6-16,0 0 3 0,0 0-11 0,0 0 4 15,-1 0-3-15,1 0 2 0,-1 0-16 0,1 0 3 16,0 0-4-16,0 0 4 0,0 0 0 0,0 0 1 16,0 0 6-16,0 0-5 0,0 0 7 0,22-8 6 15,-22 8 0-15,16-3 3 0,-7 2-7 0,1 0 5 16,0 1-2-16,1 0 4 16,0-1 1-16,2 0-2 0,-1 1 5 0,1-1-3 15,-1 1 7-15,0-1-4 0,-1-1 2 0,-1 2-3 16,1-1 0-16,0 0 4 0,-3 0-4 0,0 0 5 15,-1 0-8-15,-1 0 9 0,0 0 0 0,-6 1 5 0,1 0-4 16,-1 0 3-16,17 0 1 0,-17 0 2 0,0 0 2 16,0 0 11-16,0 0-4 0,0 0 6 0,0 0-1 0,0 0-11 15,-1 0 3-15,0 0-6 0,-15-3 1 0,16 3-7 16,-1 0-1-16,-17-3-2 0,18 3-3 0,0 0 0 16,-16-2 0-16,16 2 1 0,-1 0-1 0,-15 2 0 15,16-2 1-15,0 0-1 0,-1 0-4 0,-15 8-2 16,16-8 1-16,0 0 0 0,0 0 0 0,0 0-2 15,-1 1-2-15,0-1 1 0,1 0-6 0,-1 1-7 16,1-1-5-16,0 1-7 16,0-1-93-16,0 1-167 0,0-1-47 0,0 1-56 15,0-1-297-15</inkml:trace>
  <inkml:trace contextRef="#ctx0" brushRef="#br0" timeOffset="9802.58">5072 5152 1297 0,'0'0'208'0,"-1"0"61"15,0 0 5-15,1 0-200 0,-1 0-47 0,1 0-6 16,0 0 6-16,-1 0-2 0,-15-3 39 0,16 3-12 16,0 0 4-16,0-1-10 0,-1 1-10 0,0 0-15 15,1-1 3-15,-1 1-7 0,1-1 5 0,0 1 6 0,0-1-1 16,0 1 3-16,0-1-11 0,1 1 0 16,-1 0-2-16,23-11 2 0,-23 11 3 0,17-2-10 15,-7 2 5-15,2-1-6 0,0 0 10 0,1 0-11 0,1-1 2 16,-1 2-5-16,2-1-1 0,0 1 9 0,0 0 0 15,1 0 5-15,1-2 19 0,2 2-12 0,0-1 5 16,2 0-10-16,-3 2-12 0,1 0 2 0,1 0-2 16,-2 1 2-16,-1-2-3 0,0 1 11 15,0-1-4-15,2 1 7 0,1 0-4 0,2 0-1 16,-2 0 1-16,1 0-1 0,0 1-2 0,-3-2 3 16,-1 0-4-16,0 1 3 0,-2-1-1 0,0 0 0 0,0 0 5 15,1 0-5-15,1 0 1 0,-1 0-6 0,0 0 1 16,-1-1-2-16,-1 0 6 0,0 1 3 0,1 0-5 0,-2-1 3 15,-1 0-8-15,0 0 2 16,-2 0 3-16,0 1-2 0,0 0-1 0,-2 0-1 16,2 0-4-16,-1 0 4 0,1-1-5 0,-1 0 2 15,1 0 0-15,0 1 0 0,-1 0-1 0,0 0-2 16,0 0-1-16,0 0 1 0,-1-1 2 0,0 1-1 16,-1-1 1-16,1 0 0 0,-1 1 10 0,0-1-6 15,-1 1 5-15,0 0-7 0,0 0 0 0,-6 0-4 16,1 0 1-16,-1 0 0 0,17-3 5 0,-17 3-7 0,0 0-1 15,1 0-2-15,-1 0-2 0,1 0 7 16,16 3 2-16,-17-3 2 0,0 0-6 0,0 0 1 0,0 0-2 16,0 0 2-16,0 0 3 0,0 0-67 0,0 0-19 15,0 0-32-15,0 0-181 0,0 0-178 16,-1-1-92-16</inkml:trace>
  <inkml:trace contextRef="#ctx0" brushRef="#br0" timeOffset="10735.83">6844 5208 1407 0,'0'0'143'0,"-1"0"-58"0,0 0 78 0,1 0-94 15,-16 2-4-15,16-2 6 16,0 0 20-16,0 0-12 0,0 0 15 0,0 0-29 16,0-1-17-16,-1 1 2 0,1-1-8 0,-1 1-7 0,1-1 1 15,0 1-3-15,0-1 2 0,0 1-10 0,0 0 3 16,1-1-2-16,-1 1 2 0,21-15-5 0,-21 15 0 16,0 0-3-16,17-7 0 0,-17 7-3 0,16-4-8 15,-7 4 4-15,1-2-5 0,1 2 1 0,-1-3-4 16,1 1 2-16,0 1-3 0,2-1 0 15,1 1 0-15,1-1-1 0,0 0 3 0,1 1 12 0,1-1 2 16,1 1 5-16,1-1-2 0,-2 0-2 0,1 1-3 16,0 0-5-16,0 0 3 0,-1 0-5 0,1 0 19 15,1-1-4-15,1 1 8 0,0-1-8 0,2 1-7 16,-1 0-2-16,0 1 0 0,-1 0-2 0,-2-1-8 16,0 0 8-16,0 1-7 0,-1-1 14 0,0 1-8 15,1-1-1-15,0 1-1 0,1-1-3 0,0 1 2 16,-1 0 0-16,-1 0 1 0,0 0-3 0,-2 0 2 15,0 0 0-15,-4 1 1 0,2-1 0 16,-2 1 8-16,-1-1 1 0,1 1 1 0,1-1-8 16,-2 0-5-16,2 0 1 0,-1 0-2 0,-2 1 2 0,1-1 1 15,-2 0-3-15,-1 0 2 0,0 0 2 0,-7 0-5 16,1 0 3-16,-1 0-3 0,1 0 2 0,-1 0 1 16,1 0 0-16,-1 0 2 0,0 0 6 0,1 0-62 15,-1 0-9-15,1 0-30 0,-1-1-119 0,0 1-101 16,0-1-32-16,0 1-40 0,0-1-274 0</inkml:trace>
  <inkml:trace contextRef="#ctx0" brushRef="#br0" timeOffset="11364.58">8675 5195 2145 0,'0'0'105'0,"0"0"-22"16,0 0 4-16,0 0-31 0,0-1-25 0,0 1 18 15,0-1 1-15,0 1 4 0,8-17-4 0,-8 17-10 16,0-1-3-16,1 1-3 0,18-12-14 0,-11 10-7 16,2 0 3-16,2 2-5 0,1-1 0 0,2 0 11 15,1 1 4-15,2 0 6 0,0 1 31 0,1 0-5 0,1 0 2 16,0 0-4-16,2-1-11 15,-1 1-5-15,2-1 2 0,3 1-3 0,1 0 4 0,2-1 3 16,0-2-5-16,-1 1 3 0,-1 0-13 16,-2-2-9-16,2 1 5 0,-1 1-5 0,3 0 7 0,-1 0-8 15,-1 1-2-15,-2-2-2 0,-5 1-4 0,-1 1-1 16,-3 1-1-16,-1 1 0 0,-1 0-7 0,-3-1 5 16,1 0-5-16,-4-1 6 0,0 0-6 0,-8 0-1 15,0 0 3-15,1 0-8 0,17 3-56 0,-18-3-137 16,0 0-22-16,0 0-54 0,0 0-207 0</inkml:trace>
  <inkml:trace contextRef="#ctx0" brushRef="#br0" timeOffset="18957.73">1506 1202 1918 0,'0'0'65'0,"0"0"3"0,0 0 33 0,0 0 44 16,0 0 11-16,0 0-18 0,0 0-6 0,1 0-7 15,0 0-23-15,-1 1-16 0,0-1-6 0,8 16-6 16,-8-16-23-16,0 1-7 0,1 17 7 0,-1-17-8 16,-1 17-7-16,1-7 0 0,0 5-4 0,1 1 3 15,-1 2-5-15,-1 0-1 16,1 1-4-16,-2 3 1 0,2 0-9 0,-1-2-1 15,0-1-2-15,1 0-1 0,-1-2-6 0,1 2 7 0,-1-1-3 16,0-2 4-16,1 0-8 0,0-3 2 0,0 0 1 16,0-2 1-16,2-1 3 0,-2-1-21 0,0-3 2 0,0-7-12 15,0 1-19-15,0-1-19 0,0 17-1 0,0-17-9 16,0 0-22-16,0 0-34 0,0 0-6 0,0 0-11 16,0-1-45-16,0 1-42 0,-8-24-17 0,8 11-20 15,-1-2-169-15</inkml:trace>
  <inkml:trace contextRef="#ctx0" brushRef="#br0" timeOffset="19509.71">1500 1208 1699 0,'0'0'372'0,"0"0"-226"0,0 0-61 0,0 0-9 16,0 0 46-16,0 0-8 0,0 0-7 0,0 0-3 15,0 0-39-15,0 0-18 0,0 0-4 0,0 0-6 0,0 0-24 16,21 10 17-16,-21-10 0 15,15 4 5-15,-5-2 1 0,1-1-9 0,1 2 1 16,1-1-4-16,0-1 4 0,2 0-2 0,0-1 4 16,0 2-3-16,0-1-1 0,-2 1 2 0,0 2-4 0,-1-4 5 15,0 2-4-15,-1 1-2 0,-1-2-2 0,0 3 1 16,-1 0-7-16,-4-2-1 0,-5-2-3 0,0 1 2 16,0-1 0-16,8 18 0 0,-8-18 2 0,-5 15-2 15,0-7 0-15,-3 0-7 0,-1 1-2 0,-2-1-1 16,1 1 0-16,-1 0 4 15,2-1 2-15,1 0 0 0,-1-1-5 0,2 0 8 0,-1-1-5 16,0-1 5-16,1 0-5 0,0-1 5 16,1 0-3-16,1-1 3 0,5-3-1 0,0 0-2 0,0 0-1 15,0 1 0-15,0-1-3 0,0 0-8 0,0 0 0 16,0 0-6-16,10 1-11 0,1-5 9 0,1-1 2 0,0-1 2 16,3-1 2-16,1 2 4 0,4-2-4 0,0 2 5 15,1 1 2-15,0 0-2 0,-1 2 1 16,-2 0-1-16,0 1 0 0,-3 1 4 0,0 0-2 15,-2 3 1-15,-3-1-4 0,-1 2 4 0,-2 0 8 16,-1 3 0-16,-1-1 17 0,-2 2-5 0,-1 2-2 0,-3-1 1 16,0 2 6-16,-4 2-7 0,-1-1 2 0,-4 3-5 15,-1 0 0-15,-2 2 1 0,-4 0-2 0,0 3 0 16,-2 0-8-16,-2 0 0 0,0 0 0 0,-1-1 0 16,-1-1-6-16,1-2 2 0,2-2-3 0,0-2 3 15,3 0-5-15,0-3 0 0,-1 0 0 0,1 1 0 16,-1-3 0-16,2 0 0 15,-1 0 0-15,2-3 0 0,0 0 0 0,2-1-60 16,1-1-8-16,0-2-30 0,3 0-127 0,1-1-252 0,0-1-207 16</inkml:trace>
  <inkml:trace contextRef="#ctx0" brushRef="#br0" timeOffset="21568.9">1391 1886 1490 0,'0'0'288'0,"-1"0"-112"0,0 0 154 16,1 0-195-16,-1 0-16 0,1 0 10 0,0 0-22 15,-17 3-2-15,17-3 0 0,0 0-12 0,0 0-27 16,0 0-3-16,0 0-10 0,0 0-23 0,0 0 0 16,0 0-4-16,0 0 3 0,0 0-2 0,1 0 3 15,17 7 5-15,-17-7-2 0,14-1 5 0,-5 2-8 16,-1-2 2-16,2 1-3 0,1-1-2 0,1-2-1 0,2 1-3 0,3 1 2 16,1-1-11-16,2 1 4 15,1-1-9-15,0 0 8 0,0 2-10 0,-1-2 3 16,-1 0-2-16,-1 1 1 0,0-1-6 0,2 2 4 15,2-2-3-15,2 1 3 0,0 1-4 0,-1-1 3 16,0 3-1-16,-3-2 2 0,-1 2-4 0,-3-1 4 16,-2 0 0-16,-2 2 0 0,-2-2-7 0,0 1 2 15,-3 1 0-15,0-1 2 0,-1 0 1 0,-7-2-8 0,0 0 1 16,0 0-11-16,1 0-70 0,0 0-174 0,-1 0-34 16,0 0-66-16,0 0-283 0</inkml:trace>
  <inkml:trace contextRef="#ctx0" brushRef="#br0" timeOffset="22068.38">2156 1335 1403 0,'-7'0'405'0,"4"1"-165"16,3-1 217-16,0 0-320 0,-1 0-9 0,0 0 16 0,1 0-50 16,-1 0-1-16,1 0-12 0,0 0 0 0,0 0-32 15,0 0 2-15,0 0-14 0,0 0-15 0,0 0-2 16,21-3 3-16,-13 2-2 0,1 1-4 0,2-1 4 15,0 1-7-15,0 0 5 0,1 0-5 0,1-1-3 16,-1 2 0-16,1-1-2 0,-1 0-6 0,0-1-1 16,-2 1 0-16,1-1-1 0,-1 0-2 0,-1 1 1 15,-1-2-1-15,-1 1 1 0,2 0-13 0,-1-1-9 0,0 0-67 16,0 2 16-16,-1-2-226 0,-7 2-45 0,1 0-18 16,-1 0-30-16,20-1-246 0</inkml:trace>
  <inkml:trace contextRef="#ctx0" brushRef="#br0" timeOffset="22300.09">2189 1515 2312 0,'-5'4'183'0,"5"-4"-37"16,0 0-8-16,-1 0-2 0,1 1 3 0,-1-1-37 0,1 1 5 16,0-1-16-16,-1 16-11 0,1-16-30 0,0 0-1 15,21 0-11-15,-11-1-8 0,3-2-2 16,0 1-1-16,2-1-1 0,-1 1-13 0,0 0-3 15,1 0-3-15,-1 0 1 0,-1 0-6 0,0 0 5 16,0 1-6-16,2 0 5 0,1 0-9 0,2 1 3 16,-1 0 2-16,-2-1 0 0,0 0-4 0,-2 1-3 15,-1-1-2-15,-2 1 1 0,0 1-3 0,-3 0-133 16,-1 0-14-16,-6-1-60 0,1 0-203 0</inkml:trace>
  <inkml:trace contextRef="#ctx0" brushRef="#br0" timeOffset="25524.19">2872 1175 763 0,'0'0'273'0,"0"0"-107"0,0 0 150 16,0 0-142-16,0 0 6 0,0 0 33 0,0 1-51 15,0-1-3-15,-1 17-19 0,1-17-34 0,0 0-14 16,0 1-1-16,-1-1-7 0,-11 17-19 0,12-17-4 15,0 0-1-15,-7 18-1 0,7-18-7 0,-8 17-6 16,4-6-3-16,-3 2-2 16,2 2-15-16,-3 1 0 0,1 2-4 0,-1 2 1 15,0 0-13-15,-1 0 4 0,0 1-5 0,1 0 3 16,0-1-7-16,-2 3 2 0,2-1-2 0,1 2 0 0,0 0-2 16,0-2 1-16,2 0-4 0,1-4 1 0,-1 0-6 15,3-4 4-15,0-1 2 0,2-4-1 0,0 0-9 16,2-2 5-16,0 1-5 0,3-1 6 0,0-1-5 15,0-2 1-15,3-2 0 0,-1 1 1 0,1-3-6 16,3 1 5-16,0-1 0 0,1-2 2 0,2 0 6 16,2-2-4-16,0 0-2 0,2-2 0 0,-2 1 6 15,1 1-4-15,0 1 3 0,-1-1-5 0,0 1 8 0,-2 0-7 16,1-1-1-16,-3 0-4 0,1 0 6 16,-2-1 0-16,1 1 3 0,0-1-2 0,0 1 3 0,-1 2-1 15,-1-1 2-15,-1 0-3 0,-1 1-1 0,-1 0 1 16,-7 2 1-16,0 0-3 0,0 0-43 0,1 0-89 15,-1 0-7-15,1-1-30 0,0 1-52 0,-1-1-96 16,0 1-50-16</inkml:trace>
  <inkml:trace contextRef="#ctx0" brushRef="#br0" timeOffset="25797.81">2761 1491 1781 0,'0'0'296'0,"-1"0"-195"0,1 0 20 0,-1 0-52 0,1-1 25 15,0 1 16-15,-1 0-1 0,0-1 1 0,-6-15-33 16,7 16-21-16,13-8-2 0,-3 5-7 0,1 0-13 16,2 0-6-16,1-2 2 0,2 1-3 15,1 0-3-15,0 0-9 0,0 1-5 0,1 2 0 0,-1-2-7 0,-2 1 0 16,1-1 1-16,-4 1-2 0,1 0 0 0,-1-1 0 15,-1 1 4-15,0-2-2 0,0 2 2 0,-1 0-4 16,0-2-2-16,-1 1 0 0,-1-1-6 0,-2 0-88 16,-6 4-13-16,1 0-34 15,-1 0-110-15,0 0-8 0,1-1-10 0,6-16-7 0,-7 17-128 16</inkml:trace>
  <inkml:trace contextRef="#ctx0" brushRef="#br0" timeOffset="25982.54">2857 1230 2034 0,'0'0'183'16,"0"0"-87"-16,-1 0 0 0,1-1-20 0,0 1 48 0,0 0-14 16,0-1-2-16,0 1-6 0,0-1-22 15,1 1-15-15,20-18-5 0,-21 18-4 0,17-2-19 0,-7 0-17 16,0 1 3-16,0 0-9 0,-1-1-9 16,1 0 0-16,-1 0-1 0,-1-1 0 0,0 1-5 0,1-1 1 15,-1 0-6-15,1 0 6 0,0 0-11 0,2-1-171 16,0 0-11-16,3 0-81 0,0-1-249 0</inkml:trace>
  <inkml:trace contextRef="#ctx0" brushRef="#br0" timeOffset="26500.69">3355 1190 1959 0,'0'0'109'0,"0"0"0"0,0 0 3 0,0 0 5 0,0 0 41 16,0 0-54-16,-1 0 0 0,1 0-22 0,-18 19-32 15,14-11-19-15,0 2 0 0,0 1-6 0,0 2-5 16,0 5-4-16,0 0 0 0,0 2 0 0,1 1 11 16,0 0 8-16,1 0-1 0,1 0 2 0,1-1-14 15,2-3-10-15,1 0 0 0,1-1-2 0,1 0 7 0,1-2-10 16,2 0 6-16,-1-4-7 0,2-1-5 0,2-1 2 15,-3-3-3-15,2-1 5 0,1-1 10 0,0-3 6 16,0-3 2-16,1-1 2 0,-1-2 10 0,2-3 2 16,1-1 3-16,5-4-3 0,-1-3-9 0,2 1-7 15,-2 0-5-15,0-2 1 0,-1 3-11 0,-3-4 7 16,-2 0-5-16,-2 0 5 0,-2 1-13 0,-2 1 6 16,0 1-1-16,-3 1 3 0,-1 2 1 0,0 2 2 15,-1 3-1-15,-1 1 3 16,-2 1 8-16,-1 0-25 0,0 1-6 0,-1 1-15 0,4 4-78 15,0 0-110-15,-1 0-10 0,-15-7-44 16,16 7-134-16</inkml:trace>
  <inkml:trace contextRef="#ctx0" brushRef="#br0" timeOffset="26831.13">3995 1165 841 0,'-9'1'119'0,"3"1"228"16,-1 0 163-16,2 2-440 16,-2-1 54-16,1 2 49 0,0-2-6 0,0 1 12 15,1 0-48-15,0 0-21 0,2 2-4 0,-2-1-10 16,1 1-41-16,1-1-9 0,1 2-4 0,0 2-1 0,1 1-18 15,-2 2 12-15,-1 1-5 0,1 2 5 0,0 1-18 16,1 2 0-16,-1 2-4 0,-1-1 4 0,1 2-4 16,1-1-7-16,-1 1 1 0,0-1-3 0,1 0-4 15,-2-2 3-15,1 0-1 0,1 0 3 0,-1-3 1 0,1-1-58 16,1-2-7-16,0-4-29 0,1-8-104 0,0 1-57 16,0-1-17-16,0 1-19 0,0-1-127 0</inkml:trace>
  <inkml:trace contextRef="#ctx0" brushRef="#br0" timeOffset="27044.71">3946 1130 2216 0,'0'0'156'16,"0"0"-85"-16,0 0 19 0,0-1-32 0,0 1 74 0,0 0-44 16,0 0-1-16,0 0-15 0,0 0-13 0,1 0-15 15,0 0 1-15,17 0-7 0,-18 0-17 16,0 0-1-16,23 3 2 0,-14-2-1 0,0-1 2 0,2 0-12 15,-1 0-4-15,2 0-3 0,-1 0-7 0,0 0 0 16,0-1 3-16,-2 0 0 0,2 0 0 0,1 0-5 16,-1 1-2-16,2-1 0 0,-2 0-2 0,1 0-86 15,-3 1-16-15,-2 0-38 0,0 0-163 0,-7 0-130 16,0 0 848-16</inkml:trace>
  <inkml:trace contextRef="#ctx0" brushRef="#br0" timeOffset="27263.9">3893 1389 2261 0,'-2'6'99'0,"2"-6"-59"15,0 0 11-15,0 1-17 0,1-1 76 0,17 13 10 16,-8-13-3-16,1 0-1 0,3-2-40 0,2 0-16 16,1-4-3-16,1 2-5 0,-1-2-22 0,2-1-14 15,-1 2-4-15,-2-2-1 0,0 1-4 0,-2 1-3 16,2 0 3-16,-2 1-3 0,1 1-1 0,-1 0 1 15,-1 0-3-15,-1 0 1 0,-2 0-12 0,-1 1-122 16,-1 0-32-16,-1 0-51 0,-1 1-259 0</inkml:trace>
  <inkml:trace contextRef="#ctx0" brushRef="#br0" timeOffset="28182.12">4484 1131 696 0,'0'0'232'0,"0"0"119"0,-1 0 23 0,0 0-203 16,-16 1-34-16,17-1 12 0,0 0 3 0,-1 0-7 15,1 0-32-15,-18 2-32 0,18-2-2 0,0 0-13 16,0 1-23-16,0-1-15 0,-4 22-3 0,4-22-3 15,0 16-14-15,-1-7 5 16,-1 1-3-16,1 3 3 0,0 0-8 0,0 2 12 16,-1-1-1-16,2 2 7 0,-1 2 11 0,-1-1-4 0,1 3-1 15,1-1 0-15,-1 1-1 0,1-3 0 0,0 0-3 16,0-1-1-16,2-2-15 0,-1-2-1 0,1 0 5 16,0 0-3-16,0 1 7 0,2-1-6 0,0-1-1 15,0-1-2-15,1-2 1 0,1 0-2 0,0-1 0 0,1-1-1 16,0-1-4-16,0-1 3 0,1-1-4 0,-2-2 4 15,3-1 3-15,-3 0 4 0,2-2 4 0,-1-1-2 16,0-1 7-16,2-2 0 0,0 0-2 0,3-3 0 16,-2-2-6-16,2 0 2 0,0-2-1 15,0-1 0-15,-1 0 2 0,1 0-6 0,-2-1 3 16,0-1-4-16,0-1 0 0,0-2-4 0,-1 0 4 16,0-1-2-16,-2 0 11 0,-1-1-9 0,1 2 0 15,-2 1-3-15,-1 0-2 0,0 2 5 0,-2 0-3 0,0 3 3 16,1-2-7-16,-1 2 2 0,0 0 1 0,-1 1 1 15,-1 3 4-15,0 1 0 0,0 0-1 0,0 2 1 16,0 6 7-16,0-1-6 0,0 1 4 0,0-1-6 16,0 1 4-16,-6-17-12 0,6 17-9 0,0 0-3 15,0 0-35-15,0 0-54 0,-1 0-8 16,0 0-26-16,1 0-98 0,0 0-106 0,0 0-37 16</inkml:trace>
  <inkml:trace contextRef="#ctx0" brushRef="#br0" timeOffset="28955.06">5015 1066 1691 0,'0'0'152'0,"0"0"33"0,0 0 18 0,0 0-92 16,0 0-13-16,0 0 16 15,0 0-8-15,0 1-3 0,0-1-59 0,-5 24-8 16,4-12 0-16,1 2-2 0,1 3 9 0,-7-1 6 0,6 6 4 15,0 0-1-15,0 2 7 0,0-1-19 0,0 3-2 16,0 4-7-16,0 2-14 0,0 0-5 0,-1 0-1 16,-1-2-2-16,0-2 2 0,-1-1-7 0,0-2 5 0,2-2-5 15,0-1 7-15,0-5-6 0,1-3-4 0,0-3-3 16,-1-3-62-16,1-8-64 0,0 0-16 0,0 1-18 16,0-1-66-16,0 1-78 15,0-1-21-15,0 0-32 0,0 0-182 0</inkml:trace>
  <inkml:trace contextRef="#ctx0" brushRef="#br0" timeOffset="29338.15">5006 1048 1038 0,'-11'-6'142'0,"7"2"367"16,4 4 215-16,0 0-639 0,0 0-62 0,-1 0 53 0,1 0-2 15,0 0 17-15,0 0-20 16,0 0-23-16,0 0-5 0,0 0-5 0,0 0-13 15,9 18 1-15,-1-15-3 0,2 2 2 0,0-2-8 16,3 1 10-16,1 1-1 0,1-1 5 0,2 1 4 16,1 0-1-16,0-1 2 0,0 1-3 0,-1-1-7 15,-1 1-12-15,0 0-1 0,-1 1-3 0,3 0-6 16,1 1 1-16,-1 0 1 0,-3 1 0 0,0 1 9 0,-2 1 3 16,-1 0 2-16,-3 1 0 0,0 1 4 0,-3-2 1 15,-1 2 1-15,-2 0 1 0,-2 3 16 0,-1 3-7 16,-2 0 3-16,-2 2-5 0,-2-1-5 0,-4 1 3 15,-1 0-1-15,-1 0 2 0,-2 0 2 0,-3 0-5 16,0-1 1-16,-2 1-5 0,-2-1-6 0,4 0-3 16,-1 1-2-16,4-3 0 0,-1-1-3 0,1-3 0 15,1-1-1-15,0-4 0 0,1 0-7 0,0-2 3 16,1-1-2-16,1-2 2 16,2-2-12-16,-1 1-40 0,1-1-6 0,2-1-17 0,1 0-81 15,5 0-99-15,-1 0-25 0,1 0-38 0,-1 0-193 0</inkml:trace>
  <inkml:trace contextRef="#ctx0" brushRef="#br0" timeOffset="30101.05">217 919 2366 0,'0'0'24'0,"0"0"-12"0,0 1 15 0,0-1-7 16,-1 23 15-16,3-12 11 0,2 1 26 0,-1 1 6 15,2 2 0-15,-1 0 2 0,-6-1-24 0,7 4 0 16,-2 2-8-16,2 3-4 0,-2 1-5 16,1 1-3-16,-1 0-1 0,-1 0-13 0,0-2-9 0,-2-1 4 15,0-2-6-15,0 0 3 0,-1-2-2 0,1 0 4 16,-1-4-3-16,-1-1 4 0,1-3-17 0,-1-2-21 16,2-8-6-16,0 1-118 0,0-1-57 0,0 1-20 15,0-1-16-15,0 0-101 0,0 0-284 16</inkml:trace>
  <inkml:trace contextRef="#ctx0" brushRef="#br0" timeOffset="30379.69">212 938 2178 0,'-2'-5'102'0,"2"5"-7"0,0 0-6 16,0-1 0-16,0 1-26 0,0-1-21 0,0 1-2 15,0-1-8-15,0 1-10 0,0 0-14 0,1 0 1 0,20-1-6 16,-14 5-4-16,3-1-1 0,0 1 4 15,2 0-2-15,0 1 5 0,1 1 3 0,-1-1-2 16,1 1 5-16,-2-1 13 16,-1 2 10-16,1 0 3 0,-2 0 2 0,0 0 2 0,-1-2-8 15,0 1-1-15,-3 2-3 0,0 1 3 0,-2 2 0 16,-2-1 0-16,-1 2 0 0,-2 1 3 0,-3 1-3 16,0 1 2-16,-2 0-3 0,-3 0-3 0,1-1-3 15,0 1 0-15,-1-1-2 0,-1-2-1 0,-1 0-9 16,-1-3 0-16,0-1-4 0,0-2-10 0,-1 0-92 15,2-1-10-15,1-1-38 0,0-2-122 0,3-1-116 16,1-1-84-16</inkml:trace>
  <inkml:trace contextRef="#ctx0" brushRef="#br0" timeOffset="30629.29">514 1180 1650 0,'0'0'63'0,"0"1"37"0,-3 15 38 0,3-16 38 16,0 0 4-16,0 19 0 0,0-19-49 0,0 0-31 16,0 20-8-16,0-11-11 0,0-1-49 0,0 2-11 15,0-1 2-15,-1 0-7 0,0-1-7 0,1 0-3 16,-1-2 3-16,1-6-2 0,0 1-3 0,0-1-5 15,0 0-22-15,0 1-1 0,0-1-130 0,0 1-58 0,0-1-39 16,0 0-16-16,0 0-251 0</inkml:trace>
  <inkml:trace contextRef="#ctx0" brushRef="#br0" timeOffset="30816.27">558 967 1819 0,'0'0'359'0,"0"0"-243"15,0 0-50-15,0 0-14 0,0 0 76 0,0 0-18 16,0 0-6-16,0 1-6 0,4 17-36 0,-4-18-40 16,0 1 6-16,-4 15-18 0,4-16-2 0,0 1-13 15,0-1-18-15,0 18-4 0,0-18-109 0,0 0-84 0,0 0-12 16,0 1-32-16,14 18-137 0</inkml:trace>
  <inkml:trace contextRef="#ctx0" brushRef="#br0" timeOffset="31190.64">743 1035 1722 0,'0'0'454'0,"0"0"-255"16,0 0-70-16,-1 0-3 0,0 0 62 0,1-1-23 16,-17-8-5-16,17 9-8 0,-1 0-45 0,1 0-44 15,-19 4-8-15,19-4-13 0,-1 0-30 0,-16 4-6 16,17-4-3-16,0 0 0 0,-20 7-3 0,20-7 2 15,0 0-2-15,-20 9 1 0,20-9 0 0,0 0-5 16,-1 0 4-16,-19 12-4 0,20-12-3 0,-1 0-1 16,1 1-6-16,0-1 3 0,-1 1-18 0,-10 17-7 15,11-18 0-15,0 0-2 0,0 0 1 0,0 1 12 16,11 16 0-16,-11-17 4 0,0 1-3 0,18 11 10 16,-10-7-5-16,1-1 6 0,-1 0-2 0,1 0 4 15,0 0 1-15,0-1 0 0,1 1-4 0,0-1 11 0,-1 0-5 16,1 1 8-16,-2 0-4 0,1 0 15 0,-1 0 3 0,-3 1 7 15,-1 1 15-15,0-1 3 16,-2 0 2-16,-2-5 0 0,0 1-5 0,2 17-9 16,-2-18-1-16,0 1-2 0,-9 21-1 0,9-22-4 15,-11 13-4-15,4-6 0 0,-2-1-15 0,2 0-90 16,-2-2-4-16,1 1-44 0,1-3-136 0,0 0-208 16,7-2-127-16</inkml:trace>
  <inkml:trace contextRef="#ctx0" brushRef="#br0" timeOffset="31631.08">931 980 1716 0,'0'0'87'0,"0"0"62"0,0 0-19 16,-1 0 31-16,1-1-43 0,-17-8-18 0,17 9-12 15,-1 0-2-15,1 1-29 0,-21 11 2 16,15-6 0-16,-2 0-2 0,1 2-21 0,0 3-6 0,-1 0-5 16,0 4 1-16,0 0-9 0,2 1 5 15,0 2 3-15,2 0 0 0,0-1-4 0,3-1-10 16,1-1-4-16,2-2-1 0,1-2-14 0,2-2-13 0,1 0 4 16,2-4-7-16,1 1 4 0,0-3-22 0,1-2-1 15,1-2-5-15,-1-1 3 0,1-1-2 0,-1-2-1 16,1 1 0-16,-2-2-2 0,1-1 27 15,0-1-3-15,-2-2 0 0,0 0-98 0,-1 1-100 16,0-1-12-16,-2 0-29 0,1 0-73 0</inkml:trace>
  <inkml:trace contextRef="#ctx0" brushRef="#br0" timeOffset="32244.51">1018 950 1649 0,'0'0'185'0,"0"0"-53"16,0 0-22-16,0 0 4 0,0 0 18 0,0 0-9 15,0 1 3-15,0-1-9 0,0 0-28 0,4 21-33 16,-4-21-3-16,0 0-8 0,0 21-3 0,0-11-6 0,0 0-1 16,-2 1-3-16,1 0-8 0,0 0-4 0,0 1 9 15,1 0-6-15,-3-1 8 0,2-1 0 16,0-1-6-16,-1-1 4 0,-1-2-13 0,2-1 1 0,1-5-4 16,0 0 1-16,0 1-11 0,0-1-1 15,0 1-2-15,0-1 0 0,0 0-3 0,0 0-27 0,0 0 7 16,0 0-13-16,0 0 13 0,7-17-9 15,-7 17 5-15,9-15-6 0,-4 6 14 0,0-1 1 16,2 0 3-16,0 0-1 0,2-1 10 0,0 1-2 0,1-1 4 16,1 3-3-16,-2 2 9 0,1 2-2 0,-2-1 3 15,-1 0-3-15,-2 2 2 0,1 0-2 0,-1 1-4 16,-5 2 1-16,0 0 2 0,1 0 3 16,0 0 0-16,16 3 1 0,-17-3 0 0,0 0-1 15,0 0 0-15,1 0-1 0,-1 1 2 0,1-1-1 16,12 19 1-16,-13-19-2 0,0 0-1 0,0 0-1 15,1 1 1-15,-1-1 0 0,19 15 5 0,-19-15-8 16,1 0 4-16,-1 0-3 0,19-1 3 0,-19 1-3 16,0 0-1-16,0-1-1 0,20-14 10 0,-20 15 0 15,1 0-1-15,-1-1 0 0,20-16 3 0,-20 17 2 16,0 0 6-16,9-19-2 0,-9 19 16 0,0-1 9 16,-2-19-1-16,2 20 5 0,0-1 0 0,-10-18-23 15,3 13-3-15,1 0-9 0,-2 1-24 0,1 2 5 16,-2 1-7-16,0 1 7 0,0 1-4 0,-1 1 9 0,0 1-3 15,2 2 3-15,0 0-15 0,1 3-8 0,1-1 8 16,0 2-7-16,1 1 10 0,2 1 13 0,0 0-2 16,1 2 6-16,0 0 9 0,2-1 0 0,0 1 3 15,0 0-2-15,1 0 0 0,2 0-8 16,0 1-3-16,3-4-2 0,-1 0-8 0,2-2-7 16,0 0 9-16,1-2-9 0,0-1 6 0,1-1-30 15,-1-2-4-15,0 0-9 0,1-2-19 0,0-1 25 16,0-2-2-16,1 0 9 0,0-2-19 0,0 0-193 15,0 0 9-15,2 0-86 0,0-2-118 0</inkml:trace>
  <inkml:trace contextRef="#ctx0" brushRef="#br0" timeOffset="32465.08">1277 964 1788 0,'0'0'148'0,"0"0"-33"16,-1 0-27-16,1 0 16 0,0 0-2 0,-1 0 5 15,1 0-10-15,0 0 6 0,0 0-31 0,1 0-13 16,17-8 1-16,-8 6-5 0,0 0-6 0,1-2-22 16,1 1-3-16,-1 0-8 0,0-1-16 0,-1 1 3 15,1 0-3-15,-2 0 3 0,1 0-9 0,0 0 6 16,-2 0-2-16,0 0 3 0,0 1-1 0,1 0-51 16,-2-1-17-16,0 0-18 0,-1 1-92 0,0 0-54 15,1-1 3-15,-3 0-32 0,3 1-117 0</inkml:trace>
  <inkml:trace contextRef="#ctx0" brushRef="#br0" timeOffset="32659.67">1441 774 1361 0,'0'0'577'0,"0"0"-400"16,-1 0-77-16,0 0-44 0,1 0 62 0,-1 0-10 15,-15 7 2-15,16-7-6 0,-1 0-6 0,-9 18-41 16,6-11-2-16,0 5-15 0,0 0-20 0,0 4-6 15,0 1 1-15,-1 0-4 0,0 1-7 0,0 1 4 16,1-1-4-16,-1-1 4 0,1 1-8 0,0-4 0 16,2-1-1-16,1-1 1 0,-1-2-4 0,2 0-164 15,2-2 7-15,0-2-73 0,-2-6-75 0,0 1-161 16</inkml:trace>
  <inkml:trace contextRef="#ctx0" brushRef="#br0" timeOffset="33023.97">1461 1007 1239 0,'0'0'180'0,"0"0"3"0,0 0-7 16,0 0 0-16,0 0-41 0,19 9-18 0,-19-9 0 16,1 0-9-16,16-2-20 0,-16 2-8 0,15-3-4 0,-6 1-3 15,1-1-22-15,0-1-14 16,0-1-2-16,1 0-5 0,-2-1-8 0,1 1-3 16,-1-1-2-16,-2-2 1 0,-1 2-3 0,0 0 25 15,-2-1 2-15,-2 0 7 0,0 1 9 0,-2 0-19 16,-1-1 0-16,0 1-7 0,-2 0 10 0,-1 0-11 15,-2 0 11-15,0 1-13 0,-2 0-2 0,0 1-30 16,-1 1-1-16,-2 1-10 0,0 1-4 0,-2 1-11 16,0 1 4-16,0 2-5 0,-1 0 13 0,1 3-6 0,2 0-2 15,-1 2 0-15,2 0 1 0,1 1 9 0,2 1 1 16,1 0 2-16,1 2 3 0,1-1 1 0,2 0-5 16,0 0 3-16,1-1 2 0,3-1 8 0,1 0-1 15,-1 0 3-15,1 0-1 0,2-1-8 16,1 0 5-16,3 1-9 0,0-3 1 0,2 0-10 0,0-2-3 15,2-1-3-15,0-1-16 0,0-2 5 16,0-1 2-16,-1-1 3 0,0 0 15 0,-1-2-159 16,0 1 6-16,0-2-69 0,0 0-74 0,2-2-101 15</inkml:trace>
  <inkml:trace contextRef="#ctx0" brushRef="#br0" timeOffset="33145.56">1872 916 1431 0,'0'0'229'0,"0"0"-82"0,0 0 78 16,0 1-248-16,0-1-61 0,0 0-213 0</inkml:trace>
  <inkml:trace contextRef="#ctx0" brushRef="#br0" timeOffset="33266.56">1866 1075 2227 0,'2'5'-564'0</inkml:trace>
  <inkml:trace contextRef="#ctx0" brushRef="#br0" timeOffset="34108.22">6612 1153 1404 0,'0'0'272'0,"0"0"111"0,0 0 7 16,0 0-313-16,0 0 2 0,0 0 60 0,0 0-1 15,0 0-5-15,0 1-80 0,0-1-22 0,0 22 2 16,1-12-7-16,-1 0 5 0,0 2-9 16,0 0-1-16,0 5-2 0,0 1-1 0,0 5 3 15,0 3 1-15,-1 1 1 0,1 3 2 0,0-1-5 16,-2 1-3-16,2 3-1 0,-1 2-3 0,-1 4-5 16,0-1 1-16,0-1-2 0,0-2 2 0,0-3-1 15,0-1 3-15,0-1-2 0,-1-4-2 0,3-4 1 0,-2-3-4 16,1-4 1-16,1-4-37 0,0-3-133 15,0-8-11-15,0 0-54 0,0 0-144 0,0 0-249 16</inkml:trace>
  <inkml:trace contextRef="#ctx0" brushRef="#br0" timeOffset="34380.97">6596 1204 1902 0,'0'0'178'0,"0"0"-147"15,1 0-19-15,17-8-16 0,-18 8 77 0,17 1 23 16,-9-1-3-16,3 2 4 0,0-1-41 0,1 1-20 16,0 0 2-16,1-2-8 0,1 1 1 0,0-2 4 0,3 3-6 15,0 2 5-15,3-2-7 0,-2 2 16 16,1 0-1-16,-3-2 6 0,0 4 0 0,-4-2 13 0,0 2-6 16,-4 2 7-16,-1 0-21 0,-1 2 3 0,-4 0-2 15,-1 1 2-15,-2 2-7 0,-4-1 9 16,0 0-1-16,-3 1 2 0,-2-1-15 0,-1 0-11 15,-1-1-8-15,-2-1-3 0,0-1-55 0,-1-2-122 0,0-2-8 16,1-2-45-16,1 0-80 0</inkml:trace>
  <inkml:trace contextRef="#ctx0" brushRef="#br0" timeOffset="34693.73">7165 1114 1951 0,'0'0'36'0,"0"0"-10"0,0 1 37 16,-17 16-6-16,17-17 160 0,-10 14-76 0,2-7 2 16,1 2-31-16,-3 1-32 0,2 1-6 0,-2 0-7 15,1 0 0-15,-1 1-28 0,1 0-12 0,-1 2 0 16,1 3-4-16,-1 0 1 0,2 3-18 0,1 0 5 15,1 1-10-15,1 2 1 0,0-2 5 0,1 1-7 16,4-1 6-16,-1 1-12 16,2 0 3-16,1 0-1 0,2 0 0 0,1-2-11 0,1-2 5 15,2-2-5-15,0-3 3 0,1-3-19 0,0-2-16 16,2-2-11-16,-1-1-5 0,-1-3-53 0,2-2-11 0,-2-2-31 0,1-5-3 16,0-1-193-16</inkml:trace>
  <inkml:trace contextRef="#ctx0" brushRef="#br0" timeOffset="34952.05">7232 1154 2379 0,'0'0'57'0,"0"0"-32"0,0 0 43 0,0 0 97 0,0 0-17 15,3 18 28-15,-3-10-121 0,0 3-22 0,0 0-7 16,0-1-3-16,0 2-5 0,-2 1-10 0,0 4 6 15,0 3-8-15,-2 0 2 16,1 1-1-16,-2-1-6 0,2 0 4 0,0 0 3 0,0-1-6 16,1-2 3-16,-1-2-5 0,1-3-7 0,1-1-66 15,-1 0-16-15,2-1-25 0,0 1-121 0,-1-5-37 0,1-6-25 0,0 0-19 16,0 1-245-16</inkml:trace>
  <inkml:trace contextRef="#ctx0" brushRef="#br0" timeOffset="35375.32">7290 1170 2085 0,'0'0'62'0,"0"0"42"0,0 0 0 15,0 0 25-15,0 0 41 0,0 0-81 0,0 0 0 16,0 0-27-16,0 0 7 0,1 0-6 0,16-1 1 16,-17 1-6-16,0 0-23 0,1 0-4 0,0 0 2 15,16 11-3-15,-17-11-7 0,1 0 0 0,-1 0-3 16,17 12 4-16,-17-12-4 0,1 0-2 0,0 1 1 15,12 15 0-15,-13-16-2 0,0 0-1 0,0 1-2 16,3 17 1-16,-3-18-7 0,0 1 18 16,-7 16-11-16,2-10 12 0,-2 0-15 0,0 0-5 15,-2 1 1-15,0-1-5 0,0 0-20 0,-1-1 4 16,0 1-6-16,1-1 5 0,0 0-8 0,2-1 5 16,-1 1 4-16,1-1 0 0,1 0 11 0,1 0-2 15,1-1-5-15,4-4 3 0,0 0-11 0,0 0-7 16,0 1-3-16,0-1-1 0,0 0-11 0,0 1 4 15,0-1 6-15,17 14-2 0,-9-14 9 0,2-1-2 16,2 0-1-16,0-1 2 0,1 0 5 0,0 0 6 16,1 0 4-16,-1 1 0 0,0 1 6 0,1 0 4 15,-1 0 0-15,-1 0 4 0,1 3 18 0,-1 0 1 0,-1 0 5 16,-3 2-3-16,-1 1 13 0,-2 0-1 0,-2 1 3 16,-2 1-3-16,-1 0-11 0,-1 1 5 0,-3 1-4 15,-1 1 4-15,-2-1-2 0,-2 1-8 0,-2-1-2 16,-1 2-3-16,0-1-18 0,1 1-6 0,0 0-11 15,-1-3-3-15,1 1-83 0,0-3-61 16,0-2-20-16,1 0-15 0,1-3-76 0,1-1-144 16</inkml:trace>
  <inkml:trace contextRef="#ctx0" brushRef="#br0" timeOffset="35628.15">7519 1086 1802 0,'0'0'-1'0,"0"0"40"16,1 0 33-16,-1 1 8 0,14 18 114 0,-14-19-88 15,0 1 0-15,9 22-29 0,-6-13 1 0,1 1-9 16,0 1 6-16,0 2-10 0,0 0-8 0,0-1-2 16,1 2-4-16,-2 0 1 0,-1 1-19 0,0 3-14 15,-1 0 2-15,-3 3-6 0,1-1-1 0,-2 2 6 16,-1 0-5-16,-3-1 6 0,-1 0-4 0,-1-2-4 15,1 0-3-15,-2 0-9 0,1-1-90 0,1-2-136 16,0-3-27-16,1-4-54 0,2-3-263 0</inkml:trace>
  <inkml:trace contextRef="#ctx0" brushRef="#br0" timeOffset="35845.11">7707 1221 2197 0,'5'1'-24'16,"2"1"58"-16,0 1 22 0,2 2 15 0,-1-4 62 0,0 2-72 15,0-1 0-15,0 0-23 0,0 1-8 0,0-2-11 16,0 0-4-16,-1-1-3 0,1-1-12 0,-1 1 0 16,1-1-5-16,-3-1 1 0,2 2-6 0,2-1-33 15,0 1-42-15,0 0-2 0,-1-2-171 0,-3 2-102 16,-5 0-80-16</inkml:trace>
  <inkml:trace contextRef="#ctx0" brushRef="#br0" timeOffset="36012.25">7706 1353 1470 0,'-8'6'236'0,"1"0"-49"0,2-1 78 16,3 1-217-16,2-6 40 0,0 0 26 0,0 1-1 15,5 18 1-15,-5-19-64 0,0 0-10 16,22 8-4-16,-12-8-4 0,1 1-38 0,1-2-28 0,0 0-4 15,1-1-7-15,0-2-10 0,1-1 19 0,0 0-2 16,2-2-6-16,3 1-149 0,1-1-206 16,1 1 885-16</inkml:trace>
  <inkml:trace contextRef="#ctx0" brushRef="#br0" timeOffset="36316.41">8346 1052 1776 0,'-10'2'118'0,"2"0"321"0,0 3-453 0,1 1 123 15,0 1-24-15,1 1 57 0,0 2-36 0,1 2-45 16,1 2-4-16,3 3-14 0,0 3-16 0,1 0 8 15,0 1-4-15,0 4 3 0,-1-1-21 0,2 4-4 16,-1 3 0-16,0 2-1 0,0 1-4 0,-1-2 2 16,-2 1 0-16,0 0 0 0,0-1-3 0,-1-1 3 15,2-2 1-15,0-4-7 0,1-4-74 0,-1-5-112 16,1-3-14-16,1-4-34 0,0-1-87 0</inkml:trace>
  <inkml:trace contextRef="#ctx0" brushRef="#br0" timeOffset="36586.32">8352 1117 2363 0,'0'0'-38'0,"0"0"62"16,0 0 7-16,0 0 23 0,20-5 22 0,-20 5-38 15,1 0-9-15,19 2-4 0,-11 0 5 0,0 1 4 16,1 1-2-16,1 0 0 0,-1 1-10 0,0 0 13 15,-1 1 3-15,1 2 3 0,-3-1 14 0,0 3-10 16,-1-1 0-16,-1 0-5 0,-2 0-7 0,0-1 7 16,-2 1-4-16,-2 0 3 0,0 0-15 0,-4 1 14 0,-1 0-7 15,-1 1 8-15,-2 1-12 0,-1 0-8 16,-1-1 3-16,-1 1-7 0,-2-2-13 0,0-1-74 16,-1 0 0-16,0-2-32 0,-1 0-44 0,1-2-64 15,1-1 2-15,1-1-27 0,2-1-48 0,3 0-259 16</inkml:trace>
  <inkml:trace contextRef="#ctx0" brushRef="#br0" timeOffset="36813.83">8640 1136 1932 0,'0'0'41'0,"1"0"38"0,-1 0 31 0,1-1 9 15,0 1 107-15,-1-1-85 16,0 1-9-16,0 0-24 0,0 0-39 0,0 0-17 15,0 0-4-15,-12 15-5 0,4-5-18 0,-1 2-15 16,-1 3 3-16,-1 0-7 0,-2 2 3 0,1 2-4 16,-1 2 1-16,1 4-2 0,2 1-2 0,-1 2-2 15,2-1-1-15,2-1-1 0,0-1 6 0,4-2-4 16,1 0 0-16,1-3-3 0,1 0-6 0,3-4-130 16,2-1-4-16,0-5-57 0,2-1-113 0,2-4-161 15</inkml:trace>
  <inkml:trace contextRef="#ctx0" brushRef="#br0" timeOffset="37147.53">9006 1116 2471 0,'-4'4'64'0,"-1"1"-55"0,-2 1 69 0,-1 1 48 16,-2 2-10-16,-1 1 11 0,-1 1-87 0,0 0-12 15,0 1-6-15,-1 1-2 0,1 0-13 0,-1 1-2 16,-2 0 2-16,0 3-1 0,-2 0-5 0,1 1-1 16,0 2-2-16,-2-1 2 0,2 1 4 0,1-1-4 0,0 0 5 15,2-2-5-15,3-2 5 0,2-1-4 0,3 0-5 16,3-1 1-16,1 0-7 0,1-2-1 16,0-2 4-16,1-1-3 0,3-1-4 0,3-1-1 15,1 0-6-15,5-2 5 0,0-1 2 0,2-1 9 16,2-1 1-16,0-1 1 0,2-1-1 0,0 0-3 15,-1-2-3-15,-2 1 0 0,0-2-2 0,-2 2 9 0,-1-1-3 16,-1 0 4-16,-2 1-11 0,-2 0-150 0,-1-1 9 16,0 1-68-16,-1 0-71 0,-1 1-137 0</inkml:trace>
  <inkml:trace contextRef="#ctx0" brushRef="#br0" timeOffset="37377.65">8731 1391 1796 0,'0'0'84'0,"0"0"238"0,0 0-366 0,0 0 155 0,0 0-32 15,0 0 70-15,19-3-67 0,-8 3-5 16,5 0 2-16,0-1-3 0,2 0-10 0,1 0-20 0,1 0-7 16,-1-1-4-16,-1 0-23 0,0 0-7 15,0 0 1-15,-2-1-4 0,1 0 3 0,0-1-8 16,-1 0-3-16,0 0-4 0,-2-1-12 0,-1-1-110 15,-2 0-2-15,-2 0-50 0,-1 0-88 0,-2 0-75 16,-1 0-42-16</inkml:trace>
  <inkml:trace contextRef="#ctx0" brushRef="#br0" timeOffset="37581.66">8861 1164 1477 0,'0'0'110'16,"0"0"437"-16,0 0-600 0,0 0 171 15,1 0-25-15,16 7 70 0,-8-4-63 0,1-2-19 16,0 1-3-16,2 0-6 0,1-2-29 0,1 0-26 16,1-1-4-16,2 0-7 0,-1-1-4 0,1 0-8 15,0-1-2-15,-2 0-5 0,-1-1-10 0,-1 1 0 16,1-1 1-16,0-1-9 0,-1 1-88 0,1-2-188 16,-1 0-9-16,1 0-104 0,1-1-509 0</inkml:trace>
  <inkml:trace contextRef="#ctx0" brushRef="#br0" timeOffset="37832.82">9215 985 2136 0,'0'0'-20'0,"0"0"127"16,0 0-13-16,0 1 58 0,0-1-7 0,0 1-61 15,16 18-3-15,-16-19-18 0,0 1-9 0,16 17-17 16,-9-9 3-16,0 3-8 0,1 4-1 0,-1-1-3 15,0 3-1-15,0 0 1 0,-1 2 9 0,-3 0-2 16,1 1 3-16,-1 0-4 0,-3 1-3 0,-2 3-13 16,1 1 4-16,-5 4-6 0,0 1-1 0,-3-1 0 15,-2 0-5-15,-1-2 4 0,-3-1 2 0,0 1-8 16,-1-1-5-16,2-1-9 0,1-3-112 0,1-6-140 0,2-3-23 16,3-6-56-16,1-1-264 0</inkml:trace>
  <inkml:trace contextRef="#ctx0" brushRef="#br0" timeOffset="38079.71">9363 1213 1854 0,'0'0'300'0,"-1"0"-140"15,0 0 90-15,1 0-247 0,0 1 67 0,0-1 21 16,-16 19 10-16,16-19-6 0,0 0-21 0,0 1-27 15,4 16 2-15,-4-17-14 0,0 0-15 0,2 0-7 16,15 12-2-16,-7-9-1 0,1 1-6 0,3-3-4 16,3 3 0-16,1 0-3 0,0-2-2 0,1 0-4 0,0 1 0 15,0-2-3-15,-2 1-2 0,0 0-3 16,0-2 1-16,-1 0-1 0,-1 1-1 0,0-1 3 16,0-1-6-16,-3 0-10 0,0 0-155 0,-4 0-94 15,-8 1-44-15,0 0-27 0,1 0-300 0</inkml:trace>
  <inkml:trace contextRef="#ctx0" brushRef="#br0" timeOffset="38279.83">9546 1129 2169 0,'0'0'55'16,"0"0"58"-16,0 1-106 0,0-1 102 0,-2 22-1 15,3-12 27-15,-1 1-44 0,0 2-32 16,0 1-5-16,0 3-9 0,0 2-24 0,-3 4 0 0,-1 3-2 15,0 1 0-15,-2 2-15 0,-1 0 6 0,-1-1-4 16,0-1 5-16,1 0-11 0,-1-1-78 0,2-1-29 16,2-2-36-16,2-3-238 0</inkml:trace>
  <inkml:trace contextRef="#ctx0" brushRef="#br0" timeOffset="38545.94">9931 1042 1659 0,'0'0'627'0,"0"0"-506"0,0 0-126 16,0 0-23-16,0 1 120 0,-9 17-27 16,6-8 17-16,0 3-24 0,-1 1-1 0,-1 2-32 15,1 4 0-15,0 2-7 0,-1 1 13 0,1 2 2 16,0 0-3-16,-1 6 1 0,0 0-24 0,-1 4 7 15,0 0-7-15,-1-3 6 0,-1-1-8 0,2-3 4 16,0-2 1-16,1-1 0 0,1-3-1 0,1-5-63 0,0-2-8 16,2-5-27-16,-1-3-77 0,2-7-24 15,0 1-21-15,0-1-8 0,0 0-149 0</inkml:trace>
  <inkml:trace contextRef="#ctx0" brushRef="#br0" timeOffset="38795.21">9834 1083 1922 0,'8'1'-46'15,"0"0"75"-15,2 1-2 0,1 0 35 0,2 1 35 0,0-1-19 16,1 1-2-16,0 1-6 0,0 0-9 0,-1 0-6 16,1 0 0-16,0 1-2 0,0 0-9 0,-1-1-2 15,0 1 1-15,-2 0-1 0,0 0 11 0,0 0-4 16,-1 2-1-16,-3-1 0 0,-1 1 1 0,-2 0-9 0,-2-1 3 15,-2 3-6-15,0-2-5 0,-5 0 12 0,-1 1-3 16,-1-1 5-16,-3 0-11 0,-1 2-36 16,-2-1-18-16,-1 1-13 0,2-1-114 0,-1 1-51 0,0-2-17 15,1 0-15-15,0-2-100 0</inkml:trace>
  <inkml:trace contextRef="#ctx0" brushRef="#br0" timeOffset="39039.98">10207 1087 1860 0,'0'0'312'0,"0"0"-296"15,0 0 13-15,0 0-18 0,0 0 94 0,0 0 5 16,1 0 10-16,-1 0-14 0,0 1-37 0,0-1-19 16,-2 21-5-16,-1-13-4 0,-1 2-15 0,-1 2-11 0,-1 2 7 15,1 1-9-15,-1 2 4 0,-1 1-1 16,1 1-3-16,-2 4 2 0,1 2-6 0,-1 4-4 15,-2 2 0-15,-1 1-1 0,0 0 0 0,0-1 1 0,0 1 1 16,2-3 0-16,0 1 4 0,4-4-8 0,0-3-26 16,4-6 1-16,1-3-115 0,1-4-49 15,1-3 6-15,2-3-25 0,-4-4-35 0,0 0-26 0,17 0-32 16</inkml:trace>
  <inkml:trace contextRef="#ctx0" brushRef="#br0" timeOffset="39278.1">10340 1119 2197 0,'0'0'-19'0,"0"0"37"16,0 1 20-16,3 20 11 0,-2-13 66 0,0 2-11 16,-1 2-11-16,-1 1 4 0,0 1-21 0,0 0-24 0,-1 3-4 15,0 1-7-15,-1 2-14 0,-2 3-12 0,0-1 3 16,-1 2-6-16,0 0 2 0,0-2-10 0,-1-1 2 15,0-2-5-15,0-2 2 0,3-2-30 0,0-2-14 16,0-1-13-16,0-2-114 0,2-4-26 0,2-6-24 16,0 0-5-16,0 0-144 0</inkml:trace>
  <inkml:trace contextRef="#ctx0" brushRef="#br0" timeOffset="39504.8">10339 1189 1581 0,'0'0'260'0,"0"0"-192"16,0 0 64-16,0 0-154 0,1 0 91 0,14 9 22 0,-15-9 9 15,1 0-4-15,16 6-24 0,-16-6-24 16,15 3-3-16,-8-2-9 0,2-1-14 0,0 0 1 16,0 1-5-16,0-2 2 0,0 1-15 0,0-2 0 15,0 0-1-15,1 2 0 0,1-1-4 0,-1 2 0 16,1 0 0-16,-2 0 0 0,-1 0 1 0,0 0-66 15,-2 1-19-15,-7-2-32 0,0 0-159 0,0 0-170 16</inkml:trace>
  <inkml:trace contextRef="#ctx0" brushRef="#br0" timeOffset="39679.83">10269 1432 1631 0,'0'0'271'0,"0"0"-276"0,1 0 38 15,19 9-70-15,-10-8 134 0,3-1-39 0,1 0 31 16,2-1-39-16,-1-2 9 0,2-2-40 0,-2 0 2 16,2-1-16-16,-1 0-7 0,-1 0-1 0,1-1-2 15,-1-1-1-15,2-1-31 0,1 1-80 0,1-1-13 16,0 0-29-16,-1 0-102 0,-1 0-328 16</inkml:trace>
  <inkml:trace contextRef="#ctx0" brushRef="#br0" timeOffset="39933.48">10650 1110 1809 0,'0'0'43'0,"0"0"-49"0,0 1 100 16,6 16 54-16,-6-17 4 0,0 1 8 0,10 20-17 0,-7-12-27 15,0 2-2-15,1-1-12 0,0 1-22 0,-1 0-2 16,0 1 3-16,0 3-4 0,1 1-17 0,-1 1-13 15,0 3-4-15,-3 0-2 0,0 2-9 0,-2 1 1 16,0 1-5-16,-2-1 2 0,-1-1-11 0,0 0-7 16,-1 1 4-16,-1 1-6 0,-1 1 5 0,-3-3-6 15,1-1-2-15,0-4-6 0,0-2-48 0,1-5-116 16,-1-3-11-16,3-3-46 0,0-2-126 0,7-2-219 16</inkml:trace>
  <inkml:trace contextRef="#ctx0" brushRef="#br0" timeOffset="40268.54">10834 1297 2286 0,'0'0'55'0,"0"1"-45"0,-1-1-12 0,1 1 75 0,-8 16-10 16,8-17 31-16,0 0-26 0,0 0-16 0,1 0 1 15,19 17-7-15,-11-15-14 0,2 0 10 0,1-1-7 16,3 0 8-16,1 0-13 0,3-2-13 16,2 0 0-16,1 0-6 0,0-1-11 0,0 0 0 15,-1 0 0-15,-3-1 1 0,-2 1 0 0,-3 0-1 16,-1 0 0-16,-4 0-1 0,1 1 0 0,-1-1-51 15,-3 1-26-15,-5 1-15 0,0 0-130 0,1 0-33 16,-1 0-28-16,1 0-26 0,-1-1-331 0</inkml:trace>
  <inkml:trace contextRef="#ctx0" brushRef="#br0" timeOffset="40461.75">11016 1174 1728 0,'0'0'99'15,"0"0"310"-15,0 0-420 0,0 1 92 0,2 19-4 0,-2-19 34 16,2 15-13-16,-1-3-8 16,-1 0-4-16,-1 6-2 0,0 2-28 15,-2 1-2-15,0 3-11 0,-2-1 4 0,-2 0-27 16,1-1-7-16,-1-2 3 0,-1 1-5 0,0-1 1 0,1-2-29 16,0 0-39-16,3-4-9 0,0-1-221 0,4-3-164 15,0-1 832-15</inkml:trace>
  <inkml:trace contextRef="#ctx0" brushRef="#br0" timeOffset="40778.19">11395 1141 2175 0,'0'0'47'0,"0"0"-53"0,-1 0 34 0,1 0 52 0,0 1 1 15,-10 16 13-15,10-17-6 0,-2 16-36 0,2-7 4 16,-1 3-20-16,0 0-16 0,0 4 14 0,0 1 2 16,0 4 4-16,1 1-4 0,-2 3 4 15,1 2-5-15,-2 0 5 0,1 2-12 0,0-1-2 16,-1 1-4-16,0 2 1 0,-1-1-12 0,-1 0 4 15,-2-3-2-15,3-2 2 0,0-5-3 0,1-5-5 16,1-2-11-16,-1-2-4 0,0-3-92 0,3-8-91 16,0 0-16-16,-1 0-34 0,1 0-136 0</inkml:trace>
  <inkml:trace contextRef="#ctx0" brushRef="#br0" timeOffset="41058.8">11382 1101 1406 0,'0'0'218'0,"0"0"36"16,0 0 153-16,0 0-413 0,0 0 37 0,0 0 12 15,0 0 7-15,0 0-2 0,22 6 21 0,-22-6-30 16,16 6 11-16,-7-2-19 0,2 1-1 0,1 1 0 16,0 0-2-16,0 1 2 0,-1 0-1 0,1 1 1 15,1 3-1-15,-3-2 3 0,-1 0 3 0,0 0 3 16,-2 1 0-16,-1-2 0 0,-1 3-3 0,-2-1 2 15,0-2-3-15,-3 2 1 0,0 0-15 0,-1 0 14 16,-2 1-7-16,-1-2 10 0,-3 1-1 0,0-1-4 16,-2 0-2-16,-2 0-2 0,0-1-14 0,-1-1-29 15,-2-1-12-15,1-1-12 0,0-1-68 0,1-1-27 16,0-1-6-16,1-2-11 0,2 0-50 0,1-1-71 0,0-2-42 16</inkml:trace>
  <inkml:trace contextRef="#ctx0" brushRef="#br0" timeOffset="41363.72">11773 1139 1556 0,'0'0'85'0,"0"0"201"0,0 0-201 0,0 0 59 15,0 0 7-15,0 0 11 0,0 0-3 0,-17 6-40 0,17-6 4 16,-1 0-22-16,-16 11-41 0,11-6-14 0,-2 1-4 15,0 1-2-15,0 1-21 0,0 1-8 16,-1 0-7-16,0 1 1 0,0 3-5 0,-1 1-1 16,1 3 2-16,1 2-1 0,0 0 6 0,1 2-8 15,0 1 2-15,0-1-5 0,1 2 3 0,2-2 2 16,1-1-5-16,3-3 5 0,0-1-9 0,2-2-1 16,2-1-2-16,0 0-1 0,3-3-8 0,0-1-23 15,0-2-7-15,1-1-10 0,0-3-56 0,0-2-49 16,1-1 0-16,0-2-26 0,0-3-77 0,2 0 1034 15</inkml:trace>
  <inkml:trace contextRef="#ctx0" brushRef="#br0" timeOffset="41598.55">11858 1188 2046 0,'0'0'62'0,"0"1"-57"0,0-1 115 0,8 19-11 15,-8-19 15-15,5 17-18 0,-4-7-9 0,0 4-36 16,1 1-5-16,-3 2-12 0,-1 1-22 0,0 2 6 16,-1 0-2-16,-1 0 1 0,-1 1-12 0,-1-2-5 15,1-3 0-15,-2-1-1 0,2-3-3 0,0 1 4 16,1-1-4-16,3-2 1 0,-2-2-34 0,3-8-64 16,0 0-4-16,0 1-23 0,0-1-42 0,0 0-21 15,0 0-11-15,0 0-8 0,1 0-74 0,10-17-149 16</inkml:trace>
  <inkml:trace contextRef="#ctx0" brushRef="#br0" timeOffset="41901.42">11808 1190 1447 0,'0'0'296'0,"0"0"-157"0,0 0-55 16,0-1 8-16,0 1 27 0,0-1-34 0,0 1 0 16,0 0-12-16,0 0-20 15,1 0-25-15,19 0 3 0,-10 0-9 0,1 0 5 0,2 0-8 16,2-1 2-16,1 1-5 0,0 2-11 0,0-2 5 15,0 2-3-15,0 0 6 0,1 0 14 0,-1 2 5 16,0-1 1-16,0 2 1 0,0 0-1 0,1 1-1 16,-1 0 1-16,-4 0 0 0,-1 2 13 0,-3 1-1 15,-2 1-1-15,-1 1-1 0,-3 0-7 0,0 1-17 16,-3 1 2-16,-1-1-6 0,-2 3 10 0,-2-1-1 16,-2 1 7-16,-2 0-5 0,-4 1 7 0,-1-2-9 15,-3 0 0-15,0-1-4 0,0 1-2 0,2 1-3 16,-1 1-1-16,1-1-1 0,-1 0-4 0,0-2-5 15,1-1-3-15,-1-3-5 0,2-1-50 0,1-3-48 16,2-1-8-16,0-3-16 0,3-1-50 0,3-2-31 16,2-2-20-16,3-2-19 0,1-2-218 0</inkml:trace>
  <inkml:trace contextRef="#ctx0" brushRef="#br0" timeOffset="42144.06">12160 1124 1617 0,'6'4'85'0,"2"2"202"0,-1 1-302 0,1 3 66 16,-1 1 1-16,1 1 32 0,-3 1 61 0,0 1-17 15,-3-3 4-15,1 6-13 0,-2 0-33 0,0 0 1 16,0 5-8-16,0-2 4 0,0 2-23 0,-1-1 0 16,0 1 2-16,0-1-2 0,-3 1-6 0,1 1-25 15,-2-1-1-15,-3 2-8 0,1-1-3 0,-2 0-4 16,-2 0 0-16,0-2-2 0,0-2 1 0,-2-2-4 15,-1-1-1-15,-1-1-4 0,-1-3-33 0,-2 0-78 0,-1-2 3 16,0 0-32-16,-1 0-43 0,1-1-111 0,1-1-73 16</inkml:trace>
  <inkml:trace contextRef="#ctx0" brushRef="#br0" timeOffset="42775.03">8494 1715 2076 0,'0'0'56'0,"0"0"-49"0,0 0 20 0,0 0 43 16,0 0 22-16,0 0 15 0,0 0 18 0,0 0-29 15,1 1-6-15,0-1-24 0,13 14 3 0,-6-9-9 16,3 0 4-16,-1-1 2 0,3 0-5 0,2-1 3 16,1 0-16-16,2-1-8 0,1-2 1 0,1 1-4 15,2 0-4-15,-1-1 1 0,1-1-2 0,3 0 3 16,1 1-3-16,2-1-7 0,0-1-1 0,-1 1-1 16,-1 1-8-16,-4 0 2 0,0 0-3 15,-2-1 1-15,0 1-6 0,0 0 4 0,0 0-2 16,-1 0 3-16,-2 0-5 0,-2 1-2 0,-2-1 0 0,-3 0-1 15,-2 0-2-15,-8 0 4 0,1 0-1 0,-1 0 1 16,1 0-4-16,0 0-69 0,-1 0-19 0,0 0-27 16,0 0-130-16,0 0-172 0,0 0-85 0</inkml:trace>
  <inkml:trace contextRef="#ctx0" brushRef="#br0" timeOffset="43370.7">10095 1786 1706 0,'0'0'158'0,"0"0"24"0,0 0 25 16,0 0-115-16,0 0 23 0,0 0 10 0,0 0 15 15,1 0-38-15,-1 0-28 0,20 0-19 0,-10 1 3 16,2-1-8-16,2 0 7 0,0 0-7 0,2-1-3 15,2 1-2-15,0-1-9 0,2 1-7 0,-1 1 9 0,2-1-9 16,2 1 3-16,-1 0 1 16,2-1-9-16,-3 1 6 0,-1-1-11 0,0 0 4 15,-2 1-3-15,-2-1 1 0,-1 0-15 0,0-1 2 16,-1 1 2-16,0-1 0 0,0 0 0 0,-1 1-7 16,-2-1 2-16,-1 0-4 0,-2 0 0 0,-1 1 5 15,0-1-5-15,-7 1 5 0,0 0-2 0,1 0-32 16,-1-1-22-16,1 1-13 0,15-13-130 0,-16 13-95 0,0 0-27 15,0 0-46-15,4-17-313 0</inkml:trace>
  <inkml:trace contextRef="#ctx0" brushRef="#br0" timeOffset="43916.82">10301 1469 778 0,'0'0'127'0,"0"0"-34"0,-1 0 43 16,1 0-69-16,0 0 91 0,-20-8-37 0,20 8 4 15,0 0-21-15,-1 0-30 0,-17-9-15 0,18 9-5 16,-1 0-2-16,1 0-12 0,0-1 3 0,-18-9 0 16,18 10 0-16,0 0-4 0,0 0 6 0,0 0 2 15,0 0-1-15,0 0-5 0,0 0 5 0,0 0-5 16,0 0 4-16,0 0-11 0,0 0 4 0,0 1 2 0,6 16 0 16,-6-17 10-16,0 0 1 0,7 21 1 0,-6-14-1 15,1 3 6-15,1-1-2 0,-3-1-1 16,2 2-1-16,-2 0-12 0,0 2 1 0,-1-1-2 0,0 1 0 15,0-2-14-15,-2 0-15 16,1-1 4-16,0 0-7 0,0-1 3 0,1-2 1 16,1-6-7-16,0 1 4 0,0-1-14 0,-7 18-134 15,7-18-11-15,0 1-59 0,0-1-161 0</inkml:trace>
  <inkml:trace contextRef="#ctx0" brushRef="#br0" timeOffset="44636.57">11591 1814 1569 0,'0'0'183'0,"0"0"67"0,0 0 26 0,0 1-191 0,1-1 28 15,-1 1-4-15,24 16 12 16,-15-14-28-16,3 2-13 0,-2-6-30 0,5 4-1 16,2-2-9-16,0 1 6 0,1-1-3 0,-1-1 1 15,0 1-5-15,1-1-17 0,-1 2 5 0,-1-2 0 0,2 3 2 16,0-1-5-16,0-2-5 0,-1 3-4 0,-2-3 1 16,-2 2-10-16,-1 0 2 0,-1-1-2 0,-2 1 1 15,-2 0-2-15,1 0 3 0,-3-1-2 0,-5-1 1 16,1 0-5-16,0 0-2 0,-1 0-19 0,0 0 1 15,1 0-103-15,-1 0-103 0,1 0-23 0,0 0-46 16,-1 0-256-16</inkml:trace>
  <inkml:trace contextRef="#ctx0" brushRef="#br0" timeOffset="50312.95">9419 1897 803 0,'0'0'111'0,"0"0"32"0,0 0 21 15,0 0-100-15,0 0 15 0,0 0 21 0,0 0 6 0,0 0-14 16,0 1 0-16,0-1-20 0,0 0 0 0,0 1-11 16,0-1-33-16,1 1 4 0,-1-1 1 0,17 17 4 15,-17-17 10-15,1 0 2 0,-1 0 2 16,22 11 0-16,-22-11 7 0,0 0-11 0,25 8-9 0,-16-5 0 15,2-1-20-15,0-1-3 0,1 0 3 0,0 0-2 16,0-1 6-16,1 0-9 16,0 1 2-16,1-1-5 0,-1 0-3 0,2 1-1 0,0-1 1 15,0 0-2-15,-1 0-5 0,-3 1 3 16,-1-1-2-16,-1 1 3 0,-2-1-3 0,-1 0-125 0,-6 0 3 16,0 0-58-16,1 0-95 0</inkml:trace>
  <inkml:trace contextRef="#ctx0" brushRef="#br0" timeOffset="50977.98">10961 1852 1521 0,'0'0'20'0,"0"0"-13"0,0 0 19 0,0 0 38 16,1 0-27-16,0 0 9 0,-1 1-24 0,20 12 6 15,-20-13 5-15,0 0 35 0,0 0-9 16,21 1-4-16,-21-1 0 0,1 0-17 0,19-1-4 16,-20 1 0-16,1 0-2 0,20 0 3 0,-21 0-6 15,1 0-2-15,18-1-2 0,-19 1-10 0,1 0-9 16,17-1 3-16,-18 1-6 0,0 0 6 0,0 0-9 16,19 0 5-16,-19 0-5 0,0 0 6 0,1 0-8 15,-1 0-16-15,1 0-2 0,17 0-81 0,-18 0-59 16,0 0-15-16,0 0-27 0,0 0-175 0</inkml:trace>
  <inkml:trace contextRef="#ctx0" brushRef="#br0" timeOffset="53372.92">5050 5163 887 0,'0'0'67'0,"-1"0"5"0,1 0 6 0,0 0-19 15,-19 2-13-15,19-2 64 0,0 0-8 0,0 0 19 16,-1 0-32-16,-17-1 0 0,18 1-4 0,0 0 4 16,0 0 0-16,-1 0 7 0,1 0-7 0,-1 0 5 15,0 0-22-15,1 0-3 0,0 0-2 0,-1 0-2 16,1 0-13-16,0 0-19 0,0 0-4 0,0 0-7 0,0 0-19 15,0 0 1-15,0 0 3 0,0 1-1 0,1-1 9 16,-1 1 0-16,19 9 4 0,-19-10-2 0,1 0 4 0,20 1 4 16,-12-1-4-16,2 0 4 0,0-1-9 15,1-1-2-15,0 1 3 0,1 0-3 0,-1-1-2 16,0 1 1-16,-1 1-3 0,1-1 3 0,0 0 2 0,-1 1-10 16,2-1 5-16,-1 0-7 0,2 0 6 0,1 0-9 15,-2 0 3-15,1 1-3 0,1 0 1 0,-1-1 3 16,0 0-1-16,0 1 0 0,0-1-4 0,-2 1 4 15,1 0-3-15,-1-1 3 16,-1-1-4-16,0 1 3 0,0-1 8 0,3 2-1 16,2-1 14-16,-1 1-8 0,1-1 0 0,-1-1-3 15,0 1-8-15,0 1 5 0,-2-2-7 0,0 0 6 16,0 0-5-16,-2-2 4 0,0 3-1 0,1-1 2 16,-3 2 1-16,1-1 0 0,-1-1 7 0,0 1-4 0,0-2 16 15,1 1-14-15,1 0 5 0,0 0-7 0,2 2 6 16,-2-3-12-16,-1 3 0 0,0-2-4 0,0 0 4 0,-3 2-2 15,1-1 0-15,-1 0 0 0,-2 0-4 0,-5 1 6 16,1 0-3-16,-1 0 6 16,1 0-9-16,16-2 7 0,-17 2-4 0,0 0 6 0,0 0-7 0,1 0 1 15,-1 0 0-15,0 0-1 16,1 0 2-16,-1 0-2 0,1 0 3 0,0 0-4 16,-1 0-24-16,0 0-60 0,1 0-11 0,-1 0-19 15,0 0-66-15,0 0-37 0,0 0-5 0,0 0-12 0,0 0-22 16,0 0-52-16,0-1-19 0</inkml:trace>
  <inkml:trace contextRef="#ctx0" brushRef="#br0" timeOffset="58198.64">5996 5015 1437 0,'-7'4'-17'0,"0"0"-266"0</inkml:trace>
  <inkml:trace contextRef="#ctx0" brushRef="#br0" timeOffset="59164.3">5054 5159 1250 0,'0'0'95'0,"0"0"27"16,0 0 12-16,-1 0-52 0,1 0-6 0,-1 0 29 0,1 0-2 16,0 0 11-16,-1 0-8 0,-21 1-19 0,22-1-6 15,0 0-5-15,0 0-25 0,0 0-6 0,0 0 1 16,0 0-3-16,0 0 6 0,0 0-19 0,1 0 5 16,20-8-11-16,-21 8-9 0,1 0-4 0,20-2 0 15,-12 1 0-15,1 1 5 0,-1 0 8 0,1-1-1 16,1 0 5-16,0-1 2 0,0 1 11 0,0 0-1 15,1 0 2-15,0 0-9 0,0 0 3 0,1 0-4 16,2 0 3-16,1 1-12 0,0-2 4 0,1 1-10 16,0 0 7-16,0-1-8 0,0 1-4 0,0-2 4 0,-1 1-7 15,0 0-7-15,-1 1-2 16,0 0 7-16,0 0-4 0,0 1 7 0,0-2-2 16,1 1-1-16,0 0 0 0,-1 1 3 0,1 0 6 15,-1-1 0-15,0 2 2 0,-1-1-7 0,-1 1 2 16,0 0-3-16,-1-1 2 0,-2-1-5 0,1 1 4 15,-1 0 0-15,0 0 3 0,1 1-7 0,-1-1 2 0,1 0-1 16,1 0 3-16,0-1 8 0,0-1 6 0,-1 1-5 16,0 1 4-16,-1-2-8 0,-1 0-5 0,0 2 3 15,-1-1-5-15,-1 0-1 0,1-1 4 0,0 0-6 16,-2 2 5-16,0-1-6 0,-6 1-1 0,0 0 8 16,1 0-5-16,17-5 10 0,-18 5-4 0,0 0-2 15,1 0 0-15,-1 0 3 0,1 0-5 0,15-6 0 0,-16 6-1 16,0 0-3-16,0 0 1 15,0 0 0-15,1 0 0 0,-1 0 3 0,1 0-6 16,-1 0 0-16,0 0-3 0,0 0-15 0,0 0-38 16,0 0-6-16,0 0-16 0,0 0-61 0,0 0-58 15,0 0-20-15,0-1-18 0,0 1-120 0,0-1-475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2-29T21:49:17.746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5783 2121 1607 0,'0'0'64'16,"0"0"-1"-16,0 0 28 0,0 0 1 0,0 0 10 0,0 0-22 15,0 0-7-15,0 1-8 0,0-1-38 0,-1 0-11 16,1 0-1-16,0 0-3 0,-1 0-5 0,0 0 2 16,1 0-5-16,-1 0 4 0,1 0-7 0,0 0-1 15,-1 0-1-15,1 0 0 0,0 0 1 0,0 0-4 16,0 0 2-16,0 0-10 0,0 0-56 0,0 0-158 15,0 0-53-15</inkml:trace>
  <inkml:trace contextRef="#ctx0" brushRef="#br0" timeOffset="688.84">5791 2106 222 0,'0'0'109'16,"0"0"106"-16,0 0 43 0,0 0-53 0,0 0-3 16,0 0-80-16,0 0-3 0,0 0-20 0,0 0-16 0,-1 0-7 15,1 0 6-15,-1 0-8 0,1 0-7 0,-1 0-6 16,1 0-8-16,-1 0 3 15,1 0-14-15,0 0 5 0,0 0-2 0,0 0 2 0,0 0-10 0,0 0-4 16,0 0-4-16,0 0 0 0,0 0-18 0,0 0 1 16,0 0-3-16,0 0 2 0,0 0-11 0,-1 0 3 15,0 0-3-15,1 0-1 0,-1 0-42 0,1 0-74 16,0 0-8-16,0 0-30 0,-1 0-105 0</inkml:trace>
  <inkml:trace contextRef="#ctx0" brushRef="#br0" timeOffset="155235.87">11780 5073 2295 0,'0'0'107'0,"0"0"-22"16,0 0 7-16,0-1-59 16,0 1-17-16,0-1-25 0,0 1-2 0,0-1-7 15,0 1 15-15,0-1-26 0,1 1 8 0,-1 0-16 16,1 0-4-16,0 0 14 0,-1 0 2 0,17-1 5 0,-17 1 9 16,0 0-14-16,0 0 4 0,0 0-7 0,0 0 3 0,0 0-85 15,0 0-7-15,0 0-37 0,0 0-116 0,0 0-336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3-05T19:42:12.425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5837 2849 1891 0,'0'0'45'0,"0"0"-62"16,0 0-12-16,0 0-7 0,1 0-6 0,0 0 59 15,18 3 13-15,-19-3 8 16,0 0 28-16,0 0-19 0,17 5 6 0,-17-5-9 0,1 0 17 0,17-3 2 15,-9 3 0-15,2-1 1 0,0 0 2 16,3 0 1-16,-1-1 2 0,1 1-1 0,1-1-6 0,-1 0-19 16,1 0-1-16,-1-1-6 0,1 1-6 0,0-1-1 15,1 0 0-15,1 1 0 0,2 0-4 0,-1-1-2 16,2 0-2-16,0 0 1 0,0 0-7 0,-1 0-5 16,1 0 2-16,-2 0-3 0,1 1-5 0,-1 0 2 15,1 0-6-15,1 0 5 16,1-1-4-16,1 1-1 0,-1-1 2 0,0 1-1 15,-1-1 0-15,0 2 5 0,0-1-1 0,0 1 1 0,-1-1-6 16,-1 0 8-16,3 0 0 0,0 0 5 0,1 1 6 16,0-2-7-16,-2 1 0 0,-1 1-2 0,0 0-3 15,-2 0 0-15,-1 0-4 0,1 1 2 0,-1 0-1 0,1 0-3 16,2 1 6-16,0 0-6 0,1-1 1 0,-2 0 2 16,1 1-1-16,-2-1 3 0,0 1 4 0,-1-3-2 15,2 2-2-15,-1 1 1 0,0-2 4 0,1 2-1 16,0-3 5-16,2 0-3 0,0 2 8 0,-1-1-9 15,0 1 2-15,-1 0-4 16,-1-2 4-16,-1 0 0 0,1 1-4 0,-2 0 3 16,-1 1-5-16,0-2 4 0,0 2-2 0,2-1 1 0,0 0-8 0,0 0 2 15,1 0 5-15,-2-1-2 0,0 1 5 0,0 0-7 16,-2-1 1-16,1 0-3 0,-1 1 4 0,-1-1 1 16,0 0-3-16,-1 1 2 0,-1-1-5 0,0 1 2 15,-1 1-1-15,0 0 1 0,1-1 0 0,2 1-1 16,-3-2 2-16,1 0-2 0,-1 1 10 0,0 0-3 15,-1 1 0-15,0 0-2 16,-2 0-6-16,2-1 1 0,-2 2 4 0,-1 1-2 16,-5-2 1-16,1 0 0 0,-1 0-3 0,18 3 3 15,-18-3-6-15,0 0 4 0,0 0-1 0,1 0 3 0,17 6 1 16,-18-6-5-16,1 0 0 0,-1 0-2 0,0 0 6 16,17 4-1-16,-17-4 1 0,0 0-1 0,0 0-5 0,1 0 3 15,-1 0 0-15,17 8-1 0,-17-8-3 0,0 0 5 16,0 0 2-16,0 0 1 15,1 0-4-15,-1 0-2 0,17 3 0 0,-17-3 1 16,0 0 7-16,0 0-9 0,0 0 1 0,1 0-1 0,0 0 3 16,-1 0-3-16,0 0 3 0,1 0-3 0,-1 0 1 15,1 0-6-15,-1 0-4 0,0 0-2 16,1 0-20-16,15 5-13 0,-16-5-3 0,0 0-5 16,0 0-31-16,0 0-49 0,0 0-7 0,0 0-20 0,0-1-71 15,0 1-45-15,0-1-13 0,0 1-15 0,-1-1-84 16</inkml:trace>
  <inkml:trace contextRef="#ctx0" brushRef="#br0" timeOffset="1066.1">5935 2934 982 0,'0'0'-35'0,"0"-1"10"0,-1 1-1 0,1-1 10 15,0 1 33-15,-17-17 7 0,17 17 7 0,0 0 1 0,0-1 31 16,0 1-4-16,-10-20 3 0,10 20-5 0,0 0-7 16,0 0 8-16,0-1-3 0,-9-16 5 0,9 17-9 15,0 0-2-15,0-1-4 0,0 1 1 0,-1-1-9 0,1 1-4 16,-1-1-2-16,1 1 0 0,-1 0-8 0,1-1 13 16,0 1-4-1,-1-1 7-15,1 1-4 0,0-1 3 0,-1 1 6 0,0-1-3 16,1 1 4-16,0 0-4 0,0-1 1 0,0 1-1 15,0-1-5-15,0 1-16 0,0 0-2 0,1 0-4 16,20-3 0-16,-21 3 0 0,0 0 2 0,24 7 0 16,-14-5 11-16,1 0 9 0,1-1-4 0,1 0 5 15,-1-1-7-15,2 0 20 0,0 0-2 0,1 0 7 16,0-1-11-16,0-1-4 0,0 1 1 0,3-2-1 0,-1 1 5 16,3 0-6-16,-2-1-5 0,0 0 1 0,0 0-13 0,-2 0-7 15,1 0 2 1,0 0-4-16,-2 0 6 0,0 1-6 0,1-1 1 15,1 0-5-15,2 0-8 0,2 0-1 0,1 0 6 16,-1 1-4-16,0-1 7 0,-1-1-4 0,0 2-1 0,-2-1 1 16,1 0 2-16,0 1-3 0,0-1-3 15,3 0 2-15,1 1 7 0,0 0-5 0,1-1 6 0,-2 2-7 16,-1-1 3-16,-1 0-1 0,0 0-2 0,-1 1 1 16,1-1-4-16,2 0 3 0,1 0-1 0,0 2 1 15,-1-1-9-15,-2 1 7 0,-1 0 6 0,0-1 4 16,-2 1 39-16,0 0-29 0,0 0 7 0,-1 1-17 0,1-1-1 15,2 0-2-15,-2 0-1 0,2 0 0 0,0 0-6 16,-3-1 0-16,2 0 1 16,-2 0 0-16,-1 1 3 0,-1-1 1 0,0 1 2 15,-2-1-1-15,-1 0 5 0,0 0-7 0,0 0 3 16,1 1-4-16,-1 0 6 0,0 0-3 0,-1 0 1 0,0 0-2 0,-1 0 2 16,0 0 2-16,-2 0-3 0,0-1 4 0,-7 1-8 15,0 0 5-15,0 0 0 0,19-1 2 0,-19 1 0 16,1 0-1-16,0 0 0 0,-1 0 1 15,0 0 5-15,0 0-3 0,1 0-9 0,0 0 0 16,-1-1-45-16,0 1-37 0,1-1-4 0,-1 1-14 0,4-19-54 16,-4 19-55-16,-1 0-13 0,0-1-21 0,-17-18-91 15</inkml:trace>
  <inkml:trace contextRef="#ctx0" brushRef="#br0" timeOffset="2252.59">5745 2857 1318 0,'0'0'144'16,"0"0"-65"-16,-1 1 77 0,0-1-143 0,1 1 17 16,-1-1 10-16,1 1 40 0,-14 15 5 0,14-16 2 15,0 0-25-15,0 0-39 0,1 0 7 0,16 7-12 16,-9-5 39-16,1-2-3 0,3 0 0 16,0 0-2-16,-1 0-4 0,3 1 7 0,-1-2-4 15,0 1 3-15,1 0-14 0,1-2-2 0,2 1-1 16,3 0 1-16,0-1-3 0,2 0-7 0,-1 0 3 0,1 0-3 15,-2-1 5-15,1 1 3 0,-2-1-6 0,1 0 4 16,-1 1-7-16,2-1-6 0,1 1 1 0,-1 0-3 16,0 1 6-16,0 0-9 0,-2 0 4 15,1 1-7-15,-4 0-4 0,1 0 0 0,-2 1-3 0,2 0 1 16,0-1-4-16,3 0 2 0,0 1 2 0,0-1-1 0,-2 1-2 16,2 0 1-16,-1-1-1 0,-1 0 0 0,-1-1 3 15,0 1 25-15,0-1-8 16,0 1 12-16,4 0-24 0,0-1-2 0,2 1-5 15,-1 0 2-15,-1 1 3 0,-1 0 0 0,-2-1 7 16,0 1-4-16,-1 0 8 0,-1 1-4 0,1-1 0 16,5 0-2-16,-1 1-2 0,3-1-3 0,-2 1 0 0,1-2 0 15,-2 1-2-15,0-1 3 0,-2 0-1 0,0 0 1 16,0 0-4-16,0 0 7 0,2-1-1 0,-1 0 4 16,2 0-7-16,-2 0 1 0,-1 0-3 0,-3 0 3 15,0 1-5-15,-2 0-2 0,0-1 0 0,-2 1 0 16,0-1-1-16,0 1 4 0,-1-1-2 0,1 1 2 0,0 0-4 15,3 0 4-15,-2 0 0 16,-1 0 0-16,0 0-11 0,-2 0 11 0,0 0-7 16,-2 1 10-16,-1-1 1 0,1 0-7 0,-1 0 5 15,0-1-6-15,-1 0 7 0,-1 1-5 0,-5 0 0 0,1 0-3 16,0 0 2-16,17-3-3 0,-18 3 5 0,0 0-3 16,1 0 8-16,15-2-7 0,-16 2-3 0,0 0 0 15,0 0 3-15,1 0 1 0,-1 0 4 0,19-5-3 16,-19 5-5-16,0 0 4 0,0 0-4 0,0 0 3 15,17-7-12-15,-17 7 10 0,0 0-4 0,0 0 6 16,1 0-4-16,-1 0 3 0,18-9 0 0,-18 9 1 16,0 0-4-16,1 0 0 0,-1 0 1 0,18-6-1 15,-18 6 1-15,0 0-1 0,1 0 3 16,0 0-1-16,-1 0-1 0,18-3 1 0,-18 3-4 0,0 0 2 0,1 0-1 16,0 0 1-16,15-2 0 15,-16 2 0-15,0 0-2 0,0 0 3 0,1 0-1 16,18-3 0-16,-19 3-2 0,0 0 1 0,16-1 1 15,-16 1 0-15,1 0-1 0,16-1 1 0,-17 1-3 16,0 0 3-16,0 0-1 0,20 1-1 0,-20-1 2 16,0 0-1-16,1 0 4 0,16 2-2 0,-17-2 0 15,0 0-1-15,0 0 0 0,1 0 0 0,0 0 1 0,-1 0 1 16,17 4-1-16,-17-4-4 0,0 0 2 0,0 0-3 16,0 0 6-16,0 0-40 0,0 0-4 0,0 0-17 15,0 0-48-15,0 0-69 0,0 0-11 0,0-1-29 16,0 1-115-16,-2-17-212 0</inkml:trace>
  <inkml:trace contextRef="#ctx0" brushRef="#br0" timeOffset="5463.6">5592 2921 1302 0,'0'0'172'0,"0"0"-112"0,0 0 105 0,0 0-212 0,1 0 39 16,-1 0 48-16,22 2 32 0,-22-2 2 15,0 0 0-15,17 3 17 0,-17-3-21 0,18 1 8 0,-7-1-13 16,0 1 3-16,2 0 6 16,-2 0-4-16,2 0 4 0,-1-1-7 0,-3-3-11 15,6 2-1-15,0 0-5 0,2 0-17 0,-2-1-10 16,1 1-3-16,-1-1-2 0,0 0-18 0,-1-1 3 16,0 2 3-16,2-2-1 0,1 1-3 0,3 0 13 15,-2-1-7-15,2 1 13 0,-1-1 26 0,-1-1-20 16,0 2 11-16,-1-2-16 0,0 0-8 0,0 2-1 15,1-1 0-15,-1 0 0 0,3 0-2 0,-1 1-6 16,0 0-1-16,-2 0-1 0,-1 0-1 0,-1 0 2 16,-1 0 1-16,-2 1 0 0,-1 0 0 0,-1 0-3 15,-2 0-2-15,1 0 0 0,-3 0 2 0,2 1 0 0,-8 0 4 16,1 0-3-16,16-3 2 0,-17 3 2 0,0 0 0 16,0 0 1-16,20-2-1 0,-20 2-1 0,0 0 1 15,1 0 0-15,-1 0 0 0,1 0 2 0,0 0-3 0,-1 0 4 16,0 0-3-16,0 0 6 0,1 0-1 0,0 0 3 15,-1-1 0-15,0 1-3 0,1-1 1 0,-1 1-2 16,1-1 7-16,-1 1-15 16,0 0 1-16,0-1-5 0,-1 1-3 0,1-1-11 15,-18-14 3-15,17 15-5 0,0 0 0 0,-20-3 3 16,21 3 1-16,0 0 2 0,-25-2 2 0,16 1 0 16,-2 1 0-16,-1-1 2 0,-1 1 2 0,0-1-2 15,-1 1 4-15,-2 0-3 0,0 0 2 0,-1 0 5 0,-1 0-7 16,1 0 6-16,1 1-1 0,1 0-6 0,1 1 4 15,1 1-6-15,0 0-7 0,1-1 4 0,-2 2 4 16,2 0 0-16,-1 1 8 0,2-1 0 16,0 0 0-16,3 0 2 0,0 0 0 0,1-1-2 15,2 0 0-15,5-3 0 0,-1 0-7 0,1 0-3 16,-1 1-7-16,1-1 3 0,-1 1-4 0,1-1 13 0,0 1 2 0,0-1 2 16,16 6 4-16,-4-7-3 15,1-1 3-15,3-1-3 0,0 0 9 0,1-1-2 16,2-1 2-16,0 0-2 0,2-1 6 0,2 0-6 15,0 0-1-15,2-1-2 0,-1 2 3 0,-3-2-7 16,-1 2 7-16,-2-1-6 0,-2 1 11 0,-1-1 2 16,0-1-2-16,0 1 1 0,0-1-6 0,1 0 3 15,0 0-6-15,1 0 5 0,-1-1-6 0,-1 2 2 16,-1 0 1-16,-1 0-1 0,-1-1 0 0,-3 0 4 16,0 0-2-16,-2-1 3 0,1 0 1 0,-3-2 6 15,1 1 3-15,-2-2-2 0,1 1-2 0,-3-1 3 0,1-1-1 16,1 0 2-16,0-1-9 0,-1-1 3 0,0-1-6 15,0 0 4-15,0 0-8 0,-1 1-3 16,0 2 4-16,1 0-4 0,-3 0 4 0,2 1 1 16,-1-1 4-16,-1 0 0 0,-1 0 21 0,-1 0-8 15,-1 0-2-15,1 1-2 0,0-1-3 0,-3 0 3 16,0-1 5-16,-1 1-4 0,1 0-5 0,-2-2 0 16,0 3-7-16,-2 0 5 0,-1 0-6 0,-1 1-2 15,-3-1 2-15,-1-1-3 0,-4 0-5 0,-1 0 0 0,-2 0-2 16,-2 1 1-16,0 1-2 0,0 1-1 0,2 2 1 15,-4 1-1-15,-1 1-3 0,-4 1-1 0,0 2 1 16,-1 1 0-16,1 0 7 0,2 1-5 0,1 1 4 16,-2 1-3-16,0 1 3 15,-3 0-1-15,0 2-2 0,3 0 1 0,0 3-7 0,3 1 7 16,-1 1-5-16,0 1 5 0,-2 3-5 0,1 0 0 16,1 2 2-16,3 1-3 0,1 1-1 0,4 4 8 15,0 1-6-15,1 5 6 0,0 1-11 0,2-1 5 16,2-1-6-16,3-1 6 0,3 1-10 0,3 1 5 15,3 2 3-15,3 0-1 0,4 0 6 0,3-4-1 16,2-3 0-16,3-2 0 0,1-2 3 0,2-1-4 16,0 2 0-16,2-1-2 0,-1 0 3 0,0-3-3 15,1-1 4-15,1-2-4 0,2-2 5 0,2-2-65 16,1-2-25-16,0-1-24 0,1-2-168 0,-1-1-248 16,0-1 916-16</inkml:trace>
  <inkml:trace contextRef="#ctx0" brushRef="#br0" timeOffset="13008.08">2776 2921 746 0,'0'0'368'0,"0"0"150"0,0 0-9 0,0 0-524 0,0 0-23 16,1 0 36-16,18 5 11 0,-19-5-10 0,0 0 24 0,1 0 11 15,17 1 5-15,-18-1-1 0,0 0 4 0,19 2 13 16,-9-1-4-16,-1 0 7 16,2-1-8-16,0 1 9 0,0 0-5 15,2-1 5-15,-1 1-14 0,1-1-8 0,1 0-2 0,-1 0-3 16,0 0-7-16,0 0-20 0,1-1 8 0,1 1-12 15,1-2 5-15,1 2-6 0,2 0 4 0,0 0-4 16,-1-1 4-16,0 0-1 0,0-1-3 0,-1 2 1 16,0 0 3-16,1 0 7 0,-2 0 5 0,1-2-1 15,2 0 8-15,1 1-12 0,2-2 1 0,1 2-5 16,0-2-1-16,0 1-6 0,1 0 4 0,-2-1-3 16,0 1 9-16,2-1-7 0,-1 1-2 0,0 0-1 0,3 0 0 15,-1-1 2-15,0 2-2 0,0-1 3 0,-1 0 6 16,-2 1 5-16,1-1 2 0,-1 0 0 15,2 1 3-15,0-1-4 0,1 1-2 0,-1-1-1 16,1 1-11-16,-3-1 5 0,1 1-2 16,-2 0 3-16,1-1-5 0,1 0-2 0,1 1 1 0,1-1 1 0,-2 1 6 15,-1-1-6-15,1 1 2 0,-2-1-3 0,0 2 2 16,-1-1-3-16,-1 0 1 16,2 0 0-16,0 0 0 0,-1 1 5 0,2-1-2 0,-3 0 2 15,1 0-6-15,-1 1 4 0,-3-1-1 0,1 1 2 16,0 0 0-16,-2 0 0 0,2 0-3 0,1 0 3 15,-1 0-5-15,0 0 3 0,0 0-1 16,-1 0 1-16,-1 0 1 0,0 0 1 0,-2 0-1 16,2 0 0-16,-1 0-1 0,-1 0 0 0,0 0 3 0,-1 0-3 15,1 0-2-15,1 0 3 0,1-1 8 0,1 0 3 16,-1 0 62-16,0 1-47 0,0-1 8 0,-2 1-26 16,-1 0-12-16,0-1 4 0,0 1 1 0,1-1 2 15,-1 1-2-15,0-1 4 0,2 1-5 0,-5 0 5 16,2-1-2-16,0 1-7 0,0-2 7 0,1 1-7 15,2 0 6-15,-1 0 10 0,0 0-4 0,-1 0 5 0,0-1-8 16,0 1 0-16,-1 0 0 16,0 1-1-16,0 0-1 0,-3-1-2 0,0 1 1 15,-1 0-1-15,0-1 0 0,0 1 3 0,-1 0-5 16,-6 0 3-16,0 0-6 0,0 0 6 0,1 0 0 0,16 2 4 16,-17-2 0-16,0 0-2 0,0 0 2 0,0 0-4 15,0 0-23-15,0 0-96 0,0 0-20 0,0 0-32 16,0-1-141-16,0 1-215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3-05T19:42:33.047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1101 3475 1716 0,'0'0'49'0,"0"1"-24"0,0-1 19 0,0 1 3 0,0-1 18 0,0 1-35 0,0 15 11 0,0-16-20 0,0 0 65 0,0 0-15 16,0 0 5-16,1 0-13 0,-1 0-16 0,20 1 19 15,-20-1-5-15,0 0 7 0,17-2-18 0,-17 2 6 16,0 0-2-16,21 0 2 0,-21 0-8 0,0 0-10 16,19-1 2-16,-19 1-5 0,1 0-12 0,20-2-3 15,-13 0-5-15,1 1 2 0,-1-1-6 0,1 0-10 16,0 0 7-16,3 0-8 0,-1-1 9 0,2 0-5 16,0 1-1-16,1-1 0 0,0 1-2 0,0 0 2 15,0 0-1-15,-1-1 2 0,0 1 1 0,1 0-4 0,-1 1 5 16,0-1-4-16,-1 0 7 15,1 2-2-15,0-2-3 0,1 1 1 0,1 0-2 0,2-1-1 16,0 0 4-16,3 0-2 0,-1 0 1 0,-1 0-3 16,1 0-2-16,-1 1 0 0,-1 0-2 0,-1-1 5 15,1 2-2-15,-1-1 5 0,2 1-3 0,2-2 5 16,1 0-1-16,1 2 3 0,-1-2-8 0,1 1 6 16,0 0 5-16,-2-1 1 0,0 0 14 0,-1 1-8 15,0-1-5-15,2 1 0 0,2 1-9 0,2-2-1 16,0-1 1-16,0 2-2 0,-2-2-4 0,-1 2 3 15,-2-1-1-15,-2 1 1 0,1 0-3 16,2-2 6-16,1 2-2 0,0-1 3 0,-1 0-7 16,1 0 18-16,0 1-2 0,-3 0 7 0,0-1-6 0,0 1-4 15,-2 0-4-15,1-2 2 0,2 1-3 16,1-2-6-16,1 0 2 0,0 2-4 0,0-1 2 0,-1 1 2 16,-2 1-1-16,-1-2 2 0,-1 1 4 0,-3 0-2 15,2 1 1-15,0-1-2 0,0 1-1 0,1 0 4 16,1-1-4-16,-1 2 4 0,-1-2-4 0,-1 1-1 15,0 0 2-15,-2 0-3 0,-1 0-1 16,0-1 3-16,-1 2-1 0,-2-1 2 0,1 1-3 0,-2 0 4 16,-1-1-1-16,2 1 1 0,-1-1-1 0,0 0-4 15,-1 0-1-15,0 0 0 0,-1 1 2 0,-6 0-1 16,0 0 4-16,1 0-3 16,0 0 3-16,-1 0-3 0,0 0 1 0,1 0-4 0,-1 0-44 15,1 0-184-15,-1 0-25 0,0-1-76 0,0 1-320 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3-05T19:42:38.360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1582 4172 1601 0,'0'0'42'0,"-1"0"14"0,0 0 17 0,1 0 16 0,0 0 8 16,0 0-62-16,-1 0 2 0,-15 4-12 0,16-4-4 15,0 0-7-15,0 0 1 0,0 0-1 0,0 0 12 0,0 1 14 16,0-1 2-16,0 1 3 0,0-1 0 0,17 14-9 16,-9-12-1-16,1 1-2 0,0-2 0 15,3 1-1-15,0 0 2 16,-1 0-1-16,3-1-3 0,-2 0 0 0,3 0-5 0,1-1 2 16,2 0-9-16,1 0 10 0,-1-1-1 15,3 0 4-15,0 0 2 0,-3 0-3 0,2 0 3 0,-1 0-4 16,-2 1-1-16,1-1-8 0,-1 0 2 0,2 0-5 15,1 0 1-15,1-1-6 0,0 0-1 0,-1 1 0 16,2 0 0-16,-3 0-7 0,1 0 7 0,-3 0-8 16,1 0 1-16,-2 0 4 0,1 0-5 0,2 0 5 15,-1-1-2-15,3 1 4 0,-1-1-5 0,-1 1 4 16,1-1-7-16,-3 2 8 0,0-2-3 0,-1 1 3 16,-2 1-10-16,1 0 4 0,-2-1 0 0,3 1 0 0,-2 0-2 15,1 0 1-15,1 0-2 0,-1 2 2 0,-1-1 1 0,-1 0-2 16,0 0 6-16,-1 1-3 15,-2-1 5-15,0 0-1 0,-1-1-5 0,-2 1 3 16,1 1 5-16,-1-1-6 0,0-1 7 0,-1 0-8 16,0 0 3-16,0 1 4 0,-6-1-6 0,0 0 5 0,0 0-9 15,19 1 13-15,-19-1-6 0,1 0 7 0,-1 0-8 16,0 0-3-16,20 0 3 0,-20 0-2 0,0 0 5 16,0 0-5-16,0 0 4 0,0 0-4 0,0 0 7 0,1 0-7 15,-1 0 1-15,1 0-2 0,0 0 6 0,-1 0-1 16,0 0 0-16,1 0-1 15,-1 0-9-15,1 0 4 0,-1 0-3 0,0 0 0 16,0 0-40-16,0 0-35 0,0-1-11 0,0 1-9 16,0-1-55-16,-1 1-47 0,-16-15-22 0,17 15-21 15,-1 0-198-15</inkml:trace>
  <inkml:trace contextRef="#ctx0" brushRef="#br0" timeOffset="5593.34">3963 4141 1152 0,'0'0'40'0,"0"0"15"0,0 0 20 0,0 0 18 16,-1 0 19-16,0 0-10 0,1 0-1 0,0 0-6 15,-1 0-12-15,-22-2-7 16,23 2 0-16,0 0-4 0,0 0-14 0,-1 0 6 0,1 0-2 15,0 0 2-15,-1 0-16 0,1 0 1 16,-1 0 0-16,1 0 2 0,0 1-3 0,0-1-14 0,0 1-1 16,0-1-5-16,0 1-19 0,1-1 1 0,20 11-1 15,-21-11 2-15,0 0 6 0,20 0-10 16,-19 0 1-16,0 0-3 0,21 2 8 0,-21-2-5 0,16 0 3 16,-17 0-4-16,17 2 4 0,-9-1-11 0,1 0 5 15,-1 0-5-15,0-1 10 0,1 0 15 0,-1 0-8 16,1 0 9-16,-1 0-12 0,3 0-1 0,-1 0 2 15,2-1-2-15,1 0 0 0,-1 0 5 0,1 0-8 16,0 0 5-16,0-1-9 0,0 1-3 0,-1 0 7 0,-1 0-7 16,1 1 3-16,-2 0-1 0,0 0-3 0,-2 0 3 15,0 0-4-15,-1 1 3 0,0-1 0 0,1 1 1 16,0 0-1-16,0 0-4 0,1-1 1 0,0 0-1 16,1 0 3-16,-1 0-3 0,1 0 0 0,0 0 0 15,1-1 3-15,-3 1 3 0,1-1-1 0,0 0 1 16,-1 1 4-16,0-1-10 0,-1 0 5 0,1 0-5 15,-2 0 5-15,1 1-5 16,-2 0 5-16,-5 0-5 0,1 0 6 0,0 0 1 16,17 0-2-16,-18 0 2 0,0 0-1 0,0 0-2 15,17-3 3-15,-17 3 2 0,0 0 43 0,0 0-29 16,1 0 11-16,16-6-20 0,-17 6-3 0,1 0-4 16,0 0 1-16,-1 0-2 0,17-7-4 0,-17 7 1 15,0 0 1-15,0 0-1 0,0 0 3 0,17-6-1 0,-17 6-3 16,0 0 2-16,1 0-2 0,-1 0 2 15,18-4-2-15,-18 4 1 0,0 0-2 0,0 0-2 0,0 0 4 0,1 0-4 16,16-4 2-16,-17 4 3 0,0 0-4 0,1 0 3 16,-1 0-3-16,0 0 4 15,1 0 0-15,-1 0 1 0,17-3-4 0,-17 3 2 16,0 0 1-16,0 0 2 0,0 0 7 0,0 0-8 0,0 0-1 0,0 0-2 16,0 0 0-16,0 0-17 0,0 0 4 0,0 0-13 15,0 0-24-15,0 0-46 16,0-1-5-16,0 1-16 0,0-1-45 0,0 1-13 15,0-1-6-15,0 1-3 0,0-1-31 0,0 1-86 16,8-17-51-16</inkml:trace>
  <inkml:trace contextRef="#ctx0" brushRef="#br0" timeOffset="6355.21">4000 4185 1365 0,'0'0'73'0,"0"0"-24"0,0 0 43 15,0 0 17-15,0 0-6 0,0 0 15 0,0 0-4 0,0 0-9 16,0 0 4-16,0 0-43 0,0 0-29 0,0 0-3 15,0 0-8-15,16 4-13 0,-16-4 11 16,0 0-4-16,1 0 7 0,19 2-3 16,-20-2 6-16,16 1 0 0,-7-1 3 15,1 0 10-15,0-1-3 0,1-1 3 0,3 0-3 0,1 0-3 16,2 0 0-16,2-1-3 0,2-1 3 0,0 0-9 0,0 0-8 16,0 0-2-16,-3 0-3 0,-1 1-8 15,0-1 2-15,-2 1-1 0,1 0 1 0,1 1-4 16,0 0 8-16,0-1-5 0,0 2 5 0,0-1-15 15,-3 0 11-15,1 2 0 0,-2-1 5 0,1 1-5 0,-4-1 3 16,1 1-6-16,-2-1 4 0,0 1-2 16,-1 1-4-16,0 0 3 0,-2 0-3 0,1 0-2 15,0 0 3-15,-1 0 1 0,2 0 1 0,-1 1 5 16,0 0-3-16,-1-1 0 0,0 1-1 0,-1-1 3 0,0 1-3 16,-5-2 1-16,1 0-3 0,-1 0 3 0,1 0 8 15,-1 0-6-15,18 7 5 0,-18-7-11 0,0 0 2 16,0 0 0-16,0 0-1 0,0 0-28 0,0 0-38 15,0 0-9-15,0 0-13 0,0 0-63 0,0 0-80 16,0 0-19-16,0 0-38 0,0 0-232 0</inkml:trace>
  <inkml:trace contextRef="#ctx0" brushRef="#br0" timeOffset="7823.2">3525 4489 1675 0,'0'0'40'0,"0"0"-26"0,0 0 15 0,0 0 27 0,0 0 20 15,0 0 13-15,0 1 5 0,0-1-12 16,0 1-29-16,0-1-3 0,0 1-2 0,0-1 0 0,1 0-3 15,19 11-12-15,-20-11 2 0,0 0-4 16,21 3 8-16,-21-3 5 0,15-1-1 0,-5 0 1 16,-1 1-6-16,1 0-2 0,0 0-1 0,0-2-2 15,1 1-10-15,-1-1-4 0,2 0-1 0,0 0-1 16,0-1-7-16,1 0 1 0,0 1-4 0,0-1 4 0,-1 0 1 16,0 2-5-16,-1-1 2 0,0 2-4 0,-1-1-4 15,0 0 7-15,-2 0-4 0,-1 0 5 0,-1 0 0 16,0 0 3-16,-6 1-1 0,1 0 2 0,-1 0 6 0,1 0 8 15,0 0 1-15,14-1 2 0,-15 1 6 0,0 0 5 16,0 0 2 0,0 0 0-16,0 0-2 0,0 0-18 0,0 0 2 15,0 0-8-15,0 0-5 0,-1 0-4 0,-19 5 1 0,20-5-2 16,-1 0 2-16,-17 1-4 0,18-1 2 0,-1 0-1 16,-22 2 4-16,23-2-2 0,-16 0-2 0,6 1 0 15,0-1-2-15,-1-1 4 0,0 1-5 0,0 0 3 16,0 1-3-16,-1-1-2 0,2 1 4 0,0-1-5 15,0 0 3-15,2-1 0 0,-2 0-4 0,0 1 1 16,1 0-5-16,0-1 8 0,-1 1-1 0,1-1 4 16,1 0-4-16,-2 1-1 0,3 0-1 0,-1 0 0 0,-1-1 1 15,2 1-2-15,1 0 1 0,-1-1-3 0,1 0 3 16,1 0-3-16,5 1 3 0,0 0-3 0,-1 0-4 16,1 0 0-16,-18-2-5 0,18 2 4 15,0 0-3-15,0 0-6 0,0 0 7 0,0 0-6 16,0 0 4-16,0 0-7 0,0 0-1 15,0 0-1-15,0 0 6 0,0 0 3 0,1 0-3 0,-1 0 2 16,21-8-3-16,-21 8 7 0,0 0 0 0,23-1 1 16,-14 1-8-16,0 0 11 0,1 0-2 0,1 1 5 15,-1-1-2-15,0 1 1 0,1-2-1 0,-1 0 2 16,-1 2 0-16,1-1 7 0,-1 1-4 0,-1-1 5 16,1 0-5-16,0-1-2 0,-2 1 2 0,2 0-1 15,-2 1 3-15,0 0-111 0,-7-1-3 0,0 0-49 16,0 0-86-16,18-1-43 0,-18 1-15 0,0 0-27 15,1 0-217-15</inkml:trace>
  <inkml:trace contextRef="#ctx0" brushRef="#br0" timeOffset="8568.09">3537 4495 1623 0,'0'0'68'0,"0"0"-4"0,0 0 34 0,0 0 56 15,0 0-17-15,0 0 1 0,0 0-54 0,0 0-3 16,0 0-13-16,1 0-34 0,-1-1-10 0,21-11 2 0,-20 12-3 15,16-3 12-15,-9 3-4 0,2-2-1 0,0 1-2 16,0 0-14-16,0 1 4 0,0 0 0 0,0 0 2 16,0-1 2-16,1 0 1 15,-2-1-3-15,0 2 3 0,3-1-2 0,-1 0-4 16,0 1 3-16,0-1-4 0,-2 0-1 0,-1 1-3 16,0 0 1-16,-3-1-1 0,-5 1 4 0,1 0 1 0,0 0-3 15,-1 0 1-15,0 0-6 0,1 0-109 0,-1 0-12 16,1 0-49-16,-1 0-146 0</inkml:trace>
  <inkml:trace contextRef="#ctx0" brushRef="#br0" timeOffset="27357.67">3243 4508 1732 0,'0'0'73'0,"0"0"-39"0,0 0 41 15,0 0-81-15,0 0 3 0,0 0 9 0,0 0 18 16,0 0 6-16,0 0 5 0,0 0 32 0,0 0 10 16,0 0-6-16,20-3 6 0,-20 3-23 0,0-1 4 15,0 1-4-15,0 0 3 16,1-1-13-16,20-10-2 0,-21 11-2 0,0 0 1 0,18-4-14 16,-18 4-10-16,1 0 3 0,17-4-5 0,-18 4 11 15,1 0-1-15,19-3 1 0,-19 3-1 0,0 0-8 16,19-4 0-16,-19 4-3 0,0 0 2 0,21-2-2 15,-21 2 0-15,-1 0-2 0,20-2 1 0,-19 2-6 16,0 0-3-16,20 2 2 0,-20-2-3 0,15 3 5 0,-7-2-4 16,2 1 6-16,2 0-5 0,-1 0 4 0,2 1-7 15,-1-1-1-15,2 0-1 0,-1-1-2 0,2 0 5 16,-1 0-2-16,1 2 5 0,0 0-3 0,-1-2-2 16,0 2 4-16,0-1-3 0,1-1 1 0,1 0 8 15,3 1-4-15,0 0 6 0,1 1-8 0,-1-2 3 16,0 2-4-16,0-1 3 0,-2 0-2 0,0 0 4 15,1 0 1-15,-1-1 0 0,3-1-1 0,0 1-2 16,1-1 0-16,1 0-2 16,0 0-1-16,-1 0 4 0,0-1-3 0,-2 0 3 15,0-1 4-15,2 1 9 0,1-1-1 0,2 0 2 16,2 0-8-16,-2 0 1 0,1 1-7 0,-2-2 3 0,-1 2-14 16,-1 0 6-16,-1-1 2 0,2 1 2 0,0 0 2 15,2-1-6-15,-1 1 2 0,0-1-3 0,-2 0 4 0,-1 1-8 16,0 0 0-16,-3 0-3 0,2 0 5 0,2 1 2 15,2-2 1-15,0 0 1 16,0 0-6-16,0 0 5 0,-1-1-2 0,-2 1 5 0,-1 0-8 0,0 0 4 16,1 0-4-16,2 1 5 0,1-1 6 0,0 0-9 15,0 1 6-15,-1-2-7 0,-2 2 3 0,-1 1-2 16,-1-1 5-16,-1 1-4 0,1-2 3 0,3 1 1 16,1 0-5-16,1-1 4 0,0 2-3 0,-1-1 0 15,-2 0 1-15,-1 1 0 16,-2 0 0-16,-1-3 2 0,1 3-3 0,0-1 2 15,2 0-4-15,2 0 3 0,-1-1-2 0,2-1 2 16,-2 2 1-16,-1-2-2 0,-1 3 4 0,1-1-4 16,-3-1 1-16,0 0 9 0,2 2-6 0,0-2 6 0,4 1-13 15,-1 0 2-15,-1-1 2 0,0 2 2 0,0-1-3 16,-1 1 1-16,-1 0-3 0,-1 0 1 0,-1 0 0 16,1-1 2-16,4 0 3 0,0-1-2 0,1 1 2 15,0 0-2-15,-1 0-1 0,0 0-2 0,-2-1-6 16,-1 1 7-16,-1-1-4 0,1 1 7 0,0 0 0 15,1-1-1-15,3 1-2 0,-1 0-1 0,0-1 0 16,-2 0 0-16,0 1 3 0,-2 0 0 0,-2 0 1 0,0 1 4 16,-1 0 1-16,-1 0 3 15,2-1 13-15,-2 1-10 0,1 0 2 0,0 0-6 16,-1 1-2-16,-2-1-6 0,0 1 4 0,-1-1-4 0,-1 1 6 0,-1-1-5 16,0 1-2-16,-1 0 0 0,-2-1 3 0,-6 0-5 15,1 0 4-15,-1 0-4 0,18 3 3 0,-18-3-1 16,0 0 1-16,0 0 0 0,0 0-3 0,1 0 0 15,-1 0-24-15,0 0 3 0,0 0-128 0,0 0-124 16,0 0-20-16,0 0-50 16,0 0-223-16</inkml:trace>
  <inkml:trace contextRef="#ctx0" brushRef="#br0" timeOffset="34045.64">3186 4560 992 0,'0'0'146'0,"0"0"81"0,-1 0 26 0,1 0-102 16,0 0-17-16,-1 0-64 0,1 0 8 0,-1 0-23 15,1 1-8-15,0-1-16 0,-1 0-3 0,1 1-5 16,-1-1-2-16,1 0-1 0,0 1 3 0,0-1-1 15,0 1 14-15,0-1 0 0,0 1 3 16,1-1-3-16,22 5-3 0,-15-8 1 0,2 0-5 16,2-1 2-16,3 1-17 0,3-1 9 0,-1 1 0 15,1-1 3-15,1 1-3 0,-1-1 1 0,1 2-3 16,-1 0 2-16,-1 1-6 0,1 0-5 0,0 0-2 16,-1-1-1-16,3 1-4 0,2 1 2 0,0 0 2 0,1-1-1 15,1 1-6-15,-1-2 1 0,0 1-2 0,-1-1 2 16,1 0-1-16,1-1 14 0,2-1 20 15,2 0-3-15,1-1 33 0,1 1-46 0,-2 0-2 0,-1 0-12 16,2 1 1-16,1 0 1 0,3-1-3 0,0 1 1 16,2 1-10-16,-3-2 7 0,0 2-3 0,0 1 6 15,1-1-3-15,2 1-3 0,2-1 2 0,-1 1-1 16,-3-1 3-16,1 0-2 0,0 1-1 0,2-2-1 16,2 1 5-16,-1 1 3 0,-2-1 1 0,0 1 0 15,-1-1-2-15,2-1 0 16,1 1-2-16,0 0 3 0,-2 2-1 0,-1-1-2 0,-1 1 0 0,1 0-1 15,3 0-2-15,0 0 16 0,-2 0 9 0,-2 0 3 16,1 0 26-16,2-1-31 0,1 1-2 0,0-1-10 16,0 0-7-16,-4 0 2 15,0 0-2-15,1-1 2 0,2 0-6 0,1 0 0 16,-1 0 4-16,-2 2-3 0,-2-2 1 0,1 1 4 16,2-2-8-16,1 2 6 0,0-1-2 0,-2 1 2 0,-3-1 5 15,1 0-2-15,1 0 0 0,1-1 7 0,1 1-5 16,-1 0 6-16,-3-2 2 0,-1 2-7 0,-1-1 4 15,1 0-6-15,1 1-6 0,1 0 3 0,-2 0-3 16,-4 1 4-16,0-1-4 0,-4 1 4 0,1 0-3 0,0 0 3 16,1 0-4-16,-1 1-4 0,-1 0 4 15,-2 0-4-15,-2 0 4 0,-1 0 0 0,-2 1-2 16,-2 0 2-16,-3 0 0 0,0 1-3 0,0 0 5 16,-2-1-5-16,0 1-1 0,-8-2-112 0,1 0-22 0,14 4-44 15,-15-4-195-15,1 0-390 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3-05T19:43:25.300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1655 5259 766 0,'0'0'283'0,"0"0"-110"0,0 0 152 16,-1 0-200-16,0 0-29 0,1 0 3 0,0 0-69 16,0 0 10-16,-1 0-15 0,0 0 36 0,1 0-16 15,-1 0 1-15,1 0-5 0,0 0 5 0,-1 0 15 16,1 0-4-16,-1 0 6 0,1 0-15 0,0 0 5 16,0 0-1-16,0 0 1 0,0 0-9 0,1 0-13 15,-1 0 8-15,1 0-9 0,16 8 9 0,-17-8 4 0,0 0-4 16,1 0 6-16,15 1 1 0,-16-1-11 15,1 0-1-15,18-1-4 0,-10 0-8 0,0 0-4 0,2 0-2 16,-1 1-1-16,-1 0-6 0,0 0-7 0,2 0 3 16,-2 0-3-16,1 1 7 15,1 0-4-15,-1 0 4 0,-1-1-4 0,2 1 1 0,-2-1 7 16,1 0-2-16,-1 0 5 0,0 0 8 0,2 0 6 16,-1 0-1-16,2-1 2 0,-1 0-6 0,2-1-3 15,0 1-4-15,2 0-1 0,0 0-13 0,-2 1-1 16,2-1 1-16,-1 1-1 0,-1 0 8 0,0 0-8 15,0 0 6-15,-1 1-6 0,0 1 9 0,-1-1-5 16,0 1-3-16,-1 0 1 0,2-1 1 0,1 0-2 16,-1 0 1-16,2 0-2 0,1 1-3 0,-1 0 0 15,-1-1 2-15,1-1 1 0,-1 1 7 0,0-1-7 16,-1 1 0-16,0 0-2 0,-2-1 8 0,1 1-9 16,-2 0 6-16,1-1-5 0,0 1 35 0,-1-1-11 15,0 0 8-15,0 1-12 0,1-1-9 0,0 0 1 16,1 0-7-16,0 0 5 0,1 1-9 0,-1-1 2 15,0 0 1-15,0 0-1 0,-2 0-2 0,1 0 3 16,-1 0-3-16,0 1 3 0,-1 0 1 0,1-1-4 16,-2 1 3-16,1-1-3 0,-1-1 6 0,-1 1-6 15,0 0 5-15,1 0-4 0,-1 0 1 0,0 0-5 16,-6 0 0-16,1 0-2 0,-1 0 7 0,19-2 3 0,-19 2-4 16,0 0 4-16,1 0-3 0,19 0-5 0,-20 0 4 15,0 0-5-15,2 0 8 0,17 0-2 16,-19 0 2-16,0 0-3 0,1 0 1 0,17-1-1 15,-18 1 0-15,0 0 1 0,1 0 3 0,-1 0 1 0,1 0 3 0,16 1-2 16,-17-1-2-16,0 0 5 16,0 0-5-16,0 0 5 0,0 0-10 0,0 0 5 15,0 0-4-15,0 0 4 0,0 0-6 0,0 0 1 0,0 0 5 16,0 0-3-16,0 0 1 0,0 0-7 16,0 0-11-16,0 0-1 0,0 0-45 0,0 0-69 15,0 0-11-15,0 0-31 0,0 0-117 0,0 0-143 16,0 0-116-16</inkml:trace>
  <inkml:trace contextRef="#ctx0" brushRef="#br0" timeOffset="4558.49">2311 5338 1147 0,'0'0'85'0,"0"0"32"0,0 0 29 0,0 0-19 0,0 0-2 16,0 0-44-16,0 0 1 0,1 0-17 15,0 0-8-15,-1 0 10 0,0-1-7 0,0 1 7 0,0-1-15 16,0 1-6-16,1-1 0 0,-1 1-2 0,19-7 3 16,-19 7 0-16,0 0 3 0,1 0-1 0,-1 0 2 15,17-1-2-15,-17 1-4 0,0 0 3 0,0 0 3 0,18-1-13 16,-18 1 2-16,1 0-9 0,20 0-14 0,-21 0-6 15,16-2 3-15,-6 0-4 0,-1 1-3 0,1-1-1 16,0 1-5-16,1-1 2 0,-2 1-3 0,0 1 2 16,1 0 3-16,0 0-1 0,-3 0 6 0,1-1-6 15,-1 1 6-15,0 0-4 0,-1-1 21 16,1 1-3-16,-1-1-2 0,-1 1 0 0,-5 0-4 0,1 0 5 16,17 0-5-16,-18 0 4 0,0 0-8 0,20 0-11 15,-20 0 7-15,1 0-9 0,17 0 6 0,-18 0 1 16,1 0-7-16,-1 0 5 0,18 2-5 0,-18-2 2 15,0 0 0-15,1 0-1 0,0 0-1 0,-1 0 2 16,0 0-2-16,1 0-9 0,-1 0-116 16,1 0-198-16,-1 1-22 0,0-1 66 0,18 5 1260 15</inkml:trace>
  <inkml:trace contextRef="#ctx0" brushRef="#br0" timeOffset="6139.94">4079 5163 656 0,'0'0'127'0,"0"0"74"0,0 0 24 16,0 0-73-16,0 0-22 0,0 0-29 0,0 0 0 15,0 0-9-15,-1 0-19 0,1-1-1 0,-1 1-2 16,1-1 2-16,0 1 1 0,-1-1-1 0,1 1-2 15,-1 0 1-15,1-1-13 0,0 1-19 16,-1-1 0-16,1 1-7 0,0-1 0 0,0 1-8 16,0 0 2-16,0 0-6 0,1 0-2 0,-1 0 13 15,0 0-6-15,18-4 9 0,-18 4-7 0,1 0-3 16,-1 0-1-16,16-5-3 0,-16 5-8 0,1 0 7 16,17-3-2-16,-18 3 3 0,1 0-7 0,20-4 14 15,-20 4-1-15,-1 0 7 0,23-4-8 0,-23 4-1 0,1 0-9 16,22-3 4-16,-22 3-14 0,16-2-1 15,-17 2 3-15,16-1-1 0,-16 1 2 0,1 0-5 16,21-2 2-16,-22 2-3 0,1 0 3 0,18 1-4 0,-19-1 3 16,1 0-3-16,18 0 6 0,-19 0-4 0,1 0 1 15,16 1-2-15,-17-1 0 0,0 0-1 0,22 0 2 16,-21 0-2-16,16 1 3 0,-9-2 5 16,2 1-2-16,0 0 5 0,-1 0 3 0,1 0-5 0,0 0 0 15,-1-1-3-15,0 0-2 0,0 0 3 16,1 1-1-16,0-1 0 0,-1 1-2 0,0 1 1 15,-1-2-6-15,-1 1 4 0,1-1 2 0,-1 0 2 0,-1 1 3 16,1 0-4-16,-1 0-2 0,0-1 1 16,1 1 0-16,0-1 2 0,1 1 15 0,0-1 3 0,0 0-1 15,1 0 1-15,-1 0-6 0,0 1-4 16,-1-1-2-16,1-1 0 0,0 2-5 0,-2-1-3 0,0 1 5 16,-6 0-5-16,1 0 5 0,-1 0-2 0,18-3-3 15,-18 3 1-15,0 0-4 0,1 0-1 0,-1 0-1 0,19-1 0 16,-19 1 2-16,0 0 0 15,0 0 0-15,1 0 1 0,15-1 1 0,-16 1-4 16,0 0 0-16,0 0-1 0,1 0 3 0,-1 0 0 16,1 0 0-16,16 2 0 0,-17-2-2 0,0 0-1 15,0 0 3-15,0 0-3 0,0 0 3 0,1 0-2 16,-1 0-3-16,0 0 1 0,1 0 1 0,-1 0 4 16,1 0-1-16,0 0 1 0,-1 0-7 0,0 0 0 15,0 0-15-15,1 0 0 0,0-1-86 0,-1 1-69 0,0-1-5 16,1 1-25-16,-1 0-52 0,1-1-26 15,-1 1-26-15,1-1-8 0,6-16-163 0</inkml:trace>
  <inkml:trace contextRef="#ctx0" brushRef="#br0" timeOffset="7341.2">3645 5441 245 0,'0'0'197'0,"0"0"105"0,-1 0 19 0,1 0-122 15,0 0-73-15,-17-5 10 0,17 5-6 0,0 0 8 16,0 0-26-16,0 0-10 0,-1 0-4 0,-15-4-2 15,16 4-9-15,0 0-6 0,0 0 0 0,0 0-5 16,0 0-23-16,0 0-7 0,0 0-3 0,0 0-1 16,0 0 2-16,0 1-11 0,0-1 3 0,1 1-5 0,15 7 2 15,-16-8 0-15,0 0-2 16,1 0 1-16,21 0-1 0,-22 0 10 0,16-2-3 0,-5 1 6 0,1-1-9 16,2-1-11-16,0 1 1 0,1 0-5 0,1-1-4 15,-2 1 5-15,1 0-2 0,-1 0 2 0,-2 1-10 16,-1-1 5-16,-1 2-6 0,-1-1 6 0,-1 0-8 15,0 0 4-15,-8 1-2 16,0 0 2-16,17-2 2 0,-17 2-1 0,0 0 4 16,0 0-3-16,1 0-2 0,0 0 5 0,-1 0-3 0,0 0 4 15,1 0-4-15,-1 0 3 0,1 0 1 0,-1 0 0 16,0 0-12-16,1 0-141 0,-1 0-32 0,1 0-62 16,0-1-312-16</inkml:trace>
  <inkml:trace contextRef="#ctx0" brushRef="#br0" timeOffset="13813.46">2351 6315 1250 0,'0'0'70'0,"0"0"28"16,0 0 20-16,0 0-15 0,0 0-3 0,0 0 5 15,0 0-8-15,0 0 12 0,0 0-13 0,0 0-20 16,-1 0-1-16,0 0-7 0,1 0-17 0,-1 1-2 15,1-1-3-15,0 1 2 0,0-1-4 0,0 1 4 16,-2 15 0-16,2-16 1 0,0 0-3 0,0 0-16 16,1 0 0-16,-1 0-6 0,21 9 5 0,-21-9-10 15,1 0 8-15,22 2-10 0,-15-2 3 0,3 0 4 16,-1 0-3-16,0 0 4 0,1-1-1 0,-1 1 3 16,1-1-3-16,1 1 3 0,-2-1 4 0,1 1-1 15,-1-1 4-15,-1 0-5 0,1 1-5 0,0 0-8 16,0-1 2-16,-2 1-5 0,1-1-3 0,1 0-3 15,1 1 0-15,3-1 0 0,-2 0-1 0,1 1-1 16,-1-2-3-16,0 1 2 0,0 1-2 0,0-1 1 16,1 1 3-16,-1 0-1 0,0-1 6 0,-2 1-7 15,0-1 4-15,0 0-4 0,0 0 0 0,1-1 11 0,0 1-9 16,1 0 10-16,-1-1-9 0,1 0 2 0,1 0 2 16,1-1-1-16,-1 1-5 0,0 0-1 15,0 0 0-15,-1 1 0 0,2 0-4 16,-3-1 3-16,1 1-3 0,-1 1 3 0,-1-1-5 0,-1 1 6 15,0 0-1-15,0 0 3 0,0 0-4 0,-1-1-2 16,1 1 2-16,-1 0-2 0,-1 0 13 0,3 0-9 16,-2-1 0-16,2 1-4 0,0-1 5 0,-1 1-1 15,1-1-3-15,-2 1 1 0,0 0-1 0,0 0 2 0,-1-1 3 16,0 0-2-16,0 1-3 0,-1-1 5 0,1 1 0 16,-1-1 2-16,0 1-1 15,-6 0-6-15,0 0 4 0,1 0-4 0,18-2 7 16,-19 2-2-16,0 0-5 0,0 0 3 0,1 0-2 0,-1 0 0 15,0 0 6-15,17-2-3 0,-17 2 3 0,0 0 0 16,0 0-5-16,0 0 5 0,0 0 1 0,0 0 3 16,0 0 2-16,0 0-1 0,0 0 0 0,0 0-5 15,0 0-1-15,-1 0-1 0,1 0 1 0,-16-6-6 16,16 6 2-16,-1 0-3 0,-16-3-3 0,17 3-9 16,-15 0 3-16,5-1-5 0,-1 1 3 0,-2 1-9 15,0-1 2-15,-3 2-3 0,0 0-3 0,-1 1 4 0,-1 0 0 16,2 0 4-16,-1 0 15 0,0 0 0 0,-1-1 1 15,0 1 0-15,-1-1 3 16,-1 0-5-16,1 0 2 0,-1 0-4 0,-1-1 9 16,2-1-3-16,1 1 2 0,1-1-3 0,1 0-1 0,-1 0 3 15,0-1-3-15,0 1 4 0,-1 0-9 16,1 0 7-16,-1 1-6 0,0 1 5 0,-1 0-3 0,1-1 2 0,1 1 0 16,1 0 0-16,4 0 6 0,-1-1-2 15,2 0 8-15,0 0-6 0,1-1-6 0,1 1 8 16,0-1-6-16,1 1 9 0,-1-1-3 0,2 1-7 0,-1-1-1 15,1 1-1-15,1 0 1 16,1 0-1-16,5-1 4 0,-1 0-3 0,1 0-3 0,-1 0 3 16,1 0 0-16,0 0 3 0,-1 0-2 0,1 0-7 15,-1 0-4-15,1 0 0 0,0 0 8 0,0 0 2 16,13 2 1-16,-2-3 0 0,0 0 2 0,2 0 3 16,1-1 2-16,0 1-1 0,2-1 0 15,0 1-4-15,1 0-1 0,0 1 0 0,3-1 7 0,0 0-8 16,2 0 7-16,0 1-8 0,-1-1 9 0,1 1-3 15,-1 0 2-15,-2 0-1 0,0 0 6 0,0 0-3 16,1-2 2-16,4 1-1 0,-1-1 11 0,1 0-6 16,-1 0-4-16,-1 1-1 0,-1-1-5 0,-4 1-3 15,0 1 6-15,-3 0-6 0,-1 0 2 0,0 0 2 16,-2 0-3-16,0 0 3 0,0 0-7 0,-1 0 3 16,0 0-1-16,-1 1 3 0,-1-1 4 0,-1 0-1 15,-7 0 4-15,0 0-2 0,0 0 3 0,17-1 0 16,-17 1-5-16,0 0 3 0,0 0-6 0,0 0 10 0,0 0-5 15,0 0 5-15,0 0-11 16,0 0-11-16,0 0-3 0,0 0-7 0,0 0-34 0,0-1-51 16,0 1-17-16,0-1-22 0,0 1-136 0,0-1-135 0,0 1-58 15</inkml:trace>
  <inkml:trace contextRef="#ctx0" brushRef="#br0" timeOffset="19135.68">3796 6664 1111 0,'0'0'74'0,"0"0"64"0,-1 0 26 0,-15-3 4 16,16 3-8-16,0 0-41 0,-1 0-6 0,1 0 4 16,0 0-13-16,-22-2-6 0,22 2-2 0,0 0-3 15,0 0-29-15,0 0-13 0,-1 0-5 0,0 0-2 0,1 0-19 16,0 0-9-16,0 0 0 0,-1 0-2 0,0 0 16 16,1 0-6-16,0 0 2 0,0 0-4 15,0 0-2-15,1 0 2 0,16 4 0 0,-17-4 0 16,16 0 1-16,-7 0 4 0,2 0 0 0,0-1 1 15,0-2-6-15,2 0-4 0,0 1-1 0,1-1-1 16,0 0 2-16,1 0-9 0,1 1 1 0,2-1-4 16,1 1 3-16,0-1-6 0,-2 0 2 0,0 2-5 15,0 0 0-15,-1 0 4 0,-2 1 0 0,1 0 2 16,-1-1-7-16,-2 1 4 0,2 0 2 0,-2 0 1 16,0 1-2-16,1-1 5 0,-2 1-4 0,-1 0 6 0,0 0 6 0,-3 0 8 15,-2 0 4-15,-5-1-1 0,1 0 8 16,0 0 1-16,-1 0-2 0,0 0 2 15,1 0-4-15,-1 0 4 0,1 1 3 0,-1-1-2 16,0 1-4-16,0-1-8 0,0 1 0 0,0-1-3 0,-17 9-1 16,9-8-15-16,-3-1-1 0,1 1-3 0,-2-2-8 15,0 1 5-15,-1 0-2 0,0 0 3 16,0 0 1-16,-2 1-2 0,0 0 4 0,-3-1-4 0,1 1 2 0,-2-1-1 16,0 0-1-1,-1 1 0-15,0 0-1 0,-1 3 1 0,2-1 0 0,2 1 0 16,0 0-5-16,3-3 5 0,1 2-2 0,-2 1 2 15,3-1 0-15,1 1-4 0,0-2 3 0,2 1-3 16,1-3 7-16,8 0-6 0,0 0 2 0,-1 0-4 16,0 0 5-16,1 0 0 0,0 0-1 0,-1 0 0 15,0 0-11-15,1 0 3 0,0 0 0 0,10-8 2 0,0 3 7 16,2 1-8-16,1 1 6 0,0-1-6 0,1 1 9 16,1 2-1-16,1-2 0 0,1 0 0 0,1 1 5 15,4 0-3-15,1 0-1 0,0-1-1 16,0 1-2-16,-2-2 4 0,-1 2-1 0,-1 0 5 15,-2 0 3-15,-2 0-6 0,-1 0 2 0,0 1-2 16,1-1 3-16,-1 2-2 0,0 0 0 0,-2-1 0 16,0 1 2-16,-3 0-3 0,-1 0 5 0,0 0-4 15,-1 0 3-15,-1 1 2 0,-6-1-2 0,0 0 2 16,1 0-2-16,0 0 7 0,-1 0-7 0,16 4 9 16,-16-4-3-16,0 0-8 0,0 0 2 15,0 0-5-15,0 0-4 0,0 0-62 0,0 0-11 0,0 0-28 16,0 0-123-16,0 0-115 0,0 0-29 0,0 0-90 15,0 0-718-15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3-05T19:43:54.995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9339 7248 513 0,'0'0'172'0,"0"0"114"0,-1 0 22 15,1 0-154-15,0 0-32 0,-1 0-24 0,0 0-9 16,-15 7 6-16,16-7-32 0,0 0 5 0,0 0 0 0,0 0 2 15,-1 0-3-15,1 0-4 0,0 0 2 0,-1 0 0 16,1 0 5-16,0 1-14 0,-1-1-2 0,0 1-3 16,1-1-11-16,0 0-4 0,0 1-4 0,0-1 1 15,0 1-3-15,0-1-8 0,1 1 3 0,0-1-6 16,17 14-2-16,-18-14-4 0,0 0 1 0,0 0-3 16,21 0 1-16,-21 0 2 0,1 0-5 0,17 0 3 15,-17 0-12-15,0 0 7 16,20 3-7-16,-21-3 7 0,0 0-5 0,21 3 2 15,-20-3 1-15,-1 0-2 0,20 3-5 0,-20-3 2 0,0 0 2 16,18 0 0-16,-18 0 3 0,0 0-7 0,0 0 1 16,17 0-6-16,-17 0-37 0,0 0-96 0,0 0-8 0,0 0-34 15,1 0-84-15,-1 0-196 0</inkml:trace>
  <inkml:trace contextRef="#ctx0" brushRef="#br0" timeOffset="432.19">9747 7292 1738 0,'0'0'189'0,"0"0"-64"0,0 0-19 16,0 0-11-16,-1 0-47 0,0 0 1 0,1 0-4 15,-1-1 2-15,1 1-25 0,0 0 5 0,-1 0-6 16,0 0 5-16,1 0-10 0,0 0 5 0,0 0 0 16,-1 0 2-16,0 0 7 0,1 0 0 0,0 0 6 0,0 0-3 15,0 0 4-15,0 1-2 0,1-1 5 16,0 1-3-16,19 6 13 0,-20-7-4 0,0 0-5 0,17-1 2 15,-17 1-5-15,1 0-17 0,17 0 4 0,-18 0-8 16,1 0 0-16,15-1-1 0,-16 1 3 0,0 0-2 16,1 0 1-16,20-4-2 0,-21 4 2 0,0 0-1 15,17 0-1-15,-17 0-2 16,0 0-6-16,0 0 4 0,18-1-4 0,-18 1-7 16,0 0 8-16,1 0-8 0,0 0 2 0,-1 0-1 0,0 0-6 15,0 0 0-15,1 0-48 0,0 0-114 0,-1 0-16 0,0 0-44 16,0 0-143-16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3-05T19:44:15.825"/>
    </inkml:context>
    <inkml:brush xml:id="br0">
      <inkml:brushProperty name="width" value="0.05292" units="cm"/>
      <inkml:brushProperty name="height" value="0.05292" units="cm"/>
      <inkml:brushProperty name="color" value="#00B0F0"/>
    </inkml:brush>
    <inkml:context xml:id="ctx1">
      <inkml:inkSource xml:id="inkSrc64">
        <inkml:traceFormat>
          <inkml:channel name="X" type="integer" max="13788" units="cm"/>
          <inkml:channel name="Y" type="integer" max="8616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1" timeString="2025-03-05T19:46:15.292"/>
    </inkml:context>
  </inkml:definitions>
  <inkml:trace contextRef="#ctx0" brushRef="#br0">424 2362 1266 0,'0'0'54'16,"0"0"22"-16,0 0 5 0,-2 0-13 0,2 0-21 0,0 0-54 16,0 0-7-1,0 0 5-15,0 0 5 0,-1 0-2 0,1 0 1 0,0 0-3 16,-1 0-7-16,1 0-5 0,-1 0 2 0,1 0 0 16,0-1 34-16,0 1 17 0,0-1 6 0,0 1 0 15,1-1 7-15,-1 1-4 0,19-11 2 0,-19 11-3 16,0 0-9-16,1 0-2 0,18 0-10 0,-19 0 6 15,0 0-17-15,17 2-3 0,-17-2-1 0,0 0-2 16,20 4-9-16,-20-4 8 0,0 0-5 0,21 5 5 16,-12-4-8-16,-1 1 7 0,1-1-1 0,-1 0 2 15,1 0-2-15,0 0-7 0,0 0 6 0,4 0-6 0,-2-1 5 16,0 0 10-16,3 0-4 16,0 0 8-16,0 0-6 0,0 0 2 0,0 0 2 15,-1 0-1-15,1 0 2 0,-1 0-6 0,0 0-1 0,0 0-2 16,-1 0-2-16,0 0 0 0,0 0 0 0,1 1 0 15,0-1 1-15,2 1-5 0,0 0 5 0,2-1-3 16,-1 1 9-16,-1 0-7 0,1 0-1 0,-1-1-3 16,0 1 5-16,-1-1 6 0,0 1 0 0,0-1 1 15,-2 1-8-15,0-1 7 0,1 0-5 0,1 0 6 16,1 0 2-16,2 0-11 0,-1 0 8 0,1 1-10 16,0-1 9-16,-1 1-3 0,1-1-2 0,-1 0 0 15,-1 0-7-15,0 0 6 0,-2 1-4 0,2-1 4 0,-2 1 3 16,2-1-3-16,0-1 3 15,1 1-3-15,0-1 8 0,1 0 0 16,0-1-2-16,-1 1 1 0,1 1-1 0,-1 0-2 16,0 0-1-16,-2-1-1 0,0 0 2 0,0 1-4 0,-1-2 2 15,1 2-3-15,1-1 2 0,0 1 1 0,1-1 2 0,1 0-2 16,-1-1 3-16,1 2-5 0,-1-1 1 0,0 0-2 16,1 0-2-16,-2 0 3 0,0 0 2 0,-2 0 2 0,1 0-2 15,0 0-1-15,1 1-1 16,2-1 0-16,0 0 14 0,1-1-11 0,-1 1 11 15,0 1-12-15,-1 0 5 0,0 0-4 0,-1 1-2 16,-1-1 0-16,0 2 1 0,-1 0 3 0,-1-1-5 16,0 0 3-16,-1 1-8 0,1-1 4 0,1 0 1 15,1 0 1-15,0 0 5 0,0-1-4 0,1 1 1 0,0-1-3 16,-1 0 5-16,1 0-3 0,-2 1 0 0,0-1-1 16,0 1 0-16,-1 0-1 0,0 0 2 0,0 0 0 15,-2 0 4-15,1 0-7 0,-1 0 1 0,1 0-2 16,2 1 8-16,-1-1 0 0,2 0 1 0,-2 1-1 15,0-1 6-15,0 0-12 0,-1 1 8 0,0-1-9 16,0 1 4-16,-1 0 1 0,0 0-3 0,-1 0 3 16,-1-1 1-16,2 1-4 0,-2 0 1 0,1 0-1 15,0 0 0-15,-2-1 1 16,2 0-2-16,-1 0 2 0,2 0 1 0,0 1-2 0,1-1 6 16,0 0-5-16,0-1 11 0,1 1 14 0,-1 0-7 0,0-1 9 15,-1 1-22-15,0-1 2 0,1 0-6 0,-2 1 3 16,2-1-3-16,-1 0 0 0,-1 1 1 0,-1-1-2 15,2 1-3-15,-2-1 3 0,1 0-1 0,0 0 4 16,0 0-4-16,3 0 6 0,-3 0-1 0,4 0 3 16,-3-1-1-16,2 1 1 0,-1 0-5 0,0 0 2 15,0 0-6-15,-1 0 3 16,0 0-2-16,0 0 3 0,0 0-5 0,0 1 2 16,0-1 2-16,-2 1 1 0,0 0 2 0,1-1-3 15,0 1-1-15,-1-1 0 0,-1 0 0 0,1 1 3 0,-1-1 1 16,2 1-2-16,0-1-10 0,1 0 10 0,0 0-4 0,0 0 6 15,1 1-14-15,0-1 9 0,-1 0-1 0,1 0 6 16,-1 0-1-16,0 0-5 0,-1 0 2 0,2 0-2 16,-2 0 0-16,1 0 1 0,0 0-1 0,-2 1 1 15,1 0 0-15,-1-1 0 0,0 1 1 0,0 0 0 16,0 0 4-16,0-1-7 0,0 1 1 0,1 0-4 16,0 0 8-16,3 0-7 15,-2-1 4-15,1 1-5 0,0-1 12 0,0-1 14 16,1 1-5-16,1-2 7 0,1 1 3 0,-1-1-13 0,1-1 8 15,0 0-10-15,0 0 3 0,-1-1-5 0,1 1-3 0,-2-1 0 16,1 0-7-16,2 0 3 0,0 1-1 0,2-1 4 16,0 1-2-16,0-1-2 0,-1 1 3 0,-1-1-3 15,0 1-3-15,0 0 3 16,-1 0-2-16,-1 0 4 0,0 2-3 0,-1-1 0 0,-1 0 2 16,0 0-1-16,2 1-2 0,-2 0 1 0,2-1-3 0,1 1 3 15,-2-1 7-15,2 0-9 0,0 1 3 0,0-2-5 16,0 1 3-16,-1 1 1 15,1-1-1-15,-1 1 1 0,1-1-3 0,-3 0 4 16,3 1-2-16,-2-1 3 0,0 1-2 0,1-1-1 16,0 0 2-16,2 1-1 0,-1-1 0 0,0 0-1 15,2 0 1-15,-1 2-1 0,0-1 1 0,0 1 1 0,1 0-6 16,-1-2 4-16,0 0-2 0,0 1 3 0,-1-1 0 16,1 0-1-16,1 1-5 0,1-1 3 0,2-1 3 15,1 1 0-15,-1 0 3 0,0-1-2 0,-1 2 1 16,0-1-3-16,0 2-6 0,-2-1 7 0,1-1-3 15,-2 1 5-15,0 0-1 0,2-2-1 0,1 1-1 16,2 0 0-16,1 0-2 0,-2 0 3 0,0 1 1 0,0-1 0 16,0 1-1-16,-2 0-1 0,-1-1 0 0,-1 1-1 15,0 0-1-15,4 0 0 16,-2 0 0-16,4 0 0 0,-1 0 5 0,0 1 0 16,-1 0 0-16,-2 0-1 0,1-1-3 0,0 0-1 15,-2-1 1-15,1 1 0 0,0 1 4 0,2-2-2 16,2 2-1-16,1-1 1 0,-1 0 3 0,0 1-8 0,-1-2 7 15,-2 1-7-15,2 1 9 0,-3 0-5 0,0 0 0 16,2-1-1-16,-1 1 7 0,2-1-8 0,3 1 2 16,-3 0-5-16,1 0 11 0,0 1-4 0,-2-1 0 15,-1 0-2-15,0 0 3 0,-3 0-2 0,1 0 3 0,0-1-3 16,1 1-1-16,1 0 1 0,1 0 1 0,-1 0 2 16,0 0 0-16,-2-1-1 0,-1 1 1 0,0 0 1 15,-1 1 4-15,-2-1-4 0,0 1 2 0,-1-1-2 16,-1 0 4-16,0 0-2 15,0 0-2-15,0 0 1 0,-1 1-2 0,0-1 0 16,2 0 1-16,0 0-1 0,-1 1 3 0,0 0-3 16,-1 1-2-16,0-2 1 0,0 2-1 0,-2-1 0 15,1-1 3-15,-1 2-2 0,-1-1 1 0,1 1 0 0,-1-1-2 16,-6-1 2-16,1 0-2 0,-1 0 5 16,18 6-3-16,-18-6 3 0,0 0-12 0,0 0 5 0,1 0 4 15,-1 0 0-15,1 0 5 0,15 7-7 0,-16-7-1 16,0 0-1-16,0 0 4 0,0 0-4 0,0 0 4 15,0 0-6-15,0 0-37 0,0 0-130 0,0 0-1 16,0 0-52-16,0 0-98 0</inkml:trace>
  <inkml:trace contextRef="#ctx0" brushRef="#br0" timeOffset="1753.64">749 2180 485 0,'0'0'13'0,"0"0"48"16,0 0 11-16,0 0-5 0,0 0 16 0,0 0-6 15,0 1-3-15,-1-1 16 0,1 1 12 0,0-1-15 16,-1 1-3-16,0-1-4 0,-7 18-22 0,8-18 2 16,0 0-5-16,0 0 5 0,0 1 5 0,1-1-2 15,-1 1-3-15,18 9-2 0,-18-10-16 0,1 0-19 16,15 2 4-16,-16-2-9 0,1 0 6 0,16 0-2 15,-17 0-4-15,1 0 1 0,22 1 2 0,-13-1-5 16,2 0 2-16,-2 0-5 0,2-1-1 0,-1 1 1 16,0 0 1-16,1-1-1 0,-1 1 2 0,-1 0-6 15,1 0 6-15,-1-1-7 0,-1 1 2 0,0 0 4 0,-1 0-8 16,-2 0 7-16,1 0-11 16,-2 0 2-16,0 1 2 0,-5-1 0 0,1 0 2 15,0 0-2-15,-1 0-4 0,16 1 3 0,-16-1 3 16,0 0-6-16,0 0 11 0,1 0-10 0,0 0 9 0,-1 0-2 15,0 0-12-15,1 0-1 0,-1 0-84 0,1 0-62 16,-1 0-30-16,0 0-20 0,0 0-204 0</inkml:trace>
  <inkml:trace contextRef="#ctx0" brushRef="#br0" timeOffset="2581.91">2325 2211 739 0,'0'0'8'0,"0"0"-5"0,0 0 7 0,0 0 23 0,0 0-7 16,0 0 7-16,0 0 50 0,0 0-9 15,0 0 27-15,0 0-8 0,0 0-4 0,0 0-4 0,0 0 2 16,0 0 0-16,0 0-4 0,0 0-4 0,0 0-2 15,0 0-11-15,0 0-14 0,0 0 2 0,1 0-8 16,-1 0-16-16,16-2-8 0,-16 2 3 0,0 0-5 16,1 0-2-16,-1 0-12 0,20-1 4 0,-20 1-5 15,0 0 4-15,17 1-1 0,-17-1 0 0,0 0 2 16,21 1 18-16,-21-1-8 0,0 0 5 0,22 1-7 0,-22-1 3 16,1 0 4-16,20 1-7 0,-21-1 4 0,0 0-15 15,18 0 4-15,-18 0 2 16,1 0-1-16,0 0-1 0,17 3 0 0,-18-3 0 15,0 0 0-15,0 0 2 0,1 0-10 0,0 1 1 16,14 7-4-16,-15-8 7 0,0 0 1 0,0 0-3 0,0 0 1 16,1 0-9-16,0 1 6 0,-1-1 2 0,0 0 2 15,1 1-1-15,-1-1-1 0,1 1 1 0,-1-1-1 16,1 1 5-16,-1-1-1 0,0 0 2 0,1 0-1 16,-1 0 9-16,1 0-56 0,-1 0-18 0,1 0-23 15,-1 0-133-15,0 0-301 0</inkml:trace>
  <inkml:trace contextRef="#ctx0" brushRef="#br0" timeOffset="5926.75">3820 2109 993 0,'0'0'17'0,"0"0"-30"16,0 0-6-16,0 0-9 0,0 1 1 0,0-1 19 16,0 1 10-16,0-1 5 0,0 1 47 0,0-1 21 15,0 1 0-15,0-1 8 0,1 0-8 0,17 7-14 16,-18-7-4-16,1 0-2 0,18 0-8 0,-19 0 9 16,0 0-5-16,23 1 5 0,-15-1-19 0,2-1-4 0,-2-1-6 15,2 0 1-15,-2 1-14 0,1-1-3 0,0 1 8 16,1 0-5-16,0 1 9 0,1 1-8 0,0-2-1 15,1-1-2-15,-1 1 0 0,0-1 2 16,2 1 0-16,0 0 0 0,-1 0-11 0,1-1 9 16,0 2-2-16,-1-2 5 0,1 0-2 0,1 0 6 15,2 1-5-15,0 0 5 0,-1-1-17 0,0 2 1 16,0-2 0-16,-1 0 1 0,1 2 5 0,-1-3-9 16,0 3 3-16,-1 0-4 0,1 0 5 0,-3 0-4 15,0 0 1-15,0 0-1 0,2-2 4 0,1 2-4 16,-1 0 3-16,2 0-4 0,-1 0 1 0,-1-1 5 15,0 1-3-15,-1-1 5 0,-2 2-2 0,2-1 1 16,-2-1-1-16,0 1 1 0,0-1-2 0,-2 1 3 0,1 0-4 16,-1 1 2-16,-2-1-3 0,2 2 0 0,-2-2 1 15,0 0-3-15,1 1-3 0,-2-1 8 0,2 0-2 16,0 1 4-16,1-1-9 0,-1 2 6 0,1-1-2 16,-1-1 4-16,0 0-2 0,-1-2 13 0,-1 2-1 15,-5 0 4-15,2 0-9 0,13-4 3 0,-15 4-7 16,1 0 5-16,-1 0-12 0,17-2 6 0,-17 2-1 0,0 0 3 15,0 0-4-15,0 0 2 0,1 0-1 0,0 0 1 16,-1 0-8-16,0 0 7 0,0 0 1 0,1 0 3 16,-1 0-6-16,1 0 4 15,0 0-5-15,-1 0 0 0,0 0-50 0,1-1-49 16,-1 1-10-16,1-1-18 0,-1 1-100 0</inkml:trace>
  <inkml:trace contextRef="#ctx0" brushRef="#br0" timeOffset="6450.67">3412 2360 1267 0,'0'0'36'0,"0"0"-40"16,0 0-15-16,0 0 2 0,0 0 12 0,0 0 6 15,0 1-2-15,1-1 2 0,-1 1 1 0,17 11-1 16,-17-12-1-16,0 0 0 0,0 0 2 0,0 0 4 16,0 0-2-16,0 0 1 0,0 0-11 0,1 0-145 0,0 0-170 15</inkml:trace>
  <inkml:trace contextRef="#ctx0" brushRef="#br0" timeOffset="6748.53">3687 1615 1612 0,'0'0'271'0,"0"0"-308"0,0 0 34 16,0 0-53-16,0 0 73 0,0 0-14 0,0 1 6 0,0-1-7 15,0 1 13-15,-8 15-182 0,8-16-67 0</inkml:trace>
  <inkml:trace contextRef="#ctx0" brushRef="#br0" timeOffset="11994.17">237 2282 1494 0,'-7'1'220'0,"3"0"55"16,4-1 5-16,-1 0-189 0,1 0-48 0,0 0 1 0,-2 0 9 16,2 0-11-16,0 1 12 0,-20 4-16 15,20-5 5-15,0 0-10 0,0 0-5 0,0 0-11 0,0 0 4 16,0 0-7-16,1 0 6 0,0 0 3 0,19-7-4 0,-20 7 2 15,0 0-16-15,23-1 7 0,-13 1-8 0,0 0 6 16,2-1-14-16,-1 1 4 0,0-1 0 0,2 0 1 16,-1 1-1-16,1 0-1 15,1 0 0-15,1 0-2 0,1 0 4 0,3 1-1 16,2 0-3-16,0-1 1 0,0-1-2 0,2 0 4 16,-2 0 0-16,1 0 3 0,-1 0 5 0,0 0-6 15,1 1 3-15,3 0-4 0,1-2 6 0,2 1-4 16,-1 1 2-16,-3-1-2 0,0 0-1 0,-1 1 0 15,-1 0 4-15,4 1-2 0,0-1-1 0,2 1 3 16,0-1-5-16,-2 0 4 0,0 0 0 0,-2 0-1 16,-1 1 3-16,1-1-1 0,1 0 5 0,2 0 0 0,1 0-4 15,-1 0 3-15,-1-1-7 0,-2 1 1 0,-1 0-1 16,-1-1 0-16,0 1-3 0,1 0 4 0,2 0 1 16,0 1-1-16,1-1-4 0,-1-1 6 0,-1 1-5 15,-1 0 7-15,-1-1-6 0,0 0 7 0,1 0-2 16,1 0 4-16,1 0-3 0,1 0-2 15,-1-1 1-15,-1 2-1 0,-2-1-1 0,-2-1 2 16,1 2-2-16,0-2 2 0,2 2-6 0,2-1 5 16,-2-1-4-16,1 1 4 0,-1 1-4 0,-2-2 3 0,0 1-3 15,0 0 2-15,-1-1-7 0,1 2 7 16,0-2-2-16,3 0 4 0,0 1-6 0,-1 0 3 16,2-1 4-16,-4 0 0 0,2 0-3 0,-2 0 11 0,0 0-2 15,4-1 7-15,0 1 3 0,1-1-11 0,1 0 4 16,-1 0-6-16,-1 0 4 0,-3 1-8 0,1-1 0 15,-1 0-2-15,2 0-4 0,1 0 6 0,0 0-5 16,0 1 7-16,-2 0-6 0,-1 1 7 0,-2 0-3 16,-2 1 3-16,0 0-4 0,-1 0-2 0,0 0 5 15,-1 0-4-15,1 1 2 16,0 0 0-16,-1 1-1 0,-2-2 1 0,-1 2 2 0,-1 0 0 16,0-1-2-16,-3 1 1 0,-1 0-3 0,-1 0 0 15,-1-1 4-15,0 1-2 0,-6-2 6 0,0 0-6 16,0 0 1-16,1 0-3 0,0 0 0 0,-1 0-266 15,0 0-38-15,1 0 11 0,15 3 1021 0</inkml:trace>
  <inkml:trace contextRef="#ctx0" brushRef="#br0" timeOffset="12877.06">6024 1614 1282 0,'-4'5'1084'16,"4"-5"-1022"-16,0 0-44 0,0 0 73 0,0 0-28 0,0 0 34 0,0 0-30 0,0 0-37 0,0 0 18 0,20 8-21 0,-11-6 0 0,1 0-1 15,2 0 3-15,-1 1-3 0,1-1-3 0,-4-5-5 16,6 5-1-16,-1 1-1 16,2 1-7-16,-1-1-3 0,0-1 0 0,0 1-1 15,1-1-6-15,-2 0 3 0,0-1-2 0,-1 2 4 16,0-2-2-16,-3-1-3 0,1 1 3 0,-2-1-3 15,0 0 6-15,-2 0-192 0,-6 0 3 0,1 0-90 0,-1 0-174 16</inkml:trace>
  <inkml:trace contextRef="#ctx0" brushRef="#br0" timeOffset="13091.84">6065 1806 1999 0,'0'0'99'0,"0"0"195"0,0 1-292 0,0-1 143 15,0 1-28-15,21 16 64 0,-11-14-58 0,3-1-23 16,1 1-3-16,1-1-7 16,1-2-35-16,1 1-27 0,0 0-5 0,-1 0-5 15,1-1-10-15,0 0-3 0,-2 0 0 0,-1 0-1 16,0 1 0-16,-1-1-5 0,1 0 2 0,-1 0-2 16,1-1 2-16,-2-1-112 0,1 0-20 0,-3 0-51 0,0-1-221 15,1 0 976-15</inkml:trace>
  <inkml:trace contextRef="#ctx0" brushRef="#br0" timeOffset="13557.65">6910 1340 2120 0,'-4'-3'193'0,"-1"-1"-84"0,5 4 108 16,0 0-117-16,0 0 11 0,0 0 32 0,-1 0-62 0,-15-1-3 15,16 1-27-15,0 0-35 0,-1 1-8 0,-8 17-2 16,9-6-1-16,0 2-1 0,0 1 1 0,0 3 1 16,2 1 1-16,-1 0 14 0,1 4 15 0,0 2-5 0,0 4 8 15,0 2-10-15,0 0-12 0,-1 0 3 0,2-1-6 16,-3 1-4-16,0 0 1 0,0 3-8 0,0-1 5 15,0-2-5-15,0-6 0 16,0-1 5-16,0-4-4 0,1-2-8 0,0-1 4 16,-1-1-2-16,1-4 3 0,0 0-1 0,-1-3-1 0,1-2-13 15,-1-7-1-15,0 1-80 0,0-1-82 0,0 1-11 16,0-1-30-16,0 0-96 0,0 0-199 0</inkml:trace>
  <inkml:trace contextRef="#ctx0" brushRef="#br0" timeOffset="13874.7">6854 1230 2714 0,'0'0'-32'0,"0"0"49"0,0 0-8 16,0 0 33-16,0 0 46 0,1 0-42 0,0 0 5 15,17 7-22-15,-18-7-25 0,12 10 4 0,-3-3-5 16,0-1 4-16,3 0-11 0,-1-1 4 0,1 1-1 15,1 0 2-15,1 0-1 0,3-1-1 0,0 0 1 16,2 1 1-16,-2-1 8 0,-2 0-6 0,-1 0 7 16,-2 1-4-16,-2 1 16 0,-2 1 65 0,-3 0-28 15,-2 0 36-15,-1 0-67 0,-2 1 21 0,-2 1-10 0,-3 0 10 16,0 0-27-16,-5 2-15 0,1 0 2 0,-2 0-7 16,-2 0 3-16,1 1 1 0,-1 0-3 0,0 0 2 15,0-1-4-15,1-1-1 16,0-1 0-16,2-2-8 0,-1 0-84 0,3-2-141 0,-1-1-15 0,1-2-46 15,2 1-95-15</inkml:trace>
  <inkml:trace contextRef="#ctx0" brushRef="#br0" timeOffset="14516.82">7422 1190 2350 0,'-6'-4'44'0,"0"0"65"16,0 2-8-16,0 0 33 0,0 2 10 0,-1 0-67 15,-1 2-3-15,0 1-23 0,1 2-25 0,-1 2-5 16,0 2-5-16,0 1 0 0,-2 3-14 0,1 5 6 0,0 3 0 16,-2 7 1-16,2 0 5 0,-1 3 21 0,-1 1-2 15,3-1 7-15,-1 1-8 0,1 3-11 0,-1 2-6 16,2 1-1-16,1-2-7 0,1-3 3 0,3 0 0 16,0-2-2-16,2 0-12 0,1-1 6 0,2-1-7 0,0-4 6 15,4-3-8-15,1-3 3 0,-1-3 0 16,2-2 0-16,0-2-2 0,-1 1-6 15,1-1 2-15,0-1-19 0,0-2-154 0,1-2-279 16,-1-2-98-16</inkml:trace>
  <inkml:trace contextRef="#ctx0" brushRef="#br0" timeOffset="15092.94">8508 1286 1879 0,'0'0'128'0,"0"0"-65"0,0 0 79 15,0 0-50-15,0 0 1 0,0 1 33 0,13 16-67 16,-13-17-4-16,8 13-17 0,-3-4-1 0,-6-5 12 16,6 7-2-16,0 0 3 0,0 1-15 0,0-1-3 0,2 1 1 15,0-2-2-15,0 0 4 0,2 1 0 0,1-1 1 16,0-1-3-16,1 1-8 0,0-1-6 0,1 1 1 15,-1 2-2-15,0 0 1 0,0 0-13 0,-1 1 4 16,0-1-7-16,0-1 3 0,-2 0-1 16,0-1 2-16,1 0 0 0,-3-1 8 0,1-1-13 15,0-1 7-15,-1-2-9 0,0 1 11 0,-6-6-3 16,0 0-2-16,1 0 1 0,-1 1 6 0,1-1-56 16,15 9-9-16,-16-9-25 0,0 0-86 0,0-1-38 15,0 1-23-15,5-16-17 0,-4 8-200 0</inkml:trace>
  <inkml:trace contextRef="#ctx0" brushRef="#br0" timeOffset="15321.63">8789 1250 2413 0,'0'0'17'0,"0"0"62"15,-1 0 0-15,1 1 32 0,-16 16 44 0,7-9-52 16,1 3-1-16,-4 0-16 0,-1 2-11 0,-1 2-15 0,-1 1-6 15,-1 2-2-15,1 0-19 0,-4 0-8 0,0-1 3 16,-3 2-5-16,0-1-7 0,-1 2-10 0,1 0 0 16,2-1-2-16,0 0 3 0,4-3-4 0,0 0-1 15,2-2-1-15,0-2-5 0,2-3-74 16,2-1-9-16,1-1-33 0,3-3-115 0,0-1-92 16,6-3-37-16,0 0 115 0,-1 0 1317 0</inkml:trace>
  <inkml:trace contextRef="#ctx0" brushRef="#br0" timeOffset="16101.09">8282 1253 1584 0,'0'0'263'0,"0"0"-145"15,0 0 4-15,0 0-23 0,-1 0 147 0,-19-6-86 16,20 6 3-16,0 0-38 0,-17 5-31 0,17-5-9 16,-15 10-6-16,8-6-3 0,-3 4-28 0,0 0-6 15,0 0 1-15,-2 2-5 0,-1 0-17 0,1 1 7 16,-1 2-3-16,0 0 6 0,-1-1 11 0,1 1-11 16,-1-2 7-16,3 0-9 0,-1-1-2 0,3 0 1 15,1-1-7-15,0 0 4 0,1 0-11 0,1 0-5 16,1-2 1-16,0 1-3 0,1-2-7 0,3 2 5 15,0 0-6-15,1-1 3 0,1 0-9 0,-1-1-2 16,3 0 3-16,0 0-2 0,2 0 8 0,0 0-6 0,3-1 5 16,-1 0-6-16,2-1 7 0,2 1 0 0,-1-2-2 15,4 1 2-15,-1-1-9 0,2-1 12 0,0 1-4 16,-2-1 7-16,1 1-4 0,-4-1-2 0,1 0 5 16,-2 0-3-16,1 0 2 0,-3-1-4 0,-1 0 0 15,-6-1-4-15,1 0-32 0,-1 0-111 0,16 2-10 16,-16-2-45-16,0 0-115 0,0 0-147 15,0 0-118-15</inkml:trace>
  <inkml:trace contextRef="#ctx0" brushRef="#br0" timeOffset="16721.39">7648 1523 1743 0,'0'0'49'0,"0"0"79"0,0 0-10 15,1-1 45-15,-1 1 45 0,9-18-60 0,-9 18 2 16,0 0-23-16,0-1-12 0,1-19-27 16,-2 12 3-16,-1 0-13 0,1-1-6 0,0 1-21 0,-2 0 0 15,1 0-7-15,-1 1-8 0,-2 0 8 0,0 0-3 16,1 1 5-16,-2-1-5 0,1 2-14 0,0-1 1 0,0 1-6 16,0 2-2-16,0-1-12 15,-2 2 1-15,1 1-6 0,0 0-9 0,0 2-2 16,0 1-1-16,0 3-2 0,-1 1-6 0,1 1-11 15,-1 2 2-15,1 0-5 0,-1 4 7 0,1 1 9 16,0 2 3-16,0 2 2 0,0 0 7 0,1 3-3 16,1-1-2-16,1-1 1 0,1-1 6 0,1-3-6 15,1-2 7-15,1-3-6 0,3-1-1 0,-2-3-1 16,3 0-5-16,0-2 4 0,0 0-7 0,2-3 20 16,1-1-2-16,1-1 9 0,2-2 9 0,-1-2-7 0,2-1 3 15,0-3-4-15,0-1 6 0,1-2-1 0,0-1 2 16,0-1-2-16,-1 0-2 0,-1 1-2 0,-1 1-3 15,-2 2 2-15,-2 1 2 0,-1 1-3 0,-1 1 1 16,-1 2-1-16,-3 5 3 0,0 0-7 16,0-1 6-16,0 1-7 0,0 0-4 0,0 0-2 15,0 0-5-15,0 1 3 0,3 14-8 0,-3-5 5 16,0 0-4-16,-2 2 5 0,2 1 4 0,0 1 2 16,2-1 1-16,-2 0 0 0,2-1-3 0,0-2-4 15,1 0-1-15,0-3-1 0,0-1 2 0,1-1-125 16,1-1-36-16,1 0-53 0,2 0-305 0</inkml:trace>
  <inkml:trace contextRef="#ctx0" brushRef="#br0" timeOffset="17516.2">9276 1275 1631 0,'0'0'95'0,"0"0"46"0,0-1 53 0,0 1-8 0,0-1 33 16,0 1-75-16,0-1-1 0,0 1-31 0,0-1-17 15,0-16-13-15,0 17 3 0,0 0-7 0,0 0 1 16,0 0-23-16,0 0 6 0,-1 0-12 0,0 0-7 0,-20 10-9 15,14-6-3-15,-2 2-3 0,-1 0-16 0,-2 1-6 16,-2 1 2 0,-1-1-2-16,0 2 2 0,1-1 3 0,-2 1-9 0,2-1 5 15,1 1-10-15,-2-1 3 0,3 1 5 0,-1-1-1 16,1-1 0-16,-1 0-3 0,3 0-2 0,0-2 1 16,2 2 0-16,1-3-1 0,0 2 2 0,2-3 0 15,5-3 7-15,0 0-4 0,0 0-2 0,-1 1 0 16,0-1-2-16,1 1-7 0,0-1 3 0,0 18-4 15,0-18 5-15,0 0 3 0,16 10-2 0,-16-10 2 16,0 0-3-16,24 10 3 0,-15-7 2 0,2 1 2 16,1 0 0-16,0-1-2 0,0 0 0 0,0 0 1 0,-1 0-2 15,1-1 2-15,-2 1-3 0,1 1 2 0,-1-1-2 16,0 1 3-16,0 0 1 0,-1 0 1 0,0-1 1 16,-1 1-6-16,-1-1 2 0,-1 0-2 0,-1 0 4 15,0 0 1-15,-5-3-2 16,0 0 1-16,0 0 3 0,1 0-14 0,-1 1-14 0,0-1-7 15,17 9-99-15,-17-9-92 0,0 0-25 0,0 0-34 16,0 0-184-16</inkml:trace>
  <inkml:trace contextRef="#ctx0" brushRef="#br0" timeOffset="18353.13">9650 1127 1045 0,'0'0'318'0,"0"0"-158"0,0 0-27 0,0 0-11 16,-1 0 73-16,0 0-48 0,1 0-6 0,-1 0-17 16,1 0-44-16,0 0-12 0,0 0 1 0,-17 3-4 15,17-3-8-15,0 0 0 0,0 1-5 0,-8 19 3 0,6-11-9 16,-1 1-9-16,0-1-5 0,0 3-3 0,-1 1-15 16,-1 1 13-16,2 4 3 0,-1-1 3 0,1 3 9 15,-1 2-10-15,0-1 2 0,-1 3-4 0,-1-2 2 16,3 1-3-16,-3-2 0 0,2-1-1 0,-1 2-11 0,0 0 2 15,0 1-6-15,0 1 5 0,0 0-10 16,0-2-1-16,2-1 4 16,-2-4-4-16,3-1-1 0,0-4 1 0,-1-2-5 0,2-2 5 15,0-1 0-15,1-2-4 0,0-5 3 0,0 1-3 16,0-1 3-16,0 1-3 0,0-1-2 0,0 0 1 16,0 1 5-16,1-1 11 0,-1 0-1 0,1 0 3 15,-1 0 1-15,0 0-3 0,12-18 1 0,-12 10-2 16,0-4-5-16,1-1-4 0,-1 0 2 0,0-1-3 15,1-2 1-15,0 2-10 0,0 1 2 0,0 2-4 16,2 2 6-16,-1 0-4 0,1 2 2 0,0-1-2 16,-1 1 2-16,1 1-5 0,1-1-4 0,-1 2 2 15,2 1-4-15,0-1-4 0,0 2 1 0,2 0-2 16,-2-1 2-16,1 3 2 0,1-1 2 0,1 2 1 0,1 0 4 16,-1 2 1-16,-1-1-1 0,1 2 1 0,0 1 2 15,-1 1 0-15,0 0 2 0,0 2 0 0,0 0 0 16,-1 1 5-16,-1 1-2 0,0-1 4 0,-1-1 2 15,-1 1 9-15,0 1 0 0,-1 0 2 0,-1 2 0 16,-1-2-8-16,-2 1 2 0,0 0-3 0,-1-2 5 0,-2 2-1 16,-1 0 3-1,-1-2-4-15,-3-1-8 0,-1 2 2 0,-1-3-3 0,0 1 2 16,-1 2-5-16,1-3 0 0,2 1 4 0,-1-1-1 16,0-3 7-16,1 0-2 0,-1-1-10 0,2-2 3 15,-1 0-33-15,1-4-32 0,0 0-6 0,0-1-12 16,1 0-59-16,1-1-67 0,2-1-14 0,2-1-34 15,1-4-213-15</inkml:trace>
  <inkml:trace contextRef="#ctx0" brushRef="#br0" timeOffset="18661.18">9904 1175 1544 0,'5'0'105'0,"1"1"374"0,0 0-506 0,-1 2 142 16,1 1-19-16,-1 1 57 0,0 2-49 0,-1-1 0 15,0 3-7-15,0 2 4 16,-1 2-12-16,1 1-13 0,1 1-1 0,-2 2-5 16,3 0-16-16,0 1 3 0,-1 0-6 0,0 1 3 15,0-1-15-15,-1 0-2 0,0 0-3 0,0-1 0 16,-2 2-10-16,1 2 8 0,0 1-5 0,-4 3 4 16,1 0-13-16,-3 1-5 0,-1 0 4 0,1-2-3 15,-1 0 8-15,-1-1-2 0,-1 0-2 0,-2 3-1 16,0 0-5-16,0 1 2 0,-2 0-4 0,0-3 2 15,1-1-8-15,-2-4-4 0,-2-1 0 0,0-3-2 16,-2 0-5-16,0-1-3 0,-1-2-8 0,-1-1-7 0,1-3-101 16,-1-1-106-16,-3-3-13 0,-2-2-35 0,-2-1-94 15</inkml:trace>
  <inkml:trace contextRef="#ctx0" brushRef="#br0" timeOffset="19546.83">1089 2045 1778 0,'0'0'83'0,"0"0"-12"0,-1 0 9 0,1 0-44 0,-1 0-2 15,1 0 21-15,0 0 5 0,-1 0 4 0,0 0 25 16,1 0-52-16,0 0 4 0,0 0-21 16,-1 0-4-16,1 0-1 0,-1 0 4 0,0 0-2 0,1 0 8 15,0 0 1-15,0 0-2 0,0 0-2 0,1 0-18 0,16 8 16 16,-17-8-9-16,0 0 9 0,22 3-14 0,-22-3-1 15,15 0 2-15,-5 1-2 0,-2 0 4 16,0 0 0-16,-1-1-5 0,0 0 4 0,0 0-4 0,-2 2 1 16,1-1 3-16,-6-1-3 15,0 0 1-15,1 0-6 0,16 5 3 0,-17-5-4 16,0 0 1-16,0 0-221 0,1 0-40 0</inkml:trace>
  <inkml:trace contextRef="#ctx0" brushRef="#br0" timeOffset="20234.65">2018 2132 1 0,'0'0'559'16,"0"0"-240"-16,0 0 294 0,0 0-564 0,0 0 9 0,0 0 11 15,0 0 19-15,0 0 2 0,0 0 2 0,0 0 3 16,-1-1-25-16,1 1 3 0,-1-17-10 0,1 17 9 16,0 0-13-16,0 0 0 0,16-6-6 0,-16 6-9 15,2 0 6-15,15-7-2 0,-17 7 2 0,1 0-7 0,18-1-13 16,-19 1 5-16,0 0-8 0,1 0-8 0,18 0-7 16,-19 0-3-16,0 0 0 0,0 0-1 0,18 5-2 15,-18-5-2-15,1 0 0 0,-1 0-4 0,1 0 0 16,15 2-1-16,-16-2-19 0,0 0-217 0,0 0-503 15</inkml:trace>
  <inkml:trace contextRef="#ctx0" brushRef="#br0" timeOffset="32622.69">1114 2083 165 0,'0'0'79'0,"0"0"8"0,0 0 30 0,0 0 33 0,0 0-19 15,1 0-21-15,-1 0 7 0,1 0-4 0,0 0 8 16,-1 0-20-16,0 0-9 0,0 0-12 0,0 0 0 16,1 0-33-16,-1 0 2 0,1 0-1 0,-1 0-1 15,1 0-13-15,-1 0-3 0,0 0-8 0,1 0 4 16,15 3-7-16,-16-3 9 0,0 0 0 0,0 0 1 16,1 0-15-16,0 0 0 0,-1 0-5 0,16 5 2 15,-16-5-7-15,0 0 10 0,1 0-2 16,-1 0 3-16,1 0-8 0,14 4 2 0,-15-4-1 15,0 0 0-15,1 0-5 0,0 0 4 0,-1 0-7 16,18 8 5-16,-18-8-6 0,0 0 2 0,1 0 0 0,-1 0 0 16,19 10-2-16,-19-10 1 0,1 0 2 0,-1 0 0 15,1 0 3-15,18 11-4 0,-19-11 4 0,0 0-4 16,1 0 6-16,-1 0-2 0,0 0 0 0,17 2 0 16,-17-2 10-16,0 0-10 0,1 0 3 0,-1 0-5 15,1 0 10-15,0 0-5 0,-1 0 5 0,0 0-3 16,1 0 1-16,0 0 3 0,-1 0-1 0,0 0 2 15,0 0 3-15,1 0-3 0,-1 0 0 0,0 0-1 16,0 0-5-16,0 0 4 0,0 0-1 16,0 0 2-16,0 0-7 0,0 0-1 0,-1 0 2 15,1-1-1-15,-18-11-1 0,18 12-6 0,0 0-1 16,-1 0-1-16,-17-3-4 0,18 3 4 0,0 0-10 0,-19-4 8 16,19 4-5-16,0 0 4 0,-19-2 4 15,19 2-1-15,-1 0 3 0,-18-1 0 0,19 1 4 16,-1 0-3-16,-17-3 1 0,18 3-3 0,0 0 1 15,0 0 0-15,-20-4 1 0,20 4-4 0,0 0 0 0,0 0-1 0,-1 0 2 16,0 0-5-16,-15-2-1 16,16 2 0-16,0 0 4 0,0 0-15 0,0 0 7 15,0 0-9-15,0 0 10 0,0 0 4 0,0 0 0 0,0 0 3 16,0 0 5-16,0 0-2 0,0 0 1 0,0 0 0 0,1 0 10 16,-1 0-7-16,17 6-1 15,-17-6-3-15,0 0-1 0,0 0 3 0,21 1 4 16,-21-1-1-16,0 0-8 0,1 0 4 0,19 2-2 15,-20-2 2-15,0 0-2 0,1 0 0 0,18 2 3 16,-19-2-1-16,0 0 6 0,0 0-5 0,0 0-2 16,19 7-1-16,-19-7 2 0,1 0-4 0,-1 0 6 15,0 0-5-15,16 6 7 0,-16-6-3 0,0 0 1 16,0 0-3-16,1 0 3 0,0 0 2 0,-1 0-2 16,16 9 3-16,-16-9 3 0,0 0-2 0,0 0 1 15,0 0-2-15,0 0 6 0,0 0 10 0,0 0-4 16,0 0 4-16,0 0-8 0,0 0 1 0,0 0-1 15,0 0-1-15,0 0 0 0,0 0-8 0,0 0 5 0,0-1-6 16,0 1-5-16,-1 0 6 0,1-1-5 0,-12-15 6 16,12 16-11-16,0 0-1 0,-1 0 1 0,1-1 0 15,0 1 4-15,-1-1 3 0,0 1-6 0,-15-16 3 16,16 16-4-16,0 0 0 0,0 0 4 0,-1 0-2 16,1 0-2-16,0 0-4 0,-1 0 1 0,1 0-2 15,0-1-2-15,-1 1-2 0,0 0-2 0,1 0 1 0,0 0 3 16,0 0-3-16,0 0 3 15,0 0-2-15,0 0 3 0,0 0-2 0,0 0-4 16,0 0 2-16,0 0 2 0,1 0 8 0,16 4 0 16,-17-4 1-16,0 0-3 0,1 0 6 0,16 7-1 0,-17-7 1 15,0 0 0-15,0 0 5 0,1 0-3 0,-1 0 6 16,19 5-1-16,-19-5-1 0,0 0 2 0,1 0-1 16,-1 0 2-16,0 0-4 0,0 0 5 0,1 0-4 15,0 0 4-15,-1 0-6 0,0 0-17 0,1 0-1 16,-1 0-90-16,1 0-56 0,-1 0-9 0,1 0-21 15,-1 0-86-15</inkml:trace>
  <inkml:trace contextRef="#ctx0" brushRef="#br0" timeOffset="40007.69">343 2333 1010 0,'0'0'52'0,"0"0"51"0,-1 0 27 15,1 0 5-15,0-1 2 0,0 1-56 0,-1-1 0 0,0 1-4 16,1-1 6-16,-18-17-12 0,18 18-9 0,0 0 0 16,0 0-30-16,0 0-8 0,0 0 6 0,0 0-7 15,0 0 7-15,0 0-8 0,0 0-1 0,0 0-2 16,0 0 2-16,0 0-1 0,1 0 1 0,15 8-2 15,-16-8-5-15,0 0 1 0,19 0-1 0,-11 0 0 16,1-2-8-16,1 2 6 0,2-1-6 0,0-1 6 16,1 1-12-16,2 0 6 0,-2-1-2 15,2 2 4-15,-1-1-1 0,1-1 1 0,0 2 0 16,-1-1 0-16,0 0 3 0,-1 1-5 0,0-2 1 0,1 2-3 16,0-2-4-16,4 2 6 0,1-1-5 0,0 0 5 15,2 1-6-15,-2-1 0 0,0 0 1 0,0 0-1 16,0-1 9-16,-2 1-8 15,1 0-1-15,1 0-2 0,0 0 1 0,3 0 1 0,1 0 5 16,1 1-3-16,-2 0-7 0,0 0 6 0,-2-1-1 16,-2 0 3-16,-1 0-1 0,0 1 2 0,1 1 0 15,0-1 1-15,2 1-1 0,1 0 1 0,-1 0-5 16,1-1 2-16,-1 0-2 0,-1 2-2 0,-1 0 5 0,-2 1-5 16,0-1 3-16,-1-1 3 0,1 1-7 0,1 0 5 15,2-1-5-15,1 0 6 16,0 1 0-16,1-1 2 0,1 0-4 0,-2-1-1 15,-2 0 1-15,1-1-1 0,-2 1 2 0,0 1 0 0,1-1 0 16,1-1 2-16,2 1 14 0,1 0-1 0,-1 1 3 16,1 0-3-16,-2 0-7 0,-1-1 1 0,0 1-7 0,-2-1 3 15,0 1-11-15,0 1 9 0,3-2 1 0,1 0 3 16,1-1-7-16,-2-1 5 0,0 1-2 0,0 0 5 16,-1-1 13-16,-1 1-7 15,-2 1 4-15,-1-1-5 0,-1 0-5 0,-1 0 4 16,2 0-6-16,-1 0 4 0,2 0-7 0,0 0-4 15,0 1 5-15,1-1-4 0,-2 0 7 0,0 0-2 16,0-1-3-16,0 0 0 0,-2 0-8 0,0 0 11 0,0 1-5 16,-1 1 8-16,-1-2-8 0,0 0 8 0,1 0-2 15,0 1 4-15,-1 1-1 0,0-1-2 0,0 0 1 16,-2 1-3-16,1-1-7 0,-2 1 5 0,-1 0-1 16,1-1 2-16,-3 1 3 0,1-2-3 0,0 3 2 15,-6-1-3-15,1 0 1 0,-1 0-5 16,17-2 0-16,-17 2-1 0,0 0 3 0,0 0 0 15,0 0 2-15,0 0 0 0,0 0 6 0,0 0-142 16,0 0-11-16,0 0-64 0,0 0-169 0</inkml:trace>
  <inkml:trace contextRef="#ctx0" brushRef="#br0" timeOffset="60454.7">3963 2056 394 0,'0'0'67'0,"0"0"56"0,0 0 4 0,0 0-25 15,0 0-31-15,0 0-51 0,0 0 3 0,-1 0-6 16,0 0 3-16,1 0-21 0,-17 6-1 0,17-6-8 16,0 0 3-16,0 0 5 15,0 1 2-15,0-1 1 0,-1 0 8 0,1 1-2 16,0-1 3-16,-1 1-1 0,-15 10 18 0,16-11-7 15,0 0 5-15,0 0-6 0,0 0-4 0,0 0-2 16,-1 0-3-16,1 0 2 0,0 0-11 0,-1 0 1 16,1 0-2-16,-1 0 2 0,1-1 3 0,0 1-3 15,-1-1 1-15,0 1-3 0,1-1-1 0,-1 1-2 16,1-1 0-16,0 1-2 0,-1 0-12 0,1-1-29 16,-1 1-6-16,1-1-13 0,0 1-85 0,-1-1-144 15</inkml:trace>
  <inkml:trace contextRef="#ctx0" brushRef="#br0" timeOffset="61506.57">3868 2069 404 0,'0'0'132'0,"0"0"-81"0,0 0 2 0,0 0-24 15,0 0 18-15,-1 0 25 0,0 0-5 0,1 0 9 16,0 0-31-16,0 0-25 16,0 1 0-16,0-1-10 0,0 1-16 0,1 16 5 15,-1-17-3-15,0 0 4 0,0 0 4 0,1 0-7 16,-1 1 5-16,0-1-4 0,1 1 21 0,12 15 40 15,-13-16 2-15,0 0 15 0,0 0 23 0,0 0-5 16,1 0-2-16,-1 0-3 0,0 0-24 0,17 1-20 16,-17-1-1-16,0 0-8 0,1 0-10 0,-1 0-17 0,19-4 0 15,-19 4-7-15,0 0-8 0,1 0-2 0,16 3 2 16,-17-3-2-16,0 0 4 0,0 0 4 0,18 3-1 16,-18-3 1-16,0 0-1 0,1 0 8 0,18 4-4 15,-19-4 8-15,0 0 5 0,1 0 2 0,20 1 5 16,-21-1-3-16,0 0 2 0,17-4-3 0,-17 4 1 15,0 0-1-15,21-2-2 16,-21 2 3-16,0 0-4 0,22-4 3 0,-20 4-8 0,-2 0-5 16,22-3 2-16,-22 3-4 0,1 0-8 0,19-3 5 15,-20 3-2-15,2 0 3 0,20-1 3 0,-12 1 1 16,-2 0 5-16,2 0-2 0,-1-1-1 0,0 1-3 16,0 0-5-16,0-2 4 0,0 2 3 0,0 0-2 15,0-1 2-15,0 0-3 0,-1 1 1 0,1 0 21 16,1 0-4-16,-1 0 9 0,0 0-14 0,-1 0 1 15,1-1-8-15,-1-1 4 0,-1 1-8 0,0-1-4 16,0 1 5-16,0 0-5 0,2 2 3 16,-1-1-2-16,1-1-2 0,-1 1 1 0,0 0 5 0,-1 0-5 15,0 0 1-15,-2-1-3 0,1-2 0 0,0 3 0 16,-6 0 2-16,1 0 0 0,-1 0 7 0,16 0-1 16,-16 0 3-16,0 0 0 0,0 0 20 0,1 0-6 15,-1 0 2-15,0 0-3 0,1 0 0 0,-1 0-10 16,0 0-1-16,0 0-5 0,0 0-14 0,0 0-5 15,-1 0-1-15,1 0-2 0,-20-6-2 0,12 5 4 16,-3 2 2-16,-1-1 0 0,-1-1 10 0,0 0-1 16,-1-1 2-16,1 1-1 0,0-1 6 0,-1 1-6 15,0-2 5-15,-1 2-5 0,-1 0-3 0,-2 0-7 16,1 0-2-16,-2-1-1 0,0 1 1 0,-1 1 11 16,-2 0-3-16,4 0 6 0,1 1 1 0,1-1-1 15,2 1 2-15,-1 0-2 0,1-1 0 0,2 0-4 0,1 0 5 16,1 0-3-16,1 0 7 0,0 1-3 0,0 0-3 15,1 0 2-15,0 0-1 16,1-1 0-16,-1 0 0 0,2 0 1 0,0 1-2 16,6-1-2-16,0 0 3 0,0 0-2 0,-17 1 4 15,17-1 4-15,0 0-2 0,-1 0 3 0,1 0 4 0,-1 0-3 16,1 0-1-16,0 0-1 0,0 0-10 0,0 0-10 16,0 0-2-16,0 0-1 0,0 0 11 0,19 6 0 15,-11-5 2-15,4 1-2 0,-1 0-3 0,0-1 11 16,2 2-3-16,0 0 5 0,-1 0-11 0,1 0 6 15,1 0 3-15,1-1 2 0,0 1 2 0,0-2 5 16,1 1-2-16,0 1 4 0,2-2 2 0,0 0 5 0,2-2 0 16,0 0 1-16,-1 0 1 0,1 0-4 0,0 1 0 15,0-1-2-15,0 0-4 16,-2 1-4-16,1-1 0 0,-1 1-1 0,0-1-1 16,1 1 1-16,-1 0-5 0,-2 0 2 0,0 0-6 0,-2-1 1 15,0 0 5-15,1 1-1 0,0 0 1 0,-1 0-3 16,0 1 2-16,0-1 0 0,0-1 11 0,0-1-8 15,2 1-1-15,-1-1-2 0,1 1 4 0,1 0 4 16,-4 0-2-16,1-2 2 0,-3 1 0 0,1 0 3 16,0 0-2-16,-1 2 1 0,0-2-3 0,-2 0-5 15,0 0 3-15,-2-1-4 0,0 1 3 0,-1-1-2 16,0 1 1-16,-6 2-2 0,1 0 1 0,-1 0-2 16,0 0 0-16,1 0 0 0,16-7 1 0,-17 7-4 15,0 0 2-15,0 0-3 0,0 0 2 0,0 0 3 16,0 0-6-16,0-1 1 0,0 1-31 0,0-1-63 15,0 1-8-15,0-1-26 0,-2-16-103 0,2 17-294 0</inkml:trace>
  <inkml:trace contextRef="#ctx0" brushRef="#br0" timeOffset="68904.83">3244 3471 95 0,'0'0'74'0,"0"0"37"0,0 0 7 0,0 0-43 16,0 0-18-16,0 0-17 0,1 0 5 0,-1 0-17 16,0 0-10-16,1-1 15 0,-1 1 5 0,1-1 3 15,-1 1 8-15,0-1-11 0,18-6 2 0,-18 7-5 16,0 0-3-16,1 0 6 0,-1 0-1 0,1 0 4 16,16 5-4-16,-17-5 2 0,1 0 0 0,-1 0 3 15,18 5 0-15,-18-5 4 0,0 0-6 0,17 0 4 16,-17 0-15-16,1 0-2 0,21-1-1 0,-22 1 1 15,0 0 4-15,23-2 12 0,-22 2-1 0,15-2 3 16,-7 1-17-16,-1 0-9 0,0 0-3 0,1 0-2 16,-1 1-5-16,0 0 3 0,1-1-1 0,0 1 1 0,1 0-5 15,0 0-1-15,2 0 3 0,-1-1-2 0,1 0 4 16,1 1-2-16,-2-1-3 16,2 0 1-16,-1 1-2 0,2-1 6 0,-2 0-1 0,1 0 4 0,0 1 10 15,-1-2-5-15,0 0-1 0,-1 2-3 0,2-2-7 16,1 1-3-16,-2 0 3 0,1-1-3 0,0 1-3 15,0 0 8-15,0 1-2 0,0 0 6 0,0 0 0 16,0 0-7-16,1 0-3 16,-1-1 0-16,1 1-1 0,-1 0-1 0,-1 0 5 15,1-1-3-15,1 1 6 0,-1-1-5 0,0 0 2 16,2 1-2-16,-1-2 3 0,1 1 1 0,0-1-2 16,0 0 2-16,0 0 4 0,-2 0 0 0,1 0 0 0,0 0-1 15,1 1-5-15,-1-1-5 0,-1 1-2 0,1 0 0 16,-1 1 0-16,-1 0 6 0,1 0-5 0,2-1 5 15,-1 1-3-15,0-1-3 0,1 0 5 0,-1 0-4 16,-1 1 3-16,0 1 0 0,1-1-2 16,-2 1 1-16,1 0-6 0,-1-1 3 0,0 1 2 15,0-1 1-15,-1 0 1 0,0 0-1 0,0 1-2 16,0 0 0-16,1 0-1 0,1-1-1 0,0 0 2 0,-1 1-1 16,0 0 5-16,0 0-1 0,-1 0-1 0,0-1 0 15,0 0-3-15,1 1 2 0,0-1 1 0,1 1 2 16,-1-1-1-16,-1 0 4 0,1 1-6 0,0-1 5 15,-1-1-5-15,3 0 2 0,0 0 4 0,1 0-2 16,0-1 1-16,1 1 8 0,-2 0-7 0,0-2 6 0,0 0-12 16,-1-1 7-16,1 0 2 15,-1 1-1-15,0 1-6 0,-1-1 5 0,0 0-6 16,-1 0 5-16,1 1-9 0,-1 0 6 0,1 0-4 16,0 0 5-16,-1-2-9 0,2 2 6 0,-1 0 1 15,0 0 1-15,0 0-2 0,-1-1-7 0,0 1 3 16,0 0-4-16,1 0 11 0,-1 0-3 0,-1 0 0 0,0 1 0 15,0 0-3-15,-1-1 0 0,0 1-2 0,0 0 1 16,0-1 1-16,1 1 3 0,-1-1-1 0,2 0 0 16,-1 2-1-16,0-2-1 0,2 1 1 0,-1 0-2 15,0-1 2-15,0 1 2 0,-1-1 0 0,-1 0-1 16,0 1-4-16,0 0 2 0,1 0-1 0,-4 0 3 16,2-1 2-16,0 1 42 0,0 1-13 15,-3-2 19-15,2 2-39 0,-7 0-5 16,1 0-4-16,-1 0 1 0,17-5 1 0,-17 5-2 0,1 0 5 15,-1 0-4-15,1 0 1 0,0 0 1 0,16-8-5 16,-17 8-1-16,0 0-48 0,0 0-90 0,0 0-18 16,0 0-36-16,0 0-201 0</inkml:trace>
  <inkml:trace contextRef="#ctx0" brushRef="#br0" timeOffset="70082.66">6284 3403 1223 0,'0'0'223'0,"0"0"-121"0,0 0 114 0,0 0-370 16,0 1 51-16,1-1 12 0,16 21 75 0,-17-21 4 15,0 1 5-15,16 14 11 0,-16-15 4 0,1 0 7 16,0 0-2-16,21 7 18 16,-22-7 13-16,1 0 6 0,19 4 3 0,-20-4 26 0,0 0-10 15,20 2-3-15,-20-2-1 0,0 0 1 0,20 1-20 16,-20-1 2-16,0 0-10 0,20 1-12 0,-20-1-3 15,1 0 0-15,19 0-3 0,-20 0-3 0,1 0-1 16,21 1 3-16,-21-1-3 0,15 0 0 16,-7 1-11-16,0-1 1 0,0 0-5 0,0 0 5 0,1 0-6 15,0 0 1-15,1 0-1 0,0 0 3 0,1 0 1 16,-2 0 2-16,2 0-2 0,-1 0-1 0,0 0 18 16,0 0-2-16,0 0 8 0,1 1 2 0,0-1-6 15,0 0-3-15,1 0 0 0,-1-1-7 16,1 1-5-16,-1 1 0 0,2-1-2 0,0 2 2 15,2-1-2-15,1 0 0 0,0 0-3 0,0 0-2 16,-1 0 4-16,1 0-3 0,-2 1 2 0,2-1-6 0,1 0 8 16,-1-1-2-16,0 1 4 0,1-1-10 0,0 0 16 15,2-1-2-15,0 0 9 0,0 0 1 0,-1-1-5 16,1 1 2-16,-3-1-4 0,2 1 1 0,0 1-4 16,-2-1 0-16,0 0-1 0,1 1-7 0,0-1 5 15,1 1-2-15,0-1 3 0,-1 1-3 16,0-1-4-16,0 2 0 0,0 0 0 0,1-1 2 0,-2 1 1 0,1-1-1 15,-1 0 1-15,1 0 1 16,-1-1-6-16,2 0 4 0,-1 1-4 0,1 0 6 16,-1 0 17-16,-1 0-6 0,0 0 8 0,-2 0-13 15,0 0-10-15,1 0 4 0,0 0-6 0,-1 0 3 16,0 0 0-16,0 0 2 0,0 0-1 0,1 0 4 0,0 0-9 16,0 0 2-16,-1 1-2 0,-1-1 8 0,0 0 6 15,-1 0 0-15,0 1 1 0,-1-1-4 0,0 1-1 16,-1-1 0-16,1 0 0 0,-3 0-1 0,2 0-6 15,1 0 4-15,-2 0-4 0,3 1 4 0,-3-1-1 16,2 1-1-16,-1-1 1 0,-1 0 0 0,1 0 0 16,-1-2-2-16,0 2 1 0,-2 0 0 0,1 0-2 15,-2 0 4-15,0 0-4 0,0-1-1 0,0 0 0 16,0 1 1-16,-1 0 0 16,0 0 4-16,1 0 2 0,-2 0-5 0,2-1 4 15,-7 1-2-15,0 0-6 0,16-1 5 0,-16 1-5 16,0 0 6-16,1 0-4 0,17 0-1 0,-18 0-1 0,0 0 4 15,0 0-8-15,20 1 3 0,-20-1-6 0,0 0 11 16,0 0-4-16,1 0 2 0,15 1-2 0,-16-1-3 16,0 0-1-16,0 0 1 0,1 0 0 0,0 0 4 0,16 2-3 15,-17-2-1-15,0 0-3 0,0 0-6 0,0 0-32 16,1 0-8-16,-1 0-12 0,0 0-73 0,1 0-79 16,-1 0-27-16,1 0-42 0,0 0-351 0</inkml:trace>
  <inkml:trace contextRef="#ctx0" brushRef="#br0" timeOffset="71167.16">3173 3522 1418 0,'-4'-3'272'16,"0"0"91"-16,4 3-9 0,0 0-354 15,0 0-45-15,0 0-37 0,0 0 10 0,0 0-11 16,0 0 37-16,0-1 22 0,0 1-1 0,1 0 10 16,18-3 21-16,-19 3-8 0,15-1 0 0,-7 1-6 15,2 0-2-15,-1 0 4 0,2 0 5 0,-1 0 0 16,3 1 21-16,-1-1-8 0,2 1 14 0,-1-1-9 15,-1 1 22-15,1-1-3 0,0 0-7 0,2 0 4 16,0 0-8-16,-1 0-8 0,1-1 4 0,1 1-6 0,1-1-1 16,0 0-12-16,4 1 1 0,1-1-3 0,0 0 5 15,0 0-1-15,-2 1 3 0,0-1-3 0,1 1-2 0,-2 0 2 16,-1-1-4 0,-1 0 4-16,2 1 1 0,3-1-1 0,0 1-1 0,3 0 0 15,-3 0-5-15,0 0 3 0,1 0 1 0,1-1 1 16,-2 0 3-16,1 0-1 0,1 0 3 0,1 1-2 15,2-2 2-15,-1 0 0 0,1 2-6 0,-2-1 5 16,0 0-4-16,0 0 1 0,-2 1 5 16,2-1-4-16,-1 1 6 0,1 0-3 0,1 0-3 0,-2 0 2 15,0 0-1-15,0 1-4 0,-2-1 3 0,2 0-3 16,1 0 9-16,2-2 1 0,2 2-1 0,-1-1 1 16,0-1-1-16,-4 1 3 0,2-1-1 0,-2 0 1 15,1 0-5-15,2 0 0 0,0-1-3 0,-2 1 1 16,-2 0 2-16,0 0-5 0,-2 0 4 0,0 0-5 15,-1 1 2-15,1 0-4 0,0 0 0 0,2 0-1 16,-1 0 9-16,0 0 10 0,-2 1-2 0,1 1 3 16,-2 0-7-16,-1-1-10 0,1 1 2 0,-4-1-5 15,2 1 7-15,1 0-3 0,0 0-1 16,1-1-1-16,0 1 0 0,-3-1 3 0,0 1 4 16,-2 0-2-16,0 0-3 0,-2 0 7 0,0-1 2 0,-1 2 3 15,0-1 11-15,-1 0-17 0,-1 0 4 16,0 0-8-16,0 0 7 0,-1 0-9 0,-1 0-1 15,-2 0-2-15,3 0 2 0,-2 0 1 0,3 0 3 0,-2 0-2 16,-1 0 2-16,-6-1-2 0,0 0 1 0,0 0-1 16,2 0 1-16,15 2-49 0,-17-2-4 0,0 0-20 15,0 0-52-15,0 0-55 0,0 0-12 0,0 0-19 16,0-1-86-16</inkml:trace>
  <inkml:trace contextRef="#ctx0" brushRef="#br0" timeOffset="73088.63">3290 3525 1205 0,'0'0'66'0,"0"0"-14"0,-1 0 7 0,1 0-34 16,-1 0-12-16,1 0-15 0,0 0 0 15,0 0-9-15,0 0 1 0,0 0 12 0,0 0 0 16,0 0 6-16,0 0-4 0,0 1-3 16,1-1 6-16,-1 1-2 0,18 8 31 0,-18-9 13 15,0 0 0-15,0 0 3 0,0 0 3 0,18-1-2 0,-18 1 3 16,0 0-2-16,1 0 7 0,15-3-15 0,-16 3-4 0,0 0-5 15,1 0-17-15,20-5-9 0,-21 5 2 0,0 0-4 16,23-4-6-16,-15 2-2 0,2 1-1 0,-2-1 0 16,1 0 0-16,1 1 4 15,0 0-2-15,2 0 1 0,1 0-7 0,0 1 4 16,-1-1-3-16,0 0 3 0,1 0 2 0,-1 1-3 16,1 0 1-16,-1-1 0 0,0 1 6 0,0 0 0 15,0-1 7-15,0 1-4 0,0 0 15 0,0 0-11 0,0 0-2 16,0-1-3-16,-1 1-6 0,2 0 0 0,-1 0 2 15,1 0 0-15,0 0 4 0,-1 0 0 0,-2-1 1 16,0 1 0-16,0-1 7 0,-2 1 37 0,0 0-15 16,-3 0 20-16,1 0-41 0,-1-1-3 0,-5 1 0 15,1 0-1-15,-1 0 0 0,0 0 3 0,17-3-4 0,-17 3 3 16,0 0 4-16,0 0-2 0,0 0 7 0,0 0-6 16,0 0 2-16,0 0 2 0,0-1-7 0,0 1 5 15,0-1-8-15,0 1-8 0,-7-19 4 0,7 19-8 16,-1 0-8-16,-17-8 6 0,18 8-5 0,-17-6 6 15,7 3-2-15,-2 1 1 0,1 0 1 0,-1 0-1 16,-1 0-2-16,1 0 2 0,-3-1 2 0,2 1-1 16,1 1 2-16,1 1 2 15,1-1-2-15,0 1 2 0,0-1-4 0,0 0-1 16,-1 1 0-16,1 0 0 0,-2 1-3 0,1 0-7 16,-1-1 0-16,0 1-2 0,1 1 3 0,-2 0 1 0,0 1 1 15,0 0 1-15,-1 0 11 0,3 0 1 0,0 0-4 16,3-1 3-16,0 0-2 0,2 0 3 0,0 0 4 15,6-2-3-15,0 0 1 0,-1 0-4 0,1 0 2 16,0 0-2-16,0 0-1 0,-1 0-1 0,0 0-2 0,1 0 0 16,-1 0-6-16,1 0-4 0,0 1 2 0,0-1-2 15,0 1 5-15,0-1 5 0,0 0 1 0,0 1 1 16,18 9 4-16,-18-10 8 0,17-1 0 0,-6 0 2 16,1 0-5-16,2 0 4 15,-1-2-1-15,2 2 3 0,-1-2-1 0,0 1-2 16,-1-1-2-16,1 1 0 0,-1-1 1 0,-1 1-8 15,0 1 3-15,0-2-5 0,-1 1 0 0,0 1 3 16,0-1-2-16,0 1 2 0,1 0-2 0,-2 0 1 16,2-1 0-16,0 0-1 0,0 1-4 0,0 0 7 0,-1 0 0 15,0-1 4-15,-1 1 0 0,-1-1-2 0,-1 1-1 0,-1 0 0 16,0-1 0-16,-7 2 3 0,1 0 0 0,-1 0 1 16,17-5 4-16,-17 5-1 0,0 0 1 0,0 0-1 15,0 0 5-15,0 0-5 0,0 0-1 16,0 0-3-16,0-1 0 0,0 1-5 0,0 0 4 15,0-1-6-15,0 1 2 0,0-1-3 0,0 1 2 16,0-1-3-16,0 1 5 0,0 0-6 0,0-1 3 16,0 1-4-16,0 0 5 15,0-1-3-15,0 1-4 0,0-1 1 0,0 1-4 0,0-1 6 16,0 1-1-16,0-1 2 0,0 1-9 0,0 0 7 16,0-1-6-16,0 1 2 0,-1-1-63 0,1 1-58 0,-1-1-19 15,1 1-13-15,0-1-88 0,-1 1-178 0</inkml:trace>
  <inkml:trace contextRef="#ctx0" brushRef="#br0" timeOffset="74476.47">3492 2746 318 0,'0'0'191'15,"0"-1"95"-15,0 1-2 0,0-1-235 0,-1 1-40 0,0 0-12 16,1-1-3-16,-1 1 1 0,1-1 5 0,-11-20 9 16,11 21 1-16,0 0 1 0,0 0-9 0,0 0 5 15,0 0-1-15,0 0 4 0,0 0 15 0,0 0 28 16,1 0-3-16,16-6 10 0,-17 6-3 0,0 0 0 16,0 0-3-16,17-6 1 0,-17 6-16 0,0 0-20 15,19-4-1-15,-19 4-7 0,1 0-5 0,22-2-4 16,-14 1 3-16,1-1-2 0,-1 2 0 0,1-1 1 15,0 1-1-15,-2-1 3 0,1 1 27 0,-1-1-2 16,-1 1 7-16,1-1-7 0,-1 0-5 0,1 0 0 16,-1 0-3-16,1 1 2 0,-2-2-3 0,1 2-7 15,0-1 0-15,-1 0-3 0,0 1-8 0,0-1 6 16,-6 1-3-16,0 0 3 16,0 0-2-16,17-2 1 0,-17 2-2 0,0 0 0 0,0 0-7 15,1 0 1-15,0 0 1 0,16-1 1 0,-17 1 2 16,0 0 1-16,0 0 3 0,0 0 0 0,1 0 22 0,-1 0-6 15,0 0 2-15,1 0-4 0,0 0-6 0,-1 0 10 16,0 0-5-16,0 0 5 0,0 0-17 0,0 0-1 16,0 0-2-16,0 0 0 0,0 0-4 0,0 0 4 15,0 0 0-15,-1 0 2 16,0 0-1-16,1-1-8 0,0 1-1 0,-18-11-3 16,18 11 0-16,0 0-2 0,0 0-4 0,-1 0-4 0,-17-5-63 15,18 5-79-15,0 0-16 0,-1 0-28 0,1 0-134 16</inkml:trace>
  <inkml:trace contextRef="#ctx0" brushRef="#br0" timeOffset="80858.23">6190 3478 7 0,'-6'-5'677'16,"0"0"-266"-16,6 5 341 0,0 0-715 16,-1 0-19-16,1-1-30 0,-1 1-2 0,1-1-5 15,-1 1 8-15,1 0 3 0,-19-12 10 0,19 12 1 0,0 0 3 16,0 0 1-16,0 0-1 0,0 0 2 0,0 0-2 15,0 0-1-15,0 0 5 0,0 1 7 0,0-1 1 16,18 10 21-16,-18-10 5 0,0 0 0 0,1 0 4 16,19 6 12-16,-20-6 2 0,1 0 0 0,-1 0 0 15,0 0-10-15,18 4-9 0,-18-4-5 0,1 0-1 16,-1 0-7-16,0 1-13 0,19 8 3 0,-19-9-8 16,1 0-8-16,15 6-1 0,-16-6 1 0,1 0-2 15,17 5 5-15,-18-5 2 0,0 0-2 0,24 1 1 16,-15-1-4-16,1 0 6 0,0 0 3 0,0-1 0 15,2 1-2-15,-1 0-4 0,1 0-1 0,-1 0 0 16,-1 0-2-16,1 0 7 0,-1 0-2 0,0 0 4 16,0 2 2-16,-1-1-11 15,0 0 3-15,1 0-6 0,-1 0 0 0,0 1 5 0,0-1-6 16,1 2 6-16,-1-2-1 0,0 2-5 16,2-1 6-16,0 1-6 0,2-1 1 0,2 0-1 15,-2 0 0-15,0-1 1 0,0 0 5 0,0 1-5 0,0-1 9 16,1 0-7-16,-1-1 18 0,-1 0-9 0,1 0-1 15,-1 0-1-15,0 0-5 0,1 0 5 0,-1 0-5 16,1 0 4-16,1 0-8 0,1 1 2 0,0-1 3 0,1 0-1 16,0 1-1-16,-1-1 2 0,0 1-3 0,0-1 2 15,0 0 0-15,0 0-2 0,0 0 2 0,0-1-1 16,0 0 2-16,0 0 2 0,2 1-3 0,1-2 3 16,1 1-2-16,1 0 4 0,-2 0-3 0,0 0 1 15,0 0-14-15,-2-1 10 16,0 1-3-16,1 0 7 0,-2 0-6 0,1 0-2 15,1-1 2-15,0 1-2 0,3 0 0 0,1-1 2 16,-1 1 0-16,0-1 2 0,-2 0 1 0,1 1-3 0,0 0 4 16,-2 0-3-16,1-1 4 0,-1 1-4 0,1-1 0 15,2 0 0-15,0 0 2 0,0 0 1 0,0 0-2 16,-1 0 2-16,0 1-4 0,0-1-2 0,-2 0 1 16,0 0 0-16,0 0 3 0,-1 0 4 0,2 0-1 0,0-1 1 15,1 0 1-15,0 1-3 0,-1 0 4 16,0 0-3-16,-1 0 5 0,-1 0-5 0,0 1-1 0,-1 0-1 15,0 0 2-15,-2-1-7 0,0 1 7 0,1 0-7 16,0 0 2-16,0 1 0 0,2-1-1 0,-2 0 3 16,1-1-1-16,1 1-3 15,-3-1 3-15,1 1-3 0,0 0 6 0,-3-1-2 16,1 0-5-16,-1 2 3 0,0-2-2 0,-1 0 5 16,0 1-2-16,-1-1 2 0,0 1-4 0,-2 1 1 15,3-1 1-15,-2 1-1 0,2 1-2 0,1-1 2 0,-2 0 3 16,1 1-1-16,-1-2 0 0,0 1-1 0,-1 0 0 15,0 0 0-15,0-1 4 0,-1 1-5 0,0 0 0 0,0-1-1 16,-1 1 6-16,1 0 1 0,-7 0-3 0,0 0 2 16,0 0 0-16,21-3 4 0,-21 3 1 0,1 0-1 15,-1 0-6-15,17 0-1 0,-17 0 2 0,0 0-1 16,1 0 4-16,15 0-1 16,-16 0-5-16,1 0 2 0,0 0-10 0,-1 0 7 15,0 0 0-15,17 0 3 0,-17 0 0 0,0 0-3 16,0 0 4-16,0 0-3 0,1 0 7 0,-1 0-5 15,1 0 1-15,-1 0-4 0,1 0-5 0,16-1 8 0,-17 1-2 16,0 0 5-16,0 0-4 0,0 0-1 0,0 0-2 16,0 0 1-16,0 0 2 0,0 0 0 0,1 0 2 15,-1 0-2-15,1 0-2 0,-1 0-2 0,0 0-10 16,1 0 1-16,-1 0-47 0,1 0-20 0,0 0-3 0,-1 0-7 16,0 0-21-16,0 0-14 0,0 0-4 0,0 0-4 15,0 0-22-15,0-1-15 16,0-15-9-16,0 16-9 0,0-1-113 0</inkml:trace>
  <inkml:trace contextRef="#ctx0" brushRef="#br0" timeOffset="90044">3088 3423 1919 0,'0'0'67'0,"0"0"-12"0,0 0 8 15,-1 0-21-15,1 0 2 0,0 0 1 0,0 0 11 0,0 0-1 16,0 0 36-16,-1 0-39 0,1-1 2 0,0 1-15 15,0-1-5-15,0 1-4 0,0 0 0 0,0 0-1 16,0 0-3-16,0 0 17 16,1 0-8-16,0 0 10 0,18 0-12 0,-19 0-7 15,1 0 5-15,18 4-7 0,-10-2 0 0,0 0 0 0,0-1-3 16,0-1 1-16,1 1-4 0,-2-1-1 0,1 0 0 16,3 2 0-16,-2-1-7 0,3 1-2 0,-2-1-3 0,2 1 1 15,1 0-5-15,-2-1 6 0,2 0-4 0,-1 1 5 16,0 0 2-16,0 1-10 0,1 0 6 0,-1-1-6 15,-1 1 1-15,1-2 2 0,-1 2 3 0,-1-1-1 16,0 0 2-16,-1 0-3 0,0 0-3 0,3-1 2 16,0 1 2-16,1 0-4 0,1-1 5 0,0 0-5 15,-2 0 6-15,2 0-2 0,-1 0-1 0,-1 0 1 16,1 1 4-16,-2 0 7 16,1 0-1-16,-2 0 3 0,0 0-6 0,0 0-4 15,-1 1 0-15,-1-1-2 0,2 0 1 0,1 0-2 0,1 0 1 16,1 0-2-16,1-1-2 0,0 0 5 15,0 0-3-15,1 0 3 0,-1-1-7 0,0 1 5 16,0-1-2-16,-1 0 4 0,-1 0-1 0,-2 1-3 0,1-1 4 16,0 1-4-16,1 0 4 0,1 0 1 0,1 0-3 15,0 0 3-15,0 0 1 0,0-1 2 16,0 1-4-16,0-1 2 0,0 0-9 0,0 0 6 0,-2 0 1 16,2 0 0-16,-2-1-9 0,0 0 4 0,-1 0 3 15,-1 1 1-15,2-1-6 0,0-1 2 16,1 1-1-16,2-1 2 0,0 0 4 0,0 0-4 15,0 0-2-15,0 0 1 0,-1 0 1 0,1 0 0 0,-2 0 0 16,1 1 1-16,-2-1 2 0,-1 1-2 0,0-1 0 0,1 1-1 16,2-1 1-16,0 1-4 15,1-1 0-15,0 1 0 0,1-1 6 0,-1 0-5 0,1 0 4 0,-1 0-5 16,0-1-1-16,0 0 1 0,-2-1 0 0,2 0 1 16,-1 0 4-16,2 0-1 0,2 0 1 0,1-2-1 15,1 1-4-15,-1 0 0 16,0 0 0-16,0 1 0 0,-1 0 6 0,-1 0-5 15,1 0 2-15,-4 0-2 0,2 0 7 0,1 1-7 16,-1 1 7-16,2 1-7 0,0-2 7 0,-1 2-5 16,0-1 1-16,-2 2 0 0,0-1 2 0,-2 2-3 15,-1-1-3-15,-1 0 1 0,1 0 0 0,-3 1 1 16,2 1 1-16,-1 0 0 0,1 0 3 0,2-1-6 16,-2-1 4-16,1 0-4 0,0 1 9 0,-1 0-5 0,0 1-3 15,1-1 0-15,-2 1-4 0,0-1 6 16,0 0-1-16,-1 1 5 0,-1 0-1 0,1 0-4 0,-2-1 1 15,2 1-3-15,-2 1 0 0,0-1 5 16,-1 0-5-16,0 0 4 0,1 0-3 0,-1-1 2 0,0 1 1 0,1-1 0 16,-3 0 3-16,1 1-7 0,0 0 5 15,-6-2-5-15,0 0 6 0,1 0-14 0,-1 0-59 0,19 8 2 16,-19-8-327-16,0 0 721 16</inkml:trace>
  <inkml:trace contextRef="#ctx0" brushRef="#br0" timeOffset="91496.08">8750 2066 1931 0,'0'0'74'0,"0"0"-36"0,-1 0 49 0,0 0 29 15,1 0-2-15,-1 0 33 0,1 0-65 0,0 0-1 16,-1 0-18-16,-15 10-11 0,15-10-14 0,0 0 4 16,-15 14-7-16,16-14 6 0,-4 16-5 0,4-5-3 15,0 2-1-15,0 0-9 0,-2 3 12 0,1 1-2 16,1 4 4-16,0 2-9 0,0-1-2 0,0 2 0 0,1-1-1 15,1 0 1-15,-4 2-11 0,2 4 5 0,-1 2-9 16,-1 1-5-16,1 0 10 0,0-2-8 0,1 2 9 16,-1-1-8-16,1 1-1 15,-2 3 8-15,-1 0-3 0,3-2 22 0,-2-4-9 16,1 0 0-16,1 1-4 0,0 0-13 0,0 4 4 0,1-2-7 16,-1-1 6-16,1-2-10 0,0 2 4 0,-1 0 0 0,0 2 0 15,1 3-2-15,-2-2 2 0,2 0 0 0,-1-1 0 16,0 1-2-16,1 2 1 15,-1 0-4-15,3 1 2 0,-3-3-3 0,1 0 0 16,1 0 4-16,0 1-2 0,0 0 6 0,1 1-2 0,0-1-2 16,0-2 1-16,1 0 4 0,-1-1 0 15,1 1-3-15,0 0 1 0,1-1-4 0,1 0 3 0,-1-3 0 16,1-1 2-16,-1 0-8 0,0 0 3 16,0-1-2-16,1 1 3 0,0-2-5 0,-2-1 6 0,1-2-4 15,1-3 6-15,-1-1-7 0,-1 1-4 0,0-3 4 16,0-1-4-16,0-2 1 0,0-1-13 0,-1-1-32 15,-1-3 0-15,1-1-164 0,-3-8-182 0,0 1-55 16</inkml:trace>
  <inkml:trace contextRef="#ctx0" brushRef="#br0" timeOffset="92372.26">9749 2081 1996 0,'0'0'80'16,"-2"0"-29"-16,2 0 56 0,0 0 93 0,-18 1-29 0,18-1 26 0,0 0-79 15,-1 0-4-15,-15-3-10 0,16 3-2 0,0 0-30 16,-19 0 1-16,19 0-14 0,0 0-11 0,-1 0-14 16,-17 7-1-16,18-7-4 0,-1 0-8 0,-15 14-3 15,16-14-2-15,-11 13-2 16,7-4-8-16,-2 2 0 0,1 2-3 0,2 3 3 16,-2 2-3-16,2 0-3 0,1 3 6 0,-1 1-5 15,2 0 6-15,0 2 1 0,0-3-8 0,1 3 6 16,-1 0 0-16,0 2-5 0,1 1 6 0,-1 1-7 15,1 0 2-15,-1-3 0 0,3 1 1 0,-2-1 0 16,0 0 1-16,2 0-2 0,-2 0 0 0,1 0-1 16,0-1 0-16,0-2 8 0,-1-2-6 0,0-4 6 0,0-1-4 15,-1 0 7-15,-1-2 2 0,0 2 2 0,-2-2 11 0,-1 0-1 16,0 0 2-16,-1-2-2 0,1 0 0 0,-3-1 1 16,1 0-4-16,-2-2 3 0,-2 0-2 0,0-1-19 15,-1-2 3-15,0 0-11 16,-2-2-22-16,-2-1-15 0,-1-3-6 0,-3-2-6 15,1-1-50-15,-2-2-89 0,3 0-16 0,1-1-42 16,-1-3-208-16</inkml:trace>
  <inkml:trace contextRef="#ctx0" brushRef="#br0" timeOffset="93062.78">9702 2704 1220 0,'0'0'127'0,"0"0"412"0,0 0-524 0,-1 1 166 16,1-1-44-16,-1 1 79 0,1-1-110 0,-1 1-20 15,1-1-13-15,-1 0 0 16,1 1-29-16,0-1-5 0,-3 16-4 0,3-16 1 16,0 0 0-16,1 0 0 0,20 3-1 0,-21-3-1 15,0 0-12-15,21 5 17 0,-20-5-6 0,-1 0 9 16,21 4-16-16,-21-4-5 0,1 0 0 0,18 3-2 15,-19-3-6-15,1 0 0 0,17 5-5 0,-18-5 3 16,0 0 1-16,18 4-6 0,-18-4 7 0,0 0-7 16,0 0-1-16,1 0 11 0,0 0-7 0,17 3 9 15,-18-3-12-15,0 0-44 0,0 0-18 0,0 0-17 0,0 0-117 16,0 0-132-16,0 0-34 0</inkml:trace>
  <inkml:trace contextRef="#ctx0" brushRef="#br0" timeOffset="94325.54">10006 2636 714 0,'0'0'207'0,"0"0"-7"0,0 0-6 0,0-1-7 16,0 1-62-16,0-1 0 0,0 1-6 0,0-1 1 16,0 1-24-16,-1-1 7 0,0 1 1 0,1 0 1 15,-11-17-9-15,11 17-6 0,0 0-2 0,0 0 0 16,0 0-12-16,0 0-8 0,-1 0-8 0,1 0 2 16,-1 0-11-16,1 0-5 0,0 0 5 0,-18-1-6 15,18 1 2-15,0 0-19 0,-1 0 5 0,1 0-10 16,-1 0-7-16,1 1 1 0,-17 15-9 0,17-16 6 0,0 1-7 15,0-1-6-15,-12 21 7 0,12-21-8 16,0 0-1-16,-8 21 3 0,6-13 0 0,1 0 4 0,-1 2-3 16,2 0 1-16,-1-1-4 0,1 2 2 0,1-2-1 15,-1 0 0-15,2-1 3 0,-1 1-2 0,1 0-8 0,2-1 7 16,-1 0-5-16,1-1 6 0,0-1-8 0,1-1 0 16,-1-1-1-16,1-1 1 0,1 0 10 0,1-2-8 15,0-1 5-15,0-2-7 0,0 0 6 16,0-2 2-16,0-1-2 0,2 1 3 0,-2-1 0 0,0-1-6 15,1 1 3-15,0-1-6 16,1-1 6-16,0 0 2 0,0 0 0 0,0 1 1 16,0 1 0-16,1 0-3 0,-1 0-1 0,1-1-1 15,-1 2 2-15,0-3 0 0,-1 1 0 0,0 0 1 16,0 0-4-16,-1 1 4 0,-2 0 0 0,1 0 3 16,-1 0 3-16,0 1-5 0,-5 4-2 0,0 0 0 15,1 0 0-15,-1-1 0 0,18-11 2 0,-18 12-2 0,0 0 0 0,1 0 0 16,-1 0 3-16,19-2-3 0,-19 2 1 0,0 0-1 15,0 0-1-15,1 0 0 16,15 3 1-16,-16-3 1 0,0 0 2 0,1 0-1 16,16 7 1-16,-17-7 3 0,0 0 3 0,1 0 1 15,15 15 9-15,-16-15-4 0,0 1 0 0,8 15-1 16,-8-16 0-16,0 1 6 0,2 18-1 0,-2-19 3 16,0 0 2-16,0 18-3 0,0-18 0 0,0 0-3 15,-6 22-1-15,3-15 2 0,-1 2-2 0,2-2 1 16,-2 0-1-16,-1-1 0 0,2-1 1 0,-2 0-2 15,-1 0 2-15,1-2-7 0,5-3 4 0,-1 0-6 16,1 0-2-16,-18 8 2 0,18-8-3 0,0 0 3 16,-1 0-9-16,-18-3 1 0,19 3-3 0,0-1 2 15,-17-13 1-15,12 5-3 0,-2-2 1 0,1-2-5 16,-2 0-7-16,2-1 13 0,0 0-4 0,0 2 7 16,1-1-2-16,1 1 5 0,-1 1-3 0,2 1 2 0,-1 1-5 15,1 1 0-15,-1 1 3 0,0 1-2 0,0 0 3 16,0 1 0-16,-1 1 2 0,1 1-2 0,-1-1-2 0,0 2 4 15,5 2-7-15,0 0 4 0,-1-1 0 0,-17-8-9 16,18 9 6-16,0 0-8 0,0 0 2 0,-17-7-4 16,17 7-1-16,-1 0-2 0,1 0-10 0,-1 0-6 15,-17-3-4-15,18 3-2 16,0 0-25-16,-1 0-30 0,1 0-9 0,0 0-12 16,-1 0-65-16,0 0-65 0,1 0-14 0,-1 1-27 15,1-1-140-15</inkml:trace>
  <inkml:trace contextRef="#ctx0" brushRef="#br0" timeOffset="95853.7">10038 1857 1583 0,'0'0'59'0,"0"0"39"16,0 0 53-16,0 0 17 0,0 0 40 0,0 0-84 16,0 0-7-16,0 0-24 0,0 0-26 0,-1 0-18 15,0 1 1-15,1-1-8 0,-15 18-5 0,13-11 1 16,2 3 2-16,0-1 0 0,0 3 5 0,-1 0 1 15,1 3-2-15,-1 3 2 0,0-1-5 0,-2 3 2 16,1 1-1-16,0-1 0 0,1 1-4 0,-2-2-7 16,1 1-8-16,-1 0 1 0,-1-1-10 0,2 0-7 15,-1-2 9-15,1 0-9 0,1-2 6 0,0-1-12 16,1-2 0-16,0-2-2 16,0 0-2-16,0-3 3 0,0-7 1 0,0 1 1 0,0-1-2 15,0 0 0-15,0 1-1 0,3 15 3 0,-3-16 4 16,0 0 4-16,0 0-2 0,0 0 2 0,0 0-8 15,0 0 2-15,0 0-5 0,1-18 2 0,-1 17 0 16,0 1-1-16,0-23 2 0,0 22-2 0,0 1-3 0,1-22 3 16,-1 22-1-16,0 0 1 0,4-17-3 0,-4 17 3 15,0 0 0-15,0-1 1 0,4-16-5 0,-4 17-1 16,0 0 3-16,0-1 0 0,7-19 2 0,-7 19-6 16,0 1 2-16,9-19-3 0,-9 19 7 0,5-14-6 15,-1 7 0-15,0-1-3 0,0 3 5 0,1 1-3 16,0-1 1-16,1 1-1 15,0 1 3-15,0 0-3 0,1 2-1 0,-1-1 0 16,1 1 4-16,0 1 1 0,-1 0 1 0,1 1 0 0,1 0 2 0,-1 1-1 16,1 0 2-16,-2 0-1 0,0 2 3 0,0-1 4 15,0 1 0-15,-1 1 1 0,0 0-6 0,0 0 9 16,0 1-6-16,0 1 8 0,-3-1-3 0,1 1 5 16,0 0-3-16,-1 1 4 0,-2 0 0 15,1 0 6-15,-1 0-1 0,-1 0 1 0,1 1 1 16,-2-1 6-16,-1 1 2 0,0-1-1 0,-1 0-1 15,-1 0-2-15,0 0-2 0,-2-2 0 0,2 1-6 16,-1-1-9-16,0-2 3 0,0 1-5 0,-1-3 3 0,0 1-8 16,1-1 3-16,-1-1-5 0,1-1 4 0,-1 1-4 15,0-2 1-15,2 1-1 0,5 0 2 0,0 0-4 16,-1 0-3-16,-19-6-1 0,20 6-1 0,-1 0-8 16,1 0-6-16,-1 0-5 0,1 0-40 0,-1-1-29 15,-16-11-5-15,17 12-13 0,0 0-51 0,0 0-30 16,0 0-17-16,0 0-9 0,-1-1-110 0</inkml:trace>
  <inkml:trace contextRef="#ctx0" brushRef="#br0" timeOffset="97419.17">2316 2130 59 0,'0'0'640'0,"0"0"-270"0,-1 0 342 16,1 0-577-16,-1 0 3 0,1 0 20 0,-1-1-13 15,-15-6 3-15,16 7-6 0,0 0-6 0,0 0-35 16,-1-1 1-16,1 1-14 16,0 0-9-16,0-1-11 0,-17-7 1 0,17 8-5 15,0 0-20-15,0 0-7 0,0 0-9 0,0 0 3 16,0 0-22-16,0 0 0 0,0 0-1 0,0 0 1 15,0 0-3-15,0 0 0 0,1 0-2 0,20 10 2 16,-21-10 3-16,17 3 1 0,-6-1 7 0,0-2-4 16,3 0 8-16,2 0-3 0,2 0-1 0,1 0-1 15,2-1-8-15,-1 1 2 0,2 0 0 0,-4-1 2 0,0 1-4 16,-2 0-2-16,-2 0-2 0,1 2 1 0,1 0 3 0,-1-1-2 16,0-1-1-16,1 1 0 0,-2 1 1 0,-1-1 0 15,-1 0 3-15,-2 1-2 0,-2-1-3 0,0 1 7 16,-2 0-4-16,-6-2 6 0,0 0-5 0,1 0 14 15,-1 0-4-15,1 0 7 0,0 0-6 0,-1 0-3 16,0 0-3-16,0 0-1 0,1 0-27 0,0 1-46 16,-1-1-5-16,0 0-16 15,0 0-45-15,0 0-53 0,0 0-11 0,0 0-21 16,0 0-107-16,0 0-258 0</inkml:trace>
  <inkml:trace contextRef="#ctx0" brushRef="#br0" timeOffset="98558.25">828 2119 1041 0,'-5'2'452'0,"0"1"-207"0,5-3 247 0,0 0-464 16,0 1-1-16,0-1 15 0,-5 19 20 0,5-19-4 15,0 1 13-15,1-1-1 0,-1 0-33 0,1 0 1 16,19 9-11-16,-11-8 4 0,3 0-8 0,1-1-1 16,0 0-4-16,1-1-5 0,0 1-9 0,-1-1 5 15,-1 0-7-15,1-1-1 0,-3 1-48 0,1-1-69 16,0 0-16-16,1 2-410 0</inkml:trace>
  <inkml:trace contextRef="#ctx0" brushRef="#br0" timeOffset="100291.06">10879 2402 1669 0,'0'0'76'0,"0"0"-39"0,0 0 61 0,0 0 93 16,0 0-40-16,0 0 32 0,0 0-76 0,0 0-9 16,1-1-3-16,-1 1-28 0,6-18-8 0,-6 18-3 15,0 0-3-15,0-1-15 0,0-17-7 0,0 18 1 16,0-1-4-16,0 1 4 0,-6-20 10 0,6 20-2 16,0 0 6-16,0-1 1 0,-12-19-14 0,12 20 2 0,0 0-6 15,0-1-1-15,-17-8-10 0,17 9 1 0,0 0-5 16,0 0-3-16,-19-4-8 0,19 4 0 0,-1 0-3 15,1 0-5-15,-21 9-4 0,21-9 1 0,-1 1-3 16,-15 11-4-16,16-12-5 16,-11 14 2-16,5-5-2 0,0 2 2 0,0 2 14 15,1 1-5-15,1 2 9 0,0 0 3 0,-1 1 9 16,2 0-3-16,1-1 3 0,0-2-6 0,1-2 4 16,2-1-2-16,0-4 2 0,-1-7-6 0,0 1 3 15,1-1-7-15,13 17 3 0,-14-17-20 0,1 0 11 16,20 4-4-16,-12-6 7 0,1-1 2 0,0-3 1 15,1-2 2-15,1 0 0 0,0-1 8 0,0-3-7 0,-1-1-2 16,-2-1-1-16,1 0 5 0,-1 0-2 0,-2 0 3 16,2 0-3-16,-1-1 6 0,-1 0-8 0,0-1 2 15,1-1-3-15,0 1 3 0,-1-1 0 0,1-1 1 16,-1-1-1-16,-1-1 4 0,0-1-10 0,0 0 6 0,-1 0-6 16,0 0 12-16,-1 2-6 0,0 1 1 0,-1 0-4 15,0 4 7-15,-3-1 2 0,1 3 1 0,-1 0 0 16,-1 1 6-16,1 2 8 0,-2 0 4 0,0 2 2 15,0 0 21-15,-1 2-13 0,3 5 3 0,0-1-7 16,0 1-3-16,-1-1-15 0,1 1 0 0,0 0-7 16,-1-1-15-16,-16-7-15 0,17 8-1 0,0 0-2 15,-7 17 4-15,5-7 3 16,0 2 6-16,-2 2-3 0,2 3 11 0,-1-3-4 0,-1 4 4 16,2 2-2-16,-1 1 8 0,1 5-4 0,0 0 1 0,0 0 0 15,1 1 5-15,1 0-6 16,-2-3 1-16,4 1-2 0,-2-1 7 0,1 1-5 15,1 0 1-15,0-1-1 0,0-2 6 0,1-3-1 0,-1-2 0 16,3-2-2-16,-2-2-4 0,2-2 1 0,0-2-5 16,-1-2 0-16,1-1-30 0,-1-1-84 0,1-1 0 15,-5-4-31-15,1 0-25 0,-1 0-68 0,18 3-10 16,-18-3-38-16,0-1-198 0</inkml:trace>
  <inkml:trace contextRef="#ctx0" brushRef="#br0" timeOffset="100541.75">11111 2283 2298 0,'0'0'-13'0,"0"0"134"0,0 0-36 16,0 0 69-16,12 17-52 0,-12-17-2 0,11 15-6 16,-5-8 0-16,0 2-41 0,1-2-11 15,0 2-1-15,2 2-3 0,0-1-16 0,0 3-10 0,1-1-2 16,0-1-2-16,-2 0-1 0,2 0 1 0,-1-1-4 15,0 0 2-15,1-1-6 0,-1 0 0 0,-1 0 0 0,1-2 2 16,-1 0-2-16,-1-1-9 0,-2-3 5 0,2 1-6 16,-2-1 2-16,-5-3-76 0,1 0-5 0,-1 0-32 15,0 0-66-15,17 2-32 0,-17-2-29 0,0-1-14 16,0 1-216-16</inkml:trace>
  <inkml:trace contextRef="#ctx0" brushRef="#br0" timeOffset="100727.19">11322 2212 2211 0,'0'0'49'0,"0"0"111"0,0 0-38 15,0 0 58-15,0 0-87 0,0 0-16 16,0 0 0-16,-4 21-5 0,1-9-5 0,0 2-4 0,-2 4 1 16,0-1-2-16,-2 3-7 0,-3 1-22 0,0 1-3 15,-3 5-6-15,0-1-11 0,-2 1-4 0,-1-2-2 16,1-3-7-16,2-2-77 0,-2-4-264 0,3 0-33 15</inkml:trace>
  <inkml:trace contextRef="#ctx0" brushRef="#br0" timeOffset="101883.03">10712 3212 2349 0,'0'0'59'0,"0"0"-31"0,-1 0 42 0,1 0 20 0,0 0 34 0,-1 0-27 15,0 1-10-15,1-1-13 0,0 0-34 0,0 0-11 16,0 1-3-16,0-1 0 0,13 8 6 0,-4-8-7 16,1-1 0-16,1 0-4 0,0 0-13 0,1 0-1 15,-1 0-1-15,-1 1 0 0,0-2 4 0,-3 2-3 16,2 0 1-16,-1 1-2 15,-2-1-1-15,-6 0-15 0,1 0-18 0,-1 0-7 16,17-1-122-16,-17 1-93 0,0 0-25 0,0 0-39 0,0 0-252 0</inkml:trace>
  <inkml:trace contextRef="#ctx0" brushRef="#br0" timeOffset="102079.68">10621 3381 2331 0,'0'0'48'0,"0"0"-33"16,1 0 45-16,-1 1 73 0,22 11 7 0,-13-10 10 0,-1 1-38 16,3-2-32-16,1 0-6 0,1 1-9 0,2-2-27 15,0 0-14-15,0 0 5 0,0-1-10 0,-1 1-11 16,-1 0 1-16,-1-1-5 0,-3 1 5 0,0 0-4 16,0 0-7-16,-1 0-34 0,-2 0-2 0,-1-2-184 15,-5 2-202-15,1 0-106 0</inkml:trace>
  <inkml:trace contextRef="#ctx0" brushRef="#br0" timeOffset="102716.94">11166 3012 970 0,'-6'-8'142'0,"6"8"184"0,0 0 187 0,-2-1-428 0,2 1 156 16,0-1-59-16,-16-15 15 0,16 16-36 0,0 0-29 15,0 0-21-15,-1 0-12 0,1 0-5 0,-1 0-50 0,-18 2-1 16,19-2-5-16,-1 1 1 0,1-1-11 0,-14 21-10 16,10-12 6-16,0 2-9 0,0 1 2 0,0 1-3 15,0 2-1-15,1 2-1 0,-1 1 0 0,0 3 0 16,0-1-1-16,0 2 0 0,-1 1-4 0,1 3-2 16,-1 4-3-16,1 3 0 15,-1 0-1-15,1 0 0 0,-1 0 3 0,0 2-2 0,0 0 3 0,1 2 1 16,0-2 0-16,0-2 0 0,0-4-6 0,0 0 5 15,0-2 1-15,1 0 3 0,-1 0-2 0,-1-3 4 16,1-1-4-16,0-2 5 0,-2 0 1 0,1-2 4 16,-2-3 3-16,-1-1-2 0,-1-1-7 0,1 0 6 15,-1 0-6-15,0-1 6 16,0-2-11-16,-1 0-4 0,2-3-2 0,-2-1-2 16,0-1-16-16,0-2-22 0,-2-1-2 0,-1-2-10 15,-2-1-31-15,1 0-35 0,-2-3-17 0,1-1-12 0,-1-1-108 16,0-3-406-16</inkml:trace>
  <inkml:trace contextRef="#ctx0" brushRef="#br0" timeOffset="103327.69">11067 3742 1423 0,'0'0'163'16,"0"0"63"-16,-1 0 45 0,1 0-109 0,0 1 24 0,-1-1-32 16,1 1 0-16,0-1-37 0,-1 1-57 0,-16 12-11 15,17-13 1-15,0 0-5 0,1 0-6 0,-1 0-13 16,0 0 2-16,19 7-6 0,-19-7 1 0,0 0-3 15,18 2-4-15,-18-2 1 0,0 0-5 0,19 3-1 16,-19-3 1-16,1 0-1 0,19 4-3 0,-20-4 0 16,1 0 1-16,16 3-1 0,-17-3-2 0,0 0-2 15,1 0-1-15,19 0-1 0,-20 0 4 0,1 0-4 16,-1 0-6-16,0 0-4 0,19-3-75 0,-19 3-59 16,0 0-6-16,1 0-19 0,-1 0-41 0,0 0-39 15,17-11-21-15,-17 11-16 0,0 0-169 0</inkml:trace>
  <inkml:trace contextRef="#ctx0" brushRef="#br0" timeOffset="105046.19">11379 3678 821 0,'0'0'45'0,"0"0"141"0,0 0-36 0,0-1 70 0,0 1-86 0,0-1-34 16,7-15-9-16,-7 16-3 0,0 0 0 16,0-1 5-16,0 1-2 0,0-1 2 0,4-15-15 15,-4 16-10-15,0 0 4 0,0 0-5 0,0 0-2 0,0 0-1 16,0 0-5-16,0-1 2 0,0 1-8 0,0 0-8 15,0-1 2-15,0 1-4 0,0-1 2 0,0 1-2 16,-8-17-3-16,8 17-1 0,0 0-6 0,0 0-4 16,0 0 8-16,0 0-7 0,0-1 4 0,-1 1-3 15,0-1-4-15,-15-8 2 0,16 9-7 0,0 0-2 16,-1 0-2-16,0 0 1 0,1 0-4 0,-19-2-1 16,19 2-2-16,-1 0 1 15,1 0 2-15,0 0-5 0,-17 1 2 0,17-1-3 0,0 0-3 16,-1 0-2-16,1 0-1 0,0 0 0 0,-18 9-1 0,18-9-2 15,0 0 0-15,-1 0 0 0,1 0-1 0,-1 0-1 16,1 0-2-16,-16 13 1 0,16-13-8 0,0 0 10 16,0 1-3-16,0-1 5 0,-6 19-1 0,6-19-9 15,0 0 7-15,-3 17-8 0,3-17 7 0,0 1 5 16,-2 16-5-16,2-17 4 0,0 0-8 0,-2 21 4 16,2-21-1-16,0 1 2 0,0 22-1 0,0-23 3 15,0 0 0-15,2 22 0 0,-2-22-4 0,0 0 4 16,5 20-2-16,-5-20 3 15,0 0 2-15,0 1-3 0,10 18 4 0,-10-19-4 16,0 0 4-16,0 0-3 0,0 1 1 0,1-1-2 16,-1 1 0-16,1-1 1 0,15 14 3 0,-16-14-1 0,0 0 1 15,0 0-4-15,0 0 1 0,1 0-1 16,-1 0 4-16,1 0-3 0,-1 0-3 0,17-4 1 0,-17 4 1 16,0 0-3-16,0-1 4 0,12-15-3 0,-7 10 3 0,-1-2-4 15,1-1 0-15,1 0-2 0,0 1 9 0,1-1-2 16,-1 1 3-16,1-2-2 0,0 0-1 0,-1 1-1 15,1-1-1-15,-2 1 0 0,1 0-5 0,-1-1 8 16,1 1-4-16,-1 0 4 0,1 1-8 0,-2 1 5 16,1-1 0-16,0 2 2 0,0 0 0 0,-1 0-1 15,0 1 0-15,0-1-1 0,0 2 0 0,-1-1 0 16,-3 5 4-16,0 0-4 0,1-1 5 0,-1 1-3 16,0-1 1-16,19-15-1 0,-19 16 4 0,0-1-5 15,1 1-3-15,-1-1 1 0,17-13-5 0,-17 14 3 16,0 0 3-16,0 0 0 15,1-1 5-15,17-7 0 0,-18 8-2 0,0 0 2 16,1 0 0-16,-1 0 5 0,0 0-1 0,19-2 3 16,-19 2-6-16,0 0 2 0,0 0-2 0,1 0 2 0,-1 0-3 15,0 0-1-15,17 7 2 0,-17-7-3 0,0 0-3 0,0 0 8 16,0 0-8-16,1 0 6 16,16 9-5-16,-17-9 4 0,0 0 1 0,0 1-2 0,0-1 0 15,16 13 2-15,-16-13 2 0,0 0-1 0,1 1 3 16,-1-1-9-16,13 19 8 0,-13-19-7 0,0 1 9 0,0-1-10 15,0 1 2-15,6 18-3 0,-6-19 4 0,0 1 2 16,4 15-2-16,-4-16 1 0,0 0-5 0,0 17 3 16,0-17-1-16,0 1 2 0,0 15 3 0,0-16-4 15,0 0 4-15,0 17-4 0,0-17-1 0,0 1 9 16,-7 15-9-16,7-16 8 0,0 0-8 0,0 1 4 16,-12 17 2-16,12-18 0 0,0 0 1 0,0 1 0 15,-1-1 1-15,-15 15-2 16,16-15 3-16,0 0-4 0,-1 0 1 0,1 0-3 0,-17 7 3 15,17-7 1-15,0 0-2 0,-1 0 1 0,1 0-7 16,-17-3 0-16,17 3-1 0,0 0-1 0,0-1-5 0,-18-13-1 16,18 14 7-16,-1 0-2 0,-13-18 6 15,7 11-1-15,2 0-3 0,-3 0 0 0,1 0-1 0,2 2 5 16,-3-2-2-16,3 2 5 0,0 1-1 0,5 4-4 16,0 0 2-16,-1 0-4 15,0-1-5-15,-16-15 3 0,17 16-5 0,0 0 3 0,0 0-7 16,-1 0 11-16,0-1-1 0,1 1 2 15,-1-1-9-15,-14-16 3 0,15 17-2 0,0 0 2 0,0 0-6 16,0 0-2-16,0 0-10 0,-1-1 2 0,0 1-41 16,1-1-34-16,-1 1-8 0,1 0-12 0,0-1-68 15,-1 1-81-15,1-1-10 0,-1 1-41 0,-12-19-196 16</inkml:trace>
  <inkml:trace contextRef="#ctx0" brushRef="#br0" timeOffset="106257.58">11429 3173 562 0,'0'0'183'0,"0"0"135"0,0-1 54 0,0 1-184 16,0 0 30-16,0-1-50 0,5-16 3 0,-5 17-25 15,0 0-10-15,0-1-19 0,-2-16-6 0,2 17-4 16,0-1-16-16,0 1-15 0,2-20 2 0,-2 20-10 15,0 0-11-15,0-1-10 0,-1-18-3 0,1 19-1 16,0 0-6-16,-4-17-7 0,4 17 0 0,0 0-4 16,-8-17-1-16,8 17-5 0,0-1 4 0,-10-15-3 15,10 16 0-15,0 0 0 0,0-1-1 0,-14-18 0 16,14 19-7-16,0 0 6 0,-1-1-3 0,-16-16 5 16,17 17-11-16,-1 0 2 0,1-1-5 15,-1 1 4-15,-19-16-11 0,20 16 4 0,0 0-1 16,0 0 2-16,0 0-8 0,-17-6 2 0,17 6-1 15,0 0 0-15,0 0-12 0,0 0-6 0,-1 1-3 16,-15 13 0-16,16-14 6 0,-8 15 5 0,3-5 0 0,2 1 1 16,0 0-2-16,-1 2 8 0,0 1-1 0,0 0 4 15,-1-1 0-15,3 1 5 0,-1-2-3 0,2-2 3 16,-1 1-3-16,2-1-2 0,-1-2 2 0,2 1 0 16,-1-9-6-16,0 0 2 0,0 1-3 0,8 20 3 15,-8-21-5-15,0 0 1 0,1 1 0 0,-1-1 1 16,19 16 8-16,-19-16 1 0,0 0 0 15,17 1 1-15,-17-1-1 0,0 0 0 0,16-5 5 16,-16 5-3-16,0-1 4 0,1 1-3 0,18-19-3 16,-19 19 2-16,0 0-1 0,17-16-3 0,-17 16 2 15,9-15-2-15,-3 7 8 0,0-1-8 0,0-1 1 0,0 1-3 16,0-1 0-16,0 0 4 0,0 0-2 0,0 1 2 16,-1-1-3-16,-1 2 2 0,-1 0 4 0,0 2-1 15,0 0 3-15,-3 6 11 0,0-1-7 0,0 1 8 16,0 0-8-16,7-17 11 0,-7 17 1 0,0 0 2 15,0 0-3-15,0 0-11 0,0 0-1 0,0 0-3 16,0 0-4-16,0 0-10 16,0 0 7-16,0 0-8 0,0 1 7 0,3 18-5 0,-3-19 0 15,0 0-1-15,3 22 9 0,-2-14-4 0,2 1 3 16,-2 0-3-16,1 0 3 0,0-2-3 0,0 1 2 0,1-1-1 16,0 1 0-16,0-1 5 0,1 0-8 0,-2-1 7 15,-2-6-2-15,0 0 0 16,1 1 4-16,10 17-4 0,-11-18-2 0,0 1-20 0,0-1-26 15,0 1-6-15,7 16-152 0,-7-17-121 0,0 0-40 0,0 1 89 16,0-1 1143-16</inkml:trace>
  <inkml:trace contextRef="#ctx0" brushRef="#br0" timeOffset="107174.88">11730 3312 1276 0,'0'0'46'0,"0"0"107"0,0 0 38 0,0-1 30 15,0 1 32-15,0-1-96 0,10-17-4 0,-10 18-8 16,0-1-42-16,0 1-14 0,-5-20-4 0,5 20-2 16,0 0-18-16,0 0-10 0,-9-17 1 0,9 17-4 15,0-1-3-15,0 1-4 0,-1-1-5 0,-16-17 1 16,17 18-11-16,-1 0-8 0,0 0-2 0,1-1-2 0,-19-8-7 16,19 9-8-1,-1 0-2-15,1 0-1 0,-18 8-11 0,18-8-12 16,0 1 5-16,-17 14-6 0,11-7 9 0,0 2-2 15,0 1 1-15,-1 2 1 0,-1 0 7 0,1 1 1 0,2 0 0 0,0 1 1 16,2-2-1-16,1 0 0 0,0-1 2 0,2-2 0 16,-1-1 3-16,2-1-8 0,1-1-2 0,2 0-2 15,1-1-10-15,-1-1 11 0,2-2-6 0,0 0 6 16,1-3-15-16,0 0 18 0,2-2-1 0,0-2 8 16,0 0 4-16,0-2 5 0,1-1-4 0,-2-1 2 15,0 0-4-15,-1-1 5 0,0 3 1 0,-3-3 2 16,2 2-2-16,-2-3-3 0,-1-1 3 0,2 0-3 15,-2-4 3-15,1 1-6 0,0-1 0 0,0-2-3 16,1 0-2-16,0-2 5 16,0-1-4-16,-1 0 4 0,1 2-6 0,0 0 6 15,-1 2-2-15,0 1 4 0,0 0 0 0,-1 1-1 0,1 1 1 16,-2 0-1-16,1 0 8 0,-3 3-2 0,2 0 1 16,-2 1-1-16,1 1 6 0,-1 2-5 0,-1-1 6 15,1 1-5-15,-3 0 13 0,3 6 7 16,0 0 2-16,0-1 2 0,0 1 2 0,0-1-9 0,0 1 0 15,-1-1-4-15,1 1-14 0,-1-1-11 0,1 1-6 0,0 0-1 16,-1 0-6-16,1 0 3 0,-1 0 1 0,1 1 1 16,-11 21 4-16,10-14 4 0,1 1-1 0,-1 1 2 15,1 2-2-15,-3 0 3 0,2 2-5 0,0 1 4 16,-1 0-4-16,0 1 4 0,-1 0 2 0,1 1 0 16,2 1-3-16,-1 1 5 0,0 2-1 15,1 1 2-15,-1 0-4 0,1 0-3 0,2-1 4 16,-2-2-3-16,1 0 4 0,-1-3-1 0,2-1-1 15,-1-1 2-15,1 0 10 0,0-1-11 0,0-2 3 16,0 0-5-16,1-2 6 0,-1-1-9 0,2-1-13 0,-4-7-5 16,0 1-82-16,1-1-19 0,-1 0-12 0,0 1-2 15,1-1-45-15,18 10-84 0,-19-10-27 0,0 0 111 16,0 0 1364-16</inkml:trace>
  <inkml:trace contextRef="#ctx0" brushRef="#br0" timeOffset="107426.01">11877 3192 2096 0,'0'0'67'0,"0"0"-56"16,0 0 132-16,11 18-25 0,-11-18 18 0,0 0-28 16,10 17-30-16,-10-17-37 0,0 0-3 0,11 21-13 15,-11-21-18-15,9 15 3 0,-5-7-3 0,1 0 2 16,0 1-5-16,0 0 0 0,0 0 0 0,1 1-1 15,-1 0-3-15,1 0 4 0,-2 0-3 0,2-2 5 16,0 2-1-16,-3-3 2 0,3 1-4 0,-2-1 3 16,0-1-7-16,0 1 5 0,-2-2-15 0,-2-5 2 15,0 0-92-15,0 1-78 16,0-1-6-16,0 1-31 0,1-1-87 0,0 1-424 16</inkml:trace>
  <inkml:trace contextRef="#ctx0" brushRef="#br0" timeOffset="107623.75">12012 3160 1068 0,'0'0'163'0,"0"0"613"15,0 0-725-15,0 0 113 0,0 0-32 0,0 0 53 16,0 0-76-16,0 1-34 0,0-1 2 0,-1 18-15 16,1-18-16-16,-6 17 18 0,4-5-4 0,-3 0 8 15,0 2-24-15,0 1-28 0,-3 1 2 0,3 2-11 16,-2 0-1-16,-1 1 4 15,1-1-8-15,-1-1-2 0,-1-1-78 0,2-2-191 0,-1 1-28 16</inkml:trace>
  <inkml:trace contextRef="#ctx0" brushRef="#br0" timeOffset="108192.65">10934 4476 1850 0,'0'0'91'0,"0"1"-50"15,0-1 58-15,0 1-32 0,0-1-4 0,0 1 25 0,0-1-43 16,1 17 0-16,-1-17-13 0,0 0-17 0,0 0 18 16,0-1-2-16,0 1 8 0,1 0 3 0,18-9-16 15,-19 9 7-15,16-2-10 0,-7 1 4 0,1 2-1 16,1-2-10-16,0 1 6 0,0 0-15 0,-1-1 3 15,-2 3 1-15,2-2-1 0,-1 2-4 0,0-2-3 16,0 1 2-16,-1-1-2 0,0 1 0 0,-1-1 1 16,0 1 0-16,0 1 1 0,-1-2 7 0,-6 0-6 0,0 0 0 15,1 0-3-15,17-3-8 16,-18 3-2-16,0 0-20 0,1 0 3 0,-1 0-106 16,1 0-61-16,17-6-9 0,-18 6-27 0,0 0-129 15</inkml:trace>
  <inkml:trace contextRef="#ctx0" brushRef="#br0" timeOffset="108405.57">11104 4310 2170 0,'0'0'57'0,"0"0"76"16,0 0-26-16,0 0 45 0,0 1-38 0,0-1-42 15,-1 22 1-15,1-12-11 0,0 1 15 0,0 2-17 16,0 3 3-16,1 2-9 0,-1 2 5 0,0 1 5 15,-1 0-5-15,1 2 2 0,0 2-29 0,0 2-17 16,-2 0 2-16,1 0-6 0,-2-1 2 0,2-2-14 16,-1-1-23-16,0-4-10 0,1 0-188 15,0-1-306-15,1 0 781 0</inkml:trace>
  <inkml:trace contextRef="#ctx0" brushRef="#br0" timeOffset="109234.83">11547 4180 1715 0,'0'0'107'0,"0"0"32"16,0 0 45-16,-1-1-26 0,1 1 24 0,0-1-27 16,-17-17-3-16,17 18-18 0,0 0-26 0,0 0-17 15,-17-6-2-15,17 6-6 0,0 0-11 0,-1 0-16 16,-16 0-2-16,17 0-7 0,0 0-24 0,0 0 1 0,-19 10-3 15,19-10 2-15,-1 0-4 0,1 1-6 0,-17 20 3 16,14-12-4-16,-2 0 1 0,1 3-4 16,0 1-4-16,0 0 2 0,1 1-7 0,-2 3 3 0,1 2 3 15,-1 2-2-15,1 2-2 16,-1 2 3-16,1 2-3 0,1 0 2 16,-1 1-5-16,0 0 1 0,1 2 0 0,0 2 3 15,-1 0 4-15,2 2-4 0,0-1 2 0,2-3-4 0,-1-1-1 0,1 1 2 16,0-2 0-16,-1 2 0 0,1-1 6 0,0-1-8 15,0 0 5-15,0-2-5 0,0 0 1 0,0 0 3 16,0 0-3-16,0 0 4 0,-1-1 1 0,0 0 4 16,0-2-7-16,-2-2 5 0,0-1-2 0,-1-2 5 15,1 0 4-15,-4-2-2 0,2-1-3 0,-2-1-4 16,1-2-4-16,-1-3 1 0,2-1-6 0,-2-2-9 16,-1 0 0-16,-2-3-4 0,-2 0-12 0,-1 0-7 15,-3-3-3-15,0 0-4 0,-1-1-17 0,0-3-63 16,-3-1 5-16,-1-4-28 0,-2-2-5 0,1-3-108 15,0-3-41-15</inkml:trace>
  <inkml:trace contextRef="#ctx0" brushRef="#br0" timeOffset="111991.48">11594 5022 518 0,'0'0'194'0,"0"0"-63"0,0 0 109 16,0 0-31-16,0 0-35 0,0 0 9 0,0 0-54 16,0-1-11-16,0 1 3 0,0-1-25 0,0 1 6 15,0-1-5-15,6-15 3 0,-6 16-14 0,0 0-3 16,0-1-1-16,0 1-2 0,6-17-8 0,-6 17-13 15,0 0-1-15,0-1-4 0,6-15-4 0,-6 16-5 16,0-1 2-16,0 1-6 0,0-18-9 0,0 18 0 16,0 0-1-16,0 0 1 0,-2-17-2 0,2 17 0 15,0 0 0-15,0 0 0 0,-1-1-6 0,-8-15-3 16,9 16-1-16,0-1-1 0,-1 1-8 0,1-1 8 16,-1 1-3-16,-16-17 5 0,17 17-7 0,0 0 11 15,0 0-5-15,-1 0 8 0,-18-7 5 0,19 7-9 0,-1 0 3 16,1 0-7-16,-1 0-8 0,-14-2-14 0,15 2 1 15,0 0-7-15,-1 0 2 0,0 1-4 0,-16 16-2 16,17-17 0-16,-1 0 1 0,1 1-4 0,-18 21 5 16,14-11-3-16,0 0 9 0,0 3-2 0,1 0 1 15,-1 0-1-15,1 2 0 16,0-1-1-16,1 1 1 0,2 0 0 0,-2-1 6 0,2-1-4 16,0-1-1-16,2-3-2 0,-1 1 3 0,1-2 2 15,0 0 3-15,1-1-1 0,0-1 0 0,-3-7-5 16,0 0-3-16,0 1 0 0,1-1-6 0,-1 0 9 15,18 16 1-15,-18-16 3 0,0 0-1 0,0 0 5 16,1-1-3-16,18-10 6 0,-19 11-2 0,12-9 1 16,-6 2-2-16,1 1 1 0,0-1 0 0,-2-1 1 15,1 1-4-15,0-2 1 0,-1 0-1 0,1-1 1 16,1 1 6-16,0 0-4 0,-2 0-5 0,1 1 3 16,-2 0-1-16,1 0 5 0,-2 0 3 0,1 1 1 15,-2 0-5-15,-1 1 4 0,1 0-4 0,-2 6 2 16,0 0-2-16,0-1 2 0,0 1-1 0,2-17 4 0,-2 17 4 15,0 0 0-15,0 0 6 0,0 0 4 0,0 0-1 16,0 0 1-16,0 0-7 0,0 0-9 0,0 1-3 16,0-1-2-16,-6 17-3 15,6-17-5-15,0 0 3 0,0 20-3 0,0-19 0 16,3 15 3-16,-3-15 1 0,5 16 1 0,-3-8 1 0,1 1-1 16,1-2 1-16,-2 1-1 0,1-1 0 0,0-1 1 15,-3-7-1-15,0 1 0 0,0-1-4 0,8 18-42 16,-8-18 1-16,0 1-20 0,0-1-36 0,1 1-68 15,-1-1-12-15,1 1-28 0,-1-1-111 0,1 0-281 16</inkml:trace>
  <inkml:trace contextRef="#ctx0" brushRef="#br0" timeOffset="113075.94">11654 4022 471 0,'0'0'122'0,"0"-1"106"0,0 1 41 0,0-1-106 16,0 1 28-16,-1-17-30 0,1 17-5 0,0 0-12 16,0 0-33-16,0-1 12 15,0 1-3-15,0 0 6 0,0-1-9 0,0 1-23 16,0-1 2-16,0 1-11 0,-1-1-16 0,1 1-13 16,-1 0-7-16,1 0-1 0,0 0-15 0,-1 0-11 15,-10 16 1-15,11-15-4 0,-3 15-6 0,2-4-9 0,0 2 2 16,1 3-4-16,-1 1 10 0,0 3-1 0,0 1-1 15,-3 1-1-15,0 2-7 0,-1 0 9 0,1-2-4 0,-1 1 4 16,1 0-2-16,-1-3 5 0,-1 2 1 0,3-3 0 16,-1-1 3-16,1-4-4 0,1-1 2 0,1-3-2 15,-1-2 3-15,1-2-5 0,1-7 5 0,0 0-5 16,0 1 5-16,0-1-14 16,0 1 1-16,0-1-4 0,0 0 3 0,0 1-6 15,0-1 3-15,0 0-5 0,0 0 11 0,0 0-6 16,0 0 3-16,3-21-3 0,-1 11 3 0,-1-1-3 15,1-1-2-15,1 0-1 0,-1 0-1 0,3 2 2 16,-1 0 5-16,2 2-2 0,-2-1 1 0,2 2-2 16,0 0 0-16,0 1 0 0,0 0 5 0,-1 1-7 0,2 2 2 15,-1-1-2-15,1 1 5 0,-1 1-2 16,2 0-1-16,0 1 0 0,-1 1 3 0,1 0-3 0,-1 2 4 16,1 2-3-16,1-3 5 0,-2 4 7 0,0-2 3 15,0 1 2-15,0 2 16 0,-2 1-7 0,0 2-2 16,-2-1 0-16,0 1 2 0,-1 0-1 0,-1 0 3 0,0 1-2 15,-3-2 3-15,1 3 0 0,-3-2-3 0,1 0 1 16,-2 1-2-16,0-1-10 0,-2 0 3 0,0-1-6 16,-1-1 0-16,0-1-8 15,1 0 0-15,-3-1-5 0,1-1-26 0,-2-1-19 16,1 1-8-16,0-2-6 0,0-1-42 0,0 0-48 16,-1-1-6-16,0-1-18 0,2-1-64 0,0-1-149 15,2 1-130-15</inkml:trace>
  <inkml:trace contextRef="#ctx0" brushRef="#br0" timeOffset="114062.4">12137 4691 1750 0,'0'0'55'0,"0"0"20"0,0 0 28 0,0 0 4 16,0 0 24-16,0 0-33 0,-2 0-6 0,2 0-5 15,0 0-31-15,-1 0-5 0,1 0-7 0,0-1 5 16,-12-17 8-16,12 18 1 0,0-1 3 0,-1-17-4 16,1 18-8-16,0 0-8 0,-1-19 1 0,1 19-2 15,0-1 15-15,-5-16-12 0,5 17 6 0,0-1-10 16,0 1 0-16,-10-20-8 15,10 20 1-15,0-1-3 0,-1 1 0 0,-12-16 2 16,13 16-1-16,0 0 1 0,-1-1 2 0,0 1-12 16,-15-9 0-16,16 9-6 0,-1 0-15 0,1 0-3 15,0 0-5-15,-18 3 1 0,18-3-12 0,0 0 7 0,-16 12 0 16,16-12 2-16,-9 14-7 0,4-4 3 0,1 1-5 16,-1 2 6-16,-1 0 10 0,2 2-5 0,-1-1 5 15,2 1-6-15,0 1 5 0,0-1 6 0,0 2-3 0,1-2 3 16,1 0-5-16,0-2-2 0,1-1 1 0,2-2-2 15,-1 0-2-15,0-3-4 0,1 0 8 0,1-2-6 16,1 0 9-16,-4-5 4 0,0 0-4 0,0 0 3 16,19 7-6-16,-19-7 1 0,1 0 3 0,-1 0 0 15,21-9 5-15,-21 9-1 0,1 0-3 0,18-14 0 16,-13 7-1-16,1-1-3 16,0-1 3-16,-1 0-2 0,2-2 0 0,-2-2-3 15,1-1-3-15,1-1 2 0,0-3 4 0,-1 2 0 16,0-1-1-16,0 0-1 0,0-2-2 0,-2-3 9 15,1 0-1-15,-1-1 4 0,0 0-8 0,0 0 3 0,1-1-2 16,-2 2 1-16,0 0-1 0,1 2 1 0,0 1 0 16,0 2 0-16,-1 1-6 0,0 1 7 0,-1 2 1 15,-1 2 3-15,0 0 1 0,0 2 5 0,-1 0-3 16,1 1 4-16,-2 0 2 0,0 1-3 0,-1 1 6 0,1 6-4 16,0 0 13-16,0-1-10 0,0 1 5 0,-2-19-7 15,2 19 11-15,0 0 3 0,0 0-1 0,0 0 1 16,0 0-7-16,0 0-14 0,0 0 0 0,0 0-5 15,0 0-3-15,0 0-3 0,0 0-3 0,-5 19 2 16,3-12-6-16,2 4 9 0,-2 0-2 0,0 3 3 16,0 0-8-16,-1 2 7 15,1 2 1-15,-1 1 1 0,2 1 4 0,-2 0-3 16,-1 0-1-16,1 0 0 0,1 3-4 0,-1 2 5 0,2 0 0 16,-2-1 3-16,2 0 5 0,1 0-11 0,-1-2 3 15,1-1-4-15,0-1 6 0,0-1-2 0,1 1-1 16,0-1 0-16,1-1 3 0,0 0-5 0,0-2 5 15,0-2-5-15,1-1-1 0,-1-2 3 0,2-3-6 0,-1 0 6 16,1-3-7-16,-4-5-8 0,0 0-2 0,0 1-3 16,0-1-10-16,1 1 3 0,-1-1-1 0,16 8-1 15,-16-8-24-15,0 0-76 0,1-1 5 0,-1 1-33 16,17-22-38-16,-17 22-84 0,7-14-20 16,-2 6-42-16,-1-1-270 0</inkml:trace>
  <inkml:trace contextRef="#ctx0" brushRef="#br0" timeOffset="114343.05">12332 4604 2123 0,'0'0'77'0,"0"0"-18"16,0 0 106-16,0 0-13 0,0 0 20 16,0 1-26-16,5 15-11 0,-5-16-52 0,0 1 0 15,0-1-22-15,5 20-35 0,-5-20-9 0,0 0 0 16,7 16-2-16,-7-16-5 0,0 1 1 0,9 17-6 0,-9-18 4 15,0 1-7-15,13 16 0 0,-13-17 6 0,9 14-2 16,-4-5 8-16,0 0-13 0,-1 1 3 0,1-1-4 16,-2-1 9-16,1 0-8 15,-1 0 2-15,1-1-3 0,1 0 1 0,-1 0-5 16,0-2 4-16,0 1-4 0,-4-6-4 0,0 0-12 16,1 1-17-16,-1-1 1 0,0 0-49 0,1 1-16 15,-1-1-2-15,1 1-7 0,-1-1-25 0,0 1-32 16,1 0-11-16,0-1-11 0,-1 0-87 0</inkml:trace>
  <inkml:trace contextRef="#ctx0" brushRef="#br0" timeOffset="114546.14">12463 4518 2064 0,'0'0'115'0,"0"0"80"15,0 0-24-15,0 0 37 0,0 0-59 0,0 0-33 16,0 1 1-16,-5 21-16 0,0-13-29 0,0 1 8 15,-1 1-7-15,-1 3 7 0,-2 0-8 0,-1 3-22 16,0 1 0-16,-2 1-12 0,-2-1-21 0,-1 1-4 16,-1-1-1-16,-2 0-2 0,-2 1-6 0,1-3-64 15,-2-2-15-15,2-2-31 0,1-1-167 0,1-2-102 0,0-1-111 16</inkml:trace>
  <inkml:trace contextRef="#ctx0" brushRef="#br0" timeOffset="115619.75">9490 3051 1835 0,'0'0'40'0,"0"0"-36"0,-1 0 6 0,1 0 4 0,-19-6 12 0,19 6 54 16,-1 0-6-16,-15-6 19 0,16 6-12 0,0 0-5 0,-1 0 1 15,1 0-2-15,-19-8 2 0,19 8-19 16,0-1 3-16,-17-9-7 0,17 10 2 0,0 0-8 16,0-1 1-16,-1 1-3 0,1-1-11 0,0 1-6 15,-12-18-7-15,12 18 2 0,0 0-15 0,0 0 7 16,0 0 0-16,1-1 2 0,-1 1-8 0,1-1-5 15,19-8 4-15,-20 9-6 0,0 0-3 0,19-1 2 16,-19 1-4-16,17 1 4 0,-8-1 1 0,1 0-5 0,1 0 2 16,0 0-3-16,2 0 1 0,-1 0 1 0,1 1-2 15,0-1 3-15,0 1 0 0,1-1 1 16,-1-1 2-16,4 0 0 0,1 1 14 0,1 2-15 16,1 0 8-16,-1 0-10 0,0-1 1 0,-2 1 4 15,2 0-5-15,-2 0 5 0,1 0 0 0,0 0 1 0,0-1 3 16,4 0-2-16,-2 0 1 0,4-1-1 15,0 0 2-15,-2-1-1 0,-2 1 5 0,0 0-2 16,-1-2-1-16,1 2-1 0,0-1-3 0,1-1 2 16,1 1-3-16,1-1 2 0,0-1-4 0,-1 2 1 15,0-1 0-15,-1 1-1 0,-1 0-3 0,-1-2 0 16,0 2 0-16,2-2 0 0,1-1 5 0,0 1 18 16,2 1-2-16,-1-3 6 0,-1 2-8 15,-1-1-8-15,-1 0-1 0,-3 0-2 0,0 0 1 16,1 1-7-16,1 1 2 0,3-1-4 0,0 0 9 0,-1 0 0 15,-2 0-3-15,0-1 1 0,-1 1 0 16,-1 1-7-16,-1-1 9 0,0 2-9 0,0-2 16 0,-1-1-9 0,3 0 2 16,1-1-5-16,1 0-2 15,0 1 8-15,0-2-8 0,-2 0 7 0,1 0-8 0,-3 0-1 16,0 1 8-16,-1 0-6 0,0-1 7 0,0 1-6 16,1 1-3-16,0 0 0 0,2 0 5 0,0 1-1 15,-1 0 1-15,-1 0 0 0,1-1 6 0,-1 1 0 16,0 1 2-16,-3-1-1 0,1-1 5 0,-1 0-11 15,-1 0 5-15,1 0-7 0,-1 1 9 0,1-1-6 16,1 0 1-16,0 0-3 0,1 1 1 0,0-1 2 16,-1 0-3-16,-2-1 3 0,0 0-4 0,0 1 0 15,-1 0-2-15,-1 1 1 0,0 1 0 0,0 0 1 16,-1-1 0-16,-1 2-1 0,-1-2 0 0,0 1-1 16,0 0 4-16,0 2-2 0,-7 0 6 0,0 0 0 15,1 0 0-15,18-4-1 0,-19 4 2 0,0 0-9 16,0 0-15-16,1 0-3 0,-1 0-82 0,1 0-132 15,-1 0-23-15,0 0-59 0,1 0-260 0</inkml:trace>
  <inkml:trace contextRef="#ctx0" brushRef="#br0" timeOffset="116697.64">10809 4097 100 0,'0'0'658'0,"0"0"-285"0,0 0 346 16,-1 0-692-16,0 0 34 0,1 0 23 0,-1 0 38 15,1 0-10-15,0 0 2 0,0 0-37 0,0 0-5 16,0 0-3-16,0 0 0 0,0 0-11 0,0-1-5 16,0 1 0-16,0-1-4 0,0 1-7 0,0-1-7 15,20-11-3-15,-20 12-1 0,0 0-10 0,1 0 9 16,18-6-3-16,-19 6 5 0,0 0-13 0,16-2 0 16,-16 2-2-16,1 0 0 0,20-5-3 0,-21 5 1 15,0 0-3-15,24-5 2 0,-15 1-5 0,3 2-2 16,0-1 3-16,1 0-3 15,1 1 6-15,1-1-7 0,0-1 1 0,0 0-3 0,0 1-2 16,-1 1-1-16,2-1 0 0,-3 1-1 0,2-1 0 16,0-2 6-16,0 2-2 0,2-1 3 0,-1 1-13 0,3 1 8 15,1-1-2-15,0 0 4 0,-1-1-5 0,1-1 11 16,-1 1-2-16,-1-2 7 0,1 1-5 0,-2 0-1 16,2 0-4-16,1 0 2 0,1-1 1 0,3 1-2 15,-1 0 0-15,-2 0-1 0,2 0-5 0,-3 0 8 16,1-1-2-16,-2 2 6 0,-2 0-1 15,3 0-5-15,0 0 6 0,1 0-6 0,1-1 5 0,0 1 1 16,-2 0 1-16,0 0 1 0,0 0 10 0,-3 0-7 16,1-1-1-16,-1 1-2 0,1-1-8 0,2 1 2 15,0-1-4-15,3 1 3 0,-2-1-4 0,-1 0 1 16,-2 0 2-16,-1 3-1 0,0 0-1 0,-2 0 10 16,-2 0-7-16,2 0 7 0,-2 0-2 0,1 0 2 15,1 0 3-15,1 1-3 0,-1-1-3 0,1-2 2 16,0 3-5-16,-2 0 4 0,0 0-4 0,0 0-2 15,-2 0-1-15,0-2-1 0,-1 2 3 0,-1-1 1 16,-1 0 3-16,-1 1-2 0,-3 0-1 0,-5 1 0 16,1 0 3-16,-1 0 0 0,19-6 6 15,-19 6-12-15,0 0 3 0,0 0-8 0,0 0-27 16,0 0-56-16,0 0-17 0,0 0-19 0,0 0-105 0,0-1-169 16,0 1-92-16</inkml:trace>
  <inkml:trace contextRef="#ctx0" brushRef="#br0" timeOffset="117430.37">11224 5553 733 0,'0'0'351'0,"0"0"175"16,0 0 2-16,0 0-488 0,0 0-7 0,0 0 89 16,0 0-1-16,0 0 16 0,0 1-36 0,0-1-32 0,0 0-4 15,0 0-8-15,0 0-13 0,0 0-9 0,19 0 2 16,-12-3-4-16,2 1 4 0,2-1 2 0,-2 0 2 16,1 1 1-16,0-2 3 0,2-1-8 0,-1 2 0 15,0-1-3-15,1 0 3 0,0-1-7 0,4 0 5 16,1 0-6-16,3 0-6 0,-1-1-9 0,2-1-1 0,-1 0-2 15,1 0 3-15,-2 0 2 0,2 1-4 0,-3-1 3 16,4 0-3-16,3 0-4 0,-1 1 2 0,4-1-1 16,-3 0 2-16,0 0 7 15,-1 0 1-15,-1 2 3 0,1-1 6 0,3 0-6 0,0 0-5 16,5-2 0-16,-2 1-10 0,1-1 6 0,-2 0-2 16,-1 3 2-16,1 0-8 0,3 1 10 0,1 0-3 15,0-2 4-15,1 0-9 0,-4 1 0 0,-2 1 1 16,1 0 0-16,1 1-2 0,0 1 4 15,1-1-7-15,-2 0 6 0,-3 0-9 0,-4 1-1 16,-1-1 3-16,-2 1-2 0,0-1 2 0,1 1 6 0,-2 0-7 16,0-1 7-16,-2 2-11 0,-1-2 0 0,-3-1-4 15,-3 1-5-15,-1-2-81 0,-2-1-125 16,0 1-28-16,-3-3-45 0,1-1-203 0</inkml:trace>
  <inkml:trace contextRef="#ctx0" brushRef="#br0" timeOffset="118382.99">10613 4026 2333 0,'0'0'58'0,"0"0"-51"0,0 0 52 0,0 0-24 0,0 0 115 0,-1 0-91 0,1-1-13 16,0 1-18-16,0-1-4 0,0 1-18 0,0-1 1 0,0 1-6 16,0 0 8-16,0-1-1 0,0 1 5 31,1 0-3-31,0 0 19 0,-1 0-9 0,20-1 9 0,-20 1-8 0,0 0 8 0,0 0-5 0,21 7-5 0,-21-7 1 15,1 0-7-15,16 6-1 0,-17-6 0 0,13 4-1 16,-4-1-4-16,1-2 7 0,1 2-3 0,-1-2 4 16,1 0-13-16,1 0 9 0,1 1-8 0,-1 0 7 15,1-1-9-15,0 2 12 0,0-2 3 16,0 2 2-16,2-1-7 0,-1 0 5 0,0-1-5 0,1 1 5 16,1-1-5-16,2-1 5 0,2 0-2 0,0 0 3 15,2 0-1-15,0-2 0 0,0 1-5 0,-1-1 5 16,-1 0-2-16,0 1 1 0,0-1 2 0,1 1-2 15,3-2-3-15,1 0-6 0,2 1 1 0,-2 0-4 16,0 0-1-16,-3 1 2 0,0-1 3 0,-2 0-2 16,1 1-4-16,1 0 5 0,2 0-5 0,1 0 5 15,-1 0-3-15,-1 1 4 0,0 0-5 0,-2 0 5 16,-1-1-5-16,0 0-2 0,-1 0 10 0,4 1-3 0,-1-1 42 16,3-1-31-16,0 1 8 15,-2-2-18-15,1 0 1 0,-2 0-1 0,-1 0-3 0,-1 2 1 16,2 0-5-16,3 0 1 15,0-2 4-15,3 0-3 0,-3-1-1 0,-1 1 1 0,-1 0-2 16,-2-2 3-16,-2 0-2 0,1 0 6 0,0 0-7 16,1-1 6-16,1 1-5 0,-1 0 1 0,-1 1 7 15,-2-1-5-15,-1 1 2 0,-2-1-4 0,-2 1 3 16,-2 0-1-16,0 0 15 0,-1 1-4 0,-4 1 0 16,-6 2-1-16,0 0 5 0,1-1 2 0,-1 1-11 15,1-1 3-15,-1 1-50 0,1-1-26 0,0 1-1 16,8-16-11-16,-9 16-32 0,0 0-44 0,-1 0 2 15,-17-9-19-15,18 9-32 0,-17-1-99 0,6 1-37 16,-1 1 111-16,-2 0 1321 0</inkml:trace>
  <inkml:trace contextRef="#ctx0" brushRef="#br0" timeOffset="118830.18">10855 4033 1512 0,'-9'3'1243'0,"6"-2"-1253"0,3-1-15 0,0 0 43 0,0 0-15 15,0 0 24-15,0 0 18 0,0 0-37 0,0-1 11 0,0 1-17 0,0-1-6 0,17-6 9 16,-17 7 2-16,15-1 3 0,-5 1 1 0,1-1 0 16,2-1 4-16,2 2-2 0,4 0 6 0,1 0 4 15,2 0 1-15,2-1 1 0,0 0 10 0,0-3-11 16,-1 0 4-16,5 0-6 0,1 0-1 0,5-1-1 16,3 0-3-16,2-1 2 0,-2 0-11 0,3-1 5 15,0 0-5-15,3 1 5 0,0-2-6 0,-1 1-1 16,-1 1 3-16,2-1 0 0,-1 1 29 0,1 0-8 15,0 1 3-15,-2 0-9 0,-1 0-15 0,1 1-1 16,-1 0 3-16,0 0-3 0,-3 1-2 0,-2 1-1 16,-2-1-1-16,0 1 1 0,0 0-2 0,-3-1 3 0,-2 2 2 15,-5 0-1-15,-2 0 4 0,-5 1-1 0,-1 0-4 16,-3 0-5-16,-1 0-74 0,-3 0-187 0,-8 0-29 16,0 0-85-16,0 0-405 0</inkml:trace>
  <inkml:trace contextRef="#ctx1" brushRef="#br0">8071 5298 0,'0'0'0,"0"0"0,0 0 0,0 0 15,0 0 1,-15 6-16,5 0 16,-3 3-16,1-1 15,0-2 1,4 0-16,0-1 16,-2 4-1,-2 4 1,-1 4-16</inkml:trace>
  <inkml:trace contextRef="#ctx0" brushRef="#br0" timeOffset="120022.25">5946 3525 769 0,'0'0'63'0,"0"0"64"0,0 0 32 0,0 0-16 0,1 0 9 0,-1-1-21 16,1 1-10-16,0-1 8 0,14-7-16 0,-15 8-34 15,0 0 1-15,0 0-15 0,0 0-16 0,0 0 7 16,0 0-3-16,1 0 4 0,-1 0 2 0,1 0-11 16,15-3 1-16,-16 3-5 0,1 0 7 0,0 0-16 15,-1 0 8-15,18 3-10 0,-18-3 10 0,1 0-3 16,-1 0 0-16,0 0-3 0,21 5-10 0,-21-5-1 15,1 0-2-15,16 3 0 0,-17-3-4 0,0 0 3 16,19 1-4-16,-18-1 4 16,15 0-5-16,-5-1-8 0,1 1-2 0,0-1-2 0,2 0-6 15,0 0 5-15,1 1-3 0,-1-1 1 0,2 0-8 16,-1 1 8-16,1 0 1 0,0-1 1 0,-1 1-6 16,0-1 4-16,-1 1-3 0,3-1 6 0,1 0 5 15,2 0 4-15,1 0 5 0,1 0-4 0,-2-1-4 0,1 1 2 16,0 0-8-16,-3 0 7 15,2 1-13-15,-2-1 2 0,2 0 1 0,1 1 0 0,2-1 3 16,0 0 0-16,2 0-4 0,-3 0 2 0,2 0-4 16,-1 0 0-16,-2 0 1 0,1 0 1 0,0-1 3 0,2 0-5 15,2 0 4-15,1-1-4 0,1 1 4 0,-2 0 7 16,-2 0-1-16,0 0 3 0,1 0 0 0,1 0-1 16,1 0-1-16,1 0 0 0,-1 0-7 0,0 0-2 15,-2 1-2-15,0 0 0 0,-2 0 9 16,1-1-7-16,1 1 2 0,2-1-4 0,0 1 6 0,-1 1-2 15,-1-1 3-15,-3 0-2 0,0 1 4 0,-2-1-1 16,1 1 9-16,0 0-5 0,0 0 3 0,1 0-1 16,-1 0-5-16,-1 0 4 0,-1 0-4 0,-1 0 2 15,-1 0-5-15,0 0 4 0,-3-1-10 0,1 1 5 16,-1 1 2-16,-1-1 0 16,1 0-6-16,-1 0 6 0,0 0-3 0,-2 0 5 15,0 0 3-15,-2 0-2 0,-1 2 2 0,-2-2-1 16,-6 0 4-16,0 0-1 0,1 0 0 0,-1 0-2 0,1 0-6 15,-1 0-42-15,0 0-13 0,0 0-16 0,0 0-78 16,0 0-30-16,0 0-5 0,0 0-13 0,-21 3-62 16,12-3-136-16,-3 0-72 0</inkml:trace>
  <inkml:trace contextRef="#ctx0" brushRef="#br0" timeOffset="120844.62">6091 3516 447 0,'0'0'108'0,"0"0"104"0,1 0 27 16,-1-1-18-16,1 1-38 0,17-14-74 0,-18 14 1 15,0 0-9-15,0-1-8 0,11-16-4 0,-11 17-3 16,0 0-1-16,1 0-13 0,19-9-11 0,-20 9 1 16,1 0-6-16,18-8-11 0,-19 8-5 0,0 0-3 15,20-5 0-15,-19 5-5 0,-1 0 3 0,23-1-1 16,-22 1 2-16,15-1-1 0,-15 1-15 0,17 0 0 15,-9 1-6-15,0-1-3 0,1 0 3 0,0 0-2 16,3 0 0-16,1 0-2 0,1 1-4 0,2 0 3 16,0 0-4-16,1 0 1 0,0 1 1 0,1-1-5 0,0 1 3 15,-1 0-4-15,-1 0 11 0,1 0 2 0,0-1 4 16,1 1 12-16,3-1-8 0,2 1 3 16,-1-1-6-16,3 0-4 0,-2 0-5 0,0 1 2 15,-1-1-4-15,-1 0-1 0,1 1 2 0,3-1 0 16,3-1 1-16,0 0-3 0,1 2 4 0,0-1-6 15,-4 0 6-15,1 0-4 0,1 0 3 0,1-1 1 16,1 0-1-16,2 1-4 0,-1-1 7 0,-2 0-2 16,-1-1 4-16,1 1 8 0,2-1-4 0,0-1 0 0,4 1-4 15,-3-1-10-15,0 1 2 0,-1-1-2 16,0 1 3-16,1 0-1 0,2-1-4 0,0 1 3 0,-1 0-5 16,-2 0-2-16,-2 1 9 0,-1 0 6 0,1 0 3 15,1 0 13-15,-1 1-11 0,1-1-1 0,-3 1-3 16,-1-1-3-16,-2 0-1 0,-2 1-4 0,2-1 2 15,0 1-7-15,1 0 7 0,0 0-1 0,-3 0 1 16,-1 0-13-16,-3 1 12 0,-2 0-5 0,-1 0 8 16,-2-1-6-16,0 1 4 15,0-1-3-15,-3 1 4 0,1-1 1 0,-2 1 3 16,1-1 4-16,-3 0-1 0,-7-1 0 0,0 0 3 16,1 0-8-16,-1 0 2 0,0 0-47 0,1 0-64 0,-1 0-13 0,0 0-21 15,0 0-88-15,0 0-60 0,-16 0-21 16,5-1-28-16,-4 0-220 0</inkml:trace>
  <inkml:trace contextRef="#ctx0" brushRef="#br0" timeOffset="121319.72">6031 3425 255 0,'-7'0'935'0,"-1"2"-424"0,8-2 427 0,0 0-948 0,0 0-1 16,-1 0-5-16,1 0-10 0,0 0 15 0,0 1-10 0,0-1 26 0,0 0-9 0,0 1 4 0,15 8-5 16,-5-7 4-16,0-1 2 0,1 1-2 0,2-1 3 15,2 1 5-15,2 0-4 0,0-1 5 0,4 1-4 16,1 0 11-16,0-1 8 16,1 2-3-16,1-1 6 0,1 0 1 0,-2-1-2 0,4 2 1 15,5-1-2-15,-1 0-9 0,2 0 9 16,0 0 1-16,-2 1 5 0,1 0 16 0,2 0-11 0,2 0 0 15,4 0-5-15,-2 0-9 0,-1 1-2 0,-1-1 0 16,3-1 0-16,3 2-5 0,3-2-2 0,-3 0-2 16,0 2-1-16,-1-2-7 0,2 0 5 0,0 1-1 15,-2 0 1-15,-2-1-8 0,1 1 3 0,0 1 5 16,2-2 0-16,-1 1 4 0,-4 0-53 0,1-1-74 16,2 0-17-16,2 0-449 0</inkml:trace>
  <inkml:trace contextRef="#ctx0" brushRef="#br0" timeOffset="123640.25">11027 5530 1961 0,'0'0'254'0,"-1"0"-114"0,1 0 132 0,-1 1-278 16,1-1 3-16,0 1 1 0,-9 17 34 0,9-18-4 0,0 0 14 0,0 0-8 0,0 0-11 0,0 0 1 0,0 0-4 0,0 0 2 15,17 3 19-15,-17-3-6 0,0 0 9 0,21 1-13 0,-12-2-6 16,1 0 2-16,1 0-3 0,1 1-3 0,0-1-3 15,0 0-2-15,3 1 0 0,1-2-5 16,3 0-2-16,1-1-2 0,1-1 1 0,2 2-3 0,0-1-5 16,-1 2 0-16,-1-2-2 0,1 0 4 0,2 1 3 15,1-1-2-15,3 1 3 16,0 0 5-16,-1 0 6 0,0 0 5 0,-2 1-2 0,0 0-3 16,-1-1 2-16,2 1-9 0,-1-1 6 0,2 0-16 0,-1 1 5 15,-1 0 1-15,-3 0 0 0,0 1 1 0,-2 0-1 16,0-1-3-16,-1 0 1 0,0 0-3 0,3 1 3 15,-1 0 2-15,-2 0-1 16,1 0-2-16,-3 0 1 0,0 0-1 0,-1 0 2 16,1 0 4-16,-2 0-5 0,2 0 0 0,-1-2-2 15,1 0 5-15,1-1-3 0,2 0 1 0,0-1-2 16,1 1 1-16,-2-2 12 0,-2 1-3 0,2-1 5 16,-3-1-6-16,1 1-2 0,-3 0 5 0,0-1-3 15,2 0 6-15,2 0 0 0,0 0-1 0,2 0 0 16,-1-1-3-16,-1 0-6 0,-1 1 3 0,-2-2-5 15,0 2-3-15,-1-1 6 0,-2 1-3 0,0-1 4 16,0-1-3-16,-1 1-1 0,0-2 1 0,-2 1-1 16,2 1 3-16,-1-2-6 0,0 1 2 0,1-1-5 0,-1 0 3 15,0-1 1 1,-1 0-1-16,0 0 1 0,-1-1 2 0,0-1-3 0,-1 1 0 0,1 0 0 0,-1-2 4 16,1 1-4-16,-1 0 1 0,0-1-2 0,0 1-2 15,0-1 5-15,0 0-2 0,-1 1 3 0,-1 0-1 16,1 0-2-16,-1-2 2 0,0 0-2 0,1 0-2 15,-1 0 6-15,0 1-2 0,-3-1 4 0,3 0-3 16,-3-1 2-16,1 0-2 0,0 0 2 0,1 0-6 16,0 1 2-16,-1-1-3 0,1 2 3 0,0 0 2 15,-1-1-4-15,4-1 5 0,-3 1-4 0,1-1 5 0,-1-2-3 16,0 2-5-16,-1 0 3 0,0 0-1 0,0 0 4 16,1 1 4-16,-2 0-3 0,-1 0-3 0,1 1 1 15,-1 0-2-15,0 2 1 16,1 1 0-16,-1-3 1 0,-1 0-1 0,1 0 0 15,-1-1-3-15,0 1 4 0,0 0-1 0,-1-1 1 16,0 1 1-16,-1-1-1 0,0 1 1 0,-1-1-1 16,1 1-1-16,-2 2-5 0,0-1 1 0,0 3-1 15,1 0 3-15,-2-1 1 0,1 0-3 0,-1-2 2 16,0 1-5-16,1-1 4 0,-1 2 0 0,0-2 2 16,0 1-2-16,1 0-2 0,-1 0 2 0,1-1-2 15,0 1 2-15,-3 0-1 0,2 0 1 0,0 1-1 16,-2-1-3-16,1 1-5 0,-1 0 1 0,0 1-1 15,0 1 4-15,0-1-2 0,-2 1 2 0,0-1-2 16,1 1-1-16,-2-2-2 0,1 2-3 0,0 0 3 16,-3-1 7-16,3 1-6 0,-3-1 1 0,0 1-3 15,0-1-4-15,-1 2 8 0,1-1-3 0,1 0 5 0,-1 1-3 0,2 0 0 16,-1 0 0-16,-1 1 1 0,1 0-3 0,-2-1 4 16,1 2 0-16,0-1 1 15,-1 0 4-15,0 1-4 0,0-1-2 0,-2 2-1 0,0 0-6 16,-1 0 8-16,1 0-6 0,-1 1 7 15,1 1-7-15,0-1 10 0,1 0-1 0,0-1 2 0,-2 0-1 0,2 1-7 16,-3 0 8-16,3 0-7 0,-1 0 12 0,-2 0-2 16,1 0-2-16,1 0 0 0,-2 0-4 15,2 0 2-15,0 0-4 0,0 1 3 0,2-1-2 16,-1 0 7-16,1 0-1 0,1 0 3 0,-1 0-5 0,0 0 0 16,-1 1 1-16,1 0 0 0,-1-1 2 0,-2 0-6 15,2 0 6-15,-2 0-4 16,1 1 4-16,-1-1 1 0,2 1-5 0,1 0 3 15,-1-1-10-15,2 2 8 0,-1-1-1 0,-1 0 4 0,1 1 2 16,-1 1-11-16,0-1 6 0,1 1-7 0,-1 0 4 16,1 0 3-16,-1 1-1 0,1 2 2 15,1-1-2-15,-1 1 5 0,1 0-9 0,2 1 6 0,-2 0-11 16,1 1 3-16,0 0 1 0,1 0 0 0,0 1 6 16,-1 0-3-16,1 2 0 0,0-2-2 0,0 1-4 15,0-1 1-15,-1 1 6 0,0 1-3 0,1-1 5 0,-1 1 0 16,0 0 0-16,1 1 0 0,0 0 2 0,2 2 0 15,-1-1-2-15,3 0 1 0,-2 0 0 16,3 0-1-16,0 1-1 0,1 0 0 0,0-1-4 0,0 1 8 16,2 0-3-16,-1 0 5 15,1 0-8-15,-1 0 1 0,1 0 2 0,-2-1 0 16,2 1 4-16,-1-1-5 0,0 0-1 0,0 0-2 16,2 2 6-16,-3-1-1 0,1 1 2 0,1 1-2 0,-2-1 3 15,0 1-4-15,0 0-3 0,-1 1 0 0,0 0 3 16,1-1 0-16,-1 0 0 0,1 0 0 15,-1 0 2-15,0-1-1 0,0 0 1 0,0 0-2 16,1-1 0-16,-1 2 0 0,2 3 0 0,-2-1 0 16,1 1-6-16,0 1 8 0,0 0-2 0,0 0 5 0,0 0-6 15,-1 1-3-15,0-2 1 0,0 2-1 0,1-2 4 16,-1 1 3-16,-1 2-3 0,1 0 3 0,0 1-3 16,0 2 0-16,0-1-1 0,0 1-1 0,1-1-1 0,0-2 4 15,0-1 2-15,1 1 0 0,-1-1-3 16,1 1-3-16,0 0 5 0,2 0-2 0,0 0 3 15,1-1-2-15,-1 1-1 0,2-1 1 0,0-1 4 16,0-2-5-16,2 0 6 0,0 1-5 0,1-4 5 16,-2 3-6-16,3-2 1 0,-1 1-1 15,1 1 6-15,-1-1-3 0,1 0-1 0,1 0 1 16,0 0 1-16,0-2-3 0,-1 0 5 0,1 0-5 16,0-2 5-16,1 2 0 0,0-2-4 0,-1-1 2 15,1 0-4-15,-2-2-2 0,0 2 5 0,1-2-3 0,0 1-2 16,-1 2 5-16,0-1-5 0,1 0 6 15,-1 1 3-15,-1-1-4 0,2 0 2 0,-1 0-3 0,1-1 3 16,-1-1-1-16,1 0 2 0,-1 0-2 0,0-2 3 16,1 1-2-16,0-1-1 0,-1-1 0 15,2 0-2-15,-2-1-2 0,1 0 3 0,0 0-1 16,0 0 5-16,0-1-6 0,1 0 2 0,0 0-2 16,0 0 5-16,1 0-5 0,0 0 3 0,-1 0-4 15,0-1 10-15,0 1-14 0,-1-1 4 0,0 1-6 16,0 0 11-16,-6-2-2 0,0 0-1 0,1 0 1 0,19 7-3 15,-20-7 0-15,0 0-6 0,1 0-2 0,16 10-59 0,-17-10-147 16,0 0-30-16,1 0-61 0,-1 1-277 0</inkml:trace>
  <inkml:trace contextRef="#ctx0" brushRef="#br0" timeOffset="128668.24">3139 2374 243 0,'0'0'108'0,"0"0"89"0,0 0 23 0,0 0-30 16,0 0-48-16,0 0-74 0,0 0 1 0,0 1-12 15,0-1-3-15,0 0 3 0,0 0-9 0,0 0 6 16,0 1-12-16,0-1 4 0,1 1 0 0,-1-1-1 15,18 18-5-15,-18-18 13 0,0 0-4 0,0 0 6 16,1 0-7-16,19 11-12 0,-20-11 5 0,1 0-7 16,14 7 7-16,-15-7 4 0,1 0-5 15,17 3 4-15,-18-3-10 0,1 0-14 0,19 3 2 16,-19-3-7-16,15 2-3 0,-15-2-8 0,-1 0 7 0,22 4-6 16,-22-4 9-16,1 0 9 0,19 4-6 0,-20-4 8 15,1 0-1-15,19 3 8 0,-19-3 1 0,-1 0 4 0,22-1 18 16,-22 1-24-16,0 0 8 0,24-4-14 0,-24 4-2 15,1 0-8-15,22-7-3 16,-22 7 0-16,0 0-10 0,22-8 1 0,-23 8-2 16,0 0 1-16,20-7 2 0,-19 7 1 0,14-4 2 15,-5 2-2-15,1-1-6 0,0 1 2 0,0-1-1 16,1 0 2-16,1 0-3 0,-1 0 16 0,1 0-1 16,-1-1 7-16,1 1-5 0,0 0-9 0,-1 0-3 15,2 1-2-15,-3 0-1 0,1 0 0 0,0 0 1 16,-2-1 0-16,4 1 6 0,-2-1-7 0,2 1 4 15,1 1-5-15,0-1 0 0,1 1-3 0,-2-1 2 0,2 1-1 16,-1 0 7-16,0 0-4 0,-1 1-1 0,-1-1 0 16,0 1-1-16,-1-1 5 0,0 1-1 0,0 0 3 15,1-1-2-15,-1 0-3 0,2 0 5 16,2 0-4-16,-1 1 4 0,1-2-6 0,0 0 3 0,-1 2-3 0,0-1 6 0,1 2-6 16,-1-1 0-1,-1 0-1-15,1 0 8 0,-2-1 0 0,1 0-6 0,1 0 2 16,1 0-10-16,2-1 7 0,0 1 2 15,0-1 2-15,1 0 2 0,-1 0-3 0,1 0 0 0,-1 0 0 16,-1-1 9-16,-1 2-1 0,-1-1 0 0,0 1 0 16,1-1-1-16,1 0-6 0,1 0 0 0,0 0-2 15,0 1-4-15,-1-1 4 0,-1 0-1 16,0 2 3-16,0 0-4 0,-2-1 2 0,0 1-2 16,-2-2 1-16,0 1 1 0,-1 0-2 0,1 1 1 15,2 0-1-15,0-2 3 0,1 2-2 0,1-2 3 0,0 2-4 16,-3 0 2-16,1 0-3 0,-1 1-1 0,0-1-2 15,0 0 4-15,-1 0 2 0,0-1 1 0,-1 2 0 16,1 0-4-16,-1-1 1 0,-1 1-3 0,1-2 3 16,-1 1 0-16,3 1 2 0,-1-1 1 0,2 0 2 15,-1-1-3-15,1 0 0 0,-1 1-4 16,0 0 2-16,-1 1 1 0,0-1-2 0,1 0 3 16,-3-1-3-16,2 1-1 0,-2 1 4 0,0 0 0 15,0-1 2-15,-1-1-4 0,2 0 1 0,-1 1-1 0,2-1 2 16,2 2 3-16,0-1-5 0,-1 0 4 0,1 0-4 15,-1-1 5-15,-1 1 0 0,1-1 1 0,-2-1 0 16,0 2 9-16,-1 0-5 0,0 0-2 0,-2 0-1 16,1 1 1-16,-2-1-6 0,0 0 8 0,-1 0-7 15,2 0 1-15,-2 1-2 0,1-1 0 0,-7 0 1 16,0 0 0-16,17 3 5 0,-17-3-6 0,1 0 6 16,16-1-7-16,-17 1 3 0,1 0 2 0,17-1 0 15,-18 1-5-15,0 0 10 0,16 0-6 0,-16 0 5 16,0 0-9-16,1 0 10 0,0 0-7 0,-1 0 8 15,16-4-13-15,-16 4 5 0,0 0 4 0,0 0 1 16,0 0 4-16,0 0 2 0,0 0 2 0,0 0-1 16,0 0-2-16,0 0-96 0,0-1-7 0,0-15-37 0,0 16-68 15,-1-1-52-15,-9-15-26 16,5 9-28-16,0-1-280 0</inkml:trace>
  <inkml:trace contextRef="#ctx0" brushRef="#br0" timeOffset="131662.14">3221 2375 1593 0,'0'0'191'0,"-1"0"45"0,1 0-8 16,0 0-269-16,-1 0 1 0,0 0-111 0,1 0 24 15,-17-1-56-15,17 1 69 0,-1 0 82 0,1 0 6 0,-19 1 24 16,19-1 12-16,0 0 23 0,-1 0 6 0,1 0 11 16,0 0 65-16,-1 0 1 0,-15 5 4 0,16-5-7 15,0 0-24-15,0 0-37 16,0 0-3-16,0 0-12 0,0 0-15 0,0 0-4 15,0 1-1-15,0-1-1 0,0 1-13 0,0-1-2 16,0 1 1-16,13 15-1 0,-13-16 1 0,0 0 7 16,1 1-1-16,-1-1 4 0,20 12 6 0,-20-12-8 15,1 0 2-15,20 4-3 0,-20-4 4 0,17 2-7 16,-9-1 1-16,4-1-3 0,0 0 6 0,0 0-7 16,1 0 4-16,0-1-6 0,-1 1 1 0,2 0 0 15,-1 0 6-15,1-1-4 0,-1 0 5 0,1 1 1 0,-1-1-5 16,2 0 4-16,0 0 3 0,2 0-8 0,2-1 2 15,0 1-3-15,1 0 4 0,-1 0 1 16,2-1 2-16,-3 1-2 0,1 1-4 0,0 0 1 16,-1-1 0-16,0 1 2 0,1 0-3 0,0-1 2 0,1 1-3 15,1 0 2-15,-1 0 3 0,1 0-4 0,-1 0 0 16,-1 0-2-16,-1-1 2 0,3 1 1 0,-1-1 7 16,2 1-4-16,1-1 6 0,0 0-7 15,0 0 1-15,-1 0-4 0,1 1-1 0,-3 0 0 16,0-1 0-16,1 1 2 0,1-1 1 0,1-1-6 15,0 1 0-15,2-1-1 0,-2 0 11 0,1 0-8 16,-2 0 7-16,-1 0-8 0,0 0 1 0,0 0 1 16,2 0-3-16,0-1 5 0,0 2 1 0,-2-1-4 15,-1 2 2-15,-2-2-4 0,1 2 0 0,-1-1 2 0,0 1-1 16,1-1 2-16,1 1-1 0,0-1 1 0,0 0 0 16,2 0 1-16,-2-1-3 0,-1 1 0 0,0-1 0 15,0 0 0-15,0 0 1 0,0 0-2 0,0 0 0 16,1 0 0-16,1 1 6 0,-2-1-3 15,1 1-3-15,-2 1 1 0,0 0 3 0,-1-1-3 16,-3 1 4-16,2-1-3 0,-3 0-2 0,0 0 7 0,3-1-6 16,-1 1 5-16,0 0-3 0,0-1 4 0,0 0 3 15,-1 0-1-15,0 1 2 0,0-2 1 0,-1 1 3 16,0-1-1-16,-1-2 3 0,0 2-1 16,0-1-5-16,0 0 3 0,0 0-3 15,1-2-2-15,1 2 2 0,-1-2-2 0,0 1 2 0,-1-1-4 16,1 0 0-16,-2 1-1 0,-1 0-1 0,1-1 1 0,0 0 2 15,-2 0-1-15,0 0-1 0,-1 1 6 16,0-1-4-16,0 1 4 0,-1-2-1 0,0 0 6 0,-1-1-1 16,1 1 3-16,-2-1 3 0,1-2 1 0,0 1-2 15,0 0 1-15,0-1-7 0,1 2 2 16,-2-2 1-16,-1-1-1 0,0 0-2 0,0 0 2 16,-1 1-3-16,0 1 2 0,0-2-3 0,-2 0-2 15,0-1 1-15,1 0-1 0,-1-1 2 0,-1-1-5 16,1 0 5-16,-2-1-4 0,0 0 3 0,0 0-1 15,0 0-6-15,-2 0 4 0,0 0-9 0,0 1 6 16,-1-1-2-16,0 3 2 0,-2-2-6 0,0 1 3 16,-1-1-1-16,1-2 2 0,-1 1 1 0,0-1-9 0,-2 0 3 15,1 1-4-15,0-1 9 0,-1 1-5 0,0 1 2 16,0-1-4-16,-1 2-3 0,-1 0-4 0,-1 2-4 16,0-1 0-16,-3 1 7 0,0 1-3 0,0-1 5 15,-2 1-4-15,-1-1 3 0,0 0 0 0,-3 0 1 16,1 0 0-16,-1 0-1 0,1 0 1 15,2 0-7-15,-3 0 5 0,1 1-10 0,-1-1 5 16,-2-1 3-16,-1 2-1 0,0 1 0 0,-2 1 2 16,2 0 0-16,-1 0 2 0,2 0 0 0,0-1 0 15,-2 1 0-15,0 0 0 0,-1-1 5 0,-3 1-6 16,1 0 4-16,0-1-3 0,2 0 6 0,2 0-2 16,0-1 2-16,0 1-3 0,0 1 3 0,-1-1-1 15,0 1-3-15,-1 0-1 0,0 0-2 0,2-1 6 16,1 1 0-16,0 0 1 0,0 0-2 0,1-1-2 0,-3 1 2 15,-1 2-2-15,1 0-1 16,0 1-4-16,-3 0 2 0,4-1-2 0,-1 0 3 16,1 1 2-16,-2-1-2 0,0 1 2 0,0 0-1 0,0 2 2 15,0-2-1-15,3 1 1 0,0 0 1 0,1 0-4 16,0 1 3-16,0 0-4 0,0 1-3 0,0-1 6 16,-2 1-4-16,1-1 4 0,-2 2-9 0,1-1 8 15,2 1-2-15,0 0 5 0,0 0-7 0,0 1-2 16,0 0 1-16,-1 1 0 0,1 0 6 0,-1 1-6 15,2-1 1-15,0 1-3 0,1 1-2 0,1-1 2 16,0 1 3-16,1 1 0 0,-1-1 2 0,1 2-4 16,-1-1-1-16,1 1-1 0,-2 1-3 0,0 0 7 15,2 1-3-15,0 0 5 0,1 1 2 0,2-1-5 16,-1 0 3-16,3 0-3 0,-1 2 3 16,-1 1-2-16,3 0-1 0,-1 2-1 0,0 0-4 0,1 1 8 15,-1 0-1-15,2 1 3 0,-2 0-8 0,2 1 2 16,-1 1 2-16,0-2 1 0,0 1 5 0,-1 0 3 15,3 0-1-15,-1 2 1 0,1 0-5 0,-1 3-1 16,0 0 2-16,0 0-1 0,2 3-2 0,-1-1 12 16,-1 0-7-16,2-2 8 0,0 0-7 0,0 0-1 15,1 0 1-15,1 3-1 0,0 0-4 0,1 2 1 16,-1 1 1-16,1-1 0 0,1 0 4 0,1-2 3 16,0-2 3-16,0 1 0 0,1 1 0 0,1 2-6 15,1 1 0-15,-2 0 0 0,2-1 3 0,2-1-3 16,0-1-2-16,1-4-1 15,1 1 2-15,-1 0 2 0,2 0-1 0,0 1 2 0,0-1-1 0,1 1-3 16,1-2 2-16,0 0-3 0,1-2 9 0,0-2-6 16,1-1 1-16,-1 0-15 0,2-1-148 0,2 1-236 15,2 1-73-15</inkml:trace>
  <inkml:trace contextRef="#ctx0" brushRef="#br0" timeOffset="138525.07">3183 3459 639 0,'0'0'108'0,"0"0"46"16,-1 0 11-16,1 0-42 0,-18-5-48 0,18 5-47 16,-1 0 3-16,1 0-12 0,0 0-6 15,-21 0 10-15,21 0-3 0,0 0 6 16,-1 0-2-16,1 0 7 0,-1 1 1 0,1-1 4 0,-17 12 26 15,17-12 11-15,0 0-2 0,0 0 2 0,0 1-4 16,0-1-17-16,0 1 3 0,0-1-10 0,0 1-13 0,0-1-15 16,0 1 2-16,0-1-7 0,0 0-1 0,0 1-11 15,2 15 4-15,-2-16-5 0,0 0 1 0,0 0 4 16,1 0-3-16,-1 0 3 0,17 8 5 0,-17-8 6 16,1 0 0-16,0 0 1 0,17 1-2 0,-18-1 4 15,0 0-6-15,18-1 5 0,-18 1-6 0,0 0 5 16,16-3 0-16,-16 3 0 0,1 0-5 0,17-3-4 15,-18 3 2-15,1 0-2 0,17-2 6 0,-18 2-11 16,17-1 4-16,-7 0-6 16,0 0 1-16,0 1 5 0,1-1-7 0,-1 0 4 15,1 0-4-15,1-1 1 0,-1 1 1 0,1 1 0 16,0-1 1-16,-1 0 0 0,1 0 1 0,0 1 0 0,-1-1-1 16,0 0 1-16,0 0-3 0,0 0 2 0,1 0-2 15,2 1 0-15,0-1 2 0,0-1 0 0,-1 1 0 16,0 0 2-16,0 0 3 0,0 0 0 0,0-1 15 15,-1 2-4-15,1-1 0 0,-1 0-4 0,1 0-14 0,-2 0 7 16,1 1-5-16,-2-1 6 0,1 0-4 0,-2 1-4 16,3-1 5-16,-1 1-4 0,1 0 7 0,1-1-5 15,-2 1-2-15,0-1 1 0,0 0 1 0,1 0-2 16,-1 0 5-16,1 0-4 0,-1 0 8 0,0-1-6 16,0 1 1-16,-1 0-2 0,0 0 4 0,0 0 7 15,-1 0 2-15,2 0 3 0,-3 0 13 0,1 0-19 16,1 1 3-16,0-1-10 0,-1 1-1 0,2-1 0 15,-3 0-3-15,2 1 2 0,1 0-5 0,-1 0 3 16,1 1-2-16,-1-1 3 16,0 0-3-16,0 0 2 0,-1 0 1 0,0 0 0 15,0 0-4-15,1 0 1 0,0 0 0 0,0 0 1 16,0 1 1-16,-2-1-1 0,1 0 1 0,1 0 0 16,-1 0 1-16,0 0 0 0,1 0-3 0,2 0 0 15,0-1-5-15,1 0 5 0,0-1 1 0,0 1 1 0,1 1 7 16,-1 0-12-16,-1 0 3 0,1 0-5 0,1-1 6 0,-3 0 2 15,1 2 0-15,0-2 1 0,-2 1-6 0,0 0 0 16,-1-1 1-16,2 1 1 0,0 1 3 0,1-1 0 16,3 2-2-16,-2-3 1 0,1 1 0 0,-1 0-3 15,1 0 1-15,-1 0-2 0,1-1 5 0,1 1 3 16,-1 0 5-16,0-1-1 0,1 0 16 0,-3-1-13 16,2 0 0-16,0 1-4 15,1-1 2-15,1 0-2 0,0 0-4 0,-1-1 2 16,0 0-7-16,-1 1 2 0,-1-1-1 0,0 1 0 15,0 0-1-15,-1 1 0 0,1 0 4 0,-1 0-2 16,1-1 2-16,-1 1-1 0,0 1-3 0,1-1 3 16,-2 0 3-16,3-1-6 0,1-1 3 0,-1 2-4 0,2-2 4 15,-1 2-3-15,-1-1 0 0,1 0-1 0,-2 1 5 16,1-2-2-16,-2 3 2 0,0-1-2 0,-1-1 2 16,0 1-3-16,-1 0 1 0,0 1-2 0,-1 1 2 15,1-1-2-15,0-1 2 0,1 1-2 16,0-1 0-16,0 1 2 0,-1 1-1 0,0-1 1 15,0 0 0-15,-2-1 0 0,1 0 1 0,-1 1-1 16,2 0 3-16,-3 0-2 0,3 0-2 0,-3 0 1 0,1 1 0 16,0 0-2-16,-1-1 2 0,-1 0-2 0,1 0 1 15,-2-2 1-15,4 3 1 0,-3-1-1 0,1 1-2 16,0 0 2-16,-2-2 0 0,0 1 2 0,-5 0-1 16,1 0-3-16,18 0-1 0,-19 0 0 0,0 0 9 15,19 0-6-15,-19 0 3 0,0 0-4 0,17-2 6 0,-17 2-2 16,2 0-1-16,14-3 0 0,-16 3-2 15,1 0-1-15,-1 0 1 0,18-3-1 0,-18 3 1 0,1 0 5 16,0 0-5-16,16-3 6 0,-17 3-1 16,0 0-4-16,1 0 6 0,-1 0-5 15,16-6 2-15,-16 6 1 0,0 0-3 0,0 0 3 16,1 0 4-16,-1 0-7 0,0 0 0 0,1 0-3 16,0 0 1-16,-1 0-1 0,0 0 3 0,1 0-4 15,-1 0 4-15,1 0-1 0,0 0 0 0,-1 0 0 16,0 0 4-16,0-1-1 0,1 1-1 0,-1-1 1 15,1 1 4-15,-1-1-7 0,0 1 3 0,0-1-5 16,0 1-1-16,0 0-2 0,0-1-4 0,-1 1 1 16,-15-15-13-16,16 15 15 0,0 0 1 0,-17 0 4 15,17 0 0-15,0 0-4 0,-19-2-1 0,19 2-1 16,-1 0 0-16,-20-1 1 0,12-1 2 0,-1 2 0 0,0 0 12 16,0-1-4-16,1 0-1 0,-1 1-2 0,-1-1-10 15,-1 0 6-15,0-1 0 0,-1 2 1 0,-3-2-9 0,-1 2 2 16,0 0-1-16,-3-1 3 15,2 1 4-15,-3 0 0 0,0 1-2 0,2-1 1 16,1 0-2-16,1 0 3 0,1 0-3 0,0 1 3 16,-2-1-5-16,2 1 6 0,-2 0-1 0,0-1 2 0,0 1-6 15,-2-1 5-15,1 1-1 0,-1 0 1 16,1 0-3-16,-3 0 2 0,0 0 0 0,0 1 0 0,-1-1-8 16,0 1 4-16,-1 0-4 0,-1-1 5 0,0 3 1 15,2-2 2-15,-1 0 3 0,3 1-1 16,1-2-2-16,0 0 0 0,1 1 0 0,0 0 0 15,0-1-2-15,1 1 5 0,-1-2 0 0,-2 1 4 16,2 0-5-16,-1-1-3 0,0 1 0 0,3 1-2 16,-2-2 5-16,0 2-3 0,-1-1 3 0,0 0-3 15,-2 2 1-15,1-2 0 0,-1 4-3 0,-1-2 2 16,1 0 1-16,0-1 0 0,-1-1-2 0,2 1 2 16,-1 0 0-16,1 0 0 0,-2-1 1 0,2 1 0 15,-1-1 0-15,0 1 2 0,2 2-1 0,1-2 0 16,-1-1-4-16,1 2 1 0,-1-2-1 0,0 2 2 15,1-1-3-15,-1 2 3 0,1-2-1 0,-1 1 1 16,2 0 0-16,-2 0 0 0,3 0 0 0,-1-1 0 0,-1 2-2 16,1 0 3-16,0-1-1 0,-1 0 3 0,1 0-5 15,-2 1-1-15,1 0 1 0,1 0 0 0,0-1 7 16,1-1-5-16,0 1 2 0,2-2-2 16,1 1 1-16,0-1 2 0,1 0-1 0,0-1 1 0,-1 1 4 15,2-1 2-15,1 0-2 0,0 0 2 16,0 1-7-16,0-1-2 0,0 1 1 0,2 0-2 15,-2-1 0-15,2 1 1 0,-1 0 0 0,2 0 0 16,1 0 5-16,1 0-9 0,0 0 5 0,0 0-5 16,0-1 4-16,6 0 0 0,0 0 0 0,0 0 0 0,-1 0 0 15,1 0 0-15,-16 1-1 16,16-1 1-16,0 0 1 0,0 0-11 0,0 0 4 16,0 0-8-16,0 0 6 0,0 0-6 0,0 0 3 0,0 0-3 15,0 0 0-15,0 0 3 0,0 0 2 16,1 0 1-16,19 9 0 0,-20-9 5 0,0 0-6 15,19 4 6-15,-19-4-6 0,16 2 2 0,-4-2 1 16,2 0 0-16,2 0-3 0,0 0 5 0,0 0 0 0,2 0 3 0,-1 0-2 16,1-1 1-16,-1 1-1 15,2 0 1-15,-2 1 0 0,1 0-2 0,1 0-1 16,0 0 1-16,3 1 5 0,0-1-3 0,-1 1 2 0,1-1-2 16,-2 1 5-16,1 0-3 0,-1 0 1 0,0 1-1 15,1-2 4-15,0 1-3 0,0 0 0 0,0 0-1 0,-1 0-4 16,-1-2 2-16,0 2 2 15,-3-1 0-15,1 0 5 0,-1 1-2 0,-3 0 1 16,1-1-1-16,-2 1 3 0,1 0-6 0,-1-1 2 0,-1 1-14 16,1 0-122-16,-2 0-187 0,1 1-50 15</inkml:trace>
  <inkml:trace contextRef="#ctx0" brushRef="#br0" timeOffset="149717.31">3172 4044 1102 0,'0'0'130'0,"0"0"4"16,0-1 0-16,0 1-80 0,0 0-57 0,0 0 4 0,0 0 1 15,0 0 2-15,0 0 9 0,0 0 13 0,0 0 5 16,0 0 2-16,0 0 3 0,1 0-6 0,-1 0-8 16,17-1 3-16,-17 1-10 0,0 0 2 15,0 0 4-15,18 6-3 0,-18-6 8 0,0 0 19 0,16 4-5 16,-16-4 10-16,1 0 7 0,17 2 14 0,-9-2 1 15,-1 0 4-15,4 1-9 0,-2 0-19 0,1-1 0 16,1 0-7-16,1-1-6 0,0-1-14 0,0 2-1 16,0-1-4-16,0 1-7 0,0 0-6 0,0 0 2 0,-2 0-4 15,1 1 5-15,-1-1-5 16,2 1 1-16,0 0-2 0,2 0 7 0,0 1-7 16,1 1 6-16,0-1-6 0,0 0-1 0,-1 1 3 15,0-2-2-15,0 0 5 0,0 0-5 0,-2 1 1 16,1-2-1-16,0 2 2 0,0 0 3 0,1-2 5 0,0 2 0 15,3-1 2-15,-1-1-6 0,1 0 9 0,-1 0-6 16,0-1 6-16,1 2-14 0,-1-1 4 0,0 1-2 0,-2 0 3 16,1-1 3-16,-1 2-5 0,1 0 3 0,1 0-5 15,0-1-2-15,2 1 4 0,-1 0-4 0,0-1 2 16,0 0-2-16,-1 1 2 16,0-2 1-16,-1 0-1 0,2 0 1 0,-1-1 14 15,-1-1-3-15,3 1 6 0,0-1-3 0,2 0-2 0,0 0 2 16,0-1-3-16,-1 0-2 0,-1 1-2 15,-1 0-2-15,-1-1 1 0,-1 2-3 0,-1 0 1 16,0 1 3-16,0 0-2 0,0-1 3 0,2 1-7 16,1 0 0-16,0 1-1 0,0 0 3 0,-1 1-6 15,-1 0 1-15,0-2-2 0,-2 1 5 0,1 0 0 16,-2 0 3-16,-1 0-3 0,1 0-4 0,1-1 5 0,0-1-5 16,0 1 5-16,-1-2 3 0,-1 2 1 0,-1-1-1 15,1 0 1-15,-3 1-6 0,-1 0 7 16,0 0 1-16,-1 0 1 0,-7 0-2 0,0 0 6 15,0 0-1-15,17 0 2 0,-17 0 0 0,0 0 7 16,1 0-2-16,-1 0 4 0,1 0 10 0,-1 0 5 16,1 0-1-16,-1 0 1 0,0 0-9 0,1 0 0 15,-1 0 2-15,0 0-1 0,0 0 1 0,0 0-3 16,0-1-4-16,0 1 0 0,-1-1-9 0,1 1-11 16,-17-15 5-16,17 15-7 0,-1 0 6 0,1 0-8 15,-20-6 0-15,20 6-3 0,-1 0 0 0,-20-3 0 16,12 1-3-16,-1 2 1 0,0-2-9 0,-2 1 2 15,-1-2 7-15,1 2-5 0,-1-1 2 0,-1 0 3 0,0 1-10 16,-5 0 9-16,0 0-3 0,0 0 1 0,-1-1 5 16,-3 1-3-16,2-1 5 0,0 0-2 0,0 1 2 15,3 0-1-15,2 1 1 0,0-2-2 16,0 2 2-16,-1-2-1 0,-1 0 0 0,1 1-3 16,0-1 2-16,-1 1-3 0,0 0 6 0,-1 1-3 15,1 0-2-15,0 0-1 0,0 0 5 0,0 0-2 16,0 0 1-16,0 0-3 0,1 0-2 0,-3-1 7 15,1 1-2-15,-1 0 5 0,0 0-6 0,-1 0 0 16,2 0 1-16,1-1-1 0,2 1 0 0,0-1 5 0,0 0-5 16,1 1 2-16,-2-1-11 0,1 1 9 0,-1-1 0 15,0 1 4-15,-1-1-7 0,-1 1 8 0,0 0-11 16,0 1 9-16,2 1-9 0,-1-1-1 0,1-1 8 16,-3 2-5-16,0-1 5 0,-1 0-1 0,-1 3-3 15,1-2 1-15,0 1 2 0,0 0 0 16,2 0-1-16,2 0 1 0,2-1-3 0,1-1 2 15,1-1 1-15,-2 1-2 0,2 0-2 0,-1 0 3 16,2 2 1-16,0-1 0 0,0 0 0 0,-1 0-2 16,1-1 2-16,-1 1-2 0,1 0 3 0,0-1-2 15,-1 0-3-15,1 1 0 0,1-1-2 0,2 4 7 16,-1-3-2-16,2 1 2 0,0 0-4 0,-1-2 2 16,2 2 0-16,0-2 0 0,1 0-6 0,6-1-1 15,0 0 4-15,-1 0-5 0,0 0-7 0,1 0 4 16,0 0-5-16,0 0 5 0,-1 0-14 0,0 0 7 15,1 0-7-15,-1 0 9 0,1 0-6 0,0 0-1 0,0 1-2 16,0-1 0-16,0 1 0 0,0-1 6 0,17 12 0 16,-17-12 2-16,16 2 5 15,-7-1 4-15,1-1 1 0,2 0 1 0,-1 0 7 0,5 0-5 16,-1-1 5-16,3 1-3 0,0-1 5 0,1 0 0 16,-1 0-2-16,1 0 0 0,-1 0 3 0,-1 0-3 15,0 1 0-15,-1-1 0 0,0 1-1 0,1 0 1 16,2 0 2-16,2 1-2 0,0 0-1 0,0-1 1 15,0 0-2-15,-1 1 2 0,0 0-3 0,-1 0 4 16,0 0 1-16,0 0 2 0,0-1-4 0,2 2 0 16,0 0-1-16,0-1 1 0,1 1 0 0,-2 0 1 0,-1 0-1 15,0 0 1-15,-1 1 4 0,-1-1-6 0,1 1 2 16,0-1-4-16,2 0 7 16,1-2-3-16,1 1 5 0,-1 0-5 0,-1-1 3 0,-1 1 13 15,0-1-5-15,-2 0 8 0,1 0-12 0,-2-2 2 16,-1 1-3-16,0 1 3 0,2-2 1 0,0 1-4 15,2 0 1-15,-2-1-2 0,0 1 1 0,0 0-5 16,-1-1 4-16,1 1-4 0,-2 0 4 0,-1-1-5 16,-1 0 2-16,0-1-3 0,2 1 3 0,0-1-1 15,0 0 3-15,2 0-2 0,-2 0-1 0,1 1 9 16,-2-1-10-16,-1 0 11 0,-1 0-2 0,0 0 3 16,0 1 4-16,-1 0-3 0,-1 0 0 0,0 1-9 15,-1-2 2-15,-1 2-5 0,-1 0 0 0,0 0 1 16,0 0 1-16,1 0 0 0,-1 1-2 0,1-1 0 15,-2 0 2-15,1-1 0 0,-2 1 2 0,1-1 3 16,-6 2-6-16,0 0 5 0,1 0-8 0,17-1 3 16,-18 1 4-16,1 0-2 0,-1 0 2 0,1 0 2 0,-1 0-2 15,0 0 1-15,18 2-1 16,-18-2 5-16,0 0 0 0,0 0 1 0,0 0 6 16,0 0-29-16,0 0-4 0,0 0-14 0,0 0-64 15,0 0-72-15,0 0-29 0,0 0-24 0,-1-1-194 16</inkml:trace>
  <inkml:trace contextRef="#ctx0" brushRef="#br0" timeOffset="152958.04">3549 2701 114 0,'0'0'193'0,"0"0"-35"16,0 0-1-16,0 0-17 0,0 0-42 0,0 0-24 16,0 0 1-16,1 0-13 0,-1 0-23 0,17 1-6 0,-17-1-6 15,0 0 2-15,1 0-4 0,0 0 7 0,17 7 0 16,-18-7 1-16,1 0 1 0,0 0-9 0,-1 0 0 16,17 7-4-16,-17-7-5 0,0 0-6 15,0 0 5-15,1 0-6 0,18 9 6 0,-19-9 5 16,0 0-1-16,0 0 4 0,1 0 5 0,14 3 12 0,-15-3-4 0,2 0 7 15,-2 0-4-15,17 0-6 16,-17 0-1-16,0 0-3 0,0 0-11 0,19-3-1 16,-19 3-4-16,1 0 2 0,18-2-6 0,-19 2-7 15,0 0 2-15,20-2-4 0,-20 2 2 0,0 0-1 16,20-4 5-16,-20 4-5 0,1 0 6 0,17-3-4 16,-18 3-1-16,1 0 1 0,15-5 6 0,-16 5 4 0,1 0-4 15,16-5 5-15,-17 5-1 0,0 0 3 16,1 0 4-16,17-7-3 0,-18 7-6 0,0 0 0 0,1-1-6 15,16-9 4-15,-17 10-4 0,0 0-1 0,1 0 3 16,16-12-3-16,-17 12 5 0,0 0 0 0,0 0-2 16,20-14 2-16,-20 14 3 0,0 0-2 0,1-1 5 15,-1 1-3-15,16-19 2 16,-16 19 4-16,0 0-2 0,0-1 1 0,0 1-6 0,12-19 4 16,-12 19-1-16,0 0 2 0,0-1-7 0,10-16 0 15,-10 17 1-15,0-1-1 0,0 1 1 0,8-17-8 16,-8 17 5-16,0-1-5 0,0 1 1 0,6-17 3 15,-6 17-1-15,0 0 3 0,0 0 2 0,4-17-8 0,-4 17 4 16,0 0-6-16,0 0 8 0,0-1-2 0,2-18-4 16,-2 19 1-16,0 0-4 0,0-1 4 15,0 1-2-15,0 0 4 0,2-20-2 0,-2 20-1 16,0 0 1-16,0 0-2 0,0-1 1 0,0 1 5 16,-2-20-7-16,2 20 6 0,0 0-8 0,0 0 4 15,0-1 2-15,0 1 1 0,-5-18 0 0,5 18-2 16,0 0 2-16,0 0-3 0,0-1-2 0,0 1 5 15,-1-1-5-15,-10-16 4 0,11 17-7 0,0 0 3 16,0 0 1-16,-1 0 1 0,1 0-8 0,-1-1 3 16,1 1-2-16,-18-15 3 0,18 15 0 0,0 0 2 15,0 0 0-15,-1 0 2 0,1-1-2 0,-19-11 0 16,19 12 0-16,0 0 0 0,0 0 4 0,-1 0-6 16,-16-15 3-16,17 15-4 0,0 0 9 0,0 0-5 15,0-1 2-15,0 1-3 0,-20-17 0 0,20 17 0 16,0 0-1-16,0 0 1 0,0-1 0 0,-17-13-2 15,17 14-1-15,0 0 0 0,0 0-3 0,0-1 6 16,-21-8-3-16,21 9 3 0,0 0-6 0,-1 0 6 0,-19-7 0 16,20 7 3-16,0 0-7 0,-1 0 4 15,-16-7-2-15,17 7 3 0,-1 0 2 0,0 0-5 16,-16-7 2-16,17 7-3 0,0 0 3 16,-1 0 1-16,-16-4-1 0,17 4 0 0,0 0-3 0,-17-4 2 15,17 4 0-15,0 0 1 0,-16-2 0 0,16 2 0 16,-1 0-1-16,-18-4-1 0,19 4 1 0,0 0 0 15,-17-1 2-15,17 1-1 0,-1 0 3 0,-15-1-3 16,16 1-4-16,-1 0 1 0,1 0 1 0,-19-3-2 0,19 3 2 16,-1 0-3-16,1 0 4 0,-20 3-6 0,20-3 0 15,-1 0-3-15,1 0-3 16,-20 7 2-16,20-7 3 0,0 0-2 0,-1 0 0 0,-19 12 5 16,20-12-1-16,-1 0 3 0,-15 10 1 15,16-10-3-15,0 1-1 0,-1-1 0 0,-16 15-3 0,17-15 5 16,0 1 0-16,-1-1 2 0,-15 18-2 0,16-18 0 15,-1 1-6-15,1-1 5 0,-15 19-2 0,15-19-2 16,-1 0 6-16,-10 17-5 0,11-17 5 0,0 1-1 16,-9 15-5-16,9-16 2 0,0 1-5 0,-6 18 2 15,6-19 4-15,0 0-2 0,-3 21 4 0,3-20 3 16,-1 15-3-16,1-16 3 0,0 16 0 16,0-16-3-16,0 1 5 0,-2 22-2 0,2-23 4 15,-1 17-3-15,1-8-2 0,0 0 0 0,0 1 7 16,0-1 2-16,1 0-3 0,0 1 1 0,1-1-8 0,-1-1 3 15,1 1 4-15,0-1-1 0,1 0-3 0,1-1 1 16,1 0-2-16,-1 0 3 0,0-1 2 0,0 0-5 16,-1-1 0-16,1 1-2 0,-1-1 6 0,-3-5-1 15,0 0 3-15,0 1-4 0,1-1 3 0,0 1 1 16,12 16 1-16,-13-17 1 0,0 0-7 0,0 0 2 16,0 0-3-16,1 0 4 0,0 1 0 0,-1-1-19 15,17 14-56-15,-17-14-2 0,0 0-338 0</inkml:trace>
  <inkml:trace contextRef="#ctx0" brushRef="#br0" timeOffset="163786.29">3157 4087 1447 0,'-3'-3'211'0,"3"3"31"0,0 0-22 0,0 0-255 0,0 0-61 15,0 0 43-15,0 0-8 0,1 0 23 0,14-1 16 16,-15 1 11-16,0 0 6 0,1 0-1 0,18-5 8 16,-19 5-2-16,0 0 0 0,16 3 0 0,-16-3 18 0,1 0 22 15,0 0 2-15,16 3 7 0,-17-3 15 0,0 0-1 16,0 0-3-16,17-3 0 0,-17 3-19 15,1 0 3-15,14-3-6 0,-15 3 3 0,1 0-17 0,16-4-4 16,-17 4 5-16,1 0-6 0,17-4-7 16,-18 4 1-16,1 0-8 0,17-5 6 0,-18 5-1 0,1 0 2 15,17-7-3-15,-18 7 2 0,1 0-9 0,19-8-2 16,-20 8 4-16,1 0-4 16,19-7 7-16,-20 7-3 0,0 0-2 0,21-4 2 15,-21 4 4-15,1 0-7 0,17-3 5 0,-18 3-5 16,1 0 3-16,17-2 0 0,-18 2 0 0,0 0 0 15,21 0 11-15,-13 0-12 0,1-1 4 0,-1 0-7 16,1 0 9-16,0-1-9 0,1 2 5 0,-1 0-5 16,1 0 1-16,0-2 3 0,-1 2-3 0,0-1 3 0,0 1 5 15,0 1-1-15,-1-2 1 0,1 1-2 0,-1-1-5 16,0 1 3-16,-2 0-1 0,2 2 2 0,-2-2 5 16,0 1-5-16,-1-1 2 0,2 1-3 0,-7-1-4 15,0 0 5-15,0 0-4 0,20 2 4 0,-20-2-4 0,1 0-2 16,19 2 3-1,-20-2-3-15,1 0 1 0,19 2 1 0,-19-2-2 0,-1 0 1 16,22 1-1-16,-22-1 1 0,0 0 1 0,23 2 0 0,-23-2 3 16,1 0-7-16,21 1 4 0,-21-1-5 0,15 0 2 0,-7 0 3 15,-2 0-2-15,1 0 5 0,1 0 5 0,-1 0-6 16,0 0 2-16,-1-1-4 0,1 1 0 0,0 1 5 16,1-1-4-16,-1 1 3 15,0-1-5-15,3 0-2 0,-1 0 1 0,1 0-3 16,1-1 3-16,0 0 12 0,1 0-6 0,-1 0 6 15,0 0-4-15,1 1-5 0,-2-1 8 0,1-1-7 16,0 1 3-16,0 0-6 0,0 1 0 0,-1-1-1 16,0 0 15-16,0-1-14 0,-1 1 5 0,2-1-8 15,1 2 7-15,1-1-5 0,0 0 1 0,0 0-3 16,1-1 8-16,-1 2-2 0,-1-2 1 0,0 0-3 16,1 2-2-16,0-1 1 0,-1 1 3 0,-1 0 0 15,-2-1-3-15,1 1 0 0,-2-1-1 0,3 0 0 16,1 2 5-16,0-1-1 0,1 1-2 0,-1 0 0 15,1-2-2-15,-2 0 0 0,2 1 0 0,-2-2 0 0,-1 2 3 16,0-1-1-16,-1 1 5 0,1 0-6 0,-2 0 7 16,0 0-6-16,-1 0-1 0,0-1-1 0,0 1 4 15,-1 0 0-15,-1 0 4 0,1 0-3 0,-7 0-1 0,0 0 4 16,18 0 0 0,-18 0 0-16,1 0-2 0,17 0 12 0,-18 0-6 0,0 0 8 15,0 0-12-15,17-3 9 0,-17 3-4 0,0 0 5 16,0 0 0-16,0 0-5 0,1 0 8 0,-1 0-6 15,17 0 4-15,-17 0 2 0,0 0-3 0,0 0 3 16,0 0-4-16,0 0 2 0,0 0-4 0,0 0 3 16,0 0-3-16,0 0-4 0,0 0 1 0,0 0-3 15,-1 0-1-15,0 0 0 0,1 0 0 0,-18-2 1 16,18 2 2-16,0 0-5 0,-1 0 3 0,-17 0-4 16,18 0-1-16,0 0-3 0,-17-1-1 0,17 1 0 15,-1 0-6-15,-15 1 3 0,16-1-2 0,-1 0 2 0,-17 2-9 16,17-2 4-16,-15 2-2 0,5-2 4 0,-2 1-4 15,-1-1-2-15,-1 1-1 16,-2 1 0-16,-1 0 9 0,-2 0-2 0,-2 1 5 16,1-2-5-16,2 0 6 0,1 0 1 0,0 0 1 0,1 3 1 15,-1-2 1-15,0 0-3 0,0 0 0 0,0 1 0 16,-2-1 0-16,0 1-3 0,-1 0 2 0,0-1-3 16,3-1 4-16,-1 0 2 0,-1 0-3 0,-1 0 1 15,0 0 1-15,-2 1 0 0,-1 0-2 0,-2 1 0 0,0 1-2 16,0-1 3-16,1-1 5 0,1 0-2 15,-1-1-6-15,0 1 5 0,0 0-5 0,0 0 6 0,0-1-1 16,4 0 2-16,0-1 2 0,4 0-2 0,0 1-2 16,2-2 2-16,-1 1-3 0,1-1 3 0,0 0-2 15,0 0-3-15,0 1 2 0,-1-1-2 0,1 1 1 16,-1 0 0-16,0 0-1 16,1 0 1-16,1 0 5 0,2 0-5 0,1 0 2 15,-1 0-3-15,1-1-4 0,-1 1 5 0,2 0 0 0,0-1 2 16,0 1-5-16,1 0 0 0,0 0-2 0,2 0 3 15,-1-2 0-15,3 2 2 0,-2-2 2 0,7 2-1 16,0 0-3-16,0 0-5 0,-1 0-1 0,-16 1 1 16,17-1-3-16,0 0-2 0,0 0-1 0,0 0-1 15,0 0-2-15,0 0 0 0,0 0 0 0,0 0 0 16,0 0 3-16,0 0-2 0,0 0 4 0,1 1-2 16,-1-1 4-16,18 13-4 0,-18-13-3 0,16 4 3 15,-7-1 3-15,1-2-1 0,1 1 5 0,1-1-4 16,1 0 11-16,0-1-4 0,0 0-2 0,1 1-1 0,1 0 2 15,1-1-5-15,3 1 6 0,0 1-4 16,2-2 9-16,-1 2-6 0,1-1 0 0,-1 0-3 16,1 0 4-16,-2 0 3 0,0 0-3 15,3-1 2-15,2 0-1 0,2 0 1 0,0-1 7 16,0-1-3-16,-1 1 7 0,0-1-6 0,-3 1 1 16,1-1-2-16,0 0 0 0,1 0-3 0,1 0 1 15,0 1-2-15,-1 0 0 0,0-1 0 0,-2 1 1 16,-2 0-1-16,0 1 2 0,0 1 0 0,-1-1-3 15,3 1 1-15,1 0-3 0,-2 0 2 0,1 0 2 16,-2 0 0-16,0 0 3 0,-1 1-3 0,-2-2 1 16,-3 1-2-16,1-1 0 0,0 0 3 0,0 1 0 0,2-1 2 15,-1 0 2-15,0-1-3 0,-2 0 2 0,1 1-2 16,-1-1 3-16,-1 0 7 0,-1 1-3 0,0-2 4 16,-1 1-15-16,-2 0 9 0,0 1-5 0,-1-1 7 15,-1 1-3-15,-1-1-1 0,-6 1 4 0,0 0-1 16,1 0 5-16,15-4 0 0,-16 4-1 0,0 0 1 0,0 0 3 15,1 0 4-15,-1 0-2 16,1 0 2-16,-1 0-10 0,1 0 3 0,-1 0-1 16,0 0-3-16,1 0-31 0,0 0-38 0,-1 0-7 0,0 0-9 15,0 0-39-15,0 0-71 0,0 0-8 0,0 0-31 16,0 0-105-16,0 0-289 16</inkml:trace>
  <inkml:trace contextRef="#ctx0" brushRef="#br0" timeOffset="165771.92">5289 4070 1247 0,'0'0'149'0,"0"0"-14"0,0 0-12 0,0 0-93 15,0 0-70-15,0 0 37 0,0 0 1 0,0 0 3 16,1 1-12-16,0-1 5 0,-1 0 3 0,19 7 1 16,-19-7 14-16,1 0-7 0,-1 0 6 0,17 7-4 15,-17-7 34-15,0 0 13 0,0 0 4 0,1 0 4 16,18 8 17-16,-19-8-1 0,0 0 0 0,1 0-2 16,17 0-19-16,-18 0-14 0,1 0-7 0,-1 0 0 15,20-1-13-15,-20 1-16 0,0 0 6 16,17 0-9-16,-17 0 5 0,1 0-2 0,16 2 3 15,-17-2-2-15,15 3 12 0,-7-2-9 0,1 0 5 16,-1 1-5-16,1 0 8 0,0-1-3 0,1 1 0 0,0 1 0 16,0-2 1-16,2 2-4 0,-2-2 0 0,2 1 0 15,-1 0 3-15,1 0-6 0,0 0-3 0,-1-1-1 16,1 1-6-16,-2-1 10 0,2 0 1 0,1 0 2 16,0 0-6-16,2 0 0 0,-1 0-2 0,1-1 2 15,0 1 3-15,-1 0 5 0,0 0-1 0,0 0 2 0,0-1 2 16,0 0-2-16,0 1 3 15,0-1-3-15,0 0 1 0,-1 0-9 0,1 0 5 16,2-1-6-16,1 1 11 0,0-1-14 0,1 0 5 16,0-1-8-16,0 1 6 0,0 0 0 0,-1-1-2 0,-1 1 1 15,0-1 3-15,-1 1-2 0,-1 0-2 16,1-1 0-16,0 1-4 0,0-1 4 0,0 0 0 0,2 1 1 16,-2-1-6-16,2 1 3 0,-3 0 0 0,0 0 3 15,2 0 6-15,-2 0-12 0,1 1 6 0,-2-1-7 16,2 0 2-16,-1 0 0 0,1 0 0 0,2-1 1 15,1 1 11-15,-1-1-12 0,2 1 1 0,-2-1-3 16,0 0 2-16,-2 0 2 0,0 0 2 0,-1 1 0 16,-1 0 12-16,-1-1 0 0,1 2 1 0,-2-1-1 15,0 1-1-15,1 0-15 0,-1-2 9 0,1 1-9 16,0 1 17-16,2 0-14 0,2 1 2 0,-2-1-5 16,-1-1 3-16,0 1 1 15,-1-1 1-15,0 1 0 0,0 0-1 0,0-1 4 0,-2 0-2 16,2 0 3-16,-4 0 3 0,2 1-3 0,0 0-1 15,-1 0-2-15,-1-2 3 0,1 2-5 0,-1-1 8 0,0 1-7 16,1 0 7-16,0-1 0 0,1 1-4 0,-2 0 2 16,1-1-7-16,-1 1-1 0,0-1 4 0,1 1-2 15,-2 0 10-15,0-1-9 0,1 1-1 0,-3-1-2 16,1 1 1-16,0 0-1 0,-6 0 4 0,0 0-3 16,0 0 3-16,20-3 1 0,-20 3-1 0,0 0 1 15,1 0 3-15,-1 0 3 0,18-6 1 0,-18 6-1 16,0 0-5-16,0 0-4 0,0-1-1 0,1 1 0 15,0-1-4-15,-1 1-38 16,0-1-7-16,0 1-16 0,1 0-65 0,0-1-101 0,12-15-18 16,-13 16-50-16,0 0-269 0</inkml:trace>
  <inkml:trace contextRef="#ctx0" brushRef="#br0" timeOffset="170436.34">3302 4573 1464 0,'0'0'148'0,"0"0"18"0,-1 0 0 0,1 0-105 16,-1 0-56-16,1 0-19 0,-1 0-5 0,1 0 1 16,0 0-6-16,0 0 13 0,0 0 4 0,0 0 4 0,0 0 10 0,0 0 5 15,1 0 1-15,-1 0 3 16,19 7 14-16,-19-7 18 0,1 0 2 0,-1 0 5 16,18 3 6-16,-18-3-8 0,0 0-5 0,0 0-1 15,17 0-21-15,-17 0-1 0,0 0-4 0,0 0 2 16,0 0-5-16,1 0-4 0,16 1 0 0,-17-1-3 15,0 0-3-15,0 0-4 0,1 0 2 0,17 1-3 16,-18-1-1-16,1 0-2 0,-1 0 2 0,19-2-2 16,-19 2 6-16,0 0-7 0,0 0 2 0,20 0-3 0,-20 0 8 15,1 0-4-15,-1 0-1 0,21 1-1 0,-21-1-2 16,1 0 2-16,19 3-1 0,-20-3 1 0,1 0-3 16,21 4 3-16,-22-4 3 0,16 2 1 0,-6-1 3 15,-2 0-6-15,2 0 2 0,1 0-3 0,-1 0 9 16,1-1-3-16,-1 1 3 15,1-1-2-15,0 0 5 0,-1 0 3 0,1 0-5 0,1 1 4 16,-2-1-1-16,0 0-6 0,1 1 6 0,-2-1-6 16,3 1-1-16,-1-1 4 0,0 1-3 15,1 0 4-15,0-1-5 0,0 1 8 0,0 0-4 0,0-1 5 16,0 1-4-16,-1-1-2 0,-1 0 1 0,0 0-1 16,-1 0 7-16,-1 0-12 0,0 0 4 0,0 1-8 15,-1-1 4-15,0 1 6 0,-1-1-3 0,-6 0 2 0,0 0-11 16,1 0 14-16,-1 0-9 0,16 2 11 0,-16-2-15 15,0 0 11-15,0 0-2 0,2 0 3 0,-2 0-11 16,0 0 6-16,1 0-4 0,-1 0 6 0,1 0-7 16,-1 0 5-16,0 0-2 15,1 0 1-15,-1 0-22 0,1 0-71 0,0 0 2 16,-1 0-28-16,0 0-29 0,0 0-13 0,0 0-12 0,0 0-6 16,0 0-104-16</inkml:trace>
  <inkml:trace contextRef="#ctx0" brushRef="#br0" timeOffset="171055.61">4740 4695 2898 0,'0'0'103'0,"0"0"-87"0,0 0-25 0,0 0-76 0,8-6-31 16,1 6 85-16,0 2-6 0,1 0 28 0,-1-2 1 15,-4-4 4-15,4 5 0 0,0 0 1 0,1 1-2 0,2 0 4 16,0-1-2 0,0 2 2-16,1 0-1 0,-1-3 17 0,1 2 2 15,-1-2 6-15,1 0 10 0,-2 1 10 0,2-2-1 0,-1 1 4 16,0 1-9-16,1-2-4 0,1 0-1 0,1 0 1 16,0-1-1-16,0-1-11 0,0 1 2 0,0-1-5 15,0 1-4-15,0 1 6 0,0-1-6 0,0-1 6 16,-1 2-6-16,0-2 1 0,0 1 0 0,-2 2 1 15,-1-2-3-15,-1 0-2 0,-1 0 0 0,-1 0-1 16,0 0 5-16,1 0-6 0,1 1-1 0,-2-2-1 16,-1 2-5-16,-1-2 3 0,-6 3 2 0,0 0-2 15,1 0-3-15,-1 0-1 0,0 0 2 0,1 0-9 0,16-9-79 16,-17 9-152-16,0 0-34 0,0 0-55 0,0 0-304 16</inkml:trace>
  <inkml:trace contextRef="#ctx0" brushRef="#br0" timeOffset="174205.66">3170 4520 1748 0,'0'0'95'16,"0"0"-44"-16,-1-1 46 0,0 1-145 0,1-1 4 0,0 1-9 16,0-1 26-16,0 1 9 0,0 0 3 0,0 0 27 15,0 0 8-15,-1 0 0 0,1 0 1 0,0 0-12 16,0 0 27-16,0 0-5 0,0 0 17 16,0 0 34-16,0 0-6 0,0 1 4 0,0-1-8 15,0 1-13-15,0-1-15 0,0 1 4 0,0-1-8 16,0 1-3-16,0-1-6 0,0 0-5 0,0 1 0 15,0-1-17-15,0 1-1 0,0-1-2 0,0 1 2 16,1-1-2-16,-1 1 3 0,0-1-2 0,0 0 1 16,20 11 2-16,-20-11-8 0,0 0 6 0,0 0-7 15,1 0 13-15,20 1 2 0,-21-1 1 0,0 0 0 16,0 0 1-16,0 0-10 0,18 1 3 0,-18-1-5 16,1 0 0-16,0 0-4 0,20 4-1 0,-21-4-1 15,1 0 5-15,20 2-6 0,-20-2 3 0,0 0-3 16,21 4 0-16,-21-4 4 0,16 2-3 0,-17-2 4 15,17 3 3-15,-8-2-4 0,0 1 4 0,0 0-3 16,0-1 11-16,0 0-3 0,0 1 1 0,0-1-1 16,-1 0 5-16,1 1-4 0,-1-1-1 0,0 1-2 15,1 0-6-15,0 0 2 0,1 0 0 0,1 1 1 0,-1-2-3 16,2 1 3-16,-1 0-3 0,1 0 3 16,0-1-3-16,1 1 14 0,-2-1 1 0,0 0 4 15,0 0 4-15,0 0-8 0,0-1 2 0,-1 1-5 16,0 0-2-16,-1 0-3 0,0-1-1 0,0 1 0 15,1-1 4-15,-2 0-10 0,1 1 2 0,0 0-6 16,0 0 4-16,2 0 2 0,-2-1-2 0,0 1 2 16,-1 0 1-16,0 0-4 0,-3-1 5 0,-5 0-5 15,1 0 8-15,0 0-2 0,17 2 1 0,-18-2-1 16,0 0-1-16,0 0 6 0,0 0-5 0,0 0 4 16,1 0-9-16,0 0-1 0,-1 0-16 0,0 0 0 0,1 0-100 15,-1 0-170-15,1 0-37 0</inkml:trace>
  <inkml:trace contextRef="#ctx0" brushRef="#br0" timeOffset="178547.83">6881 8405 1378 0,'0'0'232'15,"0"0"-59"-15,0 0 103 0,0 0-215 0,0 1-24 0,-1-1-41 16,-17 7-6-16,18-7-5 0,0 0 7 0,0 1 0 16,0-1 9-16,-1 1 0 0,-10 16 3 0,11-17-3 15,0 1 11-15,0-1-2 0,-9 18 5 16,9-18-5-16,0 0 5 0,0 1 5 0,-8 18-2 15,8-19 7-15,0 0 4 0,-7 17-9 0,7-17 6 0,0 1-10 16,-8 20 2-16,4-13 4 0,1 1-2 0,-1 1 2 16,1 0 2-16,-2 2-3 0,1 0 1 15,-1 0-15-15,1 1 6 0,-1-1-3 0,0 2 4 16,0 2-12-16,0-1 6 0,0 2-6 0,0-2 8 16,0 1-9-16,0-1 6 0,1 0-2 0,0 0 3 15,1-1-4-15,-1 0 2 0,2-2 1 0,-1 1-1 0,-1 1-2 0,1-3-1 16,-2 3 0-16,1-1 0 0,1-2 0 0,0 1 0 15,0-1 1-15,0-1-1 16,1 0-5-16,0-2 0 0,-1 0-5 0,2-1 2 16,1-7-34-16,0 0-49 0,0 1-10 0,0-1-14 15,-6 17-50-15,6-17-41 0,0 0-5 0,0 0-19 0,0 0-91 16</inkml:trace>
  <inkml:trace contextRef="#ctx0" brushRef="#br0" timeOffset="178868.02">6906 8441 2102 0,'0'0'207'15,"0"0"-105"-15,0 0 25 0,0 0-67 0,-1 0-71 0,-17-3 5 16,18 3-8-16,0 0 9 0,-1 0-8 0,1 0-2 16,0 0 0-16,-20 8-1 0,20-8-6 0,0 0 4 15,-17 10 3-15,17-10-1 0,-16 8 7 0,7-3 7 16,-1 0-3-16,-3 0 5 16,2 1 0-16,-3-1 1 0,1 2 3 0,1-2 0 15,0 0 7-15,2 0-9 0,2-1 1 0,1-1-3 16,0 0-4-16,7-3-68 0,-1 0-7 0,1 0-29 15,-17 7-101-15,17-7-124 0,0 0-117 0</inkml:trace>
  <inkml:trace contextRef="#ctx0" brushRef="#br0" timeOffset="179060.17">6841 8440 1526 0,'0'0'261'0,"0"0"-97"15,0 0-11-15,0 0-27 0,0 1-114 0,0-1 20 16,21 17-1-16,-14-12 9 0,0 0 10 0,1 0-18 15,0 1-3-15,1 1-7 16,-1 0-16-16,1 0 2 0,-1 0-3 0,0 1 2 16,0 0-6-16,-1 0 3 0,1 1 2 15,-1 0 1-15,0-1 11 0,0 0-7 0,-2 0 4 0,0 0-8 16,0-1-13-16,-1-1-78 0,0 1-15 0,-4-7-31 16,0 0-142-16</inkml:trace>
  <inkml:trace contextRef="#ctx0" brushRef="#br0" timeOffset="184682.12">6375 7712 1090 0,'0'0'97'0,"0"0"12"0,0 0 0 16,-2 0-43-16,-15-9-51 0,17 9-9 0,0 0-5 15,-1 0 9-15,1-1 3 0,-17-11 18 0,17 12 0 16,0 0 6-16,0 0 7 0,0 0 2 16,0-1-4-16,-1 1 4 0,0 0 0 0,1-1 15 15,-13-15-3-15,13 16 7 0,0 0-1 0,0 0-9 16,0 0 6-16,0 0-8 0,-1 0-8 0,0 0-13 16,1 0 0-16,-1 0-4 0,1 0 0 0,-17 3-5 15,17-3 2-15,0 0-2 0,0 0 1 0,0 0-11 16,0 1 2-16,-1-1-4 0,1 0 1 0,-11 17-8 15,11-17-2-15,0 0-2 0,0 0-9 0,0 0 7 0,0 1-3 16,0-1 4-16,0 1 1 0,0-1 11 16,0 1-2-16,1-1 4 0,0 1-1 0,-1-1 7 15,0 0-2-15,1 1 5 0,-1-1 12 0,1 0-5 16,-1 0 6-16,0 0-6 0,1 0 13 0,-1 0-6 16,1 0 1-16,0 0-4 0,-1 0-10 0,0 0 1 15,0 0-2-15,0 0 1 0,0 0 3 0,0 0-1 16,0 0 1-16,0 0-3 0,0-1-9 0,0 1-4 15,0 0-5-15,0 0 2 0,0 0-2 16,0 0 0-16,0 0 0 0,0 0-1 0,0 0-6 16,0 0 2-16,0 0 1 0,0 0 1 0,0 0-2 15,0 0-4-15,0 0-4 0,0 0-6 0,0 0-68 16,0 0-88-16,0 1-25 0,0-1-28 0,0 1-167 0</inkml:trace>
  <inkml:trace contextRef="#ctx0" brushRef="#br0" timeOffset="185730.57">6274 8053 1814 0,'0'0'310'0,"0"0"-148"16,0 0-3-16,0 0-39 0,0 0-111 0,0 0 3 15,0 0-3-15,0 0 5 0,0 0 1 0,0 0-15 16,0 0 0-16,0 0-3 0,0 0-4 0,0 0 7 16,1 0 1-16,0 0 3 0,-1 0 21 15,1 0 18-15,-1 0 1 0,18 4 7 0,-18-4 15 16,0 0 5-16,0 0-4 0,0 0 3 0,0 0-11 0,1 0-21 15,-1 0 2-15,19-6-11 0,-19 6-16 16,0 0-5-16,1 0 1 0,-1 0-2 0,1 0 1 0,16-1-2 16,-17 1 1-16,0 0-1 0,1 0 4 15,-1 0-6-15,0 0 2 0,1 0-3 0,18 2 6 0,-19-2-3 16,0 0-1-16,0 0-1 0,0 0-9 0,0 0 4 16,0 0-14-16,1 0 3 0,-1 0-84 0,0 0-71 15,17 2-15-15,-17-2-22 0,2 0-86 0,-2 0-118 16,20 2-155-16</inkml:trace>
  <inkml:trace contextRef="#ctx0" brushRef="#br0" timeOffset="186271.79">7696 8110 2042 0,'0'0'135'0,"0"0"-69"15,0 0 0-15,1 0-24 0,15 2 13 0,-16-2 0 16,1 0 4-16,-1 0-6 0,21 6-20 0,-21-6 25 16,1 0-6-16,18 4 11 0,-18-4-10 0,15 3-2 15,-7-2-1-15,1 0-1 16,0 1-8-16,2-2 3 0,-2 1 2 0,0 0 1 16,1-1 4-16,1 1-22 0,0-1-1 0,0 0-8 15,0 1-6-15,-1-1-4 0,-1 1 4 0,0 0-4 0,-1 0-1 0,-1 0-1 16,-2 0 0-16,0 1 2 0,-6-2 3 0,1 0-2 15,-1 0 0-15,0 0-3 0,1 0-33 0,-1 0-94 16,1 0-22-16,-1 0-33 0,0 0-183 0</inkml:trace>
  <inkml:trace contextRef="#ctx0" brushRef="#br0" timeOffset="189054.57">5793 7117 1840 0,'0'0'197'0,"0"0"53"0,0 0-4 0,-1 0-152 0,1 0-81 0,0 0-31 16,-1 0-6-16,1 0 16 0,-1 0 5 0,-16-7-5 15,17 7 0-15,0 0-2 0,0 1 3 0,0-1 5 16,0 0 2-16,-1 1 1 0,1-1 5 0,-12 19 14 16,12-19 1-16,0 0 6 0,0 1 15 0,-15 16-3 15,15-17-2-15,0 0-1 0,-16 19 6 0,9-11-7 16,0 1 2-16,-1 0-5 0,0 3-15 0,-1 0-3 16,-2 1-6-16,0 1 2 0,-1 2-5 0,2-1-1 15,-1 1 6-15,-1 2-6 0,2 1-4 0,-2 3 0 16,1 1-1-16,-1-1 1 0,-1 1 11 0,2-2-8 15,0-1 1-15,1 0-4 0,0-2-1 0,1-2 2 16,0 1 0-16,2-3 1 0,-1 1-3 0,2-1 1 0,0-1 1 16,0-2 1-16,2-1 4 0,-1-3-6 15,1-1-2-15,0-1-9 0,4-5-93 0,0 0-131 16,0 0-20-16,-1 0-52 0,1 1-248 0</inkml:trace>
  <inkml:trace contextRef="#ctx0" brushRef="#br0" timeOffset="189404.61">6029 7024 3123 0,'-5'0'132'0,"0"1"-134"16,5-1-30-16,0 0-28 0,-1 1-47 16,-11 18 81-16,8-9-4 0,1 1 27 0,-2 2-7 15,0 4 1-15,-2 3 5 0,1 1-3 0,1 3 7 16,-2-1 1-16,-1 1-1 0,1-1 2 16,-1-1-2-16,-1-2 10 0,1-1 0 0,-2 1 6 0,1 0 4 15,-1 0-6-15,-1 1 0 0,1-2-2 0,0-1-4 0,3 0-8 16,1-2 0-16,0 0-1 0,1-3 4 0,0-1-3 15,0-1-1-15,2-2-3 16,-1 0-18-16,2-1-126 0,0-1 18 0,0-2-58 16,2-5-10-16,0 1-19 0,0-1-18 0,0 0-4 0,0 1-98 15</inkml:trace>
  <inkml:trace contextRef="#ctx0" brushRef="#br0" timeOffset="189680.7">6307 6963 1900 0,'0'0'319'0,"0"0"-60"16,-1 0 31-16,1 0-142 0,0 1-150 0,-1-1-11 16,-15 23-5-16,14-12 5 0,0 1 23 0,-2 2-5 15,0 2-1-15,-1 2-3 0,0 2-6 0,-2 2 7 16,0 2-1-16,-1 1 4 0,0 0-5 0,0 1 3 15,0 1-1-15,-1-2 1 0,0 0 6 0,0-2-7 16,-1 1 4-16,0 0-6 0,1 1 2 0,-1-3 2 16,-1-1 2-16,3-3-1 0,-2-1 2 0,2-2 4 15,1-2-6-15,0-3 4 0,1 0-23 0,2-3-123 16,1-1 3-16,3-6-51 0,0 0-69 0,0 0-158 16</inkml:trace>
  <inkml:trace contextRef="#ctx0" brushRef="#br0" timeOffset="189970.88">6621 6929 2438 0,'0'0'128'0,"0"0"163"0,0 0-233 15,0 0-53-15,0 1 4 0,-1 19-19 0,0-11 14 0,1 3-3 16,-1 2 2-16,-1 3-3 15,0 1-4-15,-2 0 0 0,1 1 0 0,-3 2 0 16,0 0 4-16,-1 3 1 0,-1 2 2 0,-3 0 0 16,0 0 3-16,0 0 2 0,-2 0-1 0,2-3 2 15,1 1-1-15,-1-3-1 0,1 0-4 0,2-2 2 0,-1-2 1 16,2-1-2-16,1-4 3 0,-1-1-5 0,4-2-37 0,1-2-90 16,2-7-10-16,0 0-33 0,0 1-95 0,0-1-95 15,0 1-55-15</inkml:trace>
  <inkml:trace contextRef="#ctx0" brushRef="#br0" timeOffset="190216.13">6959 6908 1387 0,'0'0'232'0,"0"0"-1"0,0 0 31 0,0 0-105 0,0 1-72 15,0-1-27-15,9 21-3 0,-7-12-6 0,-2 2-6 16,0 2-13-16,-1 1-1 0,-2 4-5 0,0 1-6 15,-1 1-2-15,0 2 2 0,0 0-1 0,-1 2 1 16,-1 0-3-16,0 3 1 0,-1-1-1 0,0 0-2 16,0 1-10-16,0-2 1 0,0-3-3 0,0 1 3 15,0-2 1-15,1 1-1 0,-1 0 2 0,2-2-8 0,0-1 8 16,1-3-3-16,1-3 4 0,0-1-26 0,2-3-116 16,1-9-5-16,0 0-46 15,0 1-84-15,0-1-117 0,0 1-120 0</inkml:trace>
  <inkml:trace contextRef="#ctx0" brushRef="#br0" timeOffset="190468.22">7370 7034 2131 0,'0'0'253'15,"0"0"-126"-15,0 1-22 0,0-1-30 0,7 19-57 0,-7-19 7 16,3 16 3-16,-3-6-2 0,-1 2-16 15,-1 3-4-15,-1 1-1 0,0 3 0 0,-1 1 7 16,-1 1 6-16,-3 1-3 0,-1 0 4 0,-1-1-8 16,1 0 3-16,0 0-2 0,-2-1 1 0,1 1-9 0,0-1-3 15,0 2 3-15,1-2-3 0,0-1 6 0,1-1-5 16,0-2-2-16,1-3-4 0,0-1-54 0,2-3-71 16,1-2-4-16,0-1-25 0,4-6-45 0,0 0-72 15,0 0-16-15,0 0-55 16,2-4-451-16</inkml:trace>
  <inkml:trace contextRef="#ctx0" brushRef="#br0" timeOffset="190700.98">7596 7109 2161 0,'0'0'353'0,"0"0"-211"15,0 0-16-15,0 1-60 0,-3 16-58 0,2-9 18 16,1 2-8-16,-1 1 12 0,-2 2-10 0,-1 1-10 15,0 2-3-15,-1 1-3 16,-1 1-5-16,0 0 3 0,-1 0 3 0,0-2 0 0,0 1-1 16,1-1 2-16,-2 1-4 0,2 0 3 0,-1-2-5 15,1-2 1-15,1 0 8 0,0-3-4 16,0 0 11-16,0-2-33 0,0-2-12 0,1 0-11 16,4-6-80-16,0 0-63 0,0 1-9 0,-1-1-24 15,1 0-112-15</inkml:trace>
  <inkml:trace contextRef="#ctx0" brushRef="#br0" timeOffset="190969.52">7788 7258 2925 0,'0'0'201'16,"0"0"-136"-16,0 1-8 15,-5 17-45-15,5-18-46 0,0 16 21 0,0-6 0 0,-3 2 9 16,1 0 4-16,-1 2 4 0,-1 1-4 0,0-1 2 16,0 0-1-16,0 0-2 0,-1 0 5 0,1-1-4 15,0 0 0-15,-1-2 3 0,0 0-2 0,0 0 4 16,1-2 1-16,0 0-2 0,1-1 2 0,0-2-2 16,0 1-11-16,1-2-81 0,1 0-16 0,1-5-31 15,0 1-130-15,0-1-166 0,0 1-132 0</inkml:trace>
  <inkml:trace contextRef="#ctx0" brushRef="#br0" timeOffset="191236.72">7834 7339 3285 0,'0'0'148'0,"0"0"-124"0,-1 0-10 0,1 0-34 16,-11 17-29-16,8-8 20 0,1 2 2 0,-2 2 7 15,-1 1 7-15,0 2-2 0,-2 1 5 0,2 1-3 16,-2-1 6-16,-1 0 10 0,1-1-4 0,0 1 6 16,0-1-2-16,0-1-1 0,1 0 1 0,0-3 0 15,1-1 4-15,0-1-7 0,2-2-3 0,-1-2-7 16,1 0-70-16,3-6-80 0,0 1-29 0,-1-1-24 15,0 1-173-15</inkml:trace>
  <inkml:trace contextRef="#ctx0" brushRef="#br0" timeOffset="193392.09">5296 7300 119 0,'0'0'221'0,"0"0"109"16,0 0 16-16,-1 0-56 0,0-1-145 0,1 1-46 16,-1-1 3-16,1 1-4 0,0 0-11 15,-1-1-16-15,1 1-5 0,-1-1-3 0,1 1-17 0,-16-17-5 16,16 17-3-16,0 0-1 0,0 0-6 0,0 0-17 16,0 0 8-16,0 0-12 0,0 0 3 0,0 0 3 15,0 0 1-15,0 0 4 0,0 0 26 0,0 0 12 16,1 0 5-16,-1 0 1 0,0 0 2 0,1 0 2 15,15-6-5-15,-16 6 3 0,0 0-16 0,1 0-4 16,17-4-8-16,-18 4 2 0,1 0-21 0,21-2-7 16,-22 2-3-16,16-1-2 0,-7 0-2 0,1 1-9 15,0-1 6-15,2-1-7 0,-1 1 2 0,2 0 2 16,-1-2 0-16,3 2 3 0,-1-1-2 0,2 0 4 16,1-1-1-16,0 2 4 0,0-2 17 0,0 1 4 15,2-1 4-15,-1-2-3 0,0 1 0 0,-1 0-6 16,1-1-6-16,2 2 0 0,1-2-6 0,0 1-8 15,1 0 5-15,-3 0-6 0,1 0 2 0,-1 0-2 16,0 0 0-16,-2 1 0 0,-1 0-3 0,-2 0 4 0,0 0-2 16,0 0 5-16,2 1-7 15,0-1 0-15,0 1 0 0,-2-1-1 0,1 1 7 16,0-1-6-16,-3 1 5 0,1-1-5 0,-1 1 7 0,-1 0-1 16,-1-1-1-16,-1 1 0 0,-1 1 2 0,-1 0 2 15,1-1-3-15,-8 2 3 0,0 0-7 0,0 0 4 16,16 0 1-16,-16 0 0 0,0 0-1 0,1 0-5 15,-1 0-1-15,1 0-1 0,-1 0-1 0,0 1-4 16,1-1-17-16,15 11-1 0,-16-11-96 0,0 0-81 16,0 0-16-16,0 0-29 0,0 0-113 0</inkml:trace>
  <inkml:trace contextRef="#ctx0" brushRef="#br0" timeOffset="195826.76">5321 7399 38 0,'0'0'846'16,"0"0"-323"-16,0 0 427 0,0 0-857 0,0 0-30 15,0 0-44-15,0 0 22 0,0 0-12 0,0 0 20 16,1 0-39-16,19-6-3 0,-20 6 1 15,0 0 1-15,20 0 18 0,-11-1 8 0,0-1 8 16,1 2 0-16,1-1 25 0,1-2-9 0,1 2-3 16,3-2-2-16,1 0-10 0,0 0-4 0,3 0-1 0,-1-1-3 15,1 1-17-15,0 0 2 0,0 1-8 0,-1-2 5 16,0 1-4-16,1 1-5 0,2-2 5 0,1 2-8 16,1 1-2-16,0-2 8 0,0 1-3 0,-1 0 4 15,1-1-6-15,-4 0 2 0,1 3-2 0,-2-1 1 16,0 0-4-16,0-1 3 0,1 0-2 15,-1 0 4-15,-2 0 4 0,-1 0-9 0,-1 2 4 16,-1-1-7-16,-1 1 4 0,0 0 1 0,-2 0-2 0,0-1 2 16,-2 0 3-16,-1 1-4 0,0 1 0 0,-1 0-2 15,-7-1 2-15,0 0-22 0,16 0-7 0,-16 0-11 16,0 0-58-16,1 0-38 0,-1 0-7 0,0 0-15 16,0 0-71-16,0 0-86 0,0 0-55 0</inkml:trace>
  <inkml:trace contextRef="#ctx0" brushRef="#br0" timeOffset="196205.55">5246 7634 3280 0,'0'0'86'0,"0"0"-96"15,0 0-6-15,0 0-27 0,6-5-1 0,3 5 32 0,3 0-5 16,2 0 11-16,1-1-20 0,4 1 13 16,1-1-1-16,4 0 7 0,-1 1 3 0,6-2 3 0,0 1 0 15,2 0 1-15,1 1 0 0,-1 0 5 0,0 0 5 16,-2 1 1-16,0 0 20 0,2 0-9 0,1 0 2 15,3 0-5-15,-2 0 1 0,-2 0-6 0,-3 0 3 16,0 0-4-16,-1 0-3 0,2 0-4 0,-1-1 1 16,0 0-1-16,-1 1 9 0,-4-1-12 0,-2 0 4 0,-2 0-6 15,-2-1 6-15,-1 0-4 0,-2 0 2 16,1 0-3-16,-2-1-6 0,-2 1-60 0,-1 0-11 0,-2 0-22 16,-8 1-90-16,0 0-86 0,0 0-6 0,1-1-49 15,-1 1-278-15</inkml:trace>
  <inkml:trace contextRef="#ctx0" brushRef="#br0" timeOffset="196577.44">5448 7261 3431 0,'0'0'104'0,"0"0"-104"15,0 0-12-15,0 0-27 0,0 0-17 0,0 0 45 0,14-7-7 16,-2 7 16-16,4 1-22 0,2 0 7 0,3-1 1 16,4-1 5-16,1 1 10 0,2-2 0 0,2 0-3 15,2-1 1-15,2 0-1 0,2-1 3 0,-1 1-1 0,-3-2 1 16,0 0 1-16,-1 1 4 0,0-1-1 0,0 1 2 15,1 0 1-15,-6 1 9 0,-2 0 3 0,-2 1 0 16,-3-1-2-16,0 1-8 16,0 0 1-16,-1 0-3 0,2 1-2 0,-5 0 2 15,1-1-2-15,-4 1 1 0,0 0-5 0,-2 0-89 16,-2 0-8-16,0 0-39 0,-2-1-107 0,-6 2-84 16,1 0-17-16,-1-1-61 0,0 1-479 0</inkml:trace>
  <inkml:trace contextRef="#ctx0" brushRef="#br0" timeOffset="196842.49">5877 7010 2404 0,'0'0'412'0,"0"0"-262"0,0 0-8 15,-1 0-42-15,0 0-134 0,1 0-12 0,0 0 2 0,8 14 2 16,2-9 43-16,1 1-5 0,4 0 4 0,1-1-5 15,1-1 1-15,2-1 4 0,2 2 1 16,1-3 2-16,0 1 9 0,-1-1 3 16,1-2 1-16,2-1 1 0,0-1 2 0,1-1-1 0,-1 1-1 0,-2-2 0 15,-2 0 2-15,-2 0-9 0,-2 0 3 16,-2 0-3-16,-3-1 5 0,-2 0-1 0,0 0-4 0,-2 0 0 16,0 0-29-16,-1 1-97 15,-1 0 0-15,-5 4-41 0,0 0-68 0,0-1-120 16,0 1-106-16</inkml:trace>
  <inkml:trace contextRef="#ctx0" brushRef="#br0" timeOffset="197095.15">5916 7099 2789 0,'0'0'482'0,"0"0"-374"15,0 0-9-15,0 0-20 0,0 0-107 0,15 5 18 16,-4-2-5-16,3 0 14 0,1 1 12 0,1-1-5 16,-1-1-3-16,2 1-1 0,-2 0-2 0,1 0 0 15,0 1 5-15,-1-2-2 0,0 0 5 0,-1 0-22 16,-1-1-14-16,0 0-6 0,-3-1-50 0,-1 1-6 16,-2-1 0-16,-7 0-5 0,1 0-23 0,-1 0-63 0,0 0-1 15,1-1-25-15,-1 1-51 0,1-1-426 0</inkml:trace>
  <inkml:trace contextRef="#ctx0" brushRef="#br0" timeOffset="197257.23">5899 7277 3171 0,'0'0'194'0,"0"0"-104"0,1 0-8 15,21 13-36-15,-9-9-48 0,4 0 12 0,2-1-3 16,1 2 6-16,0 0-12 0,-2 2 4 0,0-2-1 15,-1 2-3-15,0-3-58 0,0 0-138 0,1 0-23 16,0-1-50-16,-1 0-193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3-05T19:49:27.171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248 1608 1865 0,'-4'-4'48'0,"4"4"-50"0,0 0-3 0,0-1-7 15,-1 1-17-15,1-1-43 16,0 1 8-16,0 0-14 0,0 0 34 0,0 0 23 0,0 0 1 0,0 0 7 16,0 1 8-16,0-1 4 15,4 17 0-15,-4-17 4 0,0 1 26 0,0-1 8 16,0 1 6-16,17 17-1 0,-17-18 1 0,0 0 0 0,1 1-5 0,16 7 3 15,-17-8-9-15,0 0-3 0,17 4 0 0,-17-4-1 16,0 0-2-16,20 1-12 0,-20-1 4 0,0 0-6 16,23 3-1-16,-15-1-9 0,1 1-1 0,1-1-1 15,-1 2 4-15,2-2-4 0,0 0 2 0,1 0-2 16,1-1 7-16,-1 1-1 16,1 1 5-16,-1-2-3 0,2 1 2 0,-1-2 4 15,-1-1-6-15,1 0 5 0,0 0-4 0,0 1 4 16,-1-1 2-16,0 0 0 0,0-1 1 0,2 0-10 15,1-1 6-15,1 1-6 0,2 1 4 0,0-1-4 16,-1 1-1-16,0-1 0 0,-1 2 1 0,0-2-3 16,-1 1 1-16,0 1-2 0,0-1 5 0,-1-1-8 0,0 1 2 15,3 1-4-15,0 0 5 0,1-1 5 0,2-1 3 16,-2 0 0-16,1-1-3 0,-1 2 5 0,-1-1-4 0,0 2 4 16,-1 0-6-16,-1-1-4 15,2 0 4-15,0-1-5 0,0 0 6 0,3-1 1 16,-1 1-6-16,0 0 5 0,3 0-9 0,-3 0 4 15,1 0-2-15,-2 0 3 0,-1 0 4 0,-1 0 0 0,1 1 1 16,1-1-3-16,-1 0-6 0,1-1 2 0,1 1-1 16,0-1 3-16,1 2 2 0,-3 0-6 0,1 0 4 15,-2-1-5-15,0 1 2 0,1 1 0 0,-2-1 2 16,1 0 2-16,0 1 2 0,0-1-3 0,3-1-2 16,-1 1 1-16,2 1 1 0,-3-1 2 0,1 1-4 0,0-1 2 15,-2 1-11-15,-1-1 6 16,1 1 1-16,-1 0 1 0,-1 0 7 0,2 0-4 15,1 0-1-15,1-1-2 0,1 1 0 0,-2 0 0 16,1-1 4-16,0 1-2 0,-1 0 2 0,0 0 0 16,0 0-1-16,-1 0 1 0,-1 0-5 0,1 0 5 0,0 0-3 15,0 0 4-15,2 0-7 0,0 1 1 16,2 0-1-16,-2 0 2 0,0 0 0 0,-1-1 3 0,0 0-2 16,-2 0 2-16,1 0-5 0,-2 0 10 15,1 0-2-15,2 1 5 0,-1-1-6 0,2 0-1 16,0 1 3-16,0-1-3 0,0 0-1 0,-1 0-2 15,1 0 3-15,-1 1-3 0,-2 0-1 0,0 0 0 16,-1 1-2-16,1-1 2 0,0 0 2 0,0 0-1 16,3 1 0-16,0-1-1 0,0-1 0 0,-1 1 2 15,2 0 3-15,-3 0-1 0,1 0-1 0,0 1-3 0,-2-2-3 16,1 0 2-16,0 2 1 0,0-2-3 16,3 1 3-16,0 0-2 0,1-1 8 0,1 1-4 0,0-1-1 15,-1-1-1-15,-1 1-2 0,0 2 2 0,-1-2 3 16,0 0-2-16,-1 1 1 0,0 0 0 15,3 1-2-15,0-2 1 0,1 2 2 0,-2-2-1 16,1 0 0-16,0 2 0 0,-2 0-4 0,0 0 1 16,-2-1 1-16,0 0 0 0,1 1 2 0,0-1-1 15,2 0 0-15,2 0 0 0,0 0 6 0,1 0-8 16,-2 0 2-16,0 0-3 0,-1 0 2 0,-1 0 2 16,0 0-2-16,-1 1 2 0,1 0-3 0,2 0 1 15,0-1 0-15,1-1 1 0,0 2 0 0,-1-3-1 16,0 2 3-16,-1 1-2 0,1-2 3 0,-4 3-3 15,2-2-1-15,-1 0 0 0,0 0 5 0,3-1-3 16,1 1-1-16,1 1-1 0,-1-2 4 0,0 3-5 16,0-1 3-16,-2 0-4 0,0-1 8 0,-1-1-7 15,0 2 2-15,0-2-4 0,1 2 7 0,2-1 2 16,0 0-2-16,1 1 2 0,-2-2 6 0,1 0 2 16,-2 2 2-16,-1-1-2 0,0 1-8 0,-1 1-1 15,2-1 0-15,1-2-1 0,2 2 0 0,0-1-4 0,0 0 0 16,-1 1-1-16,-1-1 2 0,0 0 0 0,-1 0 0 15,0-1-1-15,0 0-1 0,1 1 6 0,1-1-3 16,1-1 6-16,1 0-1 16,1 0 7-16,-1 1-4 0,-1-1 3 0,0 0-11 0,-2 1 2 15,1 0-2-15,1 0 1 0,1-2-5 0,3 2 6 16,-2 0 3-16,1 0 0 0,0 0-5 0,-2 1 2 16,0-2-4-16,-2 1 3 0,2 0-3 0,1 0 3 15,3 0-3-15,0 0 2 0,-2-1-1 0,0 0 2 16,-2 1 4-16,-1 0-3 0,0-1-2 0,1 1 5 15,2-1-7-15,0 0 6 0,0 0-5 0,2 1 1 16,-2 0 4-16,-3-1-4 0,1 1-2 0,-2 0 5 16,0 0-2-16,4-2 3 0,0 2-2 0,0-2 1 15,0 2-4-15,0 0 4 0,-3-2-1 16,-1 2 1-16,0-1 2 0,-2 1-1 0,1-2 8 0,2 2-4 0,-1 0-3 16,2 0-1-16,0 0-3 15,-1 0-1-15,-2-1 5 0,0 0-4 0,0 0-1 0,-3 0 2 0,2 1-2 16,0-1 1-16,1 1 2 15,2-1-1-15,0-1-1 0,-2 1 0 0,0-2-2 0,-2 2 2 16,0-1 3-16,-1 2 0 0,-2 0 0 0,-1-1 0 16,0 2-3-16,1-1 3 0,0 0 2 0,2 0-4 15,-1-1 2-15,-1 1-4 0,2 2-1 16,-3-2-1-16,1 1 2 0,-2-1 0 0,2 0 4 0,-2 1-1 16,0 0-3-16,-1 0 2 0,-1 0-4 0,-1 1 0 15,0 0 2-15,0-1-1 0,-3-1 10 0,3 0-2 16,0-1 3-16,0 1-3 0,0 2 2 0,-2-1 2 15,1 0-4-15,-1 1 3 0,0-1-6 0,-3 0 3 16,2 1 1-16,-2-1 0 0,-5-1-4 16,0 0 10-16,0 0-7 0,1 0 9 0,16 1-5 0,-17-1 17 15,0 0 1-15,0 0 7 0,0 0 1 0,0 0-5 16,0 0 1-16,0 0-1 0,0 0-3 0,0 0-52 16,0 0 2-16,0 0-24 0,0 0-47 0,-1 0-32 15,1 0-13-15,-18-1-8 0,18 1-75 0,-1 0-205 16,1 0 809-16</inkml:trace>
  <inkml:trace contextRef="#ctx0" brushRef="#br0" timeOffset="4541.18">4046 3337 1893 0,'-5'-3'117'0,"5"3"-50"0,0 0 56 16,-1-1-156-16,1 1-6 16,0 0-12-16,0 0 5 0,0 0-3 0,0 0 5 0,0 0 9 15,1 0 28-15,-1 0 3 0,19 3 6 0,-19-3 5 0,0 0 6 16,1 0 0-16,19 9 5 0,-20-9 24 0,0 0-1 15,17 4 1-15,-17-4-3 16,1 0-7-16,18 1 2 0,-18-1-2 0,15-1 1 0,-7 0-6 16,1 1-1-16,0 0-2 0,-1 0 1 15,2-1-1-15,-1 0-4 0,1 0-1 0,1 0-2 0,0 1-5 16,1 0-2-16,-1-2-2 0,1 1 1 0,-1 0-4 0,1 0-6 16,0 1 3-16,1-1-4 0,1 1 8 15,0-1-6-15,1 1 0 0,1 0-1 0,0 0 5 0,1 0-4 16,-1 0 3-16,0 1-4 0,1-1 1 15,-1 0 0-15,-1 0 0 0,0 0 0 0,0 0 0 0,1 0 4 16,1 0 0-16,1 0 2 0,-1 0-8 0,-1-1 18 16,-1 1-6-16,-1-2 12 15,2 1-9-15,-2 1-8 0,0-1 2 0,-1 1-4 0,1-1 3 16,-3 1-2-16,2-1 1 0,-2 1-1 0,0-1 1 16,1 1-5-16,0 0 3 0,-1 0-3 0,0 0 1 0,0 1 4 15,-2-1-2-15,0 1 3 16,0-1 1-16,-1 1-2 0,0 0 2 0,-2-1-2 15,-1 1-1-15,0-1-1 0,-6 0 2 0,1 0 0 16,-1 0 7-16,18 2-5 0,-18-2 1 0,0 0-2 16,1 0 0-16,0 0-1 0,-1 0 0 0,17 4 0 15,-17-4-4-15,0 0 7 0,0 0-2 0,0 0 3 16,0 0 2-16,1 0 1 0,-1 0 2 0,1 0 1 16,-1 0 16-16,0 0-6 0,1 0 5 0,-1 0-6 15,1 0 4-15,0 0-8 0,-1 0 1 0,0 0-4 0,0 0-7 16,0 0 1-16,0 0-5 0,0 0 3 0,0 0-2 15,0 0 8-15,-1 0-1 0,-20-2 2 0,21 2-8 16,-14-1 3-16,4-1-7 0,-1 0 5 0,-2 1-9 0,-2-1-9 16,-3 0 7-16,-1 1-9 15,-2-2 6-15,-1 2 3 0,0 0-3 0,-1-1 3 16,2 2 6-16,-1-1 4 0,1 0-2 0,1 0 1 16,-1 1-5-16,1 0 0 0,-1 0 2 0,-1 1-1 0,3 0-5 15,1-1 2-15,2 1-4 0,0 0 4 0,0 0-3 0,0 1 3 16,0 0-1-16,-2 0 1 0,3 1 0 15,-3-1-4-15,1 1 3 0,0-1-2 16,-1 1 4-16,1 0 0 0,1-1-1 0,4 0 0 0,-1-1-4 16,2 1 10-16,1 0-6 0,0-1 8 0,1 0-8 0,0-1 8 15,1 0 0-15,1-1 1 0,1 1-3 0,6 0-1 16,-1 0 2-16,1 0-3 0,-1 0-10 0,1 0-5 16,0 0-3-16,-1 0 1 15,0 0-3-15,1 0 2 0,0 0-1 0,0 0 0 16,0 0 2-16,0 0 5 0,24-2-1 0,-13 1 3 15,1 0-3-15,3-1 3 0,-1 0-1 0,3-1 3 16,2-1 4-16,2 1-4 0,2 0 3 0,1-1-4 16,0 0 3-16,1 1 1 0,-2 0 1 0,1 1 0 15,-1 1-3-15,1 0 1 0,2 0 0 0,-1-1 1 16,2 1-2-16,-1 0 3 0,0 1-1 0,-2-1 2 16,0 0 1-16,0 1 1 0,0-1-1 0,1-1 0 0,1 1-3 15,-1-1 4-15,-1 0-3 0,-2 1 5 0,0-1-5 16,-3 0 3-16,-1-1-1 0,-2 2 1 0,0-2-3 15,0 2 7-15,0-1-1 0,-1 1 2 0,-2 0-6 0,-2-1-36 16,-1 2-31 0,-2 0-17-16,-2 0-224 0</inkml:trace>
  <inkml:trace contextRef="#ctx0" brushRef="#br0" timeOffset="7822.81">3958 3412 1102 0,'-5'-3'178'0,"5"3"-69"16,-1 0 88-16,0 0-185 0,1 0-7 16,-1 0-9-16,1 0-7 0,0 0-2 0,0 0 2 15,0 0 17-15,-1 0 3 0,1-1 8 0,0 1-5 16,0 0 17-16,0-1-1 0,0 1 5 0,0-1-3 15,1 1 8-15,18-10 15 0,-19 10-8 0,1 0 11 16,19 1-9-16,-12-2 9 0,0-2-8 0,2 2 7 16,1 1-18-16,-1-3 3 0,2 1-1 0,0-2 1 15,0 1-1-15,0 1-12 0,1 1-3 0,-1-1-4 16,3-2-10-16,2 2-3 0,-1-1 6 0,2 2-6 0,-2-1 0 16,2 1-4-16,-1 0-3 0,0 2 1 0,-1 0 1 15,0-1-1-15,0 1 4 0,1-1-3 0,0 0 0 16,4 0 5-16,0 0-5 0,1 0 6 0,1-1-1 0,-2-1-4 15,1 1 4-15,-2 0-3 0,0-1 7 0,-2 1 1 16,0-1 3-16,1 1-1 0,1-1 4 0,1 1-8 16,0 0-4-16,-1-1 2 15,0 1 3-15,-2 0-8 0,0 0 5 0,-2 1-7 16,0 1 3-16,0 0 1 0,-2 0 0 0,3-1-1 16,0 2-4-16,1-1 4 0,0-1-4 0,0 1 6 15,-1-1-4-15,-1 0 8 0,0 0 5 0,-1 0 2 16,0 0 15-16,-2 0-9 0,-2-1-1 0,2 1-4 0,-2 0-11 15,1-1-1-15,1 0-1 0,0 0 0 0,-1 1-1 0,0 0 0 16,-1 0 0-16,-1 0 0 16,1 0 5-16,-2-1-5 0,-1 1 2 0,1 0-3 15,-1 0 4-15,0 0 2 0,-1-1 2 0,-1 0-1 0,-1 0-6 16,-5 1 8-16,1 0-3 0,0 0 6 0,16-6 1 16,-17 6 0-16,0 0 0 0,0 0 2 15,1 0 4-15,-1 0-5 0,0-1-3 0,1 1-1 16,16-9-1-16,-17 9 6 0,0 0-1 0,0 0 3 15,0 0-4-15,0 0 4 0,0 0-1 0,0 0 1 16,0 0 4-16,0 0-2 0,0 0 5 0,0-1-5 16,0 1-2-16,0-1 7 0,0 1-4 0,0 0 5 15,0-1-6-15,-1 1 5 0,1-1-3 0,-1 1 5 16,-15-11-5-16,16 11 0 0,0 0-3 0,-18-1 0 16,18 1-12-16,-17 0-12 0,6 0 1 0,-2 1-6 0,-3 0-1 15,-1-1 2-15,-3 2-3 0,-2 0 3 0,-2 1 3 16,2-1 3-16,0 1 2 0,-1 0 0 0,-2-1 3 15,-3 1 1-15,-2-1-5 0,-2 1 1 0,2 2-1 0,3-1 2 16,1 0 0-16,-1-1 0 16,0 0-11-16,-3 0 10 0,-2 0-3 0,2 2 3 15,1 0-4-15,0 1 0 0,2-1 0 0,-2-1 0 16,-3 3-1-16,-2 0 4 0,1 1-1 0,0 3 2 0,2-2-3 16,1 1-2-16,0 0 3 0,-1-2-2 15,0 2 4-15,2-2-1 0,2-1 5 0,3 0-4 16,2-1-1-16,1-2 4 0,2 0-4 0,0-1 4 0,1 0-3 15,0-1 0-15,1-1 1 0,1 0-1 0,0-1-2 16,1 1 0-16,2-1-4 0,1 0 3 0,2 1 0 16,2-1 1-16,1 0 0 0,2 0-1 0,5 0-11 0,-1 0-1 15,0 0-1 1,1 0-1-16,-16 0-11 0,16 0-1 0,0 0 0 0,0 0 1 16,0 0-4-16,0 0-12 0,0 0 8 0,0 0-7 15,0 0 25-15,1 0 7 0,16-5-4 0,-17 5 5 16,17-3 5-16,-6 0-7 0,3 1 4 0,1-1-5 15,2 1 8-15,3-1 0 0,1 0 2 0,1 1-3 16,0-1-2-16,-1 1 4 0,1 0-3 0,0-1 3 16,0 1 1-16,4 0 0 0,1 0 0 0,2 0 1 15,0 1 0-15,-2-1-3 0,-3 1 4 0,0-1-4 16,0 1 7-16,1 0-4 0,2-1 0 0,2 0-3 16,-3 0 10-16,0-1-6 0,-3 2 2 0,-2-1-3 0,0 0 1 15,-2 0 7-15,1 0-1 0,2-1 3 0,-1 2-5 16,0-2 4-16,-1 2-4 0,-2-1 4 0,-1-1-10 15,-2 1 5-15,0 1-1 16,-3 0 3-16,-1 1 0 0,-1 0-1 0,-1-1 1 16,0 0 0-16,0 1 2 0,-2-1-2 0,1 2 2 15,-1 0-1-15,-2-2 4 0,-5 1-97 0,1 0-20 16,-1 0-38-16,20 0-161 0,-20 0-231 0</inkml:trace>
  <inkml:trace contextRef="#ctx0" brushRef="#br0" timeOffset="9002.82">6072 2950 1616 0,'-5'-6'378'0,"2"1"-166"15,3 5 188-15,0-1-497 0,0 1 9 0,0-1-22 16,0 1 68-16,0-1-1 0,0 1 18 0,1-1-3 16,10-15 5-16,-11 16-3 0,0 0 5 0,0 0 1 0,20 6 6 15,-20-6 3-15,14 4 1 0,-5-2 7 0,-1-1 19 16,1 0 5-16,2-1 8 0,0 1 31 0,-1-1-8 15,3 0-6-15,-1 1-1 0,1 1-27 16,1-3-9-16,0 1 5 16,0 1-6-16,2 0 2 0,-1 0-10 0,1-1 2 0,2 0-3 15,-1 2 11-15,-1-1-3 0,1 1-5 0,-2-1 2 16,0-1 2-16,-2 0 7 0,1 2 5 0,-3-1-3 16,0-1-8-16,-1 0 1 0,-2 1-3 0,0 1 3 15,0-1-3-15,-1 0 10 0,-1 0 2 0,-6-1 5 0,1 0 20 16,-1 0-8-16,0 0 3 0,1 0-5 0,0-1 5 15,14-6-3-15,-15 7 6 0,0 0-5 0,0 0 11 16,0 0-2-16,0 0-3 0,0-1 0 0,0 1-13 16,-1-1-19-16,-18-12-1 0,19 13-6 0,-1 0 6 15,-18-9-5-15,11 6 5 0,-1 1-6 0,-1-1 0 16,0 2 8-16,0-2-7 0,0-1 7 0,-2 2-7 0,1-1-5 16,-1 1 3-1,0 1-5-15,0-1 2 0,-1 1-9 0,0 0 0 16,0 2-4-16,1 0-3 0,0 1 8 0,0 0-4 15,-1-1 5-15,-1 2 3 0,0 0 3 0,0 0 4 0,0 0-1 16,1-1 0-16,0 1-1 0,2-1-2 0,2 1 2 16,-1-1 2-16,0 1 4 0,2-2 3 0,1 0-1 15,0 0 2-15,7-1-6 0,0 0 2 0,0 0-2 16,-1 0 4-16,-16 1 4 0,17-1-5 0,0 0 4 16,0 0-8-16,0 0-8 0,0 0 5 0,0 0-8 15,0 0 5-15,0 0-12 0,0 0 6 0,17-1-5 16,-16 1 14-16,14-3-6 0,-6 1 1 0,1 1-1 15,0-1 6-15,1 2-5 0,0-2 6 0,0-1-3 16,-1 2 9-16,0 0-3 0,1-1-5 0,-2 1 2 0,1 0-7 16,-1-1 6-16,-2 1 4 0,0 0-1 15,0 1 4-15,0-1-7 0,-7 1 1 0,0 0-2 0,16-2 7 16,-16 2-3-16,1 0 0 0,-1 0-1 0,0 0 1 16,18-2 3-16,-18 2-4 0,0 0 2 0,1 0-36 0,0 0-99 15,-1 0-12 1,0 0-37-16,1 0-126 0</inkml:trace>
  <inkml:trace contextRef="#ctx0" brushRef="#br0" timeOffset="10377.48">7600 3033 2276 0,'0'0'86'0,"0"0"-83"0,-1 0-25 0,1-1-67 15,0 1-35-15,0 0 80 0,0 0-2 0,0 0 25 16,0 0 14-16,0 0-11 0,0 0 1 0,0 0-5 16,0 1-7-16,0-1 8 0,1 1 11 0,18 14 0 15,-19-15 44-15,1 0 6 16,16 5 1-16,-16-5 2 0,-1 0 8 0,23 1 4 15,-13-1-1-15,-1 0 3 0,2 0-3 0,-2 0-11 16,2-1-2-16,1 0-4 0,-1 1-19 0,1-1-5 16,1 1 0-16,1 0-2 0,-1-1 0 0,0 1-7 0,1 0 2 15,-2 0-3-15,3 1-1 0,1-1-1 16,1 0 0-16,0 1 1 0,-1 0-2 0,1-1 3 0,-3 0-2 16,2 0 6-16,-2 0 23 0,2 0-13 0,-2 0 6 15,1 0-11-15,0-2-1 0,-1 1-2 0,1 0 1 16,1-1-1-16,1 0 1 0,1 0 0 0,-1-1 1 15,1 1 0-15,-3 0 1 0,0 0-7 0,-1-1 5 0,-1 2-4 16,-1-2 4-16,0 1 5 16,-1 2-3-16,2-1 4 0,-2 0-7 0,0 0-2 15,0 1-1-15,0 0 0 0,0 0-3 0,1 1 2 0,1-1 0 16,0 0 1-16,-1 0 1 0,0 0-6 16,0 1 2-16,-2-1-2 0,0 0 8 0,0 0 1 0,-1 0-3 15,0 0 2-15,-1 1-1 0,0-1-2 0,0 0 2 16,-2-1-2-16,1 1-2 0,0 0 5 0,0 0 2 15,-7 0 0-15,1 0 0 0,16 0-2 0,-17 0-2 16,0 0 2-16,18-1 1 0,-18 1-2 0,1 0 4 16,16-2-3-16,-17 2 9 0,1 0-3 0,0 0 1 15,15-3-2-15,-16 3-1 0,1 0 1 0,-1 0-1 16,0 0 1-16,1 0-3 0,-1 0-1 0,17-3 3 16,-17 3-1-16,0 0-2 0,0 0 1 0,0 0-5 15,0 0 3-15,1 0-1 0,0 0-5 0,-1 0 4 16,0-1-4-16,0 1 3 0,1-1-1 0,-1 1 0 15,1 0-1-15,0-1-1 0,-1 1 2 0,16-11-5 16,-16 11 2-16,0 0-5 0,0 0 2 0,0 0 1 16,0 0 0-16,1 0 2 0,-1 0 1 0,0 0-4 0,1 0 1 15,-1 0 1-15,0 0-3 0,1 0 4 0,0 0-4 16,-1 0 2-16,16-6 4 16,-16 6-1-16,0 0 1 0,0 0-4 0,0 0-3 15,0 0 1-15,0 0-5 0,0 0-29 0,0 0-55 16,0 0-9-16,0 0-17 0,0-1-61 0,0 1-117 15,0-1-46-15</inkml:trace>
  <inkml:trace contextRef="#ctx0" brushRef="#br0" timeOffset="18119.28">1439 1714 96 0,'-8'-3'686'15,"0"1"-290"-15,8 2 348 0,0 0-803 0,0 0 13 0,0 0-23 16,0 0 27-16,0 0 16 0,0 0-7 0,0 0 23 16,1 1 18-16,19 8-3 0,-20-9 9 0,15 8-2 15,-7-4-5-15,-1 0-2 0,2 1 1 16,0-1 15-16,0-1 12 0,1 1 2 0,0-2 2 0,-1 0 7 15,0 0-3-15,1-1 4 0,1 0-4 0,-1 0 2 16,1-2-9-16,1 2 0 0,-1-1-3 0,0 0-5 16,-1-1-15-16,2 1 3 0,0 1-8 0,-1-1 1 15,1 0-6-15,-1 1-1 0,2 0 0 0,2 1 1 16,0 0 3-16,2 0-2 0,-2-1 0 0,1 1-7 0,0 0 4 16,1-1 1-16,-1 0 3 0,1 1 3 0,-3-2-4 15,1 1-4-15,0 0 1 0,0-1 1 0,1 0 0 16,2 0 1-16,1 0-2 0,0 0 1 0,-1 0-2 15,2 1 7-15,-2-1-5 16,-1 1 7-16,1-1-2 0,-1 1-1 0,-2 1 1 16,2-1 1-16,-1-1-4 0,3 1 0 0,1-1-2 15,1 1 0-15,0-1 0 0,0-1 1 0,-1 1 1 16,-1-1 2-16,-1 1-4 0,-1-1 3 0,1 1-3 16,-1 0 1-16,2 0 1 0,0-1-4 0,2 1 2 15,-1 0 3-15,1 0-1 0,0 0-1 0,-2 0 1 16,0 0 0-16,0 0-3 0,0 0 4 0,0 0-4 15,2 0 7-15,0-1-7 0,1 0 2 0,-1 1-2 16,2-1 1-16,-1 0 3 0,-2 0-5 0,0 0 4 16,-2 0-1-16,0 0-1 0,1 0 1 0,1 0-1 15,2 1 3-15,1-1-3 0,0 1 4 0,0-2-4 16,-1 1-4-16,1 0 5 0,-1-1-1 0,-2 0 4 0,2 0-8 16,2 0 4-16,0 0-2 0,2 0 4 0,0 0 2 15,-1 0-4-15,-1 0 2 0,-2 1-3 0,-2 0 1 16,0 0 0-16,1 1 1 0,1-1 1 0,2 0-1 15,-1 0 4-15,0 1-5 0,-1 0 3 0,-2 1-4 16,-1 0 4-16,-1-1-1 0,-2 1 2 0,0 0 0 0,1-1 46 16,-1 1 13-16,0 0 8 0,-1 0 3 15,0-1-51-15,-2 1-6 0,0 0-10 0,-1 0-1 0,-1 1 0 16,-2 0 1-16,-1 0-1 0,-1 0-2 16,-1 0 2-16,-6-2 3 15,0 0 0-15,1 0 13 0,0 0-161 0,-1 1-9 0,0-1-69 16,1 1-175-16</inkml:trace>
  <inkml:trace contextRef="#ctx0" brushRef="#br0" timeOffset="21620.06">5957 2973 1398 0,'-3'-4'268'0,"3"4"-125"0,0 0 138 0,-1-1-352 15,1 1 1-15,0 0-11 0,0-1 50 0,0 1-2 16,0-1 17-16,0 1 10 0,0 0 8 0,0 0 9 16,0 0 0-16,1 0 21 0,-1 0 13 15,17 0 4-15,-17 0 4 0,1 0 18 0,-1 0-5 16,17 8-5-16,-17-8 1 0,1 0-14 0,17 7 0 16,-18-7-2-16,1 0 0 0,21 8-11 0,-14-8 1 15,4 1-3-15,-1-1 3 0,2 0 4 0,2-2-7 16,1-1 3-16,1-1-5 0,2-1-6 0,0 1-12 15,1-1 3-15,-3 1-5 0,1-1-6 0,-1 1 14 0,-2 0-2 16,0 0 7-16,-2 0 5 0,0 1-9 0,0 1 0 16,0 0-4-16,0 0-2 0,0 0-5 0,-1 0-2 15,1 1-1-15,-2 0-6 16,0 0 2-16,-1 0 1 0,-1 0 0 0,1 1 6 16,-2 1-9-16,-1-1 6 0,0 0-6 0,-1 0 6 15,-6 0-4-15,1 0 0 0,-1 0-6 0,19 2-65 0,-19-2-137 16,1 0-43-16,-1 0-60 0,1 0-481 0</inkml:trace>
  <inkml:trace contextRef="#ctx0" brushRef="#br0" timeOffset="31745.18">6049 2964 1012 0,'0'0'165'16,"0"0"-72"-16,0 0 82 0,0 0-222 0,0 0 17 16,0 0-6-16,0 0 26 0,0 0 6 0,0 0-3 15,2 19 12-15,-2-19 6 0,0 0 0 0,0 0 1 16,1 0-3-16,-1 0-7 0,17 10 12 0,-17-10-8 0,1 0 36 16,0 0 20-16,19 10 2 0,-20-10 7 15,0 0 17-15,20 7-2 0,-20-7-3 0,0 0 1 0,20 4-9 16,-19-4-24-16,14 1 7 0,-6 1-14 0,1 0-13 15,-1-1-11-15,2 1-6 0,0-1 0 0,0 0-7 16,1 0-10-16,1 0 7 16,-1 1-7-16,0 0 10 0,1-2-5 0,-1 1-1 15,2-1 0-15,0 0 5 0,3 0-6 0,-1-1 6 16,-1 0-6-16,-1 0 1 0,0 0 7 0,0 0 1 0,-1 0 5 16,0 0 17-16,-2 0-11 0,0 1 0 0,-1-1-4 0,0 1 0 15,0 0-7-15,0 0 0 0,-1-1-3 0,1 1 2 16,-1-1 1-16,0 1 3 0,-1 0-4 0,2 0-8 15,-1 1 7-15,0-1-6 0,-1 0 8 0,-1 0-7 16,-1-1 8-16,-6 1 4 16,0 0 1-16,0 0 7 0,18-1-2 0,-18 1 0 15,0 0 0-15,0 0-3 0,1 0 2 0,-1 0-5 16,1 0 5-16,-1 0-2 0,0 0-1 0,1 0 6 0,-1 0-2 16,1 0 14-16,-1 0-9 0,1 0 4 0,-1 0-6 15,0 0 3-15,0 0-4 0,0 0-5 0,0 0 1 16,0 0-9-16,-1-1-1 0,1 1 2 0,-1 0-3 15,1-1 4-15,-1 1-7 0,-16-15 1 16,17 15-2-16,0 0 6 0,-1 0-6 0,1 0 4 16,0 0-3-16,-17-11 7 0,17 11-3 0,0 0-3 15,0 0 0-15,-1 0-5 0,-16-6 8 0,17 6-2 16,-1 0 2-16,1 0-8 0,-1 0-1 0,-16-6-1 0,17 6 0 16,-1 0-2-16,0 0-26 0,1 0-5 0,-1 0-14 15,1 0-76-15,-16-7-77 0,16 7-20 0,0 0-35 16,0 0-248-16</inkml:trace>
  <inkml:trace contextRef="#ctx0" brushRef="#br0" timeOffset="39185.51">7654 3012 2135 0,'0'0'99'0,"0"0"-61"0,0-1-24 0,0 1-63 16,0 0-45-16,0 0 66 0,0 0 1 0,0 0 20 0,1 0 2 15,-1 0 9-15,0 0 4 0,1 0 2 0,17-2 2 16,-18 2 7-16,1 0-1 0,16 1 5 0,-17-1 22 16,0 0 11-16,19-1 1 0,-19 1 2 0,0 0 1 0,18-6-11 15,-18 6-1-15,1 0-3 0,20-7-3 16,-13 4-11-16,1 1-1 0,1 0-5 0,0-1-8 0,1 0-4 15,0-1 1-15,1 0-3 0,1 2 3 0,1-1-6 16,0 1-2-16,1-1 0 16,0 0-6-16,0 0 3 0,2 0-2 0,-1 2 3 15,1-1-2-15,-1 1-2 0,2 1 0 0,-2-1 0 0,1 0 1 16,-1 1 4-16,-2-1 1 0,1 0 0 0,2 0 1 16,0 1 3-16,1 0-2 0,-2 0 2 0,-1-1-1 15,-1 0 0-15,0 0 1 0,-1 1 0 0,0-1 5 0,0 1-4 16,1 1-4-16,-1-1 1 0,-1 0-7 15,-1 0 4-15,2 0 7 0,-1 1-3 0,1 1 8 0,-2-2 3 16,1 0-6-16,0-1 6 16,-2 1-5-16,-1-2 5 0,1 1 0 0,-2 1-1 15,-1-2-7-15,1 3 0 0,-1-2 0 0,0 0 0 16,-2 1-3-16,1-1-2 0,-6 1-1 0,1 0 0 16,-1 0 3-16,17-5 1 0,-17 5-2 0,0 0 2 0,1 0-6 0,-1 0 8 15,0 0 0-15,0 0 2 16,1 0 7-16,0 0 3 0,-1 0 0 0,0 0 1 15,1 0-3-15,-1-1-4 0,1 1-3 0,-1-1 0 16,0 1-13-16,0-1-1 0,0 1-1 0,0 0 0 16,-1-1-1-16,1 1-2 0,-16-16-1 0,16 16 1 0,0 0 2 0,-17-4-7 15,17 4 4-15,0 0-5 16,-22-6 0-16,14 4-2 0,-2 0-4 0,-2 0 2 16,0 1 1-16,-2-1 1 0,0 1 4 0,-1 1-3 15,1 0-1-15,0-1 6 0,1 1-3 0,1 0 4 16,-1 1-7-16,0 0 8 0,0 0-3 0,0 0 5 15,0 0-6-15,0-1 2 0,-1 2 1 0,2 0-1 0,-3-1 3 16,1 1 1-16,0 1 0 0,-1-1 1 0,2 0-3 16,1-1 5-16,-1 0-5 0,1 1 4 0,-1 0-1 15,1 0 0-15,-1 0 1 0,1-2-1 0,0 1 0 16,0-1 3-16,1 0-2 0,0 2 2 0,0 0-4 0,-1-2 1 16,1 0 3-16,0 0-1 15,0 0-1-15,1 0 4 0,1 0-3 0,2 0 2 16,-1 0-5-16,3 0 1 0,5 0-1 0,0 0 2 15,0 0-1-15,-1 0 0 0,-15 2-2 0,16-2-1 16,0 0-4-16,0 0 3 0,0 0-1 0,0 0 1 16,0 0-10-16,0 0 3 0,0 0-1 0,0 1 2 15,0-1 4-15,0 1 0 0,0-1 3 0,14 17-2 16,-14-17 4-16,15 4 1 0,-5-2 0 0,0 0 0 16,0-1-2-16,2 0-2 0,0 0 4 0,1 0-1 0,2 0 3 15,-1 1-1-15,2-1-3 0,-1 0 2 0,1 1 5 16,1-1-6-16,-1 0 1 0,0 0-3 0,0-1 6 15,2 0 0-15,1 0-1 0,0 1 0 0,0 0-1 0,-1 0-1 16,0 0 1-16,-2-1-1 16,1 1 0-16,-2-1 5 0,0 0 0 0,1 0 2 15,-3 0-2-15,2 0-1 0,0-1-2 0,0 2 1 16,-1-1 1-16,-1 0 5 0,0-1-1 0,-3 0 2 16,2 1-6-16,-3 0 1 0,0 0 1 0,-2 1 0 15,1-1 7-15,-2 0-10 0,1 0 3 0,-2 1-5 16,-5-1 8-16,1 0-8 0,-1 0 3 0,0 0-4 0,18-1 8 0,-18 1 0 15,0 0-1-15,0 0 1 16,0 0 6-16,1 0-45 0,-1 0-7 0,0 0-23 16,0-1-105-16,0 1-119 0,0-1-36 0,0 1 87 15,-13-19 1232-15</inkml:trace>
  <inkml:trace contextRef="#ctx0" brushRef="#br0" timeOffset="48087.61">3741 4145 1256 0,'0'0'270'0,"0"0"-116"16,-1 0 138-16,0 0-314 0,1 0-6 0,-1 0-7 15,1 0 3-15,0 0-3 0,-1 0 5 0,1 0 18 0,0 0 23 16,0 0-2-16,0 0 10 0,0 0-3 0,0 1-9 16,17 10 10-16,-17-11-8 0,0 0 23 0,20 6-3 15,-20-6-4-15,17 3 2 0,-7-1 0 0,-2-2 14 16,2 1 0-16,0-2 4 0,0 1 2 0,1 0-4 15,1-2 1-15,2 0-2 0,3 0-2 0,0-2-13 16,1 1 1-16,3-2-6 0,-1 0-4 0,0-1-10 16,0 1 1-16,0 1-4 0,0-1-3 0,-1 0 2 15,0 0 2-15,1 0-2 0,0-1 0 0,1 0 4 16,1-1-4-16,-2 0 4 16,1 1-3-16,0 0 4 0,-1-2-1 0,0 1 2 15,0 0-1-15,-2-2-2 0,1 3 5 0,1-2-2 16,0 1 9-16,0-2-1 0,-2 0-2 0,-1 0 1 15,0-1 5-15,-4 1 0 0,0 0 6 0,-1-1-4 16,-2 0 2-16,-1 0 4 0,-1-1 0 0,-1 1 2 16,-2 0-4-16,0 0 3 0,-2 0-4 0,0-1 5 15,-1 0-7-15,-1 1 2 0,0 0 1 0,-2 0 0 16,0-1-2-16,-3 1-4 0,-1 0-5 0,0-2 3 16,0 2-14-16,-3-3 0 0,1 1-2 0,-1 2 1 0,0-2 0 15,-1 0-5-15,-1 1 3 0,0 0-3 16,0 0 11-16,-1 1-10 0,0-1 5 0,-2 1-6 0,0 0 8 15,-1 1-8-15,-2 1 3 0,-1 1-4 0,0 0-8 16,0 0-5-16,-2 2-2 0,0-2 0 0,-2 2-1 16,-2 1-5-16,-1 0 7 0,-1 1-5 0,-1 0 16 15,0 1 4-15,2 1-1 0,3 1 2 0,1 0 6 16,0 0-3-16,2 1-1 0,1 0-2 16,1 2-7-16,1 0 1 0,0 2-5 0,0 1 2 15,-1 0-16-15,2 3-10 0,0 1 1 0,3 4-3 0,0 2 15 16,1 2-2-16,1 3 5 0,1 1-4 0,0 2 10 15,1 1 0-15,2 1 2 0,1 0-1 0,1 0 4 0,3 2-1 16,1 0 2-16,3 0-2 0,2 0-1 0,3-2 6 16,0-2-1-16,3-1 3 0,3-1 7 0,2 0-2 15,1-1 1-15,4 0-5 0,1-1-55 0,1-2-247 16,2-1-37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3-05T19:50:25.055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5698 5122 962 0,'0'0'94'16,"0"0"12"-16,-1 0-2 0,1 0-39 0,0 0-45 0,-1 0 18 15,1 0-4-15,0 0 12 0,0 0-15 0,-1 0 15 16,1 0 0-16,0 0 7 0,0 0 17 0,0 0-21 16,0 0 6-16,1 0-13 0,-1 0-12 0,17-1 7 15,-17 1 1-15,2 0 5 0,-2 0 12 0,15 2 0 16,-15-2 2-16,1 0 0 0,0 0 5 0,-1 0-8 16,17 1-4-16,-17-1 0 0,1 0-11 0,-1 0-11 15,17 4-1-15,-17-4-4 0,1 0-3 0,16-1-8 16,-17 1-1-16,0 0-3 0,21 0-2 0,-21 0 0 15,1 0 6-15,16-2-5 0,-17 2-3 0,1 0 5 16,16-1-5-16,-17 1 5 16,0 0 3-16,0 0-5 0,1 0 10 0,0 0-7 15,14-2 20-15,-15 2 7 0,0 0-5 0,0 0 5 16,0 0-6-16,0 0 5 0,0 0 1 0,0 0 0 16,0 0 1-16,0 0-4 0,0 0 1 0,0 0-1 0,-1 0 4 15,-17-3-28-15,18 3 8 0,0 0-14 0,-19 0 11 16,18 0-10-16,1 0 2 0,-22-2-4 0,14 1 6 15,0 0-4-15,1 1 4 0,-1 0-6 0,1-1-12 16,1 1 5-16,6 0-3 0,0 0 5 0,0 0 7 16,-1 0-4-16,-16-2 2 0,17 2-3 0,0 0-1 15,0 0-10-15,0 0 2 0,0 0-4 0,0 0-5 0,0 0 1 16,0 0-1-16,0 0 1 0,0 0-1 0,0 1 11 16,1-1-6-16,-1 1 7 0,18 10-7 0,-18-11 4 15,1 0 3-15,15 5-4 0,-16-5-41 0,1 0-151 16,19 6-4-16,-19-6-58 0,15 1-114 0</inkml:trace>
  <inkml:trace contextRef="#ctx0" brushRef="#br0" timeOffset="1024.91">6362 4798 792 0,'-5'-5'458'15,"0"1"209"-15,5 4-12 0,0 0-619 0,0-1-97 0,0 1-30 16,-1-1 4-16,1 1 4 0,0 0 33 0,0-1-3 16,0 1 3-16,0-1-1 0,0 1 13 0,1 0 14 15,18-3 5-15,-18 3 5 0,14 4 23 0,-7-3 33 16,0 1-5-16,1-1 15 0,1 1 11 0,-2 0 8 15,1-1-5-15,-1 1 2 0,2 0-22 0,0 0-7 16,0 0-1-16,1-1-2 0,0 2-14 0,0-1-11 16,3 0-1-16,2-1-3 0,1 1-6 0,3 0 1 15,-1 0-1-15,0 0 0 16,0-1 7-16,-1 0-5 0,1 0-1 0,-1-1-2 16,-2 0-3-16,1-1 14 0,3 0 0 0,-1 0 6 15,2-1 5-15,1 0 3 0,-2-1-1 0,-1 1 0 16,0-1-9-16,-2 0 3 0,0 0-3 0,-2 0 1 15,2 1-7-15,-2-1-3 0,1 1 0 0,0 0-2 16,0-1 5-16,0 2-7 0,1 0 4 0,-2-1-6 16,0 2-1-16,-1 0 6 0,-2 0-5 0,-1 0 7 15,1 0-7-15,-4 0 3 0,2 0 0 0,-1 1 2 0,-3-1 2 16,-6 0 9-16,1 0-1 0,-1 0 3 0,20 1-5 16,-20-1-2-16,0 0 1 0,0 0-1 0,0 0 5 15,1 0-5-15,-1 0 4 0,1 0-4 0,16 0 3 16,-17 0 1-16,0 0 1 0,0 0 3 0,0 0 12 0,0 0-1 15,0 0-1-15,0 0 1 0,0 0 1 0,0 0-2 16,0 0-1-16,0 0 1 0,-1 0 0 0,1-1-14 16,0 1 4-16,-20-13-9 0,20 13-3 0,0 0-12 15,-22-8 2-15,13 5-7 16,-1 0-5-16,-1 0 1 0,-3 0 0 0,0 1 1 16,0-1 10-16,-2 1-3 0,-1 0 3 0,-2 0-3 15,0 0 2-15,0-1 4 0,1 0 0 0,1 1 2 16,1 1-2-16,0-1 1 0,0 1-2 0,-1 0 1 15,2 0-5-15,0 1 3 0,0 0 4 0,2 0-2 16,-1 1-5-16,2-1 2 0,3 1-9 0,-2 0 8 16,3 0-4-16,2 1-9 0,6-2 5 0,-1 0-6 15,1 0 3-15,-1 0-7 0,-15 10 2 0,16-10-5 0,0 0 0 16,0 0 2-16,0 0 2 0,0 1 2 0,0-1 7 16,1 0 1-16,17 19-4 0,-11-17 4 0,1 1 4 15,1-1 4-15,0 0 2 0,-1-1-1 0,1 1-5 16,-1-1 4-16,2 0-8 0,-1-1-6 0,1 1-142 15,-2-1-75-15,1 0-45 0,0-1-11 0,1 0-217 0</inkml:trace>
  <inkml:trace contextRef="#ctx0" brushRef="#br0" timeOffset="3102.86">5986 5119 4 0,'0'0'2'16</inkml:trace>
  <inkml:trace contextRef="#ctx0" brushRef="#br0" timeOffset="5028.81">5984 5084 583 0,'0'0'254'15,"0"0"-167"-15,0 0-22 0,0 0-32 0,0 0 10 0,0 0 14 16,0 0-7-16,0 0 5 0,0 0-35 0,0 0-7 15,0 0 5-15,0 0-6 0,1 1-2 16,0-1 8-16,15 14-1 0,-16-14 6 0,0 0 12 0,0 0 11 16,1 0 0-16,17 7 3 0,-18-7-2 0,0 0-2 15,1 0-4-15,16 1 2 0,-17-1-2 0,0 0-23 16,17 1 4-16,-17-1-11 16,0 0-8-16,17-3 9 0,-17 3-2 0,1 0 4 15,16-1-3-15,-17 1-7 0,0 0 5 0,18 0-3 16,-18 0 8-16,0 0 12 0,1 0-9 0,16-2 10 15,-17 2-9-15,0 0 9 0,0 0 2 0,1 0 2 16,-1 0-1-16,0 0 5 0,1 0-4 0,-1 0 4 16,2 0-7-16,-2 0 6 0,0 0-6 0,0 0 5 15,0 0-13-15,0 0-9 0,0 0 3 0,0 0-6 16,0 0-8-16,0 0-14 0,0 0 2 0,-2 0-4 16,-19-2 14-16,21 2 3 0,-1 0 0 0,-20 0 1 0,19 0-5 15,2 0 4-15,-20 2 3 0,20-2 2 0,0 0 7 16,-23 4-10-16,23-4 3 0,0 0-5 0,-21-2-1 15,21 2 1-15,-1 0 0 0,-16 0 1 0,17 0 0 16,0 0-5-16,-1 0-1 0,1 0-1 0,-18 5 7 16,18-5-7-16,0 0 4 0,0 0-6 0,-1 0 2 15,1 0 9-15,0 0-5 0,0 0 7 0,0 0-9 16,0 0-5-16,0 0 3 0,0 0-2 0,0 1 9 16,0-1-1-16,0 0 5 0,1 0-3 0,15 5-1 0,-16-5 3 15,0 0-3-15,1 0 3 16,19-2-2-16,-20 2 5 0,0 0-3 0,18-3 3 15,-18 3-8-15,1 0 5 0,16-5 4 0,-17 5 0 16,0 0 5-16,18-6-2 0,-18 6-5 16,0 0 3-16,16-3 4 0,-16 3 2 0,0 0 2 0,1 0-2 0,-1 0 5 15,0 0 6-15,17-4-2 0,-17 4 3 0,0 0 3 0,0 0-4 16,0 0 5-16,0 0-6 0,0 0 2 16,0 0 2-16,0 0-4 0,0 0 2 0,0 0-10 0,0 0-3 15,0 0 0-15,0 0-1 16,0 0-5-16,0 0-7 0,0 0-2 0,0 0 0 0,-1-1-6 15,-18-8-3-15,19 9 3 0,0 0-2 0,0 0 4 0,-1 0 5 16,-15-4-3-16,16 4 4 0,0 0-1 16,0 0-5-16,-1 0 4 0,0 0-3 15,-17-5 2-15,18 5-4 0,0 0-1 0,0 0-2 16,0 0-3-16,-1 0 2 0,0 0 2 0,1 0 0 16,0 0 2-16,0 0-2 0,-1 0-1 0,0 0 0 15,1 0-3-15,-1 0 0 0,1 0-3 0,0 0 2 16,-1 0-10-16,0 0-3 0,1 0 3 0,0 0-2 15,0 0 19-15,0 0-3 0,0 0 5 0,0 0-4 16,0 0 4-16,0 0-9 0,0 0 2 0,19 7-3 16,-19-7 13-16,1 0-1 0,-1 0 0 0,20 2-1 15,-20-2 2-15,0 0 6 0,17 0-4 0,-17 0 5 16,0 0-4-16,1 0 6 0,17-1 0 16,-18 1 1-16,1 0-1 0,-1 0-1 0,0 0 2 15,1 0-1-15,-1 0 2 0,16-3 6 0,-16 3 0 0,0 0 3 16,0 0 6-16,0 0 4 0,0 0-2 0,0 0 0 15,0 0-15-15,0 0-14 0,0-1-4 0,0 1-3 16,0 0-10-16,0-1-2 0,0 1-2 0,-19-9 1 16,19 9 4-16,0 0 5 0,-21-2 7 0,21 2-3 15,0 0 5-15,-19 0 1 0,19 0-4 0,-1 0 3 16,1 0-1-16,-19 3 0 0,19-3-2 0,-1 0 3 16,1 0 2-16,0 0 2 0,-17 3-1 0,17-3 0 15,0 0-6-15,0 0 3 0,0 0 2 0,-1 0-1 16,0 0-3-16,1 0-3 0,0 0 2 0,0 0-1 15,-17 6 2-15,17-6-1 0,0 0-3 0,0 0 2 16,0 0-6-16,0 0-3 0,0 0 3 0,0 0-3 16,0 0 0-16,0 0-1 0,0 1 5 0,0-1-2 0,0 1 11 15,0-1-4-15,0 1-3 0,1-1 0 0,0 1-5 16,15 11 10-16,-16-12-2 16,1 0 4-16,-1 0-4 0,21 1 7 0,-21-1-3 15,0 0 3-15,19-2-8 0,-18 2 6 0,15 0 2 16,-8-1 0-16,2 1 2 0,-3-1 0 0,-1 1 0 15,1 0 1-15,-2-2 0 0,-5 2 10 0,1 0-7 0,-1 0 9 16,17-2-6-16,-17 2 4 0,0 0 0 0,0 0 1 16,0 0 1-16,1 0 9 0,0 0 0 0,-1 0 3 15,0 0-7-15,0 0-1 0,1 0-5 0,0 0 1 16,-1 0-15-16,0 0-8 0,0 0 1 0,0 0-4 16,0 0-3-16,0-1 1 0,0 1-3 15,-1-1 2-15,0 1-3 0,1-1 6 0,-20-7 2 16,20 8 1-16,0 0 12 0,-18-2-7 0,18 2 3 15,0 0-3-15,-21 0 3 0,21 0 3 0,0 0-1 16,-18-1 1-16,18 1 1 0,0 0-7 0,-16-1 4 0,16 1-3 16,-1 0 6-16,1 0-2 0,-18-1-3 0,18 1 0 15,-1 0 1-15,0 0 0 0,1 0 0 0,-18-1 0 16,18 1-7-16,0 0 8 0,-1 0-4 0,1 0 3 16,0 0-4-16,-1 0-3 0,1 0 7 0,-1 0-6 15,1 0-1-15,0 0-5 0,-1 0 3 0,0 0-2 16,1 0 11-16,0 0 4 0,0 0-3 0,-1 0 5 15,0 0-12-15,1 0-1 0,0 0 0 0,0 0 1 16,0 0 0-16,1 1 2 0,16 6-3 0,-17-7 4 16,1 0-6-16,16 2 6 0,-17-2-4 0,1 0 4 15,18-1 2-15,-19 1 0 0,0 0 5 0,19-1-2 16,-19 1 2-16,1 0-1 0,17-1 1 0,-18 1 1 16,0 0 10-16,1 0-2 0,15 1 1 0,-16-1 0 15,0 0-3-15,0 0 17 0,0 0-9 16,1 0 13-16,-1 0-10 0,1 0 8 0,0 0-4 15,-1 0 2-15,0 0-22 0,0 0-15 0,0 0 3 16,0 0-7-16,0 0-4 0,0 0 7 0,0 0-6 16,-1 0 8-16,-20 0-1 0,21 0 5 0,-1 0 1 15,-18 0 2-15,19 0 4 0,0 0-2 0,-20 0 2 16,20 0-3-16,0 0 2 0,-19 1 0 0,19-1-1 16,-1 0 0-16,-18 0-4 0,19 0 1 0,-1 0 1 15,-16-1-1-15,17 1 2 0,0 0 2 0,-1 0-2 16,-16 0 4-16,17 0-4 0,0 0-6 0,0 0 0 0,0 0-2 15,-1 0 2-15,0 0-4 0,1 0 2 0,-1 0-3 16,1 0 1-16,0 0 1 0,-1 0 0 0,1 0 0 16,0 0 1-16,-1 0-1 0,1 0-3 0,0 0 1 15,0 0 2-15,0 0-4 0,0 0 6 0,0 0-6 16,0 0 7-16,1 0-2 0,-1 0 4 0,19 4-2 16,-19-4 3-16,0 0 2 0,1 0 1 0,19-1 1 15,-20 1 5-15,1 0-3 0,-1 0-4 0,20-4 1 16,-20 4-7-16,0 0 7 0,1 0 4 0,18-2 0 15,-19 2 2-15,0 0 0 0,0 0 3 0,1 0-1 16,18-3 7-16,-19 3-3 0,0 0-3 0,0 0 2 16,0 0 4-16,0 0 2 15,1 0-1-15,-1 0 0 0,1 0-7 0,-1 0 0 0,0 0-1 0,1 0-1 16,-1 0-3-16,1 0 7 0,0 0-1 16,-1 0 3-16,0 0 0 0,1 0 0 0,-1 0-1 15,1 0 0-15,-1 0-8 0,0 0-7 0,1 0-1 16,-1 0-4-16,0 0-15 0,0 0-11 0,0 0-10 15,0 0-1-15,0 0-41 0,0 0-46 0,0 0-9 0,0 0-20 16,0 0-100-16,0 0-303 0</inkml:trace>
  <inkml:trace contextRef="#ctx0" brushRef="#br0" timeOffset="5545.87">6044 5102 685 0,'0'0'391'0,"0"0"189"16,0 0-16-16,0 0-544 0,0 0-86 0,0-1-22 0,0 1 3 15,0 0 17-15,0 0 59 0,0 0-51 0,0 0-8 16,0 0-20-16,1 0-66 0,0 0-90 0,-1 0-75 16</inkml:trace>
  <inkml:trace contextRef="#ctx0" brushRef="#br0" timeOffset="10168.69">7768 3019 1448 0,'0'0'67'0,"0"0"-66"0,0 0-23 0,0 0-68 16,0 0-21-16,0 0 85 0,16 2 1 0,-16-2 15 16,1 0-10-16,15 0 29 0,-16 0-10 0,1 0 16 15,20 3-5-15,-21-3 18 0,0 0 6 0,21 2 4 16,-21-2 14-16,1 0 0 0,20 0 1 0,-21 0-1 15,16 1-9-15,-8-2-10 0,1 1 0 0,0 0-4 16,-1 0-10-16,2-1-1 0,0 1-3 0,0 0 2 0,-1-1-7 16,1 1 7-16,0-1 2 15,0 1 2-15,0 0-1 0,-1 0 7 0,0 0-8 0,0-1 7 16,1 1-14-16,-2 0 2 0,0 1 0 16,0 0 1-16,1 0-7 0,1 0-4 0,1 1-3 15,0-1 2-15,-1 1-2 0,2-1 0 0,-2 1 0 0,1-1 0 16,0-1 6-16,-1 1-2 0,1 0 2 0,-1 1-1 0,0-2 7 15,-1 1 5-15,1-1-1 0,-1 0 2 0,1 0-2 16,0 1-5-16,-1-1-1 0,1 1-1 0,-2-1-2 16,1 0 1-16,0 1 3 15,0-1-2-15,-1 0 5 0,0 0-6 0,0 0-1 16,-1 0-2-16,2 0-1 0,-3 1 4 0,0-1 0 16,0 0 1-16,-1 0-3 0,-5 0 4 0,1 0-1 0,0 0 3 15,16 0-10-15,-17 0 11 0,1 0-7 0,-1 0 9 16,0 0-6-16,1 0-2 0,16-3-2 0,-17 3 0 15,0 0 1-15,0 0-2 0,0 0 3 0,1 0-2 16,-1 0 3-16,0 0-6 0,1 0 4 0,-1 0-4 16,1 0 1-16,-1 0 7 0,0 0-6 0,1 0 6 15,-1 0-8-15,1 0 7 0,0 0-3 0,-1 0 3 16,0 0-11-16,1 0 6 0,-1-1-3 0,0 1 6 16,1-1-6-16,-1 1 2 0,1 0-1 0,-1-1 0 0,1 1-3 15,0-1 3-15,-1 1-1 0,16-10 2 0,-16 10 0 16,0 0 4-1,0 0 1-15,0 0-2 0,0 0-7 0,0 0 4 16,0 0 0-16,0 0 3 0,0 0 0 0,0 0-5 0,0 0-1 16,0 0 1-16,0 0 1 0,0 0-1 0,0 0 2 15,0 0-2-15,0 0 0 0,0 0 0 0,0-1-1 16,0 1 1-16,0 0 4 0,0 0-6 0,0-1 6 16,0 1-6-16,0-1 7 0,0 1-3 0,0 0-1 15,0 0 0-15,0 0 0 0,0 0-2 0,1 0 1 16,-1 0-2-16,0 0 2 0,0 0-2 0,0 0 2 0,0 0-2 15,0 0-2-15,0 0 0 0,1 0 0 0,-1 0 0 16,0 0-3-16,0 0-21 0,0 0-20 0,0 0-4 16,0 0-112-16,0 0-151 0,0 0-106 0</inkml:trace>
  <inkml:trace contextRef="#ctx0" brushRef="#br0" timeOffset="11703.47">6168 6523 1505 0,'0'0'218'0,"-1"0"-72"0,0 0 102 16,1-1-227-16,0 1-12 0,-1 0-28 0,1 0-3 15,-1 0-2-15,1 0 0 0,-1 0-13 0,1-1 16 16,0 1 3-16,-1 0 5 0,0 0 13 0,1 0 12 15,0 0-1-15,0 0 6 0,0 0 10 0,0 0 14 16,0 0-6-16,0 0 10 0,0 0-5 0,0 0-3 16,0 0-5-16,18 6 0 0,-18-6-16 0,1 0-7 15,17 0 2-15,-18 0-5 0,0 0-6 0,21 2-4 16,-21-2 0-16,16 1-10 0,-6 1-94 0</inkml:trace>
  <inkml:trace contextRef="#ctx0" brushRef="#br0" timeOffset="13875.72">5995 7287 1253 0,'0'0'244'0,"0"0"-78"15,-1 0 115-15,-16-1-242 0,17 1-14 0,0 0-28 0,0 0 3 16,0 0-1-16,0 0 4 0,0 0-3 0,0 0 15 16,-1 0-5-16,1 0 8 0,0 0 1 0,0 0-2 15,0 0 8-15,0 0-6 0,0 0 5 0,0 0-1 16,1 0-2-16,19-4 2 0,-20 4 8 15,1 0-7-15,16-4 1 0,-17 4-4 0,0 0-6 0,19-4-8 16,-19 4 3-16,0 0-4 0,18-3 2 16,-18 3-3-16,0 0 3 0,1 0-3 0,17-4 2 0,-18 4 14 15,0 0-8-15,1 0 11 0,18-2-2 16,-19 2-13-16,0 0 7 0,17-3-9 0,-17 3-3 16,0 0 4-16,1 0-6 0,15-5 4 0,-16 5-7 0,1 0 7 15,-1 0 2-15,0 0 1 0,1 0-9 16,-1 0-17-16,17-5-38 0,-17 5-2 0,0 0-216 0</inkml:trace>
  <inkml:trace contextRef="#ctx0" brushRef="#br0" timeOffset="14492.51">6194 6497 1416 0,'0'0'226'0,"-1"0"81"0,1 0-3 16,-1-1-209-16,-16-14-78 0,17 15-38 16,0 0 1-16,0 0 3 0,0 0 7 0,0 0-19 15,0-1-2-15,0 1-3 0,0 0 13 0,0-1 17 16,0 1 1-16,0 0 6 0,0 0 15 0,0 0 15 15,0 0 0-15,0 0 5 0,0 0 2 0,0 0 3 0,0 0 1 16,0 0 0-16,0 0-11 0,1 0-8 0,-1 0-4 16,1 0 1-16,-1 0-12 0,19 6-3 0,-19-6-4 15,0 0 2-15,0 0-5 0,0 0 5 0,17 4 0 16,-17-4 0-16,1 0-6 0,-1 0 1 16,1 0 1-16,16 2 0 0,-17-2 2 15,0 0-5-15,1 0 4 0,-1 0-3 0,0 0 1 0,16 5-48 0,-16-5-50 16,0 0-6-16,0 0-208 15</inkml:trace>
  <inkml:trace contextRef="#ctx0" brushRef="#br0" timeOffset="16618.68">6372 6950 263 0,'0'0'149'16,"0"0"85"-16,0 0 19 0,0 0-120 0,0 0-42 0,0 0-23 16,0 0-7-16,0 0 1 0,0 0-16 0,0 0-5 15,0-1 3-15,0 1-4 0,0-1 20 0,0 1-3 16,0-1 5-16,0 1-5 0,0-1 2 16,0 1-6-16,0-1-5 0,0 1 0 0,0 0-3 0,0-1-9 15,0 1 5-15,0-1-8 16,1 1-12-16,18-16-6 0,-19 16-3 0,1 0 0 15,17-2-3-15,-18 2 1 0,1 0 0 0,18-1 0 16,-19 1 1-16,1 0 3 0,18-2-4 0,-19 2 2 0,0 0-7 0,20-2 1 16,-20 2 2-16,0 0-1 0,19 0 1 0,-19 0-7 15,0 0 2-15,0 0-3 16,20-2 8-16,-20 2 1 0,1 0-1 0,0 0 1 16,-1 0-2-16,0 0 6 0,18-4 4 0,-18 4-1 15,0 0 6-15,0 0-4 0,0 0-1 0,0 0-1 16,0 0 2-16,0 0-4 0,0 0 4 0,0 0-5 0,0 0-2 15,0 0-6-15,0 0-1 0,0 0-1 16,0-1 0-16,0 1-7 0,-1-1 3 0,0 1-5 16,1 0-1-16,-1 0-3 0,-17-7 0 0,18 7 0 0,0 0 1 0,-1 0-4 15,-15 2 5-15,16-2-3 0,0 0 14 0,-16 2-3 16,15-2 1-16,1 0-1 0,-20 3 1 0,20-3 2 16,-1 0-4-16,-18 2 2 0,19-2 3 0,0 0 5 15,0 0-2-15,-20 0 3 0,20 0-3 16,-1 0 1-16,1 0 0 0,-1 0-1 0,-16-1-2 15,17 1 0-15,0 0 7 0,0 0-5 0,0 0 2 16,0 0-17-16,0 0-1 0,0 0-5 0,0 0 1 0,0 0-4 16,0 0 3-16,0 0-3 0,1 0-1 0,20-1 8 15,-21 1-3-15,0 0 5 16,16 0 10-16,-16 0-1 0,1 0 2 0,15-2-3 16,-16 2-2-16,0 0 1 0,1 0 1 0,17 0 0 15,-18 0 2-15,1 0 0 0,-1 0 2 0,18-4-1 16,-18 4 4-16,0 0 2 0,1 0-6 0,-1 0 5 15,17-1-3-15,-17 1 5 0,0 0 2 0,0 0 1 16,0 0 3-16,0 0 13 0,0 0 0 0,0 0 3 16,0 0-5-16,0 0-2 0,0 0 0 0,0 0-1 0,0 0-9 15,0 0-2-15,0 0-4 0,-1 0 3 0,-16 0-3 16,17 0-5-16,0 0 0 0,-1 0-2 0,-20 3 0 0,21-3-8 16,0 0 5-16,-20 4-7 0,20-4 9 0,0 0 2 15,-19 5-2-15,19-5 1 0,-1 0-2 0,-16 7 1 16,17-7 3-16,0 0-1 15,-1 0 3-15,-16 5-5 0,17-5-5 16,0 0 1-16,0 0-1 0,0 0-15 0,0 0 2 0,0 0-7 16,0 0 5-16,0 0 1 0,0 1 0 0,0-1-1 15,1 0-10-15,17 7 3 0,-18-7 2 0,1 0 1 0,21 0 10 0,-21 0 10 16,-1 0 0-16,23-3 3 16,-14 2 2-16,-1-2 1 0,-1 2-4 0,1-1 3 15,-1 0-1-15,0 0 10 0,-1 0-2 0,1 1 3 16,-2-1 0-16,1 0 4 0,-6 2 2 0,1 0 0 15,0 0-3-15,-1-1-2 0,18-9 1 0,-18 10 1 16,0 0 6-16,0 0-6 0,0 0 1 0,0 0-3 0,0 0 5 0,0 0-5 16,0 0 1-16,0 0-2 0,0 0-3 0,0 0 1 15,0 0-4 1,0 0 2-16,0 0-13 0,-1 0 3 0,1 0 0 0,0 0 1 0,-19-6-4 16,19 6 3-16,0 0 1 0,0 0 0 0,-1 0 0 0,1 0 2 15,0 0-2 1,-17-1 2-16,17 1 4 0,0 0-8 0,0 0 6 0,0 0-6 0,0 0 0 15,0 0 2-15,-1 0-2 16,1 0 3-16,0 0 0 0,-1 0-11 0,1 0 1 0,-1 0-4 16,1 0 2-16,0 0 5 0,0 0-3 15,0 0 2-15,0 0-5 0,0 0 12 0,0 0-5 16,0 0 6-16,1 0-3 0,-1 0 3 0,1 0 0 0,17-7 1 0,-18 7-1 16,0 0 1-16,0 0 1 0,0 0 2 0,1 0 1 15,-1 0-1-15,1 0 1 0,0 0-1 0,-1 0 3 16,0-1-7-16,0 1 3 15,1-1-4-15,15-9 3 0,-16 10-1 0,0 0 0 16,0 0 0-16,0 0-2 0,0 0 1 0,0 0 0 16,0 0 2-16,0 0 3 0,0 0-5 0,0 0 2 0,0 0-3 0,0 0 5 15,0 0-4-15,0 0 1 0,0 0-2 0,0 0 1 16,0 0 0-16,0 0-2 0,0 0-2 0,0 0-27 16,0 0-30-16,-1 0-6 15,0 0-10-15,1 0-52 0,-1 0-88 0,1 0-31 0</inkml:trace>
  <inkml:trace contextRef="#ctx0" brushRef="#br0" timeOffset="19299.75">6470 6914 146 0,'0'0'154'0,"0"0"-28"15,0 0 68-15,0 0-87 0,0 0-31 0,0 0-31 16,0 0-32-16,0 0-6 0,0 0 1 0,0 0-17 16,0-1-28-16,0 1-17 0,0-1-17 15,0 1-199-15</inkml:trace>
  <inkml:trace contextRef="#ctx0" brushRef="#br0" timeOffset="21421.61">5603 7268 879 0,'0'0'119'0,"0"0"308"0,-1 0-347 0,1 0-59 15,-1 0-2-15,1 0-16 0,-1 0 7 0,1 0-9 16,0 0 7-16,0 0-8 16,-1 0 2-16,1 0 8 0,0 0-6 0,0 0 8 15,0 0-8-15,0 0 17 0,0 0 2 0,0 0 6 16,0 0 27-16,0 0 8 0,0 0-2 0,0 0 4 16,0 0-10-16,0 0-10 0,0 0 0 0,0 0-4 0,0 0-4 15,0 0-7-15,0 0-1 0,0 0-2 16,0 0-3-16,0 0-10 0,1 0 7 0,-1 0-8 15,0 0-4-15,0 0 3 0,1 0-3 0,15 6 5 16,-16-6 0-16,0 0-1 0,0 0-3 0,0 0 0 0,1 0-2 16,-1 0-2-16,1 0 3 0,0 0-2 0,-1 0 12 15,18 8-7-15,-18-8 2 0,1 0-5 0,0 0-4 16,-1 0 4-16,20 3-4 0,-20-3 2 0,0 0-9 16,17 1-1-16,-17-1 2 0,0 0 0 0,17 1 4 15,-17-1-1-15,1 0-1 0,16-3 0 0,-17 3-1 0,0 0 5 16,16-1-2-16,-16 1 2 0,1 0-7 15,-1 0 6-15,19 1-4 0,-19-1 7 0,1 0-7 0,15 1 3 16,-16-1 2-16,1 0 0 0,17 0 4 0,-18 0-7 16,0 0 3-16,18-2-4 15,-18 2 1-15,1 0-1 0,18-2-1 0,-19 2 2 16,0 0 7-16,18-4-8 0,-18 4 1 0,1 0-3 16,18-2 4-16,-19 2-4 0,0 0 3 0,23-3-3 15,-23 3 6-15,0 0-6 0,22-1 1 0,-21 1-3 16,0 0 2-16,20-1 4 0,-20 1 0 0,-1 0 1 0,21-3-8 15,-21 3 4-15,0 0 0 0,21-4 4 0,-21 4 4 16,1 0-2-16,21-1 6 0,-22 1-4 0,0 0 10 0,19-4-2 16,-19 4-1-16,1 0 1 0,17-4-2 0,-18 4-6 15,0 0-1-15,17-4-1 16,-17 4-6-16,1 0 0 0,16-3 4 0,-17 3-3 0,1 0 5 16,15-2-7-16,-16 2 4 0,0 0-4 0,19-1 1 15,-19 1 6-15,0 0-8 0,22-1 5 0,-21 1-9 16,14-1 3-16,-15 1 2 0,1 0 0 0,21-2 6 0,-22 2-6 15,1 0 1-15,22-3-2 0,-23 3 1 0,16-1 13 16,-16 1-6-16,1 0 6 0,22-3-10 0,-23 3-2 16,0 0 4-16,24-2-5 0,-24 2 0 0,0 0 2 15,21-4-4 1,-21 4 2-16,0 0-1 0,25-1 4 0,-16 0 0 16,2 1 1-16,1 0-9 0,-1 0 1 0,0-1 5 0,1 1-1 15,-1 0-1-15,-1 0 7 0,2 0-9 0,-2 0 8 0,2 0-6 16,-1 0 6-16,-1-1 0 0,1 0 1 15,0 0-6-15,-2 0 0 0,2 0 0 0,-1-1 3 16,0 0 1-16,0 1 0 0,2 0 0 0,2-1 0 0,-1 2-4 0,0-2 2 16,1 0-1-16,-2 1 2 0,1-1 6 15,-2 1-9-15,1 1 2 16,-1-1-3-16,1 0 0 0,-2 0 1 0,1 1 2 0,-1-1 1 0,-1 1-3 16,1 0 3-16,-2 0-4 15,2 0 4-15,-2 0-3 0,1-1 0 0,1 1 1 0,0 0 0 16,2 0 8-16,1-1-4 0,-3 0 0 0,2 1-1 15,-2-1 1-15,0 0 3 0,0 1 4 16,-3-1-2-16,2 1 7 0,-2 0-4 0,0 0-2 0,1 0 0 16,-1 0-2-16,0 0-1 0,1 0-1 0,-1 0-2 15,0 0 0-15,0 0 0 0,-1 0-2 0,-6 0 0 16,0 0-5-16,16 0 2 0,-16 0 5 0,1 0-2 0,17 1-2 16,-18-1-1-16,0 0 0 0,17 0 1 0,-17 0 8 0,0 0-6 15,18 0 2 1,-18 0-1-16,1 0 16 0,17 0 4 0,-18 0-2 15,0 0 1-15,18-1-9 0,-18 1-6 0,1 0 0 0,-1 0-1 16,20-3 4-16,-20 3-8 0,1 0 3 0,0 0-5 16,18-2 0-16,-19 2 5 0,1 0-3 0,-1 0 3 15,17-2-6-15,-17 2 0 0,1 0 0 0,-1 0 0 16,0 0 0-16,19-3 7 0,-19 3 1 0,0 0 1 0,1 0-7 16,-1 0 0-16,1 0-2 0,15-3 2 0,-16 3 3 15,0 0-4-15,0 0 3 0,1 0-4 0,-1 0 7 16,1 0-7-16,-1 0 4 0,16-4-4 0,-16 4 3 15,0 0-1-15,0 0-2 16,1 0 0-16,0 0 7 0,-1 0-4 0,0 0 1 0,1 0-3 16,-1 0 2-16,1 0 0 0,-1 0 2 0,0 0-1 15,1 0 4-15,-1 0-8 0,1 0 3 16,0 0-4-16,-1 0 3 0,0-1 1 0,0 1-2 16,1 0 2-16,0 0-4 0,-1 0-3 0,0 0 1 0,1 0-1 15,-1 0 4-15,1 0-4 0,0 0-1 0,-1 0-5 0,0 0-30 16,0 0-5-16,0 0-7 15,0 0 4-15,0 0-6 0,0 0-30 0,0 0 1 16,0 0-14-16,0 0-43 0,0 0-57 0,0 0-26 16,0 0-23-16,0 0-234 0</inkml:trace>
  <inkml:trace contextRef="#ctx0" brushRef="#br0" timeOffset="24200.1">6364 6942 299 0,'0'0'251'0,"0"0"126"0,-1 0 11 0,1-1-207 15,0 1-111-15,-1 0-33 0,0-1-2 0,1 1 10 16,-1 0 4-16,-16-12-33 0,17 12-3 0,0 0-9 0,0 0-4 16,0 0 1-16,0 0 5 0,0 0-2 0,0 0 15 15,1 0-7-15,0 0 3 0,-1 0-2 0,19-2 11 16,-19 2-8-16,0 0 2 0,1 0-4 0,19 1-8 16,-20-1 12-16,0 0-4 15,20 0 6-15,-20 0-7 0,1 0-6 0,21-2-2 0,-22 2 0 16,2 0-1-16,20-3-1 0,-22 3 1 0,16-2-1 15,-15 2-3-15,0 0 6 0,21-4-3 0,-22 4 4 16,0 0-4-16,19-2 2 0,-19 2-2 0,1 0 3 0,14-1 2 16,-15 1-2-16,1 0 5 0,-1 0-4 0,1 0 15 15,17-4-7-15,-18 4 1 0,0 0-4 0,0 0 2 0,0 0 8 16,0 0-1 0,0 0 3-16,0 0 0 0,0 0 6 0,0 0-1 15,0 0 2-15,0 0-9 0,0 0 5 0,0 0 3 0,-1 0 1 16,0 0-3-16,-16-3-12 0,17 3-3 0,0 0-2 15,-1 0-6-15,-17-2-3 0,18 2 1 0,-1 0-1 16,-17 0 7-16,18 0-4 0,0 0 5 0,-20-1-5 16,20 1 0-16,0 0-3 0,-16 0-2 0,16 0-1 15,-1 0 2-15,1 0-2 0,-1 0 2 0,-16 1-2 16,17-1 1-16,0 0-4 0,0 0 0 0,-1 0-2 0,0 0 6 16,1 0-7-16,-1 0 1 0,1 0-4 0,0 0 0 15,-1 0-9-15,1 0 8 0,0 0-9 0,0 0-3 16,0 0 5-16,0 0-4 0,0 0 6 0,1 0 0 15,16 4 2-15,-17-4-3 0,1 0 3 0,19 0-4 16,-20 0 10-16,16-2-1 16,-8 1 5-16,0 1 5 0,0-1 0 0,0 0 1 15,1 1-1-15,-2-1 4 0,-1-1-4 0,2 1-1 16,-1 0-1-16,0 0 1 0,-7 1 7 0,0 0 3 0,1 0 0 16,16 0-4-16,-17 0 11 0,0 0 0 15,0 0 4-15,0 0-14 0,0 0 17 0,0 0-9 16,1 0 12-16,-1 0-10 0,0 0-3 0,0 0-2 0,0 0-1 15,0 0-7-15,0 0-4 0,-1 0-3 0,1 0 0 16,-17-1-6-16,17 1 5 0,-1 0 0 0,-20 1 2 16,12 1 4-16,0-1 2 0,-1 0 1 0,2 1-2 15,0-2 0-15,1 0-1 0,1-1-1 16,6 1 0-16,-1 0 0 0,1 0-3 0,-21 2 4 0,21-2-3 16,0 0 8-16,0 0-7 0,-1 0 1 0,-17 2-2 0,18-2-1 15,0 0-7-15,0 0 2 16,0 0-4-16,0 0-5 0,0 0-16 0,-1 0-3 15,1 0-5-15,0 0-3 0,0 0 17 0,0 0 3 0,0 0 5 16,0 0 5-16,0 0 4 0,1 0-4 16,-1 0 4-16,17 8 12 0,-17-8-3 0,0 0 4 15,1 0-4-15,20-2 3 0,-21 2 0 0,0 0 2 16,18-3-2-16,-18 3 3 0,0 0-4 0,0 0 3 16,17-5-3-16,-17 5 11 0,0 0-2 0,1 0 0 15,-1 0 0-15,0 0 2 0,17 0 3 0,-17 0 0 16,0 0 0-16,0 0-6 0,0 0 11 0,0 0-6 15,0 0 7-15,0 0-1 0,0 0-7 0,0 0 5 0,0 0-5 16,0 0 3-16,-1 0-3 0,1 0-4 0,0 0 0 16,-1 0-13-16,-15 3-7 0,16-3-7 0,0 0 0 15,0 0-32-15,-1 0-29 0,-15 4-4 0,16-4-17 16,-1 0-114-16</inkml:trace>
  <inkml:trace contextRef="#ctx0" brushRef="#br0" timeOffset="26655.69">7479 6623 1446 0,'0'0'294'15,"0"0"-106"-15,0-1 140 0,0 1-323 0,0 0-7 0,0-1-28 16,0 1 22-16,0-1 0 0,1 1 7 0,17-10-10 16,-18 10 0-16,1 0-1 0,-1 0 1 0,21-4 11 15,-21 4-1-15,0 0 2 0,21-1-3 0,-20 1 8 16,-1 0-2-16,21-4-2 0,-21 4 1 0,1 0 0 16,15-2 2-16,-16 2 3 0,0 0-2 0,1 0-6 15,18-1 1-15,-19 1 0 0,0 0 1 0,1 0 1 0,-1 0-5 16,0 0-1-16,1 0-3 0,16-1-20 0,-17 1-156 15,0 0-11-15,0 0-62 0,1 0-140 0</inkml:trace>
  <inkml:trace contextRef="#ctx0" brushRef="#br0" timeOffset="26880.26">7525 6680 1202 0,'0'0'199'0,"0"0"-27"0,0 0 39 0,0 0-138 15,0 0-75-15,0 0 2 0,0 0 0 0,1 1 5 16,12 16 20-16,-13-17-17 0,0 0 3 0,0 1-7 16,22 12 11-16,-22-13 0 0,1 0 2 0,20 8-1 15,-13-5 15-15,-2-2 3 0,2 0 2 0,-1 0 0 16,-1-2 12-16,2 1-3 0,0-1 0 0,-1-1-3 0,0 1-14 16,1-1-18-16,-2-1 7 0,2 1-12 15,-1-1-3-15,0 1 3 0,1-1-9 0,-1 1 6 16,0-1-16-16,0 1-6 0,0-1-2 0,-1-1-12 0,1 3-127 15,1-2-175-15,-1 0-61 0</inkml:trace>
  <inkml:trace contextRef="#ctx0" brushRef="#br0" timeOffset="27517.29">8309 6552 1959 0,'0'0'110'0,"0"0"188"0,0-1-257 0,0 1-61 16,-7-17 9-16,7 17-24 0,0 0 29 0,0 0 5 15,0 0 1-15,0-1 0 0,1-16 9 16,-1 17-2-16,0 0 4 15,0-1-2-15,0 1 15 0,-1-1 2 0,1 1 1 0,0 0 0 16,-18-17-1-16,18 17-8 0,0 0 0 0,0 0-4 16,-20-4-10-16,20 4-4 0,0 0-2 0,-17 3-2 15,17-3-8-15,0 0 6 0,-18 8-4 0,18-8 3 16,-1 1-23-16,-18 15 4 0,13-8-6 0,0 1 7 16,-2 2-4-16,1 1 11 0,-1 1 0 0,1 1 4 15,-1 1-4-15,1 1 13 0,-1 0-6 0,1 2 9 16,0 0-2-16,1-2-3 0,2 1 5 0,-1-2-6 15,2 0 6-15,1-1-2 0,1-2 4 0,1-1-3 16,2-1 9-16,0-2 15 0,2 0-6 0,0-1 9 16,0-2-8-16,3 0-3 0,-2-2-2 0,3-1-1 15,0-1-19-15,1 0 5 0,0-1-5 0,1 0 6 16,0 0-4-16,0-2 10 0,0 0-1 0,-1-2 4 16,1 0-4-16,0 1 0 0,-1-1-1 0,-1-1-1 15,0 0-17-15,-1 1-6 0,-1-2-11 16,0 1 2-16,1-1-31 0,-1 1-25 0,0-1-4 0,0 0-11 0,0 2-44 15,-1-1-2-15,1 0-13 0,0 0-3 0,0 0-136 16</inkml:trace>
  <inkml:trace contextRef="#ctx0" brushRef="#br0" timeOffset="28048.18">8458 6545 2303 0,'0'0'88'0,"0"0"63"0,0-1-161 15,0 1-63-15,0-1 13 16,0 1-24-16,1 0 60 0,14-17 0 0,-15 17 3 15,1 0-1-15,17-4 12 0,-17 4 6 0,-1 0 2 16,23-4 0-16,-22 4-1 0,16-2 5 0,-17 2-2 16,0 0 4-16,23-1 7 0,-23 1 11 0,0 0 4 15,0 0 0-15,18-1 0 0,-18 1-3 0,0 0-2 0,1 0 0 16,0 0-11-16,-1 0-6 0,0 0-2 16,17 5-1-16,-17-5-9 0,0 0-1 0,0 0-4 0,0 0 3 15,0 1-6-15,8 19 3 0,-8-20-1 0,0 1 1 16,0 19 10-16,0-20 3 0,0 1 3 0,-4 22-1 15,3-14-2-15,-1 0-1 0,1-1 0 0,1 1-1 16,-1 0-3-16,1-1 5 0,1 2-1 0,1-2 2 16,0 2-8-16,1 0 1 0,0-1-1 0,1 0 2 15,0-1 7-15,1 1-4 0,0 0 0 0,0 0-2 16,0-1 4-16,0-1-2 0,1 0-5 0,0-1 1 16,1 0-5-16,0-2 12 0,0 0 5 0,1-1 1 15,1-1 13-15,0-1-10 0,0-1 2 0,2 0-3 16,-1-1 0-16,0 0-4 0,1-2 2 0,-1 0-1 15,0 0 4-15,0 0-5 0,-2-1 2 0,-1 0-5 0,0 0-18 16,-2-1-19 0,0 0-19-16,0 0 1 0,0-1-72 0,-2 0-33 0,1-1-22 15,-2 0-15-15,1-1-200 0</inkml:trace>
  <inkml:trace contextRef="#ctx0" brushRef="#br0" timeOffset="28313.21">8771 6496 1666 0,'0'0'282'0,"0"0"-122"0,0 0 29 0,-1 0-114 16,1 0-92-16,-18 9-7 0,18-9-1 0,-12 13 3 16,5-5 21-16,-3 2 0 0,0 1 0 0,0 1-1 15,-1 0-1-15,0 2 10 0,0 1 3 0,-1 0 4 16,-1 0 22-16,-1 2 19 0,1 0-2 0,-2 1 7 15,1 1-12-15,1 0-11 0,0-1-8 0,-1 0 0 16,1-1-23-16,2-1 3 0,0-1-4 0,3-2 1 16,0-1-10-16,1-1-3 0,2-2 4 0,0-1-6 15,3-1-31-15,-1-2-90 0,3-5-10 0,0 1-34 16,0-1-120-16</inkml:trace>
  <inkml:trace contextRef="#ctx0" brushRef="#br0" timeOffset="29521.27">6315 6977 1345 0,'0'0'253'0,"0"0"-80"0,0 0 120 0,0 0-240 0,-1 0-17 15,1 0-30-15,-1 0-17 0,1 0-4 0,0 0-4 16,-1 0-35-16,0 0 26 0,0 0-4 16,1 0 12-16,0 0 18 0,0 0 2 0,0 0 3 0,1 0 0 15,16-9 4-15,-17 9 12 0,0 0-3 0,0 0 7 16,22-6 6-16,-22 6 3 0,0 0 5 0,0 0-3 16,21-6-2-16,-21 6-9 0,1 0-3 0,15-3-1 15,-16 3-6-15,1 0-5 0,15-4 0 0,-16 4-2 16,1 0-5-16,18 0 0 0,-19 0 0 0,0 0 0 15,17-1 0-15,-17 1 2 0,0 0-2 0,16-1 1 16,-16 1 0-16,1 0-2 0,0 0 3 0,14 0-2 16,-15 0 8-16,0 0 1 0,0 0 1 0,1 0 0 15,-1 0-5-15,1 0 7 0,-1 0-1 0,0 0 5 16,1 0 5-16,-1 0 5 0,0 0-3 0,0 0 3 0,0 0-12 16,0 0-7-16,0 0 5 0,0 0-5 0,0 0 2 15,0 0-4 1,0 0-3-16,0 0 0 0,-1 0-9 0,1 0-2 0,-17-1-2 15,17 1 2-15,-1 0 1 0,0 0 1 16,-15 0 0-16,16 0 0 0,0 0 8 0,-1 0-2 0,1 0 0 16,-1 0-3-16,-17 4-3 0,18-4-2 0,0 0 1 15,0 0-2-15,0 0 0 0,0 0-30 0,-1 0 0 16,1 0-12-16,-1 0-15 0,1 0 10 0,0 0 6 16,0 0 2-16,0 0 27 0,0 0 13 0,0 0 0 15,0 0 5-15,0 0-1 0,0 0-1 0,0 0 3 16,0 0-1-16,0 0 6 0,0 0 1 0,0 0-5 15,0 0 3-15,0 0-3 0,0 0-4 0,0 0 3 16,0 0-3-16,0 0 5 0,0 0 0 0,1 0 2 16,-1 0-1-16,0 0 5 0,0 0-1 15,1 0-2-15,-1 0 1 0,0 0 2 0,0 0 4 0,0 0-2 16,0 0 2-16,0 0-1 0,0 0-5 16,0 0 1-16,0 0-3 0,0 0 0 0,0 0-1 0,0 0 1 15,0 0-2-15,0 0-1 0,0 0-3 0,0 0 4 16,0 0-2-16,0 0 5 0,1 0 3 0,-1 0-2 15,1 0 2-15,0 0-5 0,-1 0 6 0,0 0-3 16,18-3 4-16,-18 3-6 0,0 0 1 0,0 0-2 16,0 0 0-16,19-5-1 0,-19 5 0 0,0 0 0 15,0 0 1-15,18-5 4 0,-18 5-3 0,0 0 4 16,0 0-3-16,0 0-2 0,1 0 5 0,0 0-5 0,14-6 5 16,-15 6 2-16,0 0 0 0,0 0-1 0,0 0-1 15,0 0-4-15,0 0-9 0,0 0-5 0,0 0-3 16,0 0-17-16,0 0-38 0,0 0-1 0,0 0-19 15,0 0-53-15,0 0-73 0,0 0-29 0</inkml:trace>
  <inkml:trace contextRef="#ctx0" brushRef="#br0" timeOffset="29964.34">6415 6917 432 0,'0'0'77'0,"0"0"190"16,0 0-138-16,0 0-21 0,0 0 7 0,0 0-13 16,0 0 3-16,0 0-26 0,0 0 4 0,0 0-14 15,0 0-19-15,0 0-14 16,0 0-4-16,0 0-1 0,0 0-5 0,0 0 20 15,0 0-3-15,0 0 9 0,0 0-2 0,1 0 1 0,-1 0 0 16,1 0-1-16,0 0-3 0,-1 0-5 16,0-1 5-16,17-9-8 0,-17 10-15 0,0 0-9 15,0 0-7-15,0 0 2 0,0 0-7 0,1 0-1 0,-1 0 1 16,1 0-1-16,-1 0-6 0,1 0-154 16,-1 0-39-16</inkml:trace>
  <inkml:trace contextRef="#ctx0" brushRef="#br0" timeOffset="31714.38">7993 6950 1669 0,'0'0'156'0,"-1"0"-50"16,1 0 70-16,0 0-175 0,-17-1-3 0,17 1-22 0,0 0 19 15,0 0-5-15,0 0 8 0,0 0-1 0,0 0 3 16,0 0 7-16,0 0-4 0,1 0 4 0,-1 0 6 16,1 0-6-16,19 7 7 0,-20-7-1 0,0 0 16 15,1 0 1-15,19 2 5 0,-20-2 4 0,1 0 6 16,19 6-3-16,-20-6 4 0,0 0-9 0,19 6-1 15,-19-6-3-15,16 5 0 0,-7-2-11 0,3-1-1 16,0 1 1-16,2-1-1 0,0 0-2 0,0-1 5 16,0 0-1-16,1-1 2 15,0 1-5-15,0-1-11 0,0 0 1 0,0 0-2 0,-1 0 10 0,1 0-11 16,1 0 7-16,0 0-10 0,0 1-2 0,-1-1 5 16,1 0-7-16,-2 1 6 0,0 0-1 0,-1 0-7 15,0 0 9-15,-1-1-7 0,0 1 7 16,0 0 16-16,1 0-7 0,-1-1 9 0,-1 1-9 0,0-1 0 15,1 0-5-15,-1 0 4 0,2 0-4 0,0 0 1 16,-2 0 3-16,1-1-3 0,-1 0-1 0,-1 1-5 16,0 0 1-16,-2-1-3 0,0 1 5 15,-1 0-3-15,0 0 0 0,-1 0-3 0,0 0-2 0,-6 0-3 16,0 0 2-16,0 0-2 16,1 0 1-16,17 1-100 0,-18-1-10 0,0 0-44 0,0 0-160 15</inkml:trace>
  <inkml:trace contextRef="#ctx0" brushRef="#br0" timeOffset="32633.65">9051 6046 1356 0,'0'0'275'0,"0"-1"-102"0,0 1 134 0,0 0-299 0,-1-1-10 16,1 1-24-16,-1-1 0 0,1 1 1 0,0-1 1 15,0 1 4-15,-1 0 20 0,-15-6 3 0,16 6 6 0,0 0 11 16,-1 1 12-16,0-1-7 0,-12 20 9 0,13-20-1 15,0 1 10-15,-9 15-5 0,9-16 4 16,0 1-22-16,-9 22 9 0,7-14-3 16,-1 1 4-16,0 1-16 0,0 1 2 0,0 0-4 0,1 3 3 15,0 0-6-15,0 1-9 0,0-1 1 0,0 3-2 0,0 0 6 16,0 1-5-16,0 0 1 0,0 0-2 0,0 0 3 16,2-1 2-16,0 1-1 15,0 0 0-15,1-2 0 0,-2-1-3 0,0 0-1 16,1 1-2-16,-1 2 0 0,1 1 5 0,0 2 1 15,-1-1 1-15,0 1-3 0,0-1 0 0,0 1 1 0,0 0 0 16,-1-2 3-16,0 1 1 0,0 0-3 0,0 0 2 16,0 1-5-16,1 0 4 0,0-2 1 0,1 0 1 15,-1-1 0-15,1-1 4 0,0-1-2 0,-1-3 3 16,0 2 12-16,1-2 6 0,0 0 0 0,0 1 0 16,1 0-14-16,-1-2 1 0,1 0-3 15,-1-1 1-15,-1-1-4 0,1 0 15 0,-1-1-2 16,2-1 6-16,0 0 3 0,-1-1 8 0,-1-1-2 15,0 1 2-15,2-2-5 0,0 0-14 0,-1-6 5 0,0 1-8 16,0-1 4-16,1 20-7 0,-1-20-4 16,0 0 0-16,0 1-4 0,0-1 1 0,0 0 2 15,3 17-3-15,-3-17-7 0,0 0 6 0,0 0-2 16,0 0 4-16,0 1 1 0,0-1-7 0,5 18 3 0,-5-18-5 16,0 0-1-16,0 0-2 0,0 0-11 0,0 1 4 15,0-1-40-15,0 0-44 0,0 1-4 0,0-1-20 16,0 1-76-16,0-1-99 0,0 1-28 0,0-1-65 15,0 1-558-15</inkml:trace>
  <inkml:trace contextRef="#ctx0" brushRef="#br0" timeOffset="36644.94">9077 6775 883 0,'0'0'158'0,"0"0"-67"0,0 0 80 0,0 0-189 0,0 0-1 16,0 0-6-16,0 0 2 0,0 0 6 0,0 0-3 15,0 0 8-15,0 0 7 0,0 0-1 0,0-1 3 16,0 1 3-16,0-1 3 0,0 1 0 0,0 0 2 0,0 0 21 16,0 0 15-16,0 0 5 15,0 0 2-15,0 0 3 0,0 0 7 0,0 0 0 16,0 0 1-16,0 0 1 0,0 0-1 0,0 0-6 0,0 0 3 16,0 0-12-16,0 0-3 0,0 0-2 0,0 0-2 0,0 0-11 15,0 0 3-15,1 0-6 0,-1 1 2 0,1-1-12 16,18 15-8-16,-19-15 3 0,1 0-6 0,-1 0-3 15,17 15 4-15,-17-15-3 16,0 0 2-16,16 17-2 0,-10-10 2 0,0 1 2 16,0-1-1-16,-1 1-3 0,1-1 1 0,2 2-2 15,-2-1 2-15,0 1 1 0,0 0 4 0,-1 0 1 0,1 0-1 16,-1 0-2-16,0 0 10 0,-1 0-4 16,0-2 4-16,0 0-7 0,-1-1 2 0,-3-6 1 0,0 0 1 15,0 0 5-15,1 1-4 0,7 17 0 0,-8-18-2 16,0 0-8-16,0 0-49 0,0 0-2 0,0 0-21 15,0 0-42-15,0 0-43 0,0 0-3 0,1 0-14 16,-1 0-9-16,1-1-307 0</inkml:trace>
  <inkml:trace contextRef="#ctx0" brushRef="#br0" timeOffset="36960.35">9258 6789 1242 0,'0'0'63'16,"0"0"107"-16,0 0-166 0,0 0-28 0,0-1-8 0,0 1-10 15,0 0-48-15,0-1-31 0,0 1 10 0,0-1-13 16,0 1 34-16,0-1 28 0,0 1-3 0,0-1 13 16,0 1 14-16,0 0 65 0,-1 0-3 0,1 0 28 15,-1 0 21-15,1 0-16 0,0 0-10 0,-1 0-3 16,0 0-47-16,1 0-19 0,-1 0-26 0,-15-5-20 16,16 5-344-16</inkml:trace>
  <inkml:trace contextRef="#ctx0" brushRef="#br0" timeOffset="37630.78">9191 6821 1952 0,'0'0'87'0,"0"0"92"0,-1 0-158 0,1 0-21 0,-19 1 2 16,19-1-6-16,0 0 4 0,0 0-24 0,-13 18 6 0,8-10-12 16,2 2 15-16,-1 0 8 0,1 2 1 0,0 0 4 15,-1 0 7-15,2 0 0 16,0-1 2-16,1-1-2 0,0-2 11 0,2-1 0 15,-1-7 6-15,0 1-4 0,0-1 6 0,0 1 14 16,0-1-8-16,1 0 9 0,-1 1-15 0,19 4 15 16,-11-11-4-16,0-2 7 0,2-1-8 0,0-2 0 15,-1-3-4-15,1 3 3 0,-1-2-5 0,-2 4 3 0,-1-1 2 16,-2 1-1-16,0 1 2 0,-3-1-21 16,0 2 5-16,0 0-11 0,-2 1-6 0,1 6-15 15,0-1-5-15,0 1-4 0,0-1-19 0,-1 1-12 0,1 0-2 16,-1-1-6-16,-15-4-28 0,16 5-70 0,0 1-10 15,0-1-27-15,-9 19-110 0,9-19-297 0</inkml:trace>
  <inkml:trace contextRef="#ctx0" brushRef="#br0" timeOffset="38164.82">9404 6939 1384 0,'0'0'309'0,"0"0"-162"15,0-1-20-15,0 1-42 0,-9-20-57 0,9 20 1 16,0-1-6-16,-5-15 4 0,5 16-10 0,0 0-6 16,-5-20 2-16,5 20-5 0,0 0-2 0,0-1 3 15,-9-18-6-15,9 19 5 0,0-1 6 0,0 1 18 16,-1-1 6-16,-9-17 4 0,10 18 9 0,0 0-12 15,0 0-5-15,-1 0-4 0,1 0-26 0,-1 0-7 0,1 0-8 16,-18-1-1-16,18 1-30 0,0 0 1 0,-11 17 3 16,6-9 0-16,-1 3 12 0,1 3 13 0,-1-1 4 15,1 3 3-15,1-1 12 0,-1-1-1 0,3 0-3 16,-1-2 1-16,3 0-4 0,0-3 2 0,1-1-1 16,1-1 3-16,1-2 5 0,-3-5-2 0,0 0 5 15,1 1-3-15,17 6 5 0,-10-9-4 0,0-1 2 0,1-2-2 16,0-1-2-16,0-2-4 15,1 0-1-15,0-2 0 0,2 0-1 0,-1-1-1 16,0-1-2-16,0 1-1 0,-1-1-6 0,-1 0-9 16,-1 1 11-16,-1-1-9 0,0 2 16 0,-1 2 5 15,0 0-5-15,-1 2 6 0,-1-1-4 0,0 2-1 16,-4 5-1-16,0 0 0 0,1 0 0 0,-1-1 0 16,0 1 2-16,0-1-1 0,1 1 1 0,0 0-4 15,-1 0-1-15,0 0-1 0,1 0 4 0,-1 0-3 16,14 18 3-16,-13-9-2 0,1 0 5 0,-1 2-2 15,0 2 1-15,1 0-2 0,-1 1-4 0,2-1 1 16,0 0 0-16,0 0 0 0,1-2-19 0,1 0-100 16,0-1 0-16,0-1-43 0,1-2-95 0,1-1-348 15</inkml:trace>
  <inkml:trace contextRef="#ctx0" brushRef="#br0" timeOffset="39401.83">9339 5900 1689 0,'0'0'337'0,"0"0"-224"15,0-1-4-15,0 1-72 0,0 0-30 0,0-1-5 0,0 1-2 16,0-1-3-16,0 1-29 0,0-1 7 0,0 1-2 16,0 0 6-16,0 0 17 0,0 0-2 0,0 0 6 15,0 0-4-15,0 1 10 0,-3 20 0 16,3-20-5-16,0 14 4 0,0-6 0 15,0 0 5-15,0 1 1 0,0 2 1 0,-1 0-4 0,1 2 0 16,-1 1-3-16,0 1 2 0,1 2-2 0,0 0 1 16,-2 1-4-16,2-1 2 0,0 0-3 0,-1-1 2 15,0-2 2-15,1 1-2 0,1-1-3 0,0-1 4 16,-1-1 1-16,1-1 0 0,-2-1-2 0,1-2 6 16,-1 0 1-16,1-1 3 0,-1-1 4 0,0-1 5 15,1-6-1-15,0 1 3 0,0-1 0 0,0 1-3 16,0-1 2-16,0 1 0 0,-2 15 12 0,2-16-7 15,0 0 3-15,0 0-5 0,0 0 7 0,0 0 2 16,0 0 2-16,0-1-1 0,0 1 1 0,0-1 3 16,-4-20-9-16,4 20 5 0,0-14-21 0,1 5-11 15,-1-1 6-15,0 1-8 0,1 0-1 0,2 2-9 0,-2 0 1 16,2 1-3-16,-1-1 9 0,1 2 0 0,0 0-3 16,1 1 1-16,-1-1-8 0,2 1 0 15,-2-1 0-15,1 2 1 0,-4 4-6 0,1 0 4 16,-1-1-2-16,18-13 2 0,-18 14-10 15,1 0 1-15,16-8 0 0,-9 7 1 0,3 0 4 16,-2 1-3-16,-1 0-3 0,1 2 1 0,0 0 9 0,0 2-4 16,-1 1 5-16,0 0-4 0,-1 1 4 0,0 2 1 15,0 0 3-15,-1 0-1 0,0-1 4 0,0 1 1 16,-1 1-2-16,0-1 4 0,-1 1 3 0,-1-2 2 16,0 1-2-16,-1 0 1 0,-1-1-7 0,0 1 4 15,-1-2 0-15,0-6 4 0,0 0 14 0,-4 17 0 16,4-17 4-16,0 0-2 0,0 0-1 0,-13 19 2 15,13-19-2-15,0 0 3 0,-17 10 5 0,17-10 3 16,0 0 0-16,-18 6 2 0,17-6 5 0,-14 1 5 16,5-1-4-16,1 0 1 0,-2-2-20 0,-1 0-7 15,0 0 0-15,0 0-3 0,0 1-3 0,1-1 4 16,0 0-5-16,1 0 5 0,2 0-13 0,0 0 11 16,1 0 2-16,1 0 3 0,0 0 0 0,6 2-7 15,-1 0 0-15,1 0-1 0,0 0-4 0,0-1-5 16,-1 1-6-16,0-1-4 0,1 1-43 0,0-1-45 15,-11-15-11-15,11 16-13 0,0 0-56 16,0-1-108-16,0 1-37 0</inkml:trace>
  <inkml:trace contextRef="#ctx0" brushRef="#br0" timeOffset="43979.51">5950 8938 937 0,'0'0'233'0,"0"0"107"0,0 0 3 0,0 0-213 15,0 0-87-15,-1 0-38 0,1 0-5 16,0 0 10-16,0 0-3 0,0 0 0 0,0 0-3 15,0 0 3-15,0 0 6 0,0 0 4 0,0 0 5 16,0-1-1-16,1 1 15 0,-1 0 8 0,1-1 1 16,-1 1 4-16,18-8 0 0,-18 8 0 0,0 0-2 15,0 0 0-15,0 0-5 0,0 0-13 0,1 0 1 16,-1 0-5-16,16-2-8 0,-16 2 8 0,0 0-5 16,0 0 5-16,1 0-8 0,-1 0-3 0,1 0 0 15,17 0-1-15,-18 0 1 0,0 0-9 0,0 0 6 16,0 0-7-16,18 3 1 0,-18-3 5 0,0 0-5 15,0 0 5-15,16 3-9 0,-16-3 9 0,1 0-1 16,-1 0 5-16,20 2-1 0,-20-2-7 0,0 0 1 16,17 0-2-16,-17 0-4 0,1 0 4 0,16 2-5 15,-17-2 4-15,0 0 2 0,21 2-9 0,-21-2 8 16,1 0-7-16,19 2 5 0,-20-2 2 0,1 0-2 16,20 3 2-16,-21-3-3 0,1 0 2 0,19 4 3 0,-20-4-1 15,1 0 2-15,21 4-6 0,-22-4 0 0,1 0-1 16,20 3 6-16,-20-3 1 0,-1 0-4 0,22 2 3 15,-21-2-5-15,-1 0 4 0,21 4 1 0,-21-4 0 16,1 0 5-16,18 3-5 16,-18-3-1-16,0 0-1 0,21 1 5 0,-13-1-1 15,0 1 0-15,1-1-3 0,0 1-6 0,0-1 4 16,-2 0 1-16,1 0 3 0,0 0-4 0,-1 1 5 16,2-1 1-16,-1 0 2 0,0 0 2 0,-1 0 0 15,0 0-4-15,0 0 1 0,0 0-6 0,0 0 4 0,0 0-3 16,1 0 3-16,-1 0-7 0,0 0 2 0,0 0 0 15,0 0 1-15,1 0-1 0,1-1-2 16,0 0 3-16,2 1-2 0,0 0 3 0,-1 0-6 0,1-1 2 16,-1 0-2-16,0 1 4 0,-1 0 0 0,0 0-4 15,1 0 3-15,0-1 0 0,-1 1-1 0,1-1 0 16,-2 1-1-16,-1-1-4 0,2 1 2 0,-1 0 1 16,0-1 0-16,2 1 7 0,0-1 2 0,1 0-3 15,0 1 2-15,0-1-11 0,-1 0 7 0,0 1-1 0,1-1 4 16,0 0-9-16,-2 0 2 0,0 0 5 0,0 0-2 15,-1 1 3-15,1-1-1 16,0 0-5-16,-1 0 2 0,1 0 1 0,-1 1-2 16,-2-1 1-16,2 0-2 0,0 0 3 0,0 0 5 15,-1 1-1-15,1-1 2 0,-1-1-12 0,0 1 7 16,1 1 0-16,-1-2 4 0,3 1 1 0,-3 0-6 0,1-1 1 16,0 1-2-16,0-1 8 0,-1 0-4 0,0 0 4 0,-1 0-4 15,1 0 3-15,-1 0-2 16,0 0 2-16,0 0-1 0,0 0 5 0,0-1-3 0,-1 0 0 15,1 0-1-15,-1 0 9 0,0 0-8 0,0 0 5 16,1-1-8-16,-2-1 4 0,0 0-1 0,1 0-3 16,-1-1 3-16,2 1 2 0,-2 1-5 0,1-1 5 15,0 0-5-15,-2 1 6 0,1 0-8 0,-1-1 4 16,0 1-5-16,-4 4 7 0,1-1 0 0,-1 1-5 16,17-16 4-16,-17 16-4 0,1-1 0 0,-1 1 5 15,14-20-5-15,-14 20-6 0,0-1 4 0,10-16-4 0,-10 17 5 16,0 0-4-16,10-20 0 0,-10 20 0 15,0 0 1-15,8-20-2 0,-8 19 1 0,0 1-2 0,5-20 2 16,-5 20 2-16,0-1 1 16,3-18 0-16,-3 19-1 0,0-1-6 0,1-16 6 0,-1 17-4 15,0-1 4-15,-1-17 0 0,1 18-1 0,0-1 1 0,-3-16-2 16,3 17-1-16,0-1-1 0,-5-17-1 0,5 18 2 16,0-1 4-16,-7-15-1 0,3 8 0 0,0 2-2 15,0-1-2-15,-1 2 3 0,1-2 4 0,-1 1-3 16,0-2-6-16,-2 0 3 15,1 0-2-15,-1 0 3 0,-1 1 6 0,1 1-6 16,-1 0 2-16,1 0-3 0,0 0-4 0,0 0 3 16,0-1-2-16,-1 2 2 0,0 0-3 0,-1-1 4 15,1 1 1-15,0 0 2 0,0 0 0 0,-1 1-3 16,1-1 1-16,-1-1-1 0,1 2 4 0,1-1-4 16,-2 1-1-16,2 0-1 0,-2-1 2 0,1 1 1 15,-2 0-2-15,1-1 1 0,-1 2-1 0,1-1-1 16,-1 1 2-16,0 1-1 0,0-1 1 0,0 0-1 15,1 1 1-15,0-1 0 0,0 1-4 0,-3 0 0 16,1-1 1-16,0 0 0 0,0 1 9 0,1-1-7 16,0 0 1-16,-1 1-5 0,2-1 3 0,-3 2 1 0,2 0 1 15,-3 0 0-15,2 0-2 0,-1 0 0 16,0-1-1-16,0 1 0 0,-1-1 3 0,2 2-3 0,0-1 1 16,2 0-2-16,1 1 0 0,-2-2 3 0,0 1 0 15,-1-1 1-15,-1 0-3 0,1 0 0 0,-1 0-2 16,0 1 2-16,-1 1 3 0,2 0-7 0,-2 0 4 15,-2-1-7-15,0 1 4 0,1 0 5 0,0 0 1 16,0 0 0-16,2 0-1 0,1 0 1 0,-1 0-1 16,0 1 2-16,0-1-1 0,-1 1 2 0,2-1 0 15,-1 0-1-15,0 0-1 0,0-1-1 0,1 1 0 16,-1 1-1-16,0-1 0 0,1 1 2 16,-2-1 3-16,1 0-1 0,0 0-2 0,-1 0 0 15,3 2-2-15,0-2 2 0,1 1-7 0,-1 1 7 16,-1-2-1-16,1 2 2 0,-1-2-6 0,-1 0 5 0,0 1 0 15,0 1 1-15,0-1 3 0,2 0-7 0,-2-1 4 16,1 1-4-16,-1 0 3 0,0-1 0 0,-1 1-2 16,2 1 1-16,-1-1 3 0,0 0 0 0,3 2-2 15,-1-2 2-15,-1 2-2 0,2 0 0 0,-2-1-1 16,2 1 0-16,-1-2-1 0,0 0-1 0,1 1 2 16,0 0-2-16,0 1 7 0,0 0-3 15,-1-1-1-15,1 1 0 0,1 1-4 0,-2-1 2 16,1 0-1-16,0 0 2 0,0 0-6 0,-1-1 1 15,3 2 2-15,-1 1-3 0,1-1 1 0,-1 0 1 16,1 0-2-16,0 1 3 0,1-1-2 0,1 0 2 16,0 0 1-16,0-1 0 0,5-3 0 0,-1 1-7 15,0-1 6-15,1 1-5 0,-20 17 4 0,20-18 0 16,-1 0-3-16,1 1 3 0,-16 14-4 0,16-15 2 16,-1 1 2-16,1-1-1 0,-15 19-6 0,15-19 8 15,0 0-3-15,-1 1 4 0,-12 19-6 0,13-20 5 16,0 1 0-16,-1-1 3 0,-9 20 1 0,10-20 0 15,0 1 0-15,-1-1 0 0,-9 21 0 0,10-21 0 16,0 0 0-16,0 1 2 0,-7 16 0 0,7-17-2 16,0 0 0-16,0 1-2 0,0-1 6 0,-6 18-3 0,6-18 2 15,0 0-3-15,0 1 0 0,0-1-3 0,-3 18 3 16,3-18-2-16,0 1-1 0,0-1 1 0,0 1-2 16,0 18 3-16,0-19 4 0,0 0-3 0,0 1 0 15,0-1-1-15,2 19-1 0,-2-19 1 16,0 0 1-16,0 1 2 0,0-1 4 0,4 18-4 15,-4-18 1-15,0 0-1 0,0 1 2 0,0-1-6 16,9 17 1-16,-9-17-2 0,0 0 5 16,0 0-4-16,0 1 2 0,13 18-4 0,-13-19 2 0,0 0 1 15,0 0-3-15,1 1 3 0,15 18 0 0,-16-19 3 16,1 0 0-16,-1 1 1 0,14 16-8 0,-14-17 7 16,1 1-3-16,0-1 3 0,-1 1-3 0,18 18 0 15,-18-19 1-15,0 0 0 0,1 0-2 0,0 1 1 16,15 15 1-16,-16-16 0 0,0 0 3 0,0 0-1 15,1 1 1-15,14 15-1 0,-15-16 2 0,0 0-4 16,0 1-3-16,0-1 0 0,19 13 3 0,-19-13 1 16,0 0-1-16,0 0 0 0,1 1-2 0,-1-1 3 15,17 15 0-15,-17-15 2 0,1 0 5 0,-1 0-5 0,16 9 4 16,-16-9-6-16,1 0 0 0,-1 0 1 16,20 6-1-16,-20-6 1 0,1 0 6 0,-1 0-7 15,17 9 2-15,-17-9-3 0,1 0 5 0,0 0-4 16,-1 0 3-16,17 9-4 0,-17-9 2 0,1 0-4 15,-1 0 2-15,1 0-2 0,18 7 1 0,-19-7 0 16,1 0 1-16,0 0 1 0,14 3 2 0,-15-3 0 16,1 0-4-16,-1 0 2 0,18 2-1 0,-18-2 0 15,1 0 3-15,-1 0-2 0,0 0 1 0,19 2 1 16,-19-2-3-16,0 0 3 0,1 0 0 0,-1 0-3 16,19 1 4-16,-19-1-4 0,1 0-2 0,-1 0 2 15,16 1 0-15,-16-1 2 0,0 0 3 0,1 0-5 16,-1 0 1-16,17 1-1 0,-17-1 6 0,0 0-3 15,0 0-1-15,1 0 0 0,-1 0-2 0,0 0 0 16,19 2 5-16,-19-2-3 0,0 0 1 0,0 0 3 16,0 0-4-16,0 0 4 0,1 0-6 0,-1 0 3 15,17-2 0-15,-17 2 2 0,0 0-3 0,0 0-1 0,0 0-1 16,0 0 0-16,1 0 5 16,-1 0-7-16,1 0 5 0,16-1-5 0,-17 1 7 15,0 0-2-15,0 0-1 0,0 0 0 0,0 0-2 0,1 0 0 16,-1 0 0-16,0 0 0 0,1 0 2 0,-1 0 0 15,1 0 1-15,-1 0 0 0,1 0 0 0,16-1-2 16,-17 1-1-16,0 0-1 0,0 0-5 0,0 0 6 16,0 0-1-16,0 0 1 0,0 0-1 0,0 0-17 15,0 0-1-15,0 0-6 0,1 0-10 16,0 0-18-16,-1 0-3 0,0 0-7 0,1 0-18 16,-1 0-25-16,1-1-1 0,-1 1-14 0,1-1-48 0,-1 1-64 15,0-1-29-15,1 1-25 0,0-1-257 0</inkml:trace>
  <inkml:trace contextRef="#ctx0" brushRef="#br0" timeOffset="44181.18">6203 8936 1150 0,'0'0'793'0,"0"0"-556"0,0 0-126 0,0 0-74 0,0 0-134 16,-1 0-38-16,0 0-14 0,1 0-10 0,0 0-114 15</inkml:trace>
  <inkml:trace contextRef="#ctx0" brushRef="#br0" timeOffset="45456.83">8504 6943 942 0,'0'0'198'0,"0"0"-59"16,0 0 92-16,0 0-181 0,0 0-18 0,0 0-26 15,0 0-6-15,0-1-4 0,0 1 4 0,0-1 2 16,0 1 9-16,0 0 4 0,0-1 2 0,0 1 11 0,0-1 22 15,0 1-4-15,0-1 9 0,0 1-8 0,0-1-6 16,0 1 2-16,0 0-2 0,0-1-2 0,0 1 9 16,0-1-4-16,1 1 6 15,0-1-6-15,-1 1-8 0,0-1-2 0,18-7-1 16,-18 8-7-16,1 0-7 0,15 1 7 0,-16-1-6 0,1 0 12 16,17-1-4-16,-18 1-8 0,1 0 3 0,21-4-14 0,-22 4-2 15,1 0 0-15,21-2-2 16,-21 2 1-16,0 0-3 0,19-3 3 0,-20 3-2 0,1 0 3 15,-1 0-2-15,19-1 3 0,-19 1-2 16,0 0 4-16,1 0-5 0,-1 0-1 0,1 0-1 16,-1 0-1-16,16 0-4 0,-16 0-2 0,0 0-1 0,0 0 1 15,0 0 3-15,1 0-5 0,0 0 0 0,-1 0-43 16,0 0-37-16,0 0-12 0,1 0-13 0,0 0-88 16,-1 0-189-16,0 0-157 0</inkml:trace>
  <inkml:trace contextRef="#ctx0" brushRef="#br0" timeOffset="46198.97">7161 8830 2552 0,'0'0'88'0,"-1"0"-95"0,-15 4-62 16,16-4-109-16,0 0-75 0,-18-3 46 0,18 3-71 16</inkml:trace>
  <inkml:trace contextRef="#ctx0" brushRef="#br0" timeOffset="46438.23">6004 8820 2736 0,'-8'1'159'0,"-2"1"-88"0,3-1 3 16,1-1-47-16,6 0-109 0,0 0-9 0,-1 0-29 16,1 0 8-16,0 0-95 0,0 0-22 0,8 4 2 15,3-4-11-15,1 0-40 0</inkml:trace>
  <inkml:trace contextRef="#ctx0" brushRef="#br0" timeOffset="47312.23">9166 7168 2521 0,'0'0'96'0,"0"0"65"15,0 0-159-15,0 0-66 0,0-1 6 0,0 1-25 16,16-12 33-16,-15 12 25 0,16-2-3 0,-6 0 9 16,-1 0 4-16,2 0 5 0,1 0 4 0,0 1-2 15,2-1 6-15,0 0 4 0,0 0 6 0,4 0 1 16,-2 0 19-16,2 0-1 0,1-1-1 0,0 0-1 16,0 1-9-16,1 0 5 0,-2 0-2 0,-2 1 3 15,0-1-5-15,-2 1-2 0,-1 0 0 0,-1-1-2 16,-2 2-6-16,-1-1 4 0,-1 1-2 0,-2 1 3 0,1-1-3 15,-8 0 6-15,0 0-1 0,0 0 2 0,1 0-5 16,-1 0 1-16,1 0 3 0,-1 0-1 0,0 0 1 16,1 0-15-16,-1 0-1 0,0 0-5 0,0 0-12 15,-1 0-5-15,-15-2-2 0,5 2-2 0,-1 1-18 0,-3 1 10 16,-2-1-3-16,-1 0 8 0,-2 2 21 0,0-1 8 16,-1 1-3-16,1 0 3 0,1-1 1 0,2 1 1 15,2 1 3-15,0-2-2 0,1 2-3 16,1-1 1-16,0 0 0 0,1 0 3 0,2 0-2 15,2-1 1-15,-1 0 4 0,3 0-1 16,-1 0 14-16,7-2-12 0,0 0 4 0,-1 0-7 0,1 0 9 16,0 1-12-16,-1-1 0 0,1 1-4 15,0-1-4-15,0 1 0 0,0-1-1 0,1 0 2 16,-1 1 8-16,23 12 0 0,-15-13 4 0,2 0-4 0,2-1 2 16,1 1 4-16,0-1-1 0,0 0 2 0,1 0 2 15,0 0 5-15,-1 0 4 0,1 0 0 0,-1 0 8 16,-1 0-6-16,-2 0-1 0,0 1-1 0,0-1-12 0,-2 1-5 15,-1 0 1-15,-1 0-1 0,-6 0 6 16,0 0-11-16,1 0 0 0,-1 0-6 0,18 1-18 0,-18-1-21 16,0 0-3-16,0 0-8 0,0 0-31 0,0 0-71 15,0 0-4-15,0 0-35 0,0 0-135 0</inkml:trace>
  <inkml:trace contextRef="#ctx0" brushRef="#br0" timeOffset="47544.65">9443 7122 335 0,'0'0'446'0,"0"0"-681"0</inkml:trace>
  <inkml:trace contextRef="#ctx0" brushRef="#br0" timeOffset="47822.98">9322 7044 899 0,'0'0'154'0,"0"0"-314"0</inkml:trace>
  <inkml:trace contextRef="#ctx0" brushRef="#br0" timeOffset="48047.6">8593 6929 2792 0,'0'0'38'16,"0"0"-176"-16,0 0-13 0,0 0-53 0,0 0-11 0,0 0-7 16,0 0-25-16</inkml:trace>
  <inkml:trace contextRef="#ctx0" brushRef="#br0" timeOffset="48704.94">6754 8847 1777 0,'0'0'172'15,"0"0"-59"-15,0 0 77 0,0 0-226 0,0 0-10 16,0 0-33-16,0 0 60 0,0 0-9 0,0 0 27 16,22 9-8-16,-12-7 4 0,3 0 1 0,-1 0 1 15,1-1 6-15,0 0-2 0,0 0 4 0,-1 1-4 16,0-1 6-16,-3 0 9 0,1 0 7 0,-1 0 2 15,0 1 17-15,-2-1-6 0,-1 1-7 0,1-1 2 16,-7-1-12-16,0 0 0 16,1 0-2-16,-1 0-1 0,1 0-8 0,16 7 2 15,-17-7-2-15,0 0 2 0,0 0-6 0,0 0-24 16,0 0-13-16,0 0-10 0,0 0-92 0,0 1-190 16,0-1-169-16</inkml:trace>
  <inkml:trace contextRef="#ctx0" brushRef="#br0" timeOffset="50101.56">5848 8895 1652 0,'0'0'298'0,"0"0"-155"0,-1 0 1 15,1 0-62-15,-18 4-75 0,18-4 16 0,0 0-6 0,0 0 10 16,0 0-5-16,0 0-13 0,0 0-2 16,0 0-4-16,0 0-6 0,0 0 10 15,0 0-2-15,0 0 6 0,1 0 1 0,15 7-1 0,-16-7 3 16,1 0-2-16,-1 0 6 0,18 3 8 16,-18-3-2-16,0 0 4 0,18 5-3 0,-18-5-2 0,1 0 6 15,19 8-4-15,-12-6 3 0,0 1 1 0,1 0-4 16,-1 0 3-16,0 0-8 0,1-1 4 0,0 1-6 15,0-1 4-15,1 0-15 0,-1 0 2 0,1 0-2 16,0 0 1-16,0-1-5 0,0 1 0 0,0-1-1 16,2 0 0-16,-1-1-2 0,0 0 5 0,1 1-1 15,0-1 1-15,2 0 0 0,1 0-3 0,-2 0 3 0,0 0-3 16,-1 0-2-16,1 0 8 0,0 0-7 16,-1 0 10-16,1 0 5 0,-2 0-14 0,1 0 11 15,-2 0-12-15,0 0 7 0,0 0-3 16,0 1-2-16,1-1 1 0,0 1 8 0,1-1-3 15,1-1 3-15,-1 0-3 0,1 0-1 0,0 0-1 16,-1 1 1-16,1-1-1 0,0-1 5 0,0 1-7 16,1 1 0-16,-4-2-2 0,2 1 2 0,-1-1 6 15,1 2-6-15,-2-1 5 0,0 0-11 0,0 1 5 16,2-1-1-16,-1 1 3 0,1 0-3 0,1 0 2 16,-1 0 1-16,1 0-1 0,0 0-7 0,-1 1 4 15,0 0-3-15,0-1 4 0,0 0 4 0,-1 0-2 16,2-1 3-16,-2 0-4 0,2 1-2 0,-3-1 7 0,2 0-6 15,-1 0 6-15,-1 0-4 0,2 0 1 0,1 0 0 16,1-1 0-16,0 1-1 0,-1 0-3 0,0 0 3 16,-1 0-3-16,0 0 2 0,-1 1 2 0,-1-1-4 15,0 1 2-15,0 0-5 0,-2 0 3 0,1 0 1 16,1 0 1-16,-1 0 1 0,0 0-4 0,0 0 3 16,0 0-3-16,-1 0 0 0,0 0 0 0,0 0 2 15,1 0-1-15,0 0 2 16,2 0 2-16,-2 0-5 0,1 0 5 0,-1 1-2 0,-1-1-3 15,-1 0 5-15,1 1-4 0,-1 0 2 0,-2 0 0 16,-5-1-3-16,1 0 4 0,-1 0 4 0,21 1-6 16,-21-1 5-16,0 0-5 0,0 0 4 0,1 0-4 0,16 2 2 15,-17-2-1-15,0 0-2 0,0 0-2 0,0 0-5 16,1 0 1-16,-1 0-32 0,1 0-54 0,-1 0-7 16,0 0-19-16,1 0-59 0,-1 0-45 0,1 0-12 15,0 0-21-15,-1 0-143 0</inkml:trace>
  <inkml:trace contextRef="#ctx0" brushRef="#br0" timeOffset="50641.57">6108 8822 1514 0,'0'0'257'0,"-1"0"956"0,1 0-1147 0,-1 0-70 15,-15 3 1-15,16-3-28 0,0 0-12 0,0 0 7 16,0 0 1-16,0 0 2 0,0 0 10 0,0 0-28 16,0 0 2-16,1 0-13 0,-1 0-22 0,0 0-3 0,17 7 4 15,-17-7-1-15,0 0 27 0,0 0 18 0,0 0-5 16,0 0 7-16,0 0-23 0,0 0-49 15,1 0-12-15,-1 0-19 0,1 0-107 0</inkml:trace>
  <inkml:trace contextRef="#ctx0" brushRef="#br0" timeOffset="51050.85">6663 8855 2734 0,'0'0'114'0,"0"0"80"0,0 0-167 0,-1 0-42 15,1 0-4-15,0 0-11 0,-1 0-2 0,0 1-35 16,1-1 5-16,-1 1-14 0,1-1 15 0,0 1 19 0,-1-1 0 16,1 1 7-16,0-1 19 0,0 0 13 0,0 1 4 15,0-1 3-15,0 1 10 0,0-1 0 16,0 1 1-16,0-1-1 0,0 1-6 0,0-1-3 16,0 0-1-16,0 1-1 0,0-1-4 0,0 1-1 15,0-1-4-15,0 1 0 0,0-1-30 0,0 1-32 16,0-1 5-16,0 1-13 0,0-1 10 0,0 0 17 15,1 0 1-15,-1 0 8 0,0 0 20 0,1 0-7 16,-1 0 5-16,1 0-7 0,17-2 0 0,-18 2-31 16,0 0-10-16,0 0-11 0,0 0-86 0,0 0-263 15</inkml:trace>
  <inkml:trace contextRef="#ctx0" brushRef="#br0" timeOffset="51816.33">7039 9010 3124 0,'0'0'86'0,"-1"0"-139"15,1 0-28-15,0 1-47 0,-1-1-178 0,0 1-266 16</inkml:trace>
  <inkml:trace contextRef="#ctx0" brushRef="#br0" timeOffset="54404.22">5942 8894 1737 0,'0'0'281'0,"0"0"-57"0,0 0 119 16,0 0-237-16,0 0-34 0,0-1-64 0,0 1-15 16,0-1-4-16,0 1 2 0,0 0-8 0,17-12 3 15,-17 12-2-15,0 0 3 0,22 0 8 0,-12 0 3 0,0 1 4 16,2 0-2-16,0-1 7 0,0 1-1 15,1 0-1-15,1 0 1 0,-2 1 2 0,3-1 1 0,0 0 2 16,2 0-1-16,1 0 1 0,-1 0-1 0,1-1 2 16,0 0-2-16,-1 0 3 0,3-1-7 0,-3 0 0 15,3-1-2-15,0 1 7 0,0-2-8 0,2 2 3 16,0-1-5-16,3 1 4 0,-2-1-4 0,1-1 1 0,-1 1-1 16,0-1 4-16,-1 1-3 0,3 0-2 0,1 0 0 15,2 1-1-15,1-1 2 16,-2 0 3-16,1 0-2 0,0 0-2 0,-2-1 3 0,2 1 0 15,0-1 0-15,2 0 3 0,1 1-1 16,-2-1-1-16,-2 0 1 0,-1 1 1 0,-1-1-1 0,0-1 5 16,0 1-4-16,0 1 2 0,-1 0 3 0,-1 0-3 0,0 1 4 15,-3-2 8-15,-1-2-4 0,-1 2 1 16,0-1-3-16,-2-1 3 0,1 3-6 16,-1-3 5-16,2 0-5 0,0 0 6 0,-1-2 5 15,-3 0-1-15,1 0 1 0,-2-1-3 0,0 1 2 16,-1 0-1-16,-2-1 2 0,-1 1 2 0,-1-1 3 15,0 2-4-15,-3-1 4 0,0 1-6 0,-2 0-4 0,-1 1-2 16,0-2-2-16,1 1-8 0,-3 0 1 16,1 0-1-16,0 0 1 0,-1 1-8 0,-1-2 1 15,0 1 2-15,-1-1 1 0,0 1 4 0,-2-2-4 16,1 1-4-16,-1-1 1 0,0 0 1 0,0 0-2 16,-1 0 4-16,-1-1-3 0,0 1 4 0,1-2-4 15,-1 1-3-15,-1 0 0 0,0 0 2 0,-2 1 0 0,0-1-1 16,0 1 1-16,-3-1 2 0,0 1-9 0,-2 0 4 15,-1-1-5-15,-2 0 12 0,-3 0-9 0,1 1 6 16,-1 0-8-16,0 0 4 0,-1 0 4 0,0 1-6 16,-2-1 5-16,0 1 0 0,-1-1-3 0,-2 1 0 0,2 0-2 15,-1-1 2-15,0 1 4 0,0-2 2 16,1 2 0-16,-2-1-2 0,1 1-4 0,-3 1 3 16,1 2-3-16,0 0-1 0,1 1 6 15,-1 1-2-15,1 1 2 0,-2 0-6 0,0 2 4 16,-2 0-3-16,0 2 4 0,1-1-10 0,1 1 4 0,1 1-1 15,0 0 2-15,1-1 4 0,1 1 2 0,-1 1 0 16,2-1 2-16,3 0-1 0,1-1 2 0,2 0-2 16,1 0 1-16,0 0-4 0,1-1 2 15,-1 2 1-15,2-1 1 0,-1 1-1 0,2-1-1 16,0 2-2-16,0-1 1 0,-1-1-1 0,0 0-5 16,1 1 7-16,0-1-4 0,2 2 7 0,-1-1-3 15,0 1-6-15,1-1 2 0,-1 1-2 0,0 0 2 0,1 1 3 16,0-1-3-16,0 1 2 0,0 0 2 0,0-1-4 15,0 1 4-15,0 0-2 0,1-2 1 16,-2 1-2-16,1 0 1 0,0 1-2 0,1-1 4 16,0 2 1-16,1-1 0 0,0 1-1 0,-1 0-2 15,1 1 2-15,-1-1-4 0,2 2 4 0,-1-1-6 16,0 0 2-16,2 0-4 0,1 0 1 0,2 0 3 16,-1 2-2-16,2-2 3 0,1 0 0 0,0 0-3 15,1 0-3-15,0 1 2 0,0 0-5 0,2 1 0 16,0 0-1-16,-1 1 1 0,1 1 4 0,1-2-1 15,-1 2 3-15,2 0-4 0,0 0 0 0,1 0-2 16,-2 0 2-16,3-1-2 0,-1 0 4 0,0 0-2 16,2 0 3-16,1 0-3 0,2-1 10 15,-1 1-3-15,2-3 1 0,1 1-1 0,2 1 0 0,-1-1-1 16,1 1 1-16,2-2-1 0,-3 1 4 0,3-1 1 16,-1 0-1-16,2-1 1 0,0 1 1 0,0-1 0 15,-1 0 2-15,-2 0-3 0,1-1-1 0,-2 0-2 16,0 0 2-16,-1-1-1 0,1 0 4 0,-1-1-79 15,0-1 6-15,0 0-34 0,2 0-19 0,-1-1-60 16,1 0-6-16,4 0-32 0,2-2-147 0</inkml:trace>
  <inkml:trace contextRef="#ctx0" brushRef="#br0" timeOffset="58461.25">5478 8868 2546 0,'-6'-2'165'0,"-1"0"7"0,1 1 0 0,6 1-54 16,0 0-83-16,0 0-46 0,0 0-17 0,0 0 7 15,0 0-43-15,0 0-3 0,0 0 4 0,0 0-3 16,16-4 25-16,-4 6 12 0,2 0 4 0,3 2 1 16,3 0 10-16,2-1 10 0,-1 0-4 0,3 1 6 15,0 1 0-15,1-1 20 0,3 0-6 0,0-1 11 16,0 1-4-16,-1 0 4 0,-1 0 6 0,0 1-2 16,-3-1-2-16,3 2 4 0,2-1-6 0,2 0 5 15,0 1-1-15,-2-1 18 0,1 0-5 0,-1-1 9 16,-1 0-14-16,3-1-11 0,0 0-1 0,2-1-2 15,3 0-4-15,-4 0 5 0,0-2 3 0,-1 0-2 0,1 1-2 16,0-2-5-16,2 1-1 0,-1 0-1 0,-1-1-2 16,-5 1-5-16,0 0-4 0,-2 0 0 0,1 0 0 15,3 1-1-15,-3 0 0 0,0 0-1 0,-1 0 0 16,-3 0-55-16,2 0-42 0,-2 1-19 0,2 0-262 16,6 0-396-16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3-05T19:51:25.962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5554 5446 1045 0,'-4'-5'646'16,"4"5"-265"-16,0 0 325 15,0-1-758-15,-1 1-29 0,0-1-48 0,1 1 93 0,0-1-8 16,0 1 45-16,0 0-5 0,0 0 1 0,15-3 3 15,-6 6 0-15,2 0 10 0,-1-1 10 0,3-1-4 16,-1 1 7-16,0-1 0 0,5-1 3 0,1 1 1 16,2 0 0-16,2-1 4 0,0 0-3 0,1 0 2 15,0 0-1-15,0 1 9 0,-1-1-7 0,2 0 7 16,2 0-6-16,3 0 6 0,3-2-6 0,1 1-5 0,-1-1-1 16,2 0-17-16,3-2 3 0,2 1-3 0,3-1 3 15,1 0-8-15,-2-1 0 16,1 1 0-16,0-1 1 0,2 1-1 0,0 0 2 15,-1-1-1-15,-2 2 1 0,1-1-6 0,3 1 6 0,1 1-2 16,-3-1 3-16,-1 1-2 0,1-1 11 0,-2 1-3 16,0 1 7-16,-1-1-4 0,-5 2 10 15,0-1-2-15,-1 0 4 0,1 1 3 0,-2 0-11 16,0 0 1-16,-4 0-4 0,-3-1-2 0,-2 1-8 16,-1 0 2-16,1 0-4 0,-1 2 6 0,-2-2-2 15,-1 2 1-15,-4 1-1 0,-2-1 7 0,-3 1-1 0,-1 0-3 16,-2 0 2-16,-1-1 2 0,0 2-7 0,-2-1-12 15,0 1-4-15,-5-4-84 0,0 1-79 0,1-1-14 16,13 16-35-16,-14-16-175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3-05T19:51:42.618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7618 6557 633 0,'0'0'361'0,"0"0"-130"0,0 0 177 0,0 0-362 16,0 0-21-16,0 0-26 0,0 0 0 0,0 0-3 15,0 0 6-15,0 0-6 0,0-1-1 0,0 1 2 16,0 0-3-16,0 0-1 0,0 0 7 0,1 0-4 16,-1 0 6-16,19-4 12 0,-19 4 15 0,0 0 2 0,21-2 3 15,-21 2 8-15,0 0 5 0,23-5-4 0,-14 3 4 16,0-1-6-16,-1 0-6 0,0 0 3 0,0 1-4 15,-1 0 7-15,-1 0-3 0,0 0-2 0,-6 2-1 16,0 0-13-16,0 0-5 0,1-1 5 0,-1 1-3 16,1-1 7-16,0 1 3 0,-1-1-9 15,0 1 6-15,0-1-20 0,1 1-4 0,-1 0 1 0,0 0-3 16,0 0-2-16,0 0 0 0,-1 0 0 0,1 0-1 16,-17-6-6-16,17 6 7 0,0 0-3 0,-17 2 5 15,17-2 0-15,-1 0 5 0,-21 2-3 0,21-2 4 16,-16 2-1-16,9-1 1 0,-1 1 6 0,-2-1-5 15,2 1-2-15,1-1-4 0,0 1-1 16,1 0-1-16,-1 0 2 0,2 0-1 0,-1 0 3 0,1 1-2 16,1-1 0-16,-2-1 5 0,7-1 1 0,0 0 2 15,0 0 13-15,-1 0-6 16,1 0 4-16,-1 0-5 0,1 0-9 0,-1 0-14 0,1 1 1 16,0-1-4-16,0 1 19 0,0-1 5 0,0 0-1 15,0 0 1-15,0 0 1 0,0 0-10 0,19 4 4 16,-19-4-6-16,0 0 10 0,21-4-10 0,-21 4 4 15,1 0-6-15,21-4 7 0,-22 4-2 0,0 0 5 0,17-3-3 16,-17 3 5-16,2 0-2 0,-2 0 1 16,0 0-1-16,16-1 7 0,-16 1-8 0,0 0 1 15,0 0-2-15,0 0 7 0,0 0-2 0,0 0-5 0,0 0 2 16,0 0-16-16,0 0 8 0,0 0 2 16,0 0 1-16,0 0-7 0,0 0-2 0,-1 0-6 0,-17 4 4 15,18-4-7-15,-1 0 2 0,-17 4 4 0,18-4 0 16,-1 0 10-16,-17 3 11 15,18-3-1-15,-1 0 4 0,1 0 3 0,0 0-4 16,0 0 1-16,-1 0-1 0,0 0-9 0,1 0-17 16,-1 0-2-16,1 0-6 0,0 0 3 0,0 0 7 15,0 0 5-15,0 0 0 0,0 0 5 0,0 0 4 16,24-2-2-16,-16 1 3 0,1 0 2 0,1 0-9 16,0-1 3-16,0 1-3 0,0 0 5 0,-1 0-2 15,-2 0 4-15,0 0-4 0,-7 1 4 0,1 0 8 0,-1 0-3 16,18-4 5-16,-18 4-3 0,0 0 9 15,0 0-6-15,0 0 5 0,0 0-5 0,0 0 1 0,0 0-1 16,0 0-2-16,0 0-23 0,0 0 5 0,0 0-6 16,0 0 6-16,-1 0-3 0,-20 3-6 0,13-1-1 0,-3-1-1 15,0 1 4-15,-1 0 7 0,-1 0 1 0,2 0 1 16,1 1 7-16,0-2 2 0,2 1 4 0,1-1-3 16,7-1 7-16,0 0 2 0,-1 0-2 15,-16 4 3-15,17-4-1 0,0 0-4 16,0 0-5-16,0 0 1 0,0 0-10 0,0 0-3 15,0 0-5-15,0 0 0 0,0 0-12 0,0 0 12 0,0 0 0 16,0 0 4-16,0 0 6 0,1 0-2 0,19 8 2 16,-20-8-2-16,0 0 11 0,18 0-4 0,-9-1-2 15,2 1-1-15,-2-1-7 0,0 0 5 0,0 0 3 16,-1 1 0-16,1-1-5 0,-2 0 8 0,1 1-4 16,-8 0 8-16,0 0-1 0,0 0 0 0,17-2-2 15,-17 2 1-15,0 0 4 0,0 0-3 16,0 0 5-16,0 0-5 0,0 0-1 0,0 0-2 15,0 0 1-15,0 0-2 0,0 0-1 0,0 0-1 16,0 0-4-16,0 0 3 0,0 0-10 0,0 0 4 16,0 0 2-16,0 0 0 0,0 0 1 0,0 0 1 0,0 0-2 15,0 0 3-15,-2 0-7 0,2 0 2 0,0-1-1 16,0 1 3-16,0 0-3 0,-1 0 3 0,0 0-2 16,1 0 2-16,-1 0-14 0,1 0 2 0,0 0-2 15,0 0 1-15,0-1 2 0,0 1 7 0,0-1 1 16,0 1 1-16,0 0 2 0,0-1-5 0,0 1 4 15,0 0-3-15,0-1 4 0,0 1 0 0,0-1-5 16,0 1 3-16,0-1-6 0,0 1-14 0,0-1-3 16,0 1-8-16,0 0-55 0,0-1-56 15,0 1-23-15,0-1-17 0,0 1-142 0</inkml:trace>
  <inkml:trace contextRef="#ctx0" brushRef="#br0" timeOffset="1742.96">4181 5463 76 0,'0'0'87'0,"0"0"18"0,0-1 31 16,-4-15 41-16,4 16-58 0,0 0-47 0,0 0-82 15,-1-1-3-15,0 1-9 16,-15-19-8-16,15 19-30 0,1 0-6 0,-16-12-8 0,16 12 2 16,0-1 56-16,-1 1 3 0,-16-15 15 0,17 15 12 15,-1-1 58-15,1 1-4 0,-15-16 24 0,15 16 7 0,0-1-15 16,0 1-9-16,0 0-1 0,-1-1-23 0,1 1-13 15,-9-17 5-15,9 17-8 0,0 0 12 0,0 0 14 16,0 0-3-16,0 0 5 0,0 0-12 0,0 0-12 16,0 0 4-16,0 0-6 0,0 0 2 0,0 0-7 15,0 1-3-15,0-1-2 0,0 1-14 0,5 18 6 16,-5-19-3-16,0 0 5 0,0 1 4 0,17 15-6 16,-17-16-3-16,0 0-1 0,18 13-10 0,-9-9 3 15,0 0 3-15,0 0 0 0,3-1 12 16,-3 0 4-16,2 0 10 0,-1-1-4 0,1 1 20 0,1 0-5 15,0-2-3-15,0 1 0 0,1-1 2 16,-1 0-9-16,1-1 2 0,-1 0-6 0,1 0-8 0,1 0-4 16,2-1 0-16,1 0-2 0,0-1-11 0,-1 2-3 15,0-1-3-15,-3 1 2 0,2 0 6 0,-3 0-9 16,1 0 8-16,-2 1-8 0,0-1 1 0,-2 1 8 16,0 0-4-16,-2 0 7 0,-1 0 1 0,-6-1 1 15,1 0 1-15,0 0 0 0,-1 0-3 0,0 0 14 16,0 0 2-16,1 0 4 0,-1 0 2 0,1 0-6 15,-1 0-9-15,1 0 3 0,-1 0-18 0,0 0-10 16,0 0-1-16,-11-7-6 0,2 5-22 0,-4 2 0 16,-2 0 0-16,-2 0 3 0,-1 0 17 0,-2 2 12 15,-2 0 1-15,-1-1 4 0,-2 1 3 0,4 0 13 16,3-1-4-16,1 0 6 0,3 0-6 0,-1 0-5 16,0-1-1-16,0 2-1 15,1 0-5-15,-1-1 4 0,1 0 1 0,1 1 1 16,-1-1 7-16,1 1 3 0,2-1 0 0,1 1 1 15,1 0-3-15,9-2-11 0,0 0 3 0,0 0-4 16,-18 6 5-16,18-6-18 0,0 0 1 0,0 0-8 16,0 0-8-16,0 0-2 0,0 0 2 0,0 1 0 0,1-1 15 15,22 14 3-15,-14-13 4 0,2 1-1 0,1-1 7 16,1-1-4-16,1 0 1 0,0 0-2 16,1-2-1-16,1 0 8 0,0 0-3 0,-1 0 5 0,1-2-1 15,-3 1-1-15,0-1-1 0,-1 1 0 0,0 0-1 0,0-1 4 16,-3 2 2-16,2 0 1 0,-2 0 0 0,-1 0 4 15,-8 2-2-15,0 0 4 0,0 0-2 16,1 0 3-16,-1 0 1 0,1 0 0 0,-1 0-1 0,0 0-4 16,1 0-5-16,-1 0 0 0,0 0-16 0,-1 0-10 15,-15-3 2-15,6 4-4 0,-1-1-8 0,-4 2 9 16,1-1-1-16,-2 1 6 0,-2 0 4 0,-1 0 19 16,0 1 0-16,0-1 10 0,1 0 16 0,1 1-9 15,0-2 2-15,3 2-5 0,1-1-14 0,3 1-2 16,0 0-2-16,3-2 2 15,7-1 2-15,0 0-2 0,-1 0 1 0,1 0-3 0,0 1-8 16,-1-1-11-16,0 1-1 0,1-1-3 0,0 1-3 0,0-1 3 16,0 0 3-16,0 1 1 0,20 10 22 0,-11-11 4 15,2-2 3-15,1 0-1 0,1-2 7 0,0 0-4 16,1 0-1-16,1 0-2 0,0-1-6 0,0 0-1 16,-3 1 3-16,3-1-3 0,-3 1-2 15,-2 0 5-15,0 1-4 0,-2 0 5 0,-2 0-4 16,0 2 6-16,1 0-3 0,-1 0 3 0,-6 1-7 0,0 0-2 15,0 0 0-15,1 0 0 16,-1 0-2-16,1 0-3 0,0 0 1 0,-1 0-3 16,0 0-37-16,0 0-80 0,2 0-19 0,-2 0-26 15,0 0-129-15,0 1-239 0</inkml:trace>
  <inkml:trace contextRef="#ctx0" brushRef="#br0" timeOffset="6842.58">5685 5498 1455 0,'0'0'117'0,"0"0"-8"0,0 0-1 0,-1 0-57 0,0-1-63 16,1 1 1-16,0 0-9 0,0 0 17 0,0 0 6 16,0 0-3-16,0 0 6 0,0-1-5 0,0 1 12 15,1-1 7-15,19-10-2 0,-20 11 4 0,0 0-2 16,0 0 15-16,21-4-8 0,-21 4 10 0,0 0-10 16,0 0 2-16,21-4-1 0,-21 4 1 0,1 0-2 15,-1 0 2-15,20-4 1 0,-20 4-1 0,1 0-3 16,-1 0-4-16,19-3-3 0,-19 3 0 0,0 0-10 0,0 0 3 15,1 0 1 1,-1 0 0-16,1 0-5 0,-1 0 10 0,1 0-4 0,-1 0 8 16,1 0 2-16,-1 0 1 0,1 0 1 0,-1 0-1 15,0 0-11-15,0 0 1 0,0 0-5 0,0 0 4 16,0 0-7-16,-1 0 1 0,-20-2-6 0,21 2 3 16,-1 0-11-16,-23 3 5 0,14-1 0 0,0-2 1 15,-2 2-1-15,0-1 1 0,-1 1 1 0,1-1 0 16,-1 0 5-16,2 0-6 0,0 0 3 0,1 0-3 15,2 0 7-15,1 0-7 0,0-1 5 0,7 0-5 0,0 0-2 16,-1 0-4-16,1 0-2 0,0 0-1 0,-1 0-4 16,0 0-16-16,1 0 2 15,0 0-6-15,-1 0 15 0,1 1 8 0,0-1 1 16,0 1 1-16,1-1 5 0,15 14 4 0,-15-14 2 16,17 1 1-16,-6-1-1 0,1 0-1 0,1-2 0 0,1 1 0 15,0-1-2-15,-1-1 3 0,0 2-1 0,0-2 1 16,-1 2-3-16,-1-2 5 0,-2 1 2 0,0 1 0 15,-2-1 6-15,-8 2-6 0,0 0 2 0,1 0-2 16,16-5 15-16,-17 5-3 0,0 0 4 0,0 0-2 16,0 0 9-16,0 0-3 0,0 0 2 0,0 0-2 15,0 0 1-15,0 0-7 0,0 0 1 0,-1 0-3 16,1 0-9-16,-18-6-13 0,18 6 2 0,-13 0-6 16,3 0 0-16,-1 0 2 0,-1 1-1 0,-1 0 4 15,-2-1 3-15,1 1-3 0,-2-1 2 0,2 1-3 16,0 0 6-16,2 0-3 0,2 0 0 0,1-1 0 15,9 0 6-15,0 0-8 0,-1 0 2 0,1 0-5 16,0 0-4-16,-1 0-17 0,0 0 2 0,1 0-5 16,0 0 19-16,0 0-6 0,0 0 5 0,0 0-4 15,17 7 11-15,-6-7-4 0,0 0 5 0,3 0-3 16,-1 0 3-16,0-1 7 0,0 1-8 16,1-1 7-16,-1 0-2 0,-1 1 1 0,-1-2 3 0,0 1-3 15,-2 0 0-15,-1-1 2 0,-8 2 3 0,0 0 0 16,1 0 5-16,17-4 13 0,-18 4-5 0,0 0 8 15,0 0 2-15,0 0-4 0,0 0 3 0,0 0-4 16,0 0 2-16,0 0-14 0,-1 0-2 0,0 0-5 16,-16-2-19-16,17 2-6 0,-1 0 0 0,-23 4-1 15,13-2 8-15,-1 0 2 0,0 1 3 0,1-1 2 16,-1 0 15-16,3-1-6 0,0 1-1 0,2-2-2 16,1 1 0-16,6-1-3 0,-1 0 1 0,1 0-4 15,-1 0-10-15,1 0-15 0,0 0 4 0,0 0-5 16,0 0 16-16,0 0 4 0,0 0 0 0,20 5 2 15,-10-4 8-15,2 0 0 0,1 1-2 0,1-3 0 0,1 0-1 16,0-1 2-16,-1 1 1 0,0 0-1 16,0 1-3-16,-2-2 8 0,1 1-1 0,-2-1 4 0,0 0-6 15,1 0 10-15,-2 0-3 16,-3 1 7-16,0-1 5 0,-7 2 8 0,0 0 0 0,1 0 3 16,-1 0 2-16,1 0 2 0,0 0-2 0,-1 0 1 15,0 0-14-15,0 0 3 0,0-1-4 0,0 1 2 16,0-1-16-16,0 1-10 0,0-1-4 0,-22-6-3 15,21 7-16-15,1 0 0 0,-21 1-3 0,20-1 0 16,1 0-28-16,-21 0-63 0,21 0-22 0,0 0-27 16,-16 2-220-16</inkml:trace>
  <inkml:trace contextRef="#ctx0" brushRef="#br0" timeOffset="7900.71">3385 5561 641 0,'0'0'310'0,"-1"0"134"0,1 0 0 0,0 0-335 16,-1 0-83-16,1 0-6 0,-1 0-1 0,1 0-1 0,0-1-18 16,-1 1 6-16,1-1-6 0,0 1 5 0,0 0 3 15,0-1-6-15,0 1 6 0,16-7-8 0,-16 7 3 16,0 0 5-16,22-1 0 0,-22 1 4 0,0 0 3 15,22-1-2-15,-15 0 4 0,2 1-2 0,0 0 8 16,-1-1 13-16,0 1-2 0,0-1 6 0,0 1-10 16,-2-2-2-16,0 0-5 0,1 1 3 0,-1-2-11 0,0 2-2 15,0-1-1-15,1 0 0 0,-2 1-7 0,1-1 1 16,-6 2-2-16,0 0 2 0,1 0 0 0,15-5-3 16,-16 5 4-16,0 0-3 15,0 0-3-15,1 0 6 0,-1 0-6 0,1 0 6 0,-1 0-2 16,1 0 3-16,0 0 4 0,-1 0-3 15,0 0 7-15,1 0 0 0,-1 0-1 0,1 0 2 16,-1 0 0-16,0 0-8 0,1 0 0 0,-1 0-3 0,1 0-6 0,0 0 3 16,-1 0-1-16,0 0 0 15,0 0-5-15,0 0 3 0,0 0 0 0,0 0 1 16,0 0-9-16,0 0-44 0,0 0-5 0,0 0-16 16,0 0-52-16,-1 0-59 0,0 0-32 0,1 0-31 15,-1 0-364-15</inkml:trace>
  <inkml:trace contextRef="#ctx0" brushRef="#br0" timeOffset="9681.74">4156 5449 1324 0,'0'0'155'0,"0"0"-105"0,0 0-11 0,0 0-24 16,0-1-3-16,0 1-16 0,1-1 6 0,-1 1-10 16,0 0-5-16,20-8 7 0,-20 8-7 0,0 0 7 15,0 0-7-15,18 1 0 0,-18-1-9 0,1 0 1 16,0 0-62-16,15 0-79 0,-16 0-29 0,0 0-33 15,0 0-268-15</inkml:trace>
  <inkml:trace contextRef="#ctx0" brushRef="#br0" timeOffset="10504.6">3318 5616 1629 0,'0'0'98'0,"0"0"-47"0,0 0-19 15,0 0-29-15,0 0-53 0,0 0 53 0,0 0 0 16,0 0 12-16,17-5-18 0,-17 5 7 0,0 0 7 16,17-5 1-16,-17 5 19 0,17 0-8 0,-8-1-1 15,1 1-2-15,-1 0-2 0,1-1 11 0,-2 0-1 16,1-1 3-16,0 1-10 0,0-1 4 0,1 0-3 15,0 0 5-15,1 0 12 0,-1-1 1 0,1 1 5 16,-1-1-4-16,1 2-3 0,-1-2-1 0,-1-1-2 16,0 2 1-16,0-1-5 0,-2 0-6 0,1 1 0 0,-3-2-2 15,0 1-1-15,-5 3-7 0,1 0-4 0,0 0 0 16,-1 0-9-16,16-6 5 0,-16 6-1 0,0 0 3 16,0 0-1-16,0 0 4 15,0 0-2-15,0 0 2 0,0 0 5 0,0 0 2 16,0 0 4-16,0 0-1 0,0 0-3 0,0 0-6 15,0 0-2-15,-1 0 0 0,-17 0-2 0,18 0-16 16,0 0-1-16,-22 2-7 0,11-2 3 0,1 2 9 16,-2 0 0-16,-1-2 2 0,0 3 0 0,0-2 1 15,-2-1 4-15,2 2-1 0,2 0 1 0,1-2-3 0,1 2-1 16,2-1 0-16,-1-1 2 0,2 1-1 0,0-1-3 16,6 0 1-16,0 0-5 0,0 0-1 0,0 0 0 15,-1 0-2-15,-15 9-5 0,16-9-6 0,0 0-3 16,0 0-1-16,0 0-6 0,0 0-2 0,0 0 1 15,0 0-3-15,0 0-1 0,0 0 19 0,18 6-2 16,-18-6 9-16,0 0 9 0,19-2 3 0,-19 2-1 16,17-1 1-16,-9-1-1 0,2 1 0 0,-2-2 5 15,2 1-5-15,-1-2-2 0,0 2 1 0,-1 1 1 0,0-1 2 16,1 1 1-16,-2-1-2 0,-1 1-1 16,0 1 1-16,0-2 2 0,-6 2 2 0,0 0 0 0,1 0 1 15,15-5-2-15,-16 5 7 0,0 0-4 0,1 0 3 16,-1 0-9-16,1 0 7 0,-1 0-1 0,1 0 2 15,-1 0 0-15,1 0 9 0,-1 0-2 0,0 0 3 16,0 0-7-16,0 0-9 0,0 0-4 0,0 0-3 16,0 0-26-16,0 0-32 0,0 0-4 0,0 0-13 15,-1 0-53-15,-17 0-62 16,18 0-19-16,-1 0-29 0,1 0-225 0</inkml:trace>
  <inkml:trace contextRef="#ctx0" brushRef="#br0" timeOffset="10898.33">3402 5557 886 0,'0'0'682'0,"0"0"-524"0,-1 0-95 0,1 0-86 15,-1 0-59-15,1 0 57 0,0 1-16 0,-2-1 29 16,-2 16-19-16,4-16 15 0,0 1-1 0,0-1 7 15,13 18 12-15,-13-18 0 0,0 1 1 0,1-1-3 16,18 13-5-16,-19-13 7 16,0 0 9-16,1 0 1 0,18 5 24 0,-19-5 4 15,0 0-5-15,0 0 4 0,1 0-4 0,-1 0 0 16,1 0-1-16,-1 0-1 0,1 0-14 0,-1 0-7 16,1 0-2-16,-1-1-2 0,1 1-14 0,14-12-205 15,-15 12-112-15</inkml:trace>
  <inkml:trace contextRef="#ctx0" brushRef="#br0" timeOffset="11626.54">5094 5451 2169 0,'-5'-3'141'0,"5"3"-33"0,0 0-18 0,0 0-95 16,-1 0-88-16,0 0 42 0,1 0-24 0,0 0 50 15,0 0 1-15,0 0 18 0,12-2 5 0,-2 6 3 16,1-1 11-16,1-1-3 0,2 0-2 0,1 0-1 15,0 0-10-15,1 0 7 0,1 0-3 0,2-1 8 16,1 1 2-16,0-1 9 0,1 1 4 0,0-1 0 16,0-1 4-16,-1-1 2 0,0 0 2 0,0-1 0 0,2 1 7 15,0-1-11-15,2-1 3 0,0 0-4 0,-1 0 8 16,0-2-12-16,1 1-1 0,-4 0-4 0,0-1-9 16,-2 1 6-16,-2-1-4 0,1 2 4 0,0-1-8 15,-1 1-3-15,-1 0 5 0,-2 1-4 0,-1 0 1 16,-2 1 1-16,0 0-6 0,-1 1 5 0,-2 0-3 15,0 0 1-15,-7 0-3 0,0 0 3 0,1 0-4 0,16 4 5 16,-17-4 1-16,0 0 1 0,0 0 1 0,0 0-42 16,0 0-9-16,0 0-18 15,0 0-81-15,1 0-116 0,-1 0-41 16</inkml:trace>
  <inkml:trace contextRef="#ctx0" brushRef="#br0" timeOffset="14381.75">6489 8858 1179 0,'0'0'423'16,"0"0"-142"-16,0 0 203 0,-1 0-416 0,1 0-30 0,-1 0-45 15,1 0-3-15,0 0 0 0,-1 0 6 0,1 0-9 0,0 0 6 16,0 0-5-16,0 0 5 0,1 0 3 16,17 2 8-16,-18-2 0 0,0 0 3 0,20 2-4 15,-11-2 6-15,0 0 0 0,2 1 2 0,1 0 7 0,-7-3 10 16,7 3-4-16,1 0 5 0,1-1-11 15,0 0 2-15,0-1 0 0,2 1 0 0,-1 0-4 0,1-1-1 16,0 0 0-16,2 1 0 0,0-2-5 0,2 1-4 16,2 0-2-16,2-1 1 15,-1 0-5-15,2 1 1 0,0 0 3 0,-2-1-1 16,1 2 1-16,1-2-4 0,0 1 0 0,3 0 0 16,0-1 3-16,0 2-2 0,-2-2 1 0,0 2-1 15,-2-1 4-15,0 0-1 0,2 1 4 0,1-1-2 16,1 1 9-16,1-3 3 0,-3 2 0 0,-2-3 2 0,-1 2 0 15,-1 0-1-15,0 0-5 0,1 0 4 0,-1-1-3 16,1-2-4-16,0 0 1 0,-3-2-3 0,0 1 0 16,-1 0 3-16,-2-2-1 0,1 1 2 0,-3-1 2 15,0-2 4-15,-1 2 2 0,2-2 0 0,-1 1-6 0,1-1 5 16,0 0-2-16,-2 0 3 0,-1-1-5 16,0-1-6-16,-1 0-1 0,-1 0-1 0,0 0-3 15,0 0 2-15,-1 1 0 0,-3-1 2 0,0 1 4 0,-1 0 10 16,-1-1-6-16,-1 0 6 15,1-1-5-15,-2 1-3 0,2-1 3 0,-3 0-4 16,1 1 0-16,-2-1 2 0,1 0 0 0,-2 0 2 16,1 0 11-16,-2 0 3 0,1 0 0 0,-1 2-1 15,-1-1-11-15,1 2-2 0,-2-2 1 0,0-2-2 16,-1 1-2-16,-1-1-3 0,0 1-2 0,1-1 0 16,-1 0-4-16,-2 1 4 0,1 0-2 0,-1-1 1 15,1 1-9-15,-1 0 5 0,-2-1-1 0,1 1 3 16,-1 1-1-16,1-1 1 0,-2 1 2 0,0 1-1 0,0-1-6 0,-1 1 5 15,0-1-8-15,1-1 7 0,-2 0 4 0,1 0-10 16,-1 1 8-16,1-1-8 0,2 1 1 0,-2 1-1 16,0-2 0-16,-1 0-2 15,0 0 2-15,0 0-2 0,0 2 0 0,-2 2-1 16,0-1 2-16,-2-1-3 0,0 0 0 0,-1-1-1 16,0 1-1-16,0 0 6 0,1 0 3 0,1 0 3 15,0 0 2-15,2 0-7 0,-1 1 2 0,1-1-3 0,-1 0 0 16,1 1 3-16,-3-2 2 0,2 3-1 0,-2 0-1 0,-1 0-3 15,0 1-3-15,-2 1 1 0,1 2 6 0,1 0-7 16,1 1 5-16,-1 1-5 0,-1-1 4 0,0 1-1 16,-1 2-6-16,0 0 2 15,0 2-10-15,-2-1 2 0,0 1 3 0,0 1 0 16,0 1 5-16,4-1-7 0,-1 2 2 0,0 0-5 16,0 1 1-16,-1-1 4 0,0 3-2 0,-1-1 2 15,-1 3 0-15,-1 2 3 0,-1-1-1 0,2 2 2 16,2 0 2-16,0 0-2 0,1 2 1 0,1 0-1 15,-1 0-2-15,0 0 6 0,-1 0 0 0,1 0 2 16,0 0 1-16,-1 0-6 0,3 0 2 0,0 1-5 16,3 0 1-16,0 2 4 0,1 1-3 0,2-2 4 0,0 2-7 15,0-2 3-15,1 1 0 0,1 0 0 0,0 0-9 16,1-2 11-16,2 1-8 0,0-2 9 0,0 2-9 16,1 2-4-16,0 0 7 0,2 1-5 0,-1-1 13 15,2 0-6-15,1 0-3 0,0 0 0 0,1 0-2 16,2-2 5-16,0 0-1 0,0 0 3 0,0-3-1 15,1 2 0-15,0-1 1 0,1 2-1 0,-1 1 3 16,2-1 3-16,0 0-5 0,1-1 4 0,0-1-12 0,1 1 9 16,0-2-3-16,1 1 4 15,0-2-4-15,1 1 0 0,1-1 0 0,2 0-1 16,2-1-1-16,0 2 6 0,1-1-1 0,0 1 3 16,-1 1 0-16,-1-2-2 0,0 0-2 0,1-1 0 15,-1 1 2-15,-2-1 6 0,1-1 0 0,-2-1 3 16,1 0 1-16,-2-1 1 0,1 0 4 0,0-2-3 15,-1 0 4-15,1 1-7 0,0 0-2 0,-1-2-1 16,1 0-2-16,-2-1-1 0,1-2-3 0,-1 2 1 16,-1-2 0-16,0 1-5 0,-1 0 5 0,-1 0-7 15,1 0-7-15,0 0-207 0,0-1 24 0,0-1-94 16,0 2-60-16,1-2 1021 0</inkml:trace>
  <inkml:trace contextRef="#ctx0" brushRef="#br0" timeOffset="19909.57">6786 6853 1480 0,'0'0'229'0,"0"0"-75"0,0 0 106 16,-1 0-232-16,0 0-7 0,1 0-24 0,0 0 8 15,0 0 0-15,0 0 1 0,0 0-8 0,0 0-3 16,0 0 3-16,0 0 0 0,18 3 14 0,-18-3 2 0,0 0 5 16,24 0-2-16,-16 1 7 0,0-2 20 15,0 0-6-15,0 0 12 0,0-1-6 0,0 0 5 0,1 1 3 0,-1 0-1 16,0-1 1-16,0-1-4 15,0 1-4-15,1 0-1 0,-1 1-17 0,1-2-6 16,1 2 0-16,-1-1-1 0,1-1 0 0,0 2-9 16,1-1-1-16,-1 0-2 0,0 0-3 0,0 1-4 15,-2 0 3-15,1-1-1 0,-2 1 6 0,-1 0-7 16,-6 1 2-16,1 0-3 0,0 0 1 0,16-1-1 16,-17 1-11-16,0 0-3 0,0 0-113 0,0 0-144 15,0 0-40-15,0 0-74 0,1 0-578 0</inkml:trace>
  <inkml:trace contextRef="#ctx0" brushRef="#br0" timeOffset="20395.57">6892 6152 2146 0,'0'0'128'0,"-1"0"-106"16,1 0-3-16,0-1-28 0,0 1 9 0,0-1 0 16,-2 1-6-16,2-1 1 0,0 1-21 0,0 0 10 15,0 0-1-15,0 0 8 0,0 0 24 0,21-5 14 16,-12 6 12-16,2-1-2 0,0 0 24 0,2-1 2 16,1 0 0-16,1 0 2 0,1-1 5 0,2 1-2 15,-1-1-2-15,2 0-1 0,-2 1-15 0,1-1-1 16,1 0-5-16,0 0 3 0,0-1-12 0,0-1-7 15,0 1-2-15,3-2-3 0,-1 1-14 0,1 0 4 16,-2-1 0-16,-2 1 1 0,-1 0-5 0,-2 1-4 16,-1 0 1-16,-1 0-2 0,-1 1-6 0,-1 0 7 15,-2 1-7-15,-1 0 6 0,0 1-10 0,-1-1 4 16,0 0-11-16,0 0 0 0,1 1-103 0,-2-1-138 16,1 0-37-16,1 0-56 0,0-1-381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3-05T19:52:31.427"/>
    </inkml:context>
    <inkml:brush xml:id="br0">
      <inkml:brushProperty name="width" value="0.05292" units="cm"/>
      <inkml:brushProperty name="height" value="0.05292" units="cm"/>
      <inkml:brushProperty name="color" value="#00B0F0"/>
    </inkml:brush>
    <inkml:context xml:id="ctx1">
      <inkml:inkSource xml:id="inkSrc25">
        <inkml:traceFormat>
          <inkml:channel name="X" type="integer" max="13788" units="cm"/>
          <inkml:channel name="Y" type="integer" max="8616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1" timeString="2025-03-05T20:01:38.166"/>
    </inkml:context>
  </inkml:definitions>
  <inkml:trace contextRef="#ctx0" brushRef="#br0">10433 2853 711 0,'0'0'115'0,"0"0"22"0,0-1-1 16,-1 1-92-16,1 0-42 0,-17-21-21 0,17 21 6 15,0 0-12-15,0 0 21 0,0 0 23 16,0 0 9-16,0 0 7 0,0 0 42 15,-1-1 13-15,0 1 0 0,1-1 4 0,0 1-2 16,-1-1-20-16,1 1-4 0,0-1-9 0,0 1-33 0,0 0-30 16,0-1 5-16,0 1-13 0,0-1-2 0,0 1 9 15,0-1-6-15,0 1 9 0,1 0 2 0,-1 0 12 16,17-3 2-16,-17 3 6 0,0 0 8 0,0 0 22 16,1 0-4-16,18 1 9 0,-19-1-4 0,0 0-7 15,1 0 2-15,0 0-5 0,17 0-5 0,-18 0-15 16,0 0-4-16,1 0-3 0,18 6-15 0,-19-6 3 15,0 0 1-15,19 7 2 0,-19-7 3 0,1 0 6 16,21 9-7-16,-12-6 7 0,-2 0 4 0,1 1 1 16,0-1 5-16,0 0-6 0,1 1 5 15,-1-2-5-15,1 1 1 0,1-1-2 0,-1 1 3 16,2 0 3-16,0-1-3 0,1 0 2 0,-1 0-5 0,1 0 3 16,0-1 5-16,2 0-2 0,0 0 3 0,2 0-5 15,0-1-1-15,-1 0 1 0,0 0 2 0,2 1 1 16,-3-1-1-16,2 1 1 0,-1-1 2 15,0 0-8-15,0 0 6 0,-1 0-7 0,1 1 4 0,0-1-4 16,1 1-3-16,1-1 1 0,-1 0-2 0,0 1-4 16,-1-1 0-16,1 0 0 0,0 2 3 0,-1-2-2 15,-2 1 1-15,2-1-1 0,-3 0 2 0,2 1-2 16,0-2 0-16,1 1 0 0,0 0-6 0,0 0 9 16,-1-1-5-16,-2 1 6 0,1-1-6 0,-2 0 9 15,0 1-6-15,0-1 6 0,-1 1-10 0,-1-1 1 16,1 1 1-16,-3-1-1 0,2 1-2 0,-2-1 1 15,1 1-4-15,0 0 1 0,-1 0-5 0,1 0 4 16,-1 0 1-16,0 0 1 0,0 0-5 0,0 0 3 16,-1 0 1-16,-1 0 2 0,-6 0-2 15,0 0 0-15,1 0 0 0,16 1 1 0,-17-1-1 0,0 0-1 16,1 0-2-16,-1 0 0 0,0 0-5 0,1 0 4 16,-1 0-9-16,1 0 6 0,-1 0-7 0,0 0-44 15,1 0-11-15,-1 0-20 0,1 0-104 0,0 0-100 16,-1 0-66-16</inkml:trace>
  <inkml:trace contextRef="#ctx0" brushRef="#br0" timeOffset="1895.88">871 3364 1159 0,'-10'-3'278'0,"0"2"104"0,2-1-6 16,8 2-344-16,0 0-41 0,0 0-28 0,-1 0-9 0,0 0-12 15,1 0-58-15,-1 0 84 0,1 0-10 0,0 0 36 16,8-4-1-16,1 4 6 0,0 0-3 0,2 0 4 16,0 0 7-16,0-1 7 0,0 0 4 0,0 0 1 15,1 0 12-15,-1 1-1 16,0 0 1-16,-1 0-1 0,0 0 8 0,0-1-12 15,0 2 6-15,2-1-9 0,-1-1-5 0,3 0-1 0,1 0-2 16,3 0 3-16,2 1-1 0,-1 0-13 16,2-1 3-16,0 0-5 0,-1-1 4 0,-1 0-1 0,0 0 1 15,-1 1 1-15,1-1 3 0,1 1-6 16,2-1-3-16,1 0 0 0,0 1-3 0,0 1 8 16,-1-1-5-16,0 1 6 0,-2 0-8 0,-2 0 6 15,1 0 0-15,1 0 3 0,1 0-4 0,2-1 0 0,1 1 5 16,0-1-2-16,0 1 15 0,-1-1 1 0,-2 0-2 15,-1 0 1-15,1 0-2 0,1 0-10 0,2 0 3 16,1-1-7-16,2 2-4 0,-2-1 4 0,-1 1 0 16,-2 0 3-16,0 0-5 0,-1 0-5 0,0 1-2 0,2 0 0 15,1 1 9-15,1-1-5 0,0 1 4 0,-2-1-4 16,1 2-1-16,-3-2 1 0,-1 2 0 0,2-1 1 16,-2-1-4-16,6 0 6 0,-1-1-6 0,2 1 6 15,-1 0-2-15,-1-1 3 0,-1 0 3 0,-2 0-1 16,0-1 2-16,3 2 3 0,-1-1 0 0,4 0 0 15,-1 0-6-15,0-1-1 0,-1 2 1 0,-4 0-2 16,0 0-6-16,0 0 7 16,1 0-4-16,2 0 7 0,0 0 1 0,1 0-9 15,-1 0 5-15,-1-1-5 0,-2 0 10 0,-1 0-2 16,0 1 2-16,2-1 0 0,0 0 10 0,2-1-6 16,0 0 5-16,0 0-6 0,-1 0 5 0,0 1-14 15,-2 0 2-15,-2 0-5 0,0 0 8 0,1 0-6 0,2 0 0 16,1 1-2-16,1 0 5 0,0 0-8 0,-3 0 6 15,-1 0-6-15,-1 0 8 0,-1 0-6 0,2 1-1 16,2 0-2-16,1-1 3 0,1 0 1 0,0 0-1 16,-1-1 3-16,-1 1-6 0,-1-1 3 0,-1 1 2 15,-2 0 1-15,2-1 2 0,1 1-6 0,3-1-1 0,0 2-1 16,0-2 10-16,0 2-8 0,-2-1 5 0,-1-1-8 16,-1-1 4-16,1 1 0 0,2 0-1 0,1 1 2 15,2 0 5-15,-1-1-6 16,1 2 0-16,-2 0 0 0,-1-2 0 0,-1 0 0 15,0 0-1-15,1 0 1 0,1 1 3 0,2-1-1 16,-1 1 0-16,0 0-2 0,-1 0-4 0,-1 1 4 16,-1-1 0-16,0-1 3 0,3 0 2 0,2-2-5 0,2 2 0 15,-1 1-2-15,0 0 2 0,-3 0 3 0,-1-1-3 16,2 0 4-16,1 0-9 0,1 0 6 0,2 0-3 16,-2 1 4-16,-1 1 2 0,-2-1-5 15,-1 0 1-15,1 0-3 0,1 0 3 0,2 1 4 16,1-2 0-16,-2 1 2 0,-2 0-4 0,1-1 0 0,-3 2 3 15,3-1-2-15,1 0 11 0,2 0 7 0,0-1-6 16,-2 1 5-16,-1-1-15 0,-1 1 1 0,-3 0-1 0,1 1 1 16,2-2-5-16,2 1 1 15,2-1 0-15,-2 2 1 0,0 0 2 0,-2-2-3 16,-3 1 0-16,2-1-2 0,2 0-3 0,0 0 4 16,3 0 1-16,0-1 1 0,-1 1 5 0,-3-1-3 15,-1 1 0-15,-1-2 0 0,4 1 4 0,-1 0-4 16,3 1 1-16,-2-1-2 0,0 1 5 0,-2 0-11 0,-1 0 11 15,0 1-11-15,2-1 3 0,1 0 6 0,2-2-8 16,0 0 6-16,0 2 0 0,-2-1 6 0,-2-2-4 16,1 3 5-16,0-2 2 0,3 0-7 15,1 2 7-15,-1-2-7 0,-2 2 4 0,-1-1-2 0,-1 0 1 0,-1 1-2 16,1-1-6-16,2 0 3 16,2 1-1-16,-2 1 3 0,-1-1 7 0,-2 1-10 15,0 0 1-15,-2 1-4 0,2-1-1 0,0-1 8 16,1 0-5-16,0 0 7 0,-1 1-10 0,-2 1 2 15,-2-1 2-15,-1 1-1 0,-1 0 4 0,0-1-3 16,2 0 4-16,0 1-2 0,1 0 2 0,-2 0 3 16,0-1 0-16,-2 1 3 0,-1-1 6 0,0 2 0 15,-3 0-3-15,-1 0 1 0,0-2-14 0,-1 0 8 16,-1-1-5-16,-1 1 7 0,0 1-3 0,2-1-9 16,-2 1 5-16,-2-1-6 0,0 0 8 0,-2 0-8 15,-6-1 4-15,0 0-5 0,0 0 7 0,1 0-3 16,-1 0-1-16,1 0-4 0,0 0-50 0,-1 0-118 0,0 0-29 15,0 0-49-15,0 1-300 0</inkml:trace>
  <inkml:trace contextRef="#ctx0" brushRef="#br0" timeOffset="20049.53">2915 5539 1674 0,'-7'-5'115'0,"1"1"-44"0,6 4 56 0,-1 0-115 0,1 0-4 16,-1 0-6-16,0 0-26 16,1 0 4-16,0 0-9 0,0 0 21 0,0 0 6 0,0 0 0 15,0 0 1-15,0 0-6 0,0 1 14 0,0-1-2 16,0 1 7-16,0-1 2 0,17 16 13 0,-17-16-1 15,0 0 5-15,1 0-9 0,-1 0 8 0,17 3-2 16,-17-3 5-16,0 0 2 0,1 0-2 0,18 0-1 16,-19 0 0-16,1 0-3 0,0 0-9 0,16-4-4 0,-17 4-1 15,1 0-3-15,-1 0-7 0,20-2 7 0,-20 2-7 16,0 0-3-16,18 0 2 0,-18 0-3 0,1 0 3 16,21 2 5-16,-22-2-5 0,16 0 1 0,-7 1-4 15,1-1-2-15,1 0 4 0,0 1-3 16,0-1 4-16,1 1-3 0,-1-1 6 0,1 2-2 15,0-1 2-15,0 0-8 0,-1 0 2 16,0-1 5-16,0 0-1 0,0 0 3 0,1 1 5 16,0-1-3-16,1 1 5 0,1 0 3 0,1-1-6 0,-1 0 4 15,0 0-5-15,1-1 2 0,-1 0-2 0,0 2 0 16,0-1-1-16,1 1-8 0,-3-1 4 16,1 0-2-16,-2-1 4 0,2 1-3 0,0 0-2 15,0 0 1-15,2-1-1 0,0 0 4 0,2 1-4 0,1-2-1 16,-1 1 0-16,0-1 2 0,0 0 0 0,-1 0 3 15,1 2-1-15,-1-1 4 0,-1 0-4 0,0 0 3 16,0-2-3-16,2 0 3 0,1 1-9 0,1 0 0 16,1 1-3-16,0 0 9 0,-1 0-3 0,0 1-2 0,0 0 0 15,-1 1-2-15,-1-2 3 0,1 1 1 0,-2-2 2 16,2 1-3-16,2 0 1 0,1 0-3 0,0-1 2 16,0 0-1-16,-1 0 4 0,1 1 4 0,-2-1-3 15,0 1 3-15,-1-1-7 0,-1 0 3 0,1 1-4 16,-1 0 3-16,3-1 4 15,1 1-7-15,-1 0 6 0,0-1-4 0,0 2-3 16,-1-1 1-16,-2 0-1 0,0 1-4 0,-1-2 6 16,1 2 0-16,0-1 4 0,3 0-4 0,1 0-2 15,1 0 1-15,-1 1-1 0,0-1 1 0,-2 1 0 16,0 0 3-16,-2 0-2 0,-1 1-1 0,1 0-2 16,0 0 0-16,3 0-2 0,-1 1 3 0,1-1-2 15,1-1 2-15,-1 2 0 0,1-1 6 0,-3 0-4 16,1 0-1-16,-2 1-1 0,1-1 2 0,-1 1-2 15,2 0 1-15,0-2-1 0,0 1 1 0,3-1-1 0,-2 1 2 16,0 1-2-16,0-2 0 0,-1 0 3 0,-1 2-3 16,0-2 4-16,-3 0-2 0,2 1 5 0,1-1 0 15,2 0 2-15,2 1-3 0,0-1-1 0,-1 0-3 16,1 0 2-16,-3-1-2 0,0 2-2 0,-2-1 4 0,0 0-2 16,0 1-1-16,1-1 3 0,3 1-3 0,0-1 3 15,0 0-4-15,0 0 4 0,0 0 0 16,-2 0 1-16,-1 1-2 0,0-1 3 0,-1 0-1 0,0-1 3 15,1 0 7-15,2 1-3 16,2-1 0-16,1 1-1 0,0 0-3 0,1-1-8 16,-2 0 5-16,-1 1-5 0,-1-1 0 0,-1 1 3 15,1-1-3-15,1-1 2 0,2 1 3 0,0 0 0 16,0 1-1-16,0-1 0 0,-1 0-1 0,-2 1 8 16,-1-1 1-16,-1 1 2 0,0-1-4 0,1 0 1 15,1 1-5-15,3-1 3 0,-1 0-7 0,0 0 2 0,1 1-1 16,-2 0 0-16,-1 0-2 0,-1 1-1 15,-2-1 3-15,2 0-3 0,1-1 2 0,1 1 0 16,1 0 0-16,0 0 1 0,-1 0 3 0,-1 0-6 0,0 0 5 16,-1 0-5-16,-4 0 6 0,1 2 1 0,-2-2-3 15,2 0 3-15,0 1 2 0,2 0 6 0,0-1-5 16,-1 2 5-16,0-1-10 0,-1 0-3 0,0 1 4 0,-3 0-3 16,1-1 1-16,-2 0 2 0,0 1 0 15,-2-1 1-15,-1 1 0 0,0-1-4 0,0 1-2 16,-2-1 0-16,0 0-1 0,-1 1 1 0,-6-2 3 0,1 0-1 15,-1 0 3-15,19 3-8 0,-19-3 0 0,0 0-4 16,0 0-3-16,1 0-154 16,-1 0 6-16,0 0-67 0,1 0-91 0,-1 0-204 15</inkml:trace>
  <inkml:trace contextRef="#ctx0" brushRef="#br0" timeOffset="-130842.54">7152 2450 1102 0,'0'0'68'15,"0"0"-37"-15,0 0 4 0,1 0-67 0,-1 0 6 0,17 5 38 16,-17-5 13-16,0 0-8 0,1 0 35 0,-1 0 3 15,1 0 6-15,18 8-1 0,-19-8 25 0,1 0-10 16,18 2-3-16,-10-1-1 0,1-2 2 0,-2 1-4 16,2-1 0-16,0 0-6 0,1 1-19 0,0-1-24 15,1 1 5-15,-1 0-11 0,0-1 3 0,0 1-11 16,0 0 3-16,0 1-5 0,-1-1 4 0,1 2 1 16,-2-1 0-16,2 1 2 0,1 0 5 0,0-1 8 15,0 0-3-15,2 0 5 0,-2 0-5 0,1-1-8 16,0 0 0-16,0 0-2 0,-1 1 5 0,1-1-3 15,-1 1 4-15,0 0-5 0,-1-1-3 0,0 0-6 16,0-1 0-16,-1 1 1 0,1 0 9 0,0 1-11 16,0 0 8-16,1-1-8 0,0 0 10 0,1 0-7 0,-1 0-1 15,1 1-1-15,-1-1 2 0,1 1-1 0,-1 0-4 16,0-1 2-16,1 0-2 0,-1 0 3 0,0 0 2 16,0 0-1-16,-1 1-2 0,0-1-2 15,-1 2 1-15,2-2-2 0,0 0 1 16,2 1 0-16,2-1 2 0,0 1-1 0,-1-1 8 0,2 2-1 15,0-2-3-15,-1 2 2 0,1-2 2 0,-3 0-2 16,1 2 2-16,-1-2-3 0,0 1 0 0,-1 1 1 16,-1-1-3-16,3 0 2 0,0 0-2 15,2 0-3-15,0-1 7 0,0 1-6 0,-1 0 2 0,-1-1-4 16,0 0 2-16,-2 0-1 0,1 1 10 16,0 1 3-16,-2-2 0 0,1 0 1 0,-1 0 10 0,2-1-7 15,0 1 1-15,1 0-4 0,1 0-6 16,0-2-1-16,0 2 0 0,0 0 0 0,-1-1 4 0,-1 1-7 15,-1-2 5-15,0 2-5 0,1-1-2 0,-1 1 3 16,0 0-2-16,-1-2 3 0,-1 2 2 0,2-2-9 16,0 1 7-16,1 1-7 0,2-2 7 0,0 1-2 15,0 1-4-15,-2-1 4 0,0 1 8 0,0 0-7 16,-1-1 3-16,-2 1-4 0,1 0 7 0,-1 1-8 16,0-1 3-16,0 0-5 0,-1 0 1 0,-1 0 2 15,0 0-3-15,2 0 3 0,-1 1 1 0,1 0-2 16,-1 0 4-16,1-1-4 0,-2 0 8 0,2 0-5 15,-1-1 2-15,-1 1-2 0,1 0 6 0,-1 0-7 16,-1 0 5-16,1 0-7 0,-1 1-2 0,0-2 7 0,0 1-7 16,0 0 8-16,0 0-8 0,0 1 0 0,-2-2 4 15,2 2-2-15,-8-1 5 16,0 0-4-16,17 0-3 0,-17 0 0 0,0 0-3 16,1 0 4-16,-1 0 2 0,18-3 1 0,-18 3 5 0,0 0-5 15,0 0 4-15,1 0-4 0,0 0 5 0,-1 0-30 16,0 0-4-16,0-1-13 0,1 1-41 15,0-1-34-15,6-15-4 0,-7 16-13 0,0 0-50 16,0-1-168-16,0-18-55 0</inkml:trace>
  <inkml:trace contextRef="#ctx0" brushRef="#br0" timeOffset="-114162.16">7173 2436 878 0,'0'0'261'0,"0"-1"-112"0,0 1 141 16,0-1-198-16,0 1 21 0,-3-17 31 0,3 17-24 0,0 0-8 15,0 0-13-15,0 0-29 0,0 0-6 0,0-1 5 16,0 1-6-16,0 0-5 0,0 0-6 0,0 0-3 15,0 0 2-15,0 0-1 0,0 0-16 0,1-1 9 0,-1 1-12 16,19-6 8-16,-19 6-3 0,15 1-5 16,-5-1 2-16,0 1 0 0,2 0-5 0,-1-1-3 15,1 1-1-15,1 1-9 0,0-1-3 0,0 0 7 0,1 0-6 16,0 1 4-16,-1-2 3 0,0 1-3 16,-1 0 4-16,0-1 1 0,-1 0-10 15,3 0 3-15,-2 1-4 0,3-1 1 0,-2 0-3 16,-1 0-1-16,-2-1 1 0,1 1 5 0,-1 0-6 0,-1 0 1 15,0 0-4-15,-1-1-5 0,-1 1 5 0,-7 0 1 16,0 0 1-16,1 0-2 0,16-3 0 0,-17 3-3 0,0 0 2 16,0 0-2-16,0 0 2 0,0 0 4 15,1 0-3-15,-1-1-10 0,1 1-59 0,0-1-15 16,-1 1-19-16,0 0-93 0,0-1-49 0,1 1-17 16,8-17-19-16,-9 17-150 0</inkml:trace>
  <inkml:trace contextRef="#ctx0" brushRef="#br0" timeOffset="-84484.4">9096 2964 1136 0,'0'0'170'0,"0"0"-69"15,-1 0 95-15,1 0-80 0,-1 0-7 0,1 0 19 0,0 0-35 16,-17-5 0-16,17 5-8 0,0 0-10 0,0 0-9 16,0 0-3-16,0 0 0 0,0 0-9 0,0 0 5 0,0 0-3 15,0 0 3-15,1-1-23 0,-1 1-4 0,18-9-6 16,-18 9 2-16,0 0-6 15,22-1 8-15,-21 1-3 0,15 1 5 0,-7-1 0 16,2 0 6-16,0 0 3 0,4 0 0 0,2-1 3 16,0 1-8-16,2 0 2 0,0 0-4 0,-1 1-4 15,1-1-2-15,-1 0-2 0,1 1 2 0,-2-2 0 0,2 1-9 16,1 1-1-16,-1-2-3 0,2 1 3 16,-1-1-1-16,0-1 5 0,-2 1-4 0,-1-1 5 0,0 2-9 15,-1-1 4-15,0 1-5 0,-1 0 1 0,0 0 3 16,-1-1-6-16,0-2 4 0,3 2-1 0,-1-1-8 15,1 1 10-15,-3-1-8 0,0 0 8 0,-2 1-7 16,0 0-2-16,-2 2-1 0,0-1 2 0,-2-1-5 16,-1 1 4-16,1 0-4 0,-2-1 8 0,0 1-3 15,-6 0-1-15,0 0 1 0,1 0 1 0,15 0-6 16,-16 0 4-16,0 0-3 0,0 0 6 0,1 0-2 16,-1 0-3-16,0 0 1 0,1 0-5 0,0 0-34 15,-1 0-9-15,0 0-16 0,1 0-78 0,-1 0-92 0,1 0-21 16,-1 0-34-16,0 0-164 0</inkml:trace>
  <inkml:trace contextRef="#ctx0" brushRef="#br0" timeOffset="-81129.2">3781 2917 1279 0,'0'0'38'0,"0"0"-13"0,0 0 26 16,0 0 47-16,0 0 7 0,0 0 22 0,0 0-12 15,0 0-4-15,0 0-6 0,0 0-31 0,0-1-7 16,0 1 0-16,0-1-1 16,0 1 4-16,0-1-16 0,0 1 3 0,0 0-9 15,1-1-7-15,-1 1 2 0,1-1-1 0,15-7 1 16,-16 8-13-16,0 0-8 0,0 0-2 0,0 0-1 15,1 0-6-15,0 0 3 0,-1 0-3 0,0 0 4 16,17 2 6-16,-17-2-5 0,0 0 6 0,0 0-5 16,0 0 11-16,1 0-10 0,-1 0 3 0,1 0-5 15,-1 0 0-15,17 2-6 0,-17-2 2 0,0 0-3 16,1 0 2-16,-1 0 0 0,0 0-2 0,1 0 1 16,15 5-1-16,-16-5 8 0,0 0-3 0,1 0 4 0,-1 0-7 15,0 0 5-15,17 2-3 0,-17-2 3 0,1 0-6 16,-1 0 6-16,0 0-4 0,1 0 4 0,17 0-7 15,-18 0 4-15,0 0-3 0,0 0 3 0,1 0-6 0,18-3-1 16,-19 3 3-16,0 0-3 0,1 0 2 16,-1 0-10-16,19-2 3 0,-19 2-5 15,0 0 3-15,1 0 1 0,17-1-1 0,-18 1 1 16,1 0-2-16,-1 0 5 0,17 1-2 0,-17-1 3 16,0 0-6-16,0 0 0 0,18 1 0 0,-18-1 1 15,0 0 5-15,1 0-2 0,17 5-3 0,-18-5 1 16,0 0-2-16,0 0 1 0,18 3 4 0,-18-3-2 15,1 0-1-15,-1 0 7 0,18 3-5 0,-18-3 4 16,0 0-11-16,1 0 7 0,17 2 3 0,-18-2 2 16,1 0-6-16,0 0 1 0,-1 0-3 0,17-2 3 15,-17 2-2-15,0 0 4 0,1 0-3 0,-1 0 3 16,1 0-1-16,17 4-1 0,-18-4 4 0,0 0-3 16,0 0 1-16,1 0 1 0,-1 0-1 0,2 0 2 15,-2 0 2-15,16-2-92 0,-16 2-17 0,0 0-40 0,0 0-155 16,0 0-269-16</inkml:trace>
  <inkml:trace contextRef="#ctx0" brushRef="#br0" timeOffset="-49098.02">5758 4812 1759 0,'0'0'159'0,"0"0"-5"16,0-1-1-16,-1 1-59 0,1 0-86 0,0 0 1 16,0 0 1-16,0 0 4 0,0 0 5 0,0-1-3 15,0 1-2-15,0 0 1 0,0 0 0 0,18-3 2 16,-18 3 3-16,0 0-1 0,22 0 9 0,-22 0 12 16,17-1 0-16,-8-1 5 0,0 1-1 0,0 0-14 15,0-1-1-15,3 0-4 0,1 0-8 0,1-1-4 0,2 0 3 16,0 0-3-16,0 0-7 0,1-1 5 0,-1 1-6 15,0 0 7-15,1 0-5 0,-1 0 12 16,-3 0-3-16,1 0 7 0,-1 0 8 0,-1 0-4 0,-1 1-2 16,-1 0-2-16,0 0-9 0,-1 1 4 0,-1 0-1 15,0 0 0-15,-1 0-5 16,0 0-8-16,-1 1 3 0,-6 0-5 0,0 0 7 16,1 0-9-16,17 3 2 0,-18-3-4 0,0 0 2 0,0 0 4 15,0 0-4-15,1 0 3 0,0 0 1 0,15 6-3 16,-16-6 3-16,0 0-4 0,0 0-2 0,0 0-121 15,0 0-16-15,0 0-54 0,0 0-207 0</inkml:trace>
  <inkml:trace contextRef="#ctx0" brushRef="#br0" timeOffset="-43547.58">5763 4765 1376 0,'0'0'91'0,"0"0"-4"0,-1 0 3 0,1-1-30 16,0 1-32-16,0-1 37 0,-17-11-3 0,17 12 14 15,0 0-15-15,0-1-34 0,0 1-2 0,0-1-12 16,0 1-19-16,0 0-3 0,0-1 1 0,0 1 0 16,0 0 4-16,0 0 8 0,1 0 3 0,-1 0 2 15,18 3 9-15,-18-3-1 0,1 0 4 0,17 7-3 16,-18-7 6-16,1 0 8 0,22 8-6 0,-15-6 5 16,2 1-12-16,0-1 5 0,-1 0-2 0,3 1 2 15,-1-2-8-15,2 0 1 0,2 0 3 16,1-1-1-16,0 0-2 0,1 0 6 0,0-1-11 15,0-1 8-15,0 1-11 0,2-1 8 0,-1 1 7 0,0-2-2 16,0 0 15-16,0 0-9 0,-1-1-3 16,3 1-2-16,-1-2-7 0,0 1 1 0,-2-1 4 15,0 0-2-15,-1 0 11 0,0-2-2 0,-1 1-1 0,-1 0 0 16,-1-2 0-16,0 0-5 0,0-1 5 0,0 0-5 16,-1-1 9-16,1-1-4 0,0 0-1 0,-2-3-1 15,0 0-5-15,-1-2 1 0,0-1 3 0,-3 1-1 16,1-1-4-16,-1 0 5 0,-2-1-7 0,-1 0 6 15,-1 0-9-15,0 0 6 0,-2 0-5 0,0-1 5 16,-1-1 3-16,0 0-9 0,-1-2 3 0,0 0-5 16,-1-1 0-16,1 1-8 0,-1-1 6 0,0 1-7 15,-1 1 1-15,0 1 3 0,1 0-3 0,-2-1 3 16,1 0-9-16,-1 0 9 0,-1 0-1 0,0 1 5 16,-1 0 0-16,0 3-5 0,1 1-2 0,-3 1 0 15,0-1-4-15,-1 0 7 0,0 1-7 0,-2-1 3 0,0 0-12 16,1 1 6-1,-1 0 1-15,0 0 0 0,1 1-9 0,-1-2 10 16,-1 4-3-16,0-1 4 0,-1 1-11 0,-1 2 3 0,0-1-2 16,1 2 4-16,-1 0-6 0,0 0 5 0,-2 2-5 15,1-1 4-15,0 1-7 0,0 2 7 0,1-1-1 16,1 2 3-16,-1 1-4 0,0 0 3 16,0 0-2-16,1 2 2 0,-2 0-4 0,0 1-6 0,1 1 3 0,-1 1-4 15,0 1 2-15,0 1 15 0,0 1-10 16,-1 0 10-16,0 2-24 0,2 1 6 15,0 1 2-15,2 2 1 0,0 0 3 0,-1 2 3 0,0 1-2 0,-2 3 2 16,1 0-3-16,1 3 10 0,0 2-6 0,1 1 8 16,1 3-8-16,-1-1-1 0,2 1 6 0,-2 1-4 15,1 1 5-15,1 5 3 0,1 0-2 0,1 2 3 16,1 0 0-16,4-1 0 0,-2 0-3 0,3 2 2 16,1 2 2-16,0-1-4 0,0 0 2 0,2-2-3 15,0 1 7-15,2 1 2 0,1 1 4 16,0 0-2-16,1-4 7 0,3-2 8 0,2 0-5 0,2-2 7 15,1 2 5-15,2-1 6 0,1-3 0 0,2-4 1 16,1-1-5-16,1-4 5 0,1 0 0 0,2 0 2 16,-1-1 1-16,2 0-13 0,2-1 0 0,0-3-5 15,2 0-7-15,0-1-44 0,0-1-13 0,-1 1-22 16,2-2-128-16,1 1-193 0,2 0-108 0</inkml:trace>
  <inkml:trace contextRef="#ctx0" brushRef="#br0" timeOffset="-16249.88">5814 4817 239 0,'-6'0'135'16,"0"1"113"-16,0 0 22 0,0 0-65 0,1 0-43 0,-1 0-62 15,6-1 4-15,0 0-12 0,0 0-12 16,-17 0 2-16,17 0 0 0,0 0 2 0,0 1-7 0,0-1-38 16,0 0 2-16,0 1-13 0,0-1 6 0,0 0 7 15,0 1 1-15,0-1 3 0,1 1 6 0,18 5-7 16,-19-6 5-16,1 0-4 0,21 0 14 0,-13 0-9 15,0 0 0-15,0-1-5 0,-1 0-10 0,0 0-4 16,1 0 0-16,0 1-2 16,3 0-3-16,0 0-5 0,1-1-8 0,0-1 3 15,0 1-10-15,0-1 5 0,1 0 2 0,-1 0-1 0,0-1-7 16,-1 0 8-16,0 0-2 0,-1 0 3 16,0 0-5-16,-3 0 3 0,0 1-7 0,-1 0 4 0,0 1-12 0,-7 1 5 15,0 0-6-15,16 0-7 0,-16 0-153 0,0 0-207 16,0 0-86-16</inkml:trace>
  <inkml:trace contextRef="#ctx0" brushRef="#br0" timeOffset="12925.92">10806 4867 2547 0,'0'0'91'0,"0"0"-104"0,0 0-14 0,0 0-33 16,0 0-18-16,22 3 95 0,-12-3 3 0,1 0 6 15,1 0-18-15,-4-6-3 0,4 8 1 0,0-3-1 16,0 1 11-16,-1-2 6 0,0 0 0 0,1-1 1 16,2-1 6-16,-3 0-3 0,3-1 2 0,-1 0-4 15,1-1-10-15,-1-2-2 0,2-1 0 0,-1-1 0 0,1 0-2 16,1-1-2-16,-3-1-1 0,1 0 1 16,1-1 7-16,-2-1-1 0,2-1-3 0,0 2 0 15,0-1-6-15,0 0 7 0,0 1-3 0,-3-2 4 0,1 1-8 16,-1-2 7-16,0 0 0 15,-2-2 2-15,0 0-1 0,-2-1 0 0,2 0 1 16,-2-1-1-16,0 1 5 0,0 1 4 0,-2-1-3 16,1 2 2-16,0-2-11 0,-1-3 1 0,1 1 0 15,-2-2 0-15,3-1 3 0,-2 1-8 0,1-1 7 16,-2 1-7-16,-1 0 8 0,0-1-2 0,-1 1-3 16,1-1 3-16,-3-1 3 0,2-1-6 0,-3 0 1 15,0 1-3-15,-2 1 2 0,1 2 0 0,-1 2 3 16,-1-1-2-16,-2-1-1 0,0-1 0 0,-1 0 0 15,0 1-1-15,-2-1-7 0,1 2-4 0,-1 2-2 16,-1 1 0-16,1 3 0 0,-3-1 5 0,0 1 3 0,-1 1 0 16,-1-2-3-16,0 2 0 0,-1 0-7 0,1 2 5 15,-2 1-4-15,1 2 2 0,0 2-6 0,-1-1 2 16,0 3-12-16,0 0-6 0,0 0 2 0,1 3-4 16,-1 0 2-16,1 0 6 0,-1 4 0 0,0 0 1 15,0 2-1-15,-1 2-3 0,1 1 1 0,-2 2-2 16,1 1 6-16,-1 3 1 0,-1 0-2 0,1 4 1 15,0-1-2-15,1 3 5 0,1 0 0 0,-1 0 2 16,0 2 6-16,0 4-5 0,0 4 4 0,0 4-6 16,0 2 5-16,1-1 5 0,-2-2-3 0,2 2 3 15,-1 0-11-15,1 4 8 0,2 1-2 0,3-1 3 16,1-3-3-16,4 0 16 0,0 0-6 0,0 2 11 16,2 2-4-16,1-4 2 15,4-2-3-15,1 0 1 0,2-2-13 0,1 2 3 16,1 0 3-16,5-2-1 0,0-2 0 0,3-4 1 15,2-1-6-15,0-1 5 0,1 1-1 0,0-1-8 0,-1 1 9 16,0-2-9-16,1-1 3 0,0-2 4 0,0-2-3 16,1-2-2-16,-1 0-65 0,4-1-371 0,2 3 870 15</inkml:trace>
  <inkml:trace contextRef="#ctx0" brushRef="#br0" timeOffset="92000.88">397 2887 268 0,'-5'-1'185'0,"5"1"-23"0,0 0 86 16,0 0-15-16,0 0-37 15,-1 0-25-15,0 0-54 0,-15 1 2 0,16-1-7 16,0 0 3-16,-17 0-13 0,17 0-1 0,0 0-6 15,0 0-14-15,0 0-12 0,-1 1 2 0,0-1-5 16,1 1-1-16,-13 15-3 0,13-16-4 0,0 0 2 0,0 0-6 16,0 0-5-16,0 0 6 0,0 0-8 0,0 0-4 15,0 0-10-15,0 0-2 0,0 0 0 0,20 2 2 16,-20-2-7-16,0 0-1 0,21-3-2 16,-10 1-12-16,1 1 3 0,1 0-4 0,-2-1 4 0,3 0-7 15,-2 1 1-15,1 0-1 0,1 1 0 0,-1-2-5 16,1 2 8-16,-1-2-2 0,0 2 4 0,0-1-6 15,-1 1 4-15,-2 0-1 0,2 0 1 0,-1 0-3 0,2 0 3 16,2 0-6-16,1 0 5 0,-1 0-4 0,0 0 5 16,-2 1-1-16,0-1 2 0,-1 1-4 0,0-1 0 15,-1 0 3-15,0 1-3 0,-1-1-1 0,0 0 2 16,-1 2 0-16,-1-2 2 0,-2 0 3 0,3 1 1 16,-3 0-4-16,1-1 3 0,2 0-1 0,-1 0-3 15,1 0 5-15,0-1-5 0,0 1 4 0,-1 0-4 16,0 0-2-16,0-1-1 15,0 1-4-15,-1-1 10 0,0 0-3 0,0 1 4 16,0-2-9-16,-1 1 6 0,0 0-4 0,0 0 5 0,-1 0-11 16,1 0 9-16,-6 1-1 0,0 0 3 0,0 0-9 15,2 0 4-15,15-4-2 0,-17 4 3 0,0 0 6 16,0 0-6-16,0 0-1 0,1 0-3 16,-1 0 2-16,1 0 7 0,0 0 1 0,-1 0 3 0,0 0 3 15,0 0-1-15,1 0-5 0,0 0-2 0,-1 0-43 16,0 0-88-16,0 0-18 0,0 0-33 0,0 0-152 0,-1 0-441 15</inkml:trace>
  <inkml:trace contextRef="#ctx0" brushRef="#br0" timeOffset="97172.91">7150 2433 478 0,'-7'1'321'0,"0"1"-135"0,2-1 183 16,5-1-173-16,-1 0-23 0,1 0 30 0,0 0-81 15,-19 4-4-15,19-4-13 0,0 0-12 0,0 0-5 16,0 0 0-16,-1 0-4 0,1 0-12 0,0 1-6 16,-1-1-1-16,0 1-5 0,1-1-21 0,-1 1 4 15,1-1-7-15,-7 16 8 0,7-16 4 0,0 0-1 16,0 0 2-16,0 0-3 0,20 2-10 0,-20-2-3 16,0 0 1-16,17-3-3 0,-17 3-1 0,0 0-8 15,20-6 0-15,-20 6-3 0,0 0-1 0,23-6-5 16,-14 4 0-16,0 0-2 0,1 0-6 0,2 1-2 15,-1-1 0-15,2 1 0 0,0-1 7 0,0 1-8 16,2 0 3-16,-2-1-5 16,2 0 4-16,-1 0-4 0,-2-1 0 0,2 1 0 15,0 0 1-15,-1 0 11 0,1-1-7 0,-1 1 7 16,2-1-8-16,1 1-3 0,-2 1 6 0,1-1-4 16,-2 1 1-16,-1 0-3 0,0 0-1 0,-2 0 0 0,-2 1 1 15,0-1 1-15,-2 1 7 0,-6 0-5 0,1 0 3 16,-1 0-3-16,1 0 1 0,15 0-1 0,-16 0 7 15,0 0-2-15,0 0-1 0,0 0-6 0,0 0-68 0,0 0-138 16,0 0-23-16,0 0-51 0,0 0-211 0</inkml:trace>
  <inkml:trace contextRef="#ctx0" brushRef="#br0" timeOffset="97821.5">8412 2423 1350 0,'0'0'154'0,"0"0"36"0,-1 0 15 0,1 0-126 16,0 0 13-16,-1 0 41 0,0 1 16 0,1-1-23 16,0 0-35-16,0 1-12 0,0-1-10 0,0 1 3 15,14 17-8-15,-6-17 4 0,1 1 4 0,2-1-3 16,0 0 1-16,1-1-18 0,2 1 2 0,0-2-9 16,2 2-13-16,-1-2-7 15,2 2-4-15,0-1 1 0,-1 0-6 0,-2 0-1 16,2 0 1-16,-4-1-1 0,1 1 4 0,0 0-11 15,-2 0 4-15,-1 0-7 0,-1 0 2 0,1 1 0 16,-1-1-1-16,-2 0 0 0,1 0-2 0,-3 0 0 16,-5 0-2-16,1 0 2 0,-1 0-2 0,19-2-171 0,-19 2-10 15,0 0-80-15,1 0-226 0</inkml:trace>
  <inkml:trace contextRef="#ctx0" brushRef="#br0" timeOffset="99366.17">9075 3006 1047 0,'0'0'171'0,"0"0"58"0,0 0 20 0,0 0-162 0,0 0 9 16,0 0 18-16,0 0 12 0,0 0-23 0,0 0-2 0,0 0-13 15,0 0-1-15,0-1-5 0,0 1-15 0,0-1-9 16,1 1-4-16,-1-1-3 0,18-9-16 0,-18 10 9 15,0 0-3-15,20-4 4 0,-11 4-3 0,0 0-5 16,0-1-1-16,1-1-1 0,0 1-7 0,3-2-10 16,-1 2 6-16,4 1-8 0,-1-3 4 0,1 2-11 15,0-1-1 1,0 0-1-16,0 1 9 0,0-1-3 0,0 0 9 0,0 2-8 16,-2-1 5-16,1 0-1 0,1 0-2 0,3 0 2 0,2 0 4 15,-1-1-12-15,1 1 6 0,-3 1-7 0,-1 0 5 16,-1 1-3-16,-1-1 0 0,-1 1 0 0,-2 0 8 15,1 0-8-15,-3 1 2 0,0-1-4 0,1 1-1 16,-1 0 1-16,1-1-5 0,-1-1 3 0,-2 0-4 16,1 1 3-16,-1-1-1 0,0 0 2 0,-1 2-5 15,-1-2 1-15,-6 0 3 0,0 0-3 0,1 0 9 16,17-1-9-16,-18 1 5 0,0 0-6 16,0 0 4-16,0 0 1 0,1 0-4 0,-1 0 2 15,1 0-25-15,-1 0-121 0,0 0-12 0,1 0-51 16,-1-1-169-16</inkml:trace>
  <inkml:trace contextRef="#ctx0" brushRef="#br0" timeOffset="101826.94">5156 2592 1120 0,'0'0'865'0,"0"0"-833"0,0 0 2 0,0 0 52 0,0 0-8 0,-1 0 7 0,1 0 6 0,-1 0-25 0,1 0 15 0,-1 0-19 16,1 0-40-16,-1 1-7 0,1-1 1 0,-15 24-3 0,15-15 2 15,2 1 2-15,-1 2 0 0,0-1 2 16,2 0 2-16,0-1-10 0,0 0 2 0,0-1-6 16,1-1-2-16,0-1 1 15,-1-1-4-15,2-1 3 0,0 0-4 0,0-2 1 0,0-1 3 16,2 0-1-16,1-2 8 0,1-1 3 0,2-1 5 15,1-3-1-15,0 2 6 0,-1-3-4 0,-1 0-1 16,2-1-2-16,-2-2 7 0,0 0 2 0,1 0 9 16,-1-2-5-16,-1 1 12 0,0-1-1 0,-3 0-1 15,0 0 1-15,-1 1 2 0,-1 0 8 0,-2-1-7 16,-2 0 6-16,0 0-11 0,-2 1 2 0,-2 0-4 0,-1 2 1 16,0 4-14-16,-2-3-2 0,-3 5 3 0,-1 0-2 15,-2-1-10-15,-1 4-9 0,-1 1-1 0,-1 2-2 16,-3 1-1-16,1 1 1 0,-1 1 1 0,3 1-1 15,-1 1 3-15,-1 0-6 0,1 0 2 0,-1 0-4 16,1 1 3-16,0-1 0 0,1-1-2 0,3 0-2 16,0-1-35-16,3-1-79 0,0 0-15 0,3 1-29 15,2-2-115-15,2 2-222 16,3 0 810-16</inkml:trace>
  <inkml:trace contextRef="#ctx0" brushRef="#br0" timeOffset="111909.69">4161 2377 384 0,'0'0'209'0,"0"0"-57"0,0 0 114 0,0 0-17 0,0 0-41 16,0 0-1-16,0 0-73 0,0 0-6 0,0 0-7 15,0 0-28-15,-1 0-7 0,1-1-9 0,0 1 1 16,0-1-19-16,-1 1-17 0,0 0 6 0,1-1-12 16,-1 1-11-16,1-1-2 0,0 1-3 0,-1 0 2 15,1 0-4-15,-1 0-3 0,1 0-4 0,0 0 1 16,0 1-13-16,-5 18 6 0,5-19 0 0,0 0 3 16,1 19-1-16,-1-19-3 0,0 0 2 0,-1 21-1 15,1-20 1-15,0-1-2 0,-2 22 0 0,2-22-1 16,0 1-3-16,-4 18 2 15,4-19-2-15,0 0-3 0,0 1-80 0,0-1-73 16,-2 18-21-16,2-18-18 0,0 0-94 0</inkml:trace>
  <inkml:trace contextRef="#ctx0" brushRef="#br0" timeOffset="112711.37">4342 2350 777 0,'0'0'67'0,"0"-1"59"0,0 1-15 0,0-1 32 16,0-18-4-16,0 19-9 0,0 0-7 16,0 0-1-16,0-1-36 0,0 1-24 0,1-17-1 0,-1 17-8 0,0 0 2 15,0 0-2-15,0 0 2 16,0-1-1-16,0 1 5 0,0-1-11 0,0 1-2 16,0-1-4-16,-1 1-11 0,-7-16 1 0,8 16 0 0,0 0-1 15,0 0-8-15,0 0-5 0,-1-1-3 0,0 1-1 16,1-1-4-16,-1 1-6 0,1 0 6 0,-17-6-6 15,17 6 0-15,0 0-4 0,0 0 0 0,0 0-1 16,0 0 1-16,-1 0 0 0,0 1 0 0,-16 10-1 16,17-11-1-16,0 0-3 0,0 0 4 0,0 0-3 15,-1 0 0-15,1 1-2 0,0-1-2 0,-17 17 1 16,17-17 7-16,0 0 0 0,0 0 0 0,-1 1 0 16,-6 15-2-16,7-16-5 0,0 1 4 0,0-1-3 0,0 1 3 15,-2 17-1-15,2-18-4 0,0 0 4 16,0 0 2-16,0 1-1 15,9 15 3-15,-9-16-3 0,0 0 3 0,0 0-2 16,1 1 2-16,19 15-4 0,-20-16 1 0,0 0 1 0,0 0-1 16,20 16 2-16,-20-16 1 0,0 0 1 0,17 15 1 15,-17-15 1-15,1 1 1 0,-1-1-4 0,19 21 2 16,-19-21-2-16,1 1 0 0,11 15 3 0,-12-16-2 16,0 1 4-16,7 15-1 0,-7-16 1 0,0 1 5 15,0-1-4-15,0 21 2 0,0-21 7 0,0 1-9 0,-1-1 9 16,0 0-9-16,-17 17 1 0,18-17 3 0,0 1-3 15,-1-1 2-15,-21 10-7 0,22-10-2 0,0 0 0 16,-1 0 0-16,-19-2 3 0,20 2 3 0,0 0 0 16,0 0 2-16,-21-10-4 0,21 10 1 0,0 0-2 15,0-1 8-15,-11-15-7 0,11 16 1 0,0-1-3 16,-3-17 1-16,3 18-2 0,0 0-4 0,1-17 0 16,-1 17-8-16,0-1 10 0,8-17-1 0,-8 18 2 15,0-1-9-15,13-19 6 0,-8 12-1 0,2 1 2 16,0-1-5-16,1 0 10 15,0 0-6-15,0 0 7 0,2 1 1 0,-1 0-2 16,-2 0 2-16,1 2-3 0,-2-1 0 0,0 2 0 16,-1-1 6-16,-5 5-3 0,0-1 7 0,1 1-4 0,-1 0-14 15,1-1 2-15,-1 1-64 0,0-1-72 0,13-16-10 16,-13 17-38-16,0 0-185 0</inkml:trace>
  <inkml:trace contextRef="#ctx0" brushRef="#br0" timeOffset="113076.32">3839 2517 2148 0,'0'0'43'15,"0"0"-3"-15,0 0-70 0,0 0 64 0,1 0 3 0,17 10 20 16,-10-4 4-16,0 2 8 0,0-1-7 0,3 0 3 16,-2 0-32-16,2 1 3 0,1 1 3 0,0-1-1 15,1 1 3-15,1 0-17 0,0 0-3 0,1 0-4 16,-1 0-2-16,-1-1-4 0,1 1 5 0,-1-1-6 15,-2-1 0-15,1-1-1 0,-2 0 0 0,-1 0 0 16,0-2 1-16,-2 0 3 16,0 0 0-16,0-2 0 0,-7-2-1 0,0 0-58 15,1 0-2-15,-1 0-24 0,0 0-37 0,17 4-40 16,-17-4-11-16,0 0-21 0,0 0-143 0</inkml:trace>
  <inkml:trace contextRef="#ctx0" brushRef="#br0" timeOffset="113306.08">3890 2640 1637 0,'0'0'61'16,"0"0"78"-16,0 0-142 0,0 0 69 0,-4 19 0 15,4-19 27-15,7 13 18 0,-2-7-13 0,0 2-6 16,1-1-3-16,1-1-20 0,1 1-4 0,1 0 1 16,0-1-5-16,0-1-20 0,1 0-5 0,-1-2-9 0,2 0 1 15,-1-1-22-15,2 1 6 0,-2-1-3 16,0 0 4-16,2-2-4 0,-2 2-4 0,1-2 6 15,-1 0-4-15,-1 1 7 0,-1-1-21 0,0 0-12 0,-2 1-8 16,0-1-72-16,1-1-52 0,-7 1-6 0,0 0-19 16,0 0-40-16,1 0-134 0</inkml:trace>
  <inkml:trace contextRef="#ctx0" brushRef="#br0" timeOffset="113531.92">3920 2672 1099 0,'-5'-1'494'0,"5"1"-351"16,-1 0-83-16,1 0-27 0,-1 0 46 0,1 0-2 16,0 1 7-16,-1-1-7 0,1 1-6 0,-2 15-25 15,2-16 2-15,1 0-8 0,17 10 5 0,-9-7-13 0,1 0-1 16,0-1-6-16,1 0-7 0,0 1-6 0,-1-1 2 16,1 0-4-16,-1 0-10 0,2-1 7 0,-3 1 1 15,0-1 4-15,0 0 0 0,-1-1-2 0,-1 0 3 16,-1-1-1-16,0 1 7 0,-6 0-79 0,0 0-2 0,1 0-33 15,-1 0-65-15,1 0-110 0,0-1-47 0</inkml:trace>
  <inkml:trace contextRef="#ctx0" brushRef="#br0" timeOffset="113694.63">3907 2596 896 0,'0'0'654'0,"0"0"-470"0,-1 0-124 0,1 0-27 16,0 0 67-16,0 1 3 0,1 15 11 0,-1-16-8 15,14 10 7-15,-5-5-25 0,0 1-8 0,2 0-8 16,0-1-41-16,1 2-8 0,0-1-3 0,-1 0-2 16,1 0-13-16,0-1 5 0,-1 0 0 0,0-1-9 15,1-1-113-15,0 0-304 0</inkml:trace>
  <inkml:trace contextRef="#ctx0" brushRef="#br0" timeOffset="115078.27">5391 2359 1151 0,'0'0'84'16,"0"0"24"-16,0 0 37 0,0 0-15 0,-1 0 19 0,0 0-26 16,1 0-4-16,-1 0-23 0,1 0-46 0,0 0-8 15,0 0 4-15,0 0-3 0,0 0 18 0,0 0-6 16,0-1-5-16,0 1-2 0,0 0-21 0,0 0 10 15,17-7-1-15,-17 7 2 0,0 0-15 0,17-1 2 16,-17 1-6-16,0 0 5 0,21 3-9 0,-21-3 0 16,0 0 3-16,17 3-3 0,-17-3-2 0,0 0-3 15,0 0-3-15,18 6 1 0,-18-6 3 0,0 0-4 16,1 0 3-16,-1 0-4 0,1 1 1 0,-1-1 2 16,0 1-1-16,13 17 0 15,-13-18-4-15,0 0 19 0,0 1-8 0,0-1 12 16,-10 16-13-16,10-16-16 0,0 1 6 0,0-1-8 15,-18 18 6-15,18-18 2 0,0 0-3 0,-17 15 2 16,17-15-1-16,0 1-2 0,-17 12 2 0,17-13-2 16,-1 1 3-16,1-1 0 0,0 1-4 0,-14 16 1 0,14-17-3 15,0 0-1-15,0 0 2 0,0 0-2 0,0 0 4 16,0 0-2-16,0 0 7 0,0 0-5 0,0 1 4 16,1-1 2-16,15 7-5 0,-16-7 4 0,1 0-8 15,-1 0 3-15,20-1 0 0,-20 1 2 0,1 0 4 16,16-1-5-16,-17 1 1 0,0 0-2 0,1 0 1 0,17 0 0 15,-18 0 1-15,1 0-1 16,-1 0-1-16,18-2-2 0,-18 2 0 0,0 0-5 16,0 0-65-16,18-8-57 0,-18 8-16 0,0 0-12 15,0 0-48-15,17-8-126 0,-17 8-108 0</inkml:trace>
  <inkml:trace contextRef="#ctx0" brushRef="#br0" timeOffset="116110.63">5592 2264 1187 0,'0'0'72'0,"0"0"97"0,0 0-17 0,0 0 43 16,0 0-30-16,0 0-52 0,0 0 0 0,0 0-20 16,0 0-21-16,0 0-3 0,0 0-3 0,1 0 1 0,-1 0-1 15,1 0-20-15,0 0 7 0,17 3-11 0,-18-3 5 16,0 0-22-16,0 0 6 0,19 5-12 16,-19-5-6-16,1 0-2 0,0 0 0 0,16 6 0 0,-17-6-8 15,0 0 8-15,1 1-5 0,-1-1 7 0,18 15-5 16,-18-15-4-16,0 0 1 0,0 1-1 0,0-1 9 15,0 1-5-15,8 15 18 0,-8-16-9 0,0 0 33 0,0 0-31 16,0 0-4-16,-1 1-7 0,-13 18-2 0,14-19-3 16,0 0 2-16,-16 11-2 0,16-11 0 0,0 1-5 15,-1-1 0 1,-17 19-1-16,18-19 9 0,0 1-4 0,-1-1 0 0,-17 15-2 16,18-15 5-16,0 0-5 0,-1 0 4 0,1 1-4 15,0-1-3-15,-18 14 5 0,18-14-3 0,0 0 3 16,0 0-6-16,0 0 2 0,0 0-5 0,0 0 3 15,0 0-5-15,0 0 1 0,0 0 4 0,1 0-2 16,-1 0 5-16,19 1 3 0,-19-1-5 0,0 0 4 0,1 0-4 16,16 1 1-16,-17-1 2 0,1 0-1 0,-1 0 1 0,19 3 3 15,-19-3-3-15,0 0 3 0,20 2-3 16,-20-2 1-16,0 0 1 0,22 3 0 0,-22-3 6 16,0 0-5-16,17 4 8 0,-17-4-7 0,0 0 9 15,1 0 2-15,-1 0-4 0,0 0 4 0,17 13-8 16,-17-13 5-16,0 0-1 0,0 1 3 15,0-1 6-15,-5 19-1 0,5-19 0 0,0 0-1 16,0 1-7-16,-13 19 7 0,13-20-7 0,-1 1 6 16,0-1-6-16,-17 21-7 0,18-21 2 0,-1 1-3 15,-17 13 3-15,18-14-2 0,0 0 1 0,-1 1-2 16,-16 14 1-16,17-15-5 0,0 0-23 0,-1 0-3 16,0 0-137-16,1 0-132 0,-17 6-44 0,17-6 91 15,0 0 1181-15</inkml:trace>
  <inkml:trace contextRef="#ctx0" brushRef="#br0" timeOffset="116941.12">5197 2646 1515 0,'0'0'212'16,"0"0"-102"-16,0 0 119 0,0 0-203 0,0 0 16 0,0 0 22 16,0 1 16-16,-8 17-6 0,5-10 2 0,2 1-26 15,-6-5-18-15,7 6-4 0,0-2-5 0,1-1-14 0,-1-7-6 16,0 0 6 0,0 1-4-16,0-1 14 0,21 11 8 0,-21-11-1 15,14-1 4-15,-4-1 1 0,-1-3-2 0,2-1-3 16,1 0 1-16,0-1-5 0,-2-1 0 0,1 0 0 15,-2 0 0-15,2-1-7 0,-3 0 13 0,1-1-2 0,-3 1 5 16,-1 1-1-16,-1 0 0 0,-2 0 1 0,-2 1 0 16,0 0 11-16,-1 0-6 0,-2-1-1 0,-1 2-3 15,-2 0-8-15,-1 1-16 0,-1 1 2 0,0 1-7 16,-2 1-3-16,0 1-17 0,0 1 5 0,0 2-7 16,0 2 17-16,-2 2-8 0,1 2 4 0,2 3-7 15,-1-1-2-15,1 1-5 0,1 2 5 0,2-1-4 16,2 1 14-16,1 1-2 0,1-1 5 0,1-2-4 15,0-1 2-15,3-1 0 0,1-1-6 0,1-2 5 16,1 0-1-16,0-2 3 0,1 1 3 0,3-1 0 16,0-2 8-16,3-2-1 0,0-1 2 0,2-1-2 15,-1-1 4-15,2-1-2 0,0-1 1 0,-1-1-2 16,0 1 3-16,-1 0 2 0,-2-3 1 0,-1 1 0 0,-2-1 2 16,-2 1 3-16,1 0 2 0,-3-1 1 15,-2 1 11-15,-2-1 5 0,0 0 0 0,-1 1 2 0,-3-1-6 16,1 1-19-16,-2 1 0 15,-2 1-7-15,-2 1-8 0,1 2-6 0,-1 1-2 16,-2 2-1-16,0 2-4 0,-2 2 2 0,-1 1-1 16,2 2 1-16,-1 1-5 0,0 1 6 0,0 1-1 15,2 1 3-15,1-1-4 0,0 0 8 0,4-2-3 16,1-1 4-16,2 0-9 0,3-2 8 0,0 1-7 16,2-1 6-16,-2-6-14 0,0 0 11 0,0 0-2 0,18 6 6 15,-8-7 4-15,2 0 0 0,2-1 2 0,0 0-2 16,0-1 4-16,1-1-4 0,-1-1 2 0,0 1-2 15,-1 1 1-15,-3-1 5 0,0 2-5 0,-3 1 5 16,-1-1-1-16,-6 2-5 0,1 0 4 0,-1 0-7 16,0 0-39-16,0 0-188 0,1 0-15 0,-1 0-81 15,0 1-243-15</inkml:trace>
  <inkml:trace contextRef="#ctx1" brushRef="#br0">5595 5169 0,'0'0'0</inkml:trace>
  <inkml:trace contextRef="#ctx0" brushRef="#br0" timeOffset="117909.27">4172 2565 899 0,'0'0'60'0,"0"0"40"0,-1 0 32 0,0 0 7 15,1 0 17-15,-1 0-32 0,1 0 1 0,-16 7-16 16,16-7-24-16,-1 0-13 0,1 0-4 16,0 0-4-16,0 0-16 0,-1 0-3 0,0 0-1 0,1 0 0 15,-1 0 0-15,1 0-1 0,-1 0 1 0,1 0-1 16,0 0-2-16,-1 0-2 0,1 1-1 0,0-1-1 16,0 1 1-16,0-1-5 0,0 0 2 0,0 1-3 15,1-1 3-15,-1 1-4 0,16 12 2 0,-16-13-3 16,0 0-5-16,0 0-1 0,1 0 0 0,-1 0 1 15,20 4 7-15,-20-4-3 0,0 0-1 0,17 1-1 16,-17-1-9-16,0 0 5 16,22-3-4-16,-13 2 5 0,1 0-4 0,-1-2-9 0,1 1 5 15,0 1-6-15,-1 0 5 0,-1-1-5 0,0 0-4 16,1 1 1-16,-1-1-2 0,-1 1-1 0,1 1 5 16,-2 0-4-16,3 0 2 0,-2 1-6 0,1-2 4 15,-2 1-4-15,-6 0 2 0,1 0-1 0,-1 0 4 0,20 0-2 16,-20 0 1-16,0 0-5 0,1 0 1 0,-1 0-2 15,18 3 0-15,-18-3-231 0,0 0-10 0,1 0-107 16,-1 0-304-16</inkml:trace>
  <inkml:trace contextRef="#ctx0" brushRef="#br0" timeOffset="118710.51">5407 2605 1627 0,'0'0'78'15,"-1"0"32"-15,0 0 1 0,1 0 10 0,0 0 11 0,-1 0-1 16,1 0-12-16,-1 0-36 0,1 0-11 0,0 0-6 16,0 0 1-16,0-1-4 0,0 1-2 0,1-1 2 15,18-12-3-15,-9 10-12 0,-1-1 5 0,2 1-9 16,0-1 7-16,2 2-21 0,0-2-1 0,-1 0-1 16,0 2-2-16,0-1-9 0,-1 1 9 0,0 1-6 15,1 0 6-15,-2 0-12 0,0 0 6 0,0 1-1 16,-2 0 2-16,2 1-3 0,-2-1-2 0,-1 0-3 0,0 0 0 15,1 0-4-15,-1-1 0 0,0 1 0 0,1-1-1 16,-2 0-2-16,-6 1 0 0,0 0 1 0,17-2-2 16,-17 2-4-16,1 0 6 0,0 0-5 0,-1 0 2 15,0 0-50-15,17-2-152 16,-17 2-26-16,0 0-61 0,0 0-251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3-05T20:00:08.357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7576 5239 1756 0,'0'0'110'0,"0"0"-15"0,0-1-4 0,0 1-54 16,0-1-48-16,0 1 7 0,0-1-3 0,0 1 10 15,0-1-4-15,8-16 1 0,-8 17-2 0,0 0 2 16,0 0 3-16,0 0 5 0,1 0-1 0,17-4 4 16,-18 4 12-16,0 0 21 0,1 0-3 0,14-9 7 15,-15 9-2-15,1 0-9 0,19-9 4 0,-19 9-7 16,-1 0 2-16,21-9-10 0,-20 9-2 0,15-5-4 15,-7 2-11-15,1 0 1 0,-1 0-3 0,1 0 2 16,0 1-10-16,0 0-1 0,1 1 1 0,0 0-1 16,0 0 2-16,0-1 3 0,0 1-3 0,1 1 4 15,-2 0-1-15,1 0-2 0,1 0 3 0,-1 0-3 16,-1 0 3-16,1 0-2 0,0 0 3 0,-1 0-1 16,0 0 4-16,0 1-2 0,-1 0 0 0,1-1 0 15,-2 0-1-15,1 1 2 0,0-1-1 0,-2 1 2 16,1-1-1-16,0 0-4 0,-1 0 3 0,0 0-3 15,0 1 6-15,-1-1-3 0,-6 0 0 0,0 0-1 0,1 0 1 16,-1 0 12-16,16-1-5 0,-16 1 6 0,0 0-21 16,0 0 6-16,0 0-2 0,0 0 5 0,0 0 4 15,0 0 3-15,0 0 0 0,0 0 0 0,0 0-5 0,0 0-9 16,0 0-1 0,0 0-2-16,0 0-1 0,0 0-6 0,-19-3 3 15,19 3-6-15,-1 0-2 0,-20-3 1 0,11 3-1 16,0 0 2-16,-3 0-5 0,-1 2 10 0,-2-2-4 0,-1 3 5 15,-1-1 1-15,1 0 3 0,0 0 2 0,3 1 0 16,0-1-1-16,0 1 3 0,0-1-1 0,2 0 2 16,0 0 2-16,3 0-1 0,-1 1 1 0,3-2-2 15,0 1-2-15,2-1 4 0,5-1 1 0,-1 0 2 16,1 0-3-16,-1 0 5 0,1 0-1 0,-1 1 3 16,1-1-4-16,0 0 2 0,-1 1-3 0,0-1 4 15,1 1 5-15,0-1 4 0,0 1 1 0,0-1-1 16,0 1-2-16,0-1 2 0,18 8-2 0,-18-8 1 15,1 0-7-15,15-1-6 16,-16 1 1-16,1 0-2 0,-1 0-4 0,17 0-28 0,-17 0-7 16,0 0-11-16,0 0-52 0,0 0-48 0,0 0-12 15,0 0-18-15,0 0-102 0,0 0-317 0</inkml:trace>
  <inkml:trace contextRef="#ctx0" brushRef="#br0" timeOffset="598.13">8359 5152 1739 0,'0'0'204'0,"0"0"-187"0,0-1-9 0,0 1-56 16,1-1-20-16,17-9 51 0,-18 10 1 0,1 0 16 15,21 4 0-15,-22-4-92 0,0 0-15 0,22 6-42 16,-22-6-193-16</inkml:trace>
  <inkml:trace contextRef="#ctx0" brushRef="#br0" timeOffset="1594.73">5786 5145 1551 0,'0'0'88'0,"0"-1"5"15,0 1 4-15,0 0-26 0,0-1-30 0,0 1-10 16,0-1-5-16,0 1 7 0,0-1-13 0,1-16-8 15,-1 17 2-15,1 0-5 0,18-2 3 0,-19 2-1 16,1 0-1-16,23-4 0 0,-16 3-3 0,2-1 19 16,0 2 3-16,0-4 6 0,2 2 8 15,-2 0-12-15,2-2-2 0,-2 2-1 0,0 0 3 16,0-1-9-16,-2 2-1 0,1 0-5 0,-1 0-9 0,-1-1-2 16,-1 1 0-16,-6 1 0 0,1 0 4 0,0 0-4 15,17-2 1-15,-18 2-2 0,1 0-4 0,0 0 4 16,-1 0-1-16,17-1 2 0,-17 1-6 0,0 0-114 15,0 0-6-15,0 0-51 0,1 0-149 0</inkml:trace>
  <inkml:trace contextRef="#ctx0" brushRef="#br0" timeOffset="2539.69">7631 5640 1864 0,'0'0'104'0,"0"0"187"0,0-1-256 0,0 1-17 16,-1-1-7-16,1 1-2 0,0 0-10 0,0-1 8 15,0 1 1-15,0 0 1 16,0 0-13-16,0 0 4 0,19-4 0 0,-17 4 4 0,13 1 12 16,-6-1-2-16,0 1 2 0,1-1-2 15,2 0 5-15,-2 0-1 0,-1 0-4 0,0-1 2 16,0 1-7-16,1-1-2 0,-2 0-1 0,0 1 0 0,1-1-6 16,-2 1-12-16,1 0-20 0,-2 0-4 0,0 0-124 15,-6 0-123-15,1 0-56 0</inkml:trace>
  <inkml:trace contextRef="#ctx0" brushRef="#br0" timeOffset="2974.54">6752 5702 1797 0,'0'0'303'0,"0"0"-195"16,0-1 43-16,0 1-141 0,0-1-54 0,0 1 21 15,0 0 0-15,1-1 11 0,18-9 37 0,-19 10-19 16,0 0 0-16,1 0-6 0,-1 0 9 0,21 1 12 16,-21-1 3-16,1 0 0 0,20 1-5 0,-12-1 15 15,2 0-2-15,0 0 5 0,0 0-9 0,2-1-3 16,0 0-5-16,2 0 2 0,-1 0-2 0,0-2 0 16,0 1 5-16,-1 0-5 0,1 0-6 0,-1-1-6 15,1 1-2-15,-1 0 0 0,-1 0 1 0,-1 0 0 16,-1 0-2-16,0 1 1 0,-1 0-5 0,-3 0-9 15,1 0-28-15,-2 0 0 0,-5 1-145 0,1 0-108 16,0 0-37-16</inkml:trace>
  <inkml:trace contextRef="#ctx0" brushRef="#br0" timeOffset="3373.36">8310 5633 1174 0,'0'0'166'0,"0"0"398"16,0-1 245-16,0 1-732 0,0-1-137 0,1 1 22 15,15-11 0-15,-6 12 12 0,0-1 31 0,2 0-5 16,-2 1 2-16,1 0-2 0,1-1 0 0,-1 2 4 15,2-2-1-15,-1 1 3 0,0 0 1 0,-1-1-2 16,-1 0 1-16,0 0-4 0,0 0-15 0,-2 0-50 16,1 0-6-16,-1 0-20 0,0 1-60 0,-8-1-134 15,0 0-58-15</inkml:trace>
  <inkml:trace contextRef="#ctx0" brushRef="#br0" timeOffset="3841.43">5837 5646 2795 0,'0'0'134'0,"0"0"-38"16,0 0-8-16,0 0-66 0,0-1-57 0,0 1-8 15,0 0-1-15,17-3 12 0,-17 3 17 0,1 0 9 16,-1 0-1-16,22 6 7 0,-12-1 12 0,-2-1-107 15,2 1 2-15,1 0-51 0,0-1-100 0,2 0-243 16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3-05T20:01:52.096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6617 2086 1436 0,'-4'-3'160'0,"4"3"18"15,0 0-18-15,0-1-195 0,-1 1-49 0,1 0-6 16,0 0 6-16,0 0 7 0,0 0 48 0,0 0 2 16,0 0-1-16,0 0 1 0,0 1-6 0,0-1 58 15,1 1-7-15,15 9 28 0,-16-10 9 0,0 0 17 16,20-5-3-16,-20 5 7 0,0 0-13 0,22-9 2 16,-22 9-8-16,0 0 4 0,23-11-19 0,-16 7-9 15,2 0 0-15,0 2-6 0,1-2-6 0,0 0-10 16,2-1 3-16,2 1-7 0,2 1-5 0,-1 1-2 15,1-2 3-15,0 1-3 0,0-1 12 0,1 2-10 16,-2-1-1-16,1 0-1 0,0 1 4 0,0-1 1 16,1 2 5-16,0 0-4 0,1-1 1 0,1 2-3 0,0 0 1 15,0-1-1-15,1 1 0 0,-3 0-1 0,2 1 2 16,0-1-1-16,-1 0-1 0,1 0-2 0,1 0-1 16,1 0 0-16,1 0 1 0,1 0 7 0,1 0-2 15,1 0 3-15,-3 0-1 0,1 0-3 0,-1 0 2 16,0-1-2-16,-1 1 6 15,4 0-10-15,1 0 8 0,1 0-8 0,0 0 7 16,0-1-3-16,0 0 2 0,0 0-2 0,-1-2 4 0,4 1-7 16,1-1 1-16,0 0-2 0,1 0 5 0,-3 0 13 15,-1-1-3-15,0 1 6 0,0 1-8 0,1-1-5 16,1-1 3-16,0 3-3 0,-2-1-3 0,-2 1 0 16,-2 1-4-16,0 0 4 0,0 0-5 0,2 1 2 15,1 0-3-15,2 0 2 0,-1-1 1 0,-2 1 3 16,-1-1-4-16,-1 2 3 0,1-2-9 0,0 1 5 15,1-1 1-15,1 0 2 0,0 0-1 0,-2 1-2 16,-2-1 0-16,-1 0 1 0,0 1 13 0,0-1 6 16,1 2-1-16,2-1 1 0,0 0-12 0,0 0-5 15,-2 1-1-15,-1 0 0 0,-2 0 6 0,-1-1-4 0,-1 1 1 16,0 0-2-16,0-1-1 0,1 0 0 0,-2 1 2 16,2-1-2-16,-3 1-3 0,-1-1 5 0,0 2-4 15,-3-2 5-15,-2 0 0 16,-1 0-4-16,-1 0 3 0,-1 0-3 0,-1 0 5 15,-6-1-2-15,0 0-4 0,1 0-2 0,-1 0-60 0,1 0-33 16,0 0-16-16,-1 0-5 0,0 0-66 16,0 0-125-16,-3-10-164 0</inkml:trace>
  <inkml:trace contextRef="#ctx0" brushRef="#br0" timeOffset="723.24">6758 2510 2331 0,'-4'-7'218'15,"0"1"15"-15,4 6-23 0,0 0-272 0,0 0-65 16,0 0 30-16,15-4-7 0,-5 5 37 0,1 2 49 0,-7-5 6 16,10 5-2-16,1 1 4 0,0-2-1 0,2 0-4 15,2-1 6-15,0 1-4 0,1-2 9 0,1 1 1 16,0 0-3-16,1-2 2 0,0 2 8 0,3-2 13 15,1 0 1-15,-2 0 3 0,1 0 3 0,-1 0 9 16,-1 1-9-16,2 0 7 0,2 0-12 0,2-2-11 16,2 2 5-16,0 0-8 15,1-1 2-15,-2 1-3 0,1-1 7 0,3 0-5 16,1 1 4-16,2-2 4 0,1 0-7 0,-4 1 7 16,2 0-5-16,-1 1-9 0,2 0 3 0,1 0-5 15,-1-2 2-15,-1 2 4 0,-1 0 1 0,3 2 1 16,0-1 1-16,4-1-2 0,0 2 8 0,-4-3-2 15,3 1 36-15,2 0-19 0,2-1 0 0,0 0-7 16,-3 0-17-16,0 0 13 0,2 0-3 0,2 1 7 16,-1-1-1-16,-3 1-10 0,1 0-1 0,0 0-3 15,0 1-6-15,0-1 5 0,-3 1 0 0,-2 1 3 16,0-2-8-16,3 3 5 0,-3 1-5 0,-2-2 6 0,-3 4 0 16,-4-3-8-16,-2 1 6 0,1-1-7 0,-1 2 2 15,-1 0 2-15,-1-1-1 0,-4 2 3 0,-1-1-2 16,-3-1-213-16,-4 2-20 0,3-2-113 0,-1 1-527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3-05T20:00:17.205"/>
    </inkml:context>
    <inkml:brush xml:id="br0">
      <inkml:brushProperty name="width" value="0.05292" units="cm"/>
      <inkml:brushProperty name="height" value="0.05292" units="cm"/>
      <inkml:brushProperty name="color" value="#00B0F0"/>
    </inkml:brush>
    <inkml:context xml:id="ctx1">
      <inkml:inkSource xml:id="inkSrc50">
        <inkml:traceFormat>
          <inkml:channel name="X" type="integer" max="13788" units="cm"/>
          <inkml:channel name="Y" type="integer" max="8616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1" timeString="2025-03-05T20:03:20.855"/>
    </inkml:context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3455 4455 1981 0,'-4'-4'96'0,"0"-1"-25"15,4 5-3-15,0 0-34 0,0 0-47 0,0 0-17 16,0 0-4-16,0 0 8 0,0 0 16 0,0-1-1 16,0 1-1-16,16-3 0 0,-7 7-1 0,0-2 9 15,2 0 1-15,1 0 0 0,1 0-4 0,2-1 7 16,0 2 3-16,2-2 2 0,0 1 2 0,1 0 1 16,0-1-5-16,2 2 4 0,-1-2 3 0,4 0 10 0,0 0-1 15,2-1 3-15,4 0-6 0,-2 0-3 0,2 0 2 16,2 0-1-16,0-1-7 0,3 1 13 0,3-1-3 15,-1 0 7-15,2 0 4 0,-2-1-3 0,3 2-1 16,0-1-1-16,2-1 1 0,4 1-10 0,-2 0-2 16,1 1-3-16,1-2-8 15,1 1 2-15,3 0 1 0,1 1-1 0,-1-2-1 0,2 1-2 16,-1-1 3-16,1 1-2 0,1 1 12 0,1-1 3 16,0-1 14-16,1 0-3 0,-1-1 32 0,2 1-36 15,1 1-1-15,1-2-12 0,1 2-4 16,1-2 7-16,-1-1-6 0,2 2 6 0,1-2-6 15,-2 3-7-15,1 0 6 0,1 0-6 0,-2 0 6 0,1 1 0 16,-1 0-5-16,1 1 3 0,0-1-5 0,-2 1 3 16,3 0 4-16,-1-1-1 0,0 1 9 0,0-1 15 15,2 0 9-15,0 0 2 0,-1 0 11 0,1-1-28 16,1 0-9-16,-2 0-3 0,-1 0-8 0,0 1 1 16,0-1 3-16,-2 0-2 0,-2 0 2 0,2 0-3 15,-2 1-2-15,0 0 1 0,0-1-3 0,0 1 2 16,-1 0 2-16,-2 0-1 0,2-1 4 15,1 0-7-15,-1 0 2 0,0 0-3 0,0 0 7 0,-1-1-3 16,0 1 0-16,0 0-2 0,1 0 3 0,-3-1 12 16,0 1 29-16,1 0-10 0,-3 0 33 0,0 1-40 15,0-1-12-15,-1 1-2 0,-1 0 2 0,-1 0-15 16,-1 0 6-16,-2 0-7 0,1 0 6 0,-1 0 4 16,-2 0-3-16,-5 0 2 0,1 0-7 0,-2 0 3 15,-1 0 3-15,-1 1-1 0,-2 0-1 16,-3 0 0-16,-2 0-1 0,-1 0 1 0,1 0-4 0,-3 1 2 15,0 0-2-15,-3 1 2 0,-2 1-4 16,-3 0-8-16,-1 0-60 0,-1 1 8 0,-2 1-288 0,1 1-332 16</inkml:trace>
  <inkml:trace contextRef="#ctx0" brushRef="#br0" timeOffset="7321.86">5548 4360 2544 0,'0'0'118'0,"0"0"-82"0,0 0-29 0,0 0-28 15,0 0-68-15,0 0 71 16,1 0 10-16,19-1 8 0,-20 1 3 0,0 0 1 16,1 0 2-16,21-4-1 0,-22 4-1 0,0 0 11 15,20-3-6-15,-20 3 9 0,1 0 3 0,18-7 12 16,-19 7-5-16,0 0 4 0,19-7-16 0,-11 4-7 16,0 0 4-16,2 1-4 0,-2 0 7 0,1-1-11 15,1 1 0-15,-1 1-4 0,1-1 0 0,-1 0 0 0,1 1 5 16,0-1-4-16,1 1 5 0,0 0 1 0,-1 0-1 15,1 0 3-15,-1-1 10 0,1 2-3 0,0-1 3 16,-2 1-3-16,0-1 6 0,0 0-8 0,1 1 0 16,-2-1-3-16,1 0-1 0,0 1 1 0,0 0-1 15,0 1 0-15,-1 0-6 0,0-1 2 0,0 1 0 16,-1 0 0-16,-1 0-5 0,-1 0-15 0,1 1-22 16,0-1-6-16,-6-1-143 0,0 0-136 0,1 0-38 15</inkml:trace>
  <inkml:trace contextRef="#ctx0" brushRef="#br0" timeOffset="8207.9">6514 4376 2325 0,'0'0'124'0,"0"0"-140"16,0 0-5-16,0 0-33 0,0 0 43 0,0 0 22 15,0 0-6-15,0 0 13 0,1 0-5 0,-1 0 3 16,19 8 1-16,-19-8 3 0,0 0 20 0,0 0-5 15,21 2 10-15,-21-2-7 0,0 0 19 0,22-2-10 16,-12 0 0-16,-1 0-5 0,0 0-12 0,1 0-13 16,0 0 0-16,1 0-4 0,0 0 3 0,2-1-11 15,1 1 4-15,-2 0-7 0,1 0 5 0,0 0-6 16,0 0 3-16,4 0-3 0,-1 0 4 0,2 0-4 16,2 0 2-16,0-1-2 0,1 1 3 0,0-1 0 15,0 1 2-15,1 0-1 0,-2 0 2 0,3 0-2 0,1-1 1 16,1 1 0-16,2 0 2 0,-1 0 1 0,1 0-8 15,-1 1 6-15,-1-1 0 0,-1 1-2 0,3 0 4 16,1 0-4-16,1 0 6 0,2 1 0 0,-1-2 0 16,-1 2-1-16,0 0-1 0,0-1 7 15,1 1 0-15,2-1 3 0,0-1 6 0,-1 1-10 16,-1-1 4-16,-1 1-7 0,-1 0-6 0,2 1 10 16,0-1-1-16,2-1 5 0,-2 1 0 0,0 0-6 15,-1 0-3-15,-4 1 2 0,1 0 0 0,1-1-3 16,0 0 2-16,3 0-4 0,-3 0 1 0,-1 0-2 0,-1-1 3 15,-2 2-3-15,-2-2-1 0,2 1 7 0,-1-1-7 16,0-1 8-16,1 1-3 0,-3 0-2 0,-2 0 3 16,-3 0-4-16,-1 1-2 0,-1-1 8 0,-2 1-1 15,-2 1 4-15,0-2-3 0,-2 1-5 16,-7 1 5-16,0 0-4 0,0 0 2 16,16-5-25-16,-16 5-18 0,0 0-8 0,0 0-117 15,0 0-149-15,0 0-44 0</inkml:trace>
  <inkml:trace contextRef="#ctx0" brushRef="#br0" timeOffset="16415.61">6804 3257 1191 0,'0'0'76'0,"0"0"-8"0,-1 0 4 0,0 0-31 16,1 0-15-16,-1 0 34 0,1 0-8 0,0 0 10 15,-1 0-30-15,0-1 1 0,1 1 0 0,0-1 1 16,0 1 18-16,-1 0-6 0,1-1 6 0,0 1-8 15,0 0-9-15,0 0 3 0,0 0-1 0,0 0 2 16,0 0-5-16,0 0 0 0,1 0-2 0,-1 0 3 16,0 0 0-16,0 0-5 0,21-6-1 0,-21 6-1 15,0 0-6-15,17-2-7 0,-17 2 1 0,0 0-4 16,20-4-4-16,-20 4 2 0,1 0-4 0,20-5 3 16,-12 3-6-16,-1 1 4 0,0-1 0 0,0 0 1 15,-1 1-3-15,1-1-2 0,0 2-1 0,0-1 0 16,0 1 2-16,-2-1 7 0,3 1 1 0,-2-1 1 15,1-1-5-15,0 2-3 0,-2-2 0 0,2 2-1 16,0 0 2-16,-2-1-6 0,0 0 3 0,1 0-3 16,-1 1 3-16,1 2-1 0,0-1-2 0,-1 0-2 15,1 0-33-15,0-1-190 0,1 2-17 0,0-1-80 16,4 0-253-16</inkml:trace>
  <inkml:trace contextRef="#ctx0" brushRef="#br0" timeOffset="17129.98">8394 3803 2337 0,'0'0'111'0,"0"0"-51"0,0 0 49 15,0 0-195-15,0 0 35 0,0 0-3 0,0 0 65 16,0 0 3-16,0 0 4 0,0 0-12 0,0-1 5 15,0 1 0-15,20-12 4 0,-20 12 2 0,1 0 0 16,20 0-4-16,-21 0 6 0,1 0 17 0,23-2-7 16,-14 0 0-16,0 0-5 0,-2 0-10 0,1-1-3 15,1 1 2-15,1-1-3 0,3 0 2 0,-3 1-5 16,2-1 6-16,-2 2-5 16,1-1 5-16,1 0-1 0,-2 1-1 0,0-1 0 15,0 1-4-15,0-1 0 0,-1 1-5 0,0 1 4 16,0-1-4-16,-1 1 0 0,0 1-1 0,-1 0 0 15,-1-1 2-15,1 1-3 0,-3-1 3 0,0 1-7 16,-5-1-41-16,1 0-204 0,0 0-32 0</inkml:trace>
  <inkml:trace contextRef="#ctx0" brushRef="#br0" timeOffset="119601.48">7037 3473 46 0,'0'0'461'0,"0"-1"-187"0,0 1 237 16,-1-1-439-16,1 1 25 0,-12-18 13 0,12 18 12 16,0-1 6-16,0 1-11 0,-1-1-4 0,-22-23-17 0,23 24 1 15,0 0-4 1,-16-10 7-16,16 10-10 0,-1 0-2 0,-16-8-4 0,17 8-10 16,0 0-16-16,-17-4 5 0,17 4-10 0,-1 0-5 15,1 0-13-15,-21-1 2 0,21 1-6 0,0 0-12 0,-17 9-2 16,11-4-4-16,-1 2 3 0,1 0-8 0,-1 1-3 15,0 2-1-15,1 1-1 0,-1 1 0 16,1 2-3-16,1 0 4 0,1 0-3 0,1 0-1 16,0-2-2-16,2 0-4 0,1-3 1 0,2 0-9 0,1-1 1 15,1-1 0-15,2-1 0 0,0 1 0 0,2-3 12 16,2-1-6-16,0-2 7 0,3-1-4 0,-1 0 4 16,1-2 3-16,2-1 0 0,0-1 1 0,1-2 4 15,2-1-3-15,-2-1 4 0,1-1 8 0,-1-1-2 16,0 0 1-16,-3-1-2 0,-1 1 4 0,-1-1-3 15,-2 1 6-15,-2 0-4 0,-2 0 12 16,0 0 2-16,-2 0 0 0,-2 1 3 0,-1 0 14 16,-1 0-2-16,-2 0-1 0,-2 0-3 0,0-1-20 0,-2 2-2 15,-1 0-1-15,0 4-1 0,-1 0-14 0,-2 1-2 16,-1 3-5-16,0 1 2 0,-2 2-14 0,-1 3 6 16,-1 0-1-16,0 3 3 0,0 0-1 15,1 3 1-15,2 0-1 0,-1 2 2 0,1 0-1 16,1-1 2-16,1 1 2 0,1-1 0 0,1-1 3 15,3-1-5-15,0-2 2 0,3-1-3 0,1-2-8 16,2-6 0-16,0 0-5 0,0 1 3 0,1-1-4 16,0 1 14-16,20 13 3 0,-12-15 3 0,3 0 5 15,0-2-2-15,2-1-2 0,0-1 1 0,-1-3 2 0,2-1 4 16,0 0-4-16,1-1 3 0,0 0-3 0,0 0-1 16,-2-1 9-16,0 0-7 0,-2 1 3 0,-2 1 8 15,-2-1-6-15,-3 3 9 0,-1-1 3 0,-4 8 3 16,0 0 2-16,1-17-1 0,-1 17-5 0,0 0-4 15,0-1-1-15,-1 1-1 0,-16-13-10 0,16 13-2 16,1 0-7-16,-24 3 4 0,13 2-6 0,0 2 0 16,-1-1 2-16,1 4-2 0,-2 0 6 0,1 2 0 15,0-1 1-15,0 0-1 16,3 0-6-16,3-1 2 0,1-1 2 0,0-1 0 16,1-1-7-16,4-7 7 0,0 0-7 0,0 0 8 0,0 1-10 15,0-1-29-15,0 1-22 0,0-1-12 0,0 1-149 16,0-1-118-16,1 1-35 0,16 7-47 0,-17-8-297 15</inkml:trace>
  <inkml:trace contextRef="#ctx0" brushRef="#br0" timeOffset="120178.43">6843 3723 1073 0,'0'0'300'16,"0"0"-123"-16,0 0 168 0,0 0-166 16,0 0-17-16,0 0 28 0,0 0-61 0,0 1-13 0,0-1-7 0,0 0-40 15,-1 1-10-15,-10 16 3 16,11-17-5-16,0 0-3 0,-5 16-28 0,5-16 8 0,0 1-14 16,-4 18 13-16,1-10-4 0,1-1-6 15,1 0 2-15,-2 0-2 0,1-2 0 0,0 2 0 0,1 1-2 16,-1-1-7-16,2 2-2 0,-1-1-2 0,0 0-1 15,2 2-4-15,-1-3 0 0,1 1 0 0,0-1-2 16,-1-1 0-16,1-1-3 0,-1-6-1 0,0 1-5 16,0-1-27-16,0 1-104 0,4 16-1 0,-4-17-41 15,0 0-42-15,0 0-23 0,1 0-3 0,0 0-18 16,16-5-121-16</inkml:trace>
  <inkml:trace contextRef="#ctx0" brushRef="#br0" timeOffset="121061.38">7038 3751 689 0,'0'0'178'0,"0"0"-28"0,0 0-4 0,0-1-11 16,1 1-31-16,-1-1-5 0,1 1-6 0,0 0 1 0,-1-1-12 16,0 1-2-16,0-1 0 15,1 1-1-15,10-17-4 0,-11 17-14 0,0 0 3 16,0 0-7-16,0-1-1 0,0 1-5 0,1-1-2 15,8-16-1-15,-9 17-4 0,0 0 7 0,0 0 0 16,0 0 3-16,0-1 5 0,6-16 2 0,-6 17-3 16,0 0 3-16,0 0-2 0,0-1-6 0,0 1 1 15,-1-1-4-15,1 1-9 0,0 0-1 0,-15-17-6 16,15 17 3-16,0 0-12 0,0 0 0 0,0 0-1 16,-20-5 0-16,20 5-8 0,0 0-6 0,0 0 1 15,-19 0-3-15,19 0-8 0,-1 0 0 0,1 0 0 0,-20 7 0 16,20-7 0-16,-1 0-1 0,0 1 0 0,-16 9 1 15,17-10 0-15,-1 0 3 0,1 0-2 0,0 1 3 16,-19 14-1-16,19-15 0 0,0 1 0 0,-1-1-1 16,1 1 3-16,-10 17-9 0,10-18 4 0,0 1-6 15,0-1-6-15,0 0 2 0,1 18-1 0,-1-18 3 16,0 0 8-16,0 1-7 0,0-1-1 0,12 18-3 16,-12-18 3-16,0 0-1 0,0 0 6 0,20 14-3 15,-20-14 3-15,1 1 1 0,17 10-2 0,-17-11 3 16,-1 0 1-16,21 14 1 15,-14-9 0-15,1 0 1 0,-1 1-3 0,0-1 3 0,0 1-3 16,-1 0 4-16,0 0-3 0,-1 1 0 16,1 1 2-16,-1-1-2 0,-1 0 0 0,-1-1 7 0,0 1-7 15,-1 1 7-15,0-2-3 0,-2 2 1 0,1-1 2 16,-1 0-1-16,-1 0-6 0,0-1 8 0,-1 0-1 16,0 1 3-16,-1-2-1 0,-1 0-6 0,0 1 4 15,0-2-2-15,-2 1 10 0,0-2 0 0,1 1-1 16,-1-1 1-16,-1-1 1 0,0-1-1 0,1 0 0 15,-2-1-1-15,1 0 1 0,-1-1-1 0,-1-1 0 16,2-1-2-16,0-1-3 0,-1 0 1 0,1 0-3 16,2 0 1-16,-1-1-13 0,6 5 1 0,0 0-2 15,0 0 4-15,-6-16-3 0,6 16-4 0,0-1 1 16,0 1-2-16,0-1-2 0,3-16 5 0,-3 17-4 16,0-1 5-16,0 1 0 0,16-18 1 0,-11 12 1 15,2-1 0-15,2 0 4 0,2 0 2 0,1 0 3 0,2-2-1 16,0 0-2-16,2 0-2 0,0 0 2 0,0 1-1 15,-2 1 1-15,0-1-2 0,-1 0 1 0,-1 1-1 16,-1 2 3-16,0 0 0 0,-1 1 1 0,-2-1-1 16,0 1-3-16,-1 1 0 0,-2 1 1 0,-5 2 1 15,0 0-2-15,1 0-129 0,-1 0-32 0,1 0-55 16,-1 0-292-16</inkml:trace>
  <inkml:trace contextRef="#ctx0" brushRef="#br0" timeOffset="122088.77">8647 3419 1815 0,'0'0'128'15,"0"0"-51"-15,0-1 74 0,-1 1-18 0,1-1-15 0,-1 1 21 16,1 0-52-16,-19-9-2 0,19 9-10 0,-1 0-10 15,-17-4-6-15,18 4-3 0,-1 0 0 16,-17 0-10-16,18 0-13 0,-19 2 4 0,10 2-7 16,-1 1-5-16,-1 1-2 0,1 2 0 0,0 0 1 0,1 3 0 15,0 0-12-15,-1 2-2 0,0 2-3 0,3 1-2 16,0 0 1-16,2-1-3 0,1-2 1 0,2 0-3 16,2-3-2-16,0-1 1 0,1-1-4 0,3-2-1 0,1-1 5 15,0 0 1-15,3-4 2 0,1 1 5 16,2-3 0-16,2-1 3 0,3-2-3 0,1-1 3 15,2-1 1-15,1-3 1 0,1 0 1 16,-1-1 5-16,-2-2 1 0,0 0 4 0,-3-1-1 16,0 1 9-16,-3 1-4 0,-2 0 3 0,-2 1-2 15,-3 2 10-15,-1 0 17 0,-4 1-4 0,0 1 8 16,-3-1-8-16,-1 1-20 0,-2 0 1 0,-2 1-10 16,-1 1-16-16,-1 2-5 0,-2 0-4 0,-1 4 0 15,-1 0-6-15,-1 3-7 0,-2 3 6 0,0 1-6 0,-1 2 4 16,0 1 0-16,0 1-3 0,2 1 5 0,0 0 9 15,3-1-5-15,2 1 3 0,2-2-3 0,2-1 1 16,2-2-2-16,1-1-3 0,1-1 1 0,2-2-9 16,1-5 0-16,0 1-5 0,1-1 3 0,-1 1-4 0,17 15 10 15,-9-15 4 1,2-2 2-16,3 0 4 0,3 0 7 0,0-3-2 16,4 0 4-16,-1-2 2 0,1-2 0 0,-1 0 1 0,0-1-1 15,-1-1 6-15,-2-1 1 0,-3 0 3 0,0 0-3 16,-1 0 4-16,-4 1 0 0,1 0 3 0,-5 0-2 0,-1 1 10 15,-2 1-3-15,-4 0 2 0,1 0-3 0,-3 1-6 16,-1 1-16-16,1 2 4 0,-2 2-7 0,0 2 5 16,-1 1-11-16,-2 1 0 0,0 3-5 0,-1 1 8 15,0 2-9-15,-1 0 8 0,-1 1-8 0,1 0 11 16,1 1-1-16,0-1-2 16,2-1 1-16,0 0 2 0,4-3-3 0,-1 1 1 0,6-6-3 15,-1 0-10-15,1 1-114 0,0-1-20 0,0 1-53 16,-1-1-238-16,1 1-327 0</inkml:trace>
  <inkml:trace contextRef="#ctx0" brushRef="#br0" timeOffset="122916.39">8708 3839 1335 0,'0'0'313'16,"0"0"-126"-16,0 0 173 15,-1 0-190-15,0-1-22 0,1 1 17 0,-17-14-61 0,17 14-6 16,0 0-9-16,0 0-18 0,0 0-16 0,-1 0 6 0,-4-19-11 16,5 19-10-16,0 0-1 0,0 0-8 0,0-1 6 15,0 1-4-15,1-1-8 16,16-14 3-16,-17 15-7 0,0 0-9 0,1 0-3 0,0 0-2 15,18-5 2-15,-19 5-3 0,1 0 1 0,17 1-3 16,-18-1 0-16,0 0-10 0,18 6 8 0,-18-6-4 0,1 1 5 0,-1-1-6 16,20 16 2-1,-20-16 5-15,0 0-1 0,0 0 12 0,10 20 8 16,-10-20-4-16,0 0 4 0,-3 17-5 0,0-9-7 0,-1 0 6 16,-2 1-5-16,-1 0 4 0,0 0-6 0,-2 0 0 15,-1-1-2-15,1 1-2 0,-2-1 1 0,3 0-3 16,-1-1 2-16,0 1-2 0,2-2 0 0,-1 0 5 0,1-2-3 15,1 0 2-15,0 0 3 0,0-1-8 0,6-3 6 16,0 0-6-16,0 0-2 0,-1 0 3 0,0 0-3 16,1 1-1-16,0-1 2 0,0 0-4 0,0 1 2 15,0-1 1-15,0 0-6 0,0 0 7 0,0 0-6 16,20 2 8-16,-19-2-6 16,15-3 1-16,-6 1-3 0,-2 1 4 0,2-1 5 0,2 0-4 15,-2 0 3-15,1 1-3 0,1 0-3 0,0-1 3 16,-2 1-2-16,2-1 4 0,-2 1-1 0,-1-1-1 15,1 1 0-15,-1 0-2 0,-2 0-31 0,1 0 0 16,-3-1-17-16,-5 2-65 0,0 0-74 0,1 0-13 16,15-4-24-16,-16 4-89 0,0 0-156 0,0 0-208 15</inkml:trace>
  <inkml:trace contextRef="#ctx0" brushRef="#br0" timeOffset="123440.55">8942 3777 2232 0,'0'0'29'0,"0"0"123"0,0 0-27 0,0 0 57 15,0 0-52-15,0 0-24 0,0 0-6 0,0 0-7 16,0 0-32-16,18-3-5 0,-18 3-3 0,0 0-1 16,1 0-15-16,21-4-6 15,-22 4 0-15,0 0-2 0,21 0-2 0,-21 0-10 16,0 0 2-16,22 3-5 0,-22-3-1 0,1 0 5 0,19 5 0 15,-20-5 1-15,1 0-14 0,15 6 9 0,-16-6-9 16,0 0 10-16,1 0-8 0,-1 1-4 0,1-1 2 16,-1 1-3-16,0-1 10 0,8 17 3 0,-8-17 0 15,0 0-1-15,-1 0-11 0,0 1-2 0,-12 16 0 16,13-17-1-16,-1 0 2 0,1 0-2 0,-17 15 1 16,17-15-1-16,-1 1 3 0,1-1-2 0,-15 16 1 15,15-16-2-15,0 0-1 0,-1 1-1 0,1-1-4 0,0 1 3 16,0-1-4-16,-1 1 0 0,1-1 4 0,-4 17-3 15,4-17 2-15,0 0-2 0,0 0 1 0,18 6 0 16,-18-6 6-16,15 1 5 0,-5-1-4 0,-1 1 3 16,0 0-5-16,0 0 7 0,1 1-3 0,-2-1 3 15,1 2-8-15,-1 0 5 0,-2-1 0 0,0 2 3 16,-6-4 6-16,0 0-2 16,0 0 0-16,1 0-1 0,16 19 0 0,-17-19 2 15,0 0 2-15,3 17-1 0,-3-17 6 0,0 0 2 0,-5 21 4 16,2-12 0-16,-3 0 6 0,-1 0-5 0,-2 1-2 15,-1-1 0-15,0 0 4 0,-1 0-22 0,-1-2 5 16,1 0-11-16,0-1 0 0,2-1 0 0,0 0 0 16,1-1 0-16,1-1 0 0,2-1 0 0,5-2 0 15,-1 0 0-15,0 0 0 0,-15 0 0 0,16 0-13 16,0 0-1-16,-1 0-90 0,1-1-82 0,-1 1-21 16,1-1-30-16,-12-15-164 0,12 16-384 0</inkml:trace>
  <inkml:trace contextRef="#ctx0" brushRef="#br0" timeOffset="124288.92">8913 3734 1106 0,'0'0'282'15,"0"0"-110"-15,-1-1 161 0,1 1-95 0,0-1-39 0,0 1 25 0,-1 0-83 16,-16-12-15 0,17 12-5-16,0 0-37 0,-1 0-13 0,1 0-2 15,-1 0-6-15,1 0-21 0,0 0-21 0,0 0 7 16,0 0-11-16,0 0 8 0,0 0-7 0,0 0 0 0,0 0-3 16,0 0-3-16,0 0 0 0,0 0-5 0,20 9 1 15,-20-9-9-15,1 0 8 0,18 5-1 0,-19-5 2 16,17 4-8-16,-9-2 5 0,2 0-1 0,2 1 4 15,-1 0-10-15,0-1 3 0,0 0 2 0,-3 0 3 16,1 1-1-16,-2-1 2 0,0 1-2 16,-1-1 2-16,-1 1-2 0,-5-3 7 0,1 0-4 0,-1 0 5 15,1 1-3-15,0-1 3 0,-1 1-3 0,11 16 2 16,-11-17-5-16,0 0 3 0,0 1 2 0,0-1 1 16,0 1-3-16,0-1 6 0,-9 17 1 0,9-17 3 15,0 0 11-15,-1 0-14 0,-18 10-2 0,19-10-5 16,0 1-14-16,-20 10 6 0,20-11-2 0,-1 0 4 15,-21 9-1-15,22-9-6 0,-1 0 0 0,-16 10-1 16,17-10 6-16,0 0-4 0,0 1 2 16,-1-1-4-16,1 1 6 0,0-1-7 0,-1 0 4 15,0 1-7-15,1-1 4 0,0 1-5 0,-1-1 1 16,1 1-2-16,0-1 2 0,0 16 4 0,0-16-2 16,0 0 3-16,16 1-2 0,-16-1 3 0,1 0 1 15,22-1 0-15,-15 1 0 0,2-1 2 0,-1 2-2 0,1 1 1 16,-1-2 3-16,0 2-3 0,-2 0 4 0,0 1-4 15,-1 0 5-15,1 0-6 0,-2 1 0 0,0 0-2 16,-1 0 12-16,0 1-9 0,-1 0 8 0,0 0-8 16,-1 1 9-16,-1-1 3 0,0 2-8 0,-1-2 5 15,1 2-5-15,-1-1 7 0,-2 1 0 0,0-1 2 16,-2 1 1-16,1 0 5 0,0 0 1 0,-2 1 1 16,0-1 1-16,0 0-2 0,-1-1 1 0,0 1-2 15,-1 0 1-15,1-1 0 0,0 0 1 0,0-1-1 16,0-1-10-16,0 0 3 0,0-1-5 0,6-3 3 15,0 0-4-15,-1 0-5 0,-15 7 2 16,16-7-3-16,-1 0 2 0,0 0-2 0,1 0 1 16,-18 4-3-16,18-4-22 0,-1 0-84 0,1 0-27 15,-1 0-35-15,1 0-229 0,-17-6-675 0</inkml:trace>
  <inkml:trace contextRef="#ctx0" brushRef="#br0" timeOffset="130088.31">1124 6980 2615 0,'0'0'100'0,"0"1"-41"0,0-1 5 15,0 1-14-15,0-1-27 0,0 1-13 0,4 16 4 16,-4-17-5-16,1 0 5 0,15 6-1 0,-16-6 0 15,16 2 1-15,-8-1 11 0,3-2 3 0,1 1 10 16,0 0-2-16,3 0 21 0,0 0-9 0,1-2-6 16,3 1-1-16,3 0-19 0,1 0-3 0,2-1 0 15,2 1-1-15,0 0-6 0,1 0-4 0,0 1 1 16,2 0-3-16,2 0-3 0,3 0 19 0,0 0-5 16,0 1 11-16,0 0-9 0,3 1 4 0,0 0 0 0,5 0 2 15,0-1 0-15,-1 0-6 0,1 1-4 0,2 0 0 16,1 0 1-16,3-1-8 0,-2 0 4 0,3 0-5 15,0 0 2-15,1-1-5 0,1 1 3 0,1-1-4 16,1 1 1-16,-1-1 5 0,3 0-1 0,1 0 7 16,0 0 39-16,2 0-26 0,-1-1 7 0,2 1-19 15,1-1-12-15,-1 1-2 0,2-1 5 0,1 1-3 16,0-1 3-16,1 0-3 0,3 0-2 0,0 0 1 16,-2 0-3-16,5-1 5 15,0 0 0-15,-2 0 1 0,4 0-6 0,0 0 4 16,-3 0-4-16,4 0 4 0,0 0-2 0,-2 0 1 0,4 0 2 15,0 1-2-15,-4-1 1 0,5 0 0 0,-1 1-1 16,-3-1 2-16,5 1-5 0,-2-1 4 0,-3 0 2 16,4 0 1-16,-2 0 4 0,-2 0 1 0,5 1-5 15,-5-1 3-15,0 1-6 0,1 0 1 0,-1-1 1 16,-5 2 0-16,3-1 0 0,-2 1-1 0,-3-1 0 16,1 1-1-16,-1 0-2 0,-3 0 3 0,-2 0-2 0,0 0 1 15,-2 0-3-15,-1-1-1 0,-2 0 1 0,-2 1-1 16,1-1 0-16,-3-1 0 0,-1 1 0 0,-3-1 0 15,-2 0 0-15,0 1 0 0,-2-2 0 0,-2 2 0 16,-4-1 0-16,-2 1 0 16,0-1 0-16,-3 1 0 0,1 0 0 0,-3 0 0 15,-4 1 0-15,-2-2 0 0,-2 2 0 0,-3-1 0 16,1 1 0-16,-1 0 0 0,-2 0 0 0,0-1 0 16,-1 1 0-16,-4-1 0 0,-1-1 0 0,-2 1-65 0,0 0-4 15,-4-1-29-15,2 0-88 0,-7 2-100 0,1 0-13 16,-1 0-40-16,0 0-154 0</inkml:trace>
  <inkml:trace contextRef="#ctx0" brushRef="#br0" timeOffset="130511.22">6782 6734 2065 0,'0'0'381'0,"0"0"-166"0,0 0-95 15,0 0 24-15,0 0-96 0,0 0 11 0,0 0-1 16,0 0 7-16,0 0 4 0,0 1-31 0,22 10 4 15,-12-6-13-15,2 0-2 0,1 1-12 0,2 0 3 16,-1 0-5-16,2 0 4 0,-1 1-5 0,2-1 13 16,-2 1-6-16,0 1 27 0,2-1-8 0,0 0 2 15,0 1 0-15,-1-1 15 0,1 2 0 0,-3-1-8 16,0-1 5-16,-2 1-14 0,-3 0-3 0,-1 0-2 16,-2 2-1-16,-3 0-10 0,-1 3 0 0,-2 0-1 0,-4 1 0 15,-2 3-10-15,-2 0-8 16,-3 0 0-16,-3 3-1 0,0-2-2 0,-4 1 0 0,-2-2-3 15,2-3-1-15,-1-1-36 0,1-3-42 16,0 1-28-16,0-1-10 0,-1-2-146 0,3 1-200 0,1-2-124 0</inkml:trace>
  <inkml:trace contextRef="#ctx0" brushRef="#br0" timeOffset="130905.62">7564 6830 2583 0,'0'0'106'0,"0"0"63"0,0 0-85 15,0 1-61-15,0-1 11 0,1 1-28 0,10 15 22 16,-11-16 19-16,0 0-2 0,1 1 4 0,-1-1-27 16,17 22 20-16,-11-18-3 0,0 5 9 0,1 0 3 15,0 1 3-15,0 3-3 0,2 0 0 16,-1 2-13-16,0 1 5 0,2 2-5 16,-1 1 3-16,1 2-15 0,0 0 16 0,-2 0-6 0,1-1 6 15,-1 0-20-15,-1 2-1 0,0 1 0 0,-1 2 0 16,0-2-4-16,0 1-6 0,-1-1 0 0,-2-2-2 15,2-1-5-15,-3-5 3 0,1-1-2 0,-1-2 3 16,1 0-2-16,-3-2-51 0,1-1-4 0,0-2-24 0,-1-7-61 16,0 0-93-16,0 1-15 0,0-1-38 15,0 0-133-15</inkml:trace>
  <inkml:trace contextRef="#ctx0" brushRef="#br0" timeOffset="131089.16">7799 6924 2843 0,'-2'5'189'0,"1"2"-95"0,-2 1-3 0,0 2-30 15,-2 3 2-15,-2 2 18 0,-2 3-3 0,-3 4 4 0,-2 1-16 16,-4 0-21-16,0 3 0 0,-5 1-11 0,1 2-24 16,-2 3-4-16,2-1-2 0,-1-3 1 15,2 0-10-15,0-6-94 0,1-1-33 0,1-2-43 0,0-2-297 16</inkml:trace>
  <inkml:trace contextRef="#ctx0" brushRef="#br0" timeOffset="131953.21">1753 2923 1864 0,'-2'8'771'0,"1"2"-1"0,1 1-829 0,0 3 6 0,3 7 31 0,1 2-10 0,0 6 17 0,0 8 10 0,-7 0-4 16,6 7 2-16,2 8-1 0,-1-2 9 0,0 2 6 16,1 2 0-16,2 5 2 0,-2 0 4 0,2 5-4 15,-2 3 4-15,0 1-2 0,0 2 24 0,0 6-3 16,-1 1 2-16,0 3-3 0,-1 3-5 0,1 2-1 15,-1 3 0-15,1 3 2 0,1 2 21 0,0 5-23 16,-1-3 8-16,2 5-13 0,-1-3 7 0,1 3 11 16,1-2-6-16,0 2 6 0,1 1-23 0,-3-1-6 15,2 3 5-15,1-2-6 0,-3 1 0 0,2 0 5 16,-2 2-6-16,1-2 6 0,-1 2-10 0,0 0 5 16,0 0 0-16,-1-1 4 0,0-3 10 0,-1 0 4 0,1-4-4 15,0-2 3-15,0-1-12 0,-1-2-3 16,2-3 2-16,-1 0-5 0,0-3-2 0,1-4 4 15,0 3-6-15,0-7 5 0,0-1-8 0,0-1 5 0,-1-3-1 16,0-4 2-16,0 0-1 0,0-3-1 0,0-4 0 16,-1-1-2-16,0-2-5 0,1-4 9 0,-1-2-2 15,1-5 4-15,-1-3-8 0,-1-5 3 0,1 0-1 16,-2-5-1-16,0-5-15 0,0-6-52 0,0-4-13 0,-2-7-21 16,0-3-114-16,1-9-227 15,0 0-27-15</inkml:trace>
  <inkml:trace contextRef="#ctx0" brushRef="#br0" timeOffset="132422.57">1689 2715 2493 0,'-8'12'40'0,"-2"0"-76"15,1 0 6-15,0 2 25 0,-3 1 12 0,-1 3 35 16,-2 2 4-16,0 2 3 15,0 3 25-15,-6-4-9 0,5 4-3 0,-2 2-5 16,1-3-18-16,0 0-18 0,2 1 2 0,0-1-10 16,1-1-6-16,2-3 1 0,0-1-2 0,2-3 1 15,1-3-2-15,2-4-93 0,1-1-2 0,3-3-44 16,3-5-92-16,0 0-76 0,0 0-7 0</inkml:trace>
  <inkml:trace contextRef="#ctx0" brushRef="#br0" timeOffset="132628.64">1585 2842 759 0,'9'-9'499'0,"2"1"-250"16,0 1-86-16,0 1 3 16,0 1-10-16,0 2-48 0,1 1-2 0,0 3-17 15,0 2-15-15,2 2 4 0,2 2-6 0,-1 1 3 16,0 1-9-16,0 3 5 0,-1 1 5 0,2 0-4 16,-2 0-3-16,1 2-20 0,-1-2-5 0,2-1-6 15,0 0-20-15,-2-2-4 0,0-1-3 0,1 1 1 16,-1-2 2-16,2-1-2 0,-1 0 4 0,1-1-5 0,-1-1-11 0,-1-1-120 15,-1 1-5-15,-2-2-55 0,-1-1-130 0,-1-1-313 16</inkml:trace>
  <inkml:trace contextRef="#ctx0" brushRef="#br0" timeOffset="133757.01">956 2504 2000 0,'-4'-9'99'0,"0"-2"-20"0,-1 1 52 0,0-1 35 0,2 2-21 16,-1 2 3-16,1 0-29 0,0 2-10 0,-1 1 2 15,4 4-37-15,0-1-14 0,-16-8-4 0,16 9-6 16,0 0-38-16,-1 0-14 0,-13 12-7 0,10-1 0 16,0 3 1-16,0 5 5 0,1 1 4 0,-1 3 1 15,1 2 14-15,0 4-5 0,-1 4 1 0,0 4-3 16,2 1 2-16,-2 3-3 0,2 2 0 0,1 3-1 16,-2 1 1-16,1-3 1 0,-1 0-3 0,0-4 3 0,1-1 2 0,1-1 0 15,0-6 1-15,1-5-2 0,0-4-4 0,-1-6 4 16,1 0-23-16,0-4 5 0,0-1-107 15,-1-2-78-15,0-4-6 0,1-6-32 0,0 0-80 0,0 0-411 16</inkml:trace>
  <inkml:trace contextRef="#ctx0" brushRef="#br0" timeOffset="133973.03">551 2748 2395 0,'0'0'-33'0,"0"0"40"0,1 0-4 0,18 3 20 16,-11-1 17-16,2 1 34 0,4 0 1 0,0 1 12 16,2-2 11-16,3 1-23 0,0-2 4 0,1-1-12 15,0 2-8-15,2-2-26 0,-2 1 2 0,0-2-10 16,-2 0-3-16,4 1-11 0,1-1 4 0,2 0-5 16,0 0 5-16,-1 0 5 0,-3 0-6 0,-2 0 4 15,-1-1-8-15,-1 0-106 0,-2 1-1 0,-1 0-51 0,2 0-104 16,-3-2-259-16</inkml:trace>
  <inkml:trace contextRef="#ctx0" brushRef="#br0" timeOffset="134506.59">1217 2516 1456 0,'0'0'111'15,"0"0"56"-15,0 0 32 0,0 0-57 0,0 0 9 0,0 0-36 16,0 0 6-16,-1 0-17 0,0 0-10 0,-17 10-42 16,18-9 4-16,-5 16-17 0,3-7 0 0,-1 5 6 15,-2 0-5-15,3 4 5 0,0 1 1 0,0 2-7 16,1 2 2-16,1 1-6 0,1-3-5 0,2 1-16 16,0-1 3-16,2 0-7 0,2 2 3 0,-1-1-5 15,1-3-2-15,1-1 0 0,-1-2-4 0,1-2 7 16,-2-3 0-16,1-2-2 0,1-1-51 0,-2-4-44 15,2 1-6-15,-1-3-11 0,1-1-34 0,-1-2-78 16,1 0-19-16,0-4-38 0,0-1-244 0</inkml:trace>
  <inkml:trace contextRef="#ctx0" brushRef="#br0" timeOffset="134790.95">1309 2530 2326 0,'0'0'2'0,"0"0"72"16,0 1-14-16,19 10 35 0,-13-6 4 0,1 1-16 15,0 2 6-15,0 0-12 0,0 1-19 0,2 1-25 16,-3 1-7-16,3 1-4 0,-2 0-6 0,1 1-2 16,0 0 8-16,0 1-7 0,-1-2-4 0,0 0-1 15,0-1-4-15,0-1 4 0,1 0-5 0,0-2 1 16,-2 0 2-16,2-2 0 0,-2 1 5 0,2 0 1 15,-1 0-1-15,0-2 2 0,-1 0 0 0,-1-1-15 16,1 0-12-16,-3-2-6 0,-3-2-72 0,1 1-41 16,-1-1-12-16,1 1-16 0,-1-1-90 15,0 1-98-15,1-1-82 0</inkml:trace>
  <inkml:trace contextRef="#ctx0" brushRef="#br0" timeOffset="135037.82">1503 2569 1744 0,'0'0'290'0,"0"0"-215"15,0 0 39-15,0 0-58 0,0 0 57 0,0 0-40 16,-1 0 7-16,-15 4-17 0,16-4 3 0,-12 13-38 15,4-5 1-15,1 3-15 0,-1 0-14 0,0 3-1 16,-2 0-4-16,-1 1 2 0,1 1 1 0,-1-1 0 16,-1 0 0-16,2-3-1 0,0-1-7 0,1 1-149 15,1-3 2-15,2 1-71 0,1-1-158 0</inkml:trace>
  <inkml:trace contextRef="#ctx0" brushRef="#br0" timeOffset="135241.82">1550 2461 1269 0,'0'0'742'0,"0"0"-604"16,0 0-142-16,0 1-35 0,0-1 124 0,16 22 0 16,-13-12 3-16,-2 2 2 0,-1 2 28 0,1 3-28 15,-1 2-5-15,-1 2-11 0,-1 2-36 0,-1 3-24 0,0 0 3 16,-1-1-10-1,-1-1 1-15,0-2-7 0,-1 0-49 0,1 0-1 16,-2-1-290-16,1 1 951 0</inkml:trace>
  <inkml:trace contextRef="#ctx0" brushRef="#br0" timeOffset="135638.97">843 3040 1874 0,'0'0'87'0,"0"0"19"0,-1 0 45 0,1-1-30 15,0 1 4-15,0 0-21 0,0 0-32 0,0 0 0 16,13 0-1-16,-3 5-1 0,-1 2-14 0,3 2 5 16,0 1-3-16,1 1 4 0,1 1-4 0,1 1-10 15,-1 0-5-15,0 0-2 16,0 2-25-16,-1-1-3 0,-1 0 0 0,0 1-1 0,-1-1 1 0,1 1-5 16,-1 0 0-16,2 0-2 0,-1-1 3 0,0 0 1 15,0-1-2-15,0-2 0 0,-2-2-3 0,0 0 4 16,-1-3 0-16,-1 0-2 0,0-2-31 0,-2-1-48 15,0 1-14-15,-6-4-14 0,0 0-82 0,1 0-76 16,-1 0-17-16,0 0-40 0,0-1-258 0</inkml:trace>
  <inkml:trace contextRef="#ctx0" brushRef="#br0" timeOffset="135801.41">1099 2976 2475 0,'0'0'55'0,"0"0"76"15,0 0-25-15,0 0 40 0,11 16-63 0,-11-6 0 16,0 2-7-16,-5 5 7 0,-2 3 7 0,-4 5-31 16,-1 2-3-16,-3 3-13 0,-2 1-37 0,1 3-3 15,-1 2-2-15,0 3-1 0,0-1-15 0,0-3-196 16,0 0-64-16,1-1 49 0,1 2 891 0</inkml:trace>
  <inkml:trace contextRef="#ctx0" brushRef="#br0" timeOffset="138953.25">3255 6918 124 0,'0'0'112'15,"0"0"82"-15,0 0 17 0,0 0-59 0,0 0-41 16,0 0 11-16,0 0-13 0,0 0 19 0,0 0-26 16,0-1-11-16,0 1 5 0,0-1-7 0,0 1 12 0,-2 0-6 15,2-1-6-15,-1 1 0 0,1-1-19 16,0 1-9-16,-1-1 4 0,1 1-6 0,-1-1 10 16,1 1-14-16,0 0 0 0,-1-1-7 0,1 1-8 0,0 0 7 15,0 0-6-15,0 0 4 0,0 0-14 0,0 0 0 16,0 0 1-16,0 0-3 0,0 0-3 0,0 1-5 15,0-1 0-15,0 0-1 0,4 19 4 0,-4-19-8 16,0 0 0-16,0 1-3 0,2 15-6 0,-2-16-2 16,0 0 0-16,0 1 0 0,-2 16 4 0,2-17-9 15,0 0 4-15,0 1-4 16,2 19 0-16,-2-20 4 0,0 0-3 0,0 1 5 16,0 16-4-16,0-17 2 0,0 1-3 0,0-1 3 15,0 1-2-15,0-1 2 0,0 1-1 0,0 15 1 16,0-16 0-16,0 0-1 0,0 0 5 0,0 0-3 0,0 0 15 0,0 0-9 15,0 0 2-15,0 0-6 0,0-1-7 16,0 1-1-16,5-19-7 0,-5 19 4 0,0 0-4 16,4-18 1-16,-4 18 7 0,0 0-4 0,4-20 3 15,-4 20 2-15,0-1 0 0,1-20 0 0,-1 20-1 16,0 1 6-16,0-20-6 0,0 20 5 0,0-1-8 16,-1-15 4-16,1 16 4 0,0 0-1 0,0-1-2 0,0 1-1 15,0-1-1-15,0 1 0 0,0 0-7 0,-8-17 11 16,8 17-4-16,0 0 5 0,0 0-6 0,0 0-10 15,0 0 0-15,0 0-3 0,0 1 10 0,0-1 4 16,-2 20 0-16,2-20 0 16,0 1 0-16,0 20 1 0,0-21 7 0,2 16-5 15,-2-7 7-15,0 0-1 0,0 1-5 0,0 0 2 16,0 0-7-16,1 0 1 0,-1 0 2 0,1 0 1 16,0-1-1-16,-1 0-43 0,1-2-39 0,0 1-15 15,-1-3-223-15,2 2-327 0</inkml:trace>
  <inkml:trace contextRef="#ctx0" brushRef="#br0" timeOffset="140840.92">3046 7232 1732 0,'0'0'288'0,"0"0"-143"0,0 0 23 0,0 0-53 16,0 0-27-16,0 0-23 0,0 1 9 0,0-1-8 15,0 1 35-15,-5 17-36 0,5-18-5 0,0 1-11 16,0 16-18-16,0-17-1 0,0 1-5 0,-3 22 2 16,3-15-7-16,0 3-9 0,0 1 3 0,0 3-5 15,-2 0 0-15,1 1-4 0,0 0 1 0,-1 1-2 16,1 0-1-16,-1-1 0 0,1-1 0 0,-1 0 1 16,1-2-2-16,1-3-4 0,-2 0-27 0,2-2 0 15,-1-2-157-15,1-6-147 0,0 1-35 0</inkml:trace>
  <inkml:trace contextRef="#ctx0" brushRef="#br0" timeOffset="141252.23">3210 7251 1759 0,'0'0'112'0,"0"0"10"0,0 0-34 0,0 0 26 16,0 0-49-16,0 0 37 0,0 0-15 0,0 0 16 15,0 0-39-15,0 0-2 0,-4 16 8 0,4-16-5 16,0 1 13-16,-5 15-4 0,5-16-3 0,0 0-1 16,0 18-10-16,0-18-12 0,0 0-1 0,0 1-3 15,1 21-6-15,-1-22-11 0,0 0 0 0,3 16-6 16,-3-16-15-16,0 1 3 0,0-1-1 0,5 20 2 16,-5-20-9-16,0 0 1 0,7 16-1 0,-7-16 1 15,0 1 0-15,0-1 0 0,9 19 0 0,-9-19 0 16,0 0 1-16,1 1 0 0,19 14-2 0,-20-15 1 0,0 0-2 15,21 9 3-15,-21-9 0 0,0 0 0 0,22 8-3 0,-22-8 1 16,1 0 5-16,18 9-1 16,-19-9 4-16,0 0-3 0,1 0 0 0,18 12 0 15,-19-12 8-15,0 0-2 0,0 0 2 0,1 1-2 16,0-1 3-16,9 18 0 0,-10-18 0 0,0 1 0 16,0-1 4-16,0 1-6 0,-11 15 2 0,11-16-5 15,-1 0-12-15,-14 11-14 0,7-7-7 0,-1 0-3 16,1 0-27-16,-3 0-42 0,0-2-4 0,-2-2-17 15,-1 0-43-15,3 0-26 0,-1-1-4 0,1-1-8 16,1 2-31-16,-2-3-270 0</inkml:trace>
  <inkml:trace contextRef="#ctx0" brushRef="#br0" timeOffset="141455.85">3161 7299 1143 0,'4'-5'277'0,"-1"-1"-52"0,1 0-19 0,0 2-3 16,1 1-36-16,-5 3-19 0,1 0-8 0,-1 0-3 0,17-7-25 15,-17 7-7-15,1 0-3 0,-1 0-3 0,18-3-30 16,-18 3-14-16,0 0-1 0,0 0-5 0,22 1-10 16,-22-1-17-16,0 0 1 0,23 0-9 0,-22 0-12 15,15 0 7-15,-7 0-6 0,-1-1 7 16,0 0-8-16,1 0-1 0,-1 0 1 0,1 0-2 16,0 1 0-16,0-1-123 0,0-1-5 0,1 0-56 15,0 0-123-15,1 0-316 0</inkml:trace>
  <inkml:trace contextRef="#ctx0" brushRef="#br0" timeOffset="144715.06">4865 6817 792 0,'0'0'197'0,"0"0"-22"0,0 0 90 0,0 0-12 15,0 0-39-15,0 0-28 0,0 0-52 0,0 0-4 16,0 0-7-16,0 0-39 0,0 0-16 0,0 0-4 16,0 0-4-16,0 0-16 0,0 1 13 0,0-1-4 15,-8 20 6-15,8-20-23 0,0 0-11 0,-2 23-6 16,0-13-1-16,1-1-18 0,-1 0 4 0,0 0-4 0,0 0 3 16,1 2-7-16,0 0 3 0,0 1-4 0,0 0-5 15,1 0-89-15,0-1-128 0,0 1-23 0,0 0-50 16,2 0-251-16</inkml:trace>
  <inkml:trace contextRef="#ctx0" brushRef="#br0" timeOffset="145417.6">4646 7200 1435 0,'0'0'336'0,"0"0"-121"0,0 0-48 16,-1 0-6-16,0 0-72 0,1 0 5 0,-1 0-9 16,1 0 6-16,0 0-29 0,-1 0-26 0,1 0 0 15,0 0-9-15,0 0-1 0,0 0 9 0,0 1-2 16,0-1 3-16,1 1-10 0,17 15 4 0,-18-16-2 15,15 5 2-15,-7-2-11 0,1 0 1 0,-1 1-3 16,1-1 2-16,-1 1 5 0,-1 0-12 0,1-1 4 16,-1 1-7-16,-1 0 5 0,0 1 1 0,-1 0-3 0,-2-1 2 15,-3-4-4-15,0 1 3 0,0-1 5 0,6 20-2 16,-6-20 4-16,0 0-15 0,-6 19-2 0,2-10-4 16,-1 0-10-16,-1 2 11 0,1 0-3 0,-2-1 5 15,-1 0-2-15,1 1-3 0,-1-1 2 0,0 1-2 16,-1-2 6-16,2 0-2 15,0 0 3-15,0-2-3 0,1 1 3 0,0-1-3 16,0 0-1-16,2-2 0 0,4-5 0 0,0 1-3 16,0-1 2-16,-9 17-3 0,9-17 6 0,0 0-6 0,0 0 3 15,0 1-4-15,0-1 2 0,0 0 0 0,0 1 0 0,0-1-1 16,1 1 4-16,16 9 5 0,-17-10-3 0,0 0 3 16,21-4-5-16,-20 4-2 0,16-4 3 0,-7 4-2 15,0-1-1-15,-1 1 5 0,1 0-3 0,-2 0 5 16,0 0-4-16,1-1-2 15,0 1 1-15,0 1-2 0,2-1 3 0,-2 1 3 16,-1-1-3-16,0 1 2 0,0-1-8 0,0 0-6 0,0 0-44 16,-3-1 11-16,3 1-151 0,-1-1-71 0,-1-1-11 15,1-1-36-15,0 0-157 0</inkml:trace>
  <inkml:trace contextRef="#ctx0" brushRef="#br0" timeOffset="145839.81">4988 7327 1914 0,'0'0'182'0,"0"-1"-14"0,0 1-36 0,-1-1 12 16,1 1-94-16,0-1 56 0,-1 1-19 0,1-1 26 16,-1 1-59-16,-16-7-3 0,17 7-9 0,0 0 4 15,-1 0-13-15,1 1-10 0,-12 19 6 0,12-20-6 16,0 0 6-16,-7 20 2 0,7-10-1 0,0-1 0 15,0 0 1-15,0 0-24 0,0 1 7 0,0-2-13 16,1-1 2-16,2 0-6 0,-2-2 2 0,-1-5-3 16,0 1 1-16,0-1-7 0,0 1 0 0,17 14-2 15,-17-15 8-15,1 0 3 0,0 0 4 0,18-1-1 16,-19 1 10-16,14-7 1 0,-7 3 2 0,1-1 0 16,-1-1 4-16,0 0 3 0,-1-1-9 0,1 0 6 15,-1-1-8-15,0 0 6 0,-1-1 6 0,0 0-1 16,-2 0 2-16,0-1 5 15,-1 2-4-15,0-1 4 0,0-2 2 0,-1 3-9 16,-1-2 3-16,-2 1-6 0,1 1 5 0,-3-1 6 16,1 1 1-16,-2 1 1 0,0 1 0 0,-2 2-17 0,1-1 5 15,-1 3-10-15,-1 0 0 0,-2 1-6 16,1 1-5-16,-1 2 1 0,0 1-11 0,1 0-4 16,-1-1-7-16,1 1-1 0,2 0-36 0,-1 0-60 0,2 0-17 15,0-2-27-15,6-1-155 0,0 0-224 0,-1 0 828 16</inkml:trace>
  <inkml:trace contextRef="#ctx0" brushRef="#br0" timeOffset="147418.65">4263 6863 690 0,'0'0'294'0,"0"0"-68"0,0 0 139 0,0 0-146 0,0 0-41 15,0 0-34-15,0 0-42 0,0 0-3 0,0 0-2 16,0 0-18-16,0 0-18 0,0 0 5 0,0 1-11 15,-3 16-8-15,3-17-18 0,0 1-3 0,-2 20-5 16,1-12-7-16,-1 0-11 0,1 1 4 0,-1 1-7 16,2 0-7-16,-2 0 9 0,2 0-9 0,0 2-3 15,0-1-149-15,2 1-151 0,-1 0-91 0</inkml:trace>
  <inkml:trace contextRef="#ctx0" brushRef="#br0" timeOffset="147984.1">4110 7305 1478 0,'0'0'102'0,"0"0"71"16,0 0-18-16,0 0-79 0,0 0 13 0,0 0-33 16,0 0 31-16,0 0-21 0,0 0 4 0,0 0-13 15,0 1-14-15,-2 17-8 0,2-18-6 0,0 0-1 16,2 20-12-16,-2-11-1 0,0 1-2 0,1 2-1 16,-1-2-7-16,0 3 1 0,1-1-3 0,-1 0 1 15,1 0-7-15,1-2 8 0,-2 1-3 0,2-1-2 16,-2-1-74-16,1-1-84 0,1 0-20 15,-1 0-28-15,1-2-156 0</inkml:trace>
  <inkml:trace contextRef="#ctx0" brushRef="#br0" timeOffset="148691">4300 7286 1270 0,'0'0'90'0,"0"0"77"16,0 0-1-16,0-1-82 0,7-16 21 0,-7 17-41 15,0 0 20-15,0 0-13 0,0-1-3 0,0 1-3 16,-2-19 6-16,2 19 0 0,0 0 7 0,0 0-5 15,0-1 6-15,0 1-17 0,-1-1 2 0,1 1-8 16,0-1-8-16,-2 1-4 0,2-1-6 0,0 1 2 16,-1 0-9-16,-15-16-14 0,16 16 6 0,0 0-10 15,-1 0-3-15,1 0-6 0,0 0-2 0,-1 0 0 16,-17 10-2-16,18-10-2 0,-1 0 0 0,1 0-1 16,0 1 0-16,-20 14-4 15,20-15 0-15,-1 1-1 0,1-1 4 0,-16 17 0 16,16-17-1-16,0 0-1 0,0 1-1 0,-11 17 0 0,11-18 3 15,0 0-3-15,0 0 0 0,0 1-7 0,-5 16 0 16,5-17-3-16,0 0-5 0,0 1 6 0,0-1-1 16,4 20 3-16,-4-20-4 0,0 1 5 0,1-1-2 15,12 18 3-15,-13-18 1 0,0 1 3 0,15 15 1 16,-15-16 1-16,0 0 7 0,17 15-8 0,-17-15 7 16,1 0-8-16,16 16 5 0,-17-16 7 0,0 1-4 0,1-1 5 15,18 19-2-15,-19-19-3 0,0 1 2 0,0-1-2 16,14 20 1-16,-14-20 10 0,0 1-5 0,0-1 6 15,4 20 2-15,-4-20-1 0,0 1 2 0,0-1-3 16,-1 19-2-16,1-19 4 0,0 0 0 0,0 1 1 16,-1-1 0-16,-9 18-1 0,10-18-3 0,0 0 1 15,-1 0-8-15,1 0 2 0,-17 10-1 0,17-10 1 16,-1 0-6-16,0 0 1 0,-15 4-1 0,16-4 2 16,0 0 1-16,0 0-4 0,-17-5-2 0,17 5-1 15,-1-1-3-15,0 1-9 0,1 0-1 0,-18-20-2 16,18 20-2-16,0 0 10 15,0-1 4-15,-4-17 1 0,4 18 11 0,0 0-9 0,6-16 4 16,-6 16-8-16,1-1 8 0,11-17 1 0,-5 11-1 16,-1-1 0-16,1 1-4 0,0-1 0 0,0-1 0 0,1 1 0 15,0-1-3-15,-1 1 2 0,3 0 1 0,-2 0-1 16,1 1-8-16,1 0-87 0,0 0-16 16,0 0-34-16,1 1-137 0,1-1-274 0</inkml:trace>
  <inkml:trace contextRef="#ctx0" brushRef="#br0" timeOffset="149704.62">5927 6803 878 0,'0'0'122'0,"0"0"108"0,0 0 35 16,0 0-26-16,0 0-29 0,0 0-59 0,0 0-14 15,0 0 5-15,0 0-29 0,-1 0-11 0,1 0 1 16,-1 0-8-16,1 0-16 0,-1 0-24 0,1 0-1 16,0 0-8-16,0 1-13 0,-15 15-3 0,15-16 3 0,0 1-4 15,-5 16-12-15,5-17-13 0,-5 16-3 0,3-7-1 16,0 1 2-16,-2-1-5 0,0 1 1 0,1 2-6 0,1 0-22 16,-2 1-173-1,2 1 0-15,-1 1-78 0,0-1-155 0</inkml:trace>
  <inkml:trace contextRef="#ctx0" brushRef="#br0" timeOffset="150690.45">5790 7239 1154 0,'0'0'193'16,"0"0"-21"-16,-1 0 86 0,1 0-51 0,-1 0-39 16,1 0-40-16,-1 0-28 0,1 0-4 0,0 0 1 15,0 0-38-15,-19-1-5 16,19 1-3-16,0 0 1 0,1 0-3 0,0 0-2 15,16-1-3-15,-17 1-2 0,1 0-17 0,17-1-2 0,-18 1 0 16,1 0 0-16,19 1-4 0,-20-1-2 16,0 0 2-16,18 3-2 0,-18-3-2 0,0 0-5 0,18 7 0 15,-18-7-2-15,1 0-4 0,17 9 3 0,-18-9-3 16,1 0 4-16,-1 1-7 0,1-1 9 0,16 19 2 16,-17-19 3-16,0 1 9 0,0-1-2 0,1 17 2 15,-1-17-2-15,0 1 3 0,0-1-4 0,-11 21-3 16,7-14 0-16,0 1-7 0,-2-2-2 0,-1 2-1 0,1-1-1 15,0 0 3-15,0 0-2 0,0 0 2 16,2 0-2-16,-1-1-4 0,1 0 1 0,-1-2 2 0,0 0-3 16,0 0 0-16,-1-1 4 0,6-3-6 0,0 0 5 15,0 0-4-15,-17 8-1 0,17-8 3 0,0 0-3 16,0 0-2-16,0 0-4 0,0 0-3 0,-1 0-2 16,1 0-12-16,0 0 1 0,0 0-2 0,0 0 2 15,0 0-2-15,0 0 11 0,1 0-2 0,-1 0 5 16,20-9 3-16,-20 9 3 15,0 0-3-15,17-4 2 0,-17 4 1 0,0 0 2 16,17-4 0-16,-17 4-1 0,0 0-3 0,20-3 0 0,-20 3-3 16,15-3 2-16,-7 2-1 0,0 0-8 0,0-1 4 15,-1 0-12-15,-1 1-56 0,2-1-98 0,0 0-7 16,-1 1-30-16,1 0-28 0,0 0-15 0,0 0-7 16,0-1-13-16,-1-1-122 0</inkml:trace>
  <inkml:trace contextRef="#ctx0" brushRef="#br0" timeOffset="151257.37">6070 7173 1809 0,'0'0'119'0,"0"0"98"16,0 0-40-16,0 0-76 0,0 0 13 0,0 0-31 15,0 0 37-15,0 0-55 0,0 0 14 0,0 0-31 16,0 0-4-16,0 0-3 0,0 0-3 0,0 0 1 15,1 0-4-15,-1 0-4 0,0 1 2 0,1-1-3 16,19 12-2-16,-20-12 4 0,0 0-1 0,16 8 2 16,-16-8-2-16,1 0 0 0,16 8-1 0,-17-8 1 15,0 0-9-15,0 0-7 0,19 11-1 16,-19-11-2-16,0 0-4 0,1 1 0 0,-1-1 0 16,12 16 1-16,-12-16 1 0,0 1 5 0,0-1-3 15,0 1 5-15,0 16 2 0,0-17 0 0,0 0 3 16,0 0-3-16,-1 1-8 0,-17 17 6 0,18-18-6 15,-14 10 5-15,5-4-12 0,0 0 2 0,0 0-3 16,-1-2 3-16,1 1-1 0,1 0-6 0,-1 0 1 16,2 1-2-16,0-1 2 0,3 0-1 0,-1-1 1 0,5-4 0 15,0 0-1-15,-1 0-11 0,0 0-3 0,1 0-3 16,0 0-17-16,0 0 0 0,0 1 0 0,0-1 1 16,0 0 17-16,1 0 14 0,20 1-3 0,-21-1 6 15,1 0-1-15,21-4 11 16,-13 1-2-16,1 0 5 0,0 3-8 0,1-1 3 15,0-1-4-15,0 2 2 0,-2 0-7 0,0 0 9 16,0 2 1-16,-1 0 3 0,-1 0-11 0,0 1 11 16,-2-2-5-16,-5-1 8 0,0 0 1 0,1 1 2 15,-1-1 2-15,17 20-1 0,-17-20 8 0,0 0 2 16,2 16 2-16,-2-16 0 0,-5 14-7 0,0-5 10 16,0 1-7-16,-4 1 6 0,1 1-19 0,-3 0 9 0,1 1-8 15,-2-2 7-15,2 0-13 0,0-2-4 0,-1-1 4 16,2-1-5-16,0-2 0 0,2 0-5 0,1-1-15 15,6-4-4-15,0 0-111 0,-1 0-287 0,-17 3-90 16</inkml:trace>
  <inkml:trace contextRef="#ctx0" brushRef="#br0" timeOffset="155334.37">6831 3258 898 0,'0'0'135'0,"0"0"65"16,0 0 38-16,0 0-101 0,0 0 11 0,0 0-11 15,0 0 3-15,0 0-14 16,0 0-4-16,-1-1-32 0,0 1-4 0,1-1-11 15,0 1-24-15,0-1-7 0,-1 1 0 0,0 0-4 0,0 0-19 16,1 0 10-16,0 0 0 0,0 0 5 0,0 0 8 16,0 0-16-16,0 0-1 0,1-1-4 0,0 1-1 15,20-12-7-15,-21 12 2 0,0 0-4 0,20-3-2 16,-19 3 1-16,15-4-2 0,-8 3 2 0,2-1-8 16,-1 1 7-16,0 0-5 0,0 1 4 0,-1 0-10 15,1 0 3-15,-1 1 0 0,0-1 1 0,1 1 3 0,-1 1 1 16,-1-1-4-16,2 0 3 0,0 0-3 0,-2 0 1 15,0 0 2-15,-1-1-3 0,1 1 1 0,-2 0 5 16,1 0 1-16,-6-1 1 0,1 0 6 0,-1 0-5 16,0 0 2-16,18 0-3 0,-18 0 5 0,0 0-5 15,0 0 0-15,0 0-1 0,1 0 0 0,-1 0 8 16,1 0-4-16,-1 0 5 0,0 0-4 0,1 0-16 16,-1 0-14-16,1 0-9 0,0 0-109 0,-1 0-93 15,0 0-29-15,0 0-45 0,0 0-321 0</inkml:trace>
  <inkml:trace contextRef="#ctx0" brushRef="#br0" timeOffset="156350.23">8400 3242 1046 0,'0'0'37'16,"0"0"-5"-16,0 0 32 0,0 0 134 0,0 0-34 16,0 0 16-16,0 0-46 0,0 0-6 0,0 0 3 0,0 0-26 15,0 0-23-15,0 0-3 0,0 0-7 0,0 0-16 16,0 0-4-16,1 0 0 0,15 1-1 0,-16-1-6 15,0 0-15-15,21 5 6 0,-20-5-7 0,14 3 2 16,-6-2-8-16,-1 0-4 0,2 0 0 0,0 0-4 16,0-1-1-16,2 1-1 0,-1-1 1 0,1 1-1 15,0 0-11-15,0 0 7 0,0-1-9 0,0 0 5 16,0 0 2-16,-1 0-1 16,0 1 3-16,-2 0-3 0,-1 0 0 0,-2 0-3 0,0 0-2 15,-6-1-41-15,1 0-160 0,-1 0-20 0,0 0-71 16,17 7-282-16</inkml:trace>
  <inkml:trace contextRef="#ctx0" brushRef="#br0" timeOffset="163829.34">1826 4836 8 0,'0'0'113'0,"0"0"-2"0,0 0 51 0,0 0 28 16,0 0-52-16,0 0-32 0,0 0-65 0,0 0-2 15,0 0-4-15,0 0-7 0,0-1-5 0,0 1 2 16,0 0-3-16,0 0 2 0,0 0-9 0,0 0-1 15,0 0-2-15,0 0-5 0,-1 0-8 0,0 0 3 0,1 0-4 16,0 0 0-16,0 0 1 0,-1 0 1 16,-15 1 0-16,16-1 6 0,0 0 37 0,0 0-1 0,0 0 19 15,0 0 35-15,0 0 17 0,0 0-1 0,0 1 5 16,0-1-12-16,0 1-3 0,0-1 1 0,0 1-2 16,0-1 2-16,0 1-4 0,0-1-3 0,0 1-1 15,0-1-10-15,-5 16-10 0,5-16 1 0,0 0-5 16,0 0-1-16,0 0-1 0,0 0 0 0,0 1-3 15,1-1-15-15,19 8-6 0,-20-8-10 0,1 0 3 16,19 0-21-16,-20 0-6 0,1 0-1 0,21-1-2 16,-22 1-5-16,1 0-3 0,20-3 7 0,-20 3-4 15,-1 0 2-15,22 0-1 0,-22 0-2 0,16-1 2 16,-15 1 8-16,-1 0-3 0,21-5-13 0,-21 5-4 16,0 0-85-16,1 0-97 0,17-6-22 0,-18 6-39 15,0 0-200-15</inkml:trace>
  <inkml:trace contextRef="#ctx0" brushRef="#br0" timeOffset="164464.23">726 4754 2177 0,'0'0'61'0,"0"0"-37"0,-1 0 12 0,1 0-11 16,-1 0 4-16,1 0 28 0,0 0-12 0,-1 0 16 16,1 1-14-16,0-1 8 0,-1 0 0 0,1 0 5 15,0 0 16-15,12 6-15 0,-2-6-2 0,0-1-6 16,1 0-7-16,-1 0-8 0,0-1 3 0,0 1-6 15,0 1-7-15,-1-1 0 0,0 1-8 0,0 1 5 16,-1 1-11-16,-1 0 6 0,-7-2 10 0,1 0-2 16,-1 1 17-16,0-1-7 0,7 16-2 0,-7-16-2 0,-9 13-13 15,1-5-8-15,0 0-1 0,-3 2-2 0,2-1-8 16,-1-1 5-16,1 1-2 0,1-1 3 0,0 0-4 16,1 0-3-16,-3-1 2 0,2-1-2 0,1 0 8 15,0 0-9-15,0 1 1 0,2-1-2 0,5-6 1 16,-1 0-4-16,1 0 1 0,0 1-4 0,-12 15-6 0,12-16 3 15,0 0-1 1,0 0 2-16,1 1-2 0,0-1 10 0,18 10-1 16,-18-10 3-16,14-1 2 0,-6-1 0 0,-1 1-3 0,1-1 1 15,0 1 0-15,-1-1 0 0,0 1 5 0,0 0-4 16,1 0 0-16,0 0 3 0,-1-2-4 0,3 1 2 16,-3 0-15-16,1 0-115 0,-1 0 6 0,0 0-51 15,0 0-61-15,0 1-88 0,0-2-46 0</inkml:trace>
  <inkml:trace contextRef="#ctx0" brushRef="#br0" timeOffset="164814.39">1001 4609 2375 0,'0'0'46'15,"0"0"102"-15,0 0-42 0,0-1 59 0,0 1-79 0,0 0 2 16,0 0-13-16,0 0 9 0,0 0-23 0,0 0-11 16,0 0 4-16,1 21-7 0,-2-12-6 0,0 1-4 15,1 0 1 1,0 2 0-16,0 1 1 0,0 3-3 0,0 1-1 16,0 2 0-16,-2 2 1 0,-1 2-9 0,0 2 4 0,0 1-6 15,-1 1-5-15,-1-1-6 0,-2 1 0 0,1 0-1 16,-1 2 0-16,0 1-4 0,-1-1-4 0,0-2 3 15,1-1 1-15,0-2-5 0,-1-3 7 0,3 0-7 0,-2-1 7 16,3-1-10-16,0-1 0 0,0-4-1 0,2-1 7 16,0-4-15-16,0 0-4 15,2-9-8-15,0 0-42 0,0 1-63 0,0-1-6 0,0 0-24 16,0 0-69-16,0 0-39 0,9-8-25 0,-3-4-22 16,0-3-234-16</inkml:trace>
  <inkml:trace contextRef="#ctx0" brushRef="#br0" timeOffset="165086.48">1122 4780 2358 0,'0'0'70'0,"0"0"-11"0,0 0 34 16,0 0-15-16,0 0 20 0,0 0-23 0,0 1 25 0,-2 18 3 15,2-19 1-15,0 1-5 16,-2 22-32-16,2-14-19 0,-1 0-1 0,1 2-7 0,1 0-17 15,-1 0 0-15,0 0 0 0,1-1 0 16,-1 1-11-16,0-2 2 0,0 2-5 0,-1-1 6 0,0 1 3 16,0-1-9-16,-1-1 5 0,1 0-7 0,0-3 0 15,0 0-31-15,1-6-13 0,0 1-11 0,0-1-87 16,0 1-67-16,0-1-2 0,0 0-24 0,0 1-31 0,0-1-124 16,1 1-151-1</inkml:trace>
  <inkml:trace contextRef="#ctx0" brushRef="#br0" timeOffset="165510.62">1272 4812 2135 0,'0'0'92'0,"0"0"114"16,0 0-122-16,0 0 55 0,0 0-8 0,0 0 18 15,0 0-38-15,0 0-14 0,0 0-6 0,0 1-7 16,-6 18-47-16,6-19-4 0,0 0 0 0,0 0-2 0,-7 17-17 16,7-17 3-16,0 1-5 0,-4 16 5 15,4-17 2-15,0 1-6 0,-6 18 2 0,6-18-4 16,0-1-3-16,-5 20-3 0,5-20 7 0,0 0-6 0,-5 19-1 16,5-19-1-16,0 0-3 0,0 1 1 0,0 17-2 15,0-18-2-15,0 1-5 0,0-1 3 0,0 1 3 16,10 17-2-16,-10-18 2 0,0 0-4 0,0 0 3 0,0 1 2 15,17 14 1-15,-17-15-1 0,1 0-2 0,-1 0 1 16,21 12-2-16,-21-12 3 0,0 0-4 0,18 9 2 16,-18-9 1-1,1 0 1-15,19 8 4 0,-20-8-2 0,1 0 3 16,17 8-2-16,-18-8-1 0,0 0 0 0,0 0 0 16,19 11 0-16,-19-11 2 0,0 0 14 0,1 0-3 15,-1 0 7-15,0 1 1 0,1-1 2 0,5 17 0 0,-6-17 0 16,0 1-8-16,-1-1-15 0,-15 16 4 0,16-16-8 15,-14 10-14-15,7-4-23 0,-2-2-5 0,0-1-10 16,0-1-50-16,-3-1-53 0,1-1-23 0,-2-2-13 16,0-1-109-16,1-2-80 0</inkml:trace>
  <inkml:trace contextRef="#ctx0" brushRef="#br0" timeOffset="165678.62">1239 4874 1870 0,'0'0'118'0,"1"0"126"0,19 0-21 15,-11 2-65-15,2-2 16 0,0 0-43 0,0 0-33 16,1-1-21-16,0 1-6 0,0 1-7 0,-2 1-37 16,-1-1-7-16,-1 2-3 0,0-1-3 0,-1 1-19 15,0 0-178-15,1-1-25 0,-1 0-82 0,2-2-350 16</inkml:trace>
  <inkml:trace contextRef="#ctx0" brushRef="#br0" timeOffset="174944.06">3146 4765 1991 0,'0'0'52'0,"0"0"-46"0,0 0-4 15,0 0-14-15,0 0-3 0,0-1 36 0,0 1 6 0,0-1 9 16,1 1 16-16,0-1-4 0,-1 1-4 16,17-15 3-16,-17 15 6 0,0 0-5 0,0 0 3 15,0 0-4-15,1 0 6 0,-1 0-5 0,18-2-2 0,-18 2-1 16,1 0-15-16,-1 0-6 0,0 0 0 0,19-4-3 16,-19 4-2-16,1 0-3 15,-1 0-3-15,17-8 1 0,-17 8-10 0,0 0-1 16,17-3 1-16,-17 3-1 0,0 0 1 0,20-1 5 0,-20 1-1 15,1 0 2-15,17-1-6 0,-18 1 9 0,1 0-2 0,19 0 5 16,-20 0 3-16,0 0-2 0,21 0-1 16,-21 0-1-16,0 0-9 0,22-1-1 0,-21 1 1 15,-1 0-2-15,21 0-1 0,-21 0-2 0,1 0 2 16,19 1-2-16,-20-1 2 0,0 0-1 0,18 2-1 16,-18-2 1-16,0 0 3 0,1 0-2 0,18 6-1 15,-19-6 1-15,0 0-3 0,1 0 3 16,19 2 2-16,-20-2 1 0,0 0 6 0,20 0 49 0,-20 0-23 0,0 0 28 15,20-2-57-15,-20 2-4 16,0 0 2-16,20-1-2 0,-20 1 3 0,0 0-5 16,18-1-1-16,-18 1-1 0,1 0 4 0,16 0-7 15,-17 0 6-15,1 0-5 0,18-1 8 0,-19 1-3 0,0 0-3 16,20-3 1-16,-20 3-1 0,1 0 0 0,19-1 2 16,-20 1-2-16,0 0-1 0,20-1 1 0,-20 1-1 15,1 0 1-15,18-2-3 0,-19 2 4 0,0 0 1 16,21-1 2-16,-21 1-7 0,16 0 2 0,-7 1 1 15,1-2 1-15,0 1-4 0,0-1 1 0,2 1-1 16,-2-1 2-16,1 0 2 0,0 1 0 0,-1-1-2 16,2 1 1-16,-2 0 0 0,1 0 0 0,1 0 1 15,-3 0 0-15,1 0-3 0,0 0 4 0,-1 0-1 16,0 0 2-16,1 0-6 0,-1 1-1 0,2-1 2 0,0 1-1 16,0-1 7-16,1 0-5 15,-1 0 1-15,1 0-3 0,-1 1 6 0,1 0-6 0,-1-1 3 16,0 0-2-16,-1 0 0 0,0 0 1 0,0 2-1 0,0-2 1 15,0 1 0-15,0 0 3 0,0-1-3 0,-2 0 3 16,2 1-5-16,-2 0 4 0,0-1-2 0,0 1 4 16,0 0-6-16,1-1 0 0,0 0 1 15,2 1 0-15,-1 1 6 0,0-1-5 16,-1 0 0-16,1-1-3 0,0 1 3 0,-1 0 0 16,1-1 3-16,-2 1-3 0,1-1 2 0,0 0 0 15,0 1 1-15,-2 1 0 0,0-2-1 0,1 1-4 0,-1 0 3 16,-1-1-2-16,1 1 6 0,-1-1-4 0,-6 0-1 15,1 0 0-15,17 1-1 0,-18-1 5 0,0 0-4 0,21 1 5 16,-13-1-6-16,0 0 0 0,0 0 2 0,1 0 0 16,-1 0 6-16,0-1-2 0,-1 1-2 15,1 0 0-15,-1 0-6 0,0 0 3 0,1 0 0 16,-2 0 1-16,1 0 1 0,1 0-1 0,-1 0-1 16,1 0 0-16,-1 0 0 0,1 0 0 0,-1 0 2 15,0 0-1-15,-1 0 6 0,0-1-7 0,0 1 0 0,1 0-3 16,-2 1 1-16,1-1 2 0,1 0 0 0,0 1 0 15,-1-1-1-15,0 0 3 0,-6 0 0 0,0 0 1 16,19 0-1-16,-18 0-3 0,-1 0 4 0,23 0-4 16,-15 0 2-16,1-1 3 0,-1 0-4 0,0 0 3 15,-1 0-5-15,1 1 2 16,-1-1 0-16,0 1 3 0,-1-1 6 0,2 0-11 16,-1 0 8-16,0 1-9 0,0 0 4 0,-1 0-1 15,0 1-3-15,0-2 3 0,-6 1 2 0,1 0 1 16,15-3 0-16,-16 3-1 0,0 0 1 0,17-1-1 15,-17 1-2-15,1 0 0 0,16-1-2 0,-17 1 1 16,0 0 1-16,0 0 0 0,20-2 5 0,-20 2-5 0,0 0 3 16,0 0-4-16,18 2 3 0,-18-2-1 0,0 0-1 15,1 0 1-15,16 1 5 0,-17-1-4 0,1 0-2 16,-1 0 0-16,18 0-2 0,-18 0 4 0,0 0 0 16,0 0 2-16,17-1-2 0,-17 1-6 0,0 0 4 15,1 0-4-15,-1 0 4 0,19 2 4 0,-19-2-3 16,0 0 4-16,1 0-4 0,0 0-1 0,15 3 1 15,-16-3 0-15,0 0-1 0,0 0 3 0,1 0-5 16,0 0 2-16,-1 0-3 0,0 0 6 0,17 1 0 0,-17-1 2 16,0 0-2-16,0 0-3 0,1 0 0 0,-1 0-1 15,1 0 1-15,-1 0 3 0,16 3-2 16,-16-3 1-16,0 0-2 0,0 0-1 0,1 0 2 16,0 0-2-16,-1 0 5 0,1 0-3 0,-1 0 1 15,17 4-2-15,-17-4-5 0,0 0 4 0,0 0 1 0,0 0 0 16,0 0 9-16,1 0-12 0,0 0 4 0,16 2-5 15,-17-2 6-15,0 0 2 0,0 0-5 0,1 0 3 16,-1 0-2-16,0 0-2 0,0 0 2 0,1 0-2 16,0 0 0-16,-1 0 5 15,17 7 1-15,-17-7 2 0,0 0-4 0,0 0-4 0,0 0 0 16,0 0-2-16,1 0 4 0,-1 0 3 0,1 0-1 16,-1 0 2-16,1 0-4 0,-1 0-3 0,0 0 3 15,1 0-2-15,-1 0 6 0,1 0-3 0,0 0-2 16,-1 0 1-16,0 0 2 0,1 0 0 0,-1 0-2 15,1 0 0-15,-1 0-1 0,0 0-2 0,1 0 7 16,-1 0-4-16,1 0 0 0,-1 0 0 0,0 0 0 16,0 0 1-16,0 0 2 0,1 0 2 0,-1 0-2 15,1 0 1-15,0 0-7 0,-1 0 6 0,0 0-3 0,1 0 3 16,-1 0-4-16,1 0-3 0,-1 0 4 0,0 0-3 16,0 0 5-16,0 0-1 0,0 0-1 0,1 0 0 15,-1 0 0-15,0 0 0 0,0 0-1 0,0 0 0 16,0 0-5-16,0 0 4 0,0 0 1 0,0 0-1 15,0 0 0-15,0 0 2 0,0 0-2 0,0 0 2 16,0 0-7-16,0 0 7 16,0 0-4-16,0 0 4 0,0 0 1 0,-1 0-1 15,1 0 0-15,-1 0-3 0,1 0-4 0,-1 0 7 16,1 0-4-16,0 0 5 0,-1 0-1 0,0 0 0 16,1 0 1-16,-1 0-1 0,1 0 3 0,0 0-3 15,-1 0 0-15,1 0 0 0,-1 0 3 0,1 0-2 16,0 0-2-16,-1 0 0 0,1 0-3 0,-1 0 4 15,1 0 0-15,0 0 1 0,-1 0-2 0,0 0 3 16,1 0-2-16,-1 0 2 0,1 0 1 0,0 0-1 16,-1 0 0-16,1 0-1 0,-1 0-2 0,-14-2 0 15,15 2 3-15,0 0-2 0,0 0-4 0,0 0 4 0,0 0 0 16,0 0 0-16,0 0 1 0,0 0-2 0,0 0-2 16,0 0 1-16,-1 0 3 0,0 0-1 0,1 0 1 15,-1 0-2-15,1 0 1 0,0 0-1 0,-1 0 2 0,0 0-1 16,1 0 1-16,0 0-2 0,0 0-6 0,-1 0 2 15,1 0-5-15,-1 0-6 0,0 0 2 0,1 0-3 16,-16 7 2-16,16-7 0 0,0 0-1 0,0 0 1 16,0 1 7-16,0-1-4 15,0 1 5-15,-6 17-4 0,6-18 9 0,0 0-5 16,0 0 3-16,0 1-3 0,-2 16 7 0,2-17 0 16,0 0 1-16,0 0 1 0,0 1 7 0,0-1-4 15,0 1 2-15,0-1-1 0,1 0 9 0,0 1 2 16,-1-1 0-16,0 1 1 0,0-1 1 0,1 1 0 15,15 11 0-15,-16-12 1 0,0 0 1 0,0 0-2 16,0-1-2-16,1 1 0 0,9-17-2 0,-10 17-1 16,0-1-3-16,0 1 0 0,6-19 0 0,-6 19-3 15,0 0 2-15,0-1-4 0,2-17-5 0,-2 18 5 0,0-1-2 16,0 1 2-16,-3-17-4 0,3 17-4 0,0 0 4 16,0 0-3-16,0-1-2 0,0 1 1 0,-9-16-6 15,9 16 5-15,0 0-11 0,-1 0 2 0,0 0 1 16,1 0 1-16,0 0 7 0,-1 0 0 0,-15-1-1 0,16 1 1 15,0 0-6-15,0 0 7 0,0 1-8 16,-13 17 7-16,13-18-14 0,0 1 3 0,-4 19 4 16,4-20-2-16,0 1 5 0,-1 22 7 0,1-22-2 15,0-1 3-15,2 22 4 0,-2-22 2 0,0 1 3 16,1-1-1-16,9 19 6 0,-10-19 4 0,0 0-3 0,0 0 2 16,0 0 2-16,1 0 0 0,16 7 3 15,-17-7-2-15,0 0-6 0,1 0 7 0,0 0-2 0,15-13 2 16,-16 13-7-16,0 0 3 0,0-1-2 0,8-20 2 15,-8 21-5-15,0 0 0 0,3-19-2 0,-3 19 1 16,0 0-5-16,-4-19 7 16,4 19-3-16,0 0 4 0,-6-20-11 0,6 19-1 0,0 1-3 15,-10-19 1-15,10 19-1 0,0 0-9 0,0-1-2 16,-1 1-5-16,0-1-9 0,1 1 1 0,-18-11 4 16,18 11-2-16,0 0 4 0,0 1-3 0,-1-1-1 15,-14 22-1-15,11-15 6 0,1 1 11 0,2 1 1 16,-1-2 3-16,2 0 2 0,0-1 1 0,-1-1 0 0,1-5 2 15,0 1 3-15,0-1 3 0,4 16 2 0,-4-16 0 16,0 0 3-16,0 0 1 0,0 1-6 0,0-1 4 16,1 0-2-16,17 9-8 15,-18-9 2-15,0 0-6 0,0 0-22 0,0 0-22 16,0 0-18-16,0 0-6 0,0 0-98 0,0 0-116 0,0 0-23 16,0 0-53-16,0 0-281 0</inkml:trace>
  <inkml:trace contextRef="#ctx0" brushRef="#br0" timeOffset="175954.01">3152 4656 1297 0,'-5'0'46'16,"-1"1"26"-16,6-1 17 0,0 0-5 0,-1 0 11 0,-16 2-13 15,17-2-2-15,0 0 5 16,-1 0-7-16,-22 6-22 0,23-6-3 15,-1 0-4-15,1 1 4 0,-14 15-13 0,14-16 2 0,0 0-8 16,0 1-12-16,-6 16-8 0,6-17 4 0,0 1-4 16,5 20 6-16,-5-21-9 0,0 0 4 0,12 20-3 15,-12-20 12-15,0 0-1 0,1 1 1 0,16 15 0 16,-17-16 4-16,0 0 5 0,1 0-5 0,19 8 6 16,-20-8 1-16,1 0 2 0,-1 0-1 0,20 0 0 15,-20 0-3-15,0 0-1 0,1 0 5 0,-1 0-6 16,17-12 2-16,-17 12-6 0,0 0-1 0,0-1-1 0,13-15 4 15,-13 16-9-15,0 0 6 0,0-1-6 0,7-15 10 16,-7 16-7-16,0-1 5 0,0 1-6 16,-3-20-3-16,3 20-13 0,0 0 0 0,0-1-4 15,0 1-4-15,-1 0-1 0,1-1-7 0,-19-15 4 16,19 16-11-16,0 0 3 0,0 0 0 0,0 0 1 16,-1 0 0-16,0 0-6 0,-16 2 1 0,17-2-3 15,0 0 3-15,0 1 6 0,-11 19 1 0,9-13 2 16,0 0 5-16,1-1 4 0,-1 0 0 0,1 0 3 0,1-6 3 15,0 0 4-15,0 1 2 0,-2 15 0 0,2-16 10 16,0 0 12-16,0 0 2 16,0 0 3-16,0 0 5 0,0 0-15 0,0 0-5 0,0 0-3 15,0-1-13-15,1 1-2 0,11-18 1 0,-9 10-2 16,-1 1 0-16,0-1 4 0,0 0 0 0,-1 1 1 16,1-1-1-16,-1 1-3 0,-1 0-1 0,0 1-1 15,0 6-4-15,0-1-10 0,0 1 3 0,0-1-7 16,0 1-11-16,0-1 10 0,0 1-6 0,-1 0 9 15,1-1 4-15,0 1 1 0,-1 0 3 0,0 0-2 16,1 0-3-16,0 1 8 0,-17 10-4 0,17-11 6 16,0 0 3-16,0 1-5 0,-5 15 4 0,5-16-4 15,0 1 7-15,0-1-1 0,0 0-1 0,-3 18 0 0,3-18-4 16,0 0 1-16,0 1-1 0,0-1-1 0,0 1-50 16,4 16-322-16,-4-17-85 15</inkml:trace>
  <inkml:trace contextRef="#ctx1" brushRef="#br1">7834 6353 0,'0'0'0,"0"0"16,0 0-16,17-14 16,-4 3-1,7-2-15,8-7 16</inkml:trace>
  <inkml:trace contextRef="#ctx0" brushRef="#br1" timeOffset="185901.86">4282 6794 488 0,'0'0'284'0,"0"0"-92"0,0 0 144 0,-1 0-189 15,1 0-17-15,-1 0-7 0,1 0-47 0,-1 0 1 16,1 0-11-16,0 0 1 0,-20-4-2 0,20 4-2 15,0 0-2-15,0 0-15 0,0 0-2 0,0 0 4 16,0 0-4-16,0 1-1 0,0-1 0 0,0 1-6 16,-4 17 4-16,4-18-11 0,0 0-3 0,0 1 0 15,0-1-2-15,-5 19-6 0,5-19-9 0,0 1 2 0,-3 17-5 16,3-18 0-16,0 0 0 0,-4 21-2 0,4-12 1 16,-1 1-3-16,1 0 1 0,-1 0-1 0,0-1 1 15,1 0 3-15,0 0-1 0,0-2 3 0,0 0-2 16,0-7-3-16,0 0 2 0,0 0-3 0,1 16 3 15,-1-16 5-15,0 0-8 0,0 0 5 0,0 0-5 16,0 0 15-16,0 0 3 0,0 0-3 0,0 0 0 16,0 0-17-16,0 0-4 15,0 0 2-15,0 0-4 0,0 0 2 0,0 0-4 16,0-1-4-16,-2-19 1 0,2 20 0 0,0 0 6 16,0-24 4-16,-1 15-1 0,1-2-7 0,0-1 5 15,1 2-7-15,-1 0 7 0,1 0 1 0,0 1-2 0,0 0 4 16,1 0-2-16,0 0 6 0,-1 1-4 15,0 0 2-15,0 2-2 0,-1 0 9 0,0 6-1 0,0 0-2 16,0-1 2-16,0 1 8 0,0-17 9 0,0 17 2 16,0 0 0-16,0 0-7 0,0 0 3 0,0 0-7 15,0 0 5-15,0 0-16 0,0 0-11 0,0 0 4 16,0 1-7-16,0-1 4 0,-2 17 1 0,2-17 1 16,0 15 1-16,0-5 3 0,0-1 6 0,0 1-4 15,-1-1 4-15,0 0-3 0,0 0 9 16,0-1-2-16,0 1 4 0,-1 2-7 0,1-2 4 15,0 1-2-15,0-1 2 0,-1-1-3 0,1-1-2 0,-1-1 0 16,0 0-1-16,2-6 0 0,0 1-6 0,0-1-9 16,0 0-11-16,0 1-138 0,-8 15-163 0,8-16-124 15</inkml:trace>
  <inkml:trace contextRef="#ctx0" brushRef="#br1" timeOffset="187798.84">5932 6746 1077 0,'0'0'278'0,"0"0"-80"0,0 0 134 0,0 0-206 0,0 0-13 16,0 0-23-16,0 0 23 0,0 0-7 0,0 1 10 15,0-1-44-15,0 1-7 0,0-1-8 0,-1 1 2 16,-8 16-16-16,9-17 7 0,0 0-4 0,0 0 4 16,0 1-10-16,-8 15 0 0,8-16-2 0,0 0 0 15,-2 1-13-15,-6 15-2 0,8-16 4 0,0 0-4 0,-7 17 7 16,7-17-14-16,0 0 3 0,-5 16-7 16,5-16 2-16,0 0-5 0,-3 18-1 0,3-18-2 0,0 0-5 15,0 1 2-15,-5 20 2 16,5-21-1-16,0 1 3 0,1 17-4 0,-1-17 3 15,0-1-3-15,2 21 1 0,-2-21-7 0,0 0 0 16,2 18-3-16,-2-18 6 0,0 1 1 0,0-1-3 16,3 18 2-16,-3-18-8 0,0 0-7 0,0 0-33 15,0 1 2-15,0-1-158 0,0 1-51 0,9 16-16 16,-9-17-28-16,0 0-207 0</inkml:trace>
  <inkml:trace contextRef="#ctx0" brushRef="#br1" timeOffset="189727.16">1829 5981 895 0,'0'0'300'0,"0"0"-103"0,0 0 155 15,0 0-188-15,0 0-28 0,0 0-6 0,0 0-39 16,0 0-4-16,0 0-2 0,0 0-24 0,-1 0-21 16,1-1 1-16,0 1-6 0,0-1 4 0,0 1 0 15,0-1-4-15,0 1 1 0,0 0-10 0,0-1 3 0,0 1 1 16,0-1-1-16,0 1 0 0,1-1-1 0,-1 1-2 15,18-9-1-15,-18 9-5 0,0 0-11 0,1 0 1 16,16-1-4-16,-17 1-4 0,0 0 4 0,0 0-2 16,18-5 1-16,-18 5-10 0,0 0 7 0,17-1-4 15,-17 1 6-15,0 0-4 0,18 1 0 0,-18-1-1 16,0 0-1-16,21 2 3 0,-21-2 2 0,0 0 2 16,17 1-2-16,-17-1-3 0,0 0 1 0,1 0 3 15,-1 0 1-15,18 5 2 16,-18-5-77-16,0 0-38 0,0 0-28 0,0 0-232 0,1 0-312 15</inkml:trace>
  <inkml:trace contextRef="#ctx0" brushRef="#br1" timeOffset="190502.77">850 5963 1808 0,'0'0'115'0,"0"0"-1"0,0 0 15 0,0 0-64 15,0 1-7-15,0-1-9 0,-6 19 11 0,6-19-13 16,0 1 38-16,-1-1-13 0,-11 21-2 0,12-21-7 16,0 1-21-16,-8 20 4 15,6-12-1-15,-1 0 2 0,1 1-9 0,-1-1-21 16,1 1 5-16,-1-1-11 0,2 1-6 0,0-1 0 16,-1-1-5-16,1-1 4 0,1 0-6 0,0-1 3 15,0 0-4-15,0-6 3 0,0 0-4 0,0 0-10 16,0 1 1-16,0-1-13 0,5 18-78 0,-5-18-66 15,0 0-8-15,0 0-21 0,0 0-78 0,1 0-364 16</inkml:trace>
  <inkml:trace contextRef="#ctx0" brushRef="#br1" timeOffset="190802.5">1055 5786 1915 0,'0'0'99'16,"0"0"201"-16,0 0-279 0,-1 0 60 0,0 0-15 0,1 0 24 15,-1 1-54-15,-18 15 15 0,19-16-6 0,-6 16 10 16,1-7-11-16,1 3-12 0,1 0-1 0,1 1-3 16,-1 1 6-16,-1 1-13 0,1 0 3 0,1 1-7 15,-1 0 4-15,2 0-5 16,-2 0 2-16,0 2-5 0,0 1 0 0,0 2-7 0,-1 2-1 15,-1 0-2-15,0 0-1 0,1 0 3 0,-1-1-2 16,1-2 2-16,1 0-8 0,-1-2 0 0,0-1 2 16,1 0 0-16,1-2 7 0,0-2-91 0,0-1-17 15,1-4-41-15,1-1-159 0,0-7-104 0,0 1-121 16</inkml:trace>
  <inkml:trace contextRef="#ctx0" brushRef="#br1" timeOffset="191215.44">1136 5920 1544 0,'0'0'124'0,"0"0"322"0,0 0-396 0,0 0 55 16,-1 0-20-16,1 0 29 0,0 0-34 0,-1 0-15 15,1 1 2-15,-16 18-9 0,16-19-22 0,0 1-14 0,-9 15-3 16,9-16-5-16,0 0-9 0,-5 16-1 0,5-16-2 15,0 1 1-15,0-1-6 0,-1 21 6 0,1-21 1 16,0 1 2-16,1 20-6 0,-1-20 2 0,0 14-2 16,0-5 3-16,1-1 0 0,0 1-3 0,-1 0 2 0,1 0-2 15,0-2 2-15,0 1-2 16,0-1-1-16,2 0-1 0,-1-1 6 0,1-1-2 16,1 1 4-16,-2-2-4 0,3-1-2 0,-2 2 0 15,2-2-5-15,0 1 4 0,0 0-1 0,0-1-3 16,0-1 5-16,0 2-6 0,0 0 6 0,-1 0-2 15,0 0 2-15,0-2-1 0,-4-3 4 0,0 0 0 16,1 1-1-16,-1-1 2 0,15 17 2 0,-15-17-5 16,0 0 6-16,0 1-4 0,7 17 13 0,-7-18-2 15,0 0-2-15,0 19 2 0,0-19 6 0,0 0-7 16,-7 19 4-16,7-19-6 0,0 1 5 0,-10 16-10 16,10-17 2-16,0 0-11 0,-1 1-64 0,1-1-59 15,-19 17-6-15,19-17-18 0,0 0-46 0,0 0-147 0,-1 0-37 16</inkml:trace>
  <inkml:trace contextRef="#ctx0" brushRef="#br1" timeOffset="191625.1">1139 5994 1177 0,'0'0'92'0,"0"0"166"15,-1 0-132-15,0 0 19 16,1 0 1-16,0 0 1 0,0 0-30 0,-1 0-3 16,0 0-4-16,1 0 0 0,-16-4-24 0,16 4-25 15,0 0-8-15,0 0-5 0,0 0-34 0,0 0-5 16,0 0-5-16,0 0 0 0,1 0-10 0,16 4 8 16,-17-4-4-16,1 0 3 0,15-3-4 0,-16 3 2 15,1 0 3-15,-1 0 0 0,18-2 4 0,-18 2-4 16,1 0-2-16,-1 0-1 0,0 0-8 0,18 0-100 0,-18 0 9 0,0 0-46 15,0 0-50-15,0 0-122 0,1 0-47 0</inkml:trace>
  <inkml:trace contextRef="#ctx0" brushRef="#br1" timeOffset="192016.57">1033 6148 1570 0,'0'0'88'0,"0"0"171"0,0 0-206 0,0 0 54 15,0 1-12-15,0-1 23 0,0 1-37 0,3 16 8 16,-3-17-9-16,0 0 4 0,5 17-43 0,-5-17 1 16,3 16 0-16,-3-8 0 0,1 3-6 0,-1-1-7 15,1 3-7-15,0 1 1 0,0-1-13 0,0 1 1 16,-2-2 0-16,0 0-1 0,1 0-5 0,-2 0 7 15,0 0-7-15,1-2 7 0,-2 0-7 0,2 0-20 16,0-1-19-16,-1-2-13 0,2 1-162 0,-2-2-135 16,2 1-80-16</inkml:trace>
  <inkml:trace contextRef="#ctx0" brushRef="#br1" timeOffset="194105.7">4313 5996 432 0,'0'0'110'16,"0"0"83"-16,0-1 21 0,-1 1-37 0,1 0-33 0,0-1-40 16,-1 1 5-16,0-1-9 0,1 1-8 0,-22-17-6 15,22 17-9-15,0 0 1 0,0 0-24 0,0 0-7 16,0 0 3-16,-1 0-2 0,1 0 8 0,0 0-20 15,-17 5 2-15,17-5-10 0,0 0-9 0,0 0-6 16,0 1 4-16,0-1-5 0,0 0-5 0,0 1 2 16,-1-1-7-16,-6 18 5 0,7-18-2 0,0 0-1 15,0 0 0-15,0 0-1 0,0 0-4 0,0 0 14 16,0 0-5-16,1 0 8 0,-1 0-14 0,1 0-1 16,-1-1 2-16,16-10-1 0,-16 11 7 0,0 0 1 15,0 0 1-15,0-1 0 0,0 1 5 0,8-17 2 16,-8 17 3-16,0 0 0 15,0 0 6-15,0 0-4 0,0 0-1 0,0 0-1 0,0-1-9 16,0 1-7-16,-1 0 3 0,1 0-4 0,0 0-1 16,-1 0 6-16,0 0-5 0,1 0 5 0,0 0-10 0,-1 0 2 15,1 0-3-15,0 0 4 0,-1 0-1 0,0 0-2 16,1 0 6-16,0 0-5 0,-1 0 6 0,1 1-6 16,-1-1 0-16,1 1-3 0,-1-1-4 15,1 1-1-15,0-1 2 0,-1 1-2 0,0-1-1 0,1 0-124 16,0 1-35-16,0-1-66 0,0 1-463 0</inkml:trace>
  <inkml:trace contextRef="#ctx0" brushRef="#br1" timeOffset="195830.38">4279 5974 621 0,'0'0'215'16,"-1"0"-66"-16,0 0 108 0,1 0-126 0,-1 0-16 15,1 0-10-15,-17 4 6 0,17-4 1 16,0 0 3-16,0 0-27 0,-1 0-18 0,0 0-4 0,1 0-5 16,0 0-25-16,0 0 5 0,0 0-2 15,0 0 4-15,0 0-5 0,0 0-1 0,0 0-5 16,0 0 2-16,0 1-16 0,1-1 7 0,18 11-4 15,-19-11 6-15,1 0 4 0,0 0 0 0,14 0-1 16,-15 0 0-16,1 0-2 0,-1 0 0 0,17-3-2 0,-17 3 0 16,1 0-4-16,15-4-7 0,-15 4 4 0,-1 0-7 15,22-2-10-15,-21 2 3 0,0 0 1 0,21-3 2 16,-22 3 1-16,17 0 1 0,-17 0-7 0,1 0 6 16,22-2-9-16,-23 2 7 0,0 0-2 0,22-2 3 15,-22 2 7-15,1 0-1 0,21-4 2 0,-22 4-2 16,1 0 1-16,20-6-5 0,-21 6 1 0,0 0-2 15,20-1-2-15,-20 1-4 0,1 0 3 0,16 0-3 16,-17 0 0-16,0 0-2 0,21-2-1 16,-21 2 0-16,0 0 0 0,22 0 5 0,-14-1-5 0,0 1 3 15,0 0-3-15,1 0 0 0,-1 0 2 0,2 1 0 0,-1-1-2 16,0 0 0-16,1 0 4 16,-1-2-2-16,1 1 2 0,0 1-4 0,1 0-2 15,-1 0 1-15,1 0 7 0,-2-1-4 0,2 1 0 16,-3 0-2-16,2 0-4 0,-2-1 2 0,2 2 2 0,2-1 0 15,-2 0 0-15,3 0 2 0,-1-1-3 16,0 0 1-16,1-1 0 0,-1 1 1 0,-1 0 0 16,1 0 2-16,0 1-3 0,0 0 0 0,-2 0 1 15,0-1 1-15,-1 0 2 0,2 0-5 0,-2 1 1 16,1-1-1-16,0 1 4 0,-1-1-5 0,0 1 2 0,0-1-1 16,1 0 9-16,0 0-8 0,1 0 0 0,0 0-3 15,-1-1 9-15,-1 1-6 0,2 1 2 0,-2 0-3 16,1-1 1-16,-2 0 1 0,1 1 2 0,-1-1-1 15,1 1-2-15,-1 0 5 0,0 0-5 0,-1 0 5 16,0-1-3-16,0 0 2 0,-1 1-1 16,0-1-1-16,-6 1-5 0,1 0 6 0,15-1 0 15,-16 1 2-15,0 0-5 0,1 0 3 0,18-2 1 0,-19 2 0 16,1 0-4-16,16-2 0 0,-17 2 0 0,1 0 0 16,19-3 4-16,-20 3-5 0,1 0 3 0,20-3-4 15,-21 3 5-15,1 0 1 0,19-4-1 0,-20 4 2 16,1 0-5-16,19-3 0 0,-20 3 0 0,0 0 2 15,21-4 5-15,-21 4-6 0,1 0 2 0,18-2-3 16,-19 2 7-16,0 0-8 0,17-4 7 0,-17 4-6 16,0 0 14-16,16-2-13 0,-16 2 3 0,0 0-5 15,1 0 3-15,18-1 2 0,-19 1 0 0,1 0-1 16,-1 0-8-16,16 0 8 0,-16 0-4 16,1 0 5-16,-1 0-9 0,0 0 3 0,19 0 4 15,-19 0 0-15,1 0 0 0,18-1-1 0,-19 1-1 16,0 0 2-16,20-1 13 0,-20 1 1 0,0 0-6 15,18-3 4-15,-18 3-6 0,1 0-2 0,17-1 4 16,-18 1-5-16,1 0-3 0,16 1-2 0,-17-1 1 16,0 0-1-16,1 0 0 0,18 0 4 0,-19 0-4 0,0 0 2 15,0 0-1-15,17 3-5 0,-17-3 3 0,0 0-6 16,0 0-11-16,1 0-276 0,17 1-18 0,-18-1-126 16,1 0-365-16</inkml:trace>
  <inkml:trace contextRef="#ctx0" brushRef="#br1" timeOffset="196865.26">5600 5920 1136 0,'0'0'151'0,"0"0"-25"0,0 0 71 0,0 0-25 16,0 0-33-16,-1 0-20 0,0 0-20 0,1 0-7 15,-1 0 4-15,1 0-40 0,-17-3-15 0,17 3 3 16,0 0-7-16,0 0-10 0,0 0-2 0,0 0-5 0,0 0 3 15,0 0-6-15,0 0-1 0,0 0-4 0,0 0 2 16,0-1-6-16,0 1 6 0,0 0 2 16,1-1 0-16,-1 1 1 0,1-1-3 0,0 1 2 15,-1-1-1-15,0 1 3 0,1 0 6 0,16-6-7 16,-17 6 6-16,0 0-17 0,1 0-1 0,-1 0 0 16,20 2-1-16,-20-2 1 0,0 0 0 0,0 0-2 15,18 1 1-15,-18-1-11 0,1 0 9 0,21 1-2 16,-22-1 4-16,0 0 0 0,19 1-4 0,-18-1 5 0,-1 0-5 15,21 1 7-15,-21-1-4 0,0 0-1 0,24 3 1 16,-24-3 3-16,18 2 1 0,-9-2 0 0,0 1-1 16,2 0-2-16,-2-1-1 15,0 1 1-15,1-1 1 0,-1 0 2 0,-1 1-6 16,0 0 1-16,1 0-2 0,-2-1 0 0,0 0 7 16,2 1-2-16,-2 0 3 0,3-1-1 0,0 1 1 15,-4-1 1-15,1 1-1 0,1-1 2 0,-2 1-2 0,1 0-2 16,-1 0 1-16,1 0-9 0,-7-1 11 15,0 0-5-15,0 0 8 0,19 4-8 0,-19-4 7 0,0 0-2 16,1 0 4-16,-1 0 0 0,18 3-5 0,-18-3 0 16,0 0-2-16,0 0-2 0,0 0 2 0,1 0-1 15,0 0 1-15,-1 0-6 0,0 0 0 0,0 0 2 16,1 0-1-16,0 0 6 0,-1 0-4 0,0 0 2 16,1 0-5-16,-1 0-22 0,1 0-69 0,-1 0-7 15,1 0-22-15,-1 0-30 0,0 0-18 0,1 0 1 16,-1-1-12-16,1 1-28 0,-1 0-31 0,1 0-9 0,-1-1-19 15,0 1-158-15</inkml:trace>
  <inkml:trace contextRef="#ctx0" brushRef="#br1" timeOffset="197351.01">5999 5913 638 0,'0'0'396'0,"0"0"-161"16,0 0-27-16,0 0-32 0,-1-1-34 0,0 1-17 15,1 0 0-15,-1-1-8 0,1 1-27 0,0-1-26 16,-18-7 0-16,18 8-10 0,0 0-14 0,0 0 1 16,-1 1-2-16,1-1 3 0,-15 17 6 0,15-17-11 0,0 0-2 15,0 0-5-15,0 0-11 0,-8 17-12 16,8-17 8-16,0 0-9 0,0 0 6 0,0 0 2 16,0 1-4-16,0-1 2 0,0 0-5 0,0 0 8 0,0 0-2 0,0 0 3 15,1 0-2-15,-1 0 0 0,18 2 0 0,-18-2 0 16,0 0-1-16,1-1 8 0,-1 1 2 0,0-1 1 15,13-17 0-15,-13 18-4 0,0 0 0 0,0-1 0 16,0 1 9-16,0-1-4 0,6-17 1 0,-6 18-2 16,0 0-1-16,0 0-3 15,0 0-1-15,0 0-1 0,0-1 2 0,0 1-11 16,0 0 1-16,0 0-6 0,-1 0-4 0,1 0 3 16,-1 0-3-16,1 0 1 0,0 0-6 0,-17 5 1 15,17-5 2-15,0 0 0 0,0 0 5 0,0 1-7 16,-8 17 4-16,8-18-4 0,0 0 7 0,0 1-3 0,0-1-2 15,0 0-1-15,-1 18-8 0,1-18-1 0,0 0 3 16,0 0-3-16,0 0 0 0,0 0 8 0,1 1 0 16,-1-1 4-16,18 9 6 0,-18-9-5 0,0 0 0 15,0 0 0-15,1 0 6 0,16-4 0 0,-17 4-4 16,0 0 2-16,0 0-6 0,1 0 0 0,-1 0 1 0,0-1 0 16,17-9 4-16,-17 10 0 0,0 0 0 0,0 0 1 15,0 0 11-15,0 0-75 0,0-1-22 0,0 1-35 16,0-1-192-16,0 1-262 0</inkml:trace>
  <inkml:trace contextRef="#ctx0" brushRef="#br1" timeOffset="198114.16">4302 5958 496 0,'0'0'193'0,"-1"0"-41"0,1 0 92 15,-17 6-57-15,17-6-27 0,0 0-16 0,0 0-21 16,0 0-5-16,-1 0 2 0,0 0-22 0,-20 2-13 16,21-2-4-16,0 0-6 15,0 0-19-15,0 0-18 0,0 0 1 0,0 0-7 0,0 0-10 16,0 0 3-16,0 0-4 0,0 0 4 0,0 0-2 15,0 0 9-15,1 0 2 0,-1-1 0 0,0 1 1 16,18-13-9-16,-18 13 4 0,0 0-5 0,0 0 7 16,1-1 0-16,-1 1 1 0,1-1 0 0,-1 1 9 0,0-1-2 15,10-15 4-15,-10 16-3 0,0 0-2 0,0 0 2 16,0 0-7-16,0 0 5 0,0 0-23 0,0 0 6 16,0 0-2-16,0 0 3 0,0 0-6 0,0 0-11 15,-1 0 0-15,0 1-4 0,-15 9 1 0,16-10-6 16,0 0 0-16,0 1-7 0,-1-1-43 15,0 0-243-15,-9 19-31 0,10-19 42 0,0 1 1183 0</inkml:trace>
  <inkml:trace contextRef="#ctx0" brushRef="#br1" timeOffset="198705.83">6006 5893 721 0,'0'0'280'0,"0"0"163"0,0 0 18 15,0 0-313-15,-1 0-39 0,0 0-16 0,1 0-3 16,-1 0 4-16,1 0-5 0,0 0-29 0,-1 0 7 15,1 0-14-15,0 0 8 0,0 0-4 0,0 0-5 16,0 0 1-16,0 1-9 0,1-1-8 0,-1 1 1 0,0-1-6 16,17 13-10-16,-17-13-1 15,0 0-2-15,0 0 1 0,1 0 0 0,-1 1-6 16,1-1 2-16,-1 1-5 0,0-1-3 0,1 1-34 16,-1-1-48-16,0 1-14 0,0-1-315 0</inkml:trace>
  <inkml:trace contextRef="#ctx0" brushRef="#br1" timeOffset="211915.98">4544 6936 748 0,'0'0'99'0,"0"0"47"0,0 0 5 16,0 0-30-16,0 0-49 0,0 0-41 0,0 0-5 15,0 0-6-15,0 0-46 16,0 0 2-16,-1-1-1 0,1 1 4 0,0-1 17 0,0 1 3 15,0-1-1-15,0 1 2 0,0 0 4 0,0-1-2 16,0 1 5-16,0-1-5 0,0 1 5 0,0 0-8 16,0 0 4-16,0 0-6 0,0 0-4 0,0-1-97 15,0 1-17-15,0 0-48 0,0 0-298 0</inkml:trace>
  <inkml:trace contextRef="#ctx0" brushRef="#br1" timeOffset="212084.43">4582 6928 1392 0,'0'0'141'0,"-1"0"-89"16,1 0-21-16,0 0-15 0,-1 0-42 0,0 0 7 16,1 0-2-16,0 1 5 0,-1-1 9 0,1 0-123 0,0 1-15 15,-4 17-71-15,4-18-403 0</inkml:trace>
  <inkml:trace contextRef="#ctx0" brushRef="#br1" timeOffset="212237.19">4591 6921 1096 0,'0'0'60'0,"0"0"90"0,0 0-125 0,0 0-20 15,0 0 3-15,-1 0-8 0,0 0 2 0,1 0-16 16,-1 0 5-16,1 0-8 0,-7 18 12 0,7-18-165 15,0 0-56-15</inkml:trace>
  <inkml:trace contextRef="#ctx0" brushRef="#br1" timeOffset="213314.08">4656 5991 830 0,'0'0'95'0,"0"0"19"16,0 0-1-16,0 0-69 15,0 0-47-15,0 0-27 0,0 0-1 0,0 0 5 16,0 0 12-16,0 0-121 0,-1 0-106 0</inkml:trace>
  <inkml:trace contextRef="#ctx0" brushRef="#br1" timeOffset="213837.45">4603 4807 765 0,'-5'-7'356'0,"1"0"-156"0,4 7 185 16,0 0-408-16,0-1-3 0,0 1-7 0,0-1-44 15,0 1-11-15,0 0-20 0,0 0-116 0,0-1-196 16</inkml:trace>
  <inkml:trace contextRef="#ctx0" brushRef="#br1" timeOffset="-200008.4">4333 4732 136 0,'0'0'200'0,"0"0"-51"0,0 0 97 0,0 0-96 0,0 0-16 15,0 0-11-15,0 0 4 0,0 0-5 16,0 0 6-16,0 0-27 0,-1 0-5 0,1 0-7 0,0 0 2 15,0 0-20-15,-1 0-8 0,1 0 1 0,0 0-3 16,-1 0-12-16,1 0-18 16,0 0-5-16,-1 0-3 0,1 1-9 0,0-1-8 0,-9 20 1 15,9-20-4-15,0 0-9 0,0 1 9 0,0 15-2 16,0-16 5-16,0 1-4 0,0-1 0 0,0 1-2 16,-1 18 1-16,1-19-1 0,0 1-34 0,0-1-13 15,0 17-14-15,0-17-80 0,0 1-20 0,0-1-5 16,3 18-3-16,-3-18-15 0,0 0-28 0,2 17-39 15,-2-17-1-15,0 0-149 0</inkml:trace>
  <inkml:trace contextRef="#ctx0" brushRef="#br1" timeOffset="-199775.44">4317 4932 438 0,'0'0'65'0,"0"0"136"16,0 0-85-16,0 0-3 0,0 1-3 0,0-1-2 16,0 16-17-16,0-16 2 0,0 0-6 0,0 1 1 15,0-1-22-15,0 1-25 0,-3 17 4 0,3-18-13 16,0 0-7-16,0 0-21 0,0 19 6 0,0-19-10 16,0 0 8-16,0 1 1 0,0 15-3 15,0-16-1-15,0 1-37 0,0-1-133 0,0 1-21 16,0 15-71-16,0-16-399 0</inkml:trace>
  <inkml:trace contextRef="#ctx0" brushRef="#br1" timeOffset="-199541.84">4329 5204 1004 0,'0'0'166'0,"0"1"-68"0,0-1-8 0,-5 19-12 16,5-19-1-16,0 0-40 0,0 1-1 0,-5 16-14 16,5-17-12-16,0 0-3 0,0 1-3 0,0-1 1 15,-2 17-3-15,2-17 2 0,0 0-2 0,0 0 2 16,0 0 1-16,-1 17-8 0,1-17 7 0,0 0-7 16,0 0 2-16,0 0-78 15,0 1-19-15,1 16-35 0,-1-17-197 0</inkml:trace>
  <inkml:trace contextRef="#ctx0" brushRef="#br1" timeOffset="-199355.41">4352 5448 418 0,'-1'7'570'0,"1"0"-389"0,0 0-57 15,0 0-62-15,0 0 44 0,0 0-19 0,-1 0-2 0,1 1-6 16,-1-1-14-16,-1 1-36 0,1-1 1 0,-1 1-14 15,0-2-6-15,2-6-5 0,0 0-5 0,0 1-5 16,-3 18-65-16,3-19-53 16,0 1-4-16,0-1-20 0,0 19-64 0,0-19-229 15</inkml:trace>
  <inkml:trace contextRef="#ctx0" brushRef="#br1" timeOffset="-199164.68">4358 5765 1074 0,'-2'7'77'0,"0"1"-44"0,0 1-18 15,1 0 0-15,-1 0-15 0,0 0 7 16,-1-1-1-16,1-1 3 0,-2 0-7 0,1-1-12 16,0-1-4-16,3-5-17 0,0 0-148 0</inkml:trace>
  <inkml:trace contextRef="#ctx0" brushRef="#br1" timeOffset="-198993.63">4322 6079 510 0,'-5'9'69'0,"2"1"177"16,-1 0 98-16,1 1-313 0,0 0-61 0,0-1-44 0,1 1 12 15,-2 0-21-15,1 1 27 0,0 0-105 0,-1-1-53 16</inkml:trace>
  <inkml:trace contextRef="#ctx0" brushRef="#br1" timeOffset="-198784.71">4250 6526 548 0,'-3'8'120'0,"2"0"-111"0,-1 0-18 0,0 0-30 15,0 0-74-15,0 1 47 0,-1 1-6 16,2-1 27-16,-1 1 31 0,0-1-61 0,1-1 8 0,-1 0-24 0,2-1 33 16</inkml:trace>
  <inkml:trace contextRef="#ctx0" brushRef="#br1" timeOffset="-198653.25">4221 6701 26 0,'0'6'91'0,"0"-1"-10"0,1 1 15 16,-1-6-14-16,0 0 33 0,0 1 33 0,1 18 3 16,-1-19 10-16,0 0 13 0,0 1-8 0,5 17-1 15,-5-18-6-15,0 0-32 0,0 1-41 0,7 18-8 16,-7-19-13-16,0 1-39 0,3 15-7 0,-3-16-4 16,0 0-2-16,0 18-14 0,0-18-31 0,0 1-18 15,-2 18-15-15,2-19-150 0</inkml:trace>
  <inkml:trace contextRef="#ctx0" brushRef="#br1" timeOffset="-197865.58">5055 4785 4 0,'0'0'260'0,"0"0"-71"0,0 0 128 0,0-1-140 0,-1 1-29 16,1-1-20-16,0 1-15 0,-1-1 2 0,1 1 3 15,-1 0-2-15,-17-21 1 0,18 21-3 0,0 0 1 16,0 0-22-16,0 0-10 0,-1 0-5 0,0 0 0 16,1 0-13-16,0 0-11 0,0 0-2 0,-1 0-5 15,-16-3-21-15,17 3-12 0,0 0-3 0,0 0-4 16,0 1-7-16,0-1 5 0,-1 1-5 0,1-1 5 16,-10 16-3-16,10-16-3 0,0 0 1 0,0 0-6 15,0 0-18-15,0 0-56 0,0 1 5 0,0-1-22 16,0 1 10-16,0-1-23 0,4 18 2 0,-4-18-13 0,0 0-24 15,0 1-19-15,5 19-3 0,-5-20-7 16,0 1-34-16</inkml:trace>
  <inkml:trace contextRef="#ctx0" brushRef="#br1" timeOffset="-197616.75">5023 4938 411 0,'0'0'270'0,"0"0"-102"0,0 0-23 15,0 0-13-15,0 1-23 0,0-1 1 0,0 1-10 16,0-1 4-16,0 0-33 0,5 17 3 0,-5-17-2 0,0 1 3 16,0-1-3-16,-3 17-9 0,3-17 3 0,0 0-5 15,-6 16 3-15,6-16-17 0,0 1-2 0,-6 18-7 16,6-19-30-16,0 1-3 0,-5 19-2 0,5-20 1 16,0 0 6-16,-3 18-12 0,3-18 7 0,0 0-8 15,0 1 3-15,-5 20-63 0,5-21-2 0,0 1-26 16,-1 17-41-16,1-18-18 0,0 1 2 0,2 17-9 15,-2-18-2-15,0 0-23 0,3 22-9 16,-3-22-14-16,0 1-126 0,6 19 167 0</inkml:trace>
  <inkml:trace contextRef="#ctx0" brushRef="#br1" timeOffset="-197427.04">5017 5183 5 0,'0'18'0'0,"0"-18"76"0,0 1 4 0,-1 20 30 0,0-13 41 16,1 1-23-16,0 0-11 0,-2 0-3 0,1 0-30 16,-1 2 2-16,0-1 2 0,1 1 0 15,0 0 8-15,-2-1 6 0,1 0-5 0,1 2 2 16,-2 0-30-16,1 3-30 0,1 0 2 0,-1 0-13 15,0-1-13-15,0 0-8 0,-1-1-3 0,1-1 0 16,1 0 1-16,1 0 2 0,0-1-3 0,-2-1 2 16,2 0-10-16,-1-1-37 0,0 1 0 0,1 1-17 15,-1-2-38-15,1 2-32 0,-2-1-7 0,1 0-10 16,1 1-34-16,0 1-21 0,0-1 11 0,0-1-11 16,0-1 50-16</inkml:trace>
  <inkml:trace contextRef="#ctx0" brushRef="#br1" timeOffset="-197261.9">5003 5868 139 0,'-1'11'27'16,"1"0"55"-16,0 0-6 0,0 1 22 0,0-1 4 0,0 1 2 16,0-2-21-16,-1 1-16 0,0 0-10 0,0-1-2 15,1 2-40-15,1-1-10 0,-1 0 1 16,0 0-3-16,2-1-2 0,-2 0-3 0,1 0-5 15,0 1-3-15,-1-1-45 0</inkml:trace>
  <inkml:trace contextRef="#ctx0" brushRef="#br1" timeOffset="-196047.48">4920 6045 1595 0,'0'0'83'0,"0"0"15"16,0 0 15-16,0 0-17 0,0 1-12 0,0-1-10 15,-7 19-7-15,7-19 3 0,0 1-24 0,0-1-32 16,-8 22 2-16,8-21-12 0,0 15 3 0,0-16-7 16,-1 17 4-16,0-7-4 0,1-1 5 0,-1 1-8 15,1 0 2-15,-1 2-5 0,1-1 12 0,-1 0-4 0,1 2-1 16,0-1-4-16,0 2-30 0,-1-1-94 16,1 0-23-16,0 0-43 0,0-1-230 0</inkml:trace>
  <inkml:trace contextRef="#ctx0" brushRef="#br1" timeOffset="-195814.17">4905 6702 1921 0,'-2'11'128'0,"1"-1"-87"16,-1 1-7-16,0-2-22 0,1 1-7 0,-1 1 16 0,2-1-10 15,-2 1 12-15,1-1-16 0,0 0 1 0,0 0 1 16,-2-1 0-16,3-1-3 0,-2 0-6 0,1 0 3 16,0-3-5-16,1-5-19 0,0 1-26 15,0-1-7-15,-3 17-7 0,3-17-38 0,0 0-37 16,0 0-24-16,0 0-15 0,0 0-180 0</inkml:trace>
  <inkml:trace contextRef="#ctx0" brushRef="#br1" timeOffset="-195697.8">4906 6924 1605 0,'0'6'69'0,"0"1"-35"16,0 0-8-16,-1 0-6 0,1 0-15 0,0 1-2 0,-2 0-2 15,1 0-1-15,0 0-25 0,0 0-168 16,1-2-54-16</inkml:trace>
  <inkml:trace contextRef="#ctx0" brushRef="#br1" timeOffset="-192062.16">4204 7010 1893 0,'0'0'90'0,"0"0"-35"0,0-1-5 16,0 1-33-16,0-1-45 0,0 1-50 0,0 0 20 0,0-1-19 16,0 1 66-16,0-1-5 0,0 1-1 0,0-1-7 15,0 1-76-15,1-1-45 0,-1 1-26 16,1 0-8-16,-1 0-150 0</inkml:trace>
  <inkml:trace contextRef="#ctx0" brushRef="#br1" timeOffset="-181732.15">4909 6957 34 0,'0'0'65'0,"0"0"-1"16,0 0 31-16,0 0 38 15,0 0-24-15,0 0-10 0,0 0-39 0,0 0-3 16,0 0-4-16,0 0-13 0,0-1-7 0,0 1 2 16,-1-1-4-16,1 1 5 0,-1-1-10 0,1 1 2 15,0 0-5-15,0-1 5 0,-1 1-6 0,1-1 6 16,-1 1-4-16,1-1 15 0,0 1-10 0,-1-1 0 0,0 1-5 16,1 0-7-16,0-1-13 0,-1 1-1 0,1-1-3 15,0 1-9-15,-1-1-4 0,0 1 3 0,1-1-4 16,0 1 7-16,0-1-15 0,0 1-12 0,0 0-5 15,0 0-62-15,0 0-58 0,0 0-11 0,0 0-24 16,0 0-106-16</inkml:trace>
  <inkml:trace contextRef="#ctx0" brushRef="#br1" timeOffset="-181507.98">4890 6937 401 0,'0'0'214'0,"0"0"-71"0,0 0-10 16,0 0-20-16,0 0-44 0,0 0-1 0,0 0-9 15,0 0 3-15,0 0-29 0,0 0-17 0,0 0 0 0,0 0-7 16,0 0-3-16,-1 0-9 0,1 0 3 0,0 0-6 16,-1 0 4-16,1 0 1 15,0 0 1-15,0 0 0 0,0 0-3 0,0 0-20 0,0 0-21 16,0 0-3-16,0 0-95 0,0 0-122 0,0 0-15 15</inkml:trace>
  <inkml:trace contextRef="#ctx0" brushRef="#br1" timeOffset="-181341.77">4902 6938 315 0,'0'0'61'0,"0"0"92"16,0 0-72-16,0 0 5 0,0 0-20 0,0 0 16 15,0 0-33-15,0 0 13 16,0 0-8-16,0 0 9 0,0 0-21 0,0 0-11 0,0 0-4 15,0 0-2-15,0 0-19 0,0 0-1 0,0 0-1 16,0 0-1-16,0 0-6 0,0 0-4 0,0 1 1 16,0-1-7-16,0 1-62 0,0-1-221 0</inkml:trace>
  <inkml:trace contextRef="#ctx0" brushRef="#br1" timeOffset="-181121.41">4886 6952 1813 0,'0'0'43'0,"0"0"-41"0,0 0-10 0,0 0-8 15,0 0-19-15,0 0 20 0,0 0-5 0,0 0 1 16,0 0-107-16,0 0-91 0,0 0-53 0,0 0-14 15,0 1-241-15</inkml:trace>
  <inkml:trace contextRef="#ctx0" brushRef="#br1" timeOffset="-180939.14">4900 6963 833 0,'0'0'138'0,"0"0"22"16,0 0 19-16,0 0-91 0,0 0-85 0,0 0-4 15,-1 0-8-15,1 0 4 0,-1 0-11 0,1 0-74 16,-1 0-34-16,1 0-44 0,0 0-416 0</inkml:trace>
  <inkml:trace contextRef="#ctx0" brushRef="#br1" timeOffset="-180742.45">4862 6961 1619 0,'0'0'41'0,"0"0"-38"16,0 0-11-16,0 0-4 0,0 0-13 0,0 0-75 15,0 0-32-15,0 0-48 0,0 0-458 0</inkml:trace>
  <inkml:trace contextRef="#ctx0" brushRef="#br1" timeOffset="-180554.09">4882 6966 1008 0,'0'0'171'0,"0"0"-100"15,0 0 3-15,0 0-37 0,0 0-49 0,-1 0-3 0,1 0 1 16,-1 0-1-16,1 0-7 0,0 0-150 0,-1 0-53 16</inkml:trace>
  <inkml:trace contextRef="#ctx0" brushRef="#br1" timeOffset="-180340.08">4867 6972 892 0,'0'0'488'0,"0"0"-350"0,0 0-82 16,0 0-39-16,0 0-36 0,0 0-4 0,0 0-13 16,0 0-2-16,0 0-130 0</inkml:trace>
  <inkml:trace contextRef="#ctx0" brushRef="#br1" timeOffset="-180146.55">4883 6966 845 0,'0'0'548'0,"0"0"-416"15,-1 0-107-15,1 0-33 0,0 0-15 0,-1 0-7 0,1 0-17 16,-1 0-4-16,1 0-125 0</inkml:trace>
  <inkml:trace contextRef="#ctx0" brushRef="#br1" timeOffset="-180030.14">4874 6970 618 0,'0'0'251'0,"0"0"-141"15,0 0-13-15,0 0-43 0,0 0-69 0,0 0-32 16,0 0-96-16</inkml:trace>
  <inkml:trace contextRef="#ctx0" brushRef="#br1" timeOffset="-176772.74">4248 6985 17 0,'0'0'148'0,"0"0"-21"0,0 0 67 16,-1 0-33-16,1-1-35 0,0 1-24 0,0-1-34 15,-1 1-12-15,0 0 5 0,1-1-21 0,-21-13 9 0,21 14 1 16,0 0 4-16,0 0 10 0,0 0-7 15,0 0 8-15,0 0-8 0,0 0 2 0,0 0-22 0,0 0-3 16,-1-1-6-16,0 1-14 0,1-1-10 0,0 1 2 16,0 0-5-16,-1-1 2 0,0 1 3 0,1-1-1 15,-1 1 0-15,1-1-13 0,0 1 4 16,-1 0-5-16,1 0 5 0,-1 0-5 0,1 0-10 16,0 0 1-16,-1 0-4 0,0 0 9 0,1 0-5 15,-1 0 4-15,1 0-6 0,0 0-11 0,0 0-83 16,0 0-4-16,0 0-35 0,0 0-89 0</inkml:trace>
  <inkml:trace contextRef="#ctx0" brushRef="#br1" timeOffset="-174555.23">4935 6983 2044 0,'-5'-3'6'0,"0"0"-7"0,5 3-19 0,0 0-273 0,0 0-42 16,0 0-81-16</inkml:trace>
  <inkml:trace contextRef="#ctx0" brushRef="#br1" timeOffset="-172065.79">8351 5273 1907 0,'0'0'65'16,"0"0"4"-16,0 0 22 0,-1 0 7 0,0 0 7 0,1 0-12 16,0 0-8-16,-1 1 1 0,1-1-45 0,-18 11-5 15,18-11 0-15,0 0 0 16,-1 18 6-16,1-10-20 0,0-1 0 0,2 2-6 0,-1 0 2 15,1 2-1-15,1 2 5 0,-1 2-2 16,0 1 10-16,-1 1 2 0,0-1-3 0,-2 0 2 16,1 1-13-16,0-3 3 0,-1 0-2 0,2-2 2 0,-1-2-4 15,0-2 0-15,0-8-5 0,0 0 3 0,0 1-6 16,0-1-9-16,0 1 3 0,0-1-5 0,0 0 0 0,1 0-10 16,15-7 6-16,-11-4-5 0,0-1 7 15,2-2 3-15,1-2-2 0,-1 0 3 0,1-2 4 0,2 0-5 16,-2-1 5-16,1 3-4 0,-1 1 7 0,-1 3 2 15,0 3 1-15,-3 1 1 16,0 3 18-16,-4 5 12 0,0 0-4 0,0 0 7 16,1 0 0-16,-1 0-26 0,1 0 6 0,-1 0-14 15,8 14-1-15,-8-3-6 0,0 1-3 0,0 2 0 16,-2 1 0-16,1-1 3 0,1 1 4 0,0-1-3 16,1-1-4-16,1-3-1 0,-1 0 1 0,2-2-1 0,0-2-2 15,0 0-2-15,-3-6-5 0,1 0 2 0,-1 0-4 16,16 7 12-16,-16-7 2 0,1 0 4 0,19-8 3 15,-13 2 2-15,0 0-1 0,0-3 0 0,1 0-3 0,-2-1-4 16,0-1-2-16,-1 1-1 16,-1-1-8-16,0 0-19 0,-1 1-22 0,-1 0-6 15,0 0-128-15,-1 1-57 0,-1 0-25 0,2 1-24 16,-2 1-220-16</inkml:trace>
  <inkml:trace contextRef="#ctx0" brushRef="#br1" timeOffset="-171615.54">8678 5044 2198 0,'0'0'54'0,"0"0"-37"16,0 0 19-16,0 1-20 0,1-1 49 0,8 20 29 16,-9-19-11-16,0 16 15 0,0-8-46 0,0 2-5 15,0 1 0-15,-3 2 1 0,3 0 1 0,-1 4-21 16,-1 0-1-16,0 3-4 0,1 0 12 0,-2 0-9 15,0-1 2-15,1 0-5 16,-1 0-9-16,0-2 1 0,1-1-2 0,-2-2 1 16,1 0-2-16,0-1 3 0,1-1 0 0,1-3 1 15,-1-2-4-15,2-8 0 0,0 1-4 0,0-1 2 16,0 1-10-16,0-1-31 0,0 0 9 0,0 0-14 16,0 0 26-16,0 0-2 0,0-15 5 0,2 5-4 0,0-3 7 15,1 1 4-15,0-1-4 0,-1 0 4 0,1-1 4 16,1-1-2-16,-1 0 5 0,2 0-5 0,0 1 0 15,0 1-4-15,1 0-2 0,0 4-1 0,-1 0 6 16,1 2 0-16,-1 3 6 0,2 1-2 0,-1 2 12 0,1 1 18 16,-1 1-7-16,1 2 11 0,0 1-2 0,0 3-5 15,-2 1 2-15,0 2-5 0,-1 2-6 0,-1 1-7 16,0 1-2-16,-2 1-2 0,1 1 0 16,-2-1-3-16,-1 0 3 0,-1 3-3 0,0 0 9 15,-1 0-9-15,0 0 3 0,1-2-5 0,-1-2 2 0,2-3-96 16,0-1 2-16,0-4-44 0,1-6-73 0,0 0-74 15,0 0 13-15,0 0-31 0,1 0 5 0,15-5-379 16</inkml:trace>
  <inkml:trace contextRef="#ctx0" brushRef="#br1" timeOffset="-170944.42">8852 5317 373 0,'0'0'92'0,"1"0"108"16,0 0 28-16,-1-1-45 0,16-7 7 0,-16 8-18 15,0 0 17-15,1 1-53 0,-1-1 3 0,1 1-23 16,14 17-17-16,-15-18-7 0,0 1-6 0,0-1-1 15,0 1-21-15,0-1-12 0,20 14 1 0,-20-14-5 16,0 0-12-16,1 0 7 0,20-7-4 0,-13 3 5 0,-2-4 1 0,3 0-21 16,-1 1 3-16,1-1-10 0,-1 1-5 0,-1 1 4 15,0-2 4-15,-3 1-2 0,0 1 3 0,-2-1 5 16,-2 7-3-16,0 0 7 16,0-1 14-16,-3-19 4 0,3 20 1 0,-1 0 0 15,1-1-1-15,-21-18-32 0,20 19 4 0,1 0-14 16,-21-6 1-16,21 6-30 0,-15 4 4 0,8 1-15 15,0 3-1-15,-1 2 14 0,2 1-2 0,-1 2 6 16,1 2-3-16,0-1 9 0,2 2-3 0,0-1 6 0,2 0-3 16,-1 1 4-16,0 0-1 0,2 1 2 0,0-1 6 15,1 0-2-15,1-2 1 0,1-1-4 0,-1-2-6 16,3-3-16-16,-1 0-2 0,2-3-5 0,0-1-10 0,0-3-28 16,2 0 9-16,0-3-13 0,1-2 32 15,0 0 15-15,2-4 2 0,1-3 4 16,1 0 4-16,0-3-129 0,1-1 8 0,-1-1-54 0,0 0-20 0,0-1 54 15,-2 1 15-15,-1 0 19 0,-1 1 97 16,0 1 26-16,-1 1 1 0,-2 2 8 0,0 1 3 0,-1 2 19 16,0 1 10-16,-2 1 6 0,-2 6 54 0,0-1 31 15,0 1 1-15,0-1 10 0,0 1 8 0,0-1-15 16,0 1-14-16,0 0-1 0,0 0-51 0,0 0-26 16,0 0 4-16,3 21-11 0,-5-11 8 0,2 2 21 15,-2 0 4-15,0 0 5 0,-1 0-1 0,0-1-9 16,0 2-3-16,0-1-1 15,1 0-25-15,-1 0-13 0,2-4-11 0,0-1 0 16,1-7-23-16,0 0-15 0,0 0 6 0,0 0-8 0,0 0 14 0,0 0 1 16,0 0-2-16,0-1 2 0,10-17-5 0,-5 8 15 15,0-1-1-15,0-1 6 0,-1-1 1 0,1 1 6 16,1 0 0-16,-1-1 3 0,0 1 1 0,2 0 1 16,-1 0 10-16,1 3-4 0,-2 0 22 0,0 4-4 15,-2-1-3-15,-3 6 1 0,0 0 1 0,1 0 7 16,0 0 1-16,-1 0 3 15,0 0 9-15,17 3-15 0,-17-3 1 0,0 0-9 16,7 21-18-16,-5-11 0 0,0 3-1 0,0 0 2 0,0 1 2 0,-1 1-3 16,-1-1-5-16,0 1 2 15,0-1-8-15,1-1-47 0,2 0-32 0,0-2-18 0,2-2-183 0,2-2-127 16,-1-2-45-16</inkml:trace>
  <inkml:trace contextRef="#ctx0" brushRef="#br1" timeOffset="-170353.53">10340 5172 2341 0,'0'0'59'0,"0"0"-20"0,0 1-3 0,10 16 37 16,-10-17 7-16,14 10 3 0,-7-4 3 0,2 1-41 15,-2 1 8-15,2 0-23 0,-2 0-18 0,2 0 1 16,0 0-6-16,0 0 6 0,0-1 0 0,-1 2 4 16,0-2 2-16,0 0 1 0,2 0-2 0,-1 0-9 15,2 0 4-15,0-1-4 16,-1 1 12-16,-1-1-4 0,-1-1-2 0,-2 0-2 0,0 1-1 0,0-3 0 15,-1 2-13-15,-5-5 0 0,0 0-87 0,0 0-76 16,0 0-3-16,1 0-29 16,15 0-60-16,-16 0-283 0</inkml:trace>
  <inkml:trace contextRef="#ctx0" brushRef="#br1" timeOffset="-170148.83">10502 5112 2202 0,'0'0'93'0,"0"0"17"16,0 0-10-16,0 1 22 0,0-1 23 0,-2 18-46 16,2-18-4-16,-8 14-15 0,1-3-28 0,-1 3-4 15,-1 1 1-15,-3 2-2 16,-1 1-13-16,-3 3-14 0,-1 1-5 0,-2-2-1 16,-1 0-1-16,2-2-2 0,-3-3-13 0,4 1-5 15,0-3-125-15,2-1-141 0,2-1-28 0,3-2-71 0,0 0-423 16</inkml:trace>
  <inkml:trace contextRef="#ctx0" brushRef="#br1" timeOffset="-169452.07">10108 5135 2111 0,'0'0'91'0,"0"0"27"0,0 0 39 0,0 0 3 15,0 0 7-15,-1 0-66 0,-17-4-9 0,18 4-14 16,0 0-39-16,-26 4-19 0,18 1-2 0,-1-1-5 16,1 1-6-16,-1 0-2 0,-1 1 6 0,1 1-2 0,0-1 19 15,-1 1-9-15,0-1 4 0,1 1-5 0,3 1 7 16,-2-1-4-16,4 0-3 0,-1 0 0 0,1 0-16 0,0 0-4 16,2-1 6-16,2-6-4 15,0 1 14-15,0-1-22 0,4 19 4 0,-4-19-10 16,0 1 11-16,1-1 0 0,16 15-3 0,-17-15 2 15,1 0-7-15,18 8 4 0,-18-8 0 0,16 4 3 16,-10-2-1-16,1 0-1 0,-1 0 4 0,1-1-3 16,-1-1 7-16,0 1-96 0,1 0-10 0,-2-1-44 15,1 0-146-15,-7 0-213 0</inkml:trace>
  <inkml:trace contextRef="#ctx0" brushRef="#br1" timeOffset="-169157.12">9506 5130 2540 0,'0'0'12'0,"0"0"75"0,0 0-23 0,0 0 41 15,0 0-22-15,0 0-20 0,-1 0-4 0,1 0-9 16,0 0-37-16,-2 1 1 0,-6 15 1 0,8-16 0 16,0 0-6-16,-1 23 1 0,1-13-5 0,0 0 4 15,-1 1-7-15,1 2 6 0,-1 0-2 0,-1-1 3 16,2 1-2-16,-2-1 3 0,1 0-1 0,0-2 1 0,0-1-4 16,0 1-73-16,0-2-26 0,1-1-30 0,1 1-186 15,0-1-215-15</inkml:trace>
  <inkml:trace contextRef="#ctx0" brushRef="#br1" timeOffset="-168611.23">9710 5096 1854 0,'0'0'73'0,"0"-1"113"0,4-17-20 0,-4 18 46 15,0 0-59-15,0 0-27 0,2-20-1 0,-2 20-11 16,0 0-20-16,0-1-19 0,-4-19 2 0,4 20-11 16,0 0-25-16,-8-19 2 0,8 19-5 0,-1-1 4 15,-8-15 0-15,9 16-12 0,-1 0 3 0,1 0-6 0,-1-1-3 16,-16-8-15-16,17 9-2 0,0 0-4 16,0 0-4-16,-23 5 0 0,23-5-1 0,-14 6 1 0,6-2-1 15,-1 0-2-15,1 1 1 0,0 0-3 0,2-1 4 16,0 1-3-16,1 1-3 0,2-2 0 0,0 2-7 15,1-1 2-15,0 1 2 0,-1 0-2 0,3 1-2 16,-1 0-2-16,1-1-1 0,1 1 1 16,-1 0-1-16,1 0-3 0,0-2 3 0,3 2-3 15,0 0 2-15,3-1 2 0,-1 1-1 0,3-1 3 16,-2-1 3-16,2 1 2 0,1 0-2 0,0-1 2 16,2 2-2-16,-2-3 12 0,0 2-3 0,-1-1 5 15,-1 0 3-15,0 0 2 0,-1 1 9 0,-2 0-4 16,-1 0 16-16,-2 0 3 0,0 0 0 0,-2 1 3 15,-1 0 3-15,-1 0-14 0,-1 0 5 0,-3-1-8 16,0 1 1-16,-1 0-3 0,-1-1-3 0,1 0 1 16,-1-1-5-16,-1 0 3 0,1-1-7 0,0-1 3 15,-1-2-15-15,1-1-3 0,1 0 1 0,1-1-4 16,1-1-13-16,5 2-6 0,-1 0 4 0,0-1-2 16,-7-16 14-16,8 17-7 0,4-16 0 0,1 6-1 0,1-2 15 15,2 0-5-15,1-1 8 0,2-2-7 0,1 1 5 16,0 1 3-16,1-2 0 0,0 2 1 0,1 1 1 15,-1 0 3-15,-1 3-5 16,1 0 4-16,-2 1-6 0,-1-2-158 0,1 0 10 0,-1 0-80 16,0-1-157-16</inkml:trace>
  <inkml:trace contextRef="#ctx0" brushRef="#br1" timeOffset="-167928.36">10938 5124 20 0,'0'0'773'16,"0"0"-333"-16,0 0 420 0,0 0-662 0,1 0-32 16,-1 0 29-16,1 0-87 0,0 0-9 0,-1 0-10 15,0 0-24-15,0 0-11 0,0 0 0 0,0 0-7 16,0 0-22-16,0 0-4 0,-20 6-4 0,20-6 1 0,-1 0-5 15,-19 12-3-15,20-12 2 16,-14 9-2-16,6-6 3 0,-1 2 0 0,2 0 0 16,0 0 1-16,0 0 3 0,0 0-3 0,0-1-2 15,1 1 0-15,0 0-3 0,0-1-9 0,-1 1 6 0,1-1-6 16,1 0 1-16,1 1-1 0,1-1-1 0,0 2 1 16,1-1-1-16,2-5 1 0,0 0-1 15,0 1 1-15,1 17 0 0,-1-18-1 0,0 0-1 16,1 1 1-16,20 15 1 0,-12-12 1 0,-1 0-1 15,2 0-1-15,0 0 1 0,-1 1 1 0,1-1 1 0,0 1 0 16,-2 0 1-16,0 0-3 0,-1-1 0 16,2 1-1-16,-2 1 2 0,2-3 4 0,-1 1-1 0,-1 0 2 15,1 0-3-15,-2-1-52 0,0-1-13 0,-6-2-25 16,0 0-120-16,17 1-79 0,-17-1-38 0,0 0-47 16,20-9-445-16</inkml:trace>
  <inkml:trace contextRef="#ctx0" brushRef="#br1" timeOffset="-167191.39">11091 5061 2418 0,'0'0'6'0,"0"0"88"0,0 0-21 15,0 0 42-15,0 0-40 0,0 0-9 0,0 1-7 0,1-1 0 16,16 16-22-16,-17-16-5 0,1 0-5 0,15 7 1 15,-16-7-6-15,15 5 17 0,-7-4 2 0,1 2 5 16,0-1-6-16,0 0-7 0,0 2-6 0,-2-1 1 16,1 0-6-16,-1 1-8 0,-2-2 4 0,-5-2-4 15,1 0 3-15,-1 0 12 0,1 1 2 0,0-1 4 16,12 17 15-16,-13-17 2 0,0 0-7 0,0 1 3 16,-11 19-18-16,5-14-22 0,-2 1 6 0,0 0-14 15,-1 1 0-15,0 0 2 0,-1 1-1 0,3-1 1 16,-2 0-6-16,3-1 1 0,1 1-5 0,1 0 3 15,1-1-17-15,0 1 9 0,2-2-7 0,-1 0 7 16,3 1-5-16,-1-1-5 16,1 1 5-16,-1-7-4 0,0 0 4 0,0 1 6 0,8 18-4 15,-8-19 5-15,0 0-9 0,0 0 8 0,1 1 1 16,21 11 3-16,-22-12 4 0,0 0 6 0,24 2-4 16,-15-2 3-16,1-2-7 0,-1-1-2 0,3 1 5 0,-1-1-3 15,-1-1 9-15,2 0-9 0,0-1-22 0,-2 1-1 16,2-2-91-16,-2 1-6 0,0-1-2 0,-1 0 2 15,0 1 21-15,1-2 21 0,0 2 7 0,1-2 1 16,1 1-3-16,-1-1 33 0,0 0-3 0,-1 0 17 16,0 0 21-16,-2 1 13 0,-1 0-2 0,-2 1 7 15,-5 5 6-15,0 0 35 0,0-1 7 0,1 1 12 16,-1 0 40-16,0-1-23 0,0 1 3 0,0 0-12 16,0 0-22-16,0 0-13 0,0 0-5 0,0 0 0 0,-9 19-2 15,9-19 26 1,-9 16 1-16,5-8 7 0,0 0-9 0,2 1-26 0,-1-2-8 15,3-1-6-15,0-6-28 0,0 1-5 0,0-1-1 16,1 1 0-16,16 12 12 0,-17-13 6 0,17-3 4 0,-8 0 0 16,2-1 10-16,1-2 16 0,-1 0-2 0,1 0 7 15,0 0 1-15,1-1 6 0,-3-1 2 16,2 0 1-16,-2 0-13 0,0 1-12 0,0-1 1 16,-2-1-3-16,0 0-1 0,-3 1 11 0,-1-1-10 15,-3 1 11-15,-1-1 1 0,-2 3 9 0,-2-1 3 16,-2 4-1-16,0 0-6 0,-2 0-28 0,1 2 4 15,-1 0-13-15,-2 2 0 0,0 1 0 0,-1-1-3 0,1 2 0 16,-1 0-21-16,1-2-9 0,0 3-5 0,2-2-4 16,1 2-36-16,0 1-41 0,2-3-8 0,-1 3-16 15,6-5-66-15,0 0-89 0,-1 0-15 0,1 1-44 16,-9 18-241-16</inkml:trace>
  <inkml:trace contextRef="#ctx0" brushRef="#br1" timeOffset="-166742.31">11764 5200 2722 0,'0'0'8'0,"0"1"20"0,0-1-12 15,0 1 18-15,6 16 11 0,-6-17-34 0,0 0-12 16,0 0-19-16,0 1-112 0,0-1-45 0,0 1 4 0,0-1-16 15,0 1 21-15,0-1-155 0,0 1-202 0</inkml:trace>
  <inkml:trace contextRef="#ctx0" brushRef="#br1" timeOffset="-166641.39">11735 5321 1455 0,'-5'6'68'0,"-1"2"125"0,1 0-187 15,-1 3 1-15,-1-1-3 16,-1-1-21-16,-1 1-248 0</inkml:trace>
  <inkml:trace contextRef="#ctx0" brushRef="#br1" timeOffset="-165809.87">8714 5774 1440 0,'0'0'172'15,"0"0"74"-15,0 0 19 0,0 0-164 16,0 0-14-16,0 0-22 0,0 0-1 0,0 0 1 16,0 1 4-16,-1-1-17 0,-7 20 1 0,8-7-5 15,2 1 12-15,-1 3-7 0,0 2 4 0,0 3-5 16,-1 2 13-16,1 1-4 0,0 1-4 0,-1 2-3 15,1 0-23-15,-2 2-10 0,-1 2-1 0,1-1-4 16,-2 0 0-16,1-4 0 0,-1-2 2 0,0-2-2 16,2-2-5-16,-1-3-9 0,2-2-14 0,-1-3-2 0,0-2-79 15,0-4-66-15,1-7-12 0,0 0-21 0,0 1-71 16,0-1-115-16,0 0-32 0</inkml:trace>
  <inkml:trace contextRef="#ctx0" brushRef="#br1" timeOffset="-163679.16">8772 5720 719 0,'0'0'381'0,"0"-1"-153"0,-1 1 206 0,0-1-275 15,-14-15-20-15,15 16 13 0,0 0-27 0,0 0-8 16,0 0 0-16,0 0-58 0,0 0-32 16,0 0 0-16,-1 0-10 0,-15 22 6 15,14-11 1-15,1 2 4 0,0 2-1 0,0 1 10 16,-2 2 6-16,1 2-1 0,0 4 3 0,-1 2-9 0,0 3-12 15,-2 2-4-15,0-1-3 0,1 3-6 0,0-1 0 16,2 3 1-16,-1 0 0 0,-1-1 5 0,1-3-5 16,1-3 0-16,-1-2-2 0,2-1 1 0,0-3-19 15,-2-2-6-15,1-2-11 0,0-3-51 0,1-3-46 16,-1-1-2-16,0-3-21 0,2-8-45 0,0 1-93 16,0-1-56-16</inkml:trace>
  <inkml:trace contextRef="#ctx0" brushRef="#br1" timeOffset="-163443.23">8506 5974 2024 0,'0'0'290'16,"0"0"-198"-16,0 0-55 0,-1 0-14 0,1 0-5 0,0 0 49 15,0 0 5-15,1 0 14 0,19 15-1 0,-11-13-29 16,3-1 0-16,2 1-7 0,1-1 2 0,0 0-15 15,1 1-2-15,0-1-4 0,-1-1-2 0,-1 0-11 16,0 2 1-16,-2-2-5 0,0 2-4 0,-1 0 2 16,1 0 1-16,-2-2 1 0,2 0-1 0,0 1-4 15,0-1 1-15,-1 0-6 0,-2 0-44 0,-1 0-117 16,0 0-15-16,0 0-42 0,-1-1-120 0,-1-1-359 16</inkml:trace>
  <inkml:trace contextRef="#ctx0" brushRef="#br1" timeOffset="-163156.47">8924 5988 2221 0,'0'0'89'0,"0"0"-5"0,0 1-3 15,1-1 3-15,10 20 13 0,-11-20 28 16,1 0-23-16,12 18 17 0,-8-11-83 0,2 1-16 15,1 0 0-15,1 0-3 0,-1 1 11 0,2 1-8 16,-2-1 6-16,1 2-8 0,-1 0-8 0,0 0 5 0,0 0-6 16,0-1 6-16,0 1-1 0,-2-2-2 15,0 0 1-15,-1-2-1 0,-1 1-3 0,0-1 7 16,-4-7-1-16,0 0 4 0,1 1-2 0,-1-1-49 16,1 1-7-16,-1-1-24 0,1 1-79 0,-1-1-77 15,0 0-14-15,0 1-32 0,0-1-156 0</inkml:trace>
  <inkml:trace contextRef="#ctx0" brushRef="#br1" timeOffset="-162960.67">9072 5944 1828 0,'0'0'511'0,"0"0"-350"15,0 0-73-15,0 0-33 0,0 1 57 0,0-1 32 0,4 17-16 16,-4-17 16-16,0 1-57 0,-7 20-36 15,2-13 8-15,-2 3-17 0,-1 2 1 0,-3 1-25 0,0 2 0 16,-2-1-7-16,1 1-2 16,-2-2-44-16,0 0-32 0,1-3-16 0,2 0-208 0,1-2-178 15,2-1-210-15</inkml:trace>
  <inkml:trace contextRef="#ctx0" brushRef="#br1" timeOffset="-162410.4">9343 5782 2336 0,'0'0'73'0,"0"0"-29"0,-1 0 13 16,0 0 8-16,-16-1 2 0,17 1 33 0,0 0-13 15,-1 1 11-15,-15 15-62 0,5-14-16 0,6 8 1 16,1 2-4-16,0 2 13 0,-1 2-13 0,0 2 4 0,1 1-8 16,1 2-5-16,0 0-1 0,1-1 1 0,2-1 0 15,0 3-3-15,-2-3 5 0,4 2-8 0,0-1 7 16,-1-2-1-16,1-1-14 0,0 0-6 0,1-2-8 16,-1-2-65-16,2-3-55 0,0-1-11 0,-1-2-18 15,1-2-81-15,-4-5-190 16</inkml:trace>
  <inkml:trace contextRef="#ctx0" brushRef="#br1" timeOffset="-162025.8">9376 5790 2298 0,'0'0'69'0,"0"0"-35"16,0 0 1-16,0 0 12 0,0 0 11 0,0 0-1 15,0 0 20-15,0 0-44 0,1 1-4 0,15 9-12 16,-16-10-3-16,1 0 1 0,18 8 6 0,-18-8-5 16,13 7 1-16,-5-3 14 0,-1 0-2 0,0 1 7 15,1-1-8-15,-1 2 3 0,0 0-6 0,-1 2 6 16,1 0-7-16,-3 1-4 0,0 1 2 0,-1 1-4 16,0 0-2-16,-1 2-3 0,-1 1-1 0,0 1-1 15,-1 1-4-15,0-3-2 0,-1 1 4 0,1 1-4 16,0-1 3-16,-1 2-1 0,3-2-4 0,-1-1 3 15,-1 0-4-15,2-3 8 0,-1-1-7 0,1-1 6 16,0 0-12-16,0-4 5 0,-3-4 2 16,0 1 1-16,1-1 4 0,-1 1-7 0,19 11 5 0,-19-12-6 15,1 0-1-15,-1 0 0 0,19-2-5 0,-19 2 3 16,1 0-4-16,-1 0-43 0,1 0-6 0,18-14-17 16,-19 14-61-16,1 0-38 15,0-1 6-15,16-16-19 0,-17 17-22 0,0-1-143 0,13-18-127 16</inkml:trace>
  <inkml:trace contextRef="#ctx0" brushRef="#br1" timeOffset="-161792.39">9588 5827 2199 0,'0'0'74'0,"0"0"-5"16,0 0 32-16,0 0 21 0,0 1 11 0,0-1-2 15,0 1 3-15,-7 20-68 0,3-14 11 0,0 2-32 16,0 2-4-16,-2 1-5 0,0 2-4 0,-1 0-1 16,-2 2-18-16,0 1-2 0,-1-2-6 0,0-1 3 15,-1 2-2-15,1-2-2 0,0 1 3 0,1-1-4 16,0-3 0-16,2-1-84 0,0-2-18 0,2-1-34 16,0-1-138-16,5-6-148 0,0 1-114 0</inkml:trace>
  <inkml:trace contextRef="#ctx0" brushRef="#br1" timeOffset="-161541.73">9727 5745 2302 0,'0'0'57'0,"0"1"-40"15,10 15 1-15,-5-10 71 0,-1 2 17 0,-1 0 19 16,0 1 47-16,-1 1-69 0,-1 0-2 0,1 2-23 15,0 0-10-15,1 1-10 0,0 0 0 0,-1 1-7 16,0 0-18-16,-1 1-2 0,1 1-4 0,-1 1 0 16,0-2-20-16,-1 1 9 15,0-1-7-15,-2 0 7 0,0 1-2 0,-1 0-5 16,-2 0 5-16,0-1-10 0,0 0-42 0,0-3-99 0,-2 1-15 16,0-2-33-16,1-1-108 0,-3-1-133 0,0-1-132 15</inkml:trace>
  <inkml:trace contextRef="#ctx0" brushRef="#br1" timeOffset="-160475.71">9948 5874 1800 0,'0'0'382'0,"0"0"-274"16,0 0-50-16,0 0-34 0,1 0 36 0,16 2 25 16,-17-2 0-16,17 2 8 0,-8-2-14 0,1 1-44 0,-1-1 0 15,1 0-15-15,-1 0-2 0,2 0-6 0,-1-1 0 16,1 1-2-16,0 0-1 0,-1 0-1 0,0 0 3 15,-2 0-2-15,1 0 0 0,-3 0-2 0,1 0-14 16,-7 0-4-16,0 0-111 0,1 0-130 0,-1 0-30 16,0 0-59-16,1 0-372 0</inkml:trace>
  <inkml:trace contextRef="#ctx0" brushRef="#br1" timeOffset="-160242.95">9936 6030 1870 0,'0'0'299'0,"0"1"-171"16,0-1-6-16,0 1-37 0,0-1 58 0,11 17 16 0,-11-17-9 15,1 0 8-15,0 0-54 0,21 7-46 0,-22-7-2 0,0 0-13 16,22 1-2-16,-22-1-19 0,1 0 1 0,20-4-8 16,-21 4-8-16,1 0-2 0,21-3 0 0,-14 2 0 15,0-1-1-15,0 1 3 0,-2-1-5 0,2 1 2 16,-2-1-18-16,0 1-89 15,-6 1 3-15,1 0-41 0,15-3-63 0,-16 3-121 0,1 0-60 16</inkml:trace>
  <inkml:trace contextRef="#ctx0" brushRef="#br1" timeOffset="-157588.36">4353 4726 1586 0,'-6'-6'56'0,"1"-1"-25"0,5 7 1 15,0 0 6-15,0-1-22 0,0 1-6 0,0 0 8 16,0-1-2-16,0 1 33 0,-12-21-22 0,12 21 9 15,0 0-15-15,0 0-2 0,0 0-4 16,0 0-5-16,0 0 3 0,0 0 7 0,0 0 15 16,0 0 0-16,0 0 5 0,0 0 0 0,0 0-13 15,0 0 0-15,0 0-5 0,0 0-6 0,1 0 12 16,-1 0-7-16,16 5 8 0,-16-5-11 0,2 0 4 16,14 0 2-16,-15 0-1 0,-1 0-14 0,23-1 2 15,-13 2-3-15,0-1 4 0,-1-1-5 0,-1 1-3 16,2-1-2-16,0 0 1 0,0 1-1 0,0-1-1 15,0 1 1-15,0 0-1 0,0 0 0 0,1 0 1 16,1 1-1-16,0-1 1 0,3-1 1 16,0-1 7-16,0 0 2 0,2 1 1 0,-1-1-1 15,0 1 3-15,0 0-4 0,-1 0 4 0,0-1-3 0,-2 2 5 16,-1 0-3-16,0-1 1 0,-2 1-11 0,0 1 0 16,-1-1 3-16,1 1-2 0,0 1 2 0,-1-1-4 15,-2 0-2-15,3 1 0 0,-3-1 2 0,1-1-3 0,0 0 3 16,-1 1-3-16,0-1 0 15,1 1 7-15,-1 0-4 0,-1 0 6 0,0 0-12 0,0-1 0 16,0 0 3-16,0 1 0 0,0-1 2 0,0 2-196 16,-1-1-1-16,1 1-89 0,0 1-212 0</inkml:trace>
  <inkml:trace contextRef="#ctx0" brushRef="#br1" timeOffset="-156936.25">4270 6018 1923 0,'-6'-3'128'0,"0"2"-47"15,6 1 60-15,-1 0-142 0,1 0-6 0,0 0-14 0,0 0 18 16,0 0-5-16,0 0 8 0,0 0-6 0,0 0 11 16,15-4-1-16,-7 2 7 0,2 1 1 0,0 0-9 15,0-1 6-15,2 1-6 0,0 0 9 0,0-3-7 16,1 2 3-16,0 0-2 0,2 1 5 0,-1 0 3 16,1 1 2-16,0 0 1 0,0 0 4 0,-2-1 8 15,2 0-7-15,-1 0 7 0,-1 0-9 0,0 1 2 16,-1 0-1-16,1-1-1 15,0 1-13-15,0-2 3 0,0 1-4 0,0 1 3 0,0-1-2 16,0 3-7-16,-1-1 5 0,-2 0-6 16,0 0-1-16,-1 0 7 0,-1 1-5 0,0 0 7 0,0 1-8 15,-1 0 1-15,0-2-1 0,-2 1 1 0,-5-2 6 16,0 0-13-16,1 0-22 0,17 8-7 0,-18-8-158 16,0 0-204-16</inkml:trace>
  <inkml:trace contextRef="#ctx0" brushRef="#br1" timeOffset="-150985.72">10405 5791 1889 0,'0'0'132'0,"0"0"-56"15,0 0 77-15,0 0-54 0,0 0-17 0,0 0 10 0,0 0-16 16,0 0-9-16,0 0 6 0,0 0-35 0,0 0-3 16,0 0-5-16,17-3 2 0,-17 3-15 0,1 0 3 15,19 4 3-15,-20-4 0 0,1 0 7 0,19 9 0 0,-20-9 0 16,1 0 1-16,15 13 4 0,-16-13-4 16,1 0-3-16,11 18 0 0,-12-18-1 0,0 1 3 15,3 15-1-15,-3-16 0 0,0 1-20 0,-5 17 3 16,5-18-4-16,0 0 3 0,-15 19-11 0,9-12-7 0,-2-1 1 15,0 0-2-15,0 1 4 0,-2 0 4 0,1-1 0 16,0 0 1-16,0 0-1 0,-1 0 0 0,2-1 2 16,-1-1-1-16,1 0 3 0,2 1-4 0,0-2 0 15,2 1-2-15,4-4 3 16,0 0 1-16,-1 0-2 0,1 1 0 0,0-1-8 0,0 0 1 16,0 1 6-16,3 15-3 0,-3-16 9 0,1 0 4 15,17 3 0-15,-10-1 2 0,2-2 2 0,-1 0-3 16,2 1-2-16,-2-2-1 0,1 2-4 0,0 0 8 15,-1-2-13-15,2 1 3 0,-1-1-73 0,0 0-53 16,2 0-7-16,-1-1-23 0,0 1-83 0,-1-1-148 16,0-1-72-16</inkml:trace>
  <inkml:trace contextRef="#ctx0" brushRef="#br1" timeOffset="-150678.92">10741 5711 1933 0,'0'0'130'0,"0"0"-45"15,0 0 2-15,0 0-5 0,0 0 47 0,0 0-11 0,0 0-11 16,0 1 0-16,1 16-49 0,-1-17 6 16,-3 17-3-16,0-8 6 0,1 3 5 0,-2 1-24 15,0 3 7-15,-2 0-14 0,-1 2-7 0,-1 1-7 16,0 1-7-16,0 2 2 0,-1-1-15 0,0 3 4 15,-1-2-3-15,0 2 3 0,-1 0-7 0,0 0 4 16,-1 1-5-16,-1 1 4 0,1-2 1 0,-1-1-5 16,2-3 2-16,1-2-5 0,0-1-3 0,2-2-45 15,1-2 0-15,1-1-21 0,2-3-64 0,1-1-37 16,2-1-13-16,1-7-8 0,0 0-46 0,0 0-105 16,0 0-112-16</inkml:trace>
  <inkml:trace contextRef="#ctx0" brushRef="#br1" timeOffset="-150413.73">10771 5939 2153 0,'0'0'84'0,"0"0"-8"16,0 0-11-16,0 0 16 0,0 0 53 0,0 0 2 15,0 0-4-15,0 1-1 0,-3 15-45 0,3-16-25 16,0 1-3-16,-3 16-7 0,3-17-17 0,0 0-16 15,-6 23 2-15,4-14-7 0,0 2 0 0,-2 0-2 16,2 1 2-16,-1-2-2 0,-2 1 2 0,2-2-5 16,-1 1-2-16,0 0 1 0,0-1 4 0,2-1-4 15,-1-1 2-15,0-1-2 0,1 0 2 0,2-6-14 16,0 0-7-16,0 1-6 0,0-1-43 0,-6 17-17 16,6-17-4-16,0 0-9 0,0 0-57 0,0 0-55 15,0 1-16-15,0-1-19 0,1 0-113 0</inkml:trace>
  <inkml:trace contextRef="#ctx0" brushRef="#br1" timeOffset="-150014.81">10871 5953 2131 0,'0'0'6'0,"0"0"112"15,0 0-19-15,0 0 52 0,0 0-13 0,0 0-21 16,7 18 0-16,-7-18-12 0,0 0-42 0,0 1-14 16,-3 15-4-16,3-16-1 0,0 1-17 0,-3 15-3 0,3-16-6 15,0 0 3-15,-4 18-10 0,4-18-3 0,0 0 7 16,-4 18-6-16,4-18 0 16,0 0 2-16,-5 17-8 0,5-17 6 0,0 1-4 15,0-1 6-15,2 19-3 0,-2-19 3 0,0 0 0 0,0 0-3 16,0 1 6-16,10 15-6 0,-10-16 3 0,0 0-1 15,0 0-4-15,1 1 2 0,0-1-7 0,17 14 5 16,-18-14-1-16,0 0 3 0,0 1 6 0,1-1-16 16,16 12 7-16,-17-12-9 0,0 0 4 0,0 1 5 15,0-1-3-15,1 1 4 0,12 16-4 0,-13-17 2 16,0 0-1-16,0 1 1 0,0-1-2 0,-2 17 0 16,2-17 1-16,-1 0-1 0,0 1-6 0,1-1-39 15,-20 12-12-15,20-12-15 0,-1 0-96 0,1 0-102 16,-20 3-18-16,20-3-39 0,0 0-162 0</inkml:trace>
  <inkml:trace contextRef="#ctx0" brushRef="#br1" timeOffset="-149845.6">10859 5974 1711 0,'0'0'89'0,"0"0"54"0,0 0 23 0,1 0-43 15,0 0 19-15,14 0-34 0,-15 0-26 0,1 0-43 16,0 0-3-16,15 2-13 0,-16-2-13 0,1 0 3 15,0 0 2-15,17-3-1 0,-18 3-11 0,0 0-71 0,24-6-6 16,-14 3-28-16,0 1-58 0,3-1-67 0,-4 0-15 16,1 3-34-16,0-3-190 0</inkml:trace>
  <inkml:trace contextRef="#ctx0" brushRef="#br1" timeOffset="-149616.91">11046 5936 1669 0,'0'0'296'0,"0"0"-147"0,0 0-19 16,0 0-26-16,0 0 7 0,0 0-32 15,0 0-7-15,1 0-9 0,0 0-28 0,20 6-9 16,-21-6 9-16,16 1-5 0,-8-1 34 0,0 0-38 16,0 1 2-16,-2-1-14 0,3 0-8 0,0 1-3 15,1-1 3-15,0 1-2 0,-1-1 9 0,-1 0-9 16,-1 1 0-16,1-1-2 0,0 0 5 0,-2 1-48 15,1-1-11-15,-7 0-23 0,1 0-102 0,-1 0-51 16,0 0-24-16,1 0-21 0,15-5-208 0</inkml:trace>
  <inkml:trace contextRef="#ctx0" brushRef="#br1" timeOffset="-149437.95">11176 5833 2123 0,'0'0'2'16,"0"0"60"-16,-2 18-16 0,2-18 36 0,-4 17 14 0,2-7 9 16,-1 3-3-16,-1 0 3 0,-1 2-11 0,0 0-23 15,-1 1-6-15,-1-1-10 0,2 0-43 0,0-2-4 16,1 1-23-16,1-2-6 0,-1 0-203 0,3-2-293 16</inkml:trace>
  <inkml:trace contextRef="#ctx0" brushRef="#br1" timeOffset="-149130.33">11497 5765 2051 0,'0'0'66'0,"0"0"53"0,0 1-86 0,0-1 65 16,0 18-11-16,0-9 20 0,-2 1-64 0,-1 1-26 15,1 2 0-15,-2 0-8 0,-1 1-8 0,1-1-2 16,1 0-18-16,-1 1-1 0,1-3-117 0,1 0-85 15,-1-2-25-15,3-1-36 0,0-1-247 0</inkml:trace>
  <inkml:trace contextRef="#ctx0" brushRef="#br1" timeOffset="-148832.27">11671 5663 2113 0,'0'0'58'0,"0"0"-4"0,0 0-19 16,0 0 83-16,0 0-4 0,0 0 26 0,0 0-21 0,0 0-26 15,0 0-7-15,1 17-7 0,-1-17-28 0,-4 17-18 16,1-7 5-16,1 3-10 0,-2-1-12 0,1 1 1 16,-2 3-5-16,0 0 6 0,0 2 9 0,0 3-8 15,-2 0 0-15,1 3-4 0,-4 0-4 16,1 1-2-16,-1 0 0 0,-1 0-2 0,4 1 3 0,-3 0-7 15,3 1 5-15,-2 0-6 0,0 0 3 0,2-1-3 16,0-2 2-16,0-3-4 0,2-1-30 0,-1-4-81 16,1-1-11-16,2-1-29 0,1-1-82 0,0-1-52 15,1-2-21-15,1-4-35 0,0-6-300 0</inkml:trace>
  <inkml:trace contextRef="#ctx0" brushRef="#br1" timeOffset="-148560.46">11710 5922 1062 0,'0'0'163'0,"0"0"102"16,0 1 127-16,0-1-298 0,0 1 98 0,3 16-20 15,-3-17 2-15,0 1-20 0,0 20-67 0,0-12-45 16,-2 1-2-16,-1 1-14 0,0 1-11 0,-1 0-6 16,0 1 3-16,0 0-5 0,-1-1-1 0,1-1-13 15,-1-1-26-15,2-1 0 0,0-1-112 0,1-2-76 16,2-6-12-16,0 0-37 0,0 1-188 0</inkml:trace>
  <inkml:trace contextRef="#ctx0" brushRef="#br1" timeOffset="-148244.45">11779 5938 1778 0,'0'0'57'0,"0"0"15"16,0 0-9-16,0 1 22 0,0-1 39 0,0 1 15 16,0-1-8-16,5 19 10 0,-5-19-18 0,0 0-23 15,0 1-8-15,1 19-7 0,-1-20-52 0,0 0-18 16,0 1-2-16,4 17-4 0,-4-18 1 0,0 1-10 15,6 15 1-15,-6-16-4 0,0 0 3 0,0 1 2 16,10 20 0-16,-10-21 2 0,0 0 3 0,13 19-2 16,-13-19 3-16,0 0-3 0,15 17 4 0,-15-17-2 15,0 0 0-15,12 16-1 0,-12-16-5 0,0 1 9 16,10 15 11-16,-10-16-1 0,0 0 30 0,0 1-21 16,5 18 0-16,-5-19-6 0,0 1-5 15,0-1-3-15,0 0 0 0,-1 1-1 0,-13 16-11 16,14-17-19-16,0 0-7 0,-17 4-8 0,17-4-51 15,0 0-89-15,-18 1-12 0,18-1-33 0,0 0-98 0,-17-7-452 16</inkml:trace>
  <inkml:trace contextRef="#ctx0" brushRef="#br1" timeOffset="-148085.7">11789 5927 1108 0,'0'0'170'0,"0"0"82"16,0 0 128-16,1 0-332 0,15 3 82 0,-16-3-15 15,0 0 10-15,20 0-22 0,-20 0-46 16,1 0-20-16,21 1-8 0,-21-1-1 0,-1 0-10 0,20-3-24 16,-20 3-15-16,0 0-13 0,19-4-111 0,-19 4-99 15,1 0-54-15</inkml:trace>
  <inkml:trace contextRef="#ctx0" brushRef="#br1" timeOffset="-147879.11">12027 5844 1922 0,'0'0'135'0,"0"0"-52"15,0 0-2-15,0 0-3 0,18 3 52 0,-18-3-64 16,1 0 4-16,-1 0-25 0,21 2-12 0,-21-2-11 16,0 0-2-16,16 1-2 0,-16-1-2 0,1 0-4 15,15-1 2-15,-16 1-2 0,0 0-5 0,1 0-24 16,18-2-19-16,-19 2-8 0,1 0-100 0,-1 0-130 15,1 0-40-15</inkml:trace>
  <inkml:trace contextRef="#ctx0" brushRef="#br1" timeOffset="-147695.56">12005 5946 1633 0,'0'0'269'16,"0"0"-140"-16,0 0 71 0,0 1-118 0,8 17 82 0,-8-18-81 15,1 0 2-15,18 9-30 0,-19-9-14 0,1 0-17 16,22 4 3-16,-23-4-8 0,0 0-7 16,23 1-74-16,-23-1 4 0,1 0-32 0,22-3-35 15,-23 3-82-15,16-3-22 0,-7 1-37 0,-1 0-237 16</inkml:trace>
  <inkml:trace contextRef="#ctx0" brushRef="#br1" timeOffset="-146927.83">12363 5550 2000 0,'0'0'45'0,"0"0"31"0,0 0 3 0,0 0 14 0,0 0 17 0,0 0-32 15,1 0-1-15,-1 1-8 0,20 9 10 0,-20-10-24 16,0 0 8-16,17 9-16 0,-17-9-7 0,0 0-10 16,18 10 0-16,-18-10-2 0,0 0-5 0,1 0 2 15,15 12 2-15,-16-12 2 0,0 0 16 16,0 0-14-16,0 1-1 0,0-1-7 0,2 16-13 0,-2-16-9 15,0 0-2-15,-1 1-3 0,0-1-13 0,-17 13-7 16,18-13 4-16,0 0-4 0,-22 11 1 0,13-7 1 16,0 1 3-16,0-1-1 15,-1 1 15-15,1 0-2 0,0 1 0 0,0-2-1 0,1 1 3 0,0-1 2 16,3 1-1-16,0-1 1 0,1 1-5 0,4-5 2 16,0 0 0-16,0 1 2 0,-6 15 2 0,6-16 1 15,0 0 1-15,0 1 2 0,0-1 7 0,11 18 4 0,-11-18 1 16,1 1 0-16,15 9-1 0,-16-10 5 15,1 0-4-15,18 12 2 0,-12-7-16 0,0 0 8 16,-1 0-6-16,0-1 6 0,-6-4-9 16,1 0-6-16,-1 1 4 0,12 19-5 0,-12-20 1 0,0 1-1 15,0 16 1-15,0-17-1 0,0 1 1 0,-11 17-19 16,11-18-31-16,0 0-3 0,-13 17-153 0,13-17-135 16,-1 1-60-16</inkml:trace>
  <inkml:trace contextRef="#ctx0" brushRef="#br1" timeOffset="-146566.17">12559 5600 1590 0,'0'0'94'0,"0"0"250"0,0 0-286 0,1 0 81 16,0 0-6-16,-1 0 23 0,0 0-49 16,0 1-7-16,7 19-11 0,-7-20 1 0,-4 17-38 15,1-7 2-15,0 2-2 0,-1 1 1 0,0 2-7 16,0 0-4-16,-1 1-4 0,0-1 1 0,0 1-8 16,-3-1-5-16,0 2 4 0,-1 3-5 0,-1 1-4 0,-2 1-8 15,0 1-1-15,-2 0-2 0,2 1-1 0,2-1-2 16,-3-1 1-16,2 0-2 0,-2-2-1 0,1 0 2 15,1 2 0-15,-1-1 0 0,1 0-6 0,2-3 5 16,1-1-5-16,-2-2 4 0,3 0-5 0,0-2-11 16,0 0-2-16,2-2-5 0,0-2-26 0,1-1-31 15,2-2-8-15,2-6-15 16,0 1-82-16,0-1-57 0,-4 16-12 0,4-16-21 16,0 0-119-16</inkml:trace>
  <inkml:trace contextRef="#ctx0" brushRef="#br1" timeOffset="-146253.35">12566 5916 2236 0,'0'0'69'0,"0"0"11"16,0 0-10-16,0 0 57 0,0 0-2 0,0 1 12 0,6 19-48 15,-6-20-26-15,0 0-8 0,-4 21-8 16,1-11-38-16,-1 0-2 0,1 1 3 0,-3 1-2 0,2 1 2 16,-3 1 2-16,0 1-2 0,0 0 3 0,0 1 0 0,0 0 0 15,-2 0 0-15,1-1 0 0,-2 0-7 0,2-2 0 16,1 0-2-16,0-2-1 0,1-2-32 0,1-1-115 15,3-2-12-15,2-6-44 0,0 1-101 0,0-1-90 16,0 1-99-16</inkml:trace>
  <inkml:trace contextRef="#ctx0" brushRef="#br1" timeOffset="-145817.41">12635 5951 1595 0,'0'0'262'0,"0"0"-174"16,0 0 51-16,0 0-135 0,0 1 70 0,0-1 42 15,0 1 8-15,8 16 3 0,-8-17-13 0,0 0-32 16,0 0 1-16,0 1-13 16,-5 19-19-16,5-20-29 0,0 0 2 0,-4 19-11 15,4-19 0-15,0 1-6 0,0-1 3 0,0 19-3 16,0-19 4-16,0 1 5 0,1 15-2 0,-1-16 5 0,0 0 3 0,0 1-9 15,5 17 4-15,-5-18-5 0,0 0 3 0,0 1 0 16,11 16-6-16,-11-17 3 16,0 1-7-16,0-1 0 0,0 1-1 0,9 18-1 0,-9-19-3 15,0 0 2-15,0 1 4 0,7 15-2 0,-7-16 3 16,0 0-6-16,0 1 0 0,4 15 0 0,-4-16 0 16,0 1 10-16,0-1-6 0,7 16 5 0,-7-16-11 0,0 0 7 15,0 1-4-15,0-1 6 0,4 18-7 0,-4-18 4 16,0 0-3-16,0 1 2 0,-1-1-5 0,-8 19 4 15,9-19 0-15,0 1 2 0,-1-1 0 0,-13 18-5 16,14-18 4-16,-1 0-4 0,1 1 3 0,-20 13 0 16,20-14-3-16,-1 1 0 0,-14 9-20 0,15-10-44 15,-1 0-7-15,-16-1-18 0,17 1-67 0,0 0-45 16,0 0-15-16,-21-11-30 0,15 3-238 0</inkml:trace>
  <inkml:trace contextRef="#ctx0" brushRef="#br1" timeOffset="-145612.78">12626 6002 1868 0,'0'0'75'0,"1"0"44"0,-1 0 1 0,16-1 20 15,-16 1 6-15,1 0-5 0,16 3-30 0,-17-3-20 16,0 0-6-16,22 1-8 0,-22-1-48 0,18 3-7 16,-10-2-5-16,1 1 0 0,-1-2-8 0,0 1-6 15,0 0 3-15,-2-1-5 0,2 2 2 0,-2-2-1 16,0 3-1-16,2-1 0 0,-2-1 0 0,0 2 3 15,0-2-3-15,-6-1-4 0,0 0-86 0,1 0-89 16,16 4-23-16,-17-4-30 16,0 0-160-16</inkml:trace>
  <inkml:trace contextRef="#ctx0" brushRef="#br1" timeOffset="-142762.54">3285 7052 1081 0,'0'0'235'0,"-1"-1"-61"0,0 1 106 15,1-1-196-15,-1 1-23 0,1-1-38 0,0 1-15 16,0 0 0-16,-2-1-1 0,2 1-7 0,-12-21-2 16,12 21-3-16,0 0 1 15,0 0-2-15,0 0-7 0,0 0 3 0,0 0-2 16,0 0 11-16,0 0 1 0,0 0 6 0,0 0-2 16,0 1 15-16,0-1-2 0,1 0-2 0,16 17 0 0,-17-17-1 15,0 0-3-15,0 0 1 0,1 1-2 0,14 16-9 0,-15-17 1 16,0 0 0-16,0 0 1 15,14 18-1-15,-14-18 0 0,0 0-3 0,11 17 1 16,-11-17 0-16,0 1 0 0,7 19 0 0,-7-20 0 16,0 1-1-16,8 20-1 0,-8-21 4 0,0 1-2 15,8 19 1-15,-8-20 6 0,0 1-5 0,7 15 5 0,-7-16-10 16,0 1 7-16,0-1 4 0,0 1 4 0,10 15 14 16,-10-16-2-16,0 0-4 0,0 0 1 0,0 0-3 15,0 0 5-15,0 0 5 0,1 0-2 0,-1 0 0 0,0 0-2 16,1 0-2-16,0 0 1 0,-1 0-10 0,0 0-6 15,1 0-1-15,16-2 0 0,-17 2 3 0,0 0-7 16,0 0 2-16,1 0-4 0,0-1-6 0,-1 1 9 16,0 0-3-16,18-16 5 0,-18 16-6 0,0 0-3 15,0 0 4-15,1 0-1 0,-1 0 6 16,0-1-8-16,17-11-2 0,-17 12-2 16,0 0 0-16,1 0-1 0,-1 0 0 0,19-10 0 15,-19 10 8-15,0 0-3 0,1 0 3 0,19-8-3 0,-20 8 3 0,0 0 0 16,16-6 0-16,-16 6 1 0,0 0 4 0,1 0-6 15,15-6 3-15,-16 6-3 16,0 0 4-16,1 0-4 0,0 0-1 0,15-3 0 16,-16 3 2-16,0 0-1 0,1 0 0 0,-1 0 0 15,0 0 2-15,19 0-1 0,-19 0 0 0,0 0 0 16,0 0-2-16,1 0 2 0,15 6 1 0,-16-6 0 0,0 0 3 0,1 0-2 16,-1 0-3-16,1 0 0 0,17 5-6 0,-18-5 7 15,0 0-1-15,1 0 2 16,-1 0 4-16,16 6-2 0,-16-6-3 0,0 0 0 15,0 0-1-15,1 0-2 0,0 0 6 0,15 8-4 16,-16-8-2-16,0 0 3 0,1 0-3 0,-1 0 4 16,1 0-1-16,16 7 1 0,-17-7 2 0,0 0 0 15,0 0 1-15,1 0-1 0,0 0-5 0,15 1 2 16,-16-1 0-16,0 0-2 0,0 0 7 0,1 0-6 16,0 0 3-16,16-4 1 0,-17 4-4 0,0 0 2 15,0 0-5-15,1 0 3 0,-1 0 2 0,1 0 0 0,17-3 6 16,-18 3-6-16,0 0 1 0,0 0-2 0,0 0 4 15,0 0 0-15,0 0-3 0,1 0 1 0,-1 0-10 16,0 1 8-16,1-1 0 0,-1 1 2 0,1-1-2 16,-1 1 0-16,1-1-1 0,0 0 1 15,15 16 0-15,-16-16-2 0,0 0 2 0,0 0 0 16,0 1 3-16,0-1-3 0,1 0 0 0,7 19-1 16,-8-19-1-16,0 0 2 0,0 0-2 0,0 1 2 0,1-1 1 15,9 17 1-15,-10-17 0 0,0 0-1 0,0 0-4 16,0 0 2-16,0 1 0 0,1-1 1 0,0 1 2 15,9 15 4-15,-10-16-2 0,0 0 3 0,0 0-7 0,1 0 2 16,0 0-1-16,-1 0 1 16,0 0 1-16,17 5-3 0,-17-5-1 0,0 0-1 15,0 0-4-15,0 0 7 0,1 0-1 0,-1 0 3 16,18-3-6-16,-18 3 6 0,0 0-2 0,1 0 4 16,-1 0-9-16,17-3 3 0,-17 3-3 0,1 0 3 15,-1 0-6-15,17-7 8 0,-17 7-1 0,0 0 3 16,0 0-7-16,21-8 4 0,-21 8 0 0,0 0 1 15,1 0-3-15,17-6 2 0,-18 6-1 0,0 0 3 0,0 0 3 16,1 0-5-16,-1 0 3 0,19-5-3 16,-19 5 3-16,0 0-3 0,0 0-2 0,1 0 0 15,-1 0 2-15,16-3-3 0,-16 3 7 16,1 0-4-16,-1 0 7 0,18-3-7 0,-18 3 1 0,0 0-1 16,1 0 3-16,16-6 6 0,-17 6-4 0,1 0 5 15,-1-1 3-15,18-10-3 0,-18 11 5 0,1 0-5 16,0 0 7-16,15-12-2 0,-16 12 3 0,1-1-3 15,-1 1 0-15,16-13-6 0,-16 13 0 0,1 0-3 0,-1 0 4 16,0-1 2-16,18-14 0 0,-18 15 0 0,0-1 1 16,0 1-5-16,0-1 2 15,13-16-2-15,-13 17 4 0,0 0-2 0,0-1-1 16,2 1-2-16,6-18-5 0,-8 18 3 0,0-1-1 0,0 1 2 16,8-18-6-16,-8 18-4 0,0 0-1 0,0 0-2 15,1-1-11-15,-1 1-23 0,16-18-14 0,-16 18-4 16,0-1-51-16,0 1-218 0,1-1-91 0</inkml:trace>
  <inkml:trace contextRef="#ctx0" brushRef="#br1" timeOffset="-137735.28">4957 7037 8 0,'0'0'103'16,"0"0"-9"-16,0-1 45 0,0 1-23 0,0-1-17 16,0 1-23-16,-7-17-1 0,7 17 10 0,0 0-2 15,0-1 18-15,0 1-17 0,-1-1-3 16,1 1-7-16,0 0-17 0,-11-17-3 0,11 17-3 0,0 0-2 15,0 0-11-15,0-1 12 0,0 1 0 0,0-1 4 16,-1 1-1-16,1-1-7 0,0 1 2 0,0-1-3 16,-1 1-4-16,-7-16-20 0,8 16 5 0,0 0-10 15,0 0-4-15,0 0-10 0,0 0-2 0,0 0-1 16,0 0 1-16,0 0 1 0,0 0-2 0,1 0 1 16,0 0-9-16,-1 0 7 0,17 6 0 0,-17-6 2 15,0 0-4-15,1 1 1 0,-1-1 1 0,17 16 1 16,-17-16-5-16,0 0 2 0,1 1-2 0,13 18 1 15,-14-19-1-15,0 0-2 0,12 18-2 0,-12-18 2 16,0 1 4-16,12 18 4 0,-12-19 3 0,1 1 1 16,-1-1 0-16,15 22 1 0,-15-22-1 0,1 1 2 15,12 16 1-15,-13-17-1 0,1 1 0 0,-1-1 0 0,18 19-1 16,-18-19 5-16,0 0-3 16,1 1 4-16,-1-1-7 0,19 14 11 0,-19-14 0 15,0 0 4-15,0 0 4 0,1 0 4 0,15 4-3 16,-16-4 3-16,1 0 0 0,0 0 2 0,-1-1-1 15,19-14 0-15,-19 15-11 0,0 0-3 0,14-16-4 0,-14 16 2 16,1-1-10-16,0 1 0 0,16-16 3 0,-17 16-2 16,0 0-3-16,0 0 1 0,0-1-7 0,1 1 6 15,16-12-8-15,-17 12 1 0,0 0 2 0,1 0-1 16,-1 0 2-16,1 0 1 0,14-4 0 0,-15 4 0 16,1 0-6-16,-1 0 2 0,17 1 1 0,-17-1-1 15,0 0-4-15,1 0 3 0,17 4-5 0,-18-4 5 16,1 0-8-16,0 0 0 0,20 11-2 0,-21-11 0 15,1 1 1-15,15 15 2 0,-11-10 4 16,0 2-3-16,0 1 5 0,0-1 4 0,0 1-2 0,0 0 3 16,1-1 4-16,-1 0 3 0,0-2 2 0,1 1 1 15,0-2 11-15,1 0 9 0,-1-1-1 0,0-2 2 16,0 0-8-16,1-1 2 0,-2-1 0 0,2 0 1 16,0-1 4-16,1-1-2 0,0 0-6 0,2-2 1 15,0 0-10-15,0-1-3 0,1 0 7 0,2 0-7 16,0 0 5-16,-1-1-5 0,2 1-6 0,-2 0 3 15,0 0-3-15,0 1 0 0,1-1 5 16,-2 0-4-16,1 1 6 0,0-1-5 0,-1 1 0 0,0-1-1 16,0 0 2-16,-1 0 1 0,-1 1-2 0,2 1 1 15,-2-1 4-15,1 1-5 0,0-1-1 0,1 0-1 16,0 0 4-16,-1 0-4 0,0 0 6 0,0 1-6 16,-1 0 3-16,0-1-2 0,0 1 0 0,-1 0 1 15,0 0 2-15,0 1-6 0,1 1 3 0,-1-2-3 16,0 2 6-16,-1-1-2 0,2 0-2 0,-1 1 0 15,-1-1 1-15,0-1-45 0,0 1-25 0,0 1-23 16,2 0-236-16</inkml:trace>
  <inkml:trace contextRef="#ctx0" brushRef="#br1" timeOffset="-133618.25">7058 7704 1770 0,'0'0'115'0,"0"0"23"0,0 0 0 0,0 0-58 16,-1-1-39-16,1 1-7 0,-1 0-4 0,-16-4 11 16,17 4-15-16,0 0-23 0,-1 0 4 0,1 0-8 15,0 1 8-15,-1-1-3 0,-15 18-2 0,16-18 1 16,0 0 4-16,-6 17-1 0,3-9 6 0,2 2-4 16,-1 0 4-16,0 3 10 0,-1-1-6 0,2 3 8 15,-3 0-7-15,3 2-8 0,-2 1 8 0,3 0-8 16,-1 1 6-16,0 1-5 0,-1-1-7 0,-1 3 5 15,1 1-2-15,0 2-4 0,0 2 2 0,0 1-4 16,0-1 0-16,0-1 0 0,0 1 2 0,2-2-1 16,1 1 5-16,1 1-4 0,-1 1 0 15,-1-1-2-15,1-1 3 0,-2-3-2 0,1 0 2 16,0-3-2-16,-1-1 6 0,1-1-3 0,-1 1 4 16,0-1-4-16,0 1 0 0,-2-2 0 0,1-2 1 15,-1-2-1-15,2-1 3 0,-1-2 3 0,0-1-10 16,1-2 1-16,1-7-58 0,0 0-65 0,0 1-11 0,0-1-20 15,0 1-62-15,0-1-55 0,0 1-5 0,-1-1-33 16,1 0-186-16</inkml:trace>
  <inkml:trace contextRef="#ctx0" brushRef="#br1" timeOffset="-133336.83">6813 8021 2402 0,'0'0'167'0,"-1"0"-96"0,1 0-19 0,0-1-18 16,-17-7-33-16,17 8 19 15,0 0-9-15,0 0 11 0,0 0-13 0,0 0-7 16,1 0 7-16,16 8-8 0,-8-5-1 0,3 0 3 0,3 0-3 16,0 1 5-16,3 0 4 0,1 0-4 0,-1-1 3 15,1 0-3-15,1 0 4 0,0 0-7 0,1-1 4 16,1 1-4-16,-2-2 11 0,-3 2-3 0,0-1-1 15,-4-1 0-15,0 1-3 0,-1 0 5 0,-2-1-2 16,-1 0 2-16,-2 0-9 0,0 1 5 0,0-1-2 16,-2 0 2-16,-5-1-7 0,1 0-121 0,16 2-30 15,-8-2-52-15,0-1-289 0</inkml:trace>
  <inkml:trace contextRef="#ctx0" brushRef="#br1" timeOffset="-132385.53">7215 8223 2493 0,'0'0'127'15,"0"0"6"-15,0 0-2 0,0 0-58 0,0 0-47 0,0 0-32 16,0 0-6-16,0 1 9 0,13 14-6 0,-11-13-5 15,6 6-1-15,3 0 0 0,0 1 8 0,0 0 9 16,1 1-4-16,0 0 5 0,0 0-7 0,-1-1 6 16,-2 0-1-16,0 0 2 0,0 0-3 0,-2-1 2 15,0 1 6-15,-1-1-4 0,-1 0 14 0,-1-1-4 16,1 1-4-16,-2-2-1 0,1 2-10 0,-2-2 6 16,0 0 1-16,-2-6 3 15,0 1 2-15,0-1-15 0,5 18-21 0,-5-18-5 16,0 1-128-16,0-1-77 0,0 1-26 0,0-1-26 15,0 0-196-15</inkml:trace>
  <inkml:trace contextRef="#ctx0" brushRef="#br1" timeOffset="-132182.93">7385 8165 2495 0,'0'0'123'0,"0"0"60"0,-1 0-99 16,-16-3-61-16,17 3 0 0,-1 0-15 0,0 0 36 0,-15 11-37 15,16-11 15-15,-11 12-22 0,5-3 7 16,-1 2-5-16,-1 1-1 0,1 2-1 0,-1 0 0 0,0 3 3 16,-1-1-3-16,1 1 3 0,0-1-2 0,1 1-1 15,0-3 1-15,0 0-1 16,1-2-11-16,1-1-59 0,0-2-29 0,3 1-22 16,0 1-205-16</inkml:trace>
  <inkml:trace contextRef="#ctx0" brushRef="#br1" timeOffset="-131801.36">7666 7774 2241 0,'-5'-5'384'0,"5"5"-275"15,-1 0 11-15,0 0-59 16,1 0-77-16,0 0-25 0,-18 7 11 0,18-7-8 16,0 1 52-16,-7 20-21 0,4-10 7 0,-2 1-13 15,2 3-2-15,0 1 7 0,0 3-2 0,0 0 6 16,0 0 4-16,-1 2-2 0,0 2 0 0,0 3 2 15,1 3 20-15,-2 4 2 0,2 0-2 0,-1 1-1 16,-1 1-11-16,1 0-2 0,1 1 2 0,-1 0-2 0,2 0-11 16,0-3 4-16,2-3-1 0,0-5 2 0,2 0-2 0,1-2-5 15,-1-2-31-15,2-2 7 0,0-4-125 0,1-3-53 16,-2-2-17-16,2-3-21 0,0-2-153 0</inkml:trace>
  <inkml:trace contextRef="#ctx0" brushRef="#br1" timeOffset="-131409.58">7706 7894 2213 0,'0'0'372'0,"0"0"-173"0,-1 0 41 0,1 0-143 0,-1-1-90 0,1 1-47 15,-1-1 16-15,1 1-21 0,0 0 51 0,0 0-14 16,1 0-6-16,15-3-4 0,-8 5-12 0,1 0 19 16,2 0-4-16,-1 0 10 0,1 1 1 0,-1 0 1 15,0 0 0-15,0 3 1 16,-1-1 4-16,-2-1-3 0,-1 1 0 0,-2 0-4 16,0 2 1-16,0 1 9 0,-2 2 0 0,1 1 3 15,-2 2-7-15,0 3 3 0,-1 0-1 0,0 2 1 16,-1 2 0-16,0 0-4 0,1 1 1 0,0 0-2 0,2 0 1 15,-1-3 3-15,2-1 2 0,0 0 1 16,1-2-2-16,0 0-5 0,2-2 1 0,-1-1-3 0,1-2 6 16,1-1 0-16,0-2 1 0,0-2 0 0,0-2 9 0,1 0-5 15,-1-3-1-15,1 0-3 0,2-2-11 0,-2-1-17 16,2-1-6-16,-1-3-6 0,1 0-35 0,0-3-10 16,0-2-14-1,0-2-9-15,-1-1-165 0,-1 0-283 0</inkml:trace>
  <inkml:trace contextRef="#ctx0" brushRef="#br1" timeOffset="-131174.61">7929 7900 2495 0,'-6'0'180'0,"-2"1"-70"0,1-1-28 0,0 2-5 0,1-1-60 16,-2 3 24-16,1 1-12 0,-2 1 13 0,2 2-34 15,1 1-9-15,-2 0-2 0,4 0-4 16,-4 2-1-16,3 3 7 0,1 1-2 0,0 3 3 16,0 0-3-16,-1 1 0 0,-1 1 3 0,0 1-1 0,0 0 6 15,0-1-1-15,0-2-3 16,-1 0 1-16,1-1 1 0,1 0-90 0,-1-1 1 16,2-1-43-16,0-3-86 0,1-2-121 0,1-2-72 0</inkml:trace>
  <inkml:trace contextRef="#ctx0" brushRef="#br1" timeOffset="-130862.7">8037 7625 2496 0,'0'0'79'16,"0"0"-3"-16,0 0-66 0,1 1-22 0,10 15 10 0,-6-6-10 15,0 2 44-15,1 2-11 0,1 2 2 16,0 1-7-16,1 0-2 0,1 3-14 0,1 3 5 0,-1 2-7 16,-1 3 2-16,-1 1 7 0,0 1-4 0,1-1 4 15,-4 1 0-15,1 2-2 0,-2-1 4 0,-1 5-3 16,-2-2 9-16,0-2-5 0,-2 1 7 0,-2 0-7 16,0 1 8-16,-2 2 4 0,-1 0-4 0,-2 0 4 15,-3-2-2-15,0 0-5 0,-1 0 1 0,0-2-3 16,2 2 3-16,1-5-10 0,0-3-11 0,2-3-6 0,0-3-96 15,2-5-108-15,0-1-19 0,0-5-47 0,2-1-249 16</inkml:trace>
  <inkml:trace contextRef="#ctx0" brushRef="#br1" timeOffset="-130648.47">8294 7840 2784 0,'0'0'135'0,"0"0"220"16,0 0-298-16,0 0-61 0,0 0 10 0,0 0-29 15,0 0-3-15,20 6 20 0,-13-4-3 0,1 1 7 16,2 1-5-16,0-1 1 0,1 1 2 0,0 0-1 0,-1 0 3 16,1-1-2-16,-1 1 0 0,-1-1 0 15,-1 0-3-15,1 0-158 0,-1-1 14 16,-1 0-72-16,0 0-53 0,-1-1-196 0</inkml:trace>
  <inkml:trace contextRef="#ctx0" brushRef="#br1" timeOffset="-130431.25">8235 8115 2666 0,'0'0'359'0,"0"0"-223"15,0 0-18-15,0 0-63 0,0 0-66 0,0 0-12 0,0 1 3 16,0-1-2-16,1 0 18 0,19 13-25 0,-10-12-2 16,3 0-8-16,4-1 2 0,3 0 9 0,0-2-2 15,2 0 2-15,-1-1-4 0,-1-1-104 0,1 0 6 16,-2-2-51-16,1 0-86 0,2-2-121 0,-1-1-113 16</inkml:trace>
  <inkml:trace contextRef="#ctx0" brushRef="#br1" timeOffset="-129797.02">9049 7283 3208 0,'0'0'169'0,"0"0"-110"0,0-1-34 15,0 1-8-15,0 0-27 0,-1-1 15 0,0 1-2 16,1-1 6-16,-17-4-13 0,17 5-3 0,0 0 1 0,0 0-1 16,-15 16 7-16,8-10 8 0,-2-1-1 0,-3 2 3 15,1 1 3-15,-1 1-2 0,0 1 2 0,-1 0-4 16,1 1-4-16,0 0-1 0,1 0 0 16,-1 1 0-16,-1-1 0 0,2 2-7 15,0-1-5-15,1-1 0 0,0 0 6 0,2 0-15 0,0-1 6 16,2-1-10-16,2-1-3 0,2-1 0 0,1 1-3 15,1 0 2-15,2 0-6 0,3 0-2 0,0 0 7 16,3-1-4-16,1 1 17 0,1 0 2 0,1 1 0 16,2 0 1-16,-1-1 6 0,0 1 3 0,-2-1 0 0,-1 1 1 15,-1 1 0-15,-1 0-2 0,-2 0 1 16,0 0 0-16,-2 1 6 0,-3 0 1 0,-1 1 3 0,-3 1-3 16,0-1 1-16,-1 2 0 0,-2-1 2 0,1 2 0 15,-2-1 5-15,0 1-8 16,1-1-3-16,-1 1-1 0,3-2 1 0,-1 0-4 15,3-1 2-15,-1-2-2 0,0 1 2 0,3-2-1 16,-1-1-1-16,2 1-3 0,0-1-4 0,0 1 4 0,2-2-2 16,-1 1 3-16,1 0-1 0,0 0 4 0,0 1 1 0,0 0 1 15,0 2-7-15,0 2 4 0,-1 0-3 0,2 3 4 16,-2-2 5-16,2 3-8 0,0 1 7 0,-1 2-7 16,0 1 6-16,1 1 9 0,-2 1-9 0,2 1 10 15,-1 2 2-15,1 4-1 0,0 2 5 0,0 3-5 16,-1-2-3-16,-1 1-7 15,1 0-2-15,0 2-1 0,0 1-1 0,-1 2 5 16,2-3 1-16,-1-2 0 0,0-1-6 0,-1 0 8 16,1 1-4-16,0 0 5 0,1 0-7 0,0-1 0 15,-1-1 2-15,2 0-1 0,-1 0 4 0,0-1-5 0,2 0-2 16,0-4-2-16,-1 0-25 0,2-3-200 0,1 0-13 16,1 0-96-16,0-2-355 0</inkml:trace>
  <inkml:trace contextRef="#ctx0" brushRef="#br1" timeOffset="-129046.11">11613 7050 2354 0,'-4'-5'149'0,"1"-1"-58"16,3 6 74-16,0 0-156 0,0-1-3 0,0 1-7 0,0-1-2 15,0 1-2-15,0 0 0 0,0 0-5 16,0 0 0-16,3 11 1 16,2 0 1-16,2 2 8 0,0 1-3 0,1 2 8 15,0 3-5-15,1 0 18 0,-1 2 1 0,0 1 0 0,1 0 1 16,-1 1 9-16,-1-3-8 0,-1 1-6 0,1-1 1 0,-2 0-5 0,0 0-7 15,0-1 11-15,-3 1-10 0,2-3 5 0,-2-1 4 16,0-2-5 0,0-2 5-16,0-1-7 0,-2-2 5 0,1-2-14 0,-1-7 1 0,0 1-111 0,0-1-119 15,0 1-25 1,0-1-51-16,0 0-321 0</inkml:trace>
  <inkml:trace contextRef="#ctx0" brushRef="#br1" timeOffset="-128801.66">11843 6995 3124 0,'0'0'104'16,"0"0"30"-16,0 0-157 0,0 0-14 0,-1 0-4 0,-16 5 1 15,17-5 16-15,-9 14 9 0,3-5 2 0,-2 1 1 16,-1 1 5-16,-1 0 3 0,1 2 4 0,-2 1-1 15,1 0 6-15,-2 1 3 0,-1-2-4 0,-1 3 4 16,1-2-1-16,0 0-1 0,-2-1 1 0,2-1-1 16,0 0 1-16,0-1-7 0,-1-2 3 0,2 1-4 15,1-2 5-15,0 0-20 0,3 0-15 0,1-1-7 16,0-1-99-16,3 0-85 0,0 1-19 0,0-2-33 16,0 1-174-16</inkml:trace>
  <inkml:trace contextRef="#ctx0" brushRef="#br1" timeOffset="-128386.52">12020 7117 2668 0,'0'0'456'0,"0"0"-304"0,0 0 28 0,0 0-117 16,0 0-91-16,0 0 0 0,0 0 1 16,0 1 3-16,-1-1 12 0,-14 21-26 0,15-21-2 0,-8 14-10 0,3-6-16 15,-2 0 18-15,-1-1 7 0,-2 1 4 0,0-1 28 16,-1 0 11 0,1 0-2-16,-3-1 4 0,1 0 6 0,1 0-3 0,-2-1-1 15,2-1-1-15,-1 0-2 0,2 0-1 0,0 0 1 0,2 0-2 16,1 0-2-16,2 0 1 0,5-4 0 0,0 0 0 15,-1 1 0-15,1-1 0 0,0 0-4 0,-9 16 2 16,9-16-6-16,1 0 4 0,0 1 4 0,21 13 0 16,-12-10-1-16,1 0-1 0,1 1 0 15,1 0 1-15,0 0 7 0,0 0-6 0,0 0 4 16,-1 0-4-16,1 1 0 0,-1 0-2 0,-1-2 3 16,1 2-1-16,-2-2 7 0,-2 0-7 0,1 1-2 15,1-2-1-15,-1 0 4 0,1 0-48 0,-1 1-10 16,0-1-22-16,-1-1-105 0,-1 0-103 0,0-2-33 15,0 0 102-15,2 0 1387 0</inkml:trace>
  <inkml:trace contextRef="#ctx0" brushRef="#br1" timeOffset="-128104.18">12191 7111 3095 0,'0'0'69'0,"0"0"-112"0,0 0-3 0,0 0-31 16,0 0 32-16,0 1 32 0,-4 18-5 0,4-19 12 16,0 16-7-16,0-6-1 0,-2 0 5 0,1 1-2 15,1 0 10-15,-1 1 2 0,0 0-2 0,0 0 1 16,0 1 6-16,1-1-5 0,0 0 5 0,-1 0-6 15,1-1-2-15,0-1 4 0,0 1-1 0,1 0 2 16,-1 1-9-16,1 0-26 0,-1-1-33 0,1 0-2 16,0-1-151-16,0-2-106 15,0 0-40-15</inkml:trace>
  <inkml:trace contextRef="#ctx0" brushRef="#br1" timeOffset="-127446.02">12479 7167 2413 0,'0'0'306'0,"0"0"-216"0,0-1 7 0,-8-16-78 15,8 17-18-15,0 0 0 0,0 0 3 0,0 0-2 16,-1-1 2-16,-8-17-5 0,9 18-3 0,0 0-2 15,0 0-11-15,-1-1 8 0,0 1-3 0,-15-18 5 16,16 18 3-16,0 0 1 0,0 0 4 0,0-1-1 16,-21-14 8-16,21 15-3 0,0 0 5 0,-21-8-4 15,21 8 2-15,0 0-2 0,-18-6-4 0,18 6 3 16,0 0-4-16,0 0-9 16,-1 0 4-16,-17 2-7 0,18-2-5 0,0 0-9 15,-1 0-5-15,1 0 2 0,-1 1 3 0,-13 15 12 16,14-16 3-16,0 0 3 0,0 1 11 0,-8 15-8 15,8-16-1-15,0 1-3 0,-3 17 3 0,3-18-2 16,0 0 5-16,2 22-4 0,-2-22 4 0,0 1 5 0,7 23-7 16,-4-15 6-16,1 1-12 0,1 0-2 0,-1 0 4 15,1 0-3-15,2 1 7 0,-3-1-2 16,2 1 1-16,-1-1-1 0,0-1 10 0,1 0-2 0,-2 1 1 16,0 0-2-16,1-1 0 0,-2 2 2 0,1-1 2 15,-1-1 1-15,0 1 15 0,-1-2 2 0,-1-1 3 16,1-1 0-16,-2 0 10 0,0-6 6 0,0 1-3 15,0-1 4-15,-6 17-1 0,6-17-9 0,0 0 1 16,-1 0-7-16,1 0-21 0,-21 12-3 0,21-12 0 0,-1 0 1 16,-17 1 12-16,18-1 8 0,-1 0 0 0,-17-5 2 15,18 5-4-15,-1-1-4 0,1 1 0 16,-19-19-2-16,19 19-5 0,0 0-3 0,-9-20 2 0,9 19-2 16,0 1-3-16,0-24-11 0,1 15-1 0,2-2-2 15,0 0 4-15,1 0-2 0,2-1-2 0,0 3 0 16,1-2 7-16,1 1 5 15,-2 0-1-15,0 0 3 0,-1 1-9 0,1 2 10 16,-1 0-5-16,-1 2 6 0,0 0-10 0,-4 5-12 16,0 0-11-16,0-1-6 0,0 1-84 0,0 0-79 15,5-18-28-15,-5 18-35 0,0 0-284 0</inkml:trace>
  <inkml:trace contextRef="#ctx0" brushRef="#br1" timeOffset="-125851.81">6833 3302 1862 0,'0'-8'72'0,"0"2"-47"0,0-1-1 16,1 1-26-16,2 1-9 0,-1-1 39 0,0 1 4 16,-2 5 1-16,0 0-8 0,0-20 1 0,0 20-3 15,0-1 3-15,0 1-7 0,0 0-2 0,0-1-1 16,-1-15-1-16,1 16-11 0,0 0 17 0,0 0-5 15,0 0 10-15,0 0 0 0,0-1-4 16,0 1-1-16,0-1-1 0,0 1 4 0,1-1-4 0,-1 1 2 16,18-10-6-16,-18 10-11 0,0 0-5 0,22 0-1 15,-12 1-1-15,-1-1 5 0,2 0 0 0,-1 0-1 16,0-1 0-16,2 1-2 0,1 0 5 0,-1-3-2 16,3 3 3-16,0-2-2 0,-1-1 4 0,2 2 2 15,-3-2 1-15,2 0 6 16,-1 0 5-16,0-1-3 0,1 1 3 0,-1-2-4 0,1 1-2 15,0-1-3-15,-1 0 1 0,0 1-6 0,0-2-6 16,1 1 3-16,2-1-4 0,-1-1 8 0,-1 1 2 16,-1 0-2-16,-1 0 1 0,0-1-7 0,-3 1 8 15,0-1 0-15,-1 0 2 0,-1 0-2 0,-1-2 14 16,-1 0-5-16,-1-1 8 0,-1 1-8 0,-1-1 9 16,0-1 2-16,-2 1 4 0,-1-2 6 0,1 0-15 0,-2 1 1 15,-1-1-4-15,1 1 5 0,-2 0-3 16,0-1-4-16,-1 2 1 0,-1-1-3 0,0-1-3 0,-2 0 2 15,0-1-4-15,0 0-5 0,-3 0-11 0,0 0 2 16,0 1-4-16,-3 0 4 16,0 0 0-16,-1 2-5 0,-1 0 4 0,-2 1-6 15,1-1 1-15,0 2 3 0,0 1-3 0,1 0 4 0,1 2 0 16,-1 0-3-16,2 0 2 0,0 1-5 0,-1 1-17 16,-1 1 7-16,0 1-9 0,0 1 13 0,-1 0-5 15,-1 2 5-15,0 0-5 0,-1 1 3 0,1 2 6 16,-1-1-7-16,1 2 8 0,0 2-4 0,0 1 3 15,0 2 6-15,0 0-2 0,0 2 3 0,0 0-6 16,0 0-4-16,1 2 1 0,1-1-3 0,3 1-1 16,2 1 6-16,2-2-3 0,3 1 16 0,0-2 3 15,1 0-3-15,1 0 2 0,2 2 3 0,1 1-8 16,2 2 4-16,2 1-5 0,-2-1-7 0,3 0-5 16,0-1 1-16,2 1-3 0,1-2 2 0,2-1 2 15,1-1 1-15,2-1 0 0,-1 0 8 0,2-2-5 16,-2 0 4-16,0 0-5 0,0 0 2 0,0 2 5 15,1-2-7-15,0 0 8 0,0-1 0 0,2 0-75 16,-2-1-34-16,3-1-34 0,3 0-280 0</inkml:trace>
  <inkml:trace contextRef="#ctx0" brushRef="#br1" timeOffset="-124674.84">11349 7135 1482 0,'0'0'158'0,"0"0"7"15,0 0 2-15,0 0-70 0,0 0-73 0,0 0-4 0,0 0 2 16,0 0-5-16,0 0-15 0,0 0-4 0,0 0-4 16,0 0 1-16,0 0-1 0,1 0 4 0,-1 0 2 15,1 0 0-15,0 0 14 0,-1 0 11 0,0 1 2 0,1-1 4 16,-1 0 13-16,12 18 11 0,-12-18-2 0,0 0 6 15,0 1-7-15,0-1-14 16,-1 1-2-16,1-1-6 0,-11 18-20 0,11-18-1 16,-1 0-2-16,1 1 0 0,0-1-2 0,-13 19-4 0,13-19 3 15,0 0-3-15,-1 1-1 0,-10 17 1 16,11-18 2-16,0 0 0 0,0 1-1 0,-1-1 5 0,-16 19-7 16,17-19 6-16,0 0-10 0,0 1 8 0,0-1 1 15,-7 18 4-15,7-18 4 0,0 0-6 16,0 0 5-16,0 1-6 0,0-1-3 0,2 18 4 15,-2-18-7-15,0 0 6 0,0 0-3 0,0 1 3 16,18 14-2-16,-18-15 1 0,1 0 1 0,16 8-4 16,-17-8 1-16,14 7-2 0,-7-4-2 0,1-1 2 0,-2 1 2 15,1-2 0-15,-1 2-4 0,0-1 2 0,0-1-15 16,-1 1 4-16,-5-2-73 0,1 0-25 0,0 0-13 16,15 4-8-16,-16-4-85 15,0 0-184-15</inkml:trace>
  <inkml:trace contextRef="#ctx0" brushRef="#br1" timeOffset="-124348.39">10844 7181 3064 0,'0'0'97'0,"0"0"28"0,0 0-175 0,0 0-26 16,0 0 6-16,0 0-5 0,0 1 54 0,-1-1 12 15,-6 20 1-15,7-20 4 0,0 0-7 0,-2 24 3 16,2-15 4-16,-1 0-1 0,1 1 3 0,0-1 6 16,-1 0-4-16,1-1 6 0,-1 0-4 0,1 1-2 15,0-2 1-15,-1 1-1 0,1 0 0 0,1-1-3 16,-1 1-4-16,1-2-1 0,0 1-10 0,0 0 11 15,1 0-1-15,-1 0 5 0,0 1 7 0,0-2 0 16,0 0-1-16,-1 0-1 0,0 1-14 0,-1-1-97 0,1 0-17 16,-1 0-40-16,1 1-181 0</inkml:trace>
  <inkml:trace contextRef="#ctx0" brushRef="#br1" timeOffset="-123907.39">11018 7109 2141 0,'0'0'193'0,"0"0"633"0,0 0-823 0,0 0-58 15,-1 0 8-15,1 0-24 0,-1 0 34 0,1 0 29 16,-1 0-2-16,-9 19 8 0,10-19-19 0,-2 15 8 15,2-5-3-15,0 0 6 0,0 0 6 0,1 0 3 16,-1-1 3-16,0 0-1 0,0-2 0 0,0 0 4 16,0 1 0-16,0-2 3 0,-1 0 9 0,1 0-15 0,-2 0 6 15,2-6-8-15,0 0 2 16,0 1-4-16,0 15-3 0,0-16-1 0,0 1-4 0,0-1 10 16,7 17-5-16,-7-17 5 0,0 0-9 0,0 0-1 15,18 20-2-15,-18-20 2 0,14 11 1 0,-5-5 7 16,0 1 2-16,-1-1 0 0,1 1-3 0,-1-1 3 15,0 0 0-15,1 0 2 0,-4 0 3 0,0 0-1 16,1-1-1-16,-3 1 2 0,1-1 11 0,-4-5 4 16,0 0 7-16,0 0-2 0,0 1 14 15,8 16 5-15,-8-17 1 0,0 0-1 0,0 0-18 0,0 1-41 16,0-1-2-16,-1 1-14 0,-16 12-9 16,17-13-22-16,0 0-8 0,-21 1-10 0,12-1-71 0,-3-2-51 15,0-1-4-15,-1-2-25 0,0-1-118 0</inkml:trace>
  <inkml:trace contextRef="#ctx0" brushRef="#br1" timeOffset="-123759.64">10934 7165 1990 0,'0'0'304'0,"0"0"-163"16,0-1-6-16,1 1-51 0,16-11-46 0,-16 11-17 16,14-3-6-16,-5 3-3 0,0 0-11 0,0 1-4 15,0 0 0-15,0 0-3 0,1 0 1 16,-2 0-82-16,1 1 3 0,0 0-37 0,-1 0-60 15,2 1-98-15,-2-1-60 0</inkml:trace>
  <inkml:trace contextRef="#ctx0" brushRef="#br1" timeOffset="-122557.48">5551 3406 1202 0,'0'0'172'0,"0"0"-71"0,0 0 87 0,0 0-191 0,0 0-2 15,0 0-4-15,0 0 4 0,0 0 7 16,0 0-1-16,0 0 20 0,0 0-15 16,0-1-1-16,0-16-4 0,0 17-2 0,0 0 15 15,0 0-2-15,1-1 6 0,0 1 7 0,17-12 4 16,-18 12 7-16,0 0-1 0,0 0 10 0,0 0-8 15,1-1 0-15,-1 1-3 0,18-11-4 0,-18 11-2 0,0 0-2 16,0 0-2-16,0 0-19 0,19-4 3 16,-19 4-1-16,1 0 3 0,15-1 2 0,-16 1-4 15,1 0 2-15,20 0-2 0,-12 1 8 0,1-1-1 16,0-1 7-16,-1 2-4 0,1 0 15 0,1-1-4 16,-1 2-6-16,2-2 2 0,-1 0-9 0,1 1-8 15,-1-1 5-15,3 1-5 0,-1-1 10 0,1 0-9 16,-1-1 5-16,1 0-6 0,0-2 9 0,0 1 1 15,1 0 1-15,2 1-1 0,1-1 2 0,-1 0-8 16,1 0-2-16,-3 0-1 0,-1 1 5 0,-1 0-6 0,0 1 6 16,-1 0-7-16,-1 0 0 0,0 1-1 0,0-1-6 15,-1 1 4-15,1-1-4 0,0 0 3 0,0 0 0 16,2 2 1-16,0-2-4 0,0 0 0 16,0 0-42-16,-1-1 5 0,0 1-204 0,-1-1-498 15</inkml:trace>
  <inkml:trace contextRef="#ctx0" brushRef="#br1" timeOffset="-120886.08">9262 7064 1487 0,'0'0'103'15,"0"0"26"-15,-1-1 11 0,1 1-43 0,0-1-16 0,-19-8 9 16,19 9-1-16,0 0 4 0,0 0-29 0,0 0-20 16,-1 0-3-16,1-1-6 0,-1 1-18 0,1 0 3 15,-1 0 2-15,1 0 1 0,0 0 15 0,0 0-16 16,0 0-1-16,1 0-6 0,-1 0-13 0,21-3 4 15,-21 3-5-15,0 0 4 0,19 7-5 16,-19-7 1-16,1 0 3 0,16 10-1 0,-17-10-11 16,1 0 8-16,-1 0 0 0,20 14 5 0,-20-14-4 0,0 0-2 15,0 1 1-15,13 16 0 0,-13-17 2 0,0 0 3 16,0 1-5-16,6 15 3 0,-6-16-2 0,0 0 2 16,0 1 4-16,-2 20-1 15,2-21 22-15,-8 15-19 0,1-8 2 0,-3 2-9 16,0 0 2-16,-1 0-3 0,0 0 5 0,0-1-6 0,1 0 0 15,3-2-10-15,-1-1 5 0,3 0-6 0,1-1 8 16,4-4 7-16,0 1-3 0,0-1 5 0,0 0-4 16,0 1-5-16,0-1 3 0,0 1-5 0,5 16 1 15,-5-17 7-15,0 0-3 0,1 0 4 0,20 3-5 0,-21-3-4 16,0 0 3-16,18 0-2 0,-18 0 9 0,1 0-6 16,15 3 4-16,-16-3-4 0,0 0 4 0,1 0-7 15,15 0-10-15,-16 0-5 0,0 0-83 0,1 0-35 16,-1 0-21-16,18 2-2 15,-18-2-72-15,0 0-146 0</inkml:trace>
  <inkml:trace contextRef="#ctx0" brushRef="#br1" timeOffset="-120483.18">9487 6966 2567 0,'0'0'43'0,"0"0"-67"0,0 0-6 0,-1 0-17 15,-8 18 13-15,8-8 38 0,-2 1-3 0,0 0 14 16,1 3-13-16,-2 0-5 0,1-1 1 0,1 3-2 15,-1 0 9-15,-1 1 8 0,0 1 0 0,0 0 3 16,-1 2 2-16,0 1-5 0,-1 0 3 0,0 0-3 16,-2-1 7-16,2-2-15 0,-2 0 4 0,1 0-8 0,2 0 5 15,-2 1 2-15,3-1 0 0,0-1 0 0,-1-1-2 16,2-1 5-16,1-1-4 0,-1-2 4 16,1-1-4-16,-2-2 2 0,3 0-1 0,-1-2 1 0,2-7-2 15,0 0 0-15,0 1-2 0,-6 16 0 0,6-17-8 16,0 0-52-16,0 1 5 0,0-1-25 0,0 1-33 15,0-1-83-15,0 1-27 0,0-1-38 0,0 0-302 0</inkml:trace>
  <inkml:trace contextRef="#ctx0" brushRef="#br1" timeOffset="-119936.36">9610 7176 1733 0,'0'0'289'16,"0"0"-71"-16,-1 0 45 0,0 0-181 0,1 0-105 15,-1 0-23-15,1 0 8 0,0 0-9 16,-1 1 40-16,-13 18-9 0,12-11 9 0,-1 2-7 15,-1 0 15-15,2 2-4 0,-1 0 3 0,1-1-2 16,-1 0 16-16,0 0 4 0,1 0-2 0,0-1 0 16,1 3-13-16,0-3 0 0,-1 2 2 0,0-1 0 15,2-2 2-15,-2-1-2 0,1 0-12 0,1-2 1 16,0-6-70-16,0 0-101 0,0 1-28 0,0-1-40 0,0 1-249 16</inkml:trace>
  <inkml:trace contextRef="#ctx0" brushRef="#br1" timeOffset="-119562.61">9730 7161 1958 0,'0'0'293'0,"0"0"-227"0,0 0 3 15,0 0-75-15,0 1-8 0,0-1 24 0,-12 22-8 0,12-21 14 16,-6 15-11-16,3-7-6 0,1 1 4 0,0-1-4 15,-1 0 0-15,3-1 5 0,-1 0-4 0,-1-1 4 16,2-1-6-16,0 0 0 0,0-1 1 0,1 2 0 16,0-1 1-16,0 0 0 0,-1-6 0 0,0 0 0 15,0 1 1-15,11 19-2 0,-11-20-2 0,0 1 1 16,10 15 2-16,-10-16 0 0,1 0 1 0,10 18-1 16,-11-18-2-16,1 1 6 0,13 17-1 0,-14-18 3 15,0 1-4-15,14 15 3 0,-14-16 0 0,1 0 2 16,-1 1 4-16,14 18 9 0,-14-19 0 0,0 1 3 15,0-1-1-15,0 0 17 0,0 1-2 16,-2 16 7-16,2-17 1 0,0 0 0 0,0 0-1 16,-1 0-1-16,-16 8-25 0,17-8-70 0,-1 0-2 0,1 0-30 15,-21-1-61-15,20 1-86 0,0 0-50 0</inkml:trace>
  <inkml:trace contextRef="#ctx0" brushRef="#br1" timeOffset="-119424.41">9708 7196 1674 0,'0'0'281'0,"0"0"-104"0,0 0 42 0,1-1-126 16,-1 1-46-16,18-11-17 0,-18 11-5 15,1 0-4-15,22-1-15 0,-22 1-6 0,16 1-2 16,-7 1 0-16,1-1-7 0,0 0-55 0,0 1-5 16,2-1-24-16,4 0-88 0,1 1-108 15,3-2-62-15</inkml:trace>
  <inkml:trace contextRef="#ctx0" brushRef="#br1" timeOffset="-118850.27">12603 7390 2710 0,'0'0'206'16,"0"0"-91"-16,0 0 101 0,0 0-284 0,0 0 12 15,0 0-10-15,0 0 28 0,0 0 4 0,0 0 1 16,0 1 5-16,-1-1-75 0,-8 20-7 0,5-12-31 0,0 0-81 16,-1 1-85-16,-1 2-67 0</inkml:trace>
  <inkml:trace contextRef="#ctx0" brushRef="#br1" timeOffset="-117903.02">11582 7892 29 0,'0'0'1105'16,"0"0"-469"-16,0 0 566 0,0 0-1245 0,0 0 9 15,0 0-20-15,0 1 46 0,6 20-7 0,-2-11 13 0,2 0-9 16,-1-4 0-16,3 6 3 0,1 0-1 0,1 1 12 16,-1 1-3-16,1 1 4 0,-1 0-4 15,1 0-5-15,-1 1 5 0,0-1 0 0,0 2 2 0,-1-2 5 16,0-1-6-16,0-1-1 0,-1-2 0 0,0 0-1 16,-2-2 7-16,0-2-4 0,-1-2 4 0,-4-5-44 0,0 0-76 15,1 0-11-15,-1 1-30 0,0-1-119 0,17 14-386 16</inkml:trace>
  <inkml:trace contextRef="#ctx0" brushRef="#br1" timeOffset="-117690.23">11748 7900 2412 0,'0'0'411'0,"-1"0"-271"0,-15-1 23 0,16 1-111 15,-1 0-79-15,-16 7 11 0,10-1 3 0,-3 0 4 0,-1 2 12 0,-1 2-6 16,0 2-3-16,-1 0-1 0,1 2-1 0,1-1 4 16,0 2-3-16,2-1-1 0,-1-1-60 0,2-2-49 15,0 1-15-15,2-2-9 16,-1 0-53-16,2 0-71 0,-1-2-30 0</inkml:trace>
  <inkml:trace contextRef="#ctx0" brushRef="#br1" timeOffset="-117240.33">11417 7942 2539 0,'0'0'123'0,"0"0"205"0,-1 0-323 0,-15 3-38 16,16-3 2-16,-1 0-14 16,1 1 18-16,-21 11 13 0,15-6 1 15,-1 1 3-15,-1 0 3 0,1 1 7 0,-1-1 0 0,1 0 2 16,1-1-6-16,-1 0 7 0,0-1-1 0,1 0 5 15,1-1 3-15,0 0-5 0,5-4-6 0,0 0 1 16,-1 1-6-16,1-1-7 0,-16 15 1 0,16-15-4 16,0 0 1-16,0 1 7 0,0-1 2 0,-5 17 0 15,5-17 6-15,0 0 0 0,0 1 0 0,7 15 0 16,-7-16 5-16,11 10-2 0,-4-4 6 0,2 0-6 16,2 1 3-16,-1-2-3 0,1 0-2 0,1 0 1 15,0-1-2-15,1 1-2 0,-1-2-1 0,0 1 0 16,1-4 6-16,-3 2-6 0,1 0 1 15,-3 0-13-15,0 0-85 0,-2-1-76 0,0 0-22 0,-6-1-19 16,1 0-122-16</inkml:trace>
  <inkml:trace contextRef="#ctx0" brushRef="#br1" timeOffset="-116923.36">10937 7913 2288 0,'0'0'470'15,"0"0"-339"-15,0 0-34 16,-1 0-88-16,1 0-75 0,-1 0 2 0,1 0-2 0,-1 0 6 15,1 0 23-15,0 1 4 0,-1-1 3 0,-13 23 0 16,14-14 15-16,-1 0 4 0,0 2 5 0,1 2 0 16,-1 1 20-16,1 1 3 0,0 2 3 0,-2-2-3 0,2 0-4 15,0 0-11-15,0-1-1 0,-1 1-1 0,1-2 1 16,0 0-34-16,-2-1-27 16,2-2-12-16,0 1-176 0,0-2-216 0</inkml:trace>
  <inkml:trace contextRef="#ctx0" brushRef="#br1" timeOffset="-116291.05">11180 7913 2083 0,'0'0'353'0,"0"0"-204"0,0-1 33 0,-5-16-120 16,5 17-58-16,0 0-4 0,0-1 1 0,-1-15 0 15,1 16 8-15,0-1-15 0,0 1-3 0,-7-16-6 16,7 16-5-16,0-1 14 0,0 1 8 0,0-1 0 16,-18-16 5-16,18 17-1 0,-1 0-7 0,1 0 4 15,-21-9 2-15,21 9 1 0,-1 0 2 0,-17-3-1 0,18 3-3 16,0 0-6-16,0 0-7 15,-18 5 0-15,18-5-15 0,0 0-15 16,-1 1 1-16,0-1-7 0,-16 21-2 0,17-21 14 0,0 1-2 0,-6 18 6 16,6-18 10-16,0-1 5 0,-6 22 0 0,6-22-1 15,0 0-14-15,-2 21 3 0,2-21-5 0,0 0 5 16,2 20-10-16,-2-20 17 0,0 0 1 0,11 21 6 16,-5-13 3-16,1 0-2 0,-1 0 2 0,2 1 0 15,0-1 4-15,0 1 5 0,-1-1-4 0,1-1 5 16,-1 2 2-16,-1-2 0 0,0 0-2 15,-2 0 3-15,-1 0 3 0,-1-1 16 0,-2-6 3 0,0 0 3 16,0 1 13-16,2 19 13 0,-2-20 0 16,0 0 5-16,0 0 9 0,-1 0-11 0,1 1-12 15,-20 16 0-15,20-17-36 0,0 0-4 0,-1 0 2 16,-18 6-4-16,19-6 0 0,-1 0-4 0,-17 1 3 0,18-1-3 16,0 0 9-16,-17-2 4 0,17 2-2 15,-1 0 2-15,1 0-12 0,0 0 7 0,-1-1-6 16,-16-15 5-16,17 16-11 0,0-1-3 15,0-15-2-15,0 16-1 0,5-15-11 0,0 7 11 0,1 0-2 16,-1 0 7-16,3 0 13 0,-1 0-6 0,0 0 7 0,1 1-7 16,-2 0 1-16,0 1 1 15,0 1-3-15,-2-1 2 0,2 2-3 0,-2-1-2 16,1 2-5-16,1 0 2 0,0 1-6 0,1 0-43 0,-1 0-10 16,2 0-20-16,1 2-99 0,2-1-120 0,1 1-52 15</inkml:trace>
  <inkml:trace contextRef="#ctx0" brushRef="#br1" timeOffset="-115663.87">12017 7917 2728 0,'0'0'101'0,"0"0"70"15,0 0-175-15,0 0-25 0,-1 0 0 0,0 0-7 16,-15 2 4-16,16-2 17 16,-1 0-1-16,1 0 8 0,-1 1-1 0,-19 12 14 15,20-13 1-15,0 0 7 0,-17 11 6 0,17-11-3 0,0 1-4 16,-20 11 2-16,13-8-12 0,0 2 3 16,-2-1-5-16,1-1 4 0,-1 2-10 0,2-1 5 0,0 1 1 15,1 1 0-15,1-1 4 0,0-1-10 0,1 0 4 16,1 0-7-16,3-5 13 0,0 0-1 0,0 1 2 15,0 17-3-15,0-18-2 0,0 0 2 0,0 1-3 16,0-1 4-16,17 18 2 0,-17-18-5 0,0 1 4 16,0-1-5-16,21 17-4 0,-21-17 0 0,1 0 0 15,17 11 0-15,-18-11 6 0,1 0-3 0,18 9 1 16,-19-9-3-16,0 0 2 0,18 7-11 0,-18-7-17 16,1 0-1-16,15 4-84 0,-16-4-73 0,0 0-7 15,18 3-34-15,-18-3-136 0</inkml:trace>
  <inkml:trace contextRef="#ctx0" brushRef="#br1" timeOffset="-114405.11">12124 7859 1719 0,'0'0'282'0,"0"0"24"16,0 0 63-16,0-1-236 0,-1 1-125 0,1-1-11 15,-1 1-1-15,1-1-2 0,0 1 7 0,-1-1-20 0,1 1 6 16,0 0-12-16,0 0 19 0,0 0 15 0,0 0 0 16,0 0 7-16,0 0 8 0,17 3-10 15,-17-3 2-15,1 0-5 0,15 7-5 0,-16-7-6 0,1 0 2 16,17 10-2-16,-18-10 0 0,0 0-2 0,0 0-1 15,20 17 1-15,-20-17 2 0,0 0-2 16,1 0 2-16,9 18 0 0,-10-18 6 0,0 1-3 0,0-1 0 0,6 21 0 16,-6-21 5-16,0 0 19 0,0 1-4 15,-5 20 8-15,5-21 1 0,-1 0-7 16,-12 19 1-16,8-13-5 0,-2 3-6 0,1-1-8 16,-1 0 3-16,1 0-4 0,-1 1 7 0,1-1-13 15,-1 1 3-15,3-2-5 0,-2 0 2 0,2 0-7 16,-1 0 0-16,2 0-3 0,0-1-12 0,1 0 1 15,2 0 4-15,0-6 1 0,0 0 17 0,0 0 1 16,5 17-3-16,-5-17 1 0,0 0-1 0,0 0-2 16,16 14 2-16,-16-14-2 0,0 0-4 0,17 6 5 0,-17-6-8 15,1 0 7-15,19 5-9 0,-20-5-6 0,1 0-17 16,20 1 2-16,-21-1-75 0,0 0 12 0,19-4-6 16,-19 4 7-16,1 0-8 0,16-6-30 0,-17 6-9 15,1 0-16-15,17-9-103 0</inkml:trace>
  <inkml:trace contextRef="#ctx0" brushRef="#br1" timeOffset="-114096.06">12295 8003 1988 0,'0'0'116'0,"0"0"214"0,0 0-283 0,0 0-14 16,-1 0 2-16,1 0-6 0,0 0-5 0,-1 0-18 15,0 0-2-15,1 0-5 0,-16 13-13 0,16-13 5 16,0 0 3-16,-5 20 1 0,5-19 0 0,0 15-7 15,0-16 0-15,1 17-1 0,1-9 6 0,3 0-2 16,0-1 4-16,2-1-3 0,0-1 9 16,1-1 5-16,1-1-4 0,0-1 5 0,3 0 8 0,-3-2 8 0,2-1 1 15,-1 0 2-15,0-1 12 0,0-1 11 0,-2 0 8 16,-1-1-2-16,0 0 3 0,0-1-16 16,-1 0-3-16,0 0-3 0,0-1-6 0,-1 0 8 0,-3-1-3 15,1-1 5-15,-1-1-8 0,0 0-4 0,-2-1-4 16,1-1 1-16,0 1-17 0,-1 0-11 0,-1 1 3 15,0 1-6-15,-2 0-6 16,1 1-26-16,0 2-2 0,-2 0-7 0,-1 2-8 0,-2 0-36 16,1 1-7-16,-1 0-15 0,0 1-86 0,2 1-88 15,-1 0-33-15</inkml:trace>
  <inkml:trace contextRef="#ctx0" brushRef="#br1" timeOffset="-113823.47">12560 8169 2528 0,'0'0'182'0,"0"0"-185"15,0 0-14-15,0 1-47 0,4 15 16 0,-4-16-62 0,0 0 11 16,3 19-35-16,-3-19-36 0,0 1-35 0,-1 17 21 15,1-18-10-15,0 0 158 0,0 1 74 0,-5 17 5 16,5-18 19-16,0 0-2 16,0 0-10-16,0 1 4 0,-13 16-7 0,13-17-14 15,0 0-53-15,-1 0-33 0,0 0-25 0,-15 13-306 16</inkml:trace>
  <inkml:trace contextRef="#ctx0" brushRef="#br1" timeOffset="-112369.33">12214 6363 1265 0,'0'0'289'0,"0"-1"103"0,-1 1 8 0,0-1-302 16,1 1-68-16,-17-12 12 0,17 12-6 0,0 0 9 15,0 0-5-15,0 0-23 0,0 0 3 0,0 0-11 0,0 1-10 16,12 10 1-16,-4-4-1 0,2-1 2 0,2 1 8 15,1-2 4-15,2 0 3 0,2-1-1 0,0-1 13 16,-1 0 5-16,1 0 2 0,1 1-1 0,-1 0-7 0,2-2-16 16,-1 0 0-16,1 0-6 0,1-1-6 15,0 0 9-15,1 2-5 0,1-1 8 0,0 0-3 16,-3-1-1-16,-2-1 2 0,-2 0-1 0,0 0 4 0,-3 0 13 16,0 1-5-16,-3 0 6 0,-1-1-17 0,-1 0-8 15,-7 0 6-15,1 0-6 0,-1 0 15 0,0 0-1 16,1 0-3-16,-1 0 0 0,1 0-13 15,-1 0-2-15,0 0-8 16,1 0 3-16,-1 0-23 0,0 0 11 0,-10-8 0 0,0 5 3 16,-3-1-5-16,-4 1 0 0,-1-1 1 0,-2-1 1 15,-2 2 7-15,-4-1 7 0,-1-1-2 0,-2 0 4 16,2 0 0-16,1 1 0 0,0 1 4 0,2 2 0 0,1-1 7 0,2 1-7 16,2 1 1-16,1 0-2 0,2 1 3 0,2 0 9 15,2 0 0-15,3 1 4 16,1-1 7-16,8-1-2 0,-1 0 3 0,1 0-2 15,-1 0-6-15,1 1-12 0,-1-1 0 0,1 0-3 16,0 1 0-16,0-1 3 0,10 16-3 0,-1-13 2 16,2 0 2-16,3 1-3 0,0-1 3 0,5 0-4 0,0 0 3 0,1 0-4 15,2-1 3-15,1 2-2 0,-2-2-3 0,1 0 3 16,1 1-4 0,-1-2 4-16,2 2 0 0,-2-1 3 0,-2 0 1 0,-3 0 1 15,-2-1-2-15,-3 0 1 0,-2 1-3 0,-2-1 3 16,-1 2-2-16,-2 1 9 0,-5-4 1 0,0 0 2 15,0 0 11-15,0 0 9 0,0 0-7 0,0 0 5 16,0 1-38-16,-1-1-11 0,-18 9 0 0,6-10-3 16,-3 1 6-16,-4-1-3 0,-3 0 2 0,-3 1-1 0,-2-1 10 15,1-1 3-15,2 1 2 16,0 0 0-16,3 1 7 0,3 1-3 0,2 0 5 0,2 0-4 16,1 0-3-16,3 0 5 0,2 0-6 0,2 1 6 15,7-2-6-15,-1 0 2 0,1 0 3 0,0 0-2 16,-1 0 1-16,1 0 0 0,0 1-1 0,0-1 0 15,1 1-6-15,20 16 2 0,-9-14 0 0,3 0 1 16,2-1 4-16,1 1 2 0,1-1-4 0,2 0 4 16,0 0-1-16,2 0-3 0,-1-1 1 0,3 0-2 15,-1 1-2-15,0-2 6 0,0 1-5 0,-4 0 6 16,0-1-5-16,-1 2-2 0,-3-1 6 16,-1 0-5-16,-2 0 4 0,-4-1-4 0,1 1-1 15,-4 1-2-15,1-1-1 0,-7-1 3 0,0 0-26 16,0 0 7-16,16 4-108 0,-16-4-46 0,0 0-19 0,0 0-16 15,0 0-129-15</inkml:trace>
  <inkml:trace contextRef="#ctx0" brushRef="#br1" timeOffset="-107452.27">9170 7821 817 0,'-8'-6'376'0,"2"2"-94"0,0-1 175 15,1 2-265-15,5 3-42 0,-1 0-52 0,1 0-40 16,0-1-8-16,-1 1-2 0,0-1-51 0,-16-14-24 0,17 15 0 16,0 0-6-16,0 0 9 15,0 0 20-15,1 0-3 0,15 2 7 0,-16-2 4 16,0 0-4-16,18 3 5 0,-11 0-4 0,2-1 6 15,1 1 1-15,-1 0 2 0,1-1-1 0,1 1-6 16,-1-1 3-16,0 1-6 0,-1-1 5 0,0 1-5 0,-1 0 10 16,-2 0-1-16,0 0 2 0,-1 0-11 0,-5-3 6 15,0 0-6-15,1 1 8 0,0-1 6 0,8 17-12 16,-9-17 1-16,0 1-6 0,-8 15-13 0,3-9 6 16,-2 0 1-16,-2 1 2 0,1 0 2 0,-3 0 4 15,1 0 1-15,1-1 0 0,-1 0 2 16,1-1-2-16,1 0 2 0,1-1-2 0,1 0 5 15,2-1-5-15,4-4 3 0,-1 0-3 16,1 0 3-16,0 1-3 0,-1-1 0 0,1 1 0 0,-12 16 7 0,12-17-7 16,0 0-3-16,0 0 0 0,0 0-3 0,0 0-2 15,0 1 7-15,1-1-4 0,-1 1 20 0,17 9-9 16,-17-10 8-16,1 0-8 0,16 6 3 0,-17-6-1 16,1 0-5-16,21 6 5 0,-22-6-4 0,0 0-2 15,18 12 2-15,-18-12-1 0,0 0 6 0,9 16 1 16,-9-16 3-16,0 1-2 0,-2 16 9 0,-1-9-7 15,-3 1 2-15,-1 1-4 16,0 1 0-16,-3 1-7 0,0-1 2 0,-1 1-4 0,0-1 5 16,0-1-28-16,0 0-22 0,2 0-9 0,1-1-121 15,2-1-95-15,1 0-36 0,0-4-56 0,5-4-510 0</inkml:trace>
  <inkml:trace contextRef="#ctx0" brushRef="#br1" timeOffset="-107136.3">9481 7768 2748 0,'0'0'50'0,"0"0"-48"0,0 0-12 0,0 0-8 0,0 1-20 15,-8 16 33-15,6-8-6 0,-1 2 13 0,0 0-15 16,-1 2 2-16,2 1 2 0,-2 1 1 15,0 1 14-15,1-1 1 0,-2 1 1 0,1 1 2 16,-2-1 12-16,0 3 6 0,-2 1 1 0,-1 1 0 0,-1 1-4 16,-1 1-9-16,0-1-3 0,1 1-3 0,0 0-7 0,0-3-3 15,2-1 6-15,0-1-5 0,1-2 5 0,1 1-6 16,2-2 0-16,0-1-1 0,1-1 2 0,1-4-18 16,0 0-15-16,1-3-5 15,1-6-83-15,0 0-27 0,0 0-3 0,0 1-7 16,0-1 0-16,0 0-54 0,1 0-4 0,13-7-34 15,-8-3-178-15</inkml:trace>
  <inkml:trace contextRef="#ctx0" brushRef="#br1" timeOffset="-106748.59">9558 7915 1047 0,'0'0'166'16,"0"0"168"-16,0-1 87 0,0 1-251 0,1-1-74 0,0 1-55 15,-1 0 1-15,0-1-19 0,0 1-1 0,1 0-17 16,-1 0-2-16,1 0-3 0,-1 0 13 0,1 0 15 15,-1 1-2-15,5 18 5 0,-5-19-4 0,0 1-3 16,-8 18 5-16,4-12-6 16,0 2-12-16,2 1-6 0,-1-1 1 0,1 2-2 0,-1-1 0 0,0 0 0 15,0-1-4-15,1 0 3 0,0-1-1 0,0 0 2 16,1 0-1-16,-1 0 0 0,1-1-2 0,0 0-3 16,1 0 2-16,0-1-3 15,-1 0 8-15,1 0-4 0,0-6 6 0,0 1-6 16,0-1 0-16,0 19-2 0,0-19-3 0,0 1 2 15,0-1 7-15,5 19-2 0,-5-19 1 0,0 1-2 0,0-1 0 16,10 17 2-16,-10-17 0 0,0 0 1 0,0 0-4 16,1 1 6-16,15 14 0 0,-16-15 2 0,0 1-1 15,0-1-5-15,1 1 3 0,11 17-3 0,-12-18 12 16,0 0 6-16,0 1 1 0,0-1 1 16,1 18-3-16,-1-18-1 0,0 0-3 0,0 0 1 15,-10 17-8-15,10-17-4 0,0 0 0 0,0 0-3 16,0 1-12-16,-20 15-67 0,20-16-7 0,-1 0-23 15,1 0-57-15,-21 5-43 0,21-5-15 0,0 0-19 16,-17-2-162-16</inkml:trace>
  <inkml:trace contextRef="#ctx0" brushRef="#br1" timeOffset="-106454.7">9576 8014 2694 0,'0'0'64'0,"0"0"-51"0,0 0-13 0,0 0-9 0,0 0-19 0,0 0 22 16,0 0 3-16,0 0 3 0,1 1-11 0,15 6 16 15,-8-8-5-15,3 0 12 0,0-1 4 0,1 0-13 16,0-1 5-16,-1 1-6 0,-1-1 6 0,-1 1 0 15,-1 0-5-15,-2 0 3 16,-6 2-1-16,1 0-8 0,-1 0-9 0,18-5-1 16,-18 5-35-16,0 0-44 0,0 0-4 0,1 0-22 15,0 0-73-15,-1 0-108 0,0 0-60 0</inkml:trace>
  <inkml:trace contextRef="#ctx0" brushRef="#br1" timeOffset="-106065.49">9432 8062 2197 0,'0'0'116'0,"-1"0"-63"0,1 0-17 0,0 0-8 0,-1 1-21 15,-6 16 4-15,7-17-5 0,0 1 3 16,4 18-19-16,-2-11 13 0,0 0-5 0,0 0 7 0,-1 0-6 0,0 1 1 16,-1 0 1-16,0-1 0 0,0 3 3 0,-2-2-10 31,0 3-23-31,-1 0-1 0,-1 0-118 0,0 2-233 0</inkml:trace>
  <inkml:trace contextRef="#ctx0" brushRef="#br1" timeOffset="-105159.61">10096 7992 1522 0,'0'0'213'0,"0"0"82"0,0-1 11 0,0 1-136 16,0-1-86-16,0 1-60 0,0-1-9 0,0 1 5 15,0-1-16-15,5-15-11 0,-5 16 1 0,0 0-6 16,1 0 4-16,0 0 1 16,16 6-25-16,-17-6 5 0,0 0-116 0,1 0-59 15,-1 1-22-15,1-1-27 0,15 17-230 0</inkml:trace>
  <inkml:trace contextRef="#ctx0" brushRef="#br1" timeOffset="-105022.41">10131 8160 1497 0,'0'0'246'0,"0"0"7"0,0 0 50 16,0 1-183-16,0-1-95 0,-3 18-20 0,3-17 0 15,0-1-5-15,-4 23-1 0,1-11-68 0,-2 0-39 16,-1 3-29-16,-1 1-295 0</inkml:trace>
  <inkml:trace contextRef="#ctx0" brushRef="#br1" timeOffset="-104179.83">11711 8558 2581 0,'0'0'187'16,"0"0"-20"-16,0 0-10 0,0 0-113 0,0 1-84 0,1-1-4 15,14 16 5-15,-8-8 7 0,0 0 32 0,2 1-4 16,0 0-2-16,0-1 0 0,2 1 7 15,-2-1 1-15,1 1 1 0,-2 0-1 0,2 1 0 16,-1-1 18-16,0 1-4 0,0-1 7 0,-2-1-11 16,-1 1-7-16,-1 0 5 0,0 0-5 0,-1 0-3 0,0 0-2 15,-1-1-2-15,0 0 2 0,-1 0-3 16,0-1-71-16,-1-1-11 0,2 1-27 0,-3-7-88 0,0 1-52 16,0-1-15-16,0 1-25 0,0-1-189 0</inkml:trace>
  <inkml:trace contextRef="#ctx0" brushRef="#br1" timeOffset="-103960.77">11915 8533 1976 0,'0'0'738'0,"0"0"-513"15,0 0-72-15,-1 0-103 0,0 0-48 0,-17 3-22 16,18-3-3-16,-12 8-7 0,4 0-23 0,-4 1 23 15,-2 3-2-15,-2 0 12 0,-1 2 10 0,-1 1-9 16,1 1-16-16,1-1 2 0,-1 0-47 16,1-1 9-16,2-1 1 0,1-1 3 0,1-1 11 0,2-2-47 15,1 0-9-15,0-1-23 0,1-1-113 16,0-1-338-16</inkml:trace>
  <inkml:trace contextRef="#ctx0" brushRef="#br1" timeOffset="-103571.78">11559 8519 3132 0,'0'0'104'0,"0"0"74"0,0 0-214 0,0 0-21 16,-1 0 2-16,0 0-7 0,0 0 2 0,-16 16 21 15,17-16 0-15,0 0 9 0,-12 21 16 0,8-14 13 16,-1 1-5-16,-1-1 6 0,0 1-6 0,1-1 10 16,-2 0-2-16,0 0 6 0,1-1-6 0,1 1 0 15,0 0 1-15,-1-1 0 0,0 1-1 0,1 0-1 16,-1 0-3-16,2 0 2 0,-1 1-5 0,0 0 2 16,1 0 0-16,1-1 0 0,0 0-6 0,2 0 7 15,-1 0-5-15,1-1 5 0,1 0-4 0,0-6-2 16,0 0 3-16,0 1-3 0,11 17-1 0,-11-18 1 15,1 0-4-15,15 12 3 16,-16-12-2-16,1 0 6 0,22 10-1 0,-15-6 3 16,1 0 4-16,-1 0-4 0,0 0-2 0,0-1-8 0,-1-2-60 15,-7-1-58-15,1 0-14 0,-1 1-15 0,19 9-60 16,-19-10-147-16,0 0-216 0</inkml:trace>
  <inkml:trace contextRef="#ctx0" brushRef="#br1" timeOffset="-103158.49">11021 8627 2190 0,'0'0'723'0,"0"0"-520"0,0 0-81 0,-1 0-101 0,1 0-85 15,-1 0-19-15,1 0 2 0,0 0 0 0,0 0 44 0,1 0 7 16,-1 0 7-16,20 8-2 0,-20-8 19 0,1 0 6 16,21 5-1-16,-22-5 3 0,1 0-1 0,19 8 2 15,-20-8 1-15,1 0 1 0,-1 0 5 0,18 11-2 16,-18-11-1-16,0 0 0 0,1 1-3 0,-1-1 1 16,9 17-4-16,-9-17 3 0,0 0-9 0,-3 18-44 15,3-18 18-15,-7 15-24 0,4-5 34 0,-2 0 9 16,0-1-4-16,0 3 6 0,0-2-1 0,1 1 11 15,1 1 3-15,0-2 3 0,2 0 7 0,-1-1 3 16,2-1-2-16,0-1 1 16,2 1-6-16,0-1 4 0,2 2-3 0,0-2 3 15,0 0-6-15,0-2 3 0,1-1-3 0,1-1 2 0,-1 0-6 16,0-1 1-16,2-1-2 0,-2-1 0 0,2-1-32 16,0-1-13-16,2-1-17 0,1-2 1 0,-1 1-83 0,2-2-94 15,-1 0-30-15,2-1-39 0,0-1-272 16</inkml:trace>
  <inkml:trace contextRef="#ctx0" brushRef="#br1" timeOffset="-102877.95">11274 8674 2383 0,'0'0'228'15,"0"0"-166"-15,0 0-21 0,-18 11-36 0,18-11-17 16,-1 0 5-16,-12 18 7 0,8-9 0 0,0-1 7 15,1 1-7-15,2-1-5 0,0-2 1 0,2 1-1 16,0-7 3-16,0 0 0 0,0 1 1 0,0-1 2 0,0 0 17 16,0 1 2-16,1-1 4 0,16 15-3 15,-17-15 1-15,0 0-10 0,17-6 7 0,-17 6-11 16,14-9 8-16,-7 4 2 0,0-1 0 0,1 0 1 0,-3 0 5 16,1 0 0-16,-2 1 2 15,0-1-5-15,-1 0-10 0,-1 0-3 0,-2 6-3 0,0 0-27 16,0-1-46-16,-1-16-10 0,1 17-17 0,0 0-77 15,0-1-49-15,-1 1-44 0</inkml:trace>
  <inkml:trace contextRef="#ctx0" brushRef="#br1" timeOffset="-102357.77">12187 8613 2307 0,'0'0'388'0,"0"0"-155"16,0 0 49-16,0 0-198 15,-1 0-113-15,0 0-22 0,-16-8-4 0,17 8-7 16,-1 0-23-16,1 0 16 0,-18 4 1 0,18-4 7 15,0 0 17-15,-21 13 23 0,14-7 4 0,-2 1 6 16,1-1 10-16,0 1 2 0,-1 0 1 0,1 0 2 16,0 1 1-16,1-1 5 0,0 0-5 0,0-1 4 0,2 1-10 15,0-1 2-15,0 1-3 0,1-2 4 0,1 1-2 16,2-1-3-16,1-5 4 0,0 1-3 0,-2 15 3 16,2-16 6-16,0 0-6 0,0 1 6 0,12 19-7 15,-12-20 6-15,14 10-5 0,-4-4 6 16,0 0-2-16,1-1-7 0,0-2 7 0,0 0-7 0,1-2-7 15,0 2-16-15,0-2-14 0,0 1-1 0,0 0-57 16,1-3-66-16,0 1-7 0,0-3-33 0,-1 2-166 0</inkml:trace>
  <inkml:trace contextRef="#ctx0" brushRef="#br1" timeOffset="-102010.66">12295 8621 3270 0,'0'0'52'15,"0"0"-70"-15,0 0-4 0,0 0-17 0,0 0 14 0,0 0 13 16,0 1 0-16,0-1 5 0,16 18 2 0,-11-15 5 16,5 2 0-16,-2-2 4 15,1 1 6-15,0-1-2 0,0 0-4 0,-2 1 1 16,1-1-2-16,-2 0 4 0,-6-3 0 0,0 0 0 15,1 1-9-15,-1-1 2 0,0 0-2 0,14 19 2 16,-14-19-9-16,0 1-26 0,0-1-23 0,-8 20 1 0,3-13-28 16,-1 1 51-16,-1 0 10 0,0 2 9 0,1-1 14 0,0 0 0 15,1-1 3-15,2 0-1 0,1 1-1 0,1-2 1 16,0 0-2-16,1-7 3 16,0 1 2-16,0-1 3 0,5 17 0 0,-5-17-1 15,0 0-7-15,1 0-20 0,22 8 2 0,-14-9-11 16,0-1-33-16,0-2-103 0,2-1-13 0,1-2-40 15,0 3-136-15</inkml:trace>
  <inkml:trace contextRef="#ctx0" brushRef="#br1" timeOffset="-101653.79">12501 8570 2172 0,'0'0'181'0,"0"0"513"0,0 0-678 0,0 0-4 16,0 0-6-16,0 0 5 15,0 1 9-15,7 16 4 0,-7-17-4 0,1 1 2 0,-1-1-13 0,20 15-6 16,-20-15 4-16,0 0-5 0,18 14 8 0,-18-14-9 16,1 1 4-16,-1-1-5 0,16 20 9 15,-16-20-8-15,0 1-1 0,0-1-4 0,4 20-24 0,-4-20 23 16,0 0-10-16,0 1 15 0,-10 16-1 0,10-17 6 16,0 1 0-16,-1-1 2 15,-17 18-4-15,18-18-1 0,0 0 0 0,-1 0 0 16,1 1 0-16,-15 15-2 0,15-16 0 0,0 0-2 15,0 1-11-15,0-1 5 0,0 1-2 0,1 18 3 16,-1-19 2-16,0 0-1 0,1 1 6 0,15 19-3 16,-16-20 7-16,0 0-4 0,12 20 0 0,-12-20-1 15,0 0 7-15,8 23-5 0,-8-23 4 0,0 17-3 16,0-8 2-16,-3 3-3 0,-1-1-3 0,-2 4 0 16,-3 0-9-16,-3 1-70 0,-4 0-15 0,-2 1-32 0,-3-1-174 15,-4-1-540-15</inkml:trace>
  <inkml:trace contextRef="#ctx0" brushRef="#br1" timeOffset="-100873.52">9249 8599 1944 0,'0'0'145'0,"0"0"34"16,0 0 7-16,0 0-74 0,-1 0-51 0,0 0-29 16,1 0-6-16,-1 0 9 0,1 0-10 0,-18 9-22 0,18-9 6 15,0 1-9-15,0-1 6 16,4 21-6-16,-4-13 1 0,1 2-1 0,1 0 12 16,-1 1 6-16,0-1 3 0,0 1 0 0,0 0 2 0,-2-1-6 15,2 1-2-15,-1-1-1 0,0 0-8 0,0-1-6 16,0 0 4-16,0-1-4 0,0 0 3 0,0-1-30 15,1-1-26-15,-1-6-9 0,0 0-158 0,0 0-103 16,0 1-39-16</inkml:trace>
  <inkml:trace contextRef="#ctx0" brushRef="#br1" timeOffset="-100542">9435 8480 2482 0,'0'0'101'0,"0"0"73"0,-1 0-155 16,1 0-32-16,-1 0 3 0,-9 18-10 0,9-10 26 0,0 2-6 16,0 2 2-16,-1 1-4 0,1 1-4 0,0 0 7 15,0 2-1-15,0-1 4 0,-3 1 5 0,2 1-3 16,-1 1 5-16,0 1-4 0,1 0 15 0,-2 2-1 15,0-1 8-15,0 1-6 0,-1-1 11 16,1 1-14-16,0-3-4 0,1 2-2 0,-1-1-5 16,1 2-5-16,-1 1 4 0,1-2-4 0,0-1 2 0,1-1-7 0,-2-1 1 15,3-3-3-15,-1-2 7 0,-1-1-5 16,2-1-26-16,0-2 4 0,1-8-97 16,0 1-32-16,0-1-3 0,0 1-15 0,0-1-50 15,-1 16-100-15,1-16-58 0</inkml:trace>
  <inkml:trace contextRef="#ctx0" brushRef="#br1" timeOffset="-100140.37">9593 8633 2162 0,'0'0'337'0,"0"0"-212"16,0 0-18-16,0 0-59 0,-1 1-57 0,1-1 9 16,-1 1-7-16,-7 18 7 0,8-19-9 15,0 1 2-15,-2 17 1 0,2-18 2 16,0 0 8-16,0 22 4 0,0-22-6 0,0 1 5 0,0 22-7 16,0-23 0-16,0 16 5 0,0-15-4 0,0-1 5 15,1 23-6-15,-1-23 0 0,0 0-1 0,1 18-7 0,-1-18-98 16,0 1-15-16,0-1-41 0,0 1-145 0</inkml:trace>
  <inkml:trace contextRef="#ctx0" brushRef="#br1" timeOffset="-99757.39">9752 8605 2575 0,'0'0'97'0,"0"0"80"16,0 0-177-16,0 1-34 0,0-1 6 0,0 0-14 0,-2 21 23 15,2-21 9-15,0 0 2 0,1 21 2 16,-1-21 2-16,0 0 4 0,1 20 1 0,-1-20 1 0,0 0 2 16,2 17-3-16,-2-17 1 0,0 1-2 0,0-1 4 15,3 20 3-15,-3-20 1 0,0 0 0 0,0 1 2 0,4 18-10 16,-4-19 0-16,0 0-5 0,1 0 3 0,9 21 0 15,-10-21 2-15,0 0-1 0,0 0-3 0,16 22 4 16,-16-22-1-16,1 0 1 0,14 18 2 0,-10-12 4 16,0 1 0-16,2-2 1 0,-2 2 6 0,0-2 4 15,0 2 1-15,-1-1 1 0,-1-1-1 0,0 2-4 16,0-1-2-16,-3 0 0 0,0-6-3 0,0 0 3 16,0 1 2-16,-4 19 0 0,4-20-5 0,0 0-1 15,-1 1-10-15,1-1 1 0,-17 14-57 0,17-14-45 16,0 0-14-16,-1 0-10 0,-18 0-65 15,19 0-318-15</inkml:trace>
  <inkml:trace contextRef="#ctx0" brushRef="#br1" timeOffset="-99610.78">9757 8642 1199 0,'0'0'179'0,"0"0"316"0,0 0 164 0,1 0-491 0,18-2-113 0,-18 2-41 16,0 0 1-16,21 4-13 0,-22-4 5 0,18 3-7 15,-7-2-3-15,0 1 0 0,1 0-6 0,-1 0-68 16,1 0-13-16,-2 0-30 0,-1 0-132 0,0-1-188 16</inkml:trace>
  <inkml:trace contextRef="#ctx0" brushRef="#br1" timeOffset="-99175.02">9017 8963 1643 0,'0'0'333'15,"-1"0"-197"-15,1 0-15 0,-16 9-59 0,16-9-74 0,0 0 2 16,0 0 3-16,-6 18 2 15,6-18 29-15,0 0-8 0,3 24 10 0,1-16-7 0,-1 4 16 0,2-3-9 16,-1 2 0-16,-1 3-1 0,1-1 18 0,0 3-9 16,-1-1 3-16,1 0-6 0,-1 1-7 0,0 1-16 15,1-1 4-15,-1 0-7 0,0 1-1 0,-1 1-2 16,2-1-2-16,-1 0 1 0,0 0-11 0,1-2-146 16,0 0 10-16,1-1-66 15,1-2-86-15</inkml:trace>
  <inkml:trace contextRef="#ctx0" brushRef="#br1" timeOffset="-98803.45">9505 9074 2724 0,'0'0'141'0,"0"0"-71"16,0 0-17-16,0 0-16 0,0 0-53 0,0 0 16 15,-2 0-4-15,2 1 6 0,-12 20-24 0,11-12 5 16,-1 1-1-16,-1 0 4 0,2 2 4 0,-1 1 7 16,1 0-4-16,0 0 4 15,1-3-3-15,1 0 7 0,0-1-5 0,2 1 6 16,-2-3-3-16,2-2-1 0,-3-5 4 0,0 0-3 0,1 1 5 0,15 10 11 16,-16-11-4-16,1 0 7 0,15-1-6 0,-16 1 6 15,0-1 0-15,20-11 3 16,-20 12 6-16,0 0 23 0,17-17 1 0,-12 9 9 0,1 0 7 15,0-1-24-15,-2 0 0 0,0-1-8 16,-1 0-4-16,-1-1-22 0,1 1 3 0,0-1-10 0,-3 1-6 0,1 1-7 16,-1 0-1-16,-2 1-3 0,2 1-9 0,0 7-18 15,0-1-8-15,-2 1-6 0,-9-18-44 0,11 18-63 16,-1 0-22-16,1-1-24 0,-1 1-164 0</inkml:trace>
  <inkml:trace contextRef="#ctx0" brushRef="#br1" timeOffset="-98574.08">10278 9091 3074 0,'0'0'61'0,"0"0"-55"16,0 0-14-16,0 0-13 0,0 1-80 0,-4 15 6 15,4-16-53-15,0 0 16 0,0 0-271 0</inkml:trace>
  <inkml:trace contextRef="#ctx0" brushRef="#br1" timeOffset="-98411.78">10235 9258 2789 0,'0'0'108'0,"0"0"-75"16,-1 1-24-16,-14 20-11 0,10-14-76 0,-1 1-60 16,2 0-25-16,-1-2-19 0,0 1-167 0</inkml:trace>
  <inkml:trace contextRef="#ctx0" brushRef="#br1" timeOffset="-97357.42">11100 9124 1466 0,'0'0'245'0,"0"0"-16"0,0 0 28 0,0 0-137 0,0 0-114 0,-1 0-23 16,0 0 8-16,1 0-12 0,-1 0 15 0,1 1-12 15,-1-1-1-15,-12 20-3 0,13-20 4 0,0 1 20 16,0-1-1-16,-6 20 10 0,6-20 9 0,0 0 13 16,-4 22 0-16,4-21 5 15,-2 17 8-15,1-9-10 0,0 2 5 0,1-2-9 0,1-1-8 0,-1-8-16 16,0 0 1-16,6 16-4 0,-6-16 10 0,1 1 11 15,0-1-2-15,18 16 4 0,-19-16-10 0,0 0 1 16,20 2-7-16,-12-6 5 0,1-1 1 0,2-1 2 16,-2 2 7-16,2-1-7 0,-1-1-9 15,0-2 10-15,0 0-1 0,-3-3 6 0,-1 1 0 16,1 0-1-16,-2-1-6 0,-1 2 3 0,0-1-13 0,-2-1 3 16,0 0-3-16,-1-1 2 0,1 1-13 0,-2 1-1 15,-1 1-4-15,-1 1 1 0,0 0-12 0,0 2-2 16,-2-1-10-16,1 3 4 15,-1 0-19-15,-1-1-17 0,0 2 1 0,-2 0-11 16,1 1-27-16,-1 2-40 0,0 0-15 0,0 1-16 0,-1 3-124 16</inkml:trace>
  <inkml:trace contextRef="#ctx0" brushRef="#br1" timeOffset="-96830.58">11357 9079 877 0,'0'0'1268'16,"0"0"-914"-16,0 0-160 0,0 0-148 0,0 0-47 16,0 1-11-16,2 20 2 0,-2-21-4 0,0 1 10 0,5 21-9 15,-5-21 7-15,5 15-6 0,-2-7 14 16,2 0 3-16,-3 0-3 0,1-2 3 0,-1 0 2 0,1-2 0 15,-3-5 3-15,0 0-3 0,1 1 11 16,10 15 6-16,-11-16-1 0,0 0 3 0,0 0 4 0,1 1 3 16,-1-1 1-16,19 7-2 15,-19-7-13-15,0 0-1 0,0 0-2 0,22-12 1 16,-22 12-2-16,0 0 6 0,19-17-7 0,-19 17 6 16,14-10-8-16,-7 3 0 0,1 1 4 0,-1 0-4 15,1 0-1-15,-3 1-2 0,1 0-5 0,-6 5 2 16,1 0 1-16,-1 0-9 0,0-1 7 0,1 1-7 0,-1 0 8 15,17-7-10-15,-17 7 5 0,0 0-6 0,0 0 4 0,0 0-3 16,0 0-8 0,1 0 4-16,-1 1-5 0,13 18-1 0,-13-19 4 0,0 0-3 0,1 1 7 15,9 19 1-15,-10-20 4 0,0 0-2 16,10 20 3-16,-10-20 1 0,0 0-1 0,16 17 1 16,-16-17 7-16,1 0 7 0,21 8 2 0,-21-8 2 0,15 4 4 15,-7-5-3-15,0 0-3 0,1-1 0 0,0-3-3 16,0 1 4-16,0-1 3 0,-2-1 0 0,1 1 12 0,-1-1-5 15,-1 0 4 1,0-1-3-16,-2 1 8 0,-1 0-26 0,0 0 4 16,-1-1-12-16,-1 2-11 0,-2 5-9 0,0 0-4 0,0 0-3 15,0-1-34-15,5-15-56 0,-5 16-14 0,0 0-21 16,0 0-113-16,0-1-329 0</inkml:trace>
  <inkml:trace contextRef="#ctx0" brushRef="#br1" timeOffset="-86892.49">9196 7570 1493 0,'0'0'142'0,"0"0"-42"16,0-1 66-16,-1 1-124 0,1-1-2 0,-1 1-13 0,1 0 7 15,0-1-3-15,-1 1 2 0,0-1-15 0,-17-13-3 16,18 14 4-16,0 0-2 0,0 0 16 0,0 0-10 15,0 0 5-15,0 0-5 16,0 0 13-16,0-1 2 0,0 1-2 0,0-1 1 0,1 1-5 16,17-16-4-16,-18 16-2 0,1 0-3 0,-1 0-9 15,0 0-5-15,18-4-1 0,-18 4-1 0,1 0 0 0,-1 0-3 16,19-1 4-16,-19 1-4 0,1 0 5 0,16 1-7 16,-17-1 5-16,1 0-7 0,16-1 0 0,-17 1 6 15,1 0 1-15,18 1 4 0,-19-1-1 0,1 0 3 16,21 1-5-16,-22-1 4 0,0 0-4 0,21 3 0 15,-21-3 1-15,1 0-1 16,19 1 1-16,-20-1-1 0,0 0 2 0,21 4-2 16,-12-3 1-16,0 0 4 0,0-1 0 0,0-1 1 15,1 2-2-15,-2-1 8 0,2 0-4 0,0 0 6 0,-1 1-9 16,0-1-4-16,1 1 3 0,-1-1-2 16,-1 0 3-16,1 0-5 0,-1 0-1 0,1 0-1 0,-1 2 1 15,0-2-1-15,0 0-2 0,0 0 1 0,1 0-3 16,-2 0-2-16,1-1 2 0,-1 1-2 0,0 0 3 0,1 0-3 15,0 0 5-15,-1-1-5 0,2 1 7 0,-1 0 0 16,1 1-1-16,0-1 4 0,-1-1 8 0,1 1-10 16,-1-1 3-16,0 1-5 0,1-2 8 0,-2 1-3 15,0 1 2-15,1 0-3 0,-1-1-1 0,0 0-4 16,0 1 4-16,-1-2-4 16,0 2 2-16,0 0 4 0,-1-3-6 0,2 3 6 0,-7 0-3 15,0 0-2-15,0 0 3 0,18-3-3 0,-18 3 0 16,1 0 1-16,0 0-4 0,18-4 2 15,-19 4-5-15,0 0 0 0,1 0 3 0,16-2-1 0,-17 2 7 16,1 0-6-16,15-4 1 0,-16 4-3 0,1 0 3 16,-1 0 5-16,18-2-5 0,-18 2 5 0,1 0-2 0,0 0-1 15,-1 0 3-15,17-3-3 0,-17 3 4 0,0 0-5 16,0 0 1-16,1 0-2 0,0 0 2 0,-1 0-6 16,18-3 4-16,-18 3-4 0,0 0 3 0,0 0 0 15,0 0-1-15,0 0 1 16,1 0-3-16,-1 0 1 0,1 0 1 0,-1 0-1 0,18-4-3 0,-18 4 4 15,0 0-1-15,0 0 2 0,0 0-3 0,0 0-1 16,0 0 1-16,1 0 0 0,-1 0 4 0,1 0-2 16,-1 0-2-16,1 0 0 15,-1 0-4-15,0 0 3 0,1 0 1 0,0 0 0 16,-1 0 8-16,0 0-7 0,0 0 3 0,1 0-3 16,0 0 1-16,-1 0-1 0,0 0-3 0,1 0 1 0,-1 0 1 15,1 0-1-15,0 0 4 0,-1 0-4 0,0 0-4 16,1 0 6-16,-1 0-1 0,1 0 3 0,-1 0-7 15,0 0 7-15,1 0-4 0,-1 0 4 0,1 0-4 16,0 0-2-16,-1 0 4 0,0 0-1 0,0 0 1 0,1-1-1 16,0 1 0-16,-1 0 0 0,0 0 4 0,0 0-4 15,0 0-5 1,0 0 0-16,0 0-9 0,0 0-11 0,0 0 0 0,0 0-4 16,0 0-13-16,0 0-9 0,0-1-2 0,0 1-3 15,0 0-13-15,0-1-31 0,0 1-6 0,0 0-15 16,0 0-77-16,0 0-147 0,0-1-87 0</inkml:trace>
  <inkml:trace contextRef="#ctx0" brushRef="#br1" timeOffset="-85988.83">9099 8418 937 0,'0'0'512'0,"0"0"-202"0,0 0 258 0,0 0-537 16,0 0-27-16,0-1-29 0,0 1 19 0,0-1-8 15,0 1 17-15,18-8-4 0,-18 8 0 0,1 0 1 16,0-1 2-16,20-9 9 0,-20 10-3 0,15-3 3 15,-8 1-1-15,3 1 16 0,-1-1-2 16,1 0 0-16,0 1-1 0,1 0-1 0,-1 0 9 16,0 0-6-16,0 0 5 0,0 1-17 0,-1 0 4 15,2-1-2-15,-1 1 1 0,1-1-3 0,0 0-3 0,-1 1 1 0,2-1-2 16,0 0 2-16,2 0 4 16,0 0 2-16,0 1 2 0,1-1 5 0,0 1-6 0,-1-1 0 15,0-1-2-15,-2 1-1 0,0 0 9 0,-1-1-4 16,0 2 4-16,1 0-14 0,-2-1 5 0,0 0 0 15,0 0 1-15,-1-1-3 0,1 1 1 0,-1 1-2 16,0 0 3-16,-1 0 1 0,1-1 6 0,-1-1-1 16,0 1 1-16,0 0-11 0,0 1 7 0,-1-1-7 0,-1 0 5 15,-1 0-7-15,-6 1 1 16,1 0 6-16,0 0-4 0,17-1 13 0,-18 1-8 16,1 0 1-16,-1 0-4 0,1 0-1 0,15-1-7 15,-16 1 0-15,0 0-2 0,1 0 3 0,-1 0-9 16,0 0 6-16,1 0-7 0,-1 0 6 0,1 0-9 15,14-4-7-15,-15 4-8 0,0 0-92 0,0 0-67 16,0 0-26-16,1 0-11 0,-1 0-92 0,1 0-158 0</inkml:trace>
  <inkml:trace contextRef="#ctx0" brushRef="#br1" timeOffset="-84980.52">9179 9027 1636 0,'0'0'137'0,"-1"0"236"0,1 0-244 0,0 0-85 0,-1 0-1 16,1 0-28-16,-1 0-8 0,1 0 6 0,0 0-1 15,0 0 1-15,0 0-18 0,0-1 3 0,0 1-2 16,0-1 4-16,19-12 10 0,-19 13 2 0,0 0 1 16,21-2 1-16,-21 2 17 0,1 0 15 0,21-1 3 15,-22 1 3-15,17 0 2 0,-8 1-15 0,0-1 2 16,2 1-8-16,0-1-2 0,2 0-1 0,0 2-2 15,1-2 0-15,-1 1-6 0,3-1-2 0,4-1-1 16,0-1-2-16,2-2-7 0,1 2 1 16,-1 1-3-16,-1-1 0 0,1 0-7 0,-2-2 2 0,1 2 1 15,0-1 1-15,0 1-3 0,3-1 1 0,-1 1 1 16,-1 2 1-16,-1-2 13 0,-1 2 4 0,-2 0 2 16,0 0 0-16,-2 1 9 0,1 0-13 0,-2 0 1 15,2 2-6-15,-1-3-10 0,1 2 1 0,0-1-4 16,2 0 2-16,-1 0-6 0,-1 0 3 0,-1 1 1 15,-2-2 0-15,-1 0-8 0,0 0-3 16,-1 0-9-16,-2 0-1 0,3 0-71 0,-2-2-286 16,3 1-51-16</inkml:trace>
  <inkml:trace contextRef="#ctx0" brushRef="#br1" timeOffset="-77858.86">9650 9069 840 0,'0'0'142'0,"0"0"-55"0,-1 0 68 0,0 0-193 15,1 0-24-15,-1 0-29 0,-16-7-30 0,17 7 16 16,0 0-7-16,0 0 72 0,0 0 80 0,0-1 2 16,0 1 32-16,0-1 29 0,0 1-22 0,-10-18-3 0,10 18-7 15,0 0-17-15,0 0-2 0,0 0 0 0,0 0 1 16,0-1 13-16,0 1 4 0,-1-1-1 0,0 1 3 16,-14-16-2-16,15 16 3 0,0 0-5 0,-1 0 3 15,1 0-19-15,-16 3-7 0,16-3 4 0,-1 0-6 16,1 0 1-16,0 0 8 0,0 0-4 0,-18 1 5 15,18-1-7-15,0 0-11 0,0 0-2 16,0 0-3-16,0 0-13 0,-1 0-8 16,1 0 6-16,-1 0-7 0,1 0 3 0,0 0 0 15,-1 0-8-15,1-1 7 0,-1 1-4 0,1-1 1 16,-16-7 9-16,16 8-5 0,0 0 13 0,-1 0-6 16,1 0 3-16,-1 0-2 0,1 0 2 0,-17 1-9 0,17-1-2 15,0 0-3-15,0 0-7 0,-1 0 2 0,1 0-1 16,0 0 1-16,-17 10-2 0,17-10-12 15,0 0-3-15,0 0-2 0,-1 1-8 0,-10 16-6 16,11-17 4-16,0 0-6 0,-7 20 5 0,7-20-60 0,0 1-31 16,-1 22-22-16,2-14-237 0</inkml:trace>
  <inkml:trace contextRef="#ctx0" brushRef="#br1" timeOffset="-77042.03">11074 9378 1443 0,'0'0'246'16,"0"0"88"-16,0 0-1 16,0 0-239-16,0 0-83 0,0 0-31 0,0 0-4 0,0 0 11 15,0 0 18-15,0 0 6 0,0 0-3 0,1 0 6 16,-1 0 11-16,17-1 5 0,-17 1 7 0,1 0-2 15,17-2 7-15,-18 2 8 0,0 0-2 0,17-2 4 16,-9 1 2-16,0 1-1 0,1-1-6 16,0 1 2-16,1 0-20 0,0 0-11 0,1 0 3 15,1 0-4-15,0-1 6 0,0-1-4 0,1 1-2 0,0-1-1 16,2 1-6-16,-2 1-11 0,2-2 4 0,-1 1-4 16,0 0 9-16,-1 0-3 0,2 0-3 0,0 1 1 15,1-1 0-15,1 1 0 0,-1-1 1 0,-2 1 0 16,0-1-2-16,-2 0 7 0,-1 1 5 0,1 0-1 15,-2 1 13-15,1 0-1 0,-1 0-6 0,0 0 2 16,1 0-9-16,-2 0 6 0,1-1-6 0,0 0 4 16,-1 1-16-16,1 1 3 0,-2 0 3 0,3 1-2 15,0 0-3-15,-2-3 0 0,2 2-1 0,-3-1 0 16,1-1-11-16,-2 1-35 0,0-1-11 0,-1 1-13 16,0-1-87-16,-1 0-134 0,-5 0-64 15</inkml:trace>
  <inkml:trace contextRef="#ctx0" brushRef="#br1" timeOffset="-47959.05">9207 1560 1554 0,'-4'4'27'0,"0"0"-11"0,-1 0 24 16,0 0 82-16,2 0-16 0,3-4 21 0,0 1-35 0,0-1 4 15,-10 19-6-15,10-19 4 0,0 1-22 0,-13 16-6 0,10-9-5 16,0 1-22-16,0 0 0 0,0-1-2 0,1 3 0 16,-1 0-1-16,1 1-5 15,0 2 2-15,-1 3-4 0,0 1-1 0,1 3-18 16,-2 1 6-16,1-1-9 0,2 2 0 0,-1 0 3 16,0-2-7-16,1 2 6 0,0 1-6 0,0 0 2 15,-2 3 1-15,1-1-1 0,0 0 0 0,0-2 3 16,0-2-1-16,-2-1 1 0,1 0-4 0,-1 1 29 15,1 0-5-15,-2 1 13 0,0-2-16 0,0-1-9 16,-1-1-2-16,-1-1-1 0,0-2-5 0,-2-1-1 16,0 0-1-16,0-3-1 0,-1 0-18 0,0-1-103 15,0-1-9-15,-2-1-46 0,1-2-159 0,2-1 959 0</inkml:trace>
  <inkml:trace contextRef="#ctx0" brushRef="#br1" timeOffset="-46757.14">10151 1636 384 0,'0'0'370'0,"0"0"-151"15,-1 0 209-15,1 0-200 0,-17-13-41 0,17 13 20 16,0 0-88-16,-1 0-2 0,0 0-12 0,1 0-13 16,-24-8-15-16,24 8 0 0,0 0-6 0,0 0-5 15,-1 1-20-15,1-1 1 0,-18 19-9 0,18-19-2 0,0 0-14 16,0 1 7-16,-15 19-9 0,15-20 5 0,-8 16 0 16,4-7-9-16,-1 2 5 0,1 3-11 0,0 0-5 15,0 2 6-15,1 3-6 0,0 0 8 0,0 1-5 16,1 0 3-16,1 1-5 0,-2-1 1 0,1-1-4 15,1 3-1-15,-1 0 0 0,-1 0 6 0,1 2-5 16,-1-2 2-16,2 0-4 16,-1 0-3-16,1-3 7 0,0-1-2 0,-1-2 4 15,1 1-5-15,0-1 5 0,0 1-4 0,1-1 3 16,-2-1-3-16,1-2 1 0,1-1 5 0,-2-1-4 0,2-1 2 16,-1-1-1-16,0-3 1 0,1-6-2 0,0 1-28 15,0-1-32-15,0 1-16 0,0-1-4 0,-1 1-50 16,0-1-37-16,1 1 0 0,-18 3-16 0,18-4-25 15,-9-12-94-15,5 3-83 0</inkml:trace>
  <inkml:trace contextRef="#ctx0" brushRef="#br1" timeOffset="-46517.07">9877 1827 1373 0,'0'0'223'0,"0"0"-96"0,0 0 70 0,-1 0-135 0,1 0 126 15,0 0-68-15,-1 0 14 0,0 0-39 0,1 0-21 16,0 0-19-16,-2 16 2 0,2-16-11 0,0 0-14 0,22 10 10 16,-11-7-3-16,2-3 4 0,2 2-11 0,1-1-5 15,1-1 1-15,0-2-2 0,1 1-10 0,1-1-14 16,-1 1 2-16,2 0-4 0,-1 2 8 0,1-2-2 16,-1 1-2-16,-2 0-1 0,-1-1-3 0,-1 1 3 15,-3-2-2-15,0 1 2 0,-1 0-6 0,-2 1-38 16,1-2-37-16,-3 2-11 0,1-2-213 15,-3-1-216-15</inkml:trace>
  <inkml:trace contextRef="#ctx0" brushRef="#br1" timeOffset="-46070.31">10478 1735 2074 0,'0'0'17'0,"0"0"140"15,0 0-43-15,0 0 68 0,-1-1-107 0,1 1-3 16,-17-4-11-16,17 4 2 0,0 0-39 0,0 0 1 16,0 1-6-16,-20 20 4 0,15-13-8 0,0 1 0 15,-2 2-2-15,2 2 1 0,0 0 2 0,-1 1 5 16,2 1-1-16,0-1 0 16,0 1-4-16,1 2-9 0,1-2 5 0,-1 3-9 0,2-1-4 15,1 1 1-15,0 1-3 0,0-3 3 0,1 1-1 0,2-3 1 16,-1-1 1-16,1-1-1 0,2-1-5 0,0-3-6 15,0 0 0-15,0-2-2 0,0 0 0 0,0-1-12 16,1-2 0-16,-1-1-8 0,1-2-25 16,0 0-31-16,0-2-17 0,0 1-8 0,0-1-101 15,-1-2-86-15,1 1-17 0,2-4-60 0,-3 0-420 0</inkml:trace>
  <inkml:trace contextRef="#ctx0" brushRef="#br1" timeOffset="-45744.38">10532 1829 2061 0,'0'0'11'15,"0"0"130"-15,0 0-49 0,0 0 68 0,0 0-121 16,0 0 4-16,0 1-12 0,0-1 8 0,7 17-20 0,-7-17 9 15,0 0-5-15,0 1 5 0,9 15-12 0,-9-16-2 16,0 0 0-16,0 1-2 0,11 19-2 0,-11-20 0 16,0 0-3-16,11 19 1 0,-11-19-8 0,1 0 1 15,10 20 3-15,-7-13-1 0,0 1-3 0,0-1 4 16,1 0-4-16,0 0 6 0,0-1-2 0,0 0-3 16,-1 0 0-16,1 0-1 0,-1-1 1 0,-4-5 1 15,0 1-2-15,1-1 2 0,0 1 3 0,14 17-8 16,-15-18-12-16,0 0-4 15,0 0-80-15,0 0-51 0,1 0-13 0,-1 0-18 16,1 1-89-16,0-1-359 0</inkml:trace>
  <inkml:trace contextRef="#ctx0" brushRef="#br1" timeOffset="-45487.67">10665 1849 1806 0,'0'0'35'0,"0"0"138"16,0 0-44-16,0 0 71 0,0 0-106 0,0 0-29 16,0 0-1-16,0 0-9 0,-1 0-13 0,1 0-12 15,-15 19-4-15,10-11-2 0,0 0-16 0,-3 1 0 16,1 4-2-16,-2-1 2 0,-1 2 1 0,0 0-5 15,-1 0-1-15,0 0-1 0,0 0 1 0,-1-1-74 16,1-2-12-16,1-1-32 16,0-2-122-16,1 0-285 0</inkml:trace>
  <inkml:trace contextRef="#ctx0" brushRef="#br1" timeOffset="-45033.25">10108 2095 1561 0,'-5'-1'75'0,"5"1"131"16,0 0-195-16,0 0 87 0,-1 0-35 0,0 0 46 16,1 0-59-16,0 0 12 0,-1 0-4 0,0 1 1 0,1-1-32 15,0 1-5-15,0-1 0 0,0 0-2 0,0 1-3 16,0-1-8-16,16 18 1 0,-16-18-4 0,1 0-4 0,17 11 5 15,-18-11-4-15,0 1 4 0,21 11-6 0,-13-7-1 16,-1 1 3-16,1 0-2 0,-1 1 3 0,0 0-3 16,0 0-1-16,-1 1 0 0,1 1-2 0,-1-1 4 15,-1 1 1-15,-1-1 2 0,0 0 2 0,0 0-4 16,-2-1-1-16,0-2-4 0,-2-5-51 0,0 1-88 16,0-1-7-16,0 1-34 0,0-1-93 0</inkml:trace>
  <inkml:trace contextRef="#ctx0" brushRef="#br1" timeOffset="-44853.63">10228 2073 1394 0,'0'0'224'16,"0"0"-88"-16,0 0 112 0,0 0-213 0,-1 1 153 0,1-1-127 15,-11 18 23-15,11-18-58 0,-7 14 43 0,3-3-2 16,-2 2 6-16,-2 2-11 0,1 1-30 0,-2-1-11 15,0 1-10-15,0 1 3 16,-1-1-11-16,0-1-6 0,1-2-32 0,-1-2 0 16,2-2-165-16,0-1-158 0,0-1-228 0</inkml:trace>
  <inkml:trace contextRef="#ctx0" brushRef="#br1" timeOffset="-43738.01">9153 2363 487 0,'0'0'456'0,"0"0"-197"0,0 0 252 0,0 0-349 0,-1 0-28 16,1 0 21-16,-1 0-59 0,1 0-5 0,0 1-4 15,-1-1-11-15,-17 3-22 0,18-3 3 0,0 0-10 16,0 0-9-16,0 0-9 0,0 0-6 0,0 0 0 16,0 0-12-16,0 0 1 0,0 0 0 0,2 0-1 0,-2 0-4 15,19 0 2-15,-19 0-1 0,1 0 3 16,17-1 0-16,-17 1-5 0,14-4 3 0,-6 1-3 0,1 0-1 15,-2-2 1-15,1 0-1 16,1 0 1-16,-1 0-1 0,-1-1 3 0,0 0-4 16,-1-1 3-16,-1 0-11 0,0 0 7 0,-1 0 1 15,0 1 4-15,-2-1 4 0,0 1-1 0,0-1 2 0,-2-1 0 16,-1 0 9-16,0 0 8 0,-2 1 2 16,0 0 1-16,0 0-1 0,-1 0-14 0,0 0 0 15,-1 1-4-15,0 1-1 0,1 0-1 0,3 5-4 0,0 0 1 16,-1-1-3-16,1 1-2 0,-1-1 3 0,-16-10-3 15,17 11-7-15,0 0 3 0,0 0 0 0,0 0 2 16,-1 0 0-16,0 0-6 0,1 0-7 0,0 0 1 16,0 0 0-16,0 0 1 0,0 0 3 0,0 0-3 0,1 0 1 15,0 0 8-15,20 6-1 0,-21-6 2 0,1 0 3 16,22 3-5-16,-14-2 5 16,0 0-5-16,0 1 2 0,1 0-1 0,1 0 2 15,-2 1 0-15,0 0 0 0,0 1 0 0,-1 0-4 16,1 2 2-16,-1 0-1 0,-1 0-4 0,0 1 5 15,-2 1-4-15,-1 1 7 0,0 1 0 0,-2-2-2 16,1 2 1-16,-3-1 2 0,0-2-3 0,1 2 3 16,-1-1-3-16,0 1 2 0,0 0-3 0,0 0 3 0,1 0-2 0,-1 0 5 15,1-3-6-15,2 1 0 0,-1-1-2 0,2-1 6 16,0-1-3-16,0-1 2 16,2-1-2-16,0-1 0 0,2-1 1 0,-1 0-2 15,1-1 1-15,1 0-1 0,-1-1-2 0,1 1 2 16,0-2 0-16,-1 1 0 0,0-1-5 15,-2-1 3-15,1 0-13 0,0 0-86 0,-2 0-116 0,1 0-24 16,-6 4-32-16,0 0-124 0</inkml:trace>
  <inkml:trace contextRef="#ctx0" brushRef="#br1" timeOffset="-43286.78">9090 2540 1267 0,'0'0'457'0,"0"0"-340"0,0 0-40 0,0 0-46 16,0 0 137-16,0 0-70 0,0 1 16 0,0-1-35 15,0 0 11-15,19 10-15 0,-19-10 0 0,0 0-6 16,25 3-5-16,-15-4-14 0,2-1-4 0,2 1-4 16,-1-3-4-16,3 2 13 0,0 1-1 0,0-3 4 15,2 2-11-15,0 0-19 0,1-3 2 0,-2 1-9 0,1 0-10 16,-1 0-2-16,-1 2-5 15,2-2 2-15,-1-1 3 0,2 1-3 0,-1 0 7 16,0 0-8-16,-1 1 1 0,-1 0-2 0,-2 0 1 16,-2 0 1-16,-1 0 5 0,-3 1-7 0,1 0 0 0,-3 1-2 15,0 0 4-15,-6 1-2 0,0 0 0 0,1 0-3 16,0 0-21-16,-1 0-75 0,0 0 3 0,1 0-33 16,-1 0-50-16,0-1-50 0,0 1-25 0,0-1-25 15,-1 1-269-15</inkml:trace>
  <inkml:trace contextRef="#ctx0" brushRef="#br1" timeOffset="-43015.1">9122 2571 2217 0,'0'0'62'15,"0"0"20"-15,0 0-53 0,0 0 85 0,0 1-15 0,0-1 31 0,0 1-58 16,1-1-6-16,0 1 3 0,21 8-6 0,-13-9-16 15,4-2-5-15,1-1-2 16,3 0 1-16,0-2-8 0,1 1-17 0,0-1 3 16,1 1-8-16,-2 0-7 0,-1 1 4 0,1 0-6 0,-2 0 6 15,0-1-14-15,-1-1 11 0,2 1-5 0,0 0 8 16,2 1-4-16,-1 0-5 0,-1 0 1 0,-1 0-3 16,-1 0 3-16,-2-1-4 0,-1 1 1 0,-1-1-2 15,-2 2-5-15,0-2-126 0,-2 1-6 0,-6 3-53 16,0 0-108-16,1 0-127 0,-1 0-119 0</inkml:trace>
  <inkml:trace contextRef="#ctx0" brushRef="#br1" timeOffset="-41939.36">11121 1957 1489 0,'0'0'133'0,"0"0"59"0,0 0 43 0,0 0-117 15,-1-1 27-15,-9-18-58 0,10 19-2 0,0 0-18 16,-4-19-5-16,3 19-29 15,-9-19 1-15,10 18-9 0,0 1 12 0,-9-21-2 16,9 21 9-16,0 0-8 0,-1-1 3 0,1 1-9 16,-15-18 2-16,15 18-3 0,0 0-2 0,-1-1-13 15,1 1-2-15,-16-12-3 0,16 12-2 0,-1 0-4 16,0 0 0-16,1 0-1 0,-16-2-6 0,16 2 0 16,0 0-5-16,-1 0 1 0,0 0-14 0,-19 17 12 0,15-10-6 15,-1 2 8-15,0 3 1 0,-1 2-6 0,1 3 5 16,0 2-5-16,2 0 9 0,0 1-2 0,2-1 5 0,1-1-3 15,1-1 3-15,1-3 0 0,1-2-6 0,2-2 3 16,0-2-7-16,2-1 5 0,-1-1 1 0,2-2 0 16,-1 1-9-16,3-3-2 0,-1-2-2 0,1 0 0 15,1-2-11-15,-1-3 18 16,2 0-7-16,-1-2 12 0,1-2-1 0,-2-1 0 16,2-1 7-16,-1-4-4 0,0 0 4 0,-1-3 3 15,1 1-4-15,0-2 4 0,-2 1 2 0,0 0 0 16,-3 0 1-16,1 2-1 0,-2 1 4 0,-1 1-7 15,1 2 5-15,-3-1-5 0,0 1 11 0,-1-1-8 0,1 1 4 16,-1 1-5-16,2 1 2 0,-2 0 14 0,0 0-7 16,0 0 10-16,0-1-1 0,0 1 4 0,-1 1 4 15,0 0 0-15,0 2 6 0,0 1-9 0,0 0-1 16,-2 0-2-16,3 6-5 0,0 0 0 0,0 0-4 16,-1-1 1-16,1 1-13 0,-1-1-21 0,1 1 2 0,-17-4-9 15,17 4 6-15,0 0-3 0,-6 19 4 0,4-8-2 16,1 1 13-16,0 3 0 0,-1 1 1 0,2 2-1 15,0 1 5-15,0 1-1 0,1 0 3 0,-1 0-3 16,0 2 7-16,1 1-4 0,-2 1 0 0,1 2-1 16,0-1-1-16,0-2 8 15,3-2-5-15,-2-4 7 0,3-1 0 0,-2-3-69 16,2-3-20-16,0-1-32 0,1-2-182 0,0 0-107 16,1-3-93-16</inkml:trace>
  <inkml:trace contextRef="#ctx0" brushRef="#br1" timeOffset="-41718.64">11324 1908 1754 0,'0'0'107'0,"0"0"-53"0,0 0-6 16,0 1 1-16,8 19 35 0,-8-20-31 0,0 1 4 0,0 22-6 16,0-13 28-16,1 1-20 15,0-1-5-15,0 2-3 0,0-1-5 0,0-1-15 16,2 1-4-16,-1-2-5 0,1 0-15 0,0-1 0 15,0-1-1-15,0-1 0 0,0 1-5 0,-3-7-1 16,0 0 5-16,0 1-5 0,18 13-4 0,-18-14-85 16,2 0-4-16,-2 0-34 0,17 1-54 0,-17-1-106 15,1 0-28-15</inkml:trace>
  <inkml:trace contextRef="#ctx0" brushRef="#br1" timeOffset="-41565.76">11435 1916 1583 0,'-3'4'16'0,"-2"2"144"0,0 1-45 0,-2 2 67 16,-1 1-141-16,-5 5 13 0,-2 1-8 0,-1 2 12 16,0 0-14-16,-2 1-23 15,1-1 1-15,0-2-9 0,-1 1-7 0,-1-1-155 16,1-1-15-16,-1 1-71 0,0-2-258 0</inkml:trace>
  <inkml:trace contextRef="#ctx0" brushRef="#br1" timeOffset="-41290.35">10794 1765 1944 0,'0'0'-31'0,"0"0"122"0,0 0-55 0,0 0 74 16,1 1-104-16,10 18 7 0,-8-11 0 0,-1 3 5 16,0 2 12-16,1 0-8 15,-1 3 4-15,0 1-7 0,0 0 0 0,-2 2-3 16,0 2-4-16,-1 2 2 0,-1 2 0 0,-1 0-2 16,-1 0 2-16,-1-1-3 0,-1-3-2 0,1 0-19 15,0 0-54-15,0 0-1 0,0-1-259 0</inkml:trace>
  <inkml:trace contextRef="#ctx0" brushRef="#br1" timeOffset="-40884.07">11730 1814 2030 0,'0'0'142'0,"0"0"-71"15,0 0-12-15,0 0-2 0,0 0 48 0,0 0-38 0,0 0-1 16,0 0-11-16,0 0-3 0,1 0-16 0,19 2 1 16,-20-2-6-16,0 0-1 0,24 1-16 0,-14-1-2 15,0 0-4-15,0-1-4 0,1 1-3 0,-1-1 3 16,2 0-3-16,-2 1 3 0,0 0-1 0,-1-2 2 16,0 1-2-16,-1 0-2 0,-2 1-38 0,0-1-22 0,-6 1-11 15,1 0-105-15,-1 0-22 16,0 0-26-16,1 0-12 0,-1 0-212 0</inkml:trace>
  <inkml:trace contextRef="#ctx0" brushRef="#br1" timeOffset="-40671.86">11691 1981 2042 0,'2'5'-14'0,"0"1"103"0,2-2-29 0,3 1 51 16,0-1-61-16,2-1 32 0,1 0-14 0,1-2 16 15,1 0-34-15,1-1-1 0,2 0-3 0,2-1 0 16,1-1-20-16,0 0-17 16,1 0 5-16,-2-1-8 0,1-1 4 0,-3 0-7 15,0 0-2-15,-3 0-1 0,1-1 0 0,-3 0-2 16,0 1-5-16,-1-1-4 0,-2 2-73 0,0-1-124 16,0 1-9-16,-2-1-48 0,2 0-125 0</inkml:trace>
  <inkml:trace contextRef="#ctx0" brushRef="#br1" timeOffset="-39852.89">12230 1698 1509 0,'0'0'81'0,"0"0"144"0,0-1-110 0,0 1 33 0,0 0-7 16,0 0 5-16,0 0-56 0,0 0-7 0,0 0 4 15,0 0-9-15,0 0-20 0,1 0-9 0,-1 1-1 16,6 22-3-16,-7-15-11 0,-1 2 2 0,2 2 0 16,-1-1 2-16,0 2 11 0,1 1 3 0,-2-1-7 15,1 1 4-15,0 0-21 0,0 0 3 0,0-1-3 0,-1-1 1 16,1 3-11-16,-2-3 0 15,2 3-2-15,-1 3 0 0,1-2-11 0,-1 2-1 16,0 0 2-16,0-2-2 0,0 0-3 0,2-3 3 16,0 0 2-16,-1-1 0 0,1-3-1 0,0-1 5 15,-1 0-8-15,2-1 5 0,-1-1-8 0,0 1 6 16,0-7 3-16,0 0 0 0,0 0-1 0,-2 17 1 16,2-17-3-16,0 0 2 0,0 1-4 0,0-1-2 15,0 1-2-15,0-1-3 0,0 1-23 0,0-1-8 16,0 0-3-16,0 0-1 0,0 0 0 0,0-1 7 0,0 1-1 15,4-19 3-15,-4 19 7 0,3-15-10 16,-3 6 8-16,3-2-8 0,-2-3 11 0,0 0 2 0,0-3 0 16,0-1 2-16,0-2 5 0,0 0 14 0,0-2-3 15,-1 0 7-15,0-1-3 0,2 3 4 0,-2-1-5 16,2 2 4-16,1-1-2 0,-2 1 2 0,1 1 9 16,0 2-4-16,0 1 19 0,-1 2 2 0,0 2-3 15,0 0 3-15,0 3-5 0,0 1-10 0,-1 7 2 0,0-1-5 16,0 1 0-16,0-1-8 0,0 1 3 0,0-1-5 15,0 1-3-15,0 0-15 0,0 0-1 0,0 0-3 16,0 0 6-16,-6 21 0 16,5-9 8-16,1 3-4 0,-1 1 8 0,0 3 4 15,1 1-3-15,0 1 6 0,0-2-6 0,0 0 1 16,-2 0-1-16,2 2 1 0,-1 1-1 0,1 3 1 0,-2-1 0 16,1 0-1-16,-1-2 2 0,2-1 4 0,0-2-5 15,0-4 4-15,0-2-6 0,-2-1 0 16,2-1 4-16,2 0-2 0,-2-1-1 0,3-3 0 15,-3-7-29-15,0 1 11 0,0-1-91 0,2 17-44 16,-2-17-2-16,0 0-23 0,0 0-57 0,0 0-128 16,0 0-94-16</inkml:trace>
  <inkml:trace contextRef="#ctx0" brushRef="#br1" timeOffset="-39235.46">12034 2348 1458 0,'0'0'199'0,"0"0"-91"0,0 0 123 0,0 0-58 16,0 0-47-16,0 0 23 0,0 0-75 0,0 1-6 15,1-1 1-15,-1 1-3 0,1-1-17 0,17 10 3 0,-18-10-8 16,17 1-3-16,-6-1 3 0,1 0-4 0,2 0 2 15,0 0-19-15,1-2 4 16,-2 1-3-16,1-2 3 0,1 3-13 0,-2-2 1 16,0 1-4-16,-1 0 2 0,0-1-6 0,1 1-4 0,0 0 0 15,1 0 0-15,-2 1 4 0,1-1-4 0,-3 0 3 16,1 0-4-16,-2 1 0 0,-1-1-1 0,0 1-1 16,-2 0 0-16,-6 0 4 0,0 0-4 0,0 0 1 15,17-3-1-15,-17 3 1 0,0 0-27 0,0 0-6 0,0 0-11 16,0 0-37-16,0 0-32 0,0 0 3 0,0-1-17 15,0 1-37-15,0-1-21 16,0 1-18-16,-1 0-5 0,-15-16-109 0</inkml:trace>
  <inkml:trace contextRef="#ctx0" brushRef="#br1" timeOffset="-39022.11">12060 2338 1248 0,'0'0'414'0,"0"0"-302"15,-1 0-57-15,1 0-20 0,0 1 129 0,-1-1-56 16,1 1 3-16,0-1-21 0,0 1 10 0,1-1-22 16,13 13 5-16,-4-12-13 0,1 0 5 0,2-1-25 15,0-1 6-15,1 0-15 0,1 1-16 0,-1-1-10 16,0 1-6-16,-1 0 0 0,0 1-7 0,-2-1 1 16,1 0 4-16,-1 1-2 0,-2-1-1 0,2 0-3 0,1 1-1 15,-3 0 0-15,0-1-1 0,0 0-191 0,-2-2-7 16,1 1-86-16,0 1-206 0</inkml:trace>
  <inkml:trace contextRef="#ctx0" brushRef="#br1" timeOffset="-37801.6">5498 8358 2378 0,'-7'-4'113'0,"2"-1"-2"15,-1 1 2-15,6 4-8 0,0 0-63 0,0 0-52 0,0-1-11 16,-1 1 8-16,1 0-11 0,0 0 4 0,0 0 6 16,0-1-2-16,0 1 13 0,1-1-3 0,20-6 3 15,-11 7-2-15,3 1 4 0,1-1 6 16,1 1 1-16,3 1 3 0,1-1 0 0,2-1 7 0,1 0-5 16,4 0 8-16,3 0-5 0,3-1 2 0,2-1 0 15,2 0 0-15,-1-1-3 0,1 0 7 0,0-1-6 16,2 0 5-16,-1 1-13 0,-3-1 7 0,-4 1-4 15,-1-1 4-15,-3 2-11 0,-1 0 1 0,-1 2 1 0,-3 0-1 16,-2-1-6-16,-3 1 7 0,-1 1-4 0,0-1 7 16,-2 1-4-16,-2 0-2 0,-1 0-10 0,-2-1-2 15,-2 0-66-15,-6 0-43 0,1 0-6 0,0 0-15 16,15-2-53-16,-16 2-33 0,0 0-16 0,0-1-5 16,0 1-44-16</inkml:trace>
  <inkml:trace contextRef="#ctx0" brushRef="#br1" timeOffset="-37577.79">6138 8153 1223 0,'-6'-7'232'0,"0"1"615"0,0-1-612 0,0 1-143 16,3 0-2-16,3 6-49 0,0-1-32 0,0 1 2 15,-1 0-4-15,0-1 3 0,1 1-23 0,0-1-7 0,0 1 0 16,0-1-1-16,0 1 1 0,12 2 11 0,-5 4 0 16,3 1 5-16,0 1 9 0,0 0 3 15,0 1 0-15,1 1 2 0,0 0 5 0,-1 2 3 16,1 1 5-16,-3 2-3 0,-1 0 6 0,-2 1 3 0,0 1-5 15,-2 0 4-15,-3 2-10 0,-1 1-8 0,-2-1 3 16,-1 1-6-16,-2 0-18 0,-3 1-21 0,-1 1 0 16,-2 1-5-16,-1 0 7 0,-1 1-152 15,-2-2-23-15,-4 2-80 0,-2 1-447 0</inkml:trace>
  <inkml:trace contextRef="#ctx0" brushRef="#br1" timeOffset="-29307.39">8757 2608 255 0,'-1'-5'731'0,"1"5"-331"0,0-1 377 0,0 1-887 0,0-1 53 0,0 1 14 0,1-1 82 0,17-13-8 0,-18 14 10 0,1 0-30 0,15-9 24 16,-6 8-1-16,0 1 10 0,0-1 11 0,2 1-21 16,-1 0 0-16,2-1-8 0,0 1-11 0,1-1 7 15,1 0 1-15,1 1 2 0,1-1-3 0,3 0-6 16,1 0-1-16,1 0-1 0,2 0-5 0,-1 0 6 16,0 0-4-16,1-1 5 0,-1 1-8 0,3-2 4 15,1 0-2-15,4 0 1 0,3-2-7 16,-1 1 10-16,0-1-4 0,-1 1 6 0,3 1-4 15,3-3-4-15,0 2 5 0,1 0-3 0,-2 0 8 0,-1 2-6 16,0 1-1-16,1-1-1 0,2-2 1 0,0 3-6 16,-1 0 4-16,-2 0-6 0,1 2-2 0,3-1-1 15,0-1 3-15,2 0-1 0,-2 0 7 0,0 1-2 16,2 1-4-16,3-2 4 0,-1 0 19 0,-2-1 5 16,1 0 0-16,2 0-1 0,-1 0-15 0,2 0-5 0,-3 0 5 15,0 0-5-15,1 0 0 16,1 2 1-16,1-4-3 0,-2 3 2 0,0-2-8 15,1 0 4-15,1 1 0 0,0-1 2 0,-1 0 1 16,1 0-2-16,1-1 0 0,1-1 0 0,-1 1-1 16,-1 0 7-16,1 0-3 0,0 1 5 0,-1 0 3 0,-1 0-1 15,-3 1 1-15,2 1-3 0,0 0-7 0,1 0-3 16,-2 1 1-16,-4 0-2 0,1 1 1 0,0 0 3 16,0 0-7-16,0 1 5 0,-4-1-5 0,-2 0-2 15,1 1 7-15,0-1-6 0,1 0 3 16,-1-1 0-16,-3 0 1 0,0 0 1 0,-1-1 8 0,4 0 1 15,1 0-1-15,0 0 3 0,-2-2 9 0,-2 1-5 16,-1-1-5-16,1 0 0 0,1 0-7 0,-1-1-2 16,0 1 4-16,-3 0-5 0,-2 0 0 0,-2 0 2 15,-1-1-3-15,-1 0 2 0,2 1-6 0,-2-1 6 16,-1-1 1-16,-3 1 3 0,-1 0 4 0,-3-2-4 16,0 1 5-16,-2-1-6 15,-1 1 6-15,-1-2 3 0,-1 0-5 0,-2 0 4 16,0-2 1-16,1 1-5 0,-1-2 5 0,2 1-7 0,0-1 0 0,1-3-4 15,-1 0 5-15,1-2-4 0,-2-2 4 0,-1-2 0 16,-1 0-5-16,0-1 3 0,-3 0 6 0,0 0-6 16,-1-1 9-16,-2 2-8 0,0 0 10 0,-1 0-4 15,-1 0-8-15,-1-3 3 0,-3-1-12 0,1-2 0 16,-2 0 0-16,-1 0-1 0,-1 1-8 0,-2 1 2 16,-3 0-5-16,-2 0 4 0,0-2-7 0,-1-2 0 15,0-2-1-15,-1 2 1 0,-3 0-7 0,0 3 4 16,-4 0-9-16,-2 2 6 0,-2-2-16 0,-4-1 8 15,0 0 1-15,0 1 1 0,-1-2 10 0,-2 4-9 16,-4 0 2-16,-1 3-5 0,0 2 7 0,-2 0 9 16,1 1 2-16,-4-1 1 0,-2 0-6 0,-2 0 8 15,-1 0-3-15,0 1 6 16,-4 0-8-16,-2 1 9 0,-1 1-4 0,-2 2 6 16,-1 1-2-16,-1 1-1 0,-2 0 1 0,-1 1 1 0,-1 0 1 15,0 0 2-15,-3-1 0 0,1 0 2 16,1 1-1-16,-1 1 0 0,1-2 1 0,1 1-1 0,-2-1 1 15,0 1 0-15,2-1-3 0,-2 1 1 0,0 1-3 0,0 1 3 16,1 0 2-16,-3 1 1 0,2 1 4 0,-1 0-10 16,-2 4 2-16,0-2-4 0,1 3 11 0,-3-1-6 15,1 1 5-15,1 3-6 0,-1-1 6 16,4 1 2-16,1 3-4 0,0-2 3 0,3 3-6 0,0 1 5 16,2 0 3-16,3 2 1 0,1 0-7 0,2 2 2 15,3 1-6-15,3 0 5 0,3 1-5 0,0 0 4 16,2 0-2-16,4 1 4 15,3 1-4-15,2 3-6 0,1 2 4 0,-1 4-5 16,2 3 4-16,1 0 0 0,2 1-3 0,3-1 2 0,0 0-3 16,1 3 2-16,-1 3 3 0,1 3-1 15,2 1 0-15,0-2-1 0,4-2-4 0,2 1 2 0,2 1-2 16,3 3 1-16,0 2-3 0,2-3 2 0,1-1-5 0,2-1 13 16,2 4-3-16,3 0 4 0,1-1-9 0,4-2 2 15,2-3 1-15,3 2-2 0,3 2-2 0,2 0-3 16,4-2 5-16,2-4-3 0,3-2 7 0,4-1 3 15,4-1-4-15,5 1 4 0,2 0 1 16,1-2-1-16,2-3 1 0,2-3-1 0,3-1 3 16,1-2-4-16,3 0 2 0,-5 0-3 0,2 2 5 0,0-2-3 15,-1 2 0-15,0-3 0 0,-1 1-3 0,0-1-20 16,1-1-81-16,1-1 11 0,1 0-370 0</inkml:trace>
  <inkml:trace contextRef="#ctx0" brushRef="#br1" timeOffset="-19070.87">6912 3325 915 0,'0'0'70'0,"0"0"-27"16,0 0-10-16,0 0-35 0,0 0-38 0,0 0 31 0,0 0 9 16,0 0 1-16,1 0 6 0,-1-1 0 0,16-5-6 15,-16 6 5-15,1 0 11 0,15 0-4 0,-16 0 1 0,0 0-3 16,1 0 0-16,16-6 11 0,-17 6-1 0,1 0 3 15,0 0-7-15,19-6-5 16,-20 6 4-16,0 0-5 0,0 0 5 0,1 0-10 16,19-7-2-16,-20 7-4 0,0 0-4 0,1 0 6 15,16-4 0-15,-17 4 3 0,1 0-4 0,-1 0 1 16,20-3-2-16,-20 3 1 0,0 0 2 0,1 0-2 0,20-4 4 16,-21 4-3-16,0 0 6 0,18-4-1 15,-18 4-5-15,0 0 2 0,18-3 3 0,-18 3 3 16,1 0 4-16,21-3-3 0,-22 3-5 0,1 0 7 0,19-3-1 15,-20 3 2-15,0 0-8 0,20-3-2 0,-20 3 0 0,0 0 1 16,22-2 5-16,-14 1 7 0,0 0 0 0,1 0 2 16,-2 1 3-16,1 0-6 0,1-1-2 0,-2 0-2 15,-1 0-5-15,2 0 0 16,-1 1 2-16,0-1-2 0,0 0-3 0,0 0 1 16,1 0-5-16,-1 1 3 0,0-1-8 0,1 0 10 15,0 0-2-15,0 1 4 0,0-1-8 0,1 1 4 16,0-1-2-16,0 0 3 0,0 0-4 0,1 0 6 0,-2-1-3 15,2 2 3-15,1-2-6 0,-1 2 6 0,0-1 2 16,0 1 2-16,-1 0-3 0,1 0-3 0,-1-1-4 16,1 1 1-16,-1 0 0 0,0-1-4 0,0 1 3 15,0-1-2-15,0 1 8 0,0-1-2 0,0 1 0 16,0 0-1-16,2 0 0 0,-2 0-3 0,2 0 2 16,0 0-2-16,0 0 0 0,1 1 0 15,-2-1-2-15,1 0 2 0,2 0-2 0,-2 0 2 16,1 0 1-16,0 0 0 0,-1 1 2 0,0 0-1 0,1 0-2 15,-1-1 1-15,0 0-4 0,1 1 3 0,0 0-1 16,0 0 2-16,1-1 1 0,-1 0 4 0,1 0-2 16,1 0 2-16,0-1-2 0,0 1 0 15,1-1-1-15,-1 1 0 0,2-1 3 0,-2 1 1 16,0 0 0-16,0 0 0 0,-1 0 6 0,0 1-9 16,1-1 4-16,-2 0-7 0,3 1-1 0,-2-1 6 15,0 0-2-15,2 1 2 0,-1-1-7 0,1-1 4 16,1 0 2-16,1 1 1 0,-2-1 1 0,2 1-5 0,-2-1-1 15,0-1-1-15,0 2 3 0,1-1-3 0,-1 1 2 0,-1 0-2 16,1 0 0-16,-1-1 3 0,0 1-1 0,2 0 1 16,0 0-3-16,1 0 1 0,-2 0-3 0,0 0 2 15,0 1 0-15,-2-1 0 0,1 1 3 0,-1 0-3 16,-1 1 2-16,2-1-1 16,-2 0 1-16,0 1 0 0,2-1 2 0,-1 1-1 15,-1 0-2-15,1-1 2 0,-1 1-3 0,-2 0 0 0,2 0 2 16,-3 0 0-16,1 1-1 0,-1-2 5 15,-1 1-4-15,-1 0 3 0,0 1-5 0,-1-1 5 0,1 1-1 16,-2-1 2-16,-5-2-4 0,0 0 3 16,0 0-1-16,1 0 1 0,15 9-6 0,-16-9-64 15,0 0-16-15,0 1-29 0,0-1-173 0</inkml:trace>
  <inkml:trace contextRef="#ctx0" brushRef="#br1" timeOffset="-17806.75">7402 3793 366 0,'0'0'227'0,"0"0"102"0,0 0-7 15,0-1-276-15,0 1-62 0,0-1 4 0,0 1-4 16,0 0 13-16,0 0 14 16,0-1 3-16,0 1-1 0,0 0-1 0,0-1-4 15,17-8 8-15,-17 9 5 0,1 0-1 0,16-3-9 0,-17 3 5 16,0 0-7-16,19-5 8 0,-19 5-4 0,1 0 5 15,18-3 1-15,-19 3 1 0,1 0 6 0,21-1-17 16,-22 1 5-16,1 0-9 0,21 0 0 0,-22 0-1 16,17 1-3-16,-17-1 2 0,18 0 1 0,-9 0-5 15,1 0 1-15,1 0-2 0,-1 0 5 0,2 0-2 16,0 1 0-16,1-1-1 0,-1 0 6 0,-1 0-6 16,1-1 4-16,1 1-4 0,-1 0 3 0,1 0 3 15,-1 0-2-15,-1 0 2 0,1 0 3 0,-1 0-3 16,1 1 0-16,-1 0-2 0,1-1-2 0,-1 1 0 15,1 0 4-15,-1-1-2 0,0 1 0 0,0-1 1 16,1 1-4-16,1 1 4 0,1-2-1 0,-3 1-2 16,1 0 1-16,-1-1-1 0,1 0-1 0,-1 1 12 15,-1 0-4-15,0 0 9 0,0 1 0 0,-1-1-4 16,2 0 2-16,-1 0-3 0,-1 0 3 0,0 0-5 16,0 0 3-16,-1-1-3 0,-1 0 5 0,0 1 4 15,0-1-2-15,-1 0 3 0,2 0-5 0,-2 0 6 16,0-1-3-16,2 1 4 0,-1 0-6 0,0 0-3 15,-1 0 1-15,0-1-2 0,0 1 4 0,0-1-9 16,-1 0 1-16,-5 1-5 0,1 0 1 0,-1 0-2 16,20-2 1-16,-20 2-1 0,0 0 2 0,0 0-3 15,19-3-2-15,-19 3-1 0,1 0-3 0,-1 0-13 16,20 0-21-16,-20 0-7 16,0 0-157-16,20 5-453 0</inkml:trace>
  <inkml:trace contextRef="#ctx0" brushRef="#br1" timeOffset="-276.23">4432 6006 892 0,'-5'-3'70'0,"0"0"11"0,1 1 5 0,4 2-27 0,-1 0-29 15,1 0-16-15,-1-1-3 0,1 1 2 0,0-1-9 16,-22-14 2-16,22 15 0 0,0 0 1 0,0 0 4 15,-1 0 2-15,1 0-1 0,0 0 3 0,-1 0 5 16,1-1 14-16,-1 1 0 16,1 0 6-16,-1 0 5 0,-15-5-3 0,16 5-2 15,0 0 0-15,0 0-1 0,0 0 6 0,0 0-4 0,0 0 4 16,0 0-12-16,0 0-24 0,0 0 10 0,0 0-14 16,0 0 12-16,0 0 10 0,0 0-3 15,0 0 5-15,0 0 5 0,1 0-14 0,0 0 4 16,16-2-8-16,-17 2-2 0,1 0-1 0,17-3-6 15,-18 3 4-15,1 0-8 0,20 0-7 0,-21 0 4 16,17 0-3-16,-7-1 9 0,-1 2 13 0,0-1-4 0,0-1 8 16,-1 1-6-16,1-3 12 0,0 3-5 0,0-1 7 15,0-1-8-15,0 2 0 0,-1-1 3 0,2-1-2 16,1 3-3-16,0-3-4 0,-1 1-6 0,0 0 2 16,-1-1-8-16,0 2 3 0,0-1-4 0,-1 1 2 15,0 0-3-15,-1 0 1 0,1 1 4 0,1-1-3 16,-2 0-1-16,1 0-3 15,2 0-1-15,-3 0 0 0,1 0 2 0,1 1-1 0,-1-1-1 16,2-1 0-16,-4 1 2 0,2-1 0 0,0 0 6 16,-1 1-4-16,-1 0 9 0,2-1 5 0,-1 1-2 15,-1 0 5-15,1 1-2 0,0-1-7 0,-7 0 5 16,0 0-6-16,0 0 4 0,19 1-8 0,-19-1 0 16,0 0-1-16,1 0 8 0,-1 0-5 0,17 1 3 0,-17-1-3 15,0 0 4-15,0 0-39 0,0 0-23 0,1 0-14 16,-1 0-153-16,1 0-201 0</inkml:trace>
  <inkml:trace contextRef="#ctx0" brushRef="#br1" timeOffset="470.84">4450 4780 645 0,'0'0'127'0,"0"0"55"16,0-1-2-16,0 1-127 0,0 0-32 0,0 0-6 15,0 0 4-15,0 0 2 0,1 0 2 0,15 1 1 16,-16-1-3-16,14 8 2 0,-7-3-2 0,1 0 10 16,0 0-2-16,-1-1 6 0,0 0 9 0,1-2 8 15,0 1 1-15,1-2 1 0,-1 1 2 0,2-1-8 0,2 0 0 16,-2-1-3-16,3-1 1 0,-2 0 2 16,0-1 4-16,1 1-3 0,0-2-9 0,-1-1-16 15,1 0-2-15,1 0-5 0,-1-1-5 0,1 0-4 16,-2 1 1-16,0-1-2 0,1 1-3 0,-1 0 5 15,0 1-4-15,-1 0 3 0,0 0-8 0,1 0 8 0,-2 0-3 16,0 1 4-16,-1-1-4 0,0 2-2 16,0-2 6-16,-1 2-4 0,-1-1 2 0,0 1-2 15,-6 1-4-15,0 0 3 0,1 0 6 0,18-1-5 0,-19 1 5 16,1 0-9-16,-1 0-37 0,0 0-87 16,18 5-13-16,-18-5-31 0,0 0-128 0</inkml:trace>
  <inkml:trace contextRef="#ctx0" brushRef="#br1" timeOffset="1143.5">4409 5955 1061 0,'-4'-4'99'16,"4"4"-28"-16,0-1 44 0,-1 1-99 0,1-1-6 16,0 1-13-16,-17-13 3 0,17 13-1 0,0 0 1 0,0 0-8 15,0 0 9-15,-1 0 1 0,1 0 5 0,0 0 9 16,-17 1 19-16,17-1-2 0,0 0 11 0,0 0 21 15,0 0-9-15,0 0 6 0,0 0-8 0,0 0 2 16,0 0-8-16,1 0-5 16,20-1 0-16,-21 1-17 0,0 0-1 0,23-2 4 0,-13 1-4 15,-1 1-4-15,1-1 5 0,1 1-9 0,-1 0 7 16,2 0-12-16,-2 1-5 0,1-1 2 16,0 1-3-16,-1-1 1 0,1 1-4 0,2 0 0 15,0 0-2-15,0 1 2 0,0-1 2 0,2 0-4 0,-2 1 3 16,1-2-4-16,-3 1 2 0,1 0 4 0,-2-1-2 15,1 1 0-15,-2 0 4 0,0 0-1 0,-1 0 2 16,0 0 6-16,-1-1-58 0,-1 1-22 0,0-1-27 16,-1 1-199-16</inkml:trace>
  <inkml:trace contextRef="#ctx0" brushRef="#br1" timeOffset="1866.83">4353 4764 1172 0,'0'0'119'0,"0"0"-30"0,0 0 54 0,0 0-95 0,0 0-13 16,0 0-20-16,0 0-1 16,0 0-5-16,1 0 5 0,-1 0-7 0,16-3-1 15,-15 3 2-15,17 2-2 0,-8 0 1 0,1-1 3 16,1-1 6-16,2 0-3 0,1 1 10 0,0-1 0 15,0 0 4-15,0 0 0 0,1 0 22 0,-1-1-4 16,4 0 1-16,1-1-2 0,2 0-8 0,-1-1 4 16,0 0-8-16,-1 0 6 0,-1 0-11 0,-1 1-4 0,-1-2 4 15,-1 1-5-15,-1 0-2 0,-1 1-6 16,-1 0 4-16,0-1-5 0,-1 1 2 0,-1-1 0 16,-1 2-4-16,-2 0 4 0,1-1-7 0,-2 1 7 15,-2 1 1-15,-5 0 2 0,1 0-4 0,-1 0-101 16,17 2-3-16,-17-2-43 0,0 0-97 0,0 0-231 15</inkml:trace>
  <inkml:trace contextRef="#ctx0" brushRef="#br1" timeOffset="2434.8">4393 6004 2491 0,'-3'-5'89'0,"3"5"-68"0,0 0-16 15,0-1-60-15,0 1-30 0,0-1 55 0,0 1-3 16,16-17 21-16,-16 17-7 0,12-10 0 0,-3 8-6 0,2 0 6 16,1 0 0-16,0 1 10 0,0 1 2 0,1 1 4 15,-1-1 17-15,0 0 5 0,-1 2-3 16,1-2 2-16,0 1-10 0,1 1 10 0,-1 0-3 0,1 1 5 15,-1 0-8-15,0-1 5 0,1 1-6 0,-3 0 3 16,0-1-11-16,0 1 3 0,0 1-3 0,0 1 3 16,2 0-5-16,-2 2-1 0,1-2 5 0,0 1-4 15,0-1 8-15,0 0-9 0,3 2 0 0,0-1-16 16,1 1-149-16,5-2-296 16</inkml:trace>
  <inkml:trace contextRef="#ctx0" brushRef="#br1" timeOffset="6864.26">715 5261 8 0,'0'0'385'15,"0"0"-141"-15,0 0 190 16,0 0-376-16,0 0-18 0,0 0-24 0,0 0-1 15,0 0-7-15,0 0 8 0,0-1-8 0,0 1 11 16,0 0-3-16,0-1 5 0,21-9-11 0,-21 10-2 16,0 0 0-16,19-6 1 0,-19 6 5 0,0 0 5 15,19-5-1-15,-19 5 3 0,1 0 8 0,16-3 3 0,-17 3 7 16,1 0-4-16,15-3 7 0,-16 3 5 0,1 0-8 16,20-1 7-16,-12 0-6 0,0 0-7 15,2-1 0-15,-1 1-5 0,1-2-12 0,1 1-7 0,0-1 1 16,0 0-4-16,2 1-6 0,-1 0 2 0,0 0 0 15,0 0 1-15,0 1-3 0,0 0 2 0,1-1-1 16,-1 2 1-16,1-1-1 0,1 1-4 0,0 0 4 0,0 0-2 16,-1 1 4-16,0-1-2 0,0 1-1 15,-1 0 0-15,2 0 2 0,-2 0-1 0,0 0 0 16,-1-1-1-16,1 1 5 0,0-1 0 0,0 0 0 16,-2-1-1-16,3 1-4 0,-1-1 13 0,1 0-1 0,0 1 7 15,0-1 5-15,-2-1-3 0,1 1 1 0,-1-1-2 16,0 1-4-16,-2 0 3 15,1 0-5-15,-3 0 5 0,1 1 1 0,-2-1-2 0,-7 1-2 16,0 0 0-16,18-1 0 0,-18 1-9 0,0 0 6 16,0 0-8-16,16-2 6 0,-16 2-11 0,0 0 6 0,1 0-6 15,-1 0 11-15,0 0-4 0,18-3-4 0,-18 3 1 16,0 0-2-16,0 0 8 16,0 0-4-16,1 0 3 0,-1 0-9 0,1 0 1 0,-1 0 4 15,0 0 0-15,0 0 1 0,0 0-70 0,1 0-4 16,-1 0-33-16,1 1-90 0,0-1-109 0,-1 1-89 15</inkml:trace>
  <inkml:trace contextRef="#ctx0" brushRef="#br1" timeOffset="7972.81">772 6430 1071 0,'-6'-3'259'0,"2"1"-110"0,4 2 135 16,0 0-280-16,0 0-3 0,0 0-3 0,0 0-13 15,0 0 5-15,0 0-5 0,0 0 15 0,0 0 6 16,0 0-3-16,0 0 3 0,0 0-6 0,1 0 8 15,-1 0-2-15,0 0 5 0,1 0 1 0,16-1 5 16,-17 1 5-16,0 0-1 0,1 0-2 0,-1 0 8 16,1 0-5-16,16 0 7 0,-17 0 7 0,0 0 10 15,0 0-1-15,1 0 1 0,-1 0-13 0,17-3-7 0,-17 3 0 16,0 0-1-16,0 0-5 0,1 0-6 0,19-2-4 16,-20 2 1-16,0 0-8 0,1 0-1 0,16-2 0 15,-17 2 0-15,1 0-2 0,-1 0-3 16,20-3 3-16,-20 3-4 0,1 0 4 0,16-3 2 15,-17 3 0-15,0 0 3 0,19-1-4 0,-19 1-4 16,0 0 3-16,18 0-4 0,-18 0 9 0,1 0 0 0,18-4 2 16,-19 4-2-16,1 0-3 0,20 0 3 0,-21 0-4 15,0 0 6-15,20-4 4 0,-19 4-7 0,0 0 5 16,19-3-7-16,-19 3 0 0,-1 0 3 0,20-4-2 16,-20 4 3-16,16-2 1 0,-8 0-8 15,1 0 4-15,-2 2-4 0,0 0 9 0,1-2-5 0,-1 0-1 16,1 0-1-16,-1 0 3 0,0 2 2 15,1-1-4-15,-1-1 2 0,1 2-3 0,-1-1 2 16,0 0 1-16,-1 1 0 0,1-2-2 0,-7 2 0 16,0 0 1-16,0 0 0 0,20-2 4 0,-20 2-4 15,0 0-1-15,1 0-1 0,15-3 5 0,-16 3-2 16,0 0 3-16,0 0-2 0,0 0-3 0,1 0 1 16,0 0-1-16,17-1 2 0,-18 1 1 0,0 0 2 15,0 0 1-15,0 0 0 0,0 0 6 0,0 0-5 16,1 0 0-16,15-1-2 0,-16 1-2 0,0 0 0 15,0 0 0-15,0 0 0 0,0 0 3 0,1 0-5 16,-1 0 3-16,0 0-5 0,1 0-3 0,0 0 5 16,-1 0-3-16,0 0 3 0,1 0-3 0,-1 0 4 0,16 1-2 15,-16-1 4-15,0 0-6 0,0 0 0 0,0 0 0 16,0 0 0-16,1 0 3 0,-1 0-19 16,0 0-28-16,1 0-4 0,0 0-138 15,-1 0-81-15,0 0-23 0,1 1-55 0,15 9-481 0</inkml:trace>
  <inkml:trace contextRef="#ctx0" brushRef="#br1" timeOffset="10356.69">9076 8410 1928 0,'0'0'170'0,"0"0"-57"0,0 0 78 16,0 0-193-16,0 0-9 0,0 0-26 0,0 0 24 15,0-1-2-15,1 1 10 16,-1-1-11-16,19-13 1 0,-19 14 5 0,1 0-1 0,22-4 16 15,-15 2 7-15,0 0 1 0,1 1 3 16,-3-1 13-16,1 1 10 0,1 0 0 0,2 1 5 16,-3-1-1-16,2 0-2 0,0 1-3 0,-1-1 1 0,2 0 1 15,-1-1-11-15,1 1 2 0,1 1-7 0,1-1-9 16,-1 2-10-16,1-1 2 0,1 0-4 0,1 0-1 16,0 0 0-16,1 0-2 0,-1 0 2 0,1 1 0 15,2-1-3-15,-2 2 1 0,3-1-2 0,-2-1 4 0,1 2 0 16,-1 0-1-16,0 0-1 0,0 1-4 0,-2 0 6 15,0-1-1-15,1-2 4 16,-1 1 1-16,1 0 4 0,0 1 3 0,-1 0-1 16,2-2-2-16,0 0 4 0,0-1-10 0,0 0 8 15,-1 0-7-15,-1 0 0 0,-1 1 2 0,2-2-1 16,-3 1-3-16,1 0 0 0,2 0 0 0,-3 0 1 0,1-1 4 0,-1 0-6 16,-2-1 8-16,0 0-6 0,1 1 6 0,1-2-3 15,-2 1-1-15,1-1 1 16,-1 0 11-16,-2-1-1 0,1 0 2 0,-2 0-2 15,0-1 1-15,-1 0 1 0,0 0 1 0,-1-1 0 16,-1 1 2-16,0-2-1 0,0 0-3 0,-1-1 0 0,0 1-4 16,0-1-3-16,0 0 6 0,-1-1-5 0,1 0 1 15,-2-1 3-15,0 0-3 0,0 1 4 0,-1-1 2 16,-1 0-6-16,0 0-3 0,-1 1-1 0,-1 0-6 16,1 0-3-16,-1 0 8 0,-1-1-7 0,0-1 5 15,0 0-3-15,-1 0 2 0,-1-1-1 16,0 1 1-16,-1 0 3 0,0-1-8 0,0 1 7 0,-1-1-6 15,-1 0-3-15,2 1 2 0,-1-1-6 0,-1 1-3 0,1 0 7 16,-3-1-6-16,3 2 5 0,-1-1-4 0,2 0 6 16,-1 0 1-16,-1 0 2 0,-1-1-4 0,1 1-1 15,-3 0 3-15,2-1 0 0,-1 1 5 0,0 0-4 16,0 1-2-16,-1-1 0 16,0 1-6-16,-2 0 1 0,0 1 2 0,0 1-1 15,-1 1-3-15,0 1 1 0,1-1-1 0,0 1 3 16,2 1 0-16,-2-1-4 0,1 1-1 0,0-1 0 15,-1 1 4-15,0 0-1 0,0 0 1 0,1 1-1 16,-2-1-4-16,1 2 4 0,-2-1-2 0,1 1 3 0,0 1 6 16,0 0-3-16,0 0 3 0,3 0-3 15,-3 1 0-15,4 1 3 0,-1-1 0 0,0 2 1 16,0 0-4-16,0 1-8 0,2 1-4 0,0 1-1 16,0 0-14-16,-1 1 1 0,0 1 0 0,1 2-1 15,-1 0 2-15,-1 1-1 0,-1 1 7 0,1 0-3 16,2 0 15-16,-2 1-1 0,3 1-4 0,0-1 3 15,-1 1 3-15,0 1-7 0,0 0 1 0,1 3-2 0,0 0 19 0,0 1 1 16,1 1 6-16,1 1-5 0,1 0-2 0,0 1 3 16,1-1-2-16,1 2 2 0,0-1-6 0,1 1 3 15,2 1-3-15,-1 2 3 0,1 0-6 0,1 2 1 16,1-1 2-16,1-2-1 16,1 0-4-16,1-4-23 0,1-1 1 0,2 0-8 15,1 1 1-15,1 0-43 0,2 0-18 0,1 0-14 16,2-1-116-16,1-1-149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3-05T20:08:15.828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8266 5731 1663 0,'-2'-5'88'0,"2"5"-13"0,0-1-5 16,0 1-46-16,0 0-29 0,0-1 12 0,0 1 0 0,8-16 10 16,-8 16-10-16,0-1-10 15,0 1-7-15,1-1 1 0,20-8 5 0,-21 9-2 0,15-2 7 16,-5 1-6-16,-1 1 0 0,2-1 18 0,-2 0-5 16,2 1 11-16,-1 0 4 0,0-2 22 0,0 1 2 15,0 0 7-15,0-1 5 0,2 0-9 0,-1 0-8 16,0 0 0-16,2 0-22 0,0 0-12 0,1 0 4 0,2-1-7 15,2 1 2 1,0 0-5-16,1 0-1 0,0 0 0 0,-1 1 5 0,-1-1-5 16,1 1 3-16,-1 1-4 0,-1 0 0 0,0 0 0 15,0 0 4-15,0 0-3 0,2 1 1 0,2 0-1 16,1-1-1-16,1 1 0 0,0-1 3 0,-3 1-1 0,0-1-1 16,0 1 0-16,-1 0 0 0,1 0 3 0,0-1 3 15,1 1 0-15,1-1 0 0,2 1 4 0,-1 0-3 16,-1-1 4-16,-1 1 3 0,-1 0 10 0,1-1-3 15,-3 0 4-15,1 0-8 0,1 0-8 0,0 0 3 16,3 1-4-16,1-1 6 0,-2 1-9 0,1-1 4 16,-3 0-6-16,1 1 4 0,-1-1 4 0,0 0-4 0,0 1 4 15,1-1-8-15,2 0 3 0,-1 0 2 0,1 0 1 16,0 0 6-16,0 0-11 0,-2 0 1 0,0 0-4 16,-2 0 2-16,1 1 2 15,0-1 3-15,2 0-2 0,2 0-5 0,1 0 8 16,0 0-7-16,0-1 9 0,-2 1-8 0,-1 0 7 15,1 0-5-15,-2-1 5 0,0 1-7 0,2 0 6 16,1 0-3-16,0 0 2 0,1 0-3 0,-3 1-4 16,0-1 7-16,-1 0-5 0,0 0 10 0,-2 1 3 15,2-1-5-15,-2 0 4 0,2 0-9 0,1 1-2 16,0-1 3-16,-1 0-2 0,-1 1 4 0,-1-1-5 0,-2 1 3 16,-2-1-3-16,1 2 3 0,-1-1-5 0,-1 0-1 15,-1 1-1-15,-1 0 3 0,1 0-4 0,-3 0 1 16,0 0-7-16,0 1-51 0,-1-2-117 0,-1 2-11 15,0 0-42-15,-1 0-115 0</inkml:trace>
  <inkml:trace contextRef="#ctx0" brushRef="#br0" timeOffset="1132.27">3475 5729 1781 0,'-8'-3'79'0,"1"1"-25"0,7 2-2 0,0 0-39 16,-1 0-20-16,1 0 11 0,0 0-6 0,-1 0 9 16,1 0-4-16,-18 1-2 15,18-1 8-15,0 0-5 0,0 0 13 0,0 0 9 16,0 0-1-16,0 0 5 0,0 1-2 0,0-1 8 15,0 1-5-15,1-1 5 0,0 1-9 0,16 10 13 16,-17-11-4-16,0 0 8 0,16 3-9 0,-16-3-8 16,1 0 3-16,19 3-4 0,-19-3-3 0,-1 0 0 15,24 1-2-15,-15-3 2 0,1 0-5 0,1 0-3 16,0 1-2-16,1 1 0 0,0-1-2 0,1 1-5 16,-1-1 4-16,1-1-5 0,-1 1 1 0,1 0-4 15,2 1 1-15,0 0-1 0,1 0 6 0,1 0-6 16,2 0 4-16,-1-2-3 0,1 2 7 0,-1 0 6 15,-1 1-5-15,0 0 4 0,0-1-6 0,-2 0 9 16,1-1 5-16,0 1 0 0,3 0 10 0,-1 0-3 0,1 0 1 16,-2-1-2-16,0 1-5 0,-1 0-2 0,0 0-2 15,-2 0 1-15,0 0-1 0,-2 0-1 0,-1-1-6 16,1 0 4-16,-3 1-10 0,0-1-1 0,1 1 2 16,0 1-1-16,-2-1 8 0,2 0-8 0,-1 0 0 15,-1 0-3-15,0 0 6 0,0 0 0 0,-2 0 2 0,-6 0-3 16,0 0 8-16,1 0-7 0,16 0 6 0,-17 0-7 15,0 0 8-15,0 0 0 16,0 0 2-16,0 0-3 0,1 0-2 0,-1 0 0 16,1 0-2-16,0 0 0 0,-1 0-7 0,0 0 7 15,0 0-2-15,0 0 3 0,0 0-6 0,0 0-8 0,0 0 4 16,0 0-4-16,0 0 6 0,0 0-2 0,0 0-2 16,0 0 1-16,0 0-2 0,0 0 3 15,0 0-3-15,0 0 2 0,0 0-8 0,0 0-16 16,0 0-1-16,0 0-10 0,0 0-43 0,1 0-31 15,0 0-12-15,-1 0-9 0,0 0-81 0,1 0-158 16,-1 0-80-16</inkml:trace>
  <inkml:trace contextRef="#ctx0" brushRef="#br0" timeOffset="2692.06">5900 5781 4 0,'0'0'239'0,"0"0"-69"0,0 0 116 15,0 0-174-15,0 0-29 0,0-1-26 0,0 1-15 16,0 0-2-16,0 0 5 0,0 0 13 0,0 0 15 16,0-1-4-16,-1 1 4 0,1 0-40 0,0-1 5 15,0 1-1-15,-1-1 4 16,0 1 11-16,1-1-13 0,-1 1 0 0,1-1-4 16,0 1 9-16,0 0 9 0,0 0 0 0,0 0 3 15,0 0-1-15,0 0-13 0,1 0-3 0,16-4-3 16,-17 4 4-16,1 0-15 0,18 0 5 0,-19 0-10 15,0 0 5-15,23 0-15 0,-23 0 9 0,0 0-11 16,23 0 3-16,-22 0-1 0,-1 0 3 0,23 0-2 16,-22 0 4-16,0 0 2 0,21 1-5 0,-22-1 4 15,0 0 7-15,23 1 7 0,-22-1-2 0,-1 0 0 16,22 1-20-16,-22-1 5 0,1 0-4 0,23-2 5 16,-14 2-5-16,1 0-5 0,0 0 1 0,0 2-2 15,-1-1-2-15,-1-1 3 0,1 0-2 0,-1 0 3 16,-1 0 4-16,1 0-8 0,-1 2 6 0,0-2-5 15,-1 0 20-15,0 1-3 0,0-1 0 0,-1 1-3 0,1-1-11 16,-1 0-1-16,0 0-2 0,0 0 1 0,-1 1-1 0,2 1 5 16,-1-2 1-1,-1 0 0-15,-5 0 1 0,1 0-2 0,-1 0-1 0,19 1 1 16,-19-1 5-16,0 0-26 0,0 0-18 0,0 0-11 16,1 0-123-16,-1 0-129 0,16-4-58 0</inkml:trace>
  <inkml:trace contextRef="#ctx0" brushRef="#br0" timeOffset="3824.5">4911 5816 1882 0,'0'0'97'16,"0"0"-34"-16,0 0-5 0,0-1-43 0,0 1-41 0,0-1 23 15,0 1-6-15,1-1 14 0,17-6-5 16,-18 7-9-16,1 0 2 0,17-6-4 0,-8 6 10 0,-2 1-2 15,2 0 2-15,0-1-1 0,0 0 2 0,0 0 12 16,0 0 2-16,1 0 5 0,-1 0 10 0,1 0 3 16,-2-1-1-16,1 0 4 0,-1 1 16 0,0-2-12 15,-1 1 3-15,0-1-8 0,-1 0-7 0,-1 0 2 16,-1-1-6-16,-5 3 3 0,1 0-7 0,0 0 4 16,-1 0-1-16,0-1 1 0,17-7-2 0,-17 8 6 15,0 0 1-15,0 0 2 0,0 0-2 0,0 0-6 16,0 0 1-16,0 0-3 0,0 0-7 0,0 0-8 15,0 0 1-15,-17-4-4 0,17 4-5 0,-1 0-2 16,-22 0-1-16,12 1 0 0,1-1-1 0,-3 0 5 16,0 1-3-16,0-1 5 0,-2 0-2 0,2 2 3 15,0 0 2-15,1 0 1 0,2 0-4 0,0 0 3 16,0 0-5-16,1 0 3 0,0 0-4 0,2 1 0 0,0-1 1 16,1 0 0-16,-1 2-3 15,1-2-1-15,1 0 0 0,5-2-1 0,-1 0 1 16,1 1 2-16,-17 9 2 0,17-10 1 0,0 0-2 15,0 0 2-15,-1 1-1 0,1-1 0 0,0 0-3 16,-1 1 4-16,0-1 2 0,1 1 2 0,0-1 6 0,0 0-3 16,0 0 1-16,0 0-2 0,0 0 4 0,1 0-5 15,17 6 0-15,-18-6-2 0,0 0-2 0,19-4 0 16,-19 4-3-16,1 0 3 0,22-4 0 0,-23 4 1 16,0 0 3-16,21-6-3 0,-21 6 0 0,0 0 0 15,22-3 1-15,-13 1 0 0,-1 2-2 0,-1-1 0 16,1 0 0-16,-1 0 3 0,-1-1 5 0,0 1 2 15,-6 1-3-15,0 0 3 0,0 0-5 0,17 0 8 16,-17 0-2-16,0 0 4 0,0 0-4 0,1 0 10 16,-1 0-2-16,0 0 5 0,0 0 2 0,0 0-10 15,0 0 3-15,0 0-6 0,0 0-2 0,0 0-19 16,0 0-5-16,0 0-7 16,0 0-28-16,0 0-71 0,0 0-12 0,0 0-29 0,-17 5-135 15</inkml:trace>
  <inkml:trace contextRef="#ctx0" brushRef="#br0" timeOffset="11575.03">5811 5634 18 0,'0'0'192'0,"0"0"-29"0,-1 0 85 0,1 0-69 15,-1 0-37-15,1 0-34 0,0 0-38 0,-17-7 0 16,17 7-3-16,0 0-3 0,-1 0-14 0,1-1 0 16,-1 1-4-16,-14-12 3 0,15 12-7 0,0 0 3 15,-1 0-6-15,0 0-9 0,1 0-2 0,-16-5-6 16,16 5 3-16,0 0-1 0,0 0-3 0,0 0 3 15,0 0-4-15,0 0-9 0,0 0 6 0,0 0 5 16,0 0 0-16,0 0 10 0,20 2-8 0,-20-2-3 16,16-1 0-16,-7 1-14 0,1 0-1 15,0 0-3-15,0-1 2 0,-1 1 1 0,0-1-5 16,0 0 7-16,-1 1-7 0,0 0 6 0,1 0-6 0,-2 0-1 16,1 1 0-16,-3-1 6 0,-5 0 5 0,1 0-2 15,-1 0 2-15,1 0 2 0,15 2-3 16,-16-2 5-16,0 0-3 0,0 0 10 0,0 0 7 15,0 0 1-15,0 0 2 0,0 0 4 0,0 0-17 16,0 0 8-16,0 0-12 0,0 0-5 0,-1 0 2 16,1 0-6-16,-18 0 5 0,18 0-5 0,0 0 3 15,-16 1-2-15,16-1 2 0,0 0-3 0,0 0-4 16,-20 2 4-16,20-2-5 0,-1 0 3 0,1 0 0 0,0 0-3 16,-19-1 2-16,19 1 2 0,0 0 1 0,-1 0-3 15,0 0 1-15,1 0-7 0,-17-5 7 0,17 5-2 16,0 0 5-16,0 0-2 0,-1 0-6 0,1 0 1 0,0 0-2 15,-1 0 2-15,0 0 0 16,1 0 3-16,0-1-2 0,-1 1 8 0,1-1-6 16,-1 1-3-16,1-1-1 0,0 1-3 0,-1 0-5 15,1-1 1-15,-1 1-2 0,0-1-1 0,1 1 5 16,0-1-1-16,0 1-3 0,0 0-56 0,0 0-91 16,0 0-18-16,0 0-31 0,0 0-136 0</inkml:trace>
  <inkml:trace contextRef="#ctx0" brushRef="#br0" timeOffset="12449.88">6020 5771 2129 0,'0'0'87'0,"0"0"-62"0,0 0-21 16,0 0-6-16,0 0-28 0,0 0 22 0,0 0-6 15,0 0 10-15,0 0-17 16,1 0 6-16,-1 0 0 0,18-3 3 0,-18 3 12 0,1 0-3 15,17 1 1-15,-17-1-1 0,15 0 19 16,-5 0-6-16,-1 2 4 0,2-2-5 0,-1-1 9 0,2 0 3 16,-1 0 6-16,-1-1-2 0,0 2-1 0,1 0-1 15,0-2-2-15,-1 2 2 0,1-1 1 0,-1 0-5 16,1 1-2-16,0-1-1 0,-2-1-10 0,2 1 5 16,0 2-6-16,1 0 4 0,1-1-9 0,2 0 0 0,0 0 4 15,0 0-3-15,2 0 1 16,-3-1 3-16,0 1-5 0,0 0 4 0,0 0-2 0,-3 0 1 15,1 0 0-15,-1 0-1 0,0 1 1 0,0 0 3 16,-1-1 2-16,0 0 1 0,1 0 2 0,1 0-5 16,1 0-2-16,-1 0-1 0,1 0 5 0,-2 0-4 15,0-1 8-15,-1 1-6 0,-1 0 4 0,0 0-5 16,0 0-1-16,0-1 0 0,-1 0 4 0,0 1 5 16,-1 0 1-16,-1 0 1 0,-7 0-1 0,0 0-5 15,19-2 0-15,-19 2 0 0,1 0 2 0,18 0-5 16,-19 0-2-16,1 0 1 0,21 1 4 0,-22-1-9 15,0 0 3-15,22-3-4 16,-22 3 1-16,1 0 8 0,18-1-6 0,-19 1 5 0,0 0-7 0,1 0 6 16,18-1 0-16,-19 1 1 0,0 0-6 0,0 0 0 15,0 0-1-15,0 0 2 0,1 0 5 0,16 2-2 16,-17-2 0-16,0 0-1 0,0 0 3 0,0 0-4 16,0 0 4-16,0 0-5 0,0 0 5 0,0 0-2 15,0 0 3-15,0 0-3 0,0 0-4 0,0 0 6 16,0 0-6-16,0 0 6 0,0 0-4 0,0 0-2 15,0 0 2-15,0 0-2 0,0 0-4 0,0 0 3 16,0 0-5-16,0 0 5 0,0 0-7 0,0 0-3 16,0 0 1-16,0 0-3 0,0 0-3 0,1 0-7 15,0 0-3-15,-1 0-1 0,0 0-28 16,1 0-9-16,-1 0-7 0,0 0-2 16,0 0-34-16,1 0-29 0,-1 0-7 0,1 0-12 0,-1 0-85 15,0 0-382-15</inkml:trace>
  <inkml:trace contextRef="#ctx0" brushRef="#br0" timeOffset="22591.59">5712 4595 1460 0,'0'0'89'0,"0"0"-22"16,0-1-13-16,0 1-47 0,0 0-39 0,0 0 24 16,0 0-1-16,0 0 8 0,0 0-8 0,0-1 3 15,0 1 2-15,1 0 0 0,-1 0 2 16,2 0 3-16,-2 0 0 0,0 0 3 0,16 3-2 0,-16-3 26 16,0 0-2-16,0 0 13 0,0 0 37 0,0 0 0 15,0 0 5-15,0 0-6 0,0 0-11 0,0 0-21 16,0 0 3-16,0-1-10 0,0 1-17 0,0-1-3 15,0 1-7-15,0-1 3 0,0 1-9 0,-1-1-3 16,-6-15 2-16,7 16-2 0,0 0 2 0,0 0 1 16,0 0-2-16,0 0 1 0,0 0-4 0,0 0-1 15,0 0 3-15,0 0-1 0,0 0-9 0,0-1 0 16,-1 1-9-16,1 0 2 0,0 0-39 0,-1 0-34 0,1 0-8 16,-1 0-13-1,1 0-77-15,0 0-81 0,0 0-94 0</inkml:trace>
  <inkml:trace contextRef="#ctx0" brushRef="#br0" timeOffset="24108.4">5866 4576 1115 0,'0'0'116'0,"0"0"-87"16,0 0-11-16,0 0-18 0,0 0-4 0,0 0 12 15,0 0-4-15,0 0 6 0,0 0-16 0,0 0-1 16,0 0 0-16,0 0 1 0,1 0 13 0,20 0 1 16,-21 0 3-16,1 0-2 0,19 0 2 0,-19 0-4 15,-1 0 2-15,23-1-1 16,-22 1 13-16,-1 0 19 0,23-5 2 0,-23 5 4 15,0 0 2-15,22-3 5 0,-22 3-9 0,0 0 6 16,22-4-28-16,-22 4-5 0,0 0-3 0,18-3-1 16,-18 3-6-16,1 0-7 0,18-2 4 0,-19 2-4 15,1 0 0-15,18 0 0 0,-19 0 0 0,0 0 0 0,17 0 7 16,-17 0-5-16,1 0 4 0,-1 0-3 0,17-1-1 0,-17 1 3 16,1 0-4-16,0 0 5 0,16-2 1 0,-17 2-4 15,0 0 5-15,0 0-4 0,1 0 0 0,-1 0 0 16,1 0-2-16,-1 0 3 0,1 0 4 0,-1 0 3 15,0 0-1-15,1 0 3 0,-1 0 4 0,1 0-5 16,-1 0-1-16,0 0-2 0,0 0-7 0,0 0 2 16,0 0-2-16,0 0 2 0,-17-1-3 0,17 1-2 15,0 0 4-15,-20 0-4 0,20 0 3 0,-16 0 0 16,6 0-1-16,0 0 0 0,0 0-2 0,0 0 0 16,0 0-3-16,-1 1 2 0,1 1-5 0,-2-1 8 15,2 0 0-15,1 0 3 16,0 0-3-16,2 0-2 0,1-1 1 0,0 1-1 0,6-1 3 15,0 0-3-15,-1 0 0 0,1 0-1 16,-17 4 1-16,17-4-2 0,0 0-3 0,0 0 2 0,0 0 1 16,0 0-4-16,0 0-1 0,0 0-3 0,0 0-3 15,0 0 16-15,0 0-1 0,0 0 5 0,1 0-8 16,0 0 11-16,17 8-3 0,-18-8 6 0,0 0-11 16,20 1 1-16,-18-1 0 0,13 1 1 0,-6-1-1 15,0 0-3-15,1 0-1 0,-1-1 0 0,1 1 5 0,-1-1 3 16,0 1 0-16,1-2 1 0,-1 1 5 0,0-1-5 15,1 0 6-15,-1 0-5 16,1 0 3-16,-1 0-6 0,0 0 0 0,0 0-1 16,-1-1 2-16,-1 2 1 0,-1-1-2 0,-6 2 2 15,0 0 3-15,0 0 1 0,1 0 0 0,0 0 0 16,-1 0-3-16,0 0 13 0,1-1-3 0,-1 1 6 0,1-1-10 0,-1 1 3 16,0 0-6-16,1-1 4 0,-1 1-16 0,0-1 4 15,0 1-2-15,-1-1 2 0,1 1-4 0,-21-9-3 16,12 9 1-1,0 0-2-15,-1-1 5 0,0 0-5 0,1 1 4 0,0-1-4 16,0 1 6-16,3 0 0 0,-1 0-1 0,7 0 0 16,0 0-2-16,0 0-3 0,-1 0 2 0,-16 2-2 15,17-2-1-15,0 0-1 0,0 0 0 0,0 0 0 16,0 0-4-16,0 0 1 0,0 0 0 0,0 0 1 16,0 0 7-16,0 0-5 0,0 0 1 0,0 0-2 15,0 0 4-15,20 7 1 0,-20-7 1 0,1 0-1 16,21-2 0-16,-14 1 0 0,2 0 0 0,0 0 0 0,-1 1 6 15,2-1-2-15,-1-1 2 0,-1 0-2 0,0 1-2 16,-1-1 7-16,0 1-7 0,-1 0 7 0,0 0-6 16,-1 1 1-16,1-2 1 0,-7 2-1 0,0 0-4 0,1 0 9 15,16-4-5-15,-17 4 8 0,0 0-7 16,1 0 5-16,0 0 1 0,-1 0-1 0,0 0-5 0,1 0 1 16,-1 0 1-1,1 0-1-15,-1 0-4 0,0 0-33 0,1 0-12 16,-1 0-15-16,1 0-125 0,0 0-278 0</inkml:trace>
  <inkml:trace contextRef="#ctx0" brushRef="#br0" timeOffset="26306.27">5802 5650 612 0,'0'0'105'0,"0"0"33"0,0 0 2 0,0 0-45 15,-1 0-53-15,0 0-26 0,1 0 4 0,0 0-8 16,0 0-12-16,-20-12-15 0,20 12 4 0,0 0-7 15,0 0 24-15,0 0-1 0,0 0 3 0,0 0-3 16,0 0 4-16,1 0 22 0,0 0-5 0,17 0 11 16,-18 0-9-16,0 0 11 0,1 0-5 0,0 0 6 0,16-10-2 15,-17 10 2-15,0 0 1 16,0 0 0-16,1 0-5 0,-1-1-11 0,17-8 0 16,-17 9-5-16,0 0-10 0,0 0 3 0,0 0-3 15,0-1 3-15,1 1 0 0,0 0-4 0,-1-1-2 16,0 1 0-16,1-1-5 0,-1 1 10 0,0-1-4 0,1 1 5 15,0-1-5-15,-1 1 5 0,0 0 0 0,1-1 2 16,0 1-4-16,-1-1-7 0,0 1 1 0,0-1-3 16,0 1 3-16,0-1-8 0,0 1 3 0,0 0-5 15,-1 0 9-15,0 0-4 0,-16-5 1 0,17 5-2 16,0 0-1-16,-1 0 5 0,-16 2-3 0,17-2 4 16,0 0 0-16,-1 0-1 0,-15 3 1 0,16-3-3 0,0 0-2 15,-1 0 0-15,1 0-1 0,-1 0 1 16,-15 2-3-16,16-2 7 0,0 0-2 0,0 0 4 0,0 0-6 15,0 0 1-15,0 0 0 0,0 0 1 0,0 0-4 16,0 0-2-16,0 0 3 0,0 0-1 0,0 0 5 16,0 0 0-16,0 0-1 15,0 0 1-15,17 1-2 0,-17-1 9 0,1 0-8 16,-1 0 7-16,19-3-11 0,-19 3 3 0,0 0-2 0,1 0 2 16,16-1 0-16,-17 1 3 0,1 0 1 0,-1 0 2 15,1 0-4-15,-1 0-1 0,17-1 3 0,-17 1-2 16,0 0 3-16,0 0 0 0,0 0 1 0,1 0 0 15,-1 0 3-15,0 0-7 0,1 0 4 0,-1 0-4 16,17-6 8-16,-17 6-5 0,0 0 0 0,0 0-2 16,0 0-1-16,0 0 3 0,0-1-3 0,0 1-1 15,0 0-50-15,0-1-34 0,1 1-15 0,-1 0-5 16,0 0-60-16,0 0-238 0</inkml:trace>
  <inkml:trace contextRef="#ctx0" brushRef="#br0" timeOffset="27578.98">6084 5736 698 0,'0'0'285'15,"0"0"-112"-15,0 0 142 16,0 0-301-16,0 0 2 0,0 0-10 0,0 0 9 16,0 0 0-16,0 0 0 0,0 0-15 0,0 0 11 15,0 0 1-15,0 0 4 0,0 0 11 0,0 0-4 16,19 2-5-16,-19-2 2 0,0 0-4 0,21 3 11 16,-20-3 2-16,16 2 2 0,-8-2 10 0,0-1-10 15,0 0 7-15,1 0-8 0,0 1 14 0,0-1-4 16,0 0 3-16,0 0-3 0,1 1 1 0,-1-3-7 0,0 2-5 15,0 1 1-15,1-1-5 0,-1-1-8 0,2 1 3 16,1 0-6-16,0 0-3 0,2 1-6 0,-1-2 2 16,1 1-3-16,-1 0-4 0,1 0 5 0,0 1-5 15,0 1 4-15,-1 0-2 0,-1-1-1 0,0 0 3 16,0 1-4-16,-1 0 2 0,-1 1-3 0,1-1 1 16,0-1-2-16,0 1 2 0,1 0 15 0,-1-1 4 15,1 1 4-15,-1-1 12 0,-2 0-9 0,1-1-4 0,-2 1 0 16,0-1-5-16,0 1-6 15,-1 0-1-15,1-1-1 0,-2 1 0 0,1-1-2 16,-2 0 2-16,0 1-3 0,1-1 1 0,-2 0 6 16,-5 1-3-16,1 0 3 0,-1 0-6 0,0 0 1 15,1 0 1-15,18-7 1 0,-19 7-2 0,0 0 0 16,0 0-9-16,0 0 1 0,0 0-48 0,0 0-54 16,0 0-9-16,0 0-20 0,0-1-79 0,0 1-242 0</inkml:trace>
  <inkml:trace contextRef="#ctx0" brushRef="#br0" timeOffset="29816.23">4846 5835 1651 0,'-4'-3'85'0,"4"3"-19"0,0 0 1 0,0 0-14 15,0 0-45-15,0-1-13 0,0 1-6 16,0-1 5-16,0 1-11 0,3-18-2 0,-3 18 3 15,0 0-1-15,21-2 12 0,-13 1 2 0,1 0-2 0,1 1 3 16,0 0 2-16,0-2-2 0,1 1 2 0,0 0-2 16,-1-1 11-16,-1 0 12 0,-1 0 1 15,1 0 2-15,1 0 7 0,-2-2 1 0,1 1 5 0,0 0-4 16,-1 0 1-16,0 0 5 0,-1 0-6 0,0 1 6 16,-1 0-19-16,0-2 0 15,-1 2-4-15,-5 2 1 0,0 0-6 0,1 0-5 16,-1 0 7-16,18-7-6 0,-18 7 11 0,0 0-5 15,0 0 2-15,0 0-1 0,0 0 6 0,0 0-5 16,0 0-5-16,0 0-1 0,0 0-44 0,-1 0 12 16,-19-1-8-16,19 1 12 0,-16 3 8 0,7-1-2 15,-2-1 6-15,-1 1-3 0,1-1 16 0,0 1 8 16,2-1 2-16,2 1 1 0,-2-1 6 0,2 1-6 16,1-1 2-16,-1-1-3 0,1 1-6 0,0-1-9 15,2 1-1-15,5-1-3 0,-1 0 2 0,0 0-10 0,1 1 2 16,-17 11-4-16,17-12-4 0,0 0 0 0,0 0-2 15,0 0 2-15,0 1 0 0,0-1 6 0,0 0-1 16,0 1 3-16,0-1 5 0,0 1 6 16,17 14 1-16,-17-15 2 0,0 0-1 0,21-1 3 15,-21 1-2-15,16-3 3 0,-7 0-5 0,1 0 5 16,-1 1-5-16,0 0 5 0,-1-1-4 0,1 1-2 16,-1-1 7-16,-2 0-6 0,2 0 0 0,-8 3 12 15,1 0-9-15,-1 0 11 0,0 0-8 0,0 0 9 16,1 0 1-16,0 0 2 0,-1 0 6 0,0 0-8 0,1 0 1 15,-1 0-5-15,0 0-12 0,0 0 0 0,0 0 0 16,0 0 1-16,0 0 8 0,-1 0-10 16,-18-7 3-16,19 7-5 0,-1 0 0 0,-16 3 1 15,17-3-1-15,0 0 0 0,-22 4-4 0,12-4 4 16,2 2 0-16,-2-1 1 0,0 0 0 0,1 2 0 16,-1-1-1-16,2 0-1 0,-1 0 1 0,1 0-1 15,1-2 2-15,1 0-1 0,6 0 1 0,0 0 1 16,0 0-2-16,-2 0 0 0,-14 3-4 0,16-3-5 15,0 0 2-15,0 0-2 0,0 0 8 0,0 0-8 16,0 0 3-16,0 0-4 0,0 0-1 0,0 0 2 16,0 0 1-16,0 0 1 0,0 1 1 0,0-1 6 15,0 1-2-15,0-1 3 0,0 0 2 0,0 1-2 16,0-1-2-16,0 1 1 0,0-1 0 0,0 1-2 16,0-1 0-16,1 1-1 0,-1-1 4 0,1 0-1 15,-1 1 1-15,17 6-1 0,-17-7-2 0,0 0 2 16,1 0 0-16,-1 0 0 0,0 0 4 0,1 0-4 15,16-4 0-15,-17 4 0 0,0 0 4 0,0 0-1 16,0 0-2-16,0 0-1 0,1 0 0 0,-1 0 1 16,1 0 3-16,-1 0-1 0,0 0-4 0,17-8 0 0,-17 8 4 15,0 0-2-15,0 0 1 0,0 0 3 0,0 0-4 16,0 0 5-16,0 0-1 0,1 0-5 0,-1 0 2 16,0 0-2-16,1 0 3 0,-1 0-2 0,0 0-1 15,1-1 0-15,-1 1 0 0,0 0-2 16,0-1 4-16,0 1-2 0,0-1 0 0,0 1-4 15,0 0 1-15,0 0-1 0,0 0 4 0,0 0-6 0,0 0-1 16,0 0-2-16,1 0-7 0,-1 0-5 16,0 0-1-16,0 0-1 0,0 0-1 0,0 0-11 15,1 0 0-15,-1 0-6 0,1 0-14 0,-1 0-59 0,1 0-3 16,-1 0-25-16,1 0-70 0,-1 0-84 16,0 0-139-16</inkml:trace>
  <inkml:trace contextRef="#ctx0" brushRef="#br0" timeOffset="31400.37">4856 5886 1519 0,'-6'-3'265'0,"1"1"-122"0,5 2 118 16,0 0-275-16,0 0-2 0,0 0 12 0,0 0-51 0,0 0 26 0,0 0-74 0,0 0-64 0,0 0 37 0,0 0-59 0,0 1-32 0,0-1-239 0</inkml:trace>
  <inkml:trace contextRef="#ctx0" brushRef="#br0" timeOffset="31507.61">4878 5854 572 0,'0'0'100'0,"0"-1"227"0,0 1-197 16,0-17-72-16,0 17-4 0,0 0-25 0,0 0-46 0,0 0-11 15,0-1 1-15,1 1-1 0,0-1 23 0,15-8-151 16,-16 9-134-16</inkml:trace>
  <inkml:trace contextRef="#ctx0" brushRef="#br0" timeOffset="32162.88">5754 5652 2469 0,'-4'-4'62'15,"4"4"-33"-15,0 0 28 0,0 0-141 0,0 0 11 16,0 0-14-16,0 0 58 0,0 0 4 0,0 0 12 16,0 0 7-16,0 0 6 0,0 0-1 0,0 0 1 15,0 0 0-15,0 0 0 0,0 0 2 0,1 0-2 16,0 0 9-16,-1 0 3 0,0 0 1 0,1 0 1 0,-1 0 5 16,1 0-5-16,-1 0 2 0,0 0-3 15,0 0-4-15,0 0-2 0,0 0-6 0,0 0 3 0,0 0-3 16,0 0-6-16,0 0 6 15,0 0-6-15,0 0 5 0,0 0-5 0,0-1-3 0,0 1-4 16,1-1-38-16,-1 1-22 0,1 0-8 0,0 0-5 16,-1 0-43-16,0 0-73 0,1-1-24 0,-1 1-39 15,0 0-364-15</inkml:trace>
  <inkml:trace contextRef="#ctx0" brushRef="#br0" timeOffset="35719.93">4910 5727 1172 0,'0'0'91'0,"0"0"-32"0,0 0 42 16,0 0-101-16,0 0 5 0,0 0-4 0,0 0 18 15,1 0-2-15,16-2 3 0,-10 4-17 0,-4-6-2 16,7 6-3-16,0 1 2 16,0-1 0-16,-1-2 3 0,0 0-4 0,1 0 3 15,1 0-1-15,0 0-1 0,1 0 3 0,-1 1-3 16,0-1 0-16,-1 0 4 0,1 0 0 0,-2 0 1 0,0 0-1 15,-1-1 5-15,0 3-3 0,-2-2 4 0,0 1 5 16,-6-1 8-16,0 0 2 0,0 0 1 0,1 0 2 0,-1 0-3 16,1 0 7-16,0 0-2 0,-1 0 33 0,0 0-30 15,1 0 8-15,-1 0-18 0,0 0-13 0,0 0-12 16,0 0-1-16,0 0-3 0,-1 0 2 0,-19-4-2 16,12 5-2-16,-1 0 2 15,-2-1 2-15,-2 0-3 0,0 1 5 0,-1 1-4 16,-3-1 1-16,1 1 1 0,-1 0 0 0,0 0 1 15,2 1 4-15,0 0 8 0,0 0 4 0,2-1 0 16,1 1 12-16,2 0 1 0,0-2-1 0,3 2 0 0,-1-2-8 16,8-1-13-16,0 0-2 0,0 0-3 0,-1 0-11 15,1 0-7-15,-1 1-4 0,1-1 2 0,0 1 3 16,0-1 6-16,0 1 3 0,0-1 0 0,10 17 6 16,-10-17 1-16,0 0 3 0,19 5-1 0,-19-5 13 15,1 0-5-15,19 1-1 0,-20-1 0 0,1 0 8 16,23-2 4-16,-15 1-1 0,0-2 1 0,0 2 1 15,-1-2-6-15,0 1 4 0,1-1-4 0,0 0 3 16,-1 0-8-16,1 1 2 0,-3 0-4 0,0 1 6 0,-6 1-6 16,0 0 2-16,1 0-4 0,0 0 6 0,-1 0 6 15,0 0-6-15,1 0 6 16,-1 0-3-16,1 0 8 0,-1 0 0 0,0 0 1 16,1 0-14-16,-1 0-2 0,0-1 1 0,0 1-2 15,0 0 1-15,0 0 0 0,-1 0-4 0,1 0 3 0,0 0-2 16,-21-5-4-16,21 5 5 0,-1 0-5 15,-18 0 1-15,19 0 4 0,-1 0-5 0,-15-3 5 0,16 3-5 0,-1 0 1 16,1 0-1-16,0 0 0 0,-17-3-7 0,17 3 0 16,0 0 1-16,0 0-3 0,0 0-12 0,0 0-1 15,0 0-2-15,0 0 2 0,0 0 14 0,1 0-2 16,19-6 4-16,-20 6-4 0,0 0 1 0,23-2 5 16,-15 2 1-16,3 0 1 15,-1 0-1-15,-1-1 1 0,2 1-1 0,-1-1 2 16,-1-1-1-16,1 2 2 0,0-1-1 0,-1 0 1 0,-1 0 8 0,-1 0-8 15,0 0 6-15,0 0-6 0,-7 1 9 16,0 0 0-16,1 0-2 0,-1 0 2 0,0 0 2 16,1 0 1-16,-1 0 2 0,1 0 1 0,0-1 9 0,-1 1-9 15,0 0 1-15,0-1-5 0,1 1-6 0,-1-1-25 16,0 1 4-16,0-1-13 16,0 1 2-16,-1 0 0 0,-15-15 0 0,16 15 1 15,0 0 18-15,-16-3-2 0,16 3 6 0,-1 0-5 16,-16-2 2-16,17 2 1 0,0 0-4 0,-17 2 4 15,17-2 1-15,0 0-6 0,-1 0 2 0,1 0-3 16,-17 5 1-16,17-5-14 0,0 0 6 0,0 0-9 16,0 0 9-16,0 0-7 0,0 1 6 0,0-1-4 15,0 0 15-15,0 1-3 0,0-1 0 0,1 1 1 0,20 15 7 16,-21-16 4-16,0 0 2 0,16 3 1 0,-16-3 0 16,1 0-12-16,17 0-45 0,-18 0-1 0,0 0-260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3-05T20:09:05.359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3355 8663 1771 0,'-8'-3'123'0,"1"1"4"15,7 2-5-15,0 0-56 16,-1 0-65-16,0 0-38 0,1 0 7 0,0 0 2 15,-1 0 46-15,1 0-16 0,0 0 3 0,0 0-5 16,0 0 5-16,0 0-5 0,1 0 5 0,20 7-4 0,-21-7 21 0,0 0-2 16,22 8 1-16,-14-5-2 0,1-1 3 0,0-1 6 15,1 1-2-15,0 0 2 16,0-1-10-16,1 1 2 0,0-1-3 0,3 0 2 0,1 1-10 0,-1-1 3 16,1 1-4-16,0 0 3 15,0 0-7-15,1 0 3 0,0 0-2 0,1 1 3 0,-1-1-3 16,1 1 0-16,-2-1-2 0,3 0 1 0,0 0 4 0,3 0 4 15,2 0 1-15,0 0 0 0,0-1 0 0,0 0-2 16,0 1 0-16,-2-1-3 16,0 0-4-16,3 0-3 0,0 1 3 0,3-1-3 0,0 0 6 15,0 0-6-15,-1 1 2 0,-2-2-2 16,1 2 1-16,-1-1 4 0,2 0-2 0,1-1 3 16,2 2 1-16,-1-2 0 0,0 1 5 0,-2-1-3 0,-1 0 2 0,0 0-1 15,1-1-3-15,2 1 2 16,2-1-5-16,-1 0-4 0,0 1 0 0,-2-2 0 0,0 0 1 15,-2 0 1-15,2 1 1 0,1-1 0 16,2 1-3-16,0-2 0 0,-2 1-1 0,-2-1-1 0,0 0 1 0,-2 0 4 16,1 0 2-16,2-1 0 15,1 0 6-15,-1 0 2 0,-1-1 0 0,-2 1 1 0,-1 0 1 16,-3-1-5-16,-2 1 4 0,2-1-4 16,2 1 3-16,0-1-3 0,1 0-3 0,-1 1 1 15,-1-2-7-15,-2 2 1 0,-2 1 0 0,-1-2 2 0,-1 1 4 0,-1 0-6 16,-2-1 4-16,1 2-4 15,-1 0 1-15,1-1 4 0,-1 1-5 0,1-2 5 0,0 3-4 0,-2-1-2 16,-2 0 8-16,0 1-6 0,0 0 5 0,-1 1-4 16,0-2-2-16,-1-1 1 15,1 0-4-15,-1 1 3 0,-1 0-3 0,1 1 4 0,-2 0-4 0,-5 2 1 16,0 0 0-16,0 0 2 16,20-8 4-16,-20 8-8 0,0 0 4 0,0 0-4 0,17-5 8 15,-17 5-1-15,0 0-2 0,0 0 0 0,0 0-5 0,1 0 4 16,18-5-3-16,-19 5 4 15,0 0-1-15,1 0-3 0,-1 0 0 0,0 0-2 0,17-3-32 16,-17 3-116-16,1 0-7 0,0 0-51 16,17 3-140-16</inkml:trace>
  <inkml:trace contextRef="#ctx0" brushRef="#br0" timeOffset="1023.56">2007 4164 1477 0,'-7'-7'170'16,"1"1"41"-16,0 1-1 0,6 5-179 15,0 0-30-15,0 0-14 0,-1-1-12 0,0 1-1 0,1-1-42 16,0 1 41-16,0-1-2 0,-1 1 16 15,1 0 13-15,0 0 5 0,0 0-2 0,0 0 4 16,0 0 8-16,1 0 17 0,15 14-3 0,-16-14 5 16,1 0-7-16,17 9-1 0,-18-9 1 0,0 0-2 15,23 7 1-15,-15-5 5 0,1-1-3 0,-2 0 4 16,2 0 8-16,-1-1-8 0,2 0 1 0,0 0-5 16,1 0-8-16,2-1-8 0,1 1 3 0,3-1-6 0,0 1-4 0,2 0 6 15,-1 0-9-15,1-1 7 16,-1 1-15-16,0 0 12 0,1 0-4 0,-3 0 5 15,0 0-11-15,1 0 4 0,1 1 0 0,2-1 3 16,1 0 5-16,3 0 11 0,-2 0 2 0,-1-1 2 16,-1 0 8-16,-1 0-9 0,-1 0-3 0,-1 0-4 15,0 1-11-15,2-1 4 0,1 1 3 0,-1 0-1 16,1 0-1-16,-1 0 1 0,-1 0-4 0,0 1 3 16,-1 0-1-16,-2-1 0 0,0 1 2 0,-2-1-1 15,2 1-2-15,0-1 10 0,-1 1-2 0,0 0 4 0,1-1-2 16,-1 0 0-16,1 0-3 0,-1 0 0 15,-1 1-7-15,0-1 4 0,0 0-2 0,-2 0 2 16,0 0-6-16,-1 0 6 0,0 1-3 0,-2-1 3 0,0 0-7 0,-1 1 3 16,2 0 1-1,-2 0 0-15,1-1-6 0,-1 1 4 0,2-1-3 0,0 1 3 16,0 0-4-16,1 0 3 0,-2-1 2 0,0 1-1 16,1 0 0-16,-1-1-1 0,0 1-1 15,-1 0 0-15,0-1-2 0,-1 2-1 0,0 0 0 0,-6-2 0 0,1 0 5 16,-1 0-2-16,18 3-1 0,-18-3-1 15,1 0 1-15,0 0-1 0,-1 0 1 0,17 7 0 16,-17-7 3-16,0 0-4 0,1 0 0 0,-1 1-1 16,1-1 3-16,0 1-1 0,-1-1-11 0,15 17-5 15,-15-17-119-15,0 0-137 0,0 0-20 0,5 20-68 16,-7-11-411-16</inkml:trace>
  <inkml:trace contextRef="#ctx0" brushRef="#br0" timeOffset="5139.95">3408 8823 1599 0,'-6'-2'338'0,"1"-1"-112"0,-1 0 164 16,6 3-316-16,0 0-33 0,-1 0-39 0,1 0-9 15,0-1-5-15,0 1 8 0,0 0-1 0,0-1-7 16,0 1 7-16,0-1-7 0,0 1 11 16,0-1-2-16,0 1-1 0,17-15-1 0,-17 15-4 15,0 0 11-15,0 0-2 0,23 1 5 16,-23-1-3-16,0 0 1 0,22 0-2 0,-15 0 3 0,4-1-2 0,-1 1 0 15,2 1-1-15,0 0 0 0,1 1-4 16,-1 0 3-16,1-1 3 0,-1 1 0 16,1 2 1-16,-1-2 5 0,-1 1-2 0,2 0 3 0,-2-2 1 15,2 1-4-15,0 1 0 0,-2 0-1 0,3-1-4 0,0 1 0 16,2 1 3-16,1-1-2 0,2-1 1 0,1-1 4 16,-1 0-4-16,2 1 4 0,-2 1-3 0,0-3-5 15,0 1 1-15,1 1-2 16,0-2-1-16,2 2 4 0,2-1 1 0,0 0 1 0,1 0-1 15,-1-1 2-15,0 1-1 0,-1-1 2 16,0 1 1-16,-1-1 1 0,2 0 5 0,1 0-4 16,1-1-6-16,2 1 4 0,-2-1-7 0,-1 0 8 15,0 1-8-15,-2 0 5 0,1-1-1 0,3 0 3 0,0 0-7 16,0-1-2-16,1 1 2 0,-3 0-2 16,0-1 3-16,-2 0 4 0,1 1-1 0,0-1 2 0,2 0-2 15,-1 1-1-15,-1-1-2 0,0 2 1 0,-3-1-2 0,0 0 6 16,-3 2-2-16,-1-1 3 0,-1 0-7 15,-1 1 3-15,1-2-3 0,1 2 4 0,-2 0-2 0,0 2 5 16,-2 0 2-16,-1-2 0 0,-2 0-3 0,-2-1 2 16,0 2-2-16,-1-1 2 15,-7-1 1-15,0 0 8 0,1 0-4 0,0 0 5 0,-1 0 0 16,0 0 12-16,1 0 10 0,-1 0-1 0,1 0 19 0,-1 0-9 16,0 0-6-16,0 0 2 0,0 0-3 0,0 0-4 15,-20 4 1-15,8-3-5 16,0-1-8-16,-3 0-20 0,-1-1 5 0,-2 1-10 0,-1 1-3 0,0 0 2 15,-1-1-1-15,0 0 2 16,0-1 5-16,-2 0-6 0,-2 1 2 0,-1 0-2 16,-2 0 3-16,0 0-2 0,0-2 1 0,1 0-1 15,-1 0 1-15,-2 0-1 0,-1 0 2 0,-3 2-2 0,0 1-8 0,0 0 11 16,0-1-11-16,0 2 11 16,-1-1-11-16,-3 1 6 0,-3 1 1 0,1 0 2 15,-1-1-2-15,1 2 0 0,-1-1 0 0,0 1 0 0,-2-1 4 16,2 1 0-16,2 0 1 0,-1-2-2 15,0 2-2-15,0-1 1 0,0-2 1 0,3 2 1 0,2-1 1 16,1 0-1-16,0 1-2 0,-2 0 1 0,2 0 1 16,4-2 5-16,3 1-7 0,4-1 6 0,1-1-5 0,-1 0 1 15,2 0 5-15,3 0-4 0,1 0 7 0,1-1-9 16,1 0 6-16,2 0-7 16,3-1-2-16,0 1-1 0,3 1-8 0,6 0 6 0,0 0-12 15,0 0-15-15,-1 0-6 0,1 0-4 0,0 0-33 0,0 0 5 16,0 0 1-16,0 0 2 15,0 0 15-15,23 7 7 0,-10-4 11 0,2-1-2 0,2-1 38 16,1 1-8-16,2-2 5 0,2 1-5 0,-1 0 4 0,2-2 1 16,0 0 2-16,4 1 0 15,3-2 6-15,3 1-7 0,1 0-2 0,0-1 0 0,0 1 3 0,2-1-3 16,2 0 2-16,3 1-2 16,2-1-4-16,-2 2 2 0,0-2 2 0,2 2 0 0,1 0 0 15,3-1 0-15,-3 1 0 0,-1 0 0 0,2 1 0 0,0-1 3 16,2 1-4-16,-3 1 3 0,0-1-3 0,0 0 5 15,3 1 0-15,-1-1 3 0,-3-1 0 16,2 1 1-16,-2 0 6 0,2-1-4 0,1 1-2 16,-5-1-3-16,0 0-4 0,-1 0 2 0,0 0 0 0,0 0-4 15,-5 0 5-15,-3 1-4 0,-2 0 9 0,0 0-7 16,2 1 1-16,-3-1-2 16,-3 1 2-16,-3 0 5 0,-3 1-5 0,-3-1 4 0,-2 1-3 0,-2 1 2 15,-1-1 2-15,-1-1-1 16,0 1 5-16,-4-1-2 0,1 0 7 0,-8-2-4 15,0 0 10-15,0 0-1 0,1 0 4 0,0 0 2 0,-1 0 45 0,0 0-12 16,1 0 5-16,-1 0-11 16,0 0-15-16,-1 0-2 0,1 0-1 0,-24 3 1 0,13-4 1 15,0 0-10-15,-3 0-4 0,-2-1-2 16,-2 0-13-16,-4 0-4 0,-4 0 3 0,-4 1-5 0,-1-2-5 16,0 1 6-16,0 0-4 0,-2 0 6 0,0-1-4 15,-5 0 2-15,-2 0-3 0,0 0 2 0,0-1-4 16,1 0 0-16,-1-1 2 0,-5 1-1 0,3-1-1 15,0-1 5-15,1 2-1 0,-1-2 2 0,-1 1-3 16,-1 1-5-16,1-1 3 0,-1 1-3 0,2 2-1 0,-3 0 8 16,-1 1-5-16,4-1 6 0,-1 0-2 0,2 0-4 15,1 1 1-15,-2 0-2 16,3 1 1-16,2-3 2 0,1 2 3 0,2-1-1 16,-2-1-4-16,3 2 3 0,2-2-3 0,3 1 3 0,3 0 4 0,2-1-5 15,3 1 2-15,1 1-4 0,3 0 0 0,2-1-6 16,3 1 3-16,2-1-4 15,9 2 7-15,-1 0-26 0,1 0-2 0,0 0-11 0,-1 0-29 0,1 0-2 16,3-2-1-16,9 2 2 16,1 2 19-16,5 0 7 0,3 0 8 0,2 2-2 0,2 1 10 0,4-1 12 15,3 1-6-15,5-1 9 16,3-1 2-16,0 1 2 0,2 0 0 0,0-1 0 16,3 0-1-16,3-1 4 0,0 1 0 0,2 0 1 0,-1 0 3 15,3-1-5-15,-1 0 2 0,2-1-2 0,0 0 4 16,0 0 2-16,0 0-2 0,-2 0 1 0,1 0 1 15,-2 1 0-15,1 0 0 0,-5 1-2 0,-1 0 5 0,0 1-2 16,0 0 0-16,-1 1-1 0,-3 0 0 0,-1 2-1 16,1-1 5-16,1 1-4 15,1 0-3-15,-2 1-33 0,4-1-102 0,0 0 13 16,5 0-431-16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3-05T20:09:37.639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2805 4126 1141 0,'0'0'140'0,"0"0"-40"15,0 0 81-15,-1 0 24 0,1 0-31 16,0 0 11-16,-1 0-64 0,1 0-4 0,-1 0-7 16,1 0-24-16,-22-6-12 0,22 6-3 0,0 0-3 0,0 0-17 15,-1 0 6-15,1 1-5 0,0-1 4 0,-1 1-11 16,-15 13-7-16,16-14-2 0,0 0 0 0,0 1-3 16,-6 18-6-16,6-19 0 0,0 0-3 0,-4 21-4 15,4-20-4-15,-3 15 3 0,1-6-4 0,1-1 0 0,0 1-2 16,0 1-1-16,-1-2 1 0,0 2 0 0,-1-1-3 15,1 1 2-15,0 2-2 0,1 0 5 0,-1 1-3 16,0-1 0-16,-1 1-1 0,0-1-1 0,1 0 8 16,1 0-8-16,-2 0 8 0,1-1-7 0,0 0-4 15,-1 0 6-15,2-1-6 0,-2-1 2 0,1 1-2 16,-1-1-3-16,1 1 1 0,-1-1-5 0,0 1 3 16,0-1 1-16,0 1 1 15,0 0 4-15,0-1-4 0,0 0 0 0,1 0-3 16,0-1-7-16,-1 1 7 0,1-2 0 0,1 1 4 15,-1-2-3-15,0 0 1 0,1 1-2 0,-1-2 3 16,1 0 1-16,0 0-1 0,1 0 1 0,0-6-1 0,0 1-5 16,0-1 2-16,0 1-4 0,2 18 2 0,-2-19 0 15,0 0 0-15,0 1 4 0,1-1-2 0,16 13 0 16,-17-13 0-16,0 0 0 0,19 5-1 0,-18-5-5 16,-1 0 3-16,22 5-1 0,-21-5 2 0,0 0 5 0,22 2-5 15,-23-2 3-15,1 0-3 0,22 2-2 0,-23-2 7 16,1 0-5-16,21-2 7 0,-22 2-7 0,0 0-1 15,23-3 3-15,-23 3-2 0,0 0 0 0,21-2 0 16,-21 2 0-16,0 0 2 0,18-4 2 0,-18 4-2 16,1 0 1-16,0 0 0 15,16-2-3-15,-17 2-8 0,0 0-18 0,0 0 0 16,1 0-85-16,-1 0-62 0,0 0-22 0,0 0-19 16,1-1-126-16,0 1-231 0</inkml:trace>
  <inkml:trace contextRef="#ctx0" brushRef="#br0" timeOffset="362.78">2709 4351 2613 0,'8'1'60'0,"0"0"-21"0,1 1-7 0,-1-2-6 0,1 1 3 0,-1-1-7 0,2 1-4 16,-2 0-11-16,0 0 7 0,2 0-7 0,-1 1-4 0,1-2 4 0,0 1-4 15,-2-1 5-15,1 1-3 0,-1-1 2 0,0 0-1 16,-1 0 3-16,0 0 5 16,-7 0-3-16,0 0 5 0,0 0-9 0,1 0-36 0,16-7-102 0,-17 7-10 15,0 0-36-15,0-1-74 0,0 1-146 16,5-17-87-16</inkml:trace>
  <inkml:trace contextRef="#ctx0" brushRef="#br0" timeOffset="626.82">2720 4095 2120 0,'0'0'73'0,"0"0"47"0,0 0-32 16,0 0 34-16,0 0-62 16,0 0 0-16,0 0-5 0,0 0 3 0,0 0-8 15,19-5-1-15,-19 5 5 0,16 2-3 0,-15-2 7 0,17 1-9 16,-10-1-2-16,2 0-4 0,2 1-12 0,-2 0-17 15,0 0 2-15,0 0-7 0,0-1-3 0,-1 1 4 16,-1-1-4-16,1 1 3 0,-1 1-7 0,0-1 4 16,-1 0-1-16,-1 0 1 0,0 1-2 0,-6-2-17 15,1 0-34-15,-1 0-6 0,18 2-184 0,-18-2-125 16,0 0-39-16</inkml:trace>
  <inkml:trace contextRef="#ctx0" brushRef="#br0" timeOffset="3216.16">1176 4777 1696 0,'0'0'170'0,"0"0"-69"0,0 0 91 0,0 0-130 16,0 0-18-16,0 0 0 0,0 0 1 0,0 0-2 15,0 0 10-15,0 0 0 0,0 0-11 0,0 0-2 16,0 0-1-16,0 0-2 0,17 1-11 0,-17-1 5 15,0 0-6-15,20 1 8 0,-20-1-11 0,0 0 5 16,23 3-5-16,-15-2 8 0,4 1 0 0,-3 0-6 16,2 0 3-16,2 0-15 0,0 1 19 0,1-1-4 0,1 0 8 15,0 0-4-15,0 0-13 0,0-1 2 0,1 0-6 16,0 2-10-16,-2-2 0 0,1 0 0 0,0 1 0 16,0-1-3-16,2 1 5 0,1 0-5 0,1 0 4 15,0 0-6-15,-1 1 1 0,2 0 5 0,-2-1-1 16,-1 0 10-16,0 0 50 0,-1-1-22 0,0 0 29 0,0 0-52 15,3-1-7-15,1 0-1 16,1 0-1-16,1 0 0 0,-1 0-5 0,0-1 3 16,-1 0-3-16,0 1 4 0,-3-1-1 0,1 1-1 15,-2 0-1-15,0 0-5 0,2 0 5 0,0-1 0 16,2 1 2-16,0-1 4 0,-1 0-8 0,0 0 7 16,-2 1-8-16,0-1 3 0,-2 0-1 0,-1 0 0 0,-1 0 1 15,2 1 6-15,-1-1-4 0,0 0 1 16,0 1-1-16,0-1 0 0,-1 1-2 0,0 0 1 15,-2 0-1-15,-2 1 6 0,0 0-2 0,-3 0-4 0,1 0 1 16,-7-1-4-16,1 0 4 0,-1 0-2 0,0 0-10 16,1 1-164-16,0-1-611 0</inkml:trace>
  <inkml:trace contextRef="#ctx0" brushRef="#br0" timeOffset="6597.25">2953 3844 1023 0,'0'0'72'0,"0"0"21"16,0 0 23-16,0 0-21 0,0 0 3 0,0 0-6 0,0 0-6 16,0 0-2-16,0 0-15 15,0 0-36-15,-1 0 6 0,1 0-15 0,0 0 15 0,0-1 6 16,0 1-1-16,0-1 1 0,0 1-3 0,0 0-4 0,0-1 2 15,1 1-3-15,-1-1-3 16,0 1-16-16,19-8-1 0,-19 8-6 0,1 0-6 16,16 0-1-16,-17 0 2 0,0 0-2 0,16 0-4 15,-16 0 5-15,0 0-2 0,20 2 3 0,-20-2-11 16,0 0 9-16,17 0-3 0,-17 0 7 0,0 0-6 0,1 0 1 16,-1 0 2-16,18 4 0 0,-18-4 3 0,0 0 0 15,1 0-4-15,-1 0-1 0,0 1-43 0,1-1-31 16,-1 1 1-16,0-1-9 0,0 0 7 0,0 1-5 15,0-1 2-15,4 16 0 16,-4-16 22-16,0 0 17 0,-1 0 1 0,0 0 4 0,-16 9 3 16,17-9 20-16,0 0-2 0,-18 7 8 0,18-7 0 15,0 0 3-15,-18 4 0 0,18-4 3 0,0 0 10 16,-1 0 14-16,-15 6 5 0,16-6 3 0,-1 0 26 16,0 0-5-16,1 0 3 0,0 0-4 0,-18 8-4 0,18-8-3 15,0 0-4-15,0 0 1 0,0 1-5 0,0-1-2 16,-1 1 1-16,-12 17-3 0,13-18-5 0,0 0-6 15,-7 17 0-15,7-17-5 0,0 0-12 0,-7 24-2 16,5-15-5-16,0 0 4 0,-1 1-6 0,1 0-3 16,1 1 5-16,-1 0-3 0,-2 0 4 0,2 1-2 15,-1 2-2-15,-1 1 1 0,0 2 0 0,1 1-4 16,-1 2 4-16,1 0-4 0,0 1 9 0,0 0-5 16,-1 0-1-16,2-1-1 0,0-1-2 0,1 1 7 15,-2 1-3-15,3 1 5 16,-2 1-2-16,2-1-3 0,-2 1 0 0,1-2-1 0,1-2 2 15,-1-1 0-15,0-1 0 0,0 1-1 0,1 1 3 16,-1 1-4-16,1 0 2 0,-1 0-2 0,1 0 5 0,-1-2-2 16,1 0-1-16,0-2-1 0,0 0-3 15,1-2 21-15,0 0-2 0,0-2 8 0,0-2-11 16,1 1-6-16,-1 0 2 0,1 0-3 0,0 1 4 16,1-1 3-16,0-1-2 0,0 0 3 0,0-2-7 0,0 0 5 15,1-1-4-15,-1-1 4 0,0 1-6 0,0-1 1 16,0 1-2-16,0-2 1 0,-3-5-3 0,0 0-3 15,1 1 0-15,8 16-1 0,-9-17 4 0,0 0-2 16,1 1-1-16,-1-1-3 0,16 15-4 0,-16-15-58 16,1 0-31-16,-1 0-27 0,23 5-241 0</inkml:trace>
  <inkml:trace contextRef="#ctx0" brushRef="#br0" timeOffset="8328.11">3834 4722 483 0,'0'0'87'0,"0"0"-20"0,0 0 42 16,1 0-33-16,0 0-16 0,-1 0-10 0,17 4 1 15,-17-4-7-15,0 0 8 0,0 0-28 0,0 0 5 16,1 0-1-16,15-2 2 0,-16 2 5 0,0 0-7 16,1 0 3-16,-1 0-6 0,19-7-4 0,-19 7-4 15,1 0-1-15,-1 0 0 0,21-2 3 0,-21 2 13 16,1 0-4-16,17-3 6 0,-18 3-14 0,1 0-9 16,18 2-2-16,-19-2-3 0,1 0-7 0,20 1 0 15,-20-1 1-15,0 0 0 0,20-1-2 0,-20 1 1 16,0 0 1-16,21 0 0 0,-22 0 10 0,0 0-3 15,21 4 1-15,-20-4-1 0,-1 0 11 0,20 0-4 16,-20 0 1-16,0 0-2 0,20 0 10 0,-20 0-5 16,0 0 3-16,21 1-4 0,-21-1-4 0,0 0-1 0,22-3 1 15,-13 3-1-15,0-1-9 16,0 0 3-16,-1 0-5 0,1 1 5 16,-1 0-1-16,0 0-3 0,-1 0 3 0,0-1-3 0,0 1 3 0,0-1-3 15,0-1 4-15,0 4-4 0,-1-2 5 0,1 0-4 16,-1 1 2-16,0 0-2 0,-6-1 9 0,0 0-8 15,0 0 5-15,20 5-4 0,-20-5 7 0,0 0-2 16,0 0 0-16,0 0-3 0,0 0-25 0,17 4-237 16</inkml:trace>
  <inkml:trace contextRef="#ctx0" brushRef="#br0" timeOffset="10652.27">4960 3784 574 0,'0'0'267'0,"0"0"126"0,0 0 18 0,-1-1-249 0,0 1-67 16,1-1 3-16,-16-7 0 0,16 8 3 15,0 0-12-15,0 0-29 0,0 0-6 0,0 0-7 16,0 0-17-16,0 0 0 0,0 0 3 0,0 1-5 0,0-1-15 16,0 1-2-16,0-1-3 0,18 18 3 0,-18-18 2 15,0 0 2-15,20 8-3 16,-12-5 1-16,2 1-1 0,0-2 8 0,2 1-3 0,-1-1 4 15,0 1-12-15,0-1 10 0,0 1-3 0,-2-1 5 0,1 2 3 0,-1 0-9 16,-1 0 4-16,1-1-6 16,-2 0 0-16,0 1-2 0,-1 1-3 0,1 0 1 15,-3-1 5-15,-4-4-9 0,0 1 10 0,1-1-10 0,12 18 15 16,-13-18-1-16,0 1 2 0,5 15-1 0,-5-16-2 0,0 1 0 16,5 19-5-1,-5-20 3-15,0 1-7 0,1 22 1 0,-1-23-3 16,1 17 1-16,0-8-7 0,-1 1 5 0,2 1 1 0,-1-1 0 15,0 1 0-15,0 0 6 0,1 0-6 0,-1 2 6 16,1 0-8-16,-1 3 12 0,0-1 0 0,-1 2 4 16,0 0-2-16,1 1 8 0,-1-1-4 0,1 0 5 15,-1 1-6-15,0-2-4 0,0-1 1 0,0 0-4 16,-1 0-3-16,1 2-2 0,0 0 1 0,-1 2-3 16,1 0-4-16,-2 1 0 0,1 0-1 0,1-1 1 15,0-1 3-15,-1-2-2 0,1 0-2 0,0-2 0 16,0 1-7-16,0 1 5 0,0 1 2 0,0 1 2 15,-1 0-3-15,0 1 3 0,0-2-4 0,0 1 5 16,-1-1-1-16,2 0-5 0,-1-2 2 0,0-1-2 16,1 0 8-16,0-2-5 0,0-1 1 0,0 2-4 0,0 0 0 15,0 1 1-15,0 0 2 0,0 0-1 0,0-1 5 16,1-2-7-16,-1 1 4 0,0-2-4 0,1 1 11 16,-1-1 7-16,0-2 0 0,0 0 2 15,0 1-8-15,0-1 2 0,0-1-1 0,0 0 1 0,0-7-2 16,0 0 2-16,-1 17-2 0,1-17 4 0,0 0 16 15,0 1 7-15,-4 16 1 0,4-17 1 0,0 0-3 16,0 1-1-16,0-1 0 0,-14 18-1 0,14-18-12 16,0 0-8-16,-19 9-2 0,10-5-2 0,-3-1-12 15,-3 1 0-15,-1 0 0 16,-3 0 0-16,-2-1 0 0,-3-1 0 0,1-1 0 16,-1-1 0-16,1 0-6 0,-2 0-92 0,0 0-17 0,-3-1-43 15,-1 0-197-15</inkml:trace>
  <inkml:trace contextRef="#ctx0" brushRef="#br0" timeOffset="11206.01">2919 4841 1905 0,'0'0'104'0,"0"0"4"0,0 0 14 0,0 0-48 16,0 0-15-16,0 0-8 0,0 0 1 0,0 0 2 16,0 0 8-16,0 0-8 15,0 0-1-15,0 0-1 0,1 0 4 0,0 0-5 16,16 8-2-16,-17-8-2 0,0 0-8 0,20 0-2 16,-12 0 3-16,2-1-2 0,0 1 0 0,0-2-17 15,2 1 2-15,1 1-9 0,1-1-5 0,-1 0-4 16,2 0-1-16,-1 0 0 0,-1 1 0 0,0-1 0 0,-1 1 1 15,-1 0-1-15,-1 0 1 0,-1 0 4 0,-3 0-2 16,0 0 2-16,-6 0-7 0,1 0-59 0,-1 0-39 0,0 0-24 16,1 0-258-16,-1 0-298 0</inkml:trace>
  <inkml:trace contextRef="#ctx0" brushRef="#br0" timeOffset="12347.67">2944 3883 1460 0,'0'0'109'0,"0"0"2"15,0 0 1-15,0 0-86 16,0 0-19-16,-1 0-1 0,0 0 9 0,-17-6-6 0,18 6 28 16,0 0-1-16,0 0 0 0,0 0 0 0,0-1 7 15,-12-17-1-15,12 18 1 0,0 0-3 0,0 0-18 0,0-1-7 16,0 1-5-16,1 0 1 15,0-1-11-15,12-17 5 0,-13 18-4 16,0 0 3-16,1 0-8 0,15-3 0 0,-16 3 2 0,0 0-2 16,19-1-5-16,-18 1 7 0,16 2-6 15,-8 0 5-15,2 0-3 0,0 1 5 0,0-1 1 0,-1 0 0 16,0-1-2-16,0 0 3 0,0 1 2 0,0 0 2 16,-2 1-5-16,0-2 9 0,0 2-7 0,-2-2 9 15,-6-1-7-15,0 0 5 0,1 0 1 0,-1 0 1 16,17 7 3-16,-17-7 2 0,0 0-2 0,0 0-2 0,0 0-32 15,0 0-28-15,0 0-5 0,0 0-8 0,0 0-17 16,0 0-6-16,0 0-3 0,-1 0-1 0,-16 5-7 16,17-5 24-16,0 0 4 0,-18-1 8 0,18 1 29 15,0 0 7-15,-21-4-4 0,21 4 5 0,-1 0-2 0,-19-5 13 16,19 5 7 0,-15-4 1-16,8 2 13 0,-1 0 11 0,2 1-1 0,1 0 8 15,0 0 24-15,0 0 7 0,0 0 2 0,6 1 1 16,0 0-6-16,0 0 14 0,-17 0 0 0,17 0 6 15,-1 0 4-15,0 0-22 0,1 0-4 0,-1 0-6 16,1 0-15-16,-16 11-7 0,16-11 1 0,0 0-3 16,0 0-4-16,-3 18-1 0,3-18 6 0,0 0-3 15,0 19 16-15,0-19-12 0,0 17 0 0,-1-7-4 16,1 1 3-16,0 1-5 0,-2-1 2 0,2 2-4 16,0 0-3-16,-2 0-8 0,1 1 1 0,0-1-3 15,0 2 4-15,0 2-7 0,-1-1 5 0,1 3-6 16,-1-1 6-16,0-1-4 0,2 2 0 0,-1-2 0 0,0 0-3 15,1-1 4-15,-2-1-3 0,2 0 5 0,0-1-8 16,0 2 0-16,0 0 1 0,0 0 0 0,0 1 7 0,0 1-2 16,0 0-1-1,0-1-1-15,0 0-2 0,0-1 2 0,0-1 0 0,0 0 0 16,-1-1-1-16,0-1 5 0,0 0-6 0,0 1 5 16,0-1-6-16,-1 3 0 0,1 0 2 0,0-1-1 15,0 0 4-15,0 0-2 0,0-1 1 0,1-1-1 16,0 1-1-16,0-2 0 0,1 0-1 0,-1-1 0 0,1 0 4 15,0-1-1-15,0 0 2 0,-1 0-1 0,1 0 14 16,1 0 9-16,-1 0-2 16,0 2 2-16,0-1-14 0,1 0-6 0,-2 1 3 15,2-2-4-15,-1 0 0 0,0 0 3 0,0 0-6 0,1 0 8 16,0 0 12-16,0-2-10 0,0 0 6 0,0-1-10 16,0 0-5-16,1 0 1 0,0-1-1 0,1-1 0 15,-4-5 0-15,1 1 0 0,-1-1-2 0,16 17 0 16,-16-17-2-16,0 0 0 0,18 9 2 0,-18-9-1 15,0 0 3-15,18 8-1 0,-18-8-5 0,0 0 2 16,20 10-3-16,-20-10 0 0,0 0 4 0,21 2-2 16,-21-2-4-16,1 0-127 0,18 1-10 0,-19-1-58 0,0 0-188 15</inkml:trace>
  <inkml:trace contextRef="#ctx0" brushRef="#br0" timeOffset="13074.75">1205 4809 157 0,'0'0'627'0,"-1"0"-271"0,1 0 332 15,0 0-626-15,-1 0-1 0,0 0 12 0,1 0-2 16,-1 0-3-16,1 0 2 0,0 0-14 0,-17-2-19 16,17 2 0-16,0 0-6 0,0 0-5 0,1 0-3 15,15 5 1-15,-16-5-3 0,0 0 1 0,1 0-3 16,15 3 5-16,-16-3-3 0,1 0 23 0,16 2-9 15,-17-2-1-15,1 0-3 0,21 3-2 0,-13-3-11 16,2 0 1-16,2 2-6 0,-1-1-2 0,2 0-5 16,0 0-3-16,1 1-1 0,0-1-2 0,0 0 1 15,1 1 3-15,0-1-2 0,-2 1-3 0,0 0 6 16,1 0-3-16,1 1 4 0,2-2-10 16,0 1 4-16,2-1 0 0,1-1 2 0,-1 0 7 0,2 1 37 15,-1-1-8-15,-1 0 14 0,-1 1-28 0,-1-2-15 16,1 0 2-16,2 1-6 0,-1-1 2 0,2 0-3 15,1 0 0-15,-3 1-1 0,0-1-4 0,-1 2 6 16,-1-1-4-16,-2 2 6 0,-1-1-4 0,-1 0 1 16,-2 1-1-16,1-1 1 0,0 0 2 0,1 1-2 15,-2-1 0-15,1 0-1 0,-3 2 7 0,0-2-6 16,-1 1 3-16,-2 0-5 0,0 0 7 0,-7-2 0 16,0 0-3-16,1 0 1 0,0 0-2 0,15 6 5 15,-16-6-2-15,0 0-2 0,0 0-53 0,0 0-68 0,0 0-8 16,0 0-22-16,0 1-48 0,0-1-69 0,-1 1-11 15</inkml:trace>
  <inkml:trace contextRef="#ctx0" brushRef="#br0" timeOffset="13357.06">1205 4849 2325 0,'0'0'97'0,"0"0"-53"16,-1 0-13-16,1 0-5 0,0 0-10 0,0 0-1 0,0 0-4 15,0 0 4-15,0 0 3 0,17-3 5 0,-7 3 1 16,3 1 1-16,2-1-1 0,2-1 14 0,3 0-6 16,2-1 10-16,3 0 7 0,1 0 1 15,-1 0-2-15,0 0-1 0,-1-1-21 0,2 1-8 0,1-1 1 16,2 0-5-16,1 1-3 0,-2-1-1 0,-1 0-2 15,-3 1 2-15,-1 0-3 0,-2 1-6 0,0 0 5 16,1 0-6-16,1 0 4 0,-2 1-1 16,-2 0-2-16,-1 0 2 0,-1 0 1 0,0 0-192 15,0 1-36-15,-1 0-97 0,3-1-496 0</inkml:trace>
  <inkml:trace contextRef="#ctx0" brushRef="#br0" timeOffset="21228.12">6468 4717 403 0,'0'0'105'0,"0"0"64"0,0 0 135 0,0-1-215 0,0 1-18 16,0 0-11-16,0-1 7 0,0 1-20 0,-6-18-2 15,6 18 2-15,0 0-3 0,0 0 14 0,0 0 4 16,0 0 2-16,0-1-2 0,0 1-5 0,0-1-8 15,0 1-4-15,0 0-2 0,0-1-15 0,2-15 2 16,-2 16 0-16,0 0-1 0,0 0-5 0,1 0-18 16,-1 0 4-16,16-8-8 0,-16 8 7 0,1 0-7 15,-1 0-2-15,0 0-1 0,20-8 0 0,-20 8 0 16,1 0 3-16,-1 0-2 16,21 0-2-16,-21 0 0 0,1 0 1 0,21-3 1 15,-21 3 0-15,16-1 0 0,-8 1-1 0,1-1 0 16,0 0 4-16,-1 0 0 0,1 1-2 0,0 0 0 0,-1-1-4 15,1 1 3-15,1 0-2 0,0-1 2 16,-1 1-1-16,0 1 1 0,1-1-1 0,0 0 1 0,0 0-2 16,-1-1 2-16,2 1 2 0,0 0 0 0,2 1 0 0,0 0-3 15,0 0 0-15,0-1-2 16,-1 0 9-16,0 1-6 0,0 0 2 0,-2-1-2 16,0 3-1-16,1-1 1 0,-1 1-3 0,0-1 2 15,0-1 0-15,-1 1 6 0,1-1-4 0,0 1 5 16,1 0-5-16,-1-1-1 0,2 0 1 0,-1-1-1 0,-1 1-1 0,2 0 0 15,-1 1 2-15,0-1-1 0,0 1 5 0,0 0-5 16,-1-1 2 0,1 2-3-16,-1-3 1 0,-2 1-1 0,2 1 4 0,-2-1-3 15,0 0 4-15,2 0-1 0,-2 1-3 0,-1-2 2 16,1 2-2-16,-1-2-5 0,1 1 5 0,2 0-3 16,-1 0 11-16,0-1-4 0,0-1-1 0,0 1 0 15,1 1 1-15,0 0 2 0,-2 0-2 0,2-1 2 16,-2 0-5-16,0 0 2 0,1 0 0 0,0 2 1 15,-2-2 5-15,0 0-6 0,1 1-3 0,-2-2 0 16,3 1 0-16,-2 0 2 0,0-1 1 0,0 2-1 16,-1 1-5-16,2-1 3 0,0-1 3 0,0 1-1 15,1-1 1-15,-2 2-2 0,2 0-2 0,-1-1 1 16,1 1 2-16,0-1-4 0,0-1 0 0,0 2-3 16,0-2 5-16,1 2 4 0,-1-1 1 0,1 1 0 15,0-1-5-15,-1 0 10 0,0-1-5 0,2 0 7 16,-2 0-3-16,1 0 2 0,0 0-2 0,-1 1 1 15,1 0-3-15,1 0-5 0,0-1 1 0,-1 0-2 16,1 0 5-16,0 0-3 0,0 1 2 0,0 1-2 16,-1-1-3-16,-1 0 4 0,2-1 0 0,-2 0 3 15,1 1 6-15,-1-2 5 0,1 1-2 0,-2 0 2 0,0-1 3 16,1 1-12-16,-1 0 3 0,2 0-6 0,-1 0 1 16,1-1-3-16,-2 1 4 0,1-1-4 0,0 1-1 15,-1 0-1-15,0-1 1 0,0 1 0 0,-1 0 1 16,0 0 0-16,1 0-2 15,-3 0 2-15,1 0-2 0,0-1 0 0,-1 1 1 0,1 1 0 16,0-1-2-16,-2 0 1 0,-5 0 0 0,0 0 1 16,16-1-3-16,-16 1 9 0,1 0-5 0,0 0 7 15,15-2-9-15,-16 2 2 0,1 0 3 0,-1 0-2 16,17-1 4-16,-17 1-3 0,0 0-3 0,1 0 0 16,-1 0-1-16,17-5 0 0,-17 5 1 0,0 0 0 15,1 0 4-15,-1 0-2 0,1 0 3 0,15-3-2 16,-16 3-3-16,0 0 1 0,0 0-3 0,0 0 3 0,0 0-4 15,1 0 0-15,-1 0-2 0,1 0 0 0,-1 0-6 16,1 0-1-16,0 0-5 0,-1 0-2 16,0 0-50-16,0 0-59 0,1 0-9 0,0 0-20 15,-1 0-76-15,16 3-171 0</inkml:trace>
  <inkml:trace contextRef="#ctx0" brushRef="#br0" timeOffset="23277.58">6548 4701 1221 0,'-2'-5'67'0,"2"5"-4"0,0 0 12 15,0 0-10-15,0-1-23 0,0 1-19 0,0 0-9 16,0-1 2-16,0 1-18 0,0-1-3 0,0 1 3 16,0 0-1-16,0 0 18 0,0 0-7 0,1 0 7 15,-1 0-5-15,0 0 9 0,16-6 5 0,-16 6-4 16,1 0 5-16,-1 0 9 0,0 0-12 15,1 0 6-15,-1 0-9 0,20-8-2 0,-20 8 0 16,0 0-6-16,18-1 3 0,-18 1-11 0,0 0-2 16,22-2 2-16,-21 2-3 0,15-1 1 0,-6 0 0 15,0 1 0-15,0 0-1 0,0-1 5 0,0 1-2 16,0-1 1-16,1-1-1 0,1 2 2 0,1-1-4 16,1 0 5-16,0 0-4 0,2 1 1 0,-2-1 3 15,2 1-7-15,0 1 4 0,-2-1-2 0,1 2 2 16,-1-2 0-16,0 1 0 0,0 0-4 0,-1-1 1 15,2 2 0-15,-1-2 1 0,-1 2-2 0,3-2 1 16,0 0 1-16,2 1 2 0,-1-2 4 0,1 1 1 16,0 1 5-16,-2-2-4 0,1 1 8 0,-2 0-2 15,0-1-1-15,0 1 1 0,0-1-4 0,-1-1-11 0,0 2 6 16,2 0-6-16,0-1 9 0,0 1 0 0,0 0-2 16,-1 0 0-16,0 0-11 0,-1 1 6 0,0-1-2 15,0 1 6-15,-1-1-6 0,1 2 4 0,-1-1-2 16,1-1 3-16,0 0-5 0,1 1 0 0,1-1 3 0,0 0-1 15,2 1 3-15,-2-2-5 0,0 1 0 16,-1-1 1-16,-1 1 6 0,0-1 1 0,-1 1 9 0,-1 0-4 16,2 0 14-16,-2 1-14 15,-1-1-2-15,1 1-3 0,-1-1-1 0,2 1 0 16,-1-1-4-16,2 0 2 0,-1 0-3 0,1 0-2 16,0 1 0-16,-1 0-2 0,-1-1 4 0,0 3-1 15,-1-2 0-15,1-1-1 0,-1 3 5 0,1-2-2 0,-1 2-1 16,-1-1 0-16,-1-1 5 0,1 0-7 0,-1 0 7 15,1 1-7-15,-1 0-1 0,-1-1 3 0,3 1-2 16,-2-2 3-16,2 2 2 0,-1 0 0 0,-1 1 2 16,-1-1-2-16,-1-1-3 0,0 0 6 0,0 0-4 15,0 1 4-15,-1-1-6 0,0 1 5 0,-6-2 1 16,1 0 0-16,-1 0-4 0,17 7-6 0,-17-7-30 16,0 0 5-16,0 0-123 0,0 0-68 0,1 0-21 15,-1 1-45-15,17 13-400 0</inkml:trace>
  <inkml:trace contextRef="#ctx0" brushRef="#br0" timeOffset="23931.94">7212 4648 1306 0,'0'0'79'0,"0"0"-91"16,0 0 1-16,0 0-24 0,0 0 54 0,0 0 15 0,23 2-10 15,-23-2 10-15,0 0-23 0,23 3 3 0,-14-2 6 16,0 1-3-16,1 0 4 0,0 1 2 0,0-1-6 16,0 0 6-16,-1 0 4 0,1-1 3 0,2 1-2 15,-2-2 1-15,2 2-8 0,0-1-3 0,-1 0 8 16,2 1-6-16,1-2 1 16,2 1 2-16,0 0-7 0,1-1 7 0,-1 0-1 0,-1 0-7 15,0 0 3-15,0 0-5 0,0 1 0 0,0 0 1 16,0 0 4-16,-1-1-2 0,2 1 1 0,-1-1-5 15,1 1-2-15,1 0 0 0,-1-1 1 0,1 1 3 16,-1 0 7-16,-2-1-1 0,-1 0 28 0,0 0-21 16,-1-1 1-16,0 1-7 0,-1 0 5 0,-1-1 0 15,0 1 9-15,-1 0-7 0,-1 0-6 0,1 0-3 16,-1 0-3-16,1-1 2 0,0 1-3 0,-2-1-3 16,1-1-3-16,-1 1 1 0,0 0-6 0,-1 0 4 15,1 1-1-15,-1-1 2 0,-6 1-5 0,0 0 0 16,1 0-8-16,18-1-4 0,-19 1-104 0,0 0-148 15,0 0-61-15</inkml:trace>
  <inkml:trace contextRef="#ctx0" brushRef="#br0" timeOffset="27012.29">8378 4750 1055 0,'0'0'191'0,"0"-1"-62"0,-1 1 92 0,1 0-161 0,-8-17-15 16,8 17-14-16,0 0-7 0,0 0-6 0,0 0 5 16,0 0-8-16,0 0 31 15,0-18-6-15,0 18 14 0,0 0-14 0,0 0-12 16,0-1 0-16,0 1-4 0,0-1 3 0,0 1-8 16,1 0 2-16,0-1-4 0,-1 1 2 0,0-1 4 15,1 1-5-15,16-15 5 0,-17 15-3 0,0 0-1 16,1 0 5-16,0 0-5 0,17-4-6 0,-18 4 3 15,0 0-5-15,17-1 5 0,-17 1-3 0,1 0 5 16,20 1-3-16,-21-1 3 0,16 0-10 0,-16 0-1 16,17-1-2-16,-17 1 1 0,17-1 3 0,-6 2-8 0,-1-1 9 15,2 0-10-15,0-1 8 0,0 1-5 0,-1-1-3 16,0 0 0-16,0 2 1 0,1-1 4 0,-1 1 4 16,1 0-2-16,0-1 4 0,-1 1-4 0,-1-1 1 15,1 1-1-15,0 0 1 0,-1 1-7 0,2 0 2 16,-2 0-3-16,1-2 5 0,0 1-4 15,0 0 5-15,2-1-4 0,-1 2 5 0,0-1-2 16,-1-1-6-16,0 1 2 0,-1 1-4 0,1-1 4 16,-1 1 2-16,0 0 1 0,0-1-1 0,0 0 2 15,-1 1 5-15,1-1-2 0,0 1 7 0,-2-2 6 16,0 1-7-16,1-1 6 0,-1 0-6 0,1 0-6 0,1 1 4 16,0-1-6-16,0 1 1 0,-1-1 3 0,1 0-4 0,0 0 4 15,0 0 1-15,-1-1-7 16,-1 1 2-16,1-1-4 0,-1 1 5 0,0-1 1 15,0 0-2-15,1 1-1 0,-2-2-3 0,0 2-1 16,1 0 5-16,-1-1-5 0,-1 0 1 0,1 1 0 16,1-1 0-16,-1-1 0 0,0 2-2 0,-7 0 8 15,0 0-2-15,0 0 5 0,19-3-1 0,-19 3-1 16,1 0 5-16,-1 0-4 0,19 0-5 0,-19 0 3 16,1 0-5-16,-1 0 6 0,18 0-8 0,-18 0 0 15,0 0 2-15,0 0-2 0,1 0 1 0,15 0 1 16,-16 0-3-16,0 0 3 0,0 0-3 0,1 0 0 15,-1 0 1-15,1 0 1 0,-1 0-2 0,0 0 4 16,1 0-1-16,-1 0 4 0,1 0-1 0,0 0-3 16,-1 0 2-16,0 0-5 0,1 0-28 0,-1 0-36 15,0 0-14-15,0 0-7 0,0 0-59 0,0 0-57 16,0 0-16-16,0 0-25 0,0 0-168 0</inkml:trace>
  <inkml:trace contextRef="#ctx0" brushRef="#br0" timeOffset="27574.74">8479 4739 1836 0,'-3'-5'78'0,"3"5"122"0,0 0-212 0,0 0-13 16,0 0 9-16,0 0-7 0,0 0 30 0,0 0 12 15,0 0-5-15,0 0 6 0,0 0-3 0,0 0 0 0,0 0-1 16,0 0-1-16,0 0-13 0,0 0 11 0,0 0-3 15,0 0 7-15,0 1 5 16,17 9-7-16,-17-10 6 0,0 0-7 0,0 0 10 0,21 7-3 16,-20-7-1-16,0 0 0 0,22 4 4 15,-12-2-9-15,-1-2 3 0,1 0-6 0,0 1 7 16,1-1-12-16,2 0 5 0,-1 0-8 0,1 1 5 0,-1-1-4 16,1 0 5-16,0 0-5 0,0 1 2 0,0 0 0 15,2-1-4-15,-1 0 4 0,2 0 1 0,1 0 9 16,-2 0 0-16,2 0 3 0,-1 0-2 0,-1 0 4 15,0 0-2-15,-1-1 1 0,1 1-5 0,0-1-1 16,-1 0-1-16,1 0-1 0,0-1-4 0,-1 0-4 16,2 1 3-16,-1 0-3 0,1-1 2 0,-2 0-2 15,0 0 0-15,0 0-1 0,-2 1-2 0,0-1 0 16,-2 1-2-16,0-1 1 0,0 1 3 0,-1-1-2 16,-1 0 1-16,-1 0-3 0,0 1-1 0,-2 0 6 15,2 1-3-15,-2-2 6 0,-6 2-6 0,0 0 2 16,0 0 1-16,1 0 0 0,15-4 6 0,-16 4-33 15,0 0-5-15,0 0-16 16,0 0-61-16,0 0-53 0,1 0-4 0,-1 0-19 0,0 0-54 16,0 0-188-16</inkml:trace>
  <inkml:trace contextRef="#ctx0" brushRef="#br0" timeOffset="27988.68">8601 4709 2210 0,'0'0'101'15,"0"0"-134"-15,0-1-8 0,0 1-28 0,0 0 63 0,0 0 25 16,0 0-1-16,0 0 7 0,21-6-19 0,-21 6-3 15,1 0-1-15,23 2 1 0,-14-2 4 0,1 1-7 16,0 0 3-16,1 0-3 0,0-1 11 16,0-1-4-16,1 1 0 0,1 0-1 0,1-1-2 0,0 0 10 15,0 0 1-15,0 0 3 0,0 0 9 0,0-1-10 16,0 1-1-16,0 1-3 0,0-1-3 0,0 1 1 16,-2-1 0-16,1 1-1 0,1-1-10 0,-1 1 4 15,2 0-1-15,-1 0 1 0,0 0 3 0,-1 1-6 16,-2-2 0-16,-2 1-1 0,0 0 6 0,-1 0-1 15,-1 1 0-15,-1-1 0 0,-7 0 0 0,0 0-1 16,0 0 4-16,16 3-3 0,-16-3 9 0,0 0-3 16,0 0-5-16,0 0-2 0,1 0-56 0,-1 0-42 15,0 0-6-15,0 0-13 16,0 0-39-16,0 0-126 0,0 0-119 0</inkml:trace>
  <inkml:trace contextRef="#ctx0" brushRef="#br0" timeOffset="28345.24">8731 4725 2067 0,'0'0'208'0,"0"-1"-207"16,0 1 38-16,0 0-92 0,0-1 53 0,0 1 22 15,0 0-1-15,21-6 7 0,-21 6-13 0,0 0-11 16,23-1 5-16,-13-1-6 0,0 1-1 0,0 0 2 15,1 1-6-15,0-1 3 0,-1-2-4 0,-1 2 2 16,1-2 3-16,-1 3 0 0,1-2 11 0,-1 1-11 16,0-1 2-16,0-1-4 0,-2 1-3 0,1-1 6 15,0 1-2-15,-1-1 4 0,1 0-5 0,0 1 1 16,0 0 3-16,-1 0-2 0,1 0-2 0,0 1 4 16,0 1-6-16,1-1 5 0,-2-1-2 15,-1 2 0-15,-6 0 3 0,0 0-3 0,0 0 4 0,18-1-4 16,-18 1 2-16,0 0-1 0,0 0 4 0,0 0-14 15,0 0-4-15,1 0-8 0,0 0-53 0,-1 0-46 16,0 0-19-16,0 0-11 16,1 0-102-16</inkml:trace>
  <inkml:trace contextRef="#ctx0" brushRef="#br0" timeOffset="30001.49">6678 4609 1081 0,'-8'-5'65'0,"0"1"6"0,1 1 2 0,1 1 2 0,6 2-37 16,0 0-13-1,0 0 4-15,-1 0 1 0,0 0 13 0,1 0-8 0,-1 0-7 16,1 0 0-16,0 0-24 0,-1 0 1 0,1 0-1 16,0 0 1-16,0 0 3 0,0 0-8 0,0 0 4 15,19 8-6-15,-11-6 2 0,2 1 3 0,0 0-2 16,2 0 3-16,1 0-10 0,-9-5 12 0,7 7-6 0,0 0 7 0,0-1-7 15,0-2 7-15,3-1 2 16,-3 2-1-16,3-1-12 0,1-1 4 0,0 1 0 16,1 0 1-16,0 0 3 0,-1-1-1 0,1 2 2 15,1-1-1-15,0-1 5 0,0 3-1 0,1-3-2 0,3 2 3 16,1 0-1-16,2-3-6 0,0 3 3 0,1-2-3 16,-1 1 7-16,0 0-4 0,-1-1-3 0,2 1 2 15,-1-1 3-15,2-1-7 0,1 1 5 0,-1 0-5 16,-1 2 7-16,-1-1 4 0,0-1 0 0,-1 0 2 15,2 0 10-15,1 0 6 0,1-1 0 0,1 2 2 16,0-2-7-16,-2 0-3 0,0 2-3 0,0-2 0 16,2 2-11-16,1-2 1 0,1 0 0 0,1 0-1 15,-1 0-7-15,-1 1 4 16,-1 0-2-16,-1 0 3 0,2 0-5 0,1-1-2 0,0 1 3 16,0-1-2-16,-2 2 9 0,-1-1-4 0,-2 1-2 15,2 1-1-15,1 0 2 0,1 0 9 0,2-1-7 16,-2 1 6-16,-1-1-8 0,-1-1 1 0,-2 1 5 15,3-1-3-15,0 1 9 0,2-2 10 0,-1 0-6 0,-1-1 5 16,-1-1-12-16,-2 0 5 0,-2 1-3 0,1-2 4 16,1 1-9-16,-1-2 2 15,2 1 2-15,-2 1 0 0,-1-1 0 0,-2 2 8 0,-2-1-7 16,1 0 7-16,-3 1-4 0,1-2 1 0,0 3 2 16,1-1-2-16,0 0-5 0,-1 0 3 0,0 0 1 15,-1 0 1-15,-1 0-2 0,-2 0-2 0,1 0-4 16,-2 0 3-16,0 1-4 0,0-1 3 0,-2 0 0 15,-1 0 1-15,0 0-6 0,0 1-2 0,-1 0-1 16,-1 0 0-16,1 0-2 0,-2 0 0 0,1 0 1 16,0 0 0-16,-2 0 2 0,-6 0-2 0,0 0-3 15,1 0 0-15,15-1-1 0,-16 1-41 0,0 0-10 0,0 0-18 16,0 0-96-16,0 0-93 0,0 0-28 0</inkml:trace>
  <inkml:trace contextRef="#ctx0" brushRef="#br0" timeOffset="30962.9">5668 4928 887 0,'0'0'64'0,"0"0"5"16,-1 0 0-16,1 0-38 0,0 0-14 0,-1 0 19 16,1 0 0-16,-1 0 6 15,1 0-15-15,-20-7 1 0,20 7-2 0,0 0 3 16,0 0 16-16,0 0-22 0,0 0 9 0,0 0-13 16,0 0 7-16,0 0 9 0,0 0-1 0,0 0 3 15,0 0-2-15,0 0 4 0,0 0-2 0,0 0 4 16,0 0-2-16,1-1 3 0,-1 1-5 0,17-6 1 15,-17 6-23-15,1 0-3 0,0 0-2 0,19 0 0 16,-20 0-2-16,0 0-5 0,17 3 7 0,-17-3-6 16,1 0 6-16,19 4-6 0,-20-4-3 0,1 0 2 15,20 3-1-15,-20-3-3 0,15 4 1 0,-7-2-3 16,0 0 5-16,-1-2 3 0,1 3 3 0,0-2-1 0,-1 1 4 16,1 0 2-16,0-1 2 0,-1 1 1 0,2-1 11 15,0 0 0-15,2 1 0 0,1 0 0 0,1-2-8 16,2 1 3-16,-2-1-6 0,1 0 5 0,0 1-7 15,0-1-5-15,1 1 6 16,-3 0-6-16,2-1 7 0,-1 0-7 0,-1 0 0 0,0 1-1 16,1 0 4-16,0-1 3 0,0 0 3 0,2 0-2 0,0-1 3 15,0 0 7-15,-1 1 1 0,-1 0 2 0,0-1-6 16,0 0 7-16,-1-1-3 0,0 1 4 0,-1 0-3 0,1 0-3 16,-3 0-2-1,2 0-1-15,-2-1-15 0,0 0 9 0,1 0-8 16,-1 1 7-16,1 0-9 0,-2 1-8 0,-1 0 3 15,0 0-4-15,-2 0 11 0,-6 0-9 0,0 0 2 0,1 0-5 16,17 0-1-16,-18 0-156 0,0 0-13 0,1 0-72 16,-1 1-270-16</inkml:trace>
  <inkml:trace contextRef="#ctx0" brushRef="#br0" timeOffset="38670.43">6410 4752 594 0,'-6'-3'522'16,"0"-1"-200"-16,6 4 258 0,-1 0-567 0,1 0-19 15,0 0-35-15,-1 0 30 0,1 0-5 0,0 0 19 16,0 0 10-16,-1 0 5 0,1-1 2 0,0 1 0 16,0-1 6-16,0 1-12 0,0-1 3 0,0 1-4 15,0-1 3-15,1 1 5 0,-1 0-3 0,19-17 3 16,-19 17 4-16,1 0 1 0,-1 0 0 0,18-5 0 16,-18 5-6-16,1 0-1 0,-1 0-2 0,20-6 1 15,-20 6-7-15,0 0-3 0,18-3 3 0,-18 3-4 0,2 0-2 16,18 0-1-16,-19 0-3 0,-1 0 1 0,22 1-1 15,-14-1-1-15,0 0 4 0,2 0-4 0,0 1 2 16,0 0 2-16,0-1 1 16,1 1 0-16,0-1 4 0,0-1 7 0,-1 1 2 0,2 0 2 15,-1 0 6-15,1-1 3 0,1 1-4 0,1-3 4 16,-2 1 5-16,1 1-15 0,0-2 3 0,0 2-8 16,2-2-3-16,1 0-4 0,-1 1 4 0,2 0-4 15,-1 1 0-15,0 0 1 0,0-1-7 0,-3 1 5 16,2 0-2-16,-1-1-1 0,2 2 0 0,-2 0 0 15,1-1 0-15,0 0 2 0,0 0 2 0,0-1-1 0,0 2-1 16,2-2-1-16,-1 1-1 0,1 0 0 0,-1-1-1 16,0 1 3-16,0 0-2 0,1 0 1 0,-1 1-4 15,-1-1 2-15,0 0 1 0,1 0 0 0,-2 0-6 0,2 1 2 16,1-2 0-16,1 2 1 16,-2-1 0-16,1 0 4 0,0 0-4 0,-1 1 5 15,0-1-6-15,0 2 0 0,-1-1 3 16,0-1-1-16,0 1 3 0,-1-1 2 0,1 1-3 0,1 0 2 15,0 0-2-15,0 0-2 0,2-1 4 0,-2 1-1 0,-1 0 3 16,1 0-7-16,-1-1 1 0,-1 1-2 0,1 0 6 16,0-1-2-16,-1 1 6 0,1 0-5 15,-1 0 6-15,1-1 2 0,0 1 0 0,1 0 2 16,1-1 3-16,-1 1-3 0,-1-2 1 0,-1 2-2 16,0-1-6-16,0 1 0 0,0-1-3 0,-2 0 4 15,0-1 3-15,-1 1-5 0,0 0 1 0,0 1-3 16,0 0 3-16,-2-1-1 0,2 1 3 0,0 0-3 15,-1-1 3-15,0 0-4 0,-1 0-1 0,0 1-1 16,-1-1 1-16,0 0-2 0,0 1 1 0,-1-1-1 16,0 1 5-16,0 0-8 0,-1 0 2 0,-1 0-2 15,1 0 10-15,0 0-7 0,0 0 7 0,-6 0-8 16,0 0 0-16,1 0 2 0,17-1-2 0,-18 1 3 0,0 0-4 16,0 0 6-16,1 0 1 0,-1 0 2 0,18-3-2 15,-18 3 2-15,0 0-4 16,0 0 4-16,0 0-5 0,0 0 10 0,0 0 1 15,0 0 3-15,0 0 5 0,0 0-3 0,0 0-3 16,0 0 1-16,0 0-9 0,0-1-3 0,0 1-2 0,-1 0-1 16,-18-12-8-16,19 12 1 0,-1 0-1 0,-20-5 0 15,21 5-3-15,-17-2 1 0,8 1 2 0,-1 0 0 16,0 0-3-16,-2 0 0 0,0 1-5 0,-1 0 3 16,0 0 1-16,-2 0 0 0,0 0 4 0,0 1-2 15,0 0 1-15,0-1 1 0,-1 2-2 0,0-1 2 16,-2 0 2-16,-1 0 1 0,1 0 1 0,-2 1 0 15,0-1 1-15,-1 0-2 0,0 1 2 0,-1-1-1 16,2 1-1-16,0-1 2 0,-1 0 1 0,1-1 1 0,-2 2-4 16,-1-2 6-16,1 1-6 15,0 0 7-15,-1-1-7 0,1 1 4 0,2-1-2 0,-2 0 4 16,2 0-6-16,-1 0 4 0,-1 1-2 0,-1-1 2 0,-1-1-2 16,0 1 3-16,1 0 0 0,-1 0 1 0,2 1-3 15,0-1 0-15,-1 1 0 16,0-1 1-16,0 1-2 0,-2-1 0 0,0 0 1 15,1 1 0-15,-1-1 6 0,4 0-3 0,0 0-1 0,0 0-1 16,2 0-2-16,0 0 1 0,-1 0 0 0,0-1 0 0,1 1-5 16,0-1 7-16,0 1-3 15,2 0 6-15,1-1-1 0,2 0 2 0,0 0 2 16,0 0 0-16,1 0-5 0,0 0 0 0,0 1-2 16,2-1 1-16,-1 1-1 0,2 0 4 0,0 0-5 15,0 0 4-15,2 0-8 0,0 0 5 0,1 0-2 16,0 0 2-16,1 1-10 0,6-1 8 0,-1 0 0 15,1 0 2-15,-1 0-9 0,1 0-4 0,0 0-3 0,-1 0 0 16,1 0 5-16,-1 0-10 0,1 0 5 0,0 1-6 16,0-1 4-16,0 1 0 0,0-1 2 0,0 1-1 15,18 14 4-15,-18-15 0 0,15 4 0 16,-6-2 1-16,1 0 5 0,1-1-4 0,1 2 3 0,0-1-2 16,2 1 8-16,2 1 0 0,-1-2 0 0,1 0 0 15,2 1 0-15,-2-2-1 0,4 1 2 0,2 0 0 16,-1-1 0-16,3 0 0 0,-1 0-1 15,-1 1 0-15,2-1 0 0,-1 1 1 0,0 0 0 16,2 0 2-16,-2-1-1 0,3-1-1 0,0 1 3 16,1-1-2-16,-1 3 4 0,1-1-3 0,0-1-2 15,0 1 1-15,0-2 0 0,2 0 1 0,0 1 0 16,1-1 0-16,-2 1-1 0,1-2 1 0,-2 1-3 16,1 0 2-16,1-1-1 0,2 0-1 0,-1 1 5 0,-2-1-4 15,0 0 5-15,-2 1-1 0,0 0-2 0,-1 0 2 16,1 1 3-16,0-2-1 0,-2 0 1 0,0 0-1 15,-1 1 7-15,-3 0-9 0,0 1 8 0,-3-1-9 16,-1-1 7-16,1 2-4 0,-2-2-1 0,1 1-1 16,0 0 0-16,-2-2 7 0,1 2-6 0,-4-1 5 15,1 1-8-15,-3 0-1 0,0 1 7 0,-2-1-6 16,-1 1 6-16,-6-1-6 16,0 0 2-16,1 0-2 0,16 2 1 0,-17-2 1 15,0 0-2-15,0 0 3 0,0 0 1 0,1 0-69 16,-1 0-13-16,0 1-33 0,0-1-160 0,0 1-187 15,-2 18-66-15</inkml:trace>
  <inkml:trace contextRef="#ctx0" brushRef="#br0" timeOffset="43532.01">2572 6423 727 0,'-6'0'405'0,"6"0"-150"0,0 0 215 0,-1 0-284 16,1 0-43-1,-18-1-6-15,18 1-15 0,0 0-16 0,0 0 20 16,-1 0-30-16,1 0-21 0,-1 0-3 0,1 0-7 0,0 0-22 15,-1 0-5-15,0 0-2 0,1 0 0 0,0 0-8 16,0 0-12-16,0 0 2 0,1 0-5 0,0 0-2 16,16-7-3-16,-17 7-6 0,0 0 3 0,20-3-2 15,-20 3 1-15,0 0 0 0,22-6 1 0,-22 6 6 0,0 0-5 16,22-5 5-16,-22 5-5 0,1 0 3 0,17-4-77 16,-18 4-12-16,0 0-32 0,0 0-102 15,1 0-103-15,17-4-31 0</inkml:trace>
  <inkml:trace contextRef="#ctx0" brushRef="#br0" timeOffset="43807.21">2483 6588 1435 0,'0'0'231'0,"0"0"-8"0,0 1 64 0,-1-1-152 0,0 1-7 16,1-1-44-16,0 1 14 0,0-1-16 0,0 1 49 15,0-1-44-15,0 1 3 0,16 5-18 0,-16-6-9 0,1 0-18 16,19-6 2-16,-11 3-6 0,0-1 12 16,0 0-16-16,0 0 5 0,0 0-10 0,2-1-6 15,0 2-7-15,3 0-2 0,-1-1-1 0,0 1-3 0,-1 0-4 16,1 1-1-16,-1 0-2 0,0 0-2 0,1 0-1 16,-3 0 3-16,1 1-1 0,-2-1 3 0,0 1 1 15,-1 0-5-15,-1 1 4 0,-1-1-5 0,-1 1 3 16,-5 0 0-16,0 0-1 0,1 0-18 0,18 0-113 15,-19 0-17-15,0 0-49 0,1 0-211 0</inkml:trace>
  <inkml:trace contextRef="#ctx0" brushRef="#br0" timeOffset="44912.76">3183 6283 1737 0,'0'0'120'0,"0"0"59"0,0 0 25 0,0-1-46 16,0 1-19-16,0-1-56 0,0 1-4 0,0 0 0 15,0-1-3-15,0 1-27 0,0 0 0 0,-1 0-9 16,1 0 9-16,-9 12 1 15,7-2 3-15,-1 2-3 0,0 1-6 0,-1 2 5 0,1 2-6 16,-4 1 5-16,1 0-11 0,-3 0-18 0,0 0 1 16,-1 2-8-16,-1 1 1 0,-1 3-3 0,-1-2 4 15,1 1-5-15,-2-1-1 0,3 0-3 0,0-2 1 0,1-3-1 16,1-2 4-16,1-2 1 0,1-2 0 0,3 0 1 16,2 1 5-16,-1-3-9 0,2 0 5 0,0-2-5 15,0 0 0-15,2-2-7 0,2 0 0 0,0 0-2 16,1-2 3-16,2-1 3 0,1 0-6 0,3-2 3 15,2 0-1-15,1 0-6 0,1-1 10 0,1-2-7 16,0 0 8-16,1 0-4 0,1-1-1 0,-1-1 1 16,0-1 2-16,-2 1 3 0,1-1-1 0,-2 0 3 15,0-1-6-15,2 2 0 16,-1-1-2-16,2 1 1 0,0 1 4 0,-2-1-2 16,-2 1-3-16,-1 0-3 0,-1 0-39 0,-2 0-67 0,-2 1-4 15,0-1-28-15,-6 4-76 0,0 0-113 0,0 0-24 16,0 0-77-16,1-1-550 0</inkml:trace>
  <inkml:trace contextRef="#ctx0" brushRef="#br0" timeOffset="45158.44">3018 6462 2253 0,'0'0'78'0,"0"0"-25"16,0 0 8-16,0 0-4 0,21 2 13 0,-11-1-3 0,1-1 63 15,1 0-57-15,0 0 10 16,2 0-30-16,-1-1-19 0,2 1-16 0,-1 0 1 16,0-3-6-16,0 2-7 0,0 0 9 15,-1-1-7-15,0 0 8 0,-1-1-10 0,1-2 8 0,1 0 0 0,1 1 3 16,0-1-2-16,-2 2-60 0,0-1-15 0,-2-1-26 16,-3 0-121-16,0-1-96 0,0 2-29 0,-3-2-66 15,0 0-538-15</inkml:trace>
  <inkml:trace contextRef="#ctx0" brushRef="#br0" timeOffset="45349.62">3168 6299 1404 0,'0'0'230'0,"0"0"-69"0,0 0 52 16,0 1-115-16,0-1 4 0,0 1-27 0,0-1 8 15,0 1-8-15,1-1 40 0,16 11-59 0,-8-11 5 16,0-2-26-16,0 0-22 0,1 0-2 0,2 0-2 15,3-1 2-15,0 1 2 0,2 0-3 0,-2-1 0 16,2 0-2-16,0 0-2 0,-1-1-27 0,0 0-15 0,-1 1-12 16,-1 0-98-16,1 0-103 0,-2 0-33 0,0 2-61 15,1-2-482-15</inkml:trace>
  <inkml:trace contextRef="#ctx0" brushRef="#br0" timeOffset="45878.82">3450 6206 1907 0,'0'0'106'0,"0"0"23"0,0 0-10 0,1 0 11 15,19 5-13-15,-19-5-12 0,-1 0-5 0,23 3-10 16,-14-2-62-16,2 0-4 0,0-1-1 0,1 1-1 16,1 0-16-16,0-1 2 0,0-1-5 0,0 1 6 15,0 1 1-15,-1 0-3 0,0 0 2 0,0-1-2 16,-2-1 4-16,-1 1 4 0,2-1 2 15,-3 1-3-15,1-1-24 0,-2 0-59 16,-1 0 2-16,-6 1-19 0,0 0-1 0,1 0 10 0,-1 0 0 16,1 0 4-16,-1 0 8 0,0 0-15 0,0 0 8 0,0 0-4 15,0 0 55-15,-1 0 21 16,-20-6 2-16,21 6 6 0,-1 0 14 0,-20 2 2 16,21-2 6-16,-1 0-3 0,-18 4 15 0,19-4-1 15,-14 7 4-15,6 0-3 0,0 0 7 0,0 1-3 0,1 2-1 16,-2 0-1-16,1 2-2 0,0 0-3 0,-1 3 3 15,1 1-1-15,0 1 10 0,0 3-4 0,-1 0 4 0,2 0-3 16,-1 0-5-16,0-1-17 0,1 2-3 16,0-1-2-16,1 1-4 0,1-1 5 0,1-1 0 15,2-2 2-15,0-2 0 0,0 0-7 0,2-1 3 0,0-3-4 16,2-2 5-16,1-1-1 0,-1-1-2 0,2-1 1 16,0-1 2-16,1 0-5 0,0 0-1 0,1-1-2 15,1 0-9-15,0 0-1 0,0-2-1 0,0-1 1 16,1 0 1-16,0 1-4 0,2-1 4 0,0 1-4 15,0 0-1-15,2-2 1 0,-2 0-6 0,2 0 5 16,-1 0-3-16,1 0 0 0,1 0 4 0,-1-1-2 16,2-2 1-16,1 1-52 0,1-2-7 0,1 1-19 15,0-1-42-15,-1 0-59 0,-1 0-6 0,-1-1-28 16,-1 0-111-16,-2-1-374 0</inkml:trace>
  <inkml:trace contextRef="#ctx0" brushRef="#br0" timeOffset="46139.06">3783 6310 2309 0,'0'0'105'16,"0"0"30"-16,0 0-18 0,0 0-66 0,0 0 10 0,0 0-27 16,1 0 49-16,-1 0-12 0,18 17 11 0,-12-9-16 15,2 0-8-15,-3 3-11 0,2 0-10 16,1 2 0-16,-3 0-23 0,3 1-4 0,0-1 5 15,-1-1-6-15,0 1-1 0,0 0 0 0,1-1-3 0,1 3 3 16,1-2 2-16,-1 0-3 0,1 0 3 0,-1-2-3 16,1 0 5-16,-2-2-5 15,0-1 4-15,-1-1-4 0,0-1 7 0,0-1-49 16,-1-1-13-16,-6-4-18 0,0 0-85 0,0 0-74 16,1 0-4-16,0 0-32 0,14 3-83 0</inkml:trace>
  <inkml:trace contextRef="#ctx0" brushRef="#br0" timeOffset="46324.12">4020 6233 1853 0,'0'0'141'0,"0"0"282"16,0 0-286-16,0 0-75 16,0 0 9-16,0 0-36 0,-15 13 0 0,10-3-8 0,-2 1 6 15,-1 3-8-15,-2 3 1 0,-3 4 5 16,-1 1-3-16,-1 2 2 0,-2 2-10 0,1-1-9 0,-1-2 3 0,2 1-4 15,1-2 7-15,3-4-154 0,-1 0-35 0,1-4-67 16,2-1-316-16</inkml:trace>
  <inkml:trace contextRef="#ctx0" brushRef="#br0" timeOffset="46722.17">4050 6133 2514 0,'0'0'19'0,"1"0"42"0,-1 0-22 15,18 6 26-15,-18-6-45 0,1 0 54 0,19 7-22 16,-20-7 28-16,1 0-59 0,17 5-9 0,-10-3 2 16,0 1-3-16,0 0 11 0,0 0-12 0,-2-1 5 0,0 1-6 15,0 1 9-15,-1-1 0 0,-5-3 0 0,0 1 1 16,0-1-4-16,9 17 8 0,-9-17-4 0,0 0 5 15,0 1-11-15,-8 18-2 0,8-19-3 0,0 0 2 16,-16 15-3-16,11-9-2 16,-1 2 5-16,0-2-4 0,2 1 5 0,0-2-9 15,4-5 0-15,0 1-1 0,-1-1 4 0,1 0-5 16,0 1 0-16,-11 16-2 0,11-17-10 0,0 0 1 0,0 0 0 16,1 1 1-16,-1-1 3 0,19 12 9 0,-18-12-2 15,15 1 6-15,-6-1 2 0,0-2 0 0,1 1-5 16,2-2 2-16,-1 0-8 0,2 0 0 0,-1-2 4 15,1-1-1-15,-1 1 2 0,0-1-1 0,0 1-13 0,-1 1-1 16,0-2-84-16,1-1-55 0,0 2-14 0,2 0-17 16,-1 1-79-16,-2 1-150 0,-2-1-120 0</inkml:trace>
  <inkml:trace contextRef="#ctx0" brushRef="#br0" timeOffset="47002.66">4430 6146 1602 0,'0'0'111'0,"0"0"74"15,0 0-13-15,0 0-56 0,0 0 13 0,0 0-23 16,0 1 35-16,0-1-25 16,0 1-2-16,0-1-9 0,0 0-20 0,9 17-25 15,-9-17 0-15,0 0-11 0,18 4-21 0,-18-4 0 16,0 0 1-16,21 4 1 0,-21-4 13 0,1 0-14 16,19 8 4-16,-20-8-7 0,13 9-5 0,-7-3 4 0,0-1-8 15,-1-1 6-15,0 1-9 0,0 2 3 0,0 2 1 16,1 1-1-16,-1 2-2 0,0 0 2 0,-1 1 0 15,0 0 2-15,-1 2-2 0,-1 1 4 0,-1 0-6 16,-1 2 3-16,1 1-11 0,-2 0-2 0,0 0 7 0,1-1-5 16,-4-1 8-16,2 1-10 0,-1 1 1 0,0-1-6 15,0 2-33-15,1-3-127 0,-2-1-11 16,1 0-50-16,0-2-133 0,1 0-146 0,-1-4-167 0</inkml:trace>
  <inkml:trace contextRef="#ctx0" brushRef="#br0" timeOffset="47191.52">4458 6656 1236 0,'0'0'197'0,"0"0"82"16,0 0 74-16,0 0-182 0,0 0-12 0,0 0-58 0,1 0 13 0,-1-1-23 15,18-7 28-15,-18 8-30 0,1 0 3 0,17-5-10 16,-18 5-2-16,0 0-35 0,22-2-4 0,-13 2-12 16,1-3-22-16,1 2-2 0,-1-1 0 0,3 2 0 15,-1-2-4-15,1 0 1 0,0-1-6 0,0-2 0 16,1 1-50-16,0-3-66 0,-1 1-17 0,2-2-22 15,0-1-97-15,-2 0-86 16,1 0-18-16</inkml:trace>
  <inkml:trace contextRef="#ctx0" brushRef="#br0" timeOffset="47342.98">4793 6453 2027 0,'0'0'116'0,"0"0"16"0,0 0-31 15,0 0 20-15,1 0-76 0,0 0 35 0,16 1-17 0,-17-1 17 16,1 0-65-16,21-4-10 0,-12 2-25 0,-1-1-4 16,2 0-177-16,0-1-147 0,1 0-75 15</inkml:trace>
  <inkml:trace contextRef="#ctx0" brushRef="#br0" timeOffset="47722.45">5590 6315 1439 0,'0'0'230'0,"0"0"6"0,0 0 99 16,0 0-237-16,0 0 18 0,0 0-59 0,0 0 22 16,0 1-25-16,0-1 69 0,0 1-31 0,2 17 5 0,-2-18-13 15,0 0 6-15,-10 17-26 0,6-9-7 0,-1-1-7 16,0 2-33-16,0-1 4 15,0 2-4-15,-2 1 3 0,2 0-6 0,-1 0-10 16,-1 1 4-16,0 0-8 0,1 0 5 0,-2 2 1 16,1-1-4-16,0 2 3 0,0-1-7 0,1 0 5 0,0 0 0 15,0-2 3-15,1 1 2 0,0-2-7 0,2-1 5 16,1-1-6-16,0 0 0 0,2-2 1 0,0-1 1 0,2 0 1 16,0-1-10-16,3 0-1 0,1 0-4 0,1-2 4 15,1 0 1-15,1-3-6 0,1 1 2 0,2-1-3 16,1 0 8-16,0-1-7 15,2-2 5-15,0 2-4 0,0-2 7 0,-1 1 1 0,1-2-3 0,1 0-3 16,1-2-54-16,1 1-34 0,2 0-14 0,-3 0-6 16,1 0-57-16,-4 1-85 0,0 0-34 0,-3 0-47 15,-1 1-388-15</inkml:trace>
  <inkml:trace contextRef="#ctx0" brushRef="#br0" timeOffset="47959.49">5501 6490 2298 0,'0'0'56'0,"0"0"38"0,0 0-12 0,1 0 15 16,17 0-67-16,-8 0 60 0,2-1-23 0,1 0 34 16,1 0-52-16,0-1-28 0,0 0-3 0,0 0-6 15,1-1-5-15,1-1 0 16,1 0 2-16,0-1-1 0,0 1-1 0,-1 2-14 15,-1-1-13-15,-2 0-6 0,0-2-80 0,-3 0-101 16,0 1-15-16,-2-1-43 0,-1 2-176 0</inkml:trace>
  <inkml:trace contextRef="#ctx0" brushRef="#br0" timeOffset="48146.75">5610 6302 2160 0,'0'0'65'0,"0"0"29"0,0 0-10 16,0 0 9-16,1 0-58 0,-1 0 52 0,23 11-22 16,-15-11 28-16,2 0-63 0,3 0-19 0,1-2-2 0,1 1-4 15,-1-2 6-15,1 0-10 0,0 1-18 0,1-2-4 16,-1 1-105-16,-1 0-72 0,0-2-24 0,-2 1-32 16,1-1-220-16</inkml:trace>
  <inkml:trace contextRef="#ctx0" brushRef="#br0" timeOffset="48587.55">5907 6233 1229 0,'0'0'196'0,"0"0"32"0,0 0 96 16,0 0-209-16,0 1 30 0,17 11-45 0,-17-12 11 0,1 0-18 16,23 6 25-16,-14-6-51 15,0 1-7-15,0 0-15 0,1-1-27 0,-1 0-6 16,0 1-1-16,-1 0-1 0,0-2-1 0,-2 1 4 15,-1 0 0-15,2-1 1 0,-4 1-4 0,-4 0-36 16,1 0-7-16,-1 0-17 0,17-2-64 0,-17 2-38 16,0 0-4-16,0 0-9 0,0 0 7 0,0 0 28 15,0 0 5-15,0 0 6 0,0 0 13 0,0 0 43 16,0 0 5-16,0 0 18 0,0 0 44 0,-1 0 53 0,-18 3-11 16,19-3 26-16,0 0-4 0,0 0 2 0,-1 1 1 15,-18 11-2-15,19-12-1 0,0 0-1 0,-16 17 4 16,10-9-4-16,-2 1-12 0,1 3 12 0,-1 1-12 15,-1 2 12-15,-1 1-10 0,2 0 21 0,-2 2-4 16,0 0 8-16,1 0-17 0,-1 3-9 0,1-1-2 0,-1 3-6 16,0 1-29-16,2-3 0 0,-1 1-5 0,2-3 5 15,2-1-3-15,1-2-3 16,1-2 0-16,0-1-1 0,1-1 2 0,1-1 0 16,1-1 8-16,1-2-3 0,0-1 18 0,0-2-24 15,2 1 5-15,-3-6-11 0,0 1-4 0,0-1-9 16,1 1-2-16,22 10-2 0,-15-11-4 0,2-1 3 15,0-1-5-15,1-1 1 0,0 0-25 0,-1-1-47 16,0-2 3-16,1 2-23 0,-1-2-48 0,1 2-93 0,0-2-34 16</inkml:trace>
  <inkml:trace contextRef="#ctx0" brushRef="#br0" timeOffset="48908.24">6140 6327 2081 0,'0'0'180'0,"0"0"61"0,0 0 12 0,0 0-176 15,0 0-26-15,0 1-45 0,-3 18-1 0,3-19 6 16,0 0 25-16,5 15-8 0,0-7 2 0,4 1-3 15,-2-1 10-15,3 0-18 0,0-2 4 0,1 2-11 16,1-1-9-16,0-1 5 0,-1 0-2 0,-1-2 3 16,1 2 0-16,-3-1-1 0,1 2-4 0,0-1 3 15,-3 0-2-15,3-1 1 0,-1 0 1 0,-1 0-2 16,3 0 0-16,-3 0 5 0,1-1-2 0,0-2 2 16,-2 2-20-16,-6-4-83 0,0 0-3 0,1 0-37 15,-1 0-82-15,17 6-99 0,-17-6-29 0</inkml:trace>
  <inkml:trace contextRef="#ctx0" brushRef="#br0" timeOffset="49122.09">6298 6242 2470 0,'0'0'146'0,"0"0"-42"0,0 0-16 0,0 0-11 0,0 0-63 16,0 0 26-16,-1 1-13 0,-15 11 15 0,10-6-31 15,1 4 5-15,-2 2 4 0,0 1-2 0,-1 2-4 16,-2 1-2-16,-2 1 0 0,-1 2-1 0,1 1-3 0,-2-1-1 16,0-1-2-16,1-1 2 0,-1-3 2 0,3 1-20 15,-1-4-32-15,3-1-5 16,2-2-163-16,1-2-66 0,1-1-23 0,5-5-32 16,0 0-241-16</inkml:trace>
  <inkml:trace contextRef="#ctx0" brushRef="#br0" timeOffset="49729.02">6381 6171 1635 0,'0'0'370'0,"0"0"-139"0,0 0-65 0,0 0 2 16,0 0-113-16,0 0-21 0,0 1-4 0,0-1 0 0,4 22 8 16,-4-22-1-16,0 0-3 0,0 0 1 0,3 19-19 15,-3-19-1-15,1 0-5 0,-1 0 4 0,22 13 2 16,-12-12 19-16,0 1-4 15,2-1 9-15,0-2-14 0,3 0-8 0,-2 1 2 0,2-1-2 16,-1 2 17-16,-1 0 8 0,2-1-1 0,0 0 1 16,-2-1-14-16,1 2-6 0,-3-1-2 0,-1 2 0 15,-2 0 3-15,-2 1-3 0,-6-3 4 0,0 0-4 0,0 0 4 16,1 0 1-16,0 0-1 0,-1 1 3 0,0-1 5 16,1 1-5-16,5 15 1 0,-6-16-3 0,0 0-13 15,0 0-1-15,-1 1 0 0,-17 15 0 0,18-16-3 16,0 0-4-16,-17 12 0 15,17-12-2-15,-1 1-3 0,1-1 0 0,-20 21-1 16,15-14 2-16,0 1-1 0,1 2 1 0,0-1-1 0,1 2 0 16,0 0-1-16,0 1 0 0,0 1 1 0,0 0 0 15,0 2-4-15,1-1 4 0,1 2 0 0,-2 1 2 16,-1-2-2-16,1 3 3 0,0 0-2 0,-1-1 3 0,2-1-2 16,0 0 0-16,0-2-1 0,2-1-3 0,-2-2-56 15,2-1-19-15,-1 0-8 16,-1-2-2-16,1-1-19 0,1-7-2 0,0 0 1 15,0 0 1-15,-5 20 8 0,5-20 19 0,0 0-2 0,-1 0 12 16,1 0 24-16,-16 7 4 0,16-7 4 0,-1 0 1 16,1 0 19-16,-21 2 20 0,19-2-1 0,2 0 9 15,-20-2 2-15,20 2 11 0,0 0 5 0,-17-1 1 16,17 1 15-16,-1 0 7 0,0 0-2 0,1 0 3 16,-18-3-8-16,18 3-11 0,0 0 3 0,0 0-6 15,0 0-3-15,0 0-5 0,1 0-2 0,18-4 1 16,-19 4 1-16,0 0-11 0,23-6-3 0,-13 4-2 15,-1 1-5-15,-1-1 0 0,2 0 3 0,-1 0-2 16,-1-1-1-16,-1 2 1 0,1 1-1 0,0 0 0 16,1-3-4-16,-2 0-89 0,1 1-5 0,-3-1-38 15,-5 3-96-15,1 0-222 0</inkml:trace>
  <inkml:trace contextRef="#ctx0" brushRef="#br0" timeOffset="50127.89">5491 6170 749 0,'-11'4'363'0,"0"2"254"0,1 0 23 0,-1 2-543 0,2 1 6 0,0 0-50 15,2 1-1-15,-2 2 6 0,0 0 31 16,-5-3-25-16,4 6 5 0,3 2-11 0,1 2 0 0,-1 2-21 15,2 4 2-15,0 0-8 0,2 2 10 16,0 0-4-16,1 2-1 0,1 2-2 0,0 1-12 0,1 0-12 16,0-1 3-16,2-3-8 15,1 0-3-15,0-4 3 0,2 1 1 0,1 0-3 16,0-1-32-16,1-3-96 0,1 0-13 0,3-3-33 16,2-2-113-16,3-3-281 0</inkml:trace>
  <inkml:trace contextRef="#ctx0" brushRef="#br0" timeOffset="50607.71">6725 6171 1798 0,'0'0'60'0,"0"0"-2"0,0-1 24 16,0 1-2-16,0-1-17 0,0 1-16 0,0 0 25 15,0 0-7-15,0 0 16 0,1 1-28 0,11 11 16 16,-7-3-10-16,0 1 11 0,1 3-25 0,0 1-2 16,1 2-4-16,0 2 4 0,1 1 10 0,-1 4 8 15,0 0-4-15,1 2 2 0,-1-1-18 0,0-1-3 16,0 2 3-16,-1-1-4 16,-1 1 4-16,-2 4-7 0,-1-1-1 0,-2 2-3 15,-2 1-6-15,-1-4-9 0,-2 2 4 0,-3 0-4 0,-1 0 5 0,-3 2-8 16,0-1 3-16,-2-2-5 0,-2-2 3 0,2-3-1 15,-1-2-6-15,1-3 2 0,1 0-5 0,0-3-73 16,0-4-7-16,-1-2-33 16,-1-3-92-16,0-3 13 0,2-1-16 0,-1-4-4 15,-1-4-220-15</inkml:trace>
  <inkml:trace contextRef="#ctx0" brushRef="#br0" timeOffset="50976.14">6738 6071 1935 0,'0'0'34'0,"0"0"47"0,19 0-15 0,-19 0 19 0,17 5-55 16,-8-2 28-16,1 2-3 0,-1 0 12 0,1 0-3 16,0 1 0-16,1 0 0 0,2 1 3 0,-3-1 8 15,2 1-11-15,1-1 1 0,-1 0-5 0,1 0-1 16,-1 1-14-16,0 0-4 0,-1-1-3 0,-1 0-13 15,-1 0 20-15,-1 0-3 0,-1 0 8 0,-1 0-6 0,-3 0-10 16,0-2-1-16,-2 4-3 0,-1-1-3 0,-1 0-13 16,-1 2 3-16,-4-1-9 0,0 1-1 0,-2 0-3 15,-1 1 2-15,2 0-3 0,-1-2 1 0,0 1 7 16,2-1-5-16,0 0 6 0,3 0-3 0,-2-2 3 16,2 0 4-16,3-6-1 15,0 1 4-15,0-1-4 0,0 0-7 0,2 17 3 16,-2-17-7-16,0 0 0 0,17 4 5 0,-8-4-5 15,-1-1 2-15,3-1-6 0,1 0 3 0,2-1-3 16,1 0 6-16,1 0-3 0,0 0-1 0,-1-1-7 16,1 0-89-16,1-1-131 0,-1-1-32 0,3 0-51 0,0-1-294 15</inkml:trace>
  <inkml:trace contextRef="#ctx0" brushRef="#br0" timeOffset="62986.72">6081 8467 1502 0,'-5'-2'198'0,"-2"-1"-66"0,7 3 94 0,0 0-186 16,0 0-15-16,-1 0-22 15,0 0 16-15,1 0-7 0,0 0 12 16,-1 0-24-16,1 0 0 0,-1-1-2 0,1 1 2 0,0 0 15 16,0 0 9-16,0 0 7 0,0 0-3 0,0 0 19 15,17 1-22-15,-8 0 6 0,1 0-12 0,1 0-2 0,2 0-3 16,0-1-3-16,1 0 0 0,0 0 2 0,1-1 7 16,-2 1 0-16,1-1 2 0,-1 0 0 15,-1 1-12-15,-2 0 1 0,-1 0-5 0,-9 0 8 0,0 0-1 16,17 1 3-16,-17-1-2 0,0 0 11 0,0 0 6 15,1 0 3-15,-1 0 2 0,0 0 22 0,1 0-1 16,-1 0 1-16,0 0-4 0,0 0-7 0,0 0-6 16,0 0-1-16,-1 0-1 15,-15 7 1-15,7-7-15 0,-1 0 6 0,-2-1-10 16,-4 0 1-16,-1 1-7 0,-2-1-3 0,-3 0-1 16,1 0-4-16,-1 0 3 0,2 0 4 0,3-1-1 0,0 1 4 15,2 0-10-15,2-2 1 0,-1 3-4 0,3-2 2 0,-1 0 4 16,3 2 0-16,1-1-1 0,1 1-12 0,7 0 0 15,-1 0-9-15,1 0 5 0,-1 0-21 0,1 0-14 16,0 0 5-16,0 0-7 0,0 0 0 0,0 0 22 16,18 7-7-16,-8-5 15 0,1 0 9 15,1-1 5-15,2 0 5 0,1 0-2 0,0-1 4 16,2 1-2-16,1-1-5 0,4-1 3 0,1 0 2 0,-1 0 2 16,1-1-1-16,-3 1 0 0,-1 0-5 0,-1 0-3 15,-3 1 5-15,-4-1-4 0,1 1 8 0,-3 0 0 16,-1 0-3-16,0 1 1 0,-3 0-5 0,-5-1 11 15,1 0 5-15,0 0 3 16,-1 0 18-16,0 0 20 0,1 0-6 0,-1 0 9 0,0 0-16 0,0 0-5 16,-1 0-4-16,1 0 0 0,-24-5-11 0,13 2 1 15,-2 1-2-15,-3-1-1 0,-2 1-19 0,-5 0-2 16,-2 1 1-16,-3 1-1 0,-1 0 4 16,2 1-4-16,1 1 4 0,2 1-4 0,4-1 2 0,3 1-3 15,0 1 1-15,2-2-1 0,1 1-2 16,4-1-2-16,1 1-6 0,9-3 3 0,0 0-15 0,-1 0-7 15,1 1-7-15,0-1-1 0,0 1-21 0,-1 17 19 16,9-14 2-16,3 0 6 0,2 1-2 0,3-2 8 16,0 0-3-16,3-2 7 0,0 0 4 0,3-1 10 15,1-1 2-15,5-1 2 0,0-1 4 0,2-1 9 16,-1 0-4-16,-3-1 5 0,0 1-11 0,-2-2 6 16,0 1 0-16,-1 0 3 15,-3 0-1-15,-1 1 2 0,-3 0-2 0,-4 0 3 16,-1 1 5-16,-4 1 15 0,-7 2 1 0,0 0 5 15,1 0 4-15,-1 0 10 0,0 0 2 0,0 0 1 16,0-1-18-16,0 1-5 0,-14-15-3 0,4 11 2 16,-2 1-9-16,-3 0-21 0,-4-1-2 0,-1 2-7 0,-1-2 0 15,-1 1 4-15,0 1-1 0,-4-1 2 0,-3 0-1 16,0 2 1-16,0 0 4 0,0 1-1 0,3 0 2 0,3 2 0 16,2 1-2-16,4 0 1 0,0 1-3 0,3 1 1 15,0-2-5-15,4 2 3 0,2-1-16 0,3-1-8 16,5-3-10-16,0 1 2 15,0-1-26-15,0 18 7 0,5-13 5 0,5 2 0 16,2-2 15-16,3 1-1 0,0-1 2 0,3 0 0 16,-1-1 3-16,4-1 14 0,3-1 0 0,0-2 8 0,3 0 14 15,-1-1 1-15,0 0 0 0,-1-2 0 0,-2 1-1 16,-2-1 2-16,1 0-1 0,-2 0 2 0,1-1 5 16,-3 0-5-16,-2 1 4 0,-4 1-3 0,-2 0 10 0,-4-1 0 15,-6 3 5-15,0 0-1 0,0 0 24 0,0 0 15 16,0 0-9-16,0 0 9 15,0-1-29-15,-13-14-22 0,1 11 0 0,-4 0-11 16,-3 0-30-16,-4 0 3 0,1 0 1 0,-4 0 5 16,-1 0 13-16,-2 0 8 0,-1 0-2 0,0 1 4 15,2 0 7-15,4 1-4 0,2 0 3 0,7 0-3 16,1 1 1-16,4 1 4 0,2 0-6 0,8 0 3 0,-1 0-15 16,1 0-24-16,0 0-11 0,0 0-6 0,0 0-44 0,0 1 25 15,0-1 9-15,15 15 7 0,-4-12 39 0,4 2-3 16,2-1 4-16,3-2-3 0,2 0 9 0,2-2-1 15,1 1-2-15,0 0 3 16,-2 0 6-16,-1-1-4 0,-3 1 5 0,-1-1-4 16,0 1 4-16,0 0-4 0,0 1-2 0,1 0-6 15,-2 0-70-15,1 0-395 0,0 0-47 0</inkml:trace>
  <inkml:trace contextRef="#ctx0" brushRef="#br0" timeOffset="64091.59">5388 4970 1634 0,'-6'-5'177'0,"1"-1"12"16,1 2 0-16,4 4-85 0,0-1-86 0,0 1 5 16,0-1-4-16,0 1 7 0,-5-19-7 0,5 19-17 15,0-1 1-15,0 1-6 0,0-1 3 0,0 1-11 16,1 0 1-16,-1-1-5 0,20-13-7 0,-20 14 10 16,0 0 1-16,20 4 3 0,-11-1 4 0,2 2 4 15,0-1 1-15,0-1 3 0,3 1 7 0,-2 0 12 16,1-2 0-16,1 2 6 0,-1-1 13 0,1 0-11 15,0-1 7-15,1 0-9 0,-2-1 1 0,2 0-2 16,0-1-6-16,2 0 3 0,2-1-12 0,1 1-1 0,1-2-3 16,1 1 1-16,0 0-7 0,0 1-2 0,-1-2 3 15,-1 1-4-15,-2 1 2 0,-1-1-1 0,-2 1 1 16,0 1-1-16,-1-1 3 0,0 2 2 0,0-1-3 0,-1 1 3 16,-1 0-6-16,-2-2 3 15,0 1 2-15,-4-1 0 0,-6 0 1 0,1 0 14 16,-1 0-2-16,0 0 8 0,1 0 28 0,-1 0 7 15,1 0 0-15,0 0 0 0,-1 0-14 0,0 0-13 16,0 0 3-16,-12-1-7 0,2 0-2 0,-3 0-18 16,-1 0 5-16,-2 0-8 0,-1 0 0 0,3-1 2 15,-1 1-2-15,2-1 2 0,-1-1-5 0,0 1 3 16,0 0-3-16,-1-1 3 0,1 2-5 0,2-1 6 16,0 0-7-16,2 2 5 0,-2-1-9 0,4 1 1 15,-1 0 4-15,1-1 0 0,1 1 2 0,1 0-7 16,6 0-1-16,0 0-3 0,0 0-7 0,-17 2 5 15,17-2-5-15,0 0 5 0,0 0-4 0,0 0-7 16,0 0 3-16,0 0-4 0,0 0 1 0,1 0 12 16,-1 0-1-16,23 8 5 0,-12-6 1 0,1-1 4 15,0 0 0-15,3-1 1 0,-1 0-2 0,3 1 5 16,0-1-4-16,0 1 3 0,0 0-6 0,-1 0 0 0,-1 0 2 16,3-1-1-16,0 1-1 0,1 0-1 15,2 0 3-15,0 0-1 0,1 0 1 0,-1 1 0 0,0-1 0 16,-2 1 1-16,-1 0-1 15,0 1 1-15,0-2-2 0,0 1 0 0,2 0-4 0,0 1 4 16,0-1-2-16,-2 2-5 0,0-1-84 0,-3 0-241 16,2 2 1-16,0 0-108 0,0 2-288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3-05T20:10:59.569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4268 8410 1071 0,'-6'-3'445'0,"0"0"-150"0,0 0 218 16,6 3-398-16,-1 0-37 0,1 0-39 0,0 0-24 16,-1 0-2-16,0 0 2 0,1 0-23 0,0 0 8 15,0-1-1-15,0 1 4 0,0-1 10 0,0 1-5 16,17-7 2-16,-16 7-3 0,14 0 0 0,-7 2 9 16,1 0-5-16,0 0 6 0,2 1-1 0,-1-1 16 15,2 0-9-15,0 1 10 0,1 0-17 0,0 1 2 16,2-1 0-16,0 1 0 0,1-1-7 0,1-1 0 15,2 1 0-15,0-2-2 0,0 1-2 0,1 0 9 16,0-1-6-16,4 1 6 0,2-1-16 16,1 0 9-16,1-1 0 0,-1 0 2 0,-1 2-9 0,0-2 7 15,2 1-8-15,1 0 9 0,2-1-4 0,2 1-1 16,0 0 3-16,-1 0-1 0,-1 0 2 0,3 0-1 16,1 0-1-16,2-1 1 0,4 1 2 0,-2-1-5 15,0 0 4-15,0 0-4 0,1 0 4 0,2-1-2 16,0 0 1-16,-1 0-2 0,1 0 0 0,0 0 4 15,2-1-3-15,1 0 3 0,-4 0-3 0,1-1 1 16,2 1-1-16,0 0 1 0,2 0-1 0,-5 1-3 16,1-1 2-16,1 2-1 0,-1-1 6 0,3 1-7 15,-3 0 6-15,-1 0-6 0,0 0 4 0,0 0-4 16,-1 0-1-16,-1 0 0 0,-3 1 9 16,-1 0-5-16,0 0-1 0,-1 0-1 0,0 0 5 15,-2 0-8-15,-2 1 9 0,-5-1-8 0,-2 0 7 16,0-1-3-16,-1 0-3 0,-1 1 1 0,1-1 1 0,-4 2-2 15,-2 0 0-15,-3 0 0 16,-1-1-4-16,-3 1 5 0,0-1 3 0,-3 1 0 0,-6-2 5 16,0 0 0-16,1 0-2 0,-1 0 2 0,1 0 9 15,-1 0 7-15,0 0 0 0,0 0 0 0,0 0-9 0,0 0 0 16,0 0-3-16,0 0-1 0,-19 7-16 0,9-6-5 16,0 0 0-16,-4-1-3 0,-1 2 1 0,-4-1-1 15,-1 0-4-15,-1 1 3 0,-1-2 3 0,0 2 0 16,-2-1 0-16,-2 0 0 0,-2-1-1 0,-4 1 1 15,-2 0 2-15,-2 0-1 0,0 0 5 0,-2 0 0 16,0 1-5-16,-4-1 2 0,-2 2-7 0,1 0 3 16,-1 0 5-16,1 1-2 0,-2 0 5 0,1-1-3 15,-1 0 1-15,2 1-2 0,1-1 6 0,-3 0-6 16,0 0 1-16,1-1-4 0,-1 0 0 0,2 0-1 16,-3-1 2-16,0 1 1 0,1-2 7 0,-2 0-4 15,2-1 1-15,-4 0-1 0,1 0 14 0,1-2-10 16,1 1 3-16,0-1-6 0,-1 1 0 0,2-1 12 15,1 1-8-15,2 0 10 0,-2 0-12 0,1 0-1 16,1-1 3-16,0 1-3 0,3-1 7 0,0 0-4 16,-1 0 5-16,2 0-4 0,1-2 1 0,2 1 2 15,1 0-4-15,2-1 3 0,-1 1 0 0,0-1-7 16,3 0 2-16,1 0-4 16,0 1 7-16,3 0 2 0,0 1-2 0,1-1 1 15,1 2 1-15,2-2 1 0,1 2 1 0,2 0-1 0,1 0 3 16,5 0-5-16,1-1 2 0,1 2-4 0,2 0 0 15,0 0 4-15,1 0-6 0,3 0 4 0,5 1-7 16,0 0 1-16,0 0-2 0,-1 0-1 0,0 0-14 0,1 0 3 16,0 0 7-16,0 0-1 0,0 0 21 0,14-1 2 15,-3 2-1-15,1 1 1 0,1-2-1 0,1 1-2 16,3-1 2-16,3 1-1 0,2 0 0 0,2 1-3 16,3-1 3-16,0-1-3 0,1 1 10 0,0-1-5 15,1 0-1-15,3 1 0 0,1-1-2 0,3-2 0 16,1 2 3-16,-1 0-1 0,0 0 5 0,4 0-8 15,0-1-1-15,1-2-1 0,1 3 3 0,-2-1-6 16,3 0 2-16,0 1-3 16,2-1 1-16,-1 0-1 0,-1 1 2 0,1-1-2 0,1-1 8 15,2-1-1-15,-2 0-2 0,1 1-1 0,1-1-2 16,0 0 3-16,1 0-1 0,-2 0 1 0,0-1-1 16,0 2-8-16,0 0 7 0,-1-1-7 0,-3 2 8 15,-1-2-7-15,1 1 0 0,0 0-1 0,0 1 0 0,-4 1 0 16,-1 2-1-16,0-1 0 0,1 1 0 0,0-1 0 15,-1-1 0-15,-2 0 0 0,-3 1 0 0,1-1 0 16,1 2 0-16,-1 0 0 0,1-1 0 0,-4 0 0 16,-2 0 0-16,-3 1 0 15,-1-1 0-15,1 1 0 0,-1 0 0 0,0 0 0 16,-1 0 0-16,-3-1 0 0,-1 2 0 0,-3-1 0 16,-2 1 0-16,1 1 0 0,-3 0 0 0,-2 0-1 0,0 0-17 15,-2 0-58-15,-2-1-12 0,0 0-21 0,2 1-92 16,-2 0-107-16,0 0-28 0,-6-4-46 0,0 0-310 15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3-05T20:11:09.343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6198 4534 2509 0,'-4'-9'98'0,"1"2"-54"0,3 7-20 15,0-1-93-15,0 1-54 0,0 0 46 0,0-1-15 16,0 1 53-16,0-1 42 0,12-19 7 0,-12 20-2 0,0 0 6 15,16-3 8-15,-16 3-4 0,1 0 2 16,20 4-2-16,-13-3 4 0,1 2 11 16,1 1-2-16,-1-1 4 0,2 0-5 0,2 0-2 0,2 1 3 0,3 0-3 15,0 2-4-15,2-2-9 0,1 0-4 0,1 1 1 16,-1-1 3-16,2-1-3 0,-2 1 3 0,4-2-4 16,0 0-1-16,2-1 1 0,3 0 3 15,0-1-2-15,-1 1 2 0,0-1-4 0,0 0 2 16,1 0-3-16,3 0-3 0,1 0-1 0,3-1-2 15,-1 1 1-15,-2 0-4 0,1 1 6 0,2-1-4 16,2 0 5-16,1 0-4 0,-1 0 1 0,-3 1 3 16,3 0 0-16,1-1 10 0,2 0 4 0,1 0-5 0,-4 0 4 15,2 0-12-15,0 0 2 0,2 0 0 0,-1 0 0 16,0 0-6-16,-4 1 5 0,0 0-2 0,2 0 4 16,-2 1 5-16,0 0-1 15,-4 0 1-15,-2 1-1 0,1 0-5 0,-1 1 6 16,2-1-5-16,-2 0 4 0,-1 0-6 0,-4 1 2 15,0-2-2-15,-1 1 2 0,0 0 1 0,2-2 0 16,-1 2 4-16,-2-1-4 0,-2-1 1 0,-1 1-1 0,-4 0-2 0,-1-1 2 16,0 0-8-16,-1 1 7 0,1-1-1 0,-1 0 3 15,0-1 0-15,-1 0-5 0,0 0 0 0,-2 0-1 16,-1 0 7-16,0 1 0 0,-3-1 1 0,-1 0-1 16,0 0 4-16,0-1-9 15,-3 1 6-15,2-1-6 0,-2 1 11 0,-5 0-6 16,0 0-1-16,0 0-1 0,1 0 1 0,-1 0-1 15,1 0 1-15,-1 0-4 0,16-3-28 0,-16 3-75 16,0 0-16-16,0 0-27 0,0 0-143 0,0 0-276 16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3-05T20:11:25.266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259 4111 705 0,'-7'-5'289'0,"2"2"-100"0,5 3 141 0,-1 0-275 0,1 0-11 15,-1-1-21-15,1 1-40 0,0 0 4 0,-1-1-16 16,0 1 0-16,1 0 11 0,-1-1 1 0,1 1 4 16,0-1 9-16,0 1-5 0,0-1 6 0,0 1-4 15,0 0 13-15,1 0 6 0,20-2 3 0,-21 2 2 0,0 0 1 16,18 6 7-16,-18-6-6 0,0 0 6 0,18 8-11 16,-18-8 5-16,1 0 0 0,18 9 2 0,-19-9 1 0,1 0 4 15,21 7-1-15,-13-5 1 0,0 1 0 0,1-2-15 16,2 1 0-16,2-1-6 15,1-1-5-15,0 0 0 0,0 1 0 0,2-1 0 16,-1 0-4-16,2 0 0 0,-1 0 3 0,0 1-2 16,0-1 9-16,-1 0-9 0,1 0 3 0,2 0-6 15,2 0 8-15,1 0-1 0,1-1-3 0,0 1 1 16,-1 0 1-16,-1 0-2 0,0 1 5 0,-2-1-4 16,1 0 1-16,1 1-3 0,2 0 0 0,1-1-2 15,0 0 2-15,1 0 5 0,-2 1-4 0,1-1 4 0,-3 0-2 16,1 0 0-16,1 0 0 0,1 0-2 15,3 0 0-15,1 0 1 0,0 0 2 0,1 0-1 16,-3 0 4-16,0 0-3 0,-1 0-1 0,2 0-1 16,2 1 0-16,1-1-1 0,0 0 3 0,0 1-1 15,-2 0 1-15,-2 0 2 0,-1 0-1 16,2 1 1-16,2-1-2 0,1 1-1 0,0-1-3 16,-2 2 0-16,0-1 0 0,-3 1 7 0,0 0-2 0,3 0 3 15,1 0-11-15,3 0 3 0,-1 0 2 0,-1-1 0 16,-1 0 2-16,1-1-1 0,0 0 0 0,2 0-1 15,3-1-4-15,-2 0 7 0,0-1-2 0,-2 0 5 16,-1 0-4-16,2 0 4 0,1 0 0 0,2 1 3 16,-2-1 20-16,-1 0 18 0,-2-1-12 0,0 2 10 15,1-1-38-15,2 1-4 0,2-1 2 0,-2 1-3 16,-1 0 0-16,-2 0-1 0,0 0 2 0,2 0-1 0,1 0 0 16,3 0 5-16,-2 0-5 15,-2 0 4-15,-2 0-5 0,1 0 0 0,2 0 3 0,1 0-3 16,1 0 0-16,-3 0 1 0,-2 0-2 0,0-1 2 15,-1 1-2-15,3 0 0 0,1-1 1 0,1 1 0 16,-1-1 3-16,-3-1-2 0,-1 1-1 0,3 0 0 16,1-1 2-16,2 1 0 0,1-2 2 0,-3 2-3 15,-2-1-1-15,1 0 4 0,1 1-3 0,2-1 2 16,1 0-3-16,-2 2-2 0,-1-1 5 0,-1 1-4 0,0 0 1 16,0 0 2-16,3 0-4 15,0 1 3-15,-2-1-1 0,-1 1-1 0,0 0 1 16,0 0-1-16,2 0 4 0,2-1 1 0,0 0-1 15,-2 0 0-15,-1 0-9 0,1 0 9 0,1 1-3 16,1-1 5-16,1 1-7 0,-3 0 4 0,-2-1-3 0,1 1 2 0,0 0-4 16,2 0 4-16,1 1 2 0,-2-1 2 0,-2 2-3 15,0-1 0-15,-2 0-1 0,3 0 1 0,-1 0-2 16,2-1-1-16,-3 1 1 0,-1-1 7 0,1 0 106 16,2 1-30-16,0-2 18 15,2 1-34-15,1 0-54 0,-4-1-7 0,-1 1 2 0,0-1-3 16,1 1 1-16,2-1-3 0,0 1-3 0,-1 0 2 15,-3 0 0-15,-1 1-1 0,0-2 2 0,0 2-2 16,1 0 1-16,1 0 0 0,-1 0 0 16,-3 0 0-16,-2-1 3 0,-2 0 0 0,-1 0-2 0,2 0 2 15,0-1 1-15,0 1 16 0,-1 1 2 0,-1-1 4 16,-1-1 0-16,-2 2-5 0,1-1-6 16,-5 0 1-16,2 0-6 0,-2-1-4 0,0 0 3 0,2 0-4 0,-1 1 1 15,-1-1 6-15,0 1-7 16,-2-1 6-16,-1-1-4 0,-2 1 12 0,0 0 12 15,-1-1-2-15,-1 1 23 0,-1-1-25 0,-2 0-1 16,1 1-8-16,-6 0-7 0,0 0-5 0,1 0 1 0,-1 0-2 16,19-6-1-16,-19 6-3 0,0 0 4 0,0 0-3 15,1 0 6-15,-1 0-79 0,0 0-22 0,1 0-32 16,-1 0-178-16,1 0-252 0</inkml:trace>
  <inkml:trace contextRef="#ctx0" brushRef="#br0" timeOffset="18712.08">437 3024 1178 0,'0'0'69'0,"0"0"-1"15,0-1 11-15,-1 1-21 16,0-1-17-16,1 1-34 0,0 0-1 0,0-1-9 0,0 1-10 16,-9-22 3-16,9 22-1 0,0 0 3 0,0 0 1 15,1 0 5-15,-1 0 2 0,19-4 3 0,-19 4 11 16,1 0 5-16,17 2 1 0,-18-2 1 0,0 0 8 15,22 1 0-15,-22-1-2 0,17 0 1 0,-9 1-1 0,1-1 3 16,1 2 2-16,0-1 0 0,0 0 0 16,0-1-9-16,0 1-5 0,2 0-1 0,2-1-4 15,2 1 0-15,2 0 1 0,0-1-2 0,1 1-8 0,-1-1 2 16,2 0-1-16,-1 1 0 0,1 0-3 0,-2 0 0 16,2 0 1-16,0-1-1 15,2 0-2-15,2 0 6 0,2 0 1 0,-1 1 3 0,0 0 5 16,-2-1 3-16,-1 0 1 0,0 1 0 0,1 0 0 0,1-1-5 15,2 1 1-15,2-1-1 0,-1-1 1 0,1 1-1 16,-1-1-1-16,-1 0-1 16,0 1-5-16,1 0-1 0,3-2-3 0,0 1 2 0,2 0 0 15,-2-1-1-15,0 0 3 0,-1 1-3 16,-1 0 1-16,2-1 2 0,1 1-1 0,1-2 1 0,0 1-8 16,-2-1 4-16,-3 2 0 0,1-1 4 0,1 1 3 0,1 1 6 15,3-1-4-15,-1-1 4 0,0 0-5 0,-2 0-5 16,-1 1 0-16,1-1-2 0,1 1 1 0,1-2 0 15,1 1 0-15,-2 1-1 16,-1-1-2-16,-1 1-2 0,-2 0 4 0,3-1-4 16,0 2 2-16,1-1 4 0,0 0-6 0,-3 1 4 15,-1-1-10-15,0 1 10 0,2 0-5 0,1 0 7 0,1 1-3 0,0-1-3 16,-1 0 2-16,-1 0-2 0,-2-1 4 16,2 0-4-16,0 0 1 0,3 0-2 0,1 0 3 15,-3-1-2-15,-1 1 5 0,-3 1-4 0,3 0 4 16,-1 0-2-16,1 0-4 0,3 0 3 0,-3 0-2 0,-1 0-2 15,-2 1 4-15,-1-1-3 0,0 0 9 0,0 0-6 16,2 1 1-16,1 1-3 0,-1 0 2 0,-1 0 0 16,-1-2-1-16,-1 1 1 0,-2 1 3 0,1 0-3 15,1 1-1-15,1-3-1 0,-1 1 4 0,0 0-5 16,-2 1 6-16,-1 0-6 0,-1 1 6 16,-2-1-2-16,-2 0 1 0,1 0-2 0,-1-1 3 0,0 1-2 15,2 0 1-15,-2-1-1 0,0 2-2 0,0-1 6 16,-2 1-4-16,-1-1 5 15,0 1-7-15,-1 0 3 0,-2-1 2 0,0 2 0 16,0-1 5-16,-3-1 0 0,2 0-4 0,-3 0 2 16,0 0-1-16,0 0 6 0,-6-2 2 0,1 0 2 15,-1 0 10-15,16 7 0 0,-16-7 3 0,0 0-3 16,0 0-4-16,0 0-3 0,0 0-1 0,1 0 1 16,-1 0 1-16,0 0 1 0,1 0-3 0,-1 0 1 15,1 0 0-15,-1 0 0 0,0 0 2 0,0 0-2 0,0 0-4 0,0 0 5 16,0 0-6-16,0 0 6 0,0 0-10 0,0 0 6 15,-1 0-1-15,1-1 1 0,-1 1-6 0,-18-12-1 16,19 12-1-16,-1 0 0 0,1 0-5 0,-20-9 1 16,20 9 2-16,-1 0-1 15,-18-5 1-15,19 5-4 0,-15-5 2 0,5 4-2 16,1 0 1-16,-1 0-7 0,0 1 1 0,-1-1-3 0,-1 1 5 16,0 0-1-16,0 0-2 0,-1 0 1 0,0-2 1 15,0 2 0-15,-1-2-2 0,1 1 0 16,1 1-5-16,0 0 7 0,-1 0 0 0,1-1 0 0,-1 1-4 15,0-2-27-15,-1 1-5 0,1 1-12 0,-2-1-61 0,2-1-43 16,-2 0 3-16,1 1-23 0,-3 0-84 0,-2 0-416 16</inkml:trace>
  <inkml:trace contextRef="#ctx0" brushRef="#br0" timeOffset="19641.13">652 2929 1212 0,'-4'-3'136'0,"4"3"3"16,0 0-14-16,0 0-193 0,0 0-41 0,0 0-43 15,0 0-23-15,0 0 3 0,0 0-63 0,0 0 209 16,0 0-20-16,0 0 92 0,1 0 35 0,17 13-27 16,-18-13 3-16,0 0-9 0,19 8 13 0,-19-8 4 15,1 0-1-15,20 9 2 0,-21-9 2 0,1 0-2 16,21 6 0-16,-13-4-2 0,0 0-11 0,2 0-10 16,-1 0-2-16,1 1-2 0,1-1-1 0,0 0-10 15,3 0 0-15,2-2-6 0,2 2-8 0,0-1-6 16,0-1 1-16,2 2-3 0,-1-2 3 0,0 1-9 15,0 0 3-15,0 0-5 0,0 0 5 16,3 0-2-16,2 0-2 0,2-1 0 0,1 1 0 16,-1 0 2-16,0 0 1 0,-1-1 0 0,0 1 0 15,1-1-2-15,2-1 3 0,2 0-1 0,0-1 18 16,2 0-9-16,-2 1-2 0,0 0-2 0,2 0-2 16,1 1-5-16,1 0 7 0,1 0-7 0,-1 1 4 0,-2-1 0 15,0 2-7-15,2 0 3 0,1 0-2 16,3 1 3-16,-3-2 6 0,-1 1-1 0,1 1 12 0,0-2-3 15,2-1 8-15,1 1-4 0,0 0 25 0,-3 0-10 16,1-1-1-16,1 0-3 0,2 0-13 0,1 0-1 16,-2-1-2-16,0 1-1 0,0 0-9 0,2-2 6 15,0 2-6-15,-1-2 6 0,-1-1-3 16,-1 3 7-16,1-1 8 0,1-1 2 0,1 1 57 0,-4-1-42 16,-1 0 10-16,0 1-24 0,1-2-7 0,1 1-9 15,1 0 3-15,-4 0-6 0,-2 0-1 0,-1 1-1 16,2 0 3-16,0-2-2 0,1 2 3 0,-2 0-8 15,-2 0 2-15,-3 0-2 0,1 1 4 0,-1-2 4 16,1 1-7-16,1 1 5 16,-3-1-7-16,-4 1 3 0,-1 0 4 0,-4 0-2 0,-1 1 1 0,-2 0 6 15,0 0-7-15,0-1 6 0,0 0-8 0,-2 0 9 16,-3 0-4-16,0 1 4 0,-1-1-3 0,-1-1-177 16,-1 2-25-16,0-2-84 0,0 1-384 0</inkml:trace>
  <inkml:trace contextRef="#ctx0" brushRef="#br0" timeOffset="25319.64">2658 2188 1255 0,'0'0'43'16,"0"0"-40"-16,0 0-23 0,0 0-33 0,0 0-18 0,0 0 39 16,0 0 11-16,0 0 4 0,0 0 23 0,0-1 4 15,0 1 1-15,0-1-2 0,1 1-5 0,15-4 0 16,-16 4 4-16,1 0-1 0,0 0 28 0,-1 0 17 15,16 6-2-15,-16-6 8 0,0 0 9 0,1 0-3 16,-1 0 5-16,0 0-5 16,18 0-6-16,-18 0-12 0,0 0-4 0,0 0-1 0,19-4-11 15,-19 4-17-15,1 0 3 0,14-4-8 0,-15 4-1 16,2 0-4-16,16-3 2 0,-18 3-2 0,1 0 6 0,18-1-11 16,-19 1 2-16,1 0-5 0,20 0 2 0,-11 1 3 15,-2 1 0-15,0-1 1 0,1-1 4 0,1 2-5 16,-1-1 4-16,2 0-4 0,-1-1 6 0,2 1-4 15,-1 0 0-15,0 0-1 0,0 0 0 16,0-1 8-16,0 1-5 0,-2-1 5 0,1 1-4 16,1-1 10-16,-2 1-2 0,2-1 5 0,2 0-2 0,0 0-7 15,0 0 4-15,2 0-7 0,-2 0-4 0,0 0-1 16,1 0 0-16,-1 1 1 0,2-1 1 16,-3 1 0-16,1 0 4 0,-1-1-2 0,1 1-2 0,-2-1 5 15,0 0-6-15,1 0 6 0,1 0-3 0,1 0 4 16,1-1-1-16,1 1 3 15,-1-2-2-15,0 2 4 0,0-2-3 0,0 1 4 0,-2 0-3 16,1 0 8-16,-1 0-6 0,0 1 4 0,-1-1-17 16,0 0 6-16,0 1-2 0,-1 0 3 0,1 0-10 15,2-1 3-15,-1 1 1 0,1 0 2 0,0-1 2 16,-2 0-2-16,2 0 4 0,-2 0-4 0,1 0 4 16,0-1 23-16,-1 1-6 0,-1 1 12 0,0-1-12 0,-1 0-12 15,-1 0-2-15,-1 0-2 0,1 0-2 16,-2 1-1-16,0-1 1 0,0 1-3 15,0-1-4-15,0 1 6 0,-2-1-1 0,2 1 5 0,-1 0 0 0,1 0-9 16,-2 0 4-16,3 0-4 0,-8 0 8 0,0 0-1 16,16-1 1-16,-16 1-2 0,1 0-2 0,-1 0 2 15,0 0-3-15,20-2 3 16,-20 2 3-16,0 0-1 0,0 0 1 0,0 0-2 16,1 0 1-16,-1 0 3 0,1 0-1 0,-1 0 1 15,16-1-4-15,-16 1 4 0,0 0 3 0,0 0-1 0,0 0 2 16,0 0-5-16,0 0 0 0,0 0-1 0,0 0 3 15,0-1-33-15,0 1-10 0,0-1-14 0,0 1-76 16,0-1-52-16,0 1-24 0,3-18-22 0,-3 18-215 16</inkml:trace>
  <inkml:trace contextRef="#ctx0" brushRef="#br0" timeOffset="42531.7">1224 5361 1983 0,'-7'-4'140'0,"0"1"-12"16,7 3-12-16,0 0-83 0,0 0-63 0,0 0-40 0,0 0 15 15,0 0-13-15,0 0 45 0,0-1 7 0,1 1 3 16,17-9 2-16,-18 9 11 0,0 0-3 0,21-4 2 0,-12 3-1 15,-1 0 5-15,2 0 9 16,1 0-2-16,0 0 4 0,0 0-2 0,0 0 3 16,-1-1 1-16,1 2 0 0,-1-1 3 0,1 1 6 15,-1 0-5-15,1 0 5 0,-1 0-12 0,-1 0 0 0,2 0-4 0,-1-1 2 16,-1 0-2-16,3 1 5 0,-1-1 1 0,1 0-1 16,1 0 0-16,2-2-9 0,0 2 4 0,2-2-6 15,1 1 0-15,-1 0-4 16,2 2 1-16,-2-1-2 0,0-1 7 0,0 2-5 15,-2-1 0-15,-1 1-1 0,2 1 1 0,0 0-1 16,1 1 1-16,1-1 2 0,2 1-1 0,-2-1 10 0,2 3-7 0,-3-3 7 16,1 0-4-16,-2 0 4 0,0-1 3 0,0 1 1 15,0-1 6-15,2 0-4 0,0 1-2 0,1 0-1 16,1-2 2-16,1 1-8 16,1 0 6-16,-1-3-6 0,0 1 0 0,-1 0 0 15,-2 1-2-15,-1 0 2 0,0 0 1 0,2 1-3 16,0 0-2-16,2-1 1 0,0 0 1 0,-2 1-3 15,0-1 2-15,0 1-3 0,-2 1-2 0,-1-1 1 16,0 2 1-16,-1 0 1 0,0 0-5 0,2-1 6 16,-1-1-7-16,3 1 6 0,0 1 1 0,1 0-4 15,-2-1 5-15,1 1-5 0,-1-1 0 0,-1 0 1 16,-1 2 2-16,0-3-2 0,0 2 3 0,-1 0-4 0,3 0 0 16,0-1-1-16,0 1 1 0,0-1 3 0,0 1-3 15,-1 0 3-15,-1-1-2 0,0 1 1 0,-1 0 0 0,-2 0-1 16,-1 0 4-16,0 0-2 15,-1 0 2-15,1 0-2 0,-1 1-2 0,1-1 3 16,1 0 3-16,-2 0-1 0,2-1 4 0,-1 0 1 16,-1 0-1-16,1 0 2 0,0 1-4 0,-1-1 3 15,-1 1-3-15,0 0 3 0,1-1-7 0,-3 1 4 0,1-2-3 16,-1 2 2-16,0-1-10 0,-2 0 5 0,1 0-3 16,-1 0 4-16,1 1-14 0,1 0 7 0,0 1-4 15,2-1-13-15,0 0-216 0,2 0-266 0</inkml:trace>
  <inkml:trace contextRef="#ctx0" brushRef="#br0" timeOffset="46266.46">1437 5881 1919 0,'-7'-2'64'16,"0"1"-10"-16,7 1 24 0,0 0-61 0,-1 0-15 15,0 0-19-15,1 0-13 16,0 0-1-16,0 0 1 0,0 0 17 0,-1 0 21 16,1 0-1-16,0 0 8 0,0 0-8 0,1 0 4 15,-1 0-7-15,17-4 6 0,-17 4 0 0,1 0-4 0,-1 0 9 16,20 0-7-16,-20 0 4 0,0 0 2 0,18 4 0 16,-17-4 2-16,14 1 1 0,-5 0-6 15,0 0 4-15,0-1-5 0,0 0 5 0,1-1-1 0,0 0-2 16,1 0 3-16,0 0 3 0,0-2-7 0,0 2 0 15,1-2-2-15,1 0-3 0,-1 1 2 0,1-1-2 16,-1 0 1-16,1 1-7 0,0-1-1 0,1 1 0 0,2 0 0 16,0 1 1-16,1 0 31 0,-2 0-12 0,0 1 17 15,0-1-32-15,1 2 0 0,-1-1 3 0,1 0-3 16,-1 0-4-16,2-1 6 0,0 1-5 0,1-1 6 16,2 1 1-16,1-1 39 0,0 1-12 0,-1-1 18 15,1 0-41-15,-2 1 2 0,2-1-7 0,-4 1 6 16,2-1-8-16,1 1 2 15,0 0 1-15,2-1-1 0,0 1-1 0,-2 0 1 16,0 0 2-16,-1 1 0 0,-1 0 2 0,-2-1 1 0,1 2-5 0,-1-1 2 16,2 0-9-16,0 0 4 0,0 1-1 0,0-1 4 15,0 1-4-15,-2 1-1 0,0-1 6 0,-1 0-4 16,-1 1 9-16,-1-1-4 0,1 1-3 0,0-1-9 16,3 0-124-16,0 0-215 0,3 0-116 0</inkml:trace>
  <inkml:trace contextRef="#ctx0" brushRef="#br0" timeOffset="52953.13">1211 6493 1896 0,'-11'-3'108'0,"0"-1"-14"0,2 3 3 0,1-1-15 16,1 2-54-16,7 0-36 0,0 0 3 15,0 0-8-15,-1 0 13 0,-19-7-8 0,20 7 1 0,0 0-4 16,0 0-5-16,0 0-3 0,0 0 0 0,0 0 0 15,0 0 7-15,0 0 16 0,1 0 1 0,-1 0 6 16,22 0 2-16,-22 0 3 0,0 0-4 0,18 3 4 16,-17-3-3-16,0 0 0 0,21 6 0 0,-12-4 0 15,0 0-3-15,-1 1-6 0,2 0 1 0,0-1-2 16,1 1 4-16,2-1-8 0,1 1 5 0,0-1-6 16,0-1 3-16,1 1 3 0,1-2-6 0,0 1 4 15,0 1-5-15,0-2 2 0,-1 0 1 0,-1 0 0 16,2 0 9-16,2-1-9 0,2 1 7 0,1 0-7 15,0 0 12-15,0 1-5 0,-2 0 1 0,1 0 0 16,-2 1 7-16,0-1-1 0,-2 1-4 0,1-1 2 16,2 1-2-16,2 1 13 0,0-1-2 15,0 0 3-15,-1-1-17 0,-1 1 2 0,0-1 5 16,-1 0-1-16,-1 0 15 0,1 0-12 0,0-1 5 16,3 0-8-16,0 0 3 0,1 0-6 0,0 0 2 15,1 0-3-15,-2 0-5 0,-2 0 4 0,-1 1-2 0,-1-1 5 16,-2 1-5-16,4-1-6 0,2 0 4 0,0 1-4 15,1 0 6-15,-1 0-3 0,-2 0-2 0,0-1 1 16,-1 0 5-16,-2 0 5 16,0 0 1-16,0 0 2 0,1 1 0 0,4-1-2 0,-1 0-4 15,2 0 1-15,0 0-9 0,-2 0 7 0,-1 0-3 16,-1 0 4-16,-2 0-1 0,0 0-5 0,-1 0 5 16,2 1-5-16,1-1 1 0,-1 1 0 0,2-1-2 15,-1 1 2-15,-1-1-6 0,-1 1 4 0,-1-1 1 16,1 1 2-16,-2 1 6 0,2-1-143 0,-1 0-33 0,3 1-60 15,5 1-315-15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3-05T20:13:22.682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2363 6964 1575 0,'-6'-4'216'15,"0"0"67"-15,1 0 1 0,5 4-193 0,0 0-63 0,-1 0-24 16,1 0 4-16,-1-1-1 0,1 1 11 0,-1-1-11 16,1 1 3-16,-10-17-4 15,10 17 12-15,0 0 0 0,0 0-2 0,1-1 1 16,20-8-7-16,-13 7-5 0,2 1 3 0,0-2-3 16,0 2 2-16,2 0 2 0,0 0 1 0,1 1 1 15,-1-1 5-15,1 1 6 0,-1 0 0 0,0 0 3 16,0 0 6-16,-1 0 9 0,0 0-4 0,0 0 3 15,-1-1-15-15,1 0-8 0,-2-1 1 0,3 1-4 16,0 1-1-16,0 0 3 0,0-1-2 0,-2 0 3 0,0-1 4 16,-2 1 4-16,0 1-3 0,-1 0 2 0,1 0-8 15,-2 0-4-15,-6 0 3 0,0 0-3 16,0 0 2-16,19 1-6 0,-19-1 0 0,0 0-2 16,1 0 1-16,-1 0-1 0,0 0 2 0,18 5-3 15,-18-5-4-15,0 0-25 0,0 0-25 0,0 0-8 0,1 1-160 0,-1-1-149 16,17 13-44-16</inkml:trace>
  <inkml:trace contextRef="#ctx0" brushRef="#br0" timeOffset="672.9">3106 6912 1931 0,'-7'-3'246'0,"1"1"-89"0,1 1 122 16,5 1-222-16,-1 0-14 0,0 0-13 0,1 0-5 0,-1 0-3 15,1 0 2-15,0 0-12 0,-1-1-5 0,1 1-4 0,-1-1 0 16,1 1-2-16,0 0-6 15,0-1 4-15,1 1-4 0,-1 0 19 0,20-3-2 0,-20 3-1 16,0 0-1-16,23 4 0 0,-12-4 9 0,-2 1 1 16,2-1 2-16,-1 0-2 0,0 0 19 15,2 0-5-15,0 0 9 0,-1 0-6 0,0-1-17 0,0 1-2 16,1-1-5-16,1 1-6 0,0-1 1 16,0 0 3-16,-1 1-2 0,1 0-5 0,-2 2 1 15,1-2 0-15,-2 0 1 0,0-1 5 0,-2 0-3 16,0 1 0-16,0 1-2 0,-2-1-1 0,0 1 1 15,-6-1 1-15,1 0 0 0,0 0 2 0,-1 0-19 16,0 0-16-16,17 0-7 0,-17 0-104 0,0 0-122 16,0 0-16-16,0 0-54 0,0 0-249 0</inkml:trace>
  <inkml:trace contextRef="#ctx0" brushRef="#br0" timeOffset="1903.77">4073 6956 1849 0,'0'0'315'0,"0"0"-140"0,0 0 10 16,0 0-70-16,-1-1-92 0,1 1-22 0,-1-1 6 16,1 1-8-16,-1 0 22 0,1-1-21 0,0 1 3 15,-1-1-8-15,1 1 11 0,0-1 0 0,0 1 5 16,0 0-4-16,0 0 6 0,0 0 9 0,1 0 0 16,-1 0 3-16,18-3 2 0,-18 3 5 0,1 0-5 15,0 0 5-15,-1 0-15 0,21 4-2 0,-20-4-5 16,14 1 3-16,-7 0-8 0,2-1 1 15,0 1-2-15,0 0 1 0,2-1-5 0,-2 1 7 16,1-1-4-16,0 1 4 0,-1 0-5 0,0-1 6 16,0 1-2-16,-1 0 1 0,0-1-5 0,-2 1 2 15,1-1 4-15,-8 0-3 0,0 0 7 0,0 0-11 16,18 3 4-16,-18-3-5 0,0 0 3 0,0 0 6 16,1 0-5-16,0 0 6 0,-1 0 2 0,0 0 0 15,1 0-1-15,-1 0 1 0,1 0 4 0,-1 0 0 16,0 0-1-16,1 0 0 0,-1 0-8 0,0 0 3 15,0 0 1-15,0 0-2 0,0 0-10 0,0 0 3 16,0 0 0-16,-1 0 4 0,-16 4 3 0,17-4-8 0,-1 0 7 16,-18-2-7-16,19 2 14 0,0 0-5 15,-22-1-2-15,22 1 0 0,0 0 5 0,-22-3-2 16,22 3 1-16,-1 0-2 0,-22-2-1 0,22 2 4 16,1 0-3-16,-21-3 2 0,21 3-8 0,-1 0 8 0,-19-2-4 15,20 2 5-15,-1 0-11 0,1 0 4 0,-18-3 1 16,18 3 0-16,0 0 4 0,-1 0-9 0,1 0 0 15,-1 0-2-15,1 0 0 0,0 0 0 0,-1 0 1 16,0 0 0-16,1 0-2 0,0 0-1 0,-1 0 1 0,1 0-1 16,0 0 2-16,0 0 0 0,0 0 1 0,0 0 1 15,0 0 3-15,17-6 4 16,-17 6-3-16,17-2 3 0,-9 1-7 0,2 0 8 16,1 0-4-16,-2 0 4 0,0 0-11 0,1 0 3 15,-1 0-3-15,-1 1 2 0,1 0-1 0,-1 0 1 16,0 0 1-16,-1 0 1 0,0 0-3 0,-2 0 0 15,2 1 1-15,-2 0 0 0,-5-1-5 0,1 0 6 16,-1 0-2-16,17 3 4 0,-17-3-2 0,0 0-1 16,0 0 0-16,1 0-1 0,-1 0 5 0,17 2 1 15,-17-2 3-15,0 0-2 0,0 0-1 0,0 0 2 16,0 0-5-16,0 0 3 0,0 0-5 0,0 0 2 16,0 0 2-16,0 0-1 0,0 0 0 0,0 0-4 0,0 0-1 15,0 0 0-15,0 0 5 0,0 0-8 0,0 0-2 16,0 0-5-16,0 0-25 0,0 0-48 15,0 0-19-15,0 0-16 0,0 0-124 0,0 0-217 0,0 0-179 16</inkml:trace>
  <inkml:trace contextRef="#ctx0" brushRef="#br0" timeOffset="6696.33">10478 7030 1518 0,'0'0'320'0,"0"0"100"0,0-1-8 15,0 1-332-15,0-1-100 0,0 1-10 16,1 0 3-16,22-12 8 0,-23 12 23 0,0 0 1 16,22-2-3-16,-12 4 3 0,0 0 4 0,1-2-1 15,1-1 0-15,2 1 0 0,-1 0-3 0,2-1 12 16,0 1-1-16,0-1 5 0,1-1 3 0,-2 1-2 0,-1-2 2 0,2 2-3 16,2 0 1-16,0-1 9 0,0 0-2 0,-1 1 3 15,1-1-12-15,-2 1-2 16,1-1 1-16,-1 0 0 0,0 1-2 0,2 0 4 0,-1 0-6 0,2 0 4 15,-2 0-8-15,3 0-5 0,1 0 1 0,0 0-2 16,2 1-4-16,-2 0-1 16,1 0 1-16,-1 0-1 0,-1 0 6 0,0 0-9 15,-1 1 4-15,0 0-3 0,-1-1 10 0,2 1-6 16,0 0-1-16,1-1 0 0,-1 1 5 0,-1 0-3 16,-2 0 2-16,1-1-2 0,0 1 5 0,0-1 3 15,-3 1 3-15,1-1-2 0,0 1-5 0,-1-1 3 16,1 1-6-16,-1-1 5 0,0 0-3 0,-1 0 1 15,-1 1 1-15,-1-1-1 0,-2 0 3 0,0 0-4 16,-1 0-1-16,-1 0 0 0,-7 0 4 0,0 0-4 16,16-1 4-16,-16 1-4 0,1 0 14 0,-1 0 1 15,0 0 2-15,18-3-1 0,-18 3-4 0,0 0-8 16,0 0 3-16,0 0-5 0,0 0 4 0,1 0-7 0,-1 0 1 16,1 0-2-16,-1 0 4 0,0-1-7 15,0 1 3-15,0 0-3 0,0-1 4 0,0 1-7 16,0-1-3-16,0 1-2 0,0-1-2 0,0 1 4 15,0 0-2-15,0-1 2 0,0 1-6 0,-1-1 1 0,1 1 0 16,-18-10-1-16,18 10-4 0,0 0 1 0,-1 0-1 16,-15-1 0-16,16 1-15 0,-1 0-81 0,1 0-2 15,-21-1-32-15,21 1-59 16,-1 0-147-16,-19 2-86 0</inkml:trace>
  <inkml:trace contextRef="#ctx0" brushRef="#br0" timeOffset="10058.29">2314 6827 1396 0,'-6'-3'130'0,"-1"0"10"0,2 2-2 16,5 1-65-16,0 0-63 0,-2 0-7 0,2 0-3 15,-1 0 3-15,1 0-9 0,-17 0 3 0,17 0 3 16,0 0 0-16,0 0 11 0,0 0-6 0,0 1 4 0,0-1-2 16,0 0 15-16,15 17 9 0,-15-17-2 0,0 0 4 15,1 1-1-15,0-1-8 16,15 13 5-16,-16-13-6 0,0 0 3 0,1 0-10 16,15 8 4-16,-16-8-6 0,0 0 10 0,17 6-16 0,-17-6 3 15,1 0-7-15,23 5 3 0,-14-3 3 16,2 0-3-16,1 1 2 0,-1-2-5 0,1 0 2 15,0 0 2-15,1 0-2 0,0 1-4 0,0 1 2 16,1 0-4-16,-1 0 4 0,1-1-1 0,0 1 4 16,0-1-1-16,2 0 2 0,1 0-4 0,1 0 5 15,2 0-2-15,1 0 3 0,-1-1-7 0,1 1 2 16,0 1 1-16,-2-1 0 0,0 0 5 0,2 0-2 16,-1-1-5-16,3 1 3 0,1-1-6 0,-1 0-2 15,1 0 5-15,-1 0-4 0,0 1 8 0,-3-1 2 16,1 0 1-16,3-1 1 0,0 1 6 0,2-1 3 15,-1 0-1-15,0 0 3 0,0 0-1 0,-2 0-10 16,-1 1 4-16,-1-1-7 0,2 1 2 0,1 0-6 0,1 1-1 16,-1-1 1-16,0 0 6 0,-2 1-5 0,-1 0 3 15,0 0-5-15,-1 1 1 0,1-2 2 0,2 0-2 16,1 0 2-16,1-1-7 0,1 0 6 16,0-1 0-16,-2 0 4 0,-1-1 8 0,0 0-6 15,1 0 1-15,0-1-3 0,2 0 2 0,-2 1-5 16,0-2 5-16,-1 2-5 0,-2 0-4 0,-1 0 5 15,-1 0-4-15,-1 0 4 0,1 1-3 0,0 0 1 16,0 0-6-16,-1-1 5 0,0 1-2 0,1 0 4 16,-3 0 5-16,1 0-2 0,-1-1 7 0,-1 1 11 15,0-2-8-15,-1 2 8 0,3-1-16 0,-1 1 0 16,1 0 1-16,0-1-1 0,-2 1 0 0,0 1-5 16,-1-1-2-16,-1 1-1 0,0-1-1 0,-2 2 7 0,-2-2-1 15,-1 1 2-15,-1 0-7 0,0 0 5 0,-2 1 1 16,2 0 1-16,-8-1 3 15,0 0 1-15,1 0 5 0,18 0-1 0,-19 0 5 16,0 0-6-16,0 0-5 0,17 1 1 0,-17-1-9 0,0 0-4 16,0 0 3-16,1 0-4 0,-1 0 5 0,0 0-37 15,0 0-39-15,2 0-12 0,-2 0-241 0,0 0-219 16</inkml:trace>
  <inkml:trace contextRef="#ctx0" brushRef="#br0" timeOffset="21347.83">2690 7339 2160 0,'0'0'113'16,"0"0"25"-16,0 0 11 0,0 0-23 0,0 0-25 16,0 1-26-16,0-1-11 0,0 0 6 0,0 21-33 0,0-21 7 15,0 0-2-15,-1 16 2 0,1-15-19 0,3 15-9 16,-1-5 5-16,1 1-4 0,-1 2 18 15,1 1-3-15,-1 1 1 0,0 0-1 0,1 1 1 0,-2-2 1 16,1 1-5-16,0 0 2 0,0 2-19 0,-2 0 3 16,3 1-3-16,-2 2 2 0,1-1-6 0,-1 1 4 15,0 0-3-15,0 0 2 16,1-1-8-16,-1 1 6 0,0 1-2 0,-1 1 2 16,1 1-2-16,-1 0-1 0,2 0-2 0,-2-1 2 0,0-1 1 15,1 0 1-15,-1-2 2 0,1-1-2 0,-1-2-4 16,0 1 1-16,1-2-5 0,-1-1 3 0,2-2 2 15,-2-2 2-15,0-2-2 0,1-1-3 0,-1-8-26 0,0 0-14 16,0 1-10-16,0-1-4 0,0 1-57 0,0-1-36 16,0 1 9-16,0-1-16 0,0 0 28 0,0 0 28 15,3-16-15-15,-4 6 13 0,1-3-64 0,-1 0-88 16,-1-2-7-16,2-2-40 0,0 0-137 16</inkml:trace>
  <inkml:trace contextRef="#ctx0" brushRef="#br0" timeOffset="21735.36">2704 7379 2160 0,'0'0'150'0,"0"0"-54"16,0 0-15-16,0 0-6 0,0-1-11 0,1 1-7 15,-1-1 2-15,20-6-5 0,-20 7 0 0,1 0-9 16,17 2 3-16,-9-1-7 16,0 1-4-16,1 0 1 0,1 0-4 0,0-1 2 15,3 1-7-15,1-1 3 0,1 1 2 0,-1 0 1 16,0 1-3-16,0-1-3 0,0 2 5 0,-3 0-2 0,-1 1 15 15,-2 0 3-15,-1 1-7 0,-3 1 4 0,-1 0-13 16,-1 1-2-16,-2 1-1 0,-1 1 0 0,-1 2-2 16,-3 1-3-16,-2 0 0 0,0 1-2 0,-3-1-2 0,-1 1-2 15,-2 2 1-15,-1 0-2 0,0 1-1 0,-1-2-5 16,-2-1 3-16,-1-1-3 0,0-1 0 0,2-1-4 16,2-2-6-16,1-2-2 0,2 0-47 0,-1-2-79 15,1-2-25-15,1-1-29 0,-1-1-182 0,3-1-368 16</inkml:trace>
  <inkml:trace contextRef="#ctx0" brushRef="#br0" timeOffset="22125.08">3385 7463 3045 0,'0'0'36'0,"0"0"3"0,-1 0-9 0,1 0 7 0,0 0 0 16,-1 0 21-16,-17 10-10 0,18-10 9 15,-1 0-42-15,-11 15 12 0,6-7 0 0,-2 1 4 0,1 1 6 16,-2 3 2-16,1 1-1 0,-1 4 0 0,1 2-12 15,0 3 0-15,1 3 2 0,-1 1 0 0,2 2 18 0,0 1-6 16,1 1-3-16,1 2-2 0,2 1-18 0,0 4-2 16,1-1 3-16,1-1-3 0,2-1-10 0,0-2 4 15,-1 0-8-15,2-1 6 0,1-1-9 0,1-5-3 16,1-1-5-16,0-6-2 0,2-2-41 0,-2-2-64 16,1-3-11-16,2-1-24 0,-1 0-97 0,1-4-87 15,1-1-21-15,0-4-45 0,1-2-297 0</inkml:trace>
  <inkml:trace contextRef="#ctx0" brushRef="#br0" timeOffset="22458.47">3733 7511 3311 0,'0'6'99'0,"0"-6"-47"0,0 1-42 0,5 16-18 15,2-8 1-15,0 2-6 0,2 1 13 0,0 1-1 16,0-1 4-16,1 1-1 0,0 2 4 0,1-1-3 16,0 1 0-16,1 0 0 0,0 0 3 0,0 1 0 15,1-2 2-15,0 0-2 0,0 0-2 0,3 0 2 16,0 0-1-16,-1 3 1 0,0 0 3 0,0 0 0 15,-2 2 2-15,1-3 0 16,-3 0 1-16,-1 0-3 0,0-3-1 0,-1 0 1 0,-1-3 0 16,0 0 1-16,-2-2-2 0,-2-2-2 0,-4-6-42 15,0 1-89-15,0-1-16 0,0 1-33 0,0-1-130 16,0 1-122-16,0-1-88 0</inkml:trace>
  <inkml:trace contextRef="#ctx0" brushRef="#br0" timeOffset="22687.95">4050 7532 1692 0,'0'0'561'0,"0"0"-256"16,0 0-93-16,0 0-10 0,0 0-91 0,0 0-1 16,0 0-9-16,-1 0 3 0,0 0-44 0,-20 9-2 15,12 0-5-15,-1 4 3 0,-2 2-4 0,-2 2-10 16,-3 3-2-16,-3 3-4 0,-2 1-14 0,1 0 10 15,-1 1 0-15,3 0 3 0,2-1-11 0,-1 1-7 16,-1-1-4-16,1-2 0 0,0-1-7 0,1-3-13 16,3-1-10-16,0-2-7 0,1-2-81 0,1-2-130 15,2-2-22-15,1-3-53 16,3 0-217-16</inkml:trace>
  <inkml:trace contextRef="#ctx0" brushRef="#br0" timeOffset="23240.08">4610 7500 2663 0,'0'0'208'0,"0"0"-35"16,-1-1-3-16,1 1-24 0,-1-1-76 0,1 1 22 15,0 0-10-15,-19-11 7 0,19 11-43 0,-1 0-24 16,-16 2 1-16,9-1-10 0,-1 3-11 0,-1 0 3 15,-1 2 0-15,-1-1 1 16,-1 1-8-16,-2 1 2 0,-1 2-2 0,-2 1 3 16,0 1 5-16,-2 0-1 0,1 1 1 0,-1-2-2 0,2 2 1 15,1-2-2-15,2 0 3 0,2-1-4 0,2 0 0 16,0-1 3-16,1-1-2 0,3 0 1 0,0 0-5 0,1-1-1 16,2 0 2-16,1 0 0 0,0 0 5 0,3-6-10 15,0 0 0-15,0 1-5 0,7 17-1 0,-7-18 7 16,0 1 0-16,20 14 3 0,-12-11 1 0,2 1 1 15,2 0 0-15,3-1 0 0,1 0 2 0,2 0-1 16,1 1 0-16,0 0 0 0,2 1 7 0,-2 0-3 16,0-1 2-16,0 2-2 0,-2 0 1 0,-1 0-7 15,-2 1 1-15,1 0-1 16,0-1 6-16,0 0-1 0,-1 0 4 0,-1 0-4 0,0-1-4 16,-1 0-11-16,-2-1-24 0,-2-1-2 0,-1-1-139 0,-1 0-136 15,1-1-28-15,-1-2-69 0,0-1-435 0</inkml:trace>
  <inkml:trace contextRef="#ctx0" brushRef="#br0" timeOffset="23887.68">5037 7762 2609 0,'0'0'100'16,"0"0"7"-16,0 0-18 0,0-1 3 0,0 1-91 0,5-16 63 16,-5 16-14-16,0-1 29 0,0 1-22 0,-3-20 17 15,3 19-9-15,0 1 13 0,-7-22-2 0,4 14-12 16,-1-1 5-16,1 0-9 0,-2 0-10 16,1 0-6-16,-1 1-5 0,-1-1 2 0,-1 0-4 0,2 1-6 15,1 0 7-15,0 1-7 0,-1 0 1 0,-1 0-24 16,0 2 2-16,1-1-10 15,-2 2 0-15,3 1 0 0,-3 0 0 0,2 2 0 0,0 0 0 16,-3 0 0-16,1 2 0 0,0 0 0 0,0 3 0 0,-1 0 0 16,-1 2 0-16,0 2 0 0,0 0 0 0,1 2 0 15,-1 3 0-15,1 1 0 0,0 2-6 0,1 2 2 16,-1 1-3-16,1 0 2 0,2 0 3 0,0-1 0 16,1-1 3-16,3 1-1 0,1 0 0 0,0-4 2 15,2 1-3-15,2-3 1 0,2-1-6 0,0-2 9 16,0-1-6-16,1-3 5 0,1 0-4 0,0-2-8 15,1-1 5-15,2-2-8 0,-1-1-2 0,1-3 6 16,0-1 3-16,0-3 3 0,1-2 9 0,0-1-5 16,0-2-1-16,0-2 0 15,-1 0-5-15,0 0 6 0,1 1-1 0,0 0 5 0,-2 1-3 0,0 0 2 16,-3 1-2-16,-1-1 2 16,0 1-2-16,-2 1 5 0,0 1-7 0,-1 2 5 15,0 1-8-15,-3 7 14 0,0 0 3 0,0-1 3 16,0 1-5-16,0-1-9 0,0 1 0 0,0 0-3 0,0-1 0 15,0 1 0-15,0 0 0 0,0 0 0 16,0 0 0-16,0 0 0 0,11 20 0 0,-8-10 0 16,0-1 0-16,2 1-1 0,-1 1 0 0,1 1 0 0,1-1 2 0,0 1-1 15,0 0 2-15,1 1-2 0,-1 0 0 0,1 1 0 16,0 0 0-16,-1-2 0 0,1 1 0 0,-1-2-1 16,0-1 1-16,-1-2-3 15,2 1-32-15,-2-3-58 0,0-1-8 0,1-1-19 0,-6-4-54 0,0 0-29 16,0 0-16-16,17 4-7 0,-17-4-67 0,12-9-213 15</inkml:trace>
  <inkml:trace contextRef="#ctx0" brushRef="#br0" timeOffset="24172.66">5325 7445 2441 0,'3'6'203'0,"2"-1"-113"0,0 1 17 0,3 1-49 16,-1 2 38-16,1-1-6 0,0 2 5 0,0 0-8 0,-1-1-1 16,0 0-21-16,-1 2 3 0,1 0-12 0,-2 1-10 15,0 2 0-15,2-1 6 0,-2 2-4 0,-1-2 10 16,3 2-12-16,-1 0 2 0,-1 0-4 0,0 1 6 0,-2 0-9 16,0-1-4-16,-2 1-5 0,-1-1-28 0,-1 2-3 15,-2-1-1-15,0 2 0 0,-4 0 0 0,0 2 0 16,-2 0 0-16,0 0 0 0,-1-1 0 0,-2-1 0 15,1 0-17-15,-4-1 2 0,-1-2-90 0,-2 0-73 16,-3-2-22-16,-2 1-32 0,-4 1-218 0</inkml:trace>
  <inkml:trace contextRef="#ctx0" brushRef="#br0" timeOffset="24770.34">2674 8420 3086 0,'-8'10'154'0,"1"-2"-14"0,1-2 2 15,6-6-80-15,0 0-39 0,-1 0-40 0,1 0 1 16,0 1-8-16,0-1 2 0,7 18 3 0,6-16 2 16,2 0 2-16,2-1 17 0,2 0-2 0,2 0 0 15,3-1-2-15,2 1 0 0,4-1 2 0,2 1-2 16,3-1 2-16,-1 0 0 0,1 0 5 0,1 0 0 15,2 0 3-15,3 0 15 0,2-2 12 0,-1 1 0 0,1-1 4 16,2-1-6-16,5 0-1 0,0-1-2 16,0-2 1-16,4 1-8 0,1-1 3 0,3 0 0 15,0 0 0-15,0-1-9 0,1 1-2 0,-1 2-1 16,2-1 1-16,1 2-6 0,-2 0-2 0,-2-3-4 16,3 2 1-16,-2 0-1 0,-1 1 2 0,0 2 3 0,1-2-2 15,0 0 3-15,-1 1 11 0,2 0-1 0,-1-1 3 16,-2 1-9-16,2 0-1 0,1 1-1 0,1-1 1 15,-2 1 1-15,1-1-10 0,-1 0 2 0,-1-1-5 16,1 1 0-16,-2-1 0 0,1 2 0 0,-3 1 0 16,0 0 0-16,-3 0 0 15,-2 1 0-15,-2 0 0 0,0 1 0 0,-1-1 0 16,-3 2 0-16,-4 0 0 0,-1-1 0 0,1 2 0 16,0-2 0-16,-3 0 0 0,-4 0 0 0,-5 0 0 15,-1 0 0-15,-1 0 0 0,0 0 0 0,0-1 0 0,-3 0 0 16,-4-1 0-16,-2 1 0 0,-2 0-101 0,-2 0-38 15,-2 1-44-15,0-3-346 0</inkml:trace>
  <inkml:trace contextRef="#ctx0" brushRef="#br0" timeOffset="28654.14">6331 7439 2371 0,'-4'-7'86'0,"0"2"-8"0,0-1 5 0,4 6 38 16,-1 0-54-16,1-1-55 0,0 1 1 0,0-1 0 15,-1 1-10-15,0 0 0 0,1-1-3 0,-1 1 3 16,1 0-1-16,0 0-2 0,0 0-4 0,4 5 2 16,5 0-9-16,4-1 5 0,1 0 4 0,2-1 0 15,3-1 5-15,0 0-3 0,0-2-2 0,0 0 0 16,0 0 0-16,-3 0 2 0,-1-1 0 0,0 1 0 15,-2 0 1-15,-1 0-181 0,1 1 7 0,-4 0-87 16,1 1-170-16</inkml:trace>
  <inkml:trace contextRef="#ctx0" brushRef="#br0" timeOffset="28906.71">6283 7751 3637 0,'0'0'104'0,"0"0"-85"0,0 0-18 0,0 0-17 15,0 0-40-15,16-4 28 0,-7 4-1 0,2 2 11 16,3 1 8-16,1-2-9 0,3 2 9 0,1-1-8 16,2-1 6-16,0 0 4 0,-1 0 0 0,-1-1 3 15,-1-1 2-15,-1 0 8 0,-2-1-5 0,-1 1 6 16,-1 0-6-16,1-1-1 0,-2 2-33 0,-1-2 6 15,0 2-143-15,-3 0-76 0,0 0-10 0,-1 0-35 16,0-1-151-16</inkml:trace>
  <inkml:trace contextRef="#ctx0" brushRef="#br0" timeOffset="29537.83">7195 7370 2584 0,'-5'-1'292'15,"5"1"-91"-15,0 0 137 16,0 0-276-16,-1 1-29 0,-18 13-37 0,16-3-7 15,1 2 1-15,-1 6 7 0,1 2 11 0,-6-1-8 16,4 5 3-16,1 0-5 0,1 1 5 0,-1 1-2 16,0 2-1-16,0 2 0 0,1 1 2 0,-2-3-2 15,1-1 0-15,-2 0 0 0,0 0 1 0,0 1 3 0,0 0-2 16,0-1 2-16,0-2 3 0,1-2-7 16,1-3 5-16,-1-4-5 0,1 1 6 0,1-1-6 0,0 0 6 15,0-1-4-15,1-2 5 0,0-1-2 0,1-2-4 16,0-2 2-16,0-2-7 0,2-1-5 0,-2-6-25 15,0 1 3-15,0-1-121 0,0 0-60 0,0 1-2 0,0-1-21 16,1 1-35-16,-1-1-112 0,19 0-57 16</inkml:trace>
  <inkml:trace contextRef="#ctx0" brushRef="#br0" timeOffset="30074.22">7335 7721 2474 0,'0'0'424'0,"0"0"-262"0,0 0 12 0,0 0-57 15,0 0-105-15,0 0-19 16,0 0-4-16,20-8 2 0,-11 8 32 0,2-1-6 16,2 0 1-16,1-1-2 0,3 2 16 0,3-2-7 15,1 0 6-15,1 0-8 0,0 0-2 0,-2 0 7 0,0-1-5 16,-2 0 5-16,0 0-11 0,-4 1-6 15,1 0 2-15,-3 0-3 0,-1 0 2 0,0 1 0 16,1-1-6-16,-3 0 2 0,1 1-8 0,-3 0-1 16,-1 0 1-16,0 1-1 0,-6 0-1 0,0 0-92 15,1 0-19-15,15-2-39 0,-16 2-180 0,0 0-208 16,1 0 840-16</inkml:trace>
  <inkml:trace contextRef="#ctx0" brushRef="#br0" timeOffset="30724.34">7981 7773 2293 0,'0'0'392'0,"0"0"-201"0,0 0 19 16,0 0-84-16,-1 0-107 0,1 0-55 0,0 1 7 15,0-1-18-15,0 1 43 0,11 18-19 0,-11-19 0 16,15 9-6-16,-5-6 15 0,3-2 9 16,1 0 1-16,2-2 2 0,2-3 11 0,2-1 16 15,0-3 3-15,0-1 3 0,2-1 1 0,-4-2-4 16,-1 1 4-16,-2 1-3 0,0-1 6 0,-3 2 8 16,-1-2-5-16,-1-1 5 0,-2 1-9 0,-1-2-9 15,-1 1 8-15,-1 1-7 0,-2-1 6 0,-1 2-7 16,0-1-1-16,-3 1-1 0,-1 0 7 0,0 0-11 15,-1 1 0-15,-2 0-6 0,0 1-18 0,-2 0 0 16,-1 1-2-16,-1 2 3 0,-2 1 2 0,-1 1 0 16,-1 1-3-16,-1 2 2 0,0 1-4 0,0 4-12 0,-1 0 2 15,-3 3-6-15,1 2-1 0,-1 2 5 0,-2 3 1 16,1 4 0-16,1 2-11 0,0 1 6 16,3 2 5-16,0-1 1 0,3 1 25 0,0 0 2 0,2 0-5 15,2 2 3-15,3 0-4 0,2-2-4 0,2-1 3 16,3-4-4-16,2-1-3 15,2-4 3-15,3 0 0 0,3-2 1 0,1-1 7 16,3-1 1-16,1-1 3 0,0-3-3 0,3 1-2 0,4-5-8 16,1-1-6-16,3-1 0 0,-2-6-7 15,-1 1-16-15,0-2 4 0,-3 0-8 0,1 1 9 0,0-1 0 16,-1 0 2-16,1-1-2 0,-2 0-2 0,-1-1-157 16,-3 0 9-16,-2-1-72 0,0 0-89 0,0-2 1008 15</inkml:trace>
  <inkml:trace contextRef="#ctx0" brushRef="#br0" timeOffset="31066.31">8220 7347 2768 0,'0'0'476'0,"0"0"-356"0,0-1 12 0,0 1-67 0,0-1-95 0,0 1-18 16,0 0 8-16,1 0-3 0,22-3 56 0,-13 5-16 16,3 1-4-16,2-2-5 0,3 1-8 15,3-2 13-15,2 0-2 0,-1 0 5 0,1-1 11 16,-4 0-1-16,0-1 4 0,-2 0-4 0,0-1 0 0,-1 1 3 15,-2 0-3-15,1 1 3 0,-2-3-5 0,-1 0 3 16,2 0-3-16,-3 1 2 0,0 1-6 0,-2 1 2 16,-2-1-2-16,-7 2 1 0,0 0-7 0,0 0-142 15,18-3 2-15,-18 3-64 0,0 0-114 0,0 0-154 16</inkml:trace>
  <inkml:trace contextRef="#ctx0" brushRef="#br0" timeOffset="31391.04">8971 7233 3017 0,'0'0'103'0,"0"0"-72"16,0 0-31-16,-1 0 0 0,1 0-37 0,-13 17 32 15,7-10-6-15,1 1 13 0,-1 0-1 0,-2 2 1 16,1 1 0-16,-3 1-1 0,0 1 5 0,-1 0 1 16,-1 0 2-16,1-1-2 0,-2 0-11 0,3-4-44 15,-1 1-8-15,-1-2-15 0,2-1-62 0,-1-1-111 16,0-1-22-16,0-2-55 0,0 0-339 15</inkml:trace>
  <inkml:trace contextRef="#ctx0" brushRef="#br0" timeOffset="31656.97">8872 6991 2159 0,'0'0'355'0,"0"0"-15"15,0 0 103-15,0 0-333 0,0 0-121 0,0 0-27 16,15 12 8-16,-9-3-7 0,1 2 49 0,0 1-13 16,-1 2 8-16,2 1-11 0,-2 2 5 15,1 2 1-15,2 1-1 0,0 3 2 0,-1-1-2 16,2 0 2-16,0-1 0 0,1-1-1 0,2-1-2 0,-2-2 4 16,1-2-5-16,-1-2 4 0,0 1-3 0,-1 0 1 15,0 0 0-15,0 0 2 0,-2-1 1 0,1-1-5 16,0 0 4-16,-2-2-14 0,2 0-117 0,-2-3-86 15,1 0-20-15,0-2-13 0,0 0-47 0,4-3-176 16</inkml:trace>
  <inkml:trace contextRef="#ctx0" brushRef="#br0" timeOffset="32146.52">9455 7288 1650 0,'0'0'1013'0,"0"0"-715"0,0 0-124 0,-1-1-114 0,0 1-37 16,-6-18-12-16,7 18-10 0,0 0 6 0,0-1 9 15,0 1-8-15,-5-22 2 0,5 22-6 0,0 0 0 16,-6-19-4-16,6 18 4 0,-6-14-4 0,2 6 6 16,-1 0 15-16,-1-1-3 0,1 1 8 0,-1 1 16 15,-1 0-5-15,1 1-1 0,-1 1-4 0,-1 1-21 16,2 1-2-16,-1 1 1 0,1 2-2 0,-1 1-14 15,1 1-26-15,-1 3 0 0,-1 3-10 0,0 2-6 16,-1 3 1-16,-1 2 2 0,1 3 3 0,-1 1 22 16,1 1 16-16,2 0 0 0,0-2 4 0,1 1-1 0,3-1-3 15,0-1 0-15,3-1-1 0,0-1 3 0,2-2-8 16,2-1 5-16,1-2-5 0,0-1 4 0,2-3 11 16,0-1-9-16,2-1 10 0,1-3 4 0,0-2-3 15,2-1 8-15,-1-3-6 0,2-2 5 0,1-1 14 16,-1-1-4-16,0-1 8 0,-1 0 3 0,-1-1 0 15,0-1-2-15,0 2-1 0,-1 1-12 0,-2 1 2 16,0 1-2-16,-2-1 2 0,-2 1 0 16,0 1 0-16,-4 7 2 0,0 0-2 15,0-1 2-15,0 1-10 0,0 0 0 0,0-1-4 0,0 1-10 16,0-1-10-16,0 1-1 0,1-1-3 0,-1 1-8 16,0 0 8-16,11 14 0 0,-9-4 4 0,2 2 6 15,-2 1 4-15,1 2-4 0,2 2 3 0,-1 0-5 0,2 1 7 16,-1-1-6-16,1 0 5 0,1-1-17 0,1-1-192 15,0-2 13-15,0-1-89 0,1 0-120 0,3-3 1014 16</inkml:trace>
  <inkml:trace contextRef="#ctx0" brushRef="#br0" timeOffset="32757.23">10052 7067 2730 0,'0'0'99'0,"0"0"75"0,1-1-161 15,-1 1-25-15,21-10 10 0,-13 9-15 0,1-1 30 0,2 1-7 16,-1-2 0-16,1 2-4 0,0-1-4 0,1 1-1 16,2 0 5-16,0 0-2 0,1 0 18 0,1 0 14 15,1-1 5-15,1 1 3 0,3-1 12 16,2 1-6-16,3-1-8 0,-1 0 2 0,2 1-8 0,1 0-9 16,-2 0 5-16,2 1-7 0,2-1-1 0,3-1-6 15,0 1-3-15,3-1 0 16,-3-1-4-16,0 1-2 0,-1 0 2 0,3 1-3 15,0-1 0-15,1 1 2 0,0-2 3 0,-4 1-1 16,-1 0 3-16,1-1-4 0,0 1 0 0,1 0-1 16,-1-1-3-16,-2 0 4 0,-2 1-1 0,-4-1 1 15,-1 0 1-15,0 0-7 0,-1 1-1 0,1-1-1 16,-2 1 6-16,-3 0-3 0,-3 1 2 0,-3 0-3 16,-1 1-5-16,-1 0-1 0,-4 1-9 0,-6-1-2 15,1 0-84-15,-1 0-73 0,1 0-10 0,0 0-24 0,-1 0-82 16,0 0-152-16,0 0 848 0</inkml:trace>
  <inkml:trace contextRef="#ctx0" brushRef="#br0" timeOffset="33109.54">10205 6977 3390 0,'0'0'149'0,"0"0"-148"0,0 0-48 0,1 0-17 0,14-7-76 0,-4 8 105 15,3 2-10-15,8-1 42 0,2 1-8 0,8-1 5 16,6-1 1-16,3 0 4 0,4-1 20 16,5-1 3-16,2-1 2 0,3-1 1 0,1 0 20 15,2 0-9-15,0-1 2 0,1 1-8 16,-1 0-17-16,1 0 0 0,-2-1-2 0,3 2 1 15,-2-1-6-15,-1 1 9 0,-1 0-4 0,-2 1 4 16,0-1-3-16,-4 1-3 0,1 1 2 0,-4-1-3 16,-3 0-4-16,-3 1 0 0,-1 0 0 0,-2 1 1 0,-2 0 2 15,-4 0-4-15,-5 1-6 0,-3-1 2 0,-2 0-4 16,-1 1-25-16,-2-1-27 0,-4-1-11 0,-1 1-197 16,-5-1-70-16,-2 0-49 0</inkml:trace>
  <inkml:trace contextRef="#ctx0" brushRef="#br0" timeOffset="34881.1">10375 7119 2833 0,'0'0'125'16,"0"0"-43"-16,0 0-3 0,0-1-65 0,17-12-43 0,-3 11 14 16,3 1-5-16,6 0 18 0,1 0 7 0,3-6 0 15,4 5-1-15,4 0 2 0,2 0 5 0,-2 1-5 16,4 0-3-16,-1 0 1 0,1 0-4 0,1 1-3 16,-4-1 4-16,-2 2-3 0,-2-1-1 0,-2 1 3 15,0 1-2-15,0-2-2 0,-2 0-62 0,-2 1-216 16,-1-1-40-16</inkml:trace>
  <inkml:trace contextRef="#ctx0" brushRef="#br0" timeOffset="49372.44">2467 8674 1684 0,'-6'-6'506'0,"1"2"-178"0,2-1 246 0,3 5-522 0,0 0-51 16,0-1-58-16,0 1 27 15,13-15-12-15,-1 12 33 0,3 0 10 0,-2-2 3 0,10 4-3 16,3-1 2-16,5 1-3 0,3 0-4 0,5 1 4 0,4-3-4 15,-1 3 4-15,5-4-5 16,2 1 0-16,2 0 0 0,4 0 4 0,1-2-2 0,2 0 2 0,2-2-1 16,2-2 2-16,3-2 5 15,2 0 0-15,4-1 1 0,2-2 4 0,-1 1 1 16,4-1 2-16,2 0 0 0,-1 1 15 0,3 0 0 0,1 2 2 16,-3 0-3-16,5 2-11 0,-1 1 3 0,-3 1-4 0,6 3 6 15,-3 0 5-15,-1 1 10 0,3 1 3 0,-6 2 2 16,3 0 0-16,-3 0-9 0,-2 1-3 0,5-2 0 15,-6 1-2-15,1 0-8 0,2 1 5 0,-4-1-7 16,-3 1 7-16,4-1-12 16,-4-2 4-16,-3 3-7 0,1-1-1 0,-5 0-2 0,-5 0 0 15,-2 1 0-15,-4 0 0 0,-4 0-1 16,-2 2-1-16,-4-2 2 0,-6 1 0 0,-4 1-3 0,-5-1-1 16,-1 2-1-16,0-1-2 0,-7 1 2 0,-1 2 1 15,-3-1 0-15,-3 1-9 0,-1 1-238 0,-1 1-29 16,0 3-112-16,2 3-496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3-05T20:12:48.004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2331 9067 1595 0,'-5'-1'316'0,"-2"-1"121"0,1 0 1 0,-2 0-312 0,1 2-95 0,7 0-50 16,0 0 3-16,-1 0-2 16,1 0 18-16,-17-3-22 0,17 3 0 0,0 0-7 15,0 0-2-15,0 0-7 0,0 0 5 0,0 0-5 16,0 0 7-16,0 0 31 0,0 0-5 0,1 1 14 15,-1-1 2-15,18 18 3 0,-18-18 1 0,1 0 0 16,0 0 0-16,16 13 0 0,-17-13 0 0,1 1 0 0,18 11-2 0,-11-6-4 16,1-1 0-16,1 0-1 15,2 0-6-15,1 0-1 0,0 0 0 0,4 1 0 16,-2 0 2-16,1 0-4 0,0 0 2 0,2-1-3 16,-1 0-1-16,1 0 3 0,-2 1-4 0,2-1 4 15,1 0 0-15,0 2 8 0,2-2 3 0,0 1 3 0,0-1 10 16,-1-1-4-16,0 1 3 0,0-2-2 0,-2 0 13 15,1 1-9-15,-2 0 1 0,1-1-5 0,3 1-6 0,0-1-4 16,1-1 2-16,-1 2-3 16,0 0 0-16,0-1-2 0,-2 2-6 0,0-3 3 15,0 0-6-15,-1 2 4 0,1-4-1 0,2 1 3 16,1-2-4-16,3 2-1 0,-1 0 1 0,0-2-1 16,0 2 2-16,-4-3 4 0,2 1-2 0,-2 0 3 15,1 0-1-15,3 0-8 0,1-1 6 0,0 2-7 16,-2 0 6-16,-1-1-3 0,-2 1 0 0,0-1 0 15,-1 1 1-15,0 1-1 0,0 0 1 0,3 0 0 16,0 2 4-16,1-2-4 0,0 2 3 0,-1-1-3 16,0 0 0-16,-1 0-1 0,0 0 0 0,-2 0 1 15,3-1 8-15,0 1-9 0,0-2 0 0,2 0-1 16,-1 1 3-16,0-1 0 0,-2 1 3 0,0-1-2 16,0 1-1-16,-3 1 26 0,2-1-7 0,1 0 13 15,-1 1-15-15,3-1-6 0,-1 0-5 0,-1-1 1 16,0 0-6-16,-1 1 3 0,-1-1 2 0,0 2-1 15,1 0-4-15,-2 0-3 0,4 1 0 0,0-1-1 0,1-2 10 16,1 1-2-16,-1 1-6 0,-1 0 3 16,-1 1-9-16,-2-2 9 0,-1 0-3 0,2-1 5 0,0 2-5 15,2-1 0-15,1 1 3 0,-1 0-3 0,0-1-1 16,0 0 2-16,-2-1 1 0,1 0 0 0,-1-1-1 16,-2 1 31-16,1 0-12 15,2 0 16-15,0 0-24 0,2 0-2 0,-1 0 3 0,-4 0-3 16,1 0 0-16,-2 0-2 0,-1 1 0 0,-1-1 0 15,-1 1 2-15,-2 0-5 0,0 0 2 0,0 0-2 0,0 0 4 16,0 0-5-16,1 1 0 0,-2-2-1 16,1 1 5-16,-2 0 4 0,-1-1-3 0,0 1 1 15,0-1-6-15,-3 0 1 0,1 0 2 0,0 1 0 16,-7-1 2-16,0 0-3 0,1 0 4 0,16 1-2 16,-17-1 8-16,0 0-5 0,0 0-3 0,0 0 1 15,1 0 4-15,0 0 0 0,-1 0 1 0,0 0-2 16,1 0-5-16,-1 0 5 0,0 0 0 0,0 0 1 15,0 0-8-15,0 0 5 0,0 0-6 0,0 0 6 0,0 0-6 0,-1 0-5 16,1 0 1-16,-18 2-2 16,17-2 1-16,1 0-18 0,-21 0 7 0,11 1-10 15,-1 0 17-15,-1-1-13 0,0 1 4 0,-4 0-6 16,0 0 15-16,1 1 1 0,0-1 3 0,2 1 0 16,-2-1-2-16,-1 1 3 0,-1 0 2 0,-1-2 2 15,0 0 1-15,-1 0-4 0,-1 1-2 0,-2-1 0 0,0 1 0 16,0-1 0-16,0 0 0 0,0 0 0 0,1 0 2 15,-3 0-4-15,0 2-1 16,-2-1-2-16,-1 1-3 0,-2-2 11 0,2 0 0 0,0 0 4 0,2-2-9 16,0 2 5-16,-2-1-2 0,-1-1 4 0,0 1-3 15,-1-1-2-15,1 0 4 0,1-1-4 0,-1-1 8 16,1 1-5-16,-1 0 1 0,-1 0-2 0,-4 0-6 16,2 0 1-16,1 0-1 0,0 0 3 0,2 0 2 0,-3 0 1 15,-1 1-2 1,-2-1 0-16,2 1-13 0,-1 0 10 0,0-2-5 15,-1 1 7-15,-1-1 3 0,-2 1-4 0,1 0 4 16,2-3-3-16,0 1 0 0,1 1-3 0,0 0 2 0,-3 2-2 16,-1-2 4-16,1-3 1 0,0 3 0 0,2 0 0 15,0 4 0-15,-4-2 2 0,0-1-3 0,1 1 1 16,0-4-1-16,3 3-1 0,0 0 1 0,-2 1 0 16,-1 0 0-16,1-2 1 0,1 2 0 0,1-1 1 15,1 1-2-15,-2-1 2 0,-1 0-4 0,1 0 4 16,1 0-5-16,2-1 3 0,1 1 2 0,1-1 1 15,-2 0-3-15,-1 0 4 0,1 0-3 0,2 1 5 16,1-2 3-16,3 1-3 0,1 1-2 0,-1-2 0 16,1 1 0-16,-1 0 0 0,1-2 7 0,2 2-6 15,3-1 4-15,2 0-3 0,1 2 0 0,1-1-1 16,1 1-2-16,0 0-3 0,0 0-1 0,3 1 0 0,-1 0 0 16,3 0-1-16,-1 0-1 0,2 1 0 15,-1 0 2-15,2 0-2 0,1 1 3 16,7 0-3-16,0 0-1 0,0 0 4 0,-18-1-3 15,18 1 3-15,0 0-9 0,0 0 2 0,0 0 1 16,0 0-1-16,0 0-14 0,0 0 3 0,0 0-6 0,1 0 5 16,17 8 1-16,-10-6 2 0,3 0 5 0,0 0-4 15,1 1 4-15,3 0-4 0,-1 0 5 0,3 1-5 16,-1 1 8-16,1 0 3 0,1-1-7 0,2 1 6 16,0-1-4-16,3 0 8 0,2 0-1 0,1 0 2 15,2 1-1-15,-2-1-4 0,0-1 3 16,-1 1-3-16,2-1 5 0,1 1-3 0,2 0 3 0,2 0-2 15,-2 0 5-15,-1-1-3 0,-3 1 0 0,1 0-1 16,2 2 2-16,1 1-4 0,2-2 3 0,1 1-4 16,-2-1 4-16,-1-2 4 0,0 3-4 0,1-2 3 15,2 0-2-15,2 1-1 0,2-1 0 0,-2 2-1 16,-3-1 1-16,1-1 0 0,2 1 3 0,0-2-2 16,2 0 1-16,0 0-2 0,-4 1 0 0,-2-1 0 15,1 1 0-15,1 1 0 0,1-2-1 0,0 1 1 16,-3 0 2-16,-2 1 2 0,-2-1-1 0,0 0 1 0,2 0-2 15,0 0 7-15,1-1-1 0,-2 1 2 0,0-1-6 16,-3 1 2 0,0-1-2-16,-1-1 3 0,3 0 2 0,0 0-4 0,1 0-2 15,0-2-1-15,-1 1 2 0,-4 1-6 0,0-1 2 16,-1-1-2-16,1 1 9 0,1-1-1 16,1 1-1-16,-1 0-1 0,-3 0-1 0,0 0-1 0,-3-1 4 0,-1 1-4 15,-2 0 0-15,-2 0 2 0,0 1 3 0,-2-1 0 16,0 0 0-16,-1 0-2 0,-1 1 0 0,2-1 0 15,-2 0 4-15,0 1-7 0,1 0-2 16,-2 0 0-16,-1 0 0 0,0 0-16 0,0 0-10 16,-7-2-5-16,0 0-51 0,1 0-48 0,-1 0-3 0,17 13-24 15,-17-13-84-15,0 0-118 0,0 0-60 16</inkml:trace>
  <inkml:trace contextRef="#ctx0" brushRef="#br0" timeOffset="3279.42">2896 1921 2000 0,'-5'-4'50'0,"5"4"-63"16,0 0-11-16,0 0-12 0,0 0-24 0,0 0 8 15,0 0 1-15,0 0 6 0,0 0 21 0,0 0 1 16,0 0 5-16,0 0-3 0,1 1 5 0,16 10 6 16,-17-11-6-16,0 1 6 0,1-1 0 0,17 18 34 15,-18-18 0-15,0 0 15 0,1 1 8 0,15 15-2 16,-16-16-2-16,1 0-1 0,-1 0-8 0,18 12-2 15,-18-12-5-15,1 0 2 0,17 8-11 0,-18-8-6 16,0 0 2-16,23 5-5 0,-15-3-4 0,3 0 0 16,2 1 0-16,-1-1-1 0,1 1-12 0,0 0 8 15,-1 0-4-15,2 1 6 0,-1-1-1 0,0 1-2 16,0 0 2-16,1 0-1 0,-1 0 1 0,0 0-1 16,1-1 0-16,-1 0 2 0,1-1 23 15,3-1-8-15,0-1 8 0,2 1-11 0,0-1-5 0,2-1-4 16,-2 0-1-16,2 0 0 0,-1-1 10 0,-1 2-11 15,0-1 5-15,0 0-7 0,-1 1-1 0,3-2 1 16,0 2-1-16,1-1 2 0,1 0 4 0,-1 1 5 16,0-1-3-16,-1-2 3 0,0 2 12 0,1-1-7 15,0 0 5-15,2 0-8 0,1-1-2 0,0 1-6 16,0-1 1-16,-2 1-3 0,1 0-1 0,-4 0-2 16,1 0 0-16,1 0 0 0,-1 1 5 0,2 0-4 15,0 0 5-15,-2 1-4 16,1 0 6-16,-3-1 0 0,1 1 7 0,-2 0-3 0,1-1 17 15,-3 1-17-15,1 0 1 0,-2 0-5 16,2 0 4-16,0 0-3 0,-1-1-1 0,1 1-1 16,-4 1-2-16,1-1-2 0,-1 1 2 0,0 1-2 0,-1 0-2 0,-1-1 5 15,-1 2 0-15,1-2 2 0,-3 1 2 0,2 0 3 16,-3-1-6-16,1 1-1 0,1 0-70 0,0-2-161 16,1 2-64-16</inkml:trace>
  <inkml:trace contextRef="#ctx0" brushRef="#br0" timeOffset="11893.81">6094 9212 2279 0,'-6'-1'141'16,"0"-1"5"-16,2-1 0 0,-1 1-37 0,5 2-90 0,0 0-50 15,0 0-9-15,0 0 16 0,0 0 22 0,-1 0-2 16,1 0 0-16,0 0 0 0,0 0 4 0,0 0-4 16,0 0 5-16,0 0-3 15,17-5 6-15,-10 4 9 0,2 1 1 0,0 1 2 16,1-1 6-16,2 1 5 0,-2-1-3 0,3 0 3 16,0 0-9-16,1 0 0 0,1 0 0 0,0-1 1 0,2 1 2 0,-1-1-5 15,3 1 2-15,1 0-2 0,2-2 1 0,4 2-11 16,3 0 1-16,-1 0-5 0,1 0 3 0,0 0-5 15,-2 0 1-15,0-1-1 0,3 1 1 0,2 1 0 16,3 0 2-16,-2 2-1 16,-1-2 0-16,-3 2 0 0,1-1-2 0,2 0 0 0,2-2-4 15,0 3 5-15,0-3 3 0,-3 1 1 0,-2 2 1 16,-1-2 1-16,1 2 1 0,0-2-1 0,1 1-3 16,-3-1 9-16,-1 1-7 0,-3 0 8 0,-3 0-15 15,-1 3 4-15,0-2 0 0,-2 1 3 0,1-1 1 16,-2-1 17-16,-1 1 0 0,-1-2 6 0,-2 0 2 15,-2 0-4-15,-1 0-1 0,-2 2-1 0,-1-2-3 0,-6-1 7 16,1 0-1-16,-1 0 4 0,1 0 3 0,0 0-1 16,-1 0 3-16,0 0-1 0,1 0 11 0,-1 0-6 15,0 0 0-15,0 0-1 0,0 0 3 0,-15-6-19 16,5 4-1-16,-3-3-9 0,-3 1-9 0,-3-1 2 16,-3-1 0-16,2 0 0 15,-2-1-12-15,-1-1 3 0,-2 2-1 0,-3-2 2 16,-3 1 0-16,-3 2 0 0,1 0 0 0,0 0 0 0,1-1 1 0,2 2-3 15,-2-1 5-15,-3-1-5 16,-2 1 1-16,1 0 1 0,3-1-3 0,0 1 3 16,2 0 0-16,-2 0 3 0,-2-2-2 0,2 2 2 0,1-1 0 15,2 0-4-15,3 0 2 0,0 1-3 0,0 0 1 16,1-1 5-16,-1 3-3 0,2-1 4 0,2 3-6 16,3 0 0-16,3-2 1 0,1 2 1 0,2 0-1 15,1 0 1-15,1 3-2 0,1 0 2 0,3-1-7 16,3 1-13-16,5-2-2 0,0 0-3 0,0 0-15 0,0 0-8 15,0 1 2-15,0-1-4 0,5 21 7 0,3-15 16 16,0 0-3-16,3 2 8 0,2-1 2 0,-1 1 11 16,3-1-3-16,2 2 6 0,2-2 5 0,4 1 1 15,3 0 2-15,3-2 0 0,0 1 2 0,-1-2-1 16,0 1 1-16,-1-1-1 0,2-1-4 0,2 1 1 16,3-3-1-16,1 1 2 0,-1 0 3 0,-2-1 0 15,-2 1 2-15,3-1-2 16,0 0 1-16,3 0 1 0,-1-1-1 0,-4 1 2 15,-3-1-4-15,0 1 0 0,0-2 6 0,0 0-5 16,0 0 0-16,-2 2-1 0,-1-2-5 0,-3 2 2 0,-1 0 4 16,-4-2-4-16,1 3 3 0,-1-2-4 0,0 0 0 15,0 1-1-15,-1-1 1 0,0 1-2 0,0 1-10 0,-1 1-307 16,-1 0 20-16,1 0-141 0,0 1-186 16</inkml:trace>
  <inkml:trace contextRef="#ctx0" brushRef="#br0" timeOffset="12487.07">8269 9276 2162 0,'0'0'184'0,"0"0"50"15,0 0 1-15,0 0-74 0,0 0-98 0,0-1-74 16,0 1-2-16,-1 0 4 0,1 0 7 0,0 0-6 15,0 0-1-15,0 0 0 0,1 0 4 0,21 2 5 16,-13 2 0-16,5-3 3 0,0 1 4 0,2 1 9 0,0-2 3 16,1 0 4-16,1 0 21 0,0-1 0 0,0 1-2 15,-1 0 0-15,1 0-11 0,0 3-9 0,2-2 0 16,0-2-3-16,3 3 3 0,-1-3 2 16,1 2 1-16,-2 0-1 0,0 0-6 0,0-1-3 15,-2-1-1-15,0 1 0 0,1-1 7 0,1 2 0 16,0-1 1-16,1 0-2 0,0-1-5 0,-3 0-5 15,0 0 4-15,-2-1-5 0,0 2 1 0,-1-1-5 16,-3 0-1-16,-1 0-1 0,1 2 3 0,-3-2-11 16,1 2 5-16,0 0-8 0,1-1 8 0,-2 2-138 15,2-1-34-15,0 0-54 0,0 1-290 0</inkml:trace>
  <inkml:trace contextRef="#ctx0" brushRef="#br0" timeOffset="16928.45">2968 2014 594 0,'0'0'253'0,"0"0"-93"0,0 0 141 15,0 0-102-15,-1 0-36 0,1 0 10 0,-1 0-44 16,1 0-3-16,0 0 1 0,-1 0-28 0,-20-5-20 15,21 5-5-15,0 0-5 16,0 0-15-16,0 0-16 0,0 0 3 0,0 0-8 0,0 0 6 16,0 0 4-16,0 0-4 0,0 0 5 0,1 0 5 15,0 0-12-15,19 5 5 0,-20-5-8 0,0 0-5 0,20-2-2 16,-19 2-6-16,15-1 2 0,-6 0-11 16,-1 0-5-16,1 1 2 0,1 0-3 0,0 0-1 15,2 0 6-15,-1 0-3 0,1 0 4 0,-1 0-6 0,0-1 0 16,1 1 1-16,-1 0-1 0,0-1 1 0,-2 1-3 15,0 0 1-15,0 1-2 0,-1-1-2 0,-1 0 8 16,-2 0-8-16,1 0 8 0,-2 1-5 0,-5-1 2 16,1 0 8-16,0 0-5 0,-1 0 6 0,18 0 1 15,-18 0-4-15,0 0 4 0,0 0-3 0,0 0 1 16,0 0-13-16,0 0 2 0,0 0-68 0,0-1-28 16,0 1-3-16,0-1-11 0,-17-11-38 15,17 12-20-15,-15-4-11 0,7 2-2 0,0 0-33 0,-2 1-53 16,0-1 0-16,-1 2-25 0,0 0-70 15</inkml:trace>
  <inkml:trace contextRef="#ctx0" brushRef="#br0" timeOffset="17110.62">3040 2017 418 0,'-12'1'60'0,"7"1"238"15,5-2 63-15,-1 0-172 0,1 0-9 0,-1 0-25 16,-15 5 1-16,16-5-15 0,0 0-40 0,0 0-8 16,0 0-6-16,0 0 0 0,1 0-6 0,-1 0-4 15,18 7 1-15,-18-7-2 0,1 0 0 0,20 2-5 16,-12-2-3-16,1 0-2 0,0 0-32 0,0-1-13 15,0 0-1-15,1 0-4 0,-2 0-3 0,1-1-5 16,0 1-3-16,-2 0 1 0,0 0 1 16,0 0 1-16,-2 0 0 0,2 0-8 0,0 0-85 15,-1 0-302-15,1 0-68 0</inkml:trace>
  <inkml:trace contextRef="#ctx0" brushRef="#br0" timeOffset="93172.8">2540 9168 1397 0,'0'0'748'0,"-1"0"-294"0,1 0 377 0,-1 0-805 15,1 0-51-15,-1 0-52 0,-16-6 46 0,17 6-16 16,0 0 46-16,0 0 10 0,0 0-3 0,1 0-3 15,-1 0 1-15,18-2-4 0,-18 2-1 0,1 0 2 16,17 1-1-16,-8 0 4 0,1 0-1 0,2 1 0 16,1-1 2-16,0 1 6 0,2 0-7 0,0-1 0 0,1 2-4 15,1-2-3-15,0 0 5 0,1 0-1 0,-2 1 3 16,4 0 0-16,-1 0-2 0,2-2 5 0,3 0-4 16,0 0 2-16,2 1 2 0,-1 1 2 0,0-1 0 15,-1 2-2-15,0-2 0 0,0 1-2 0,3 1 1 16,2-2 1-16,3 3-6 0,-1-1 6 0,0 2-5 15,-4-1 2-15,3-1 0 0,3 1-4 0,3-1 2 16,2 0 2-16,-1 0 3 16,-2-2-3-16,2 0 2 0,1 2-7 0,3 0-1 0,2-3 5 15,-4 4-3-15,1-3 11 0,1 2-7 0,0 0 4 16,2-2-3-16,-1 1 5 0,-1 1 7 0,1 0-3 16,1 0 6-16,0-3 6 0,-3 2-5 0,0 0 0 0,1-2-3 15,0 2 0-15,2-2 9 0,-3 2 1 16,-2 0 2-16,0-1-10 0,2 1-4 0,-1-1-8 15,2-3 3-15,-4 0-6 0,-1 1 4 0,0-2-4 0,-1 4 3 16,0-1 0-16,-1 0-6 0,-3-1 4 0,-4-1-6 16,0 1 2-16,-2 1 2 0,0-1 2 0,0 1-2 15,-2 1-1-15,-4-1-3 0,0 0 1 0,-4 0-1 16,0-2 7-16,-3 1-7 0,-3 1 2 0,0-2-2 16,-2 2-2-16,-1-1-89 15,-7 1-20-15,1 0-37 0,15-1-194 0,-9-1-243 16,5-1 845-16</inkml:trace>
  <inkml:trace contextRef="#ctx0" brushRef="#br0" timeOffset="93749.8">6735 9098 2357 0,'-13'-2'139'0,"0"-2"37"0,0 0 7 0,1 0-7 16,-2-1-75-16,2-5-87 0,3 4-2 0,2 1 0 15,0 1 7-15,3-1 12 0,4 5 0 0,0-1 2 16,0 1-9-16,0-1-22 0,0 1 1 0,0-1-6 16,0 1-9-16,3-17 4 15,-3 17-1-15,16 0 4 0,-6 0 2 0,2 1 1 16,1-1 0-16,4 1 1 0,0 1 1 0,3 0 2 16,3 2 1-16,4 0 2 0,0 0 8 0,3 0 5 0,2 2 1 15,-1-1 0-15,2 1 1 0,1-1 7 0,2 1-6 16,2 0 7-16,1 0-8 0,-3 0-1 15,2-1-1-15,1 1-1 0,-1 0-8 0,3 0-2 0,-2-1-1 16,-2 1-1-16,-2 0-5 0,0 2 0 0,2 0 1 16,-2 0-1-16,0 0 0 0,-4 0-2 0,0 0-2 15,0 2-2-15,3-2-21 0,1 3-284 0,2 0-11 16,3-1-157-16,6 1-704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39926" y="62407"/>
            <a:ext cx="232791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1">
                <a:solidFill>
                  <a:schemeClr val="tx1"/>
                </a:solidFill>
                <a:latin typeface="Bookman Old Style"/>
                <a:cs typeface="Bookman Old Styl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t>/42</a:t>
            </a:r>
            <a:r>
              <a:rPr spc="290"/>
              <a:t> </a:t>
            </a:r>
            <a:r>
              <a:rPr b="0" spc="-10">
                <a:latin typeface="Times New Roman"/>
                <a:cs typeface="Times New Roman"/>
              </a:rPr>
              <a:t>13</a:t>
            </a:r>
            <a:r>
              <a:rPr spc="-10"/>
              <a:t>:</a:t>
            </a:r>
            <a:r>
              <a:rPr b="0" spc="-10">
                <a:latin typeface="Times New Roman"/>
                <a:cs typeface="Times New Roman"/>
              </a:rPr>
              <a:t>34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800" b="0" i="1">
                <a:solidFill>
                  <a:schemeClr val="tx1"/>
                </a:solidFill>
                <a:latin typeface="Bookman Old Style"/>
                <a:cs typeface="Bookman Old Styl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t>/42</a:t>
            </a:r>
            <a:r>
              <a:rPr spc="290"/>
              <a:t> </a:t>
            </a:r>
            <a:r>
              <a:rPr b="0" spc="-10">
                <a:latin typeface="Times New Roman"/>
                <a:cs typeface="Times New Roman"/>
              </a:rPr>
              <a:t>13</a:t>
            </a:r>
            <a:r>
              <a:rPr spc="-10"/>
              <a:t>:</a:t>
            </a:r>
            <a:r>
              <a:rPr b="0" spc="-10">
                <a:latin typeface="Times New Roman"/>
                <a:cs typeface="Times New Roman"/>
              </a:rPr>
              <a:t>34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t>/42</a:t>
            </a:r>
            <a:r>
              <a:rPr spc="290"/>
              <a:t> </a:t>
            </a:r>
            <a:r>
              <a:rPr b="0" spc="-10">
                <a:latin typeface="Times New Roman"/>
                <a:cs typeface="Times New Roman"/>
              </a:rPr>
              <a:t>13</a:t>
            </a:r>
            <a:r>
              <a:rPr spc="-10"/>
              <a:t>:</a:t>
            </a:r>
            <a:r>
              <a:rPr b="0" spc="-10">
                <a:latin typeface="Times New Roman"/>
                <a:cs typeface="Times New Roman"/>
              </a:rPr>
              <a:t>34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t>/42</a:t>
            </a:r>
            <a:r>
              <a:rPr spc="290"/>
              <a:t> </a:t>
            </a:r>
            <a:r>
              <a:rPr b="0" spc="-10">
                <a:latin typeface="Times New Roman"/>
                <a:cs typeface="Times New Roman"/>
              </a:rPr>
              <a:t>13</a:t>
            </a:r>
            <a:r>
              <a:rPr spc="-10"/>
              <a:t>:</a:t>
            </a:r>
            <a:r>
              <a:rPr b="0" spc="-10">
                <a:latin typeface="Times New Roman"/>
                <a:cs typeface="Times New Roman"/>
              </a:rPr>
              <a:t>34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t>/42</a:t>
            </a:r>
            <a:r>
              <a:rPr spc="290"/>
              <a:t> </a:t>
            </a:r>
            <a:r>
              <a:rPr b="0" spc="-10">
                <a:latin typeface="Times New Roman"/>
                <a:cs typeface="Times New Roman"/>
              </a:rPr>
              <a:t>13</a:t>
            </a:r>
            <a:r>
              <a:rPr spc="-10"/>
              <a:t>:</a:t>
            </a:r>
            <a:r>
              <a:rPr b="0" spc="-10">
                <a:latin typeface="Times New Roman"/>
                <a:cs typeface="Times New Roman"/>
              </a:rPr>
              <a:t>34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4608195" cy="355600"/>
          </a:xfrm>
          <a:custGeom>
            <a:avLst/>
            <a:gdLst/>
            <a:ahLst/>
            <a:cxnLst/>
            <a:rect l="l" t="t" r="r" b="b"/>
            <a:pathLst>
              <a:path w="4608195" h="355600">
                <a:moveTo>
                  <a:pt x="4608004" y="0"/>
                </a:moveTo>
                <a:lnTo>
                  <a:pt x="0" y="0"/>
                </a:lnTo>
                <a:lnTo>
                  <a:pt x="0" y="355180"/>
                </a:lnTo>
                <a:lnTo>
                  <a:pt x="4608004" y="355180"/>
                </a:lnTo>
                <a:lnTo>
                  <a:pt x="4608004" y="0"/>
                </a:lnTo>
                <a:close/>
              </a:path>
            </a:pathLst>
          </a:custGeom>
          <a:solidFill>
            <a:srgbClr val="525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2628" y="62407"/>
            <a:ext cx="424307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5844" y="839609"/>
            <a:ext cx="4251960" cy="19443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1">
                <a:solidFill>
                  <a:schemeClr val="tx1"/>
                </a:solidFill>
                <a:latin typeface="Bookman Old Style"/>
                <a:cs typeface="Bookman Old Styl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529" y="3352708"/>
            <a:ext cx="1245870" cy="1035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095987" y="3343393"/>
            <a:ext cx="526420" cy="111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t>/42</a:t>
            </a:r>
            <a:r>
              <a:rPr spc="290"/>
              <a:t> </a:t>
            </a:r>
            <a:r>
              <a:rPr b="0" spc="-10">
                <a:latin typeface="Times New Roman"/>
                <a:cs typeface="Times New Roman"/>
              </a:rPr>
              <a:t>13</a:t>
            </a:r>
            <a:r>
              <a:rPr spc="-10"/>
              <a:t>:</a:t>
            </a:r>
            <a:r>
              <a:rPr b="0" spc="-10">
                <a:latin typeface="Times New Roman"/>
                <a:cs typeface="Times New Roman"/>
              </a:rPr>
              <a:t>34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5.xml"/><Relationship Id="rId13" Type="http://schemas.openxmlformats.org/officeDocument/2006/relationships/image" Target="../media/image7.png"/><Relationship Id="rId3" Type="http://schemas.openxmlformats.org/officeDocument/2006/relationships/slide" Target="slide2.xml"/><Relationship Id="rId7" Type="http://schemas.openxmlformats.org/officeDocument/2006/relationships/image" Target="../media/image5.png"/><Relationship Id="rId12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slide" Target="slide20.xml"/><Relationship Id="rId5" Type="http://schemas.openxmlformats.org/officeDocument/2006/relationships/image" Target="../media/image3.png"/><Relationship Id="rId15" Type="http://schemas.openxmlformats.org/officeDocument/2006/relationships/slide" Target="slide41.xml"/><Relationship Id="rId10" Type="http://schemas.openxmlformats.org/officeDocument/2006/relationships/slide" Target="slide26.xml"/><Relationship Id="rId4" Type="http://schemas.openxmlformats.org/officeDocument/2006/relationships/image" Target="../media/image2.png"/><Relationship Id="rId9" Type="http://schemas.openxmlformats.org/officeDocument/2006/relationships/slide" Target="slide24.xml"/><Relationship Id="rId1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slide" Target="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11.png"/><Relationship Id="rId5" Type="http://schemas.openxmlformats.org/officeDocument/2006/relationships/customXml" Target="../ink/ink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customXml" Target="../ink/ink3.xml"/><Relationship Id="rId5" Type="http://schemas.openxmlformats.org/officeDocument/2006/relationships/image" Target="../media/image13.png"/><Relationship Id="rId4" Type="http://schemas.openxmlformats.org/officeDocument/2006/relationships/slide" Target="slid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.xml"/><Relationship Id="rId6" Type="http://schemas.openxmlformats.org/officeDocument/2006/relationships/image" Target="../media/image16.png"/><Relationship Id="rId5" Type="http://schemas.openxmlformats.org/officeDocument/2006/relationships/customXml" Target="../ink/ink4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7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.xml"/><Relationship Id="rId5" Type="http://schemas.openxmlformats.org/officeDocument/2006/relationships/image" Target="../media/image18.png"/><Relationship Id="rId4" Type="http://schemas.openxmlformats.org/officeDocument/2006/relationships/customXml" Target="../ink/ink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customXml" Target="../ink/ink7.xml"/><Relationship Id="rId4" Type="http://schemas.openxmlformats.org/officeDocument/2006/relationships/slide" Target="slide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8.xml"/><Relationship Id="rId3" Type="http://schemas.openxmlformats.org/officeDocument/2006/relationships/image" Target="../media/image17.png"/><Relationship Id="rId7" Type="http://schemas.openxmlformats.org/officeDocument/2006/relationships/image" Target="../media/image2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slide" Target="slide1.xml"/><Relationship Id="rId5" Type="http://schemas.openxmlformats.org/officeDocument/2006/relationships/image" Target="../media/image22.png"/><Relationship Id="rId4" Type="http://schemas.openxmlformats.org/officeDocument/2006/relationships/image" Target="../media/image20.png"/><Relationship Id="rId9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27.png"/><Relationship Id="rId3" Type="http://schemas.openxmlformats.org/officeDocument/2006/relationships/tags" Target="../tags/tag7.xml"/><Relationship Id="rId7" Type="http://schemas.openxmlformats.org/officeDocument/2006/relationships/image" Target="../media/image22.png"/><Relationship Id="rId12" Type="http://schemas.openxmlformats.org/officeDocument/2006/relationships/customXml" Target="../ink/ink9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20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slide" Target="slide1.xml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3.png"/><Relationship Id="rId3" Type="http://schemas.openxmlformats.org/officeDocument/2006/relationships/tags" Target="../tags/tag10.xml"/><Relationship Id="rId7" Type="http://schemas.openxmlformats.org/officeDocument/2006/relationships/image" Target="../media/image20.png"/><Relationship Id="rId12" Type="http://schemas.openxmlformats.org/officeDocument/2006/relationships/slide" Target="slide1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17.png"/><Relationship Id="rId11" Type="http://schemas.openxmlformats.org/officeDocument/2006/relationships/image" Target="../media/image28.png"/><Relationship Id="rId5" Type="http://schemas.openxmlformats.org/officeDocument/2006/relationships/slideLayout" Target="../slideLayouts/slideLayout2.xml"/><Relationship Id="rId15" Type="http://schemas.openxmlformats.org/officeDocument/2006/relationships/image" Target="../media/image29.png"/><Relationship Id="rId10" Type="http://schemas.openxmlformats.org/officeDocument/2006/relationships/image" Target="../media/image26.png"/><Relationship Id="rId4" Type="http://schemas.openxmlformats.org/officeDocument/2006/relationships/tags" Target="../tags/tag11.xml"/><Relationship Id="rId9" Type="http://schemas.openxmlformats.org/officeDocument/2006/relationships/image" Target="../media/image25.png"/><Relationship Id="rId14" Type="http://schemas.openxmlformats.org/officeDocument/2006/relationships/customXml" Target="../ink/ink10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.xml"/><Relationship Id="rId3" Type="http://schemas.openxmlformats.org/officeDocument/2006/relationships/tags" Target="../tags/tag14.xml"/><Relationship Id="rId7" Type="http://schemas.openxmlformats.org/officeDocument/2006/relationships/image" Target="../media/image30.png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image" Target="../media/image23.png"/><Relationship Id="rId5" Type="http://schemas.openxmlformats.org/officeDocument/2006/relationships/slide" Target="slide1.xml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customXml" Target="../ink/ink13.xml"/><Relationship Id="rId3" Type="http://schemas.openxmlformats.org/officeDocument/2006/relationships/tags" Target="../tags/tag17.xml"/><Relationship Id="rId7" Type="http://schemas.openxmlformats.org/officeDocument/2006/relationships/image" Target="../media/image23.png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slide" Target="slide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8.xml"/><Relationship Id="rId9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35.pn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customXml" Target="../ink/ink15.xml"/><Relationship Id="rId5" Type="http://schemas.openxmlformats.org/officeDocument/2006/relationships/image" Target="../media/image23.png"/><Relationship Id="rId4" Type="http://schemas.openxmlformats.org/officeDocument/2006/relationships/slide" Target="slide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customXml" Target="../ink/ink18.xml"/><Relationship Id="rId3" Type="http://schemas.openxmlformats.org/officeDocument/2006/relationships/tags" Target="../tags/tag24.xml"/><Relationship Id="rId7" Type="http://schemas.openxmlformats.org/officeDocument/2006/relationships/image" Target="../media/image23.png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slide" Target="slide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5.xml"/><Relationship Id="rId9" Type="http://schemas.openxmlformats.org/officeDocument/2006/relationships/image" Target="../media/image3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slideLayout" Target="../slideLayouts/slideLayout2.xml"/><Relationship Id="rId7" Type="http://schemas.openxmlformats.org/officeDocument/2006/relationships/customXml" Target="../ink/ink20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slide" Target="slide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customXml" Target="../ink/ink2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customXml" Target="../ink/ink2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3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4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51.png"/><Relationship Id="rId7" Type="http://schemas.openxmlformats.org/officeDocument/2006/relationships/slide" Target="slide1.xml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25.png"/><Relationship Id="rId10" Type="http://schemas.openxmlformats.org/officeDocument/2006/relationships/image" Target="../media/image55.png"/><Relationship Id="rId4" Type="http://schemas.openxmlformats.org/officeDocument/2006/relationships/image" Target="../media/image52.png"/><Relationship Id="rId9" Type="http://schemas.openxmlformats.org/officeDocument/2006/relationships/customXml" Target="../ink/ink2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26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2.png"/><Relationship Id="rId5" Type="http://schemas.openxmlformats.org/officeDocument/2006/relationships/customXml" Target="../ink/ink27.xml"/><Relationship Id="rId4" Type="http://schemas.openxmlformats.org/officeDocument/2006/relationships/image" Target="../media/image61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7743" y="790702"/>
            <a:ext cx="4483735" cy="767715"/>
            <a:chOff x="87743" y="790702"/>
            <a:chExt cx="4483735" cy="767715"/>
          </a:xfrm>
        </p:grpSpPr>
        <p:sp>
          <p:nvSpPr>
            <p:cNvPr id="3" name="object 3"/>
            <p:cNvSpPr/>
            <p:nvPr/>
          </p:nvSpPr>
          <p:spPr>
            <a:xfrm>
              <a:off x="87743" y="790702"/>
              <a:ext cx="4432935" cy="82550"/>
            </a:xfrm>
            <a:custGeom>
              <a:avLst/>
              <a:gdLst/>
              <a:ahLst/>
              <a:cxnLst/>
              <a:rect l="l" t="t" r="r" b="b"/>
              <a:pathLst>
                <a:path w="4432935" h="82550">
                  <a:moveTo>
                    <a:pt x="43817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432566" y="82384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1" y="4008"/>
                  </a:lnTo>
                  <a:lnTo>
                    <a:pt x="4381766" y="0"/>
                  </a:lnTo>
                  <a:close/>
                </a:path>
              </a:pathLst>
            </a:custGeom>
            <a:solidFill>
              <a:srgbClr val="525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8544" y="853960"/>
              <a:ext cx="4432935" cy="704215"/>
            </a:xfrm>
            <a:custGeom>
              <a:avLst/>
              <a:gdLst/>
              <a:ahLst/>
              <a:cxnLst/>
              <a:rect l="l" t="t" r="r" b="b"/>
              <a:pathLst>
                <a:path w="4432935" h="704215">
                  <a:moveTo>
                    <a:pt x="4432566" y="0"/>
                  </a:moveTo>
                  <a:lnTo>
                    <a:pt x="0" y="0"/>
                  </a:lnTo>
                  <a:lnTo>
                    <a:pt x="0" y="703961"/>
                  </a:lnTo>
                  <a:lnTo>
                    <a:pt x="4432566" y="703961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7743" y="835126"/>
              <a:ext cx="4432935" cy="672465"/>
            </a:xfrm>
            <a:custGeom>
              <a:avLst/>
              <a:gdLst/>
              <a:ahLst/>
              <a:cxnLst/>
              <a:rect l="l" t="t" r="r" b="b"/>
              <a:pathLst>
                <a:path w="4432935" h="672465">
                  <a:moveTo>
                    <a:pt x="4432566" y="0"/>
                  </a:moveTo>
                  <a:lnTo>
                    <a:pt x="0" y="0"/>
                  </a:lnTo>
                  <a:lnTo>
                    <a:pt x="0" y="621195"/>
                  </a:lnTo>
                  <a:lnTo>
                    <a:pt x="4008" y="640919"/>
                  </a:lnTo>
                  <a:lnTo>
                    <a:pt x="14922" y="657072"/>
                  </a:lnTo>
                  <a:lnTo>
                    <a:pt x="31075" y="667986"/>
                  </a:lnTo>
                  <a:lnTo>
                    <a:pt x="50800" y="671995"/>
                  </a:lnTo>
                  <a:lnTo>
                    <a:pt x="4381766" y="671995"/>
                  </a:lnTo>
                  <a:lnTo>
                    <a:pt x="4401491" y="667986"/>
                  </a:lnTo>
                  <a:lnTo>
                    <a:pt x="4417644" y="657072"/>
                  </a:lnTo>
                  <a:lnTo>
                    <a:pt x="4428558" y="640919"/>
                  </a:lnTo>
                  <a:lnTo>
                    <a:pt x="4432566" y="621195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525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38544" y="853960"/>
            <a:ext cx="4432935" cy="70421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R="93980" algn="ctr">
              <a:lnSpc>
                <a:spcPct val="100000"/>
              </a:lnSpc>
              <a:spcBef>
                <a:spcPts val="520"/>
              </a:spcBef>
            </a:pPr>
            <a:r>
              <a:rPr sz="1400">
                <a:solidFill>
                  <a:srgbClr val="FFFFFF"/>
                </a:solidFill>
                <a:latin typeface="Book Antiqua"/>
                <a:cs typeface="Book Antiqua"/>
              </a:rPr>
              <a:t>CS</a:t>
            </a:r>
            <a:r>
              <a:rPr sz="1400" spc="175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spc="-10">
                <a:solidFill>
                  <a:srgbClr val="FFFFFF"/>
                </a:solidFill>
                <a:latin typeface="Book Antiqua"/>
                <a:cs typeface="Book Antiqua"/>
              </a:rPr>
              <a:t>355/555</a:t>
            </a:r>
            <a:endParaRPr sz="1400">
              <a:latin typeface="Book Antiqua"/>
              <a:cs typeface="Book Antiqua"/>
            </a:endParaRPr>
          </a:p>
          <a:p>
            <a:pPr marR="34290" algn="ctr">
              <a:lnSpc>
                <a:spcPct val="100000"/>
              </a:lnSpc>
              <a:spcBef>
                <a:spcPts val="114"/>
              </a:spcBef>
            </a:pPr>
            <a:r>
              <a:rPr sz="1400">
                <a:solidFill>
                  <a:srgbClr val="FFFFFF"/>
                </a:solidFill>
                <a:latin typeface="Book Antiqua"/>
                <a:cs typeface="Book Antiqua"/>
              </a:rPr>
              <a:t>Probability</a:t>
            </a:r>
            <a:r>
              <a:rPr sz="1400" spc="9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>
                <a:solidFill>
                  <a:srgbClr val="FFFFFF"/>
                </a:solidFill>
                <a:latin typeface="Book Antiqua"/>
                <a:cs typeface="Book Antiqua"/>
              </a:rPr>
              <a:t>and</a:t>
            </a:r>
            <a:r>
              <a:rPr sz="1400" spc="9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>
                <a:solidFill>
                  <a:srgbClr val="FFFFFF"/>
                </a:solidFill>
                <a:latin typeface="Book Antiqua"/>
                <a:cs typeface="Book Antiqua"/>
              </a:rPr>
              <a:t>Statistics</a:t>
            </a:r>
            <a:r>
              <a:rPr sz="1400" spc="9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>
                <a:solidFill>
                  <a:srgbClr val="FFFFFF"/>
                </a:solidFill>
                <a:latin typeface="Book Antiqua"/>
                <a:cs typeface="Book Antiqua"/>
              </a:rPr>
              <a:t>for</a:t>
            </a:r>
            <a:r>
              <a:rPr sz="1400" spc="9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spc="-25">
                <a:solidFill>
                  <a:srgbClr val="FFFFFF"/>
                </a:solidFill>
                <a:latin typeface="Book Antiqua"/>
                <a:cs typeface="Book Antiqua"/>
              </a:rPr>
              <a:t>CS</a:t>
            </a:r>
            <a:endParaRPr sz="1400"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65985" y="1715668"/>
            <a:ext cx="1229764" cy="45012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100" spc="-10" dirty="0">
                <a:latin typeface="Book Antiqua"/>
                <a:cs typeface="Book Antiqua"/>
              </a:rPr>
              <a:t>Baocheng Geng</a:t>
            </a:r>
            <a:endParaRPr sz="1100" dirty="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950" dirty="0">
              <a:latin typeface="Book Antiqua"/>
              <a:cs typeface="Book Antiqua"/>
            </a:endParaRPr>
          </a:p>
          <a:p>
            <a:pPr marL="26034">
              <a:lnSpc>
                <a:spcPct val="100000"/>
              </a:lnSpc>
            </a:pPr>
            <a:r>
              <a:rPr lang="en-US" sz="800" dirty="0">
                <a:latin typeface="Century"/>
                <a:cs typeface="Century"/>
              </a:rPr>
              <a:t>Lecture 18  03/05</a:t>
            </a:r>
            <a:endParaRPr sz="800" dirty="0">
              <a:latin typeface="Century"/>
              <a:cs typeface="Century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1</a:t>
            </a:fld>
            <a:r>
              <a:t>/42</a:t>
            </a:r>
            <a:r>
              <a:rPr spc="290"/>
              <a:t> </a:t>
            </a:r>
            <a:r>
              <a:rPr b="0" spc="-10">
                <a:latin typeface="Times New Roman"/>
                <a:cs typeface="Times New Roman"/>
              </a:rPr>
              <a:t>13</a:t>
            </a:r>
            <a:r>
              <a:rPr spc="-10"/>
              <a:t>:</a:t>
            </a:r>
            <a:r>
              <a:rPr b="0" spc="-10">
                <a:latin typeface="Times New Roman"/>
                <a:cs typeface="Times New Roman"/>
              </a:rPr>
              <a:t>34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3209" y="62407"/>
            <a:ext cx="100203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69593" y="648233"/>
            <a:ext cx="18688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5">
                <a:latin typeface="Book Antiqua"/>
                <a:cs typeface="Book Antiqua"/>
              </a:rPr>
              <a:t>Continuous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Random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Variables</a:t>
            </a:r>
            <a:endParaRPr sz="1100">
              <a:latin typeface="Book Antiqua"/>
              <a:cs typeface="Book Antiqu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830" y="1020559"/>
            <a:ext cx="155092" cy="15509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8790" y="1016800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>
                <a:solidFill>
                  <a:srgbClr val="EDEDE5"/>
                </a:solidFill>
                <a:latin typeface="Century"/>
                <a:cs typeface="Century"/>
              </a:rPr>
              <a:t>1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9890" y="988618"/>
            <a:ext cx="7842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>
                <a:solidFill>
                  <a:srgbClr val="525200"/>
                </a:solidFill>
                <a:latin typeface="Book Antiqua"/>
                <a:cs typeface="Book Antiqua"/>
                <a:hlinkClick r:id="rId3" action="ppaction://hlinksldjump"/>
              </a:rPr>
              <a:t>Introduction</a:t>
            </a:r>
            <a:endParaRPr sz="1100">
              <a:latin typeface="Book Antiqua"/>
              <a:cs typeface="Book Antiqua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830" y="1316342"/>
            <a:ext cx="155092" cy="15509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13918" y="1538528"/>
            <a:ext cx="63233" cy="6323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0830" y="1784210"/>
            <a:ext cx="155092" cy="15509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13918" y="2006384"/>
            <a:ext cx="63233" cy="63233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28790" y="1284402"/>
            <a:ext cx="2030095" cy="83185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73990" marR="5080" indent="-161925">
              <a:lnSpc>
                <a:spcPct val="102600"/>
              </a:lnSpc>
              <a:spcBef>
                <a:spcPts val="55"/>
              </a:spcBef>
              <a:buClr>
                <a:srgbClr val="EDEDE5"/>
              </a:buClr>
              <a:buSzPct val="72727"/>
              <a:buFont typeface="Century"/>
              <a:buAutoNum type="arabicPlain" startAt="2"/>
              <a:tabLst>
                <a:tab pos="307975" algn="l"/>
              </a:tabLst>
            </a:pPr>
            <a:r>
              <a:rPr sz="1100" spc="-30">
                <a:solidFill>
                  <a:srgbClr val="525200"/>
                </a:solidFill>
                <a:latin typeface="Book Antiqua"/>
                <a:cs typeface="Book Antiqua"/>
                <a:hlinkClick r:id="rId8" action="ppaction://hlinksldjump"/>
              </a:rPr>
              <a:t>Continuous</a:t>
            </a:r>
            <a:r>
              <a:rPr sz="1100" spc="-5">
                <a:solidFill>
                  <a:srgbClr val="525200"/>
                </a:solidFill>
                <a:latin typeface="Book Antiqua"/>
                <a:cs typeface="Book Antiqua"/>
                <a:hlinkClick r:id="rId8" action="ppaction://hlinksldjump"/>
              </a:rPr>
              <a:t> </a:t>
            </a:r>
            <a:r>
              <a:rPr sz="1100" spc="-10">
                <a:solidFill>
                  <a:srgbClr val="525200"/>
                </a:solidFill>
                <a:latin typeface="Book Antiqua"/>
                <a:cs typeface="Book Antiqua"/>
                <a:hlinkClick r:id="rId8" action="ppaction://hlinksldjump"/>
              </a:rPr>
              <a:t>Random</a:t>
            </a:r>
            <a:r>
              <a:rPr sz="1100" spc="-5">
                <a:solidFill>
                  <a:srgbClr val="525200"/>
                </a:solidFill>
                <a:latin typeface="Book Antiqua"/>
                <a:cs typeface="Book Antiqua"/>
                <a:hlinkClick r:id="rId8" action="ppaction://hlinksldjump"/>
              </a:rPr>
              <a:t> </a:t>
            </a:r>
            <a:r>
              <a:rPr sz="1100" spc="-25">
                <a:solidFill>
                  <a:srgbClr val="525200"/>
                </a:solidFill>
                <a:latin typeface="Book Antiqua"/>
                <a:cs typeface="Book Antiqua"/>
                <a:hlinkClick r:id="rId8" action="ppaction://hlinksldjump"/>
              </a:rPr>
              <a:t>Variables</a:t>
            </a:r>
            <a:r>
              <a:rPr sz="1100" spc="-25">
                <a:solidFill>
                  <a:srgbClr val="525200"/>
                </a:solidFill>
                <a:latin typeface="Book Antiqua"/>
                <a:cs typeface="Book Antiqua"/>
              </a:rPr>
              <a:t> 	</a:t>
            </a:r>
            <a:r>
              <a:rPr sz="1100" spc="-10">
                <a:latin typeface="Book Antiqua"/>
                <a:cs typeface="Book Antiqua"/>
                <a:hlinkClick r:id="rId9" action="ppaction://hlinksldjump"/>
              </a:rPr>
              <a:t>Examples</a:t>
            </a:r>
            <a:endParaRPr sz="1100">
              <a:latin typeface="Book Antiqua"/>
              <a:cs typeface="Book Antiqua"/>
            </a:endParaRPr>
          </a:p>
          <a:p>
            <a:pPr marL="173990" marR="245110" indent="-161925">
              <a:lnSpc>
                <a:spcPct val="102600"/>
              </a:lnSpc>
              <a:spcBef>
                <a:spcPts val="975"/>
              </a:spcBef>
              <a:buClr>
                <a:srgbClr val="EDEDE5"/>
              </a:buClr>
              <a:buSzPct val="72727"/>
              <a:buFont typeface="Century"/>
              <a:buAutoNum type="arabicPlain" startAt="2"/>
              <a:tabLst>
                <a:tab pos="307975" algn="l"/>
              </a:tabLst>
            </a:pPr>
            <a:r>
              <a:rPr sz="1100" spc="-25">
                <a:solidFill>
                  <a:srgbClr val="525200"/>
                </a:solidFill>
                <a:latin typeface="Book Antiqua"/>
                <a:cs typeface="Book Antiqua"/>
                <a:hlinkClick r:id="rId10" action="ppaction://hlinksldjump"/>
              </a:rPr>
              <a:t>Uniform</a:t>
            </a:r>
            <a:r>
              <a:rPr sz="1100" spc="-5">
                <a:solidFill>
                  <a:srgbClr val="525200"/>
                </a:solidFill>
                <a:latin typeface="Book Antiqua"/>
                <a:cs typeface="Book Antiqua"/>
                <a:hlinkClick r:id="rId10" action="ppaction://hlinksldjump"/>
              </a:rPr>
              <a:t> </a:t>
            </a:r>
            <a:r>
              <a:rPr sz="1100" spc="-10">
                <a:solidFill>
                  <a:srgbClr val="525200"/>
                </a:solidFill>
                <a:latin typeface="Book Antiqua"/>
                <a:cs typeface="Book Antiqua"/>
                <a:hlinkClick r:id="rId10" action="ppaction://hlinksldjump"/>
              </a:rPr>
              <a:t>Random</a:t>
            </a:r>
            <a:r>
              <a:rPr sz="1100" spc="-5">
                <a:solidFill>
                  <a:srgbClr val="525200"/>
                </a:solidFill>
                <a:latin typeface="Book Antiqua"/>
                <a:cs typeface="Book Antiqua"/>
                <a:hlinkClick r:id="rId10" action="ppaction://hlinksldjump"/>
              </a:rPr>
              <a:t> </a:t>
            </a:r>
            <a:r>
              <a:rPr sz="1100" spc="-30">
                <a:solidFill>
                  <a:srgbClr val="525200"/>
                </a:solidFill>
                <a:latin typeface="Book Antiqua"/>
                <a:cs typeface="Book Antiqua"/>
                <a:hlinkClick r:id="rId10" action="ppaction://hlinksldjump"/>
              </a:rPr>
              <a:t>Variable</a:t>
            </a:r>
            <a:r>
              <a:rPr sz="1100" spc="-30">
                <a:solidFill>
                  <a:srgbClr val="525200"/>
                </a:solidFill>
                <a:latin typeface="Book Antiqua"/>
                <a:cs typeface="Book Antiqua"/>
              </a:rPr>
              <a:t> 	</a:t>
            </a:r>
            <a:r>
              <a:rPr sz="1100" spc="-10">
                <a:latin typeface="Book Antiqua"/>
                <a:cs typeface="Book Antiqua"/>
                <a:hlinkClick r:id="rId11" action="ppaction://hlinksldjump"/>
              </a:rPr>
              <a:t>Examples</a:t>
            </a:r>
            <a:endParaRPr sz="1100">
              <a:latin typeface="Book Antiqua"/>
              <a:cs typeface="Book Antiqu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0830" y="2252065"/>
            <a:ext cx="155092" cy="155092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28790" y="2248306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>
                <a:solidFill>
                  <a:srgbClr val="EDEDE5"/>
                </a:solidFill>
                <a:latin typeface="Century"/>
                <a:cs typeface="Century"/>
              </a:rPr>
              <a:t>4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89890" y="2220125"/>
            <a:ext cx="36442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>
                <a:solidFill>
                  <a:srgbClr val="525200"/>
                </a:solidFill>
                <a:latin typeface="Book Antiqua"/>
                <a:cs typeface="Book Antiqua"/>
                <a:hlinkClick r:id="" action="ppaction://noaction"/>
              </a:rPr>
              <a:t>Expectation</a:t>
            </a:r>
            <a:r>
              <a:rPr sz="1100" spc="15">
                <a:solidFill>
                  <a:srgbClr val="525200"/>
                </a:solidFill>
                <a:latin typeface="Book Antiqua"/>
                <a:cs typeface="Book Antiqua"/>
                <a:hlinkClick r:id="" action="ppaction://noaction"/>
              </a:rPr>
              <a:t> </a:t>
            </a:r>
            <a:r>
              <a:rPr sz="1100">
                <a:solidFill>
                  <a:srgbClr val="525200"/>
                </a:solidFill>
                <a:latin typeface="Book Antiqua"/>
                <a:cs typeface="Book Antiqua"/>
                <a:hlinkClick r:id="" action="ppaction://noaction"/>
              </a:rPr>
              <a:t>and</a:t>
            </a:r>
            <a:r>
              <a:rPr sz="1100" spc="20">
                <a:solidFill>
                  <a:srgbClr val="525200"/>
                </a:solidFill>
                <a:latin typeface="Book Antiqua"/>
                <a:cs typeface="Book Antiqua"/>
                <a:hlinkClick r:id="" action="ppaction://noaction"/>
              </a:rPr>
              <a:t> </a:t>
            </a:r>
            <a:r>
              <a:rPr sz="1100" spc="-20">
                <a:solidFill>
                  <a:srgbClr val="525200"/>
                </a:solidFill>
                <a:latin typeface="Book Antiqua"/>
                <a:cs typeface="Book Antiqua"/>
                <a:hlinkClick r:id="" action="ppaction://noaction"/>
              </a:rPr>
              <a:t>Variance</a:t>
            </a:r>
            <a:r>
              <a:rPr sz="1100" spc="20">
                <a:solidFill>
                  <a:srgbClr val="525200"/>
                </a:solidFill>
                <a:latin typeface="Book Antiqua"/>
                <a:cs typeface="Book Antiqua"/>
                <a:hlinkClick r:id="" action="ppaction://noaction"/>
              </a:rPr>
              <a:t> </a:t>
            </a:r>
            <a:r>
              <a:rPr sz="1100">
                <a:solidFill>
                  <a:srgbClr val="525200"/>
                </a:solidFill>
                <a:latin typeface="Book Antiqua"/>
                <a:cs typeface="Book Antiqua"/>
                <a:hlinkClick r:id="" action="ppaction://noaction"/>
              </a:rPr>
              <a:t>of</a:t>
            </a:r>
            <a:r>
              <a:rPr sz="1100" spc="20">
                <a:solidFill>
                  <a:srgbClr val="525200"/>
                </a:solidFill>
                <a:latin typeface="Book Antiqua"/>
                <a:cs typeface="Book Antiqua"/>
                <a:hlinkClick r:id="" action="ppaction://noaction"/>
              </a:rPr>
              <a:t> </a:t>
            </a:r>
            <a:r>
              <a:rPr sz="1100" spc="-35">
                <a:solidFill>
                  <a:srgbClr val="525200"/>
                </a:solidFill>
                <a:latin typeface="Book Antiqua"/>
                <a:cs typeface="Book Antiqua"/>
                <a:hlinkClick r:id="" action="ppaction://noaction"/>
              </a:rPr>
              <a:t>Continuous</a:t>
            </a:r>
            <a:r>
              <a:rPr sz="1100" spc="20">
                <a:solidFill>
                  <a:srgbClr val="525200"/>
                </a:solidFill>
                <a:latin typeface="Book Antiqua"/>
                <a:cs typeface="Book Antiqua"/>
                <a:hlinkClick r:id="" action="ppaction://noaction"/>
              </a:rPr>
              <a:t> </a:t>
            </a:r>
            <a:r>
              <a:rPr sz="1100" spc="-10">
                <a:solidFill>
                  <a:srgbClr val="525200"/>
                </a:solidFill>
                <a:latin typeface="Book Antiqua"/>
                <a:cs typeface="Book Antiqua"/>
                <a:hlinkClick r:id="" action="ppaction://noaction"/>
              </a:rPr>
              <a:t>Random</a:t>
            </a:r>
            <a:r>
              <a:rPr sz="1100" spc="15">
                <a:solidFill>
                  <a:srgbClr val="525200"/>
                </a:solidFill>
                <a:latin typeface="Book Antiqua"/>
                <a:cs typeface="Book Antiqua"/>
                <a:hlinkClick r:id="" action="ppaction://noaction"/>
              </a:rPr>
              <a:t> </a:t>
            </a:r>
            <a:r>
              <a:rPr sz="1100" spc="-10">
                <a:solidFill>
                  <a:srgbClr val="525200"/>
                </a:solidFill>
                <a:latin typeface="Book Antiqua"/>
                <a:cs typeface="Book Antiqua"/>
                <a:hlinkClick r:id="" action="ppaction://noaction"/>
              </a:rPr>
              <a:t>Variables</a:t>
            </a:r>
            <a:endParaRPr sz="1100">
              <a:latin typeface="Book Antiqua"/>
              <a:cs typeface="Book Antiqu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0830" y="2547861"/>
            <a:ext cx="155092" cy="155092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28790" y="2515895"/>
            <a:ext cx="380555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baseline="3472">
                <a:solidFill>
                  <a:srgbClr val="EDEDE5"/>
                </a:solidFill>
                <a:latin typeface="Century"/>
                <a:cs typeface="Century"/>
              </a:rPr>
              <a:t>5</a:t>
            </a:r>
            <a:r>
              <a:rPr sz="1200" spc="195" baseline="3472">
                <a:solidFill>
                  <a:srgbClr val="EDEDE5"/>
                </a:solidFill>
                <a:latin typeface="Century"/>
                <a:cs typeface="Century"/>
              </a:rPr>
              <a:t>  </a:t>
            </a:r>
            <a:r>
              <a:rPr sz="1100">
                <a:solidFill>
                  <a:srgbClr val="525200"/>
                </a:solidFill>
                <a:latin typeface="Book Antiqua"/>
                <a:cs typeface="Book Antiqua"/>
                <a:hlinkClick r:id="" action="ppaction://noaction"/>
              </a:rPr>
              <a:t>Expectation</a:t>
            </a:r>
            <a:r>
              <a:rPr sz="1100" spc="35">
                <a:solidFill>
                  <a:srgbClr val="525200"/>
                </a:solidFill>
                <a:latin typeface="Book Antiqua"/>
                <a:cs typeface="Book Antiqua"/>
                <a:hlinkClick r:id="" action="ppaction://noaction"/>
              </a:rPr>
              <a:t> </a:t>
            </a:r>
            <a:r>
              <a:rPr sz="1100">
                <a:solidFill>
                  <a:srgbClr val="525200"/>
                </a:solidFill>
                <a:latin typeface="Book Antiqua"/>
                <a:cs typeface="Book Antiqua"/>
                <a:hlinkClick r:id="" action="ppaction://noaction"/>
              </a:rPr>
              <a:t>and</a:t>
            </a:r>
            <a:r>
              <a:rPr sz="1100" spc="35">
                <a:solidFill>
                  <a:srgbClr val="525200"/>
                </a:solidFill>
                <a:latin typeface="Book Antiqua"/>
                <a:cs typeface="Book Antiqua"/>
                <a:hlinkClick r:id="" action="ppaction://noaction"/>
              </a:rPr>
              <a:t> </a:t>
            </a:r>
            <a:r>
              <a:rPr sz="1100" spc="-20">
                <a:solidFill>
                  <a:srgbClr val="525200"/>
                </a:solidFill>
                <a:latin typeface="Book Antiqua"/>
                <a:cs typeface="Book Antiqua"/>
                <a:hlinkClick r:id="" action="ppaction://noaction"/>
              </a:rPr>
              <a:t>Variance</a:t>
            </a:r>
            <a:r>
              <a:rPr sz="1100" spc="35">
                <a:solidFill>
                  <a:srgbClr val="525200"/>
                </a:solidFill>
                <a:latin typeface="Book Antiqua"/>
                <a:cs typeface="Book Antiqua"/>
                <a:hlinkClick r:id="" action="ppaction://noaction"/>
              </a:rPr>
              <a:t> </a:t>
            </a:r>
            <a:r>
              <a:rPr sz="1100">
                <a:solidFill>
                  <a:srgbClr val="525200"/>
                </a:solidFill>
                <a:latin typeface="Book Antiqua"/>
                <a:cs typeface="Book Antiqua"/>
                <a:hlinkClick r:id="" action="ppaction://noaction"/>
              </a:rPr>
              <a:t>of</a:t>
            </a:r>
            <a:r>
              <a:rPr sz="1100" spc="35">
                <a:solidFill>
                  <a:srgbClr val="525200"/>
                </a:solidFill>
                <a:latin typeface="Book Antiqua"/>
                <a:cs typeface="Book Antiqua"/>
                <a:hlinkClick r:id="" action="ppaction://noaction"/>
              </a:rPr>
              <a:t> </a:t>
            </a:r>
            <a:r>
              <a:rPr sz="1100" spc="-35">
                <a:solidFill>
                  <a:srgbClr val="525200"/>
                </a:solidFill>
                <a:latin typeface="Book Antiqua"/>
                <a:cs typeface="Book Antiqua"/>
                <a:hlinkClick r:id="" action="ppaction://noaction"/>
              </a:rPr>
              <a:t>Continuous</a:t>
            </a:r>
            <a:r>
              <a:rPr sz="1100" spc="35">
                <a:solidFill>
                  <a:srgbClr val="525200"/>
                </a:solidFill>
                <a:latin typeface="Book Antiqua"/>
                <a:cs typeface="Book Antiqua"/>
                <a:hlinkClick r:id="" action="ppaction://noaction"/>
              </a:rPr>
              <a:t> </a:t>
            </a:r>
            <a:r>
              <a:rPr sz="1100" spc="-10">
                <a:solidFill>
                  <a:srgbClr val="525200"/>
                </a:solidFill>
                <a:latin typeface="Book Antiqua"/>
                <a:cs typeface="Book Antiqua"/>
                <a:hlinkClick r:id="" action="ppaction://noaction"/>
              </a:rPr>
              <a:t>Random</a:t>
            </a:r>
            <a:r>
              <a:rPr sz="1100" spc="35">
                <a:solidFill>
                  <a:srgbClr val="525200"/>
                </a:solidFill>
                <a:latin typeface="Book Antiqua"/>
                <a:cs typeface="Book Antiqua"/>
                <a:hlinkClick r:id="" action="ppaction://noaction"/>
              </a:rPr>
              <a:t> </a:t>
            </a:r>
            <a:r>
              <a:rPr sz="1100" spc="-10">
                <a:solidFill>
                  <a:srgbClr val="525200"/>
                </a:solidFill>
                <a:latin typeface="Book Antiqua"/>
                <a:cs typeface="Book Antiqua"/>
                <a:hlinkClick r:id="" action="ppaction://noaction"/>
              </a:rPr>
              <a:t>Variables</a:t>
            </a:r>
            <a:endParaRPr sz="1100">
              <a:latin typeface="Book Antiqua"/>
              <a:cs typeface="Book Antiqua"/>
            </a:endParaRPr>
          </a:p>
        </p:txBody>
      </p:sp>
      <p:pic>
        <p:nvPicPr>
          <p:cNvPr id="17" name="object 1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90830" y="2843631"/>
            <a:ext cx="155092" cy="155092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28790" y="2839872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>
                <a:solidFill>
                  <a:srgbClr val="EDEDE5"/>
                </a:solidFill>
                <a:latin typeface="Century"/>
                <a:cs typeface="Century"/>
              </a:rPr>
              <a:t>6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89890" y="2811691"/>
            <a:ext cx="18573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>
                <a:solidFill>
                  <a:srgbClr val="525200"/>
                </a:solidFill>
                <a:latin typeface="Book Antiqua"/>
                <a:cs typeface="Book Antiqua"/>
                <a:hlinkClick r:id="" action="ppaction://noaction"/>
              </a:rPr>
              <a:t>Exponential</a:t>
            </a:r>
            <a:r>
              <a:rPr sz="1100" spc="15">
                <a:solidFill>
                  <a:srgbClr val="525200"/>
                </a:solidFill>
                <a:latin typeface="Book Antiqua"/>
                <a:cs typeface="Book Antiqua"/>
                <a:hlinkClick r:id="" action="ppaction://noaction"/>
              </a:rPr>
              <a:t> </a:t>
            </a:r>
            <a:r>
              <a:rPr sz="1100" spc="-10">
                <a:solidFill>
                  <a:srgbClr val="525200"/>
                </a:solidFill>
                <a:latin typeface="Book Antiqua"/>
                <a:cs typeface="Book Antiqua"/>
                <a:hlinkClick r:id="" action="ppaction://noaction"/>
              </a:rPr>
              <a:t>Random</a:t>
            </a:r>
            <a:r>
              <a:rPr sz="1100" spc="15">
                <a:solidFill>
                  <a:srgbClr val="525200"/>
                </a:solidFill>
                <a:latin typeface="Book Antiqua"/>
                <a:cs typeface="Book Antiqua"/>
                <a:hlinkClick r:id="" action="ppaction://noaction"/>
              </a:rPr>
              <a:t> </a:t>
            </a:r>
            <a:r>
              <a:rPr sz="1100" spc="-10">
                <a:solidFill>
                  <a:srgbClr val="525200"/>
                </a:solidFill>
                <a:latin typeface="Book Antiqua"/>
                <a:cs typeface="Book Antiqua"/>
                <a:hlinkClick r:id="" action="ppaction://noaction"/>
              </a:rPr>
              <a:t>Variable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2</a:t>
            </a:fld>
            <a:r>
              <a:t>/42</a:t>
            </a:r>
            <a:r>
              <a:rPr spc="290"/>
              <a:t> </a:t>
            </a:r>
            <a:r>
              <a:rPr b="0" spc="-10">
                <a:latin typeface="Times New Roman"/>
                <a:cs typeface="Times New Roman"/>
              </a:rPr>
              <a:t>13</a:t>
            </a:r>
            <a:r>
              <a:rPr spc="-10"/>
              <a:t>:</a:t>
            </a:r>
            <a:r>
              <a:rPr b="0" spc="-10">
                <a:latin typeface="Times New Roman"/>
                <a:cs typeface="Times New Roman"/>
              </a:rPr>
              <a:t>34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15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15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15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15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15" action="ppaction://hlinksldjump"/>
              </a:rPr>
              <a:t>Probability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15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15" action="ppaction://hlinksldjump"/>
              </a:rPr>
              <a:t>and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15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15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15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15" action="ppaction://hlinksldjump"/>
              </a:rPr>
              <a:t>for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15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15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333500">
              <a:lnSpc>
                <a:spcPct val="100000"/>
              </a:lnSpc>
              <a:spcBef>
                <a:spcPts val="135"/>
              </a:spcBef>
            </a:pPr>
            <a:r>
              <a:rPr spc="-25"/>
              <a:t>Copyright</a:t>
            </a:r>
            <a:r>
              <a:rPr spc="30"/>
              <a:t> </a:t>
            </a:r>
            <a:r>
              <a:rPr spc="-10"/>
              <a:t>Statement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1215326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5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1"/>
                </a:lnTo>
                <a:lnTo>
                  <a:pt x="4432566" y="198361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622615" y="1245003"/>
            <a:ext cx="136334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spc="-35">
                <a:solidFill>
                  <a:srgbClr val="FFFFFF"/>
                </a:solidFill>
                <a:latin typeface="Book Antiqua"/>
                <a:cs typeface="Book Antiqua"/>
              </a:rPr>
              <a:t>Copyright</a:t>
            </a:r>
            <a:r>
              <a:rPr sz="1200" spc="1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200" spc="-20">
                <a:solidFill>
                  <a:srgbClr val="FFFFFF"/>
                </a:solidFill>
                <a:latin typeface="Book Antiqua"/>
                <a:cs typeface="Book Antiqua"/>
              </a:rPr>
              <a:t>Statement</a:t>
            </a:r>
            <a:endParaRPr sz="1200">
              <a:latin typeface="Book Antiqua"/>
              <a:cs typeface="Book Antiqu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544" y="1423301"/>
            <a:ext cx="4432935" cy="7080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9209" marR="123825" indent="-635" algn="ctr">
              <a:lnSpc>
                <a:spcPct val="102600"/>
              </a:lnSpc>
              <a:spcBef>
                <a:spcPts val="55"/>
              </a:spcBef>
            </a:pPr>
            <a:r>
              <a:rPr sz="1100" spc="-10">
                <a:latin typeface="Book Antiqua"/>
                <a:cs typeface="Book Antiqua"/>
              </a:rPr>
              <a:t>Materials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prepared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for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40">
                <a:latin typeface="Book Antiqua"/>
                <a:cs typeface="Book Antiqua"/>
              </a:rPr>
              <a:t>and/or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35">
                <a:latin typeface="Book Antiqua"/>
                <a:cs typeface="Book Antiqua"/>
              </a:rPr>
              <a:t>included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in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this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course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are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protected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by </a:t>
            </a:r>
            <a:r>
              <a:rPr sz="1100" spc="-30">
                <a:latin typeface="Book Antiqua"/>
                <a:cs typeface="Book Antiqua"/>
              </a:rPr>
              <a:t>copyright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law.</a:t>
            </a:r>
            <a:r>
              <a:rPr sz="1100" spc="1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They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are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intended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to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be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used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only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by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students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enrolled </a:t>
            </a:r>
            <a:r>
              <a:rPr sz="1100">
                <a:latin typeface="Book Antiqua"/>
                <a:cs typeface="Book Antiqua"/>
              </a:rPr>
              <a:t>in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this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course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during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current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term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and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should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not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be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further </a:t>
            </a:r>
            <a:r>
              <a:rPr sz="1100" spc="-30">
                <a:latin typeface="Book Antiqua"/>
                <a:cs typeface="Book Antiqua"/>
              </a:rPr>
              <a:t>disseminated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without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prior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permission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from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course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instructor.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3</a:t>
            </a:fld>
            <a:r>
              <a:t>/42</a:t>
            </a:r>
            <a:r>
              <a:rPr spc="290"/>
              <a:t> </a:t>
            </a:r>
            <a:r>
              <a:rPr b="0" spc="-10">
                <a:latin typeface="Times New Roman"/>
                <a:cs typeface="Times New Roman"/>
              </a:rPr>
              <a:t>13</a:t>
            </a:r>
            <a:r>
              <a:rPr spc="-10"/>
              <a:t>:</a:t>
            </a:r>
            <a:r>
              <a:rPr b="0" spc="-10">
                <a:latin typeface="Times New Roman"/>
                <a:cs typeface="Times New Roman"/>
              </a:rPr>
              <a:t>34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0056" y="62407"/>
            <a:ext cx="318833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>
                <a:solidFill>
                  <a:srgbClr val="FFFFFF"/>
                </a:solidFill>
                <a:latin typeface="Book Antiqua"/>
                <a:cs typeface="Book Antiqua"/>
              </a:rPr>
              <a:t>Example</a:t>
            </a:r>
            <a:r>
              <a:rPr sz="1400" spc="35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>
                <a:solidFill>
                  <a:srgbClr val="FFFFFF"/>
                </a:solidFill>
                <a:latin typeface="Book Antiqua"/>
                <a:cs typeface="Book Antiqua"/>
              </a:rPr>
              <a:t>-</a:t>
            </a:r>
            <a:r>
              <a:rPr sz="1400" spc="35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spc="-30">
                <a:solidFill>
                  <a:srgbClr val="FFFFFF"/>
                </a:solidFill>
                <a:latin typeface="Book Antiqua"/>
                <a:cs typeface="Book Antiqua"/>
              </a:rPr>
              <a:t>Continuous</a:t>
            </a:r>
            <a:r>
              <a:rPr sz="1400" spc="35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>
                <a:solidFill>
                  <a:srgbClr val="FFFFFF"/>
                </a:solidFill>
                <a:latin typeface="Book Antiqua"/>
                <a:cs typeface="Book Antiqua"/>
              </a:rPr>
              <a:t>Random</a:t>
            </a:r>
            <a:r>
              <a:rPr sz="1400" spc="4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spc="-10">
                <a:solidFill>
                  <a:srgbClr val="FFFFFF"/>
                </a:solidFill>
                <a:latin typeface="Book Antiqua"/>
                <a:cs typeface="Book Antiqua"/>
              </a:rPr>
              <a:t>Variable</a:t>
            </a:r>
            <a:endParaRPr sz="1400">
              <a:latin typeface="Book Antiqua"/>
              <a:cs typeface="Book Antiq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1393050"/>
            <a:ext cx="8883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>
                <a:latin typeface="Book Antiqua"/>
                <a:cs typeface="Book Antiqua"/>
              </a:rPr>
              <a:t>Speed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of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car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33447" y="1565122"/>
            <a:ext cx="791836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100" b="0" i="1" spc="-25">
                <a:latin typeface="Book Antiqua"/>
                <a:cs typeface="Bookman Old Style"/>
              </a:rPr>
              <a:t>0</a:t>
            </a:r>
            <a:r>
              <a:rPr sz="1100" b="0" i="1" spc="-25">
                <a:latin typeface="Bookman Old Style"/>
                <a:cs typeface="Bookman Old Style"/>
              </a:rPr>
              <a:t>,</a:t>
            </a:r>
            <a:r>
              <a:rPr sz="1100" b="0" i="1" spc="-145">
                <a:latin typeface="Bookman Old Style"/>
                <a:cs typeface="Bookman Old Style"/>
              </a:rPr>
              <a:t> </a:t>
            </a:r>
            <a:r>
              <a:rPr sz="1100" b="0" i="1" spc="-35">
                <a:latin typeface="Bookman Old Style"/>
                <a:cs typeface="Bookman Old Style"/>
              </a:rPr>
              <a:t>.</a:t>
            </a:r>
            <a:r>
              <a:rPr sz="1100" b="0" i="1" spc="-145">
                <a:latin typeface="Bookman Old Style"/>
                <a:cs typeface="Bookman Old Style"/>
              </a:rPr>
              <a:t> </a:t>
            </a:r>
            <a:r>
              <a:rPr sz="1100" b="0" i="1" spc="-35">
                <a:latin typeface="Bookman Old Style"/>
                <a:cs typeface="Bookman Old Style"/>
              </a:rPr>
              <a:t>.</a:t>
            </a:r>
            <a:r>
              <a:rPr sz="1100" b="0" i="1" spc="-140">
                <a:latin typeface="Bookman Old Style"/>
                <a:cs typeface="Bookman Old Style"/>
              </a:rPr>
              <a:t> </a:t>
            </a:r>
            <a:r>
              <a:rPr sz="1100" b="0" i="1" spc="-35">
                <a:latin typeface="Bookman Old Style"/>
                <a:cs typeface="Bookman Old Style"/>
              </a:rPr>
              <a:t>.</a:t>
            </a:r>
            <a:r>
              <a:rPr sz="1100" b="0" i="1" spc="-145">
                <a:latin typeface="Bookman Old Style"/>
                <a:cs typeface="Bookman Old Style"/>
              </a:rPr>
              <a:t> </a:t>
            </a:r>
            <a:r>
              <a:rPr sz="1100" b="0" i="1" spc="-35">
                <a:latin typeface="Bookman Old Style"/>
                <a:cs typeface="Bookman Old Style"/>
              </a:rPr>
              <a:t>,</a:t>
            </a:r>
            <a:r>
              <a:rPr sz="1100" b="0" i="1" spc="-140">
                <a:latin typeface="Bookman Old Style"/>
                <a:cs typeface="Bookman Old Style"/>
              </a:rPr>
              <a:t> </a:t>
            </a:r>
            <a:r>
              <a:rPr lang="en-US" sz="1100" b="0" i="1" spc="-25">
                <a:latin typeface="Book Antiqua"/>
                <a:cs typeface="Bookman Old Style"/>
              </a:rPr>
              <a:t>80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t>13/42</a:t>
            </a:r>
            <a:r>
              <a:rPr spc="280"/>
              <a:t> </a:t>
            </a:r>
            <a:r>
              <a:rPr b="0" spc="-10">
                <a:latin typeface="Times New Roman"/>
                <a:cs typeface="Times New Roman"/>
              </a:rPr>
              <a:t>13</a:t>
            </a:r>
            <a:r>
              <a:rPr spc="-10"/>
              <a:t>:</a:t>
            </a:r>
            <a:r>
              <a:rPr b="0" spc="-10">
                <a:latin typeface="Times New Roman"/>
                <a:cs typeface="Times New Roman"/>
              </a:rPr>
              <a:t>34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1" name="object 3">
            <a:extLst>
              <a:ext uri="{FF2B5EF4-FFF2-40B4-BE49-F238E27FC236}">
                <a16:creationId xmlns:a16="http://schemas.microsoft.com/office/drawing/2014/main" id="{9ED81664-19CC-E0A7-6AD7-00AA33320DC5}"/>
              </a:ext>
            </a:extLst>
          </p:cNvPr>
          <p:cNvSpPr txBox="1"/>
          <p:nvPr/>
        </p:nvSpPr>
        <p:spPr>
          <a:xfrm>
            <a:off x="130343" y="2008537"/>
            <a:ext cx="2694940" cy="363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100">
                <a:latin typeface="Book Antiqua"/>
                <a:cs typeface="Book Antiqua"/>
              </a:rPr>
              <a:t>Temperature</a:t>
            </a:r>
            <a:endParaRPr sz="1100">
              <a:latin typeface="Book Antiqua"/>
              <a:cs typeface="Book Antiqua"/>
            </a:endParaRPr>
          </a:p>
          <a:p>
            <a:pPr marL="1673860">
              <a:lnSpc>
                <a:spcPct val="100000"/>
              </a:lnSpc>
              <a:spcBef>
                <a:spcPts val="35"/>
              </a:spcBef>
            </a:pPr>
            <a:r>
              <a:rPr sz="1100" spc="-20">
                <a:latin typeface="Book Antiqua"/>
                <a:cs typeface="Book Antiqua"/>
              </a:rPr>
              <a:t>98</a:t>
            </a:r>
            <a:r>
              <a:rPr sz="1100" b="0" i="1" spc="-20">
                <a:latin typeface="Bookman Old Style"/>
                <a:cs typeface="Bookman Old Style"/>
              </a:rPr>
              <a:t>,</a:t>
            </a:r>
            <a:r>
              <a:rPr sz="1100" b="0" i="1" spc="-125">
                <a:latin typeface="Bookman Old Style"/>
                <a:cs typeface="Bookman Old Style"/>
              </a:rPr>
              <a:t> </a:t>
            </a:r>
            <a:r>
              <a:rPr sz="1100" spc="-25">
                <a:latin typeface="Book Antiqua"/>
                <a:cs typeface="Book Antiqua"/>
              </a:rPr>
              <a:t>98</a:t>
            </a:r>
            <a:r>
              <a:rPr sz="1100" b="0" i="1" spc="-25">
                <a:latin typeface="Bookman Old Style"/>
                <a:cs typeface="Bookman Old Style"/>
              </a:rPr>
              <a:t>.</a:t>
            </a:r>
            <a:r>
              <a:rPr sz="1100" spc="-25">
                <a:latin typeface="Book Antiqua"/>
                <a:cs typeface="Book Antiqua"/>
              </a:rPr>
              <a:t>6</a:t>
            </a:r>
            <a:r>
              <a:rPr sz="1100" b="0" i="1" spc="-25">
                <a:latin typeface="Bookman Old Style"/>
                <a:cs typeface="Bookman Old Style"/>
              </a:rPr>
              <a:t>,</a:t>
            </a:r>
            <a:r>
              <a:rPr sz="1100" b="0" i="1" spc="-125">
                <a:latin typeface="Bookman Old Style"/>
                <a:cs typeface="Bookman Old Style"/>
              </a:rPr>
              <a:t> </a:t>
            </a:r>
            <a:r>
              <a:rPr sz="1100" spc="-20">
                <a:latin typeface="Book Antiqua"/>
                <a:cs typeface="Book Antiqua"/>
              </a:rPr>
              <a:t>98</a:t>
            </a:r>
            <a:r>
              <a:rPr sz="1100" b="0" i="1" spc="-20">
                <a:latin typeface="Bookman Old Style"/>
                <a:cs typeface="Bookman Old Style"/>
              </a:rPr>
              <a:t>.</a:t>
            </a:r>
            <a:r>
              <a:rPr sz="1100" spc="-20">
                <a:latin typeface="Book Antiqua"/>
                <a:cs typeface="Book Antiqua"/>
              </a:rPr>
              <a:t>58</a:t>
            </a:r>
            <a:r>
              <a:rPr sz="1100" spc="-70">
                <a:latin typeface="Book Antiqua"/>
                <a:cs typeface="Book Antiqua"/>
              </a:rPr>
              <a:t> </a:t>
            </a:r>
            <a:r>
              <a:rPr sz="1100" b="0" i="1" spc="-35">
                <a:latin typeface="Bookman Old Style"/>
                <a:cs typeface="Bookman Old Style"/>
              </a:rPr>
              <a:t>.</a:t>
            </a:r>
            <a:r>
              <a:rPr sz="1100" b="0" i="1" spc="-125">
                <a:latin typeface="Bookman Old Style"/>
                <a:cs typeface="Bookman Old Style"/>
              </a:rPr>
              <a:t> </a:t>
            </a:r>
            <a:r>
              <a:rPr sz="1100" b="0" i="1" spc="-35">
                <a:latin typeface="Bookman Old Style"/>
                <a:cs typeface="Bookman Old Style"/>
              </a:rPr>
              <a:t>.</a:t>
            </a:r>
            <a:r>
              <a:rPr sz="1100" b="0" i="1" spc="-125">
                <a:latin typeface="Bookman Old Style"/>
                <a:cs typeface="Bookman Old Style"/>
              </a:rPr>
              <a:t> </a:t>
            </a:r>
            <a:r>
              <a:rPr sz="1100" b="0" i="1" spc="-50">
                <a:latin typeface="Bookman Old Style"/>
                <a:cs typeface="Bookman Old Style"/>
              </a:rPr>
              <a:t>.</a:t>
            </a:r>
            <a:endParaRPr sz="1100">
              <a:latin typeface="Bookman Old Style"/>
              <a:cs typeface="Bookman Old Style"/>
            </a:endParaRPr>
          </a:p>
        </p:txBody>
      </p:sp>
    </p:spTree>
    <p:extLst>
      <p:ext uri="{BB962C8B-B14F-4D97-AF65-F5344CB8AC3E}">
        <p14:creationId xmlns:p14="http://schemas.microsoft.com/office/powerpoint/2010/main" val="535313770"/>
      </p:ext>
    </p:extLst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/>
              <a:t>Continuous</a:t>
            </a:r>
            <a:r>
              <a:rPr spc="-5"/>
              <a:t> </a:t>
            </a:r>
            <a:r>
              <a:t>Random</a:t>
            </a:r>
            <a:r>
              <a:rPr spc="-5"/>
              <a:t> </a:t>
            </a:r>
            <a:r>
              <a:rPr spc="-10"/>
              <a:t>Variable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9486" y="745579"/>
            <a:ext cx="4288790" cy="53271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55"/>
              </a:spcBef>
            </a:pPr>
            <a:r>
              <a:rPr sz="1100" b="0" i="1" spc="130" dirty="0">
                <a:latin typeface="Abadi" panose="020F0502020204030204" pitchFamily="34" charset="0"/>
                <a:cs typeface="Bookman Old Style"/>
              </a:rPr>
              <a:t>X</a:t>
            </a:r>
            <a:r>
              <a:rPr sz="1100" b="0" i="1" spc="60" dirty="0">
                <a:latin typeface="Abadi" panose="020F0502020204030204" pitchFamily="34" charset="0"/>
                <a:cs typeface="Bookman Old Style"/>
              </a:rPr>
              <a:t> </a:t>
            </a:r>
            <a:r>
              <a:rPr sz="1100" dirty="0">
                <a:latin typeface="Abadi" panose="020F0502020204030204" pitchFamily="34" charset="0"/>
                <a:cs typeface="Book Antiqua"/>
              </a:rPr>
              <a:t>is</a:t>
            </a:r>
            <a:r>
              <a:rPr sz="1100" spc="45" dirty="0">
                <a:latin typeface="Abadi" panose="020F0502020204030204" pitchFamily="34" charset="0"/>
                <a:cs typeface="Book Antiqua"/>
              </a:rPr>
              <a:t> </a:t>
            </a:r>
            <a:r>
              <a:rPr sz="1100" dirty="0">
                <a:latin typeface="Abadi" panose="020F0502020204030204" pitchFamily="34" charset="0"/>
                <a:cs typeface="Book Antiqua"/>
              </a:rPr>
              <a:t>a</a:t>
            </a:r>
            <a:r>
              <a:rPr sz="1100" spc="45" dirty="0">
                <a:latin typeface="Abadi" panose="020F0502020204030204" pitchFamily="34" charset="0"/>
                <a:cs typeface="Book Antiqua"/>
              </a:rPr>
              <a:t> </a:t>
            </a:r>
            <a:r>
              <a:rPr sz="1100" spc="-35" dirty="0">
                <a:latin typeface="Abadi" panose="020F0502020204030204" pitchFamily="34" charset="0"/>
                <a:cs typeface="Book Antiqua"/>
              </a:rPr>
              <a:t>continuous</a:t>
            </a:r>
            <a:r>
              <a:rPr sz="1100" spc="45" dirty="0">
                <a:latin typeface="Abadi" panose="020F0502020204030204" pitchFamily="34" charset="0"/>
                <a:cs typeface="Book Antiqua"/>
              </a:rPr>
              <a:t> </a:t>
            </a:r>
            <a:r>
              <a:rPr sz="1100" spc="-25" dirty="0">
                <a:latin typeface="Abadi" panose="020F0502020204030204" pitchFamily="34" charset="0"/>
                <a:cs typeface="Book Antiqua"/>
              </a:rPr>
              <a:t>random</a:t>
            </a:r>
            <a:r>
              <a:rPr sz="1100" spc="45" dirty="0">
                <a:latin typeface="Abadi" panose="020F0502020204030204" pitchFamily="34" charset="0"/>
                <a:cs typeface="Book Antiqua"/>
              </a:rPr>
              <a:t> </a:t>
            </a:r>
            <a:r>
              <a:rPr sz="1100" spc="-20" dirty="0">
                <a:latin typeface="Abadi" panose="020F0502020204030204" pitchFamily="34" charset="0"/>
                <a:cs typeface="Book Antiqua"/>
              </a:rPr>
              <a:t>variable</a:t>
            </a:r>
            <a:r>
              <a:rPr sz="1100" spc="45" dirty="0">
                <a:latin typeface="Abadi" panose="020F0502020204030204" pitchFamily="34" charset="0"/>
                <a:cs typeface="Book Antiqua"/>
              </a:rPr>
              <a:t> </a:t>
            </a:r>
            <a:r>
              <a:rPr sz="1100" dirty="0">
                <a:latin typeface="Abadi" panose="020F0502020204030204" pitchFamily="34" charset="0"/>
                <a:cs typeface="Book Antiqua"/>
              </a:rPr>
              <a:t>if</a:t>
            </a:r>
            <a:r>
              <a:rPr sz="1100" spc="45" dirty="0">
                <a:latin typeface="Abadi" panose="020F0502020204030204" pitchFamily="34" charset="0"/>
                <a:cs typeface="Book Antiqua"/>
              </a:rPr>
              <a:t> </a:t>
            </a:r>
            <a:r>
              <a:rPr sz="1100" b="0" i="1" spc="130" dirty="0">
                <a:latin typeface="Abadi" panose="020F0502020204030204" pitchFamily="34" charset="0"/>
                <a:cs typeface="Bookman Old Style"/>
              </a:rPr>
              <a:t>X</a:t>
            </a:r>
            <a:r>
              <a:rPr sz="1100" b="0" i="1" spc="10" dirty="0">
                <a:latin typeface="Abadi" panose="020F0502020204030204" pitchFamily="34" charset="0"/>
                <a:cs typeface="Bookman Old Style"/>
              </a:rPr>
              <a:t> </a:t>
            </a:r>
            <a:r>
              <a:rPr lang="en-US" sz="1100" b="0" i="1" spc="10" dirty="0">
                <a:latin typeface="Abadi" panose="020F0502020204030204" pitchFamily="34" charset="0"/>
                <a:cs typeface="Lucida Sans Unicode"/>
              </a:rPr>
              <a:t>takes values on </a:t>
            </a:r>
            <a:r>
              <a:rPr sz="1100" spc="-80" dirty="0">
                <a:latin typeface="Abadi" panose="020F0502020204030204" pitchFamily="34" charset="0"/>
                <a:cs typeface="Lucida Sans Unicode"/>
              </a:rPr>
              <a:t> </a:t>
            </a:r>
            <a:r>
              <a:rPr sz="1100" dirty="0">
                <a:latin typeface="Abadi" panose="020F0502020204030204" pitchFamily="34" charset="0"/>
                <a:cs typeface="Arial"/>
              </a:rPr>
              <a:t>R</a:t>
            </a:r>
            <a:r>
              <a:rPr sz="1100" spc="15" dirty="0">
                <a:latin typeface="Abadi" panose="020F0502020204030204" pitchFamily="34" charset="0"/>
                <a:cs typeface="Arial"/>
              </a:rPr>
              <a:t> </a:t>
            </a:r>
            <a:r>
              <a:rPr sz="1100" dirty="0">
                <a:latin typeface="Abadi" panose="020F0502020204030204" pitchFamily="34" charset="0"/>
                <a:cs typeface="Book Antiqua"/>
              </a:rPr>
              <a:t>and</a:t>
            </a:r>
            <a:r>
              <a:rPr sz="1100" spc="45" dirty="0">
                <a:latin typeface="Abadi" panose="020F0502020204030204" pitchFamily="34" charset="0"/>
                <a:cs typeface="Book Antiqua"/>
              </a:rPr>
              <a:t> </a:t>
            </a:r>
            <a:r>
              <a:rPr sz="1100" dirty="0">
                <a:latin typeface="Abadi" panose="020F0502020204030204" pitchFamily="34" charset="0"/>
                <a:cs typeface="Book Antiqua"/>
              </a:rPr>
              <a:t>the</a:t>
            </a:r>
            <a:r>
              <a:rPr sz="1100" spc="50" dirty="0">
                <a:latin typeface="Abadi" panose="020F0502020204030204" pitchFamily="34" charset="0"/>
                <a:cs typeface="Book Antiqua"/>
              </a:rPr>
              <a:t> </a:t>
            </a:r>
            <a:r>
              <a:rPr sz="1100" spc="-30" dirty="0">
                <a:latin typeface="Abadi" panose="020F0502020204030204" pitchFamily="34" charset="0"/>
                <a:cs typeface="Book Antiqua"/>
              </a:rPr>
              <a:t>domain</a:t>
            </a:r>
            <a:r>
              <a:rPr sz="1100" spc="40" dirty="0">
                <a:latin typeface="Abadi" panose="020F0502020204030204" pitchFamily="34" charset="0"/>
                <a:cs typeface="Book Antiqua"/>
              </a:rPr>
              <a:t> </a:t>
            </a:r>
            <a:r>
              <a:rPr sz="1100" dirty="0">
                <a:latin typeface="Abadi" panose="020F0502020204030204" pitchFamily="34" charset="0"/>
                <a:cs typeface="Book Antiqua"/>
              </a:rPr>
              <a:t>of</a:t>
            </a:r>
            <a:r>
              <a:rPr sz="1100" spc="45" dirty="0">
                <a:latin typeface="Abadi" panose="020F0502020204030204" pitchFamily="34" charset="0"/>
                <a:cs typeface="Book Antiqua"/>
              </a:rPr>
              <a:t> </a:t>
            </a:r>
            <a:r>
              <a:rPr sz="1100" b="0" i="1" spc="130" dirty="0">
                <a:latin typeface="Abadi" panose="020F0502020204030204" pitchFamily="34" charset="0"/>
                <a:cs typeface="Bookman Old Style"/>
              </a:rPr>
              <a:t>X</a:t>
            </a:r>
            <a:r>
              <a:rPr sz="1100" b="0" i="1" spc="65" dirty="0">
                <a:latin typeface="Abadi" panose="020F0502020204030204" pitchFamily="34" charset="0"/>
                <a:cs typeface="Bookman Old Style"/>
              </a:rPr>
              <a:t> </a:t>
            </a:r>
            <a:r>
              <a:rPr sz="1100" spc="-25" dirty="0">
                <a:latin typeface="Abadi" panose="020F0502020204030204" pitchFamily="34" charset="0"/>
                <a:cs typeface="Book Antiqua"/>
              </a:rPr>
              <a:t>has </a:t>
            </a:r>
            <a:r>
              <a:rPr sz="1100" dirty="0">
                <a:latin typeface="Abadi" panose="020F0502020204030204" pitchFamily="34" charset="0"/>
                <a:cs typeface="Book Antiqua"/>
              </a:rPr>
              <a:t>an</a:t>
            </a:r>
            <a:r>
              <a:rPr sz="1100" spc="15" dirty="0">
                <a:latin typeface="Abadi" panose="020F0502020204030204" pitchFamily="34" charset="0"/>
                <a:cs typeface="Book Antiqua"/>
              </a:rPr>
              <a:t> </a:t>
            </a:r>
            <a:r>
              <a:rPr sz="1100" spc="-25" dirty="0">
                <a:latin typeface="Abadi" panose="020F0502020204030204" pitchFamily="34" charset="0"/>
                <a:cs typeface="Book Antiqua"/>
              </a:rPr>
              <a:t>uncountable</a:t>
            </a:r>
            <a:r>
              <a:rPr sz="1100" spc="25" dirty="0">
                <a:latin typeface="Abadi" panose="020F0502020204030204" pitchFamily="34" charset="0"/>
                <a:cs typeface="Book Antiqua"/>
              </a:rPr>
              <a:t> </a:t>
            </a:r>
            <a:r>
              <a:rPr sz="1100" spc="-30" dirty="0">
                <a:latin typeface="Abadi" panose="020F0502020204030204" pitchFamily="34" charset="0"/>
                <a:cs typeface="Book Antiqua"/>
              </a:rPr>
              <a:t>number</a:t>
            </a:r>
            <a:r>
              <a:rPr sz="1100" spc="20" dirty="0">
                <a:latin typeface="Abadi" panose="020F0502020204030204" pitchFamily="34" charset="0"/>
                <a:cs typeface="Book Antiqua"/>
              </a:rPr>
              <a:t> </a:t>
            </a:r>
            <a:r>
              <a:rPr sz="1100" dirty="0">
                <a:latin typeface="Abadi" panose="020F0502020204030204" pitchFamily="34" charset="0"/>
                <a:cs typeface="Book Antiqua"/>
              </a:rPr>
              <a:t>of</a:t>
            </a:r>
            <a:r>
              <a:rPr sz="1100" spc="20" dirty="0">
                <a:latin typeface="Abadi" panose="020F0502020204030204" pitchFamily="34" charset="0"/>
                <a:cs typeface="Book Antiqua"/>
              </a:rPr>
              <a:t> </a:t>
            </a:r>
            <a:r>
              <a:rPr sz="1100" spc="-10" dirty="0">
                <a:latin typeface="Abadi" panose="020F0502020204030204" pitchFamily="34" charset="0"/>
                <a:cs typeface="Book Antiqua"/>
              </a:rPr>
              <a:t>values.</a:t>
            </a:r>
            <a:endParaRPr sz="1100" dirty="0">
              <a:latin typeface="Abadi" panose="020F0502020204030204" pitchFamily="34" charset="0"/>
              <a:cs typeface="Book Antiqu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50" dirty="0"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5</a:t>
            </a:fld>
            <a:r>
              <a:t>/42</a:t>
            </a:r>
            <a:r>
              <a:rPr spc="290"/>
              <a:t> </a:t>
            </a:r>
            <a:r>
              <a:rPr b="0" spc="-10">
                <a:latin typeface="Times New Roman"/>
                <a:cs typeface="Times New Roman"/>
              </a:rPr>
              <a:t>13</a:t>
            </a:r>
            <a:r>
              <a:rPr spc="-10"/>
              <a:t>:</a:t>
            </a:r>
            <a:r>
              <a:rPr b="0" spc="-10">
                <a:latin typeface="Times New Roman"/>
                <a:cs typeface="Times New Roman"/>
              </a:rPr>
              <a:t>34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E100DC9-C350-CB9D-0F96-6CFE0E569FC4}"/>
                  </a:ext>
                </a:extLst>
              </p14:cNvPr>
              <p14:cNvContentPartPr/>
              <p14:nvPr/>
            </p14:nvContentPartPr>
            <p14:xfrm>
              <a:off x="3472200" y="916560"/>
              <a:ext cx="212040" cy="298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E100DC9-C350-CB9D-0F96-6CFE0E569FC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62840" y="907200"/>
                <a:ext cx="230760" cy="48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39926" y="62407"/>
            <a:ext cx="23279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/>
              <a:t>Continuous</a:t>
            </a:r>
            <a:r>
              <a:rPr spc="-5"/>
              <a:t> </a:t>
            </a:r>
            <a:r>
              <a:t>Random</a:t>
            </a:r>
            <a:r>
              <a:rPr spc="-5"/>
              <a:t> </a:t>
            </a:r>
            <a:r>
              <a:rPr spc="-10"/>
              <a:t>Variable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815225"/>
            <a:ext cx="4432935" cy="186690"/>
          </a:xfrm>
          <a:custGeom>
            <a:avLst/>
            <a:gdLst/>
            <a:ahLst/>
            <a:cxnLst/>
            <a:rect l="l" t="t" r="r" b="b"/>
            <a:pathLst>
              <a:path w="4432935" h="186690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6131"/>
                </a:lnTo>
                <a:lnTo>
                  <a:pt x="4432566" y="186131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130145" y="843200"/>
            <a:ext cx="34798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spc="-65">
                <a:solidFill>
                  <a:srgbClr val="FFFFFF"/>
                </a:solidFill>
                <a:latin typeface="Book Antiqua"/>
                <a:cs typeface="Book Antiqua"/>
              </a:rPr>
              <a:t>Sums</a:t>
            </a:r>
            <a:endParaRPr sz="1200">
              <a:latin typeface="Book Antiqua"/>
              <a:cs typeface="Book Antiqu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0" y="464863"/>
            <a:ext cx="4559935" cy="65582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88265" marR="171450">
              <a:lnSpc>
                <a:spcPct val="102699"/>
              </a:lnSpc>
              <a:spcBef>
                <a:spcPts val="55"/>
              </a:spcBef>
            </a:pPr>
            <a:r>
              <a:rPr sz="1100" spc="-20">
                <a:latin typeface="Book Antiqua"/>
                <a:cs typeface="Book Antiqua"/>
              </a:rPr>
              <a:t>Mostly,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ideas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are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same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for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35">
                <a:latin typeface="Book Antiqua"/>
                <a:cs typeface="Book Antiqua"/>
              </a:rPr>
              <a:t>continuous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Random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Variables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as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for </a:t>
            </a:r>
            <a:r>
              <a:rPr sz="1100">
                <a:latin typeface="Book Antiqua"/>
                <a:cs typeface="Book Antiqua"/>
              </a:rPr>
              <a:t>discrete.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However:</a:t>
            </a: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</a:pP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850">
              <a:latin typeface="Book Antiqua"/>
              <a:cs typeface="Book Antiqu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7743" y="1684350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5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1"/>
                </a:lnTo>
                <a:lnTo>
                  <a:pt x="4432566" y="198361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939569" y="1714014"/>
            <a:ext cx="72898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spc="-25">
                <a:solidFill>
                  <a:srgbClr val="FFFFFF"/>
                </a:solidFill>
                <a:latin typeface="Book Antiqua"/>
                <a:cs typeface="Book Antiqua"/>
              </a:rPr>
              <a:t>Probability</a:t>
            </a:r>
            <a:endParaRPr sz="1200">
              <a:latin typeface="Book Antiqua"/>
              <a:cs typeface="Book Antiqu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8544" y="1872421"/>
            <a:ext cx="2752090" cy="53403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1591945">
              <a:lnSpc>
                <a:spcPct val="100000"/>
              </a:lnSpc>
              <a:spcBef>
                <a:spcPts val="785"/>
              </a:spcBef>
            </a:pPr>
            <a:r>
              <a:rPr sz="1100" spc="95">
                <a:latin typeface="Book Antiqua"/>
                <a:cs typeface="Book Antiqua"/>
              </a:rPr>
              <a:t>#(</a:t>
            </a:r>
            <a:r>
              <a:rPr sz="1100" b="0" i="1" spc="95">
                <a:latin typeface="Bookman Old Style"/>
                <a:cs typeface="Bookman Old Style"/>
              </a:rPr>
              <a:t>A</a:t>
            </a:r>
            <a:r>
              <a:rPr sz="1100" spc="95">
                <a:latin typeface="Book Antiqua"/>
                <a:cs typeface="Book Antiqua"/>
              </a:rPr>
              <a:t>)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50">
                <a:latin typeface="Lucida Sans Unicode"/>
                <a:cs typeface="Lucida Sans Unicode"/>
              </a:rPr>
              <a:t>⇒</a:t>
            </a:r>
            <a:r>
              <a:rPr sz="1100" spc="-40">
                <a:latin typeface="Lucida Sans Unicode"/>
                <a:cs typeface="Lucida Sans Unicode"/>
              </a:rPr>
              <a:t> </a:t>
            </a:r>
            <a:r>
              <a:rPr sz="1100" b="0" i="1" spc="-10">
                <a:latin typeface="Bookman Old Style"/>
                <a:cs typeface="Bookman Old Style"/>
              </a:rPr>
              <a:t>length</a:t>
            </a:r>
            <a:r>
              <a:rPr sz="1100" spc="-10">
                <a:latin typeface="Book Antiqua"/>
                <a:cs typeface="Book Antiqua"/>
              </a:rPr>
              <a:t>(</a:t>
            </a:r>
            <a:r>
              <a:rPr sz="1100" b="0" i="1" spc="-10">
                <a:latin typeface="Bookman Old Style"/>
                <a:cs typeface="Bookman Old Style"/>
              </a:rPr>
              <a:t>A</a:t>
            </a:r>
            <a:r>
              <a:rPr sz="1100" spc="-10">
                <a:latin typeface="Book Antiqua"/>
                <a:cs typeface="Book Antiqua"/>
              </a:rPr>
              <a:t>)</a:t>
            </a: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680"/>
              </a:spcBef>
            </a:pPr>
            <a:r>
              <a:rPr sz="1100" b="0" i="1">
                <a:latin typeface="Bookman Old Style"/>
                <a:cs typeface="Bookman Old Style"/>
              </a:rPr>
              <a:t>A</a:t>
            </a:r>
            <a:r>
              <a:rPr sz="1100" b="0" i="1" spc="-5">
                <a:latin typeface="Bookman Old Style"/>
                <a:cs typeface="Bookman Old Style"/>
              </a:rPr>
              <a:t> </a:t>
            </a:r>
            <a:r>
              <a:rPr sz="1100" spc="-10">
                <a:latin typeface="Book Antiqua"/>
                <a:cs typeface="Book Antiqua"/>
              </a:rPr>
              <a:t>one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variable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7743" y="2532392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5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1"/>
                </a:lnTo>
                <a:lnTo>
                  <a:pt x="4432566" y="198361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939569" y="2562056"/>
            <a:ext cx="72898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spc="-25">
                <a:solidFill>
                  <a:srgbClr val="FFFFFF"/>
                </a:solidFill>
                <a:latin typeface="Book Antiqua"/>
                <a:cs typeface="Book Antiqua"/>
              </a:rPr>
              <a:t>Probability</a:t>
            </a:r>
            <a:endParaRPr sz="1200">
              <a:latin typeface="Book Antiqua"/>
              <a:cs typeface="Book Antiqu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8544" y="2720451"/>
            <a:ext cx="2694305" cy="53403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1649095">
              <a:lnSpc>
                <a:spcPct val="100000"/>
              </a:lnSpc>
              <a:spcBef>
                <a:spcPts val="785"/>
              </a:spcBef>
            </a:pPr>
            <a:r>
              <a:rPr sz="1100" spc="95">
                <a:latin typeface="Book Antiqua"/>
                <a:cs typeface="Book Antiqua"/>
              </a:rPr>
              <a:t>#(</a:t>
            </a:r>
            <a:r>
              <a:rPr sz="1100" b="0" i="1" spc="95">
                <a:latin typeface="Bookman Old Style"/>
                <a:cs typeface="Bookman Old Style"/>
              </a:rPr>
              <a:t>A</a:t>
            </a:r>
            <a:r>
              <a:rPr sz="1100" spc="95">
                <a:latin typeface="Book Antiqua"/>
                <a:cs typeface="Book Antiqua"/>
              </a:rPr>
              <a:t>)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50">
                <a:latin typeface="Lucida Sans Unicode"/>
                <a:cs typeface="Lucida Sans Unicode"/>
              </a:rPr>
              <a:t>⇒</a:t>
            </a:r>
            <a:r>
              <a:rPr sz="1100" spc="-40">
                <a:latin typeface="Lucida Sans Unicode"/>
                <a:cs typeface="Lucida Sans Unicode"/>
              </a:rPr>
              <a:t> </a:t>
            </a:r>
            <a:r>
              <a:rPr sz="1100" b="0" i="1" spc="-10">
                <a:latin typeface="Bookman Old Style"/>
                <a:cs typeface="Bookman Old Style"/>
              </a:rPr>
              <a:t>area</a:t>
            </a:r>
            <a:r>
              <a:rPr sz="1100" spc="-10">
                <a:latin typeface="Book Antiqua"/>
                <a:cs typeface="Book Antiqua"/>
              </a:rPr>
              <a:t>(</a:t>
            </a:r>
            <a:r>
              <a:rPr sz="1100" b="0" i="1" spc="-10">
                <a:latin typeface="Bookman Old Style"/>
                <a:cs typeface="Bookman Old Style"/>
              </a:rPr>
              <a:t>A</a:t>
            </a:r>
            <a:r>
              <a:rPr sz="1100" spc="-10">
                <a:latin typeface="Book Antiqua"/>
                <a:cs typeface="Book Antiqua"/>
              </a:rPr>
              <a:t>)</a:t>
            </a: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680"/>
              </a:spcBef>
            </a:pPr>
            <a:r>
              <a:rPr sz="1100" b="0" i="1">
                <a:latin typeface="Bookman Old Style"/>
                <a:cs typeface="Bookman Old Style"/>
              </a:rPr>
              <a:t>A </a:t>
            </a:r>
            <a:r>
              <a:rPr sz="1100" spc="-35">
                <a:latin typeface="Book Antiqua"/>
                <a:cs typeface="Book Antiqua"/>
              </a:rPr>
              <a:t>two</a:t>
            </a:r>
            <a:r>
              <a:rPr sz="1100" spc="6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variables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</a:rPr>
              <a:t>5/42</a:t>
            </a:r>
            <a:r>
              <a:rPr sz="600" b="0" spc="28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13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34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Probability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33" name="Picture 32" descr="\documentclass{article}&#10;\usepackage{amsmath}&#10;\pagestyle{empty}&#10;\begin{document}&#10;&#10;$\sum \Rightarrow \int$&#10;&#10;&#10;\end{document}" title="IguanaTex Bitmap Display">
            <a:extLst>
              <a:ext uri="{FF2B5EF4-FFF2-40B4-BE49-F238E27FC236}">
                <a16:creationId xmlns:a16="http://schemas.microsoft.com/office/drawing/2014/main" id="{82E9EEA5-B158-B528-70AD-87C5FE543D3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2081" y="1167917"/>
            <a:ext cx="565938" cy="19875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C4D524D-CD2E-EF4F-BAEE-75809578FB7A}"/>
                  </a:ext>
                </a:extLst>
              </p14:cNvPr>
              <p14:cNvContentPartPr/>
              <p14:nvPr/>
            </p14:nvContentPartPr>
            <p14:xfrm>
              <a:off x="1186920" y="1352160"/>
              <a:ext cx="3238560" cy="18975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C4D524D-CD2E-EF4F-BAEE-75809578FB7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77560" y="1342800"/>
                <a:ext cx="3257280" cy="1916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70193177"/>
      </p:ext>
    </p:extLst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014730">
              <a:lnSpc>
                <a:spcPct val="100000"/>
              </a:lnSpc>
              <a:spcBef>
                <a:spcPts val="135"/>
              </a:spcBef>
            </a:pPr>
            <a:r>
              <a:t>Probability</a:t>
            </a:r>
            <a:r>
              <a:rPr spc="25"/>
              <a:t> </a:t>
            </a:r>
            <a:r>
              <a:t>Density</a:t>
            </a:r>
            <a:r>
              <a:rPr spc="25"/>
              <a:t> </a:t>
            </a:r>
            <a:r>
              <a:rPr spc="-10"/>
              <a:t>Function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1035443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5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1"/>
                </a:lnTo>
                <a:lnTo>
                  <a:pt x="4432566" y="198361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56918" y="1065120"/>
            <a:ext cx="1894839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spc="-10">
                <a:solidFill>
                  <a:srgbClr val="FFFFFF"/>
                </a:solidFill>
                <a:latin typeface="Book Antiqua"/>
                <a:cs typeface="Book Antiqua"/>
              </a:rPr>
              <a:t>Probability</a:t>
            </a:r>
            <a:r>
              <a:rPr sz="1200" spc="1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200" spc="-25">
                <a:solidFill>
                  <a:srgbClr val="FFFFFF"/>
                </a:solidFill>
                <a:latin typeface="Book Antiqua"/>
                <a:cs typeface="Book Antiqua"/>
              </a:rPr>
              <a:t>Density</a:t>
            </a:r>
            <a:r>
              <a:rPr sz="1200" spc="1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200" spc="-30">
                <a:solidFill>
                  <a:srgbClr val="FFFFFF"/>
                </a:solidFill>
                <a:latin typeface="Book Antiqua"/>
                <a:cs typeface="Book Antiqua"/>
              </a:rPr>
              <a:t>Function</a:t>
            </a:r>
            <a:endParaRPr sz="1200">
              <a:latin typeface="Book Antiqua"/>
              <a:cs typeface="Book Antiqu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7743" y="1230643"/>
            <a:ext cx="4432935" cy="417017"/>
            <a:chOff x="87743" y="1221168"/>
            <a:chExt cx="4432935" cy="417017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744" y="1221168"/>
              <a:ext cx="4432566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7743" y="1265440"/>
              <a:ext cx="4432935" cy="372745"/>
            </a:xfrm>
            <a:custGeom>
              <a:avLst/>
              <a:gdLst/>
              <a:ahLst/>
              <a:cxnLst/>
              <a:rect l="l" t="t" r="r" b="b"/>
              <a:pathLst>
                <a:path w="4432935" h="372744">
                  <a:moveTo>
                    <a:pt x="4432566" y="0"/>
                  </a:moveTo>
                  <a:lnTo>
                    <a:pt x="0" y="0"/>
                  </a:lnTo>
                  <a:lnTo>
                    <a:pt x="0" y="321856"/>
                  </a:lnTo>
                  <a:lnTo>
                    <a:pt x="4008" y="341580"/>
                  </a:lnTo>
                  <a:lnTo>
                    <a:pt x="14922" y="357733"/>
                  </a:lnTo>
                  <a:lnTo>
                    <a:pt x="31075" y="368647"/>
                  </a:lnTo>
                  <a:lnTo>
                    <a:pt x="50800" y="372656"/>
                  </a:lnTo>
                  <a:lnTo>
                    <a:pt x="4381766" y="372656"/>
                  </a:lnTo>
                  <a:lnTo>
                    <a:pt x="4401491" y="368647"/>
                  </a:lnTo>
                  <a:lnTo>
                    <a:pt x="4417644" y="357733"/>
                  </a:lnTo>
                  <a:lnTo>
                    <a:pt x="4428558" y="341580"/>
                  </a:lnTo>
                  <a:lnTo>
                    <a:pt x="4432566" y="321856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EBEB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00444" y="755992"/>
            <a:ext cx="4509135" cy="8439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102235" algn="ctr">
              <a:lnSpc>
                <a:spcPct val="100000"/>
              </a:lnSpc>
              <a:spcBef>
                <a:spcPts val="90"/>
              </a:spcBef>
            </a:pPr>
            <a:r>
              <a:rPr sz="1100">
                <a:latin typeface="Book Antiqua"/>
                <a:cs typeface="Book Antiqua"/>
              </a:rPr>
              <a:t>A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35">
                <a:latin typeface="Book Antiqua"/>
                <a:cs typeface="Book Antiqua"/>
              </a:rPr>
              <a:t>continuous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Random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Variable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 b="0" i="1" spc="130">
                <a:latin typeface="Bookman Old Style"/>
                <a:cs typeface="Bookman Old Style"/>
              </a:rPr>
              <a:t>X</a:t>
            </a:r>
            <a:r>
              <a:rPr sz="1100" b="0" i="1" spc="45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has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Probability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 b="1" spc="-10">
                <a:latin typeface="Georgia"/>
                <a:cs typeface="Georgia"/>
              </a:rPr>
              <a:t>Density</a:t>
            </a:r>
            <a:r>
              <a:rPr sz="1100" b="1" spc="40">
                <a:latin typeface="Georgia"/>
                <a:cs typeface="Georgia"/>
              </a:rPr>
              <a:t> </a:t>
            </a:r>
            <a:r>
              <a:rPr sz="1100" spc="-10">
                <a:latin typeface="Book Antiqua"/>
                <a:cs typeface="Book Antiqua"/>
              </a:rPr>
              <a:t>Function</a:t>
            </a: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</a:pP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850">
              <a:latin typeface="Book Antiqua"/>
              <a:cs typeface="Book Antiqua"/>
            </a:endParaRPr>
          </a:p>
          <a:p>
            <a:pPr marR="93345" algn="ctr">
              <a:lnSpc>
                <a:spcPct val="100000"/>
              </a:lnSpc>
            </a:pPr>
            <a:r>
              <a:rPr sz="1100">
                <a:latin typeface="Book Antiqua"/>
                <a:cs typeface="Book Antiqua"/>
              </a:rPr>
              <a:t>Probability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Density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Function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-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b="1" spc="-35">
                <a:latin typeface="Georgia"/>
                <a:cs typeface="Georgia"/>
              </a:rPr>
              <a:t>nonnegative</a:t>
            </a:r>
            <a:r>
              <a:rPr sz="1100" b="1" spc="75">
                <a:latin typeface="Georgia"/>
                <a:cs typeface="Georgia"/>
              </a:rPr>
              <a:t> </a:t>
            </a:r>
            <a:r>
              <a:rPr sz="1100" b="1" spc="-10">
                <a:latin typeface="Georgia"/>
                <a:cs typeface="Georgia"/>
              </a:rPr>
              <a:t>function</a:t>
            </a:r>
            <a:endParaRPr sz="1100">
              <a:latin typeface="Georgia"/>
              <a:cs typeface="Georgia"/>
            </a:endParaRPr>
          </a:p>
          <a:p>
            <a:pPr marR="93980" algn="ctr">
              <a:lnSpc>
                <a:spcPct val="100000"/>
              </a:lnSpc>
              <a:spcBef>
                <a:spcPts val="35"/>
              </a:spcBef>
            </a:pPr>
            <a:r>
              <a:rPr sz="1100" b="0" i="1" spc="145">
                <a:latin typeface="Bookman Old Style"/>
                <a:cs typeface="Bookman Old Style"/>
              </a:rPr>
              <a:t>f</a:t>
            </a:r>
            <a:r>
              <a:rPr sz="1200" b="0" i="1" spc="217" baseline="-10416">
                <a:latin typeface="Bookman Old Style"/>
                <a:cs typeface="Bookman Old Style"/>
              </a:rPr>
              <a:t>X</a:t>
            </a:r>
            <a:r>
              <a:rPr sz="1200" b="0" i="1" spc="240" baseline="-10416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: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Ω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50">
                <a:latin typeface="Lucida Sans Unicode"/>
                <a:cs typeface="Lucida Sans Unicode"/>
              </a:rPr>
              <a:t>→</a:t>
            </a:r>
            <a:r>
              <a:rPr sz="1100" spc="-45">
                <a:latin typeface="Lucida Sans Unicode"/>
                <a:cs typeface="Lucida Sans Unicode"/>
              </a:rPr>
              <a:t> </a:t>
            </a:r>
            <a:r>
              <a:rPr sz="1100" spc="-40">
                <a:latin typeface="Book Antiqua"/>
                <a:cs typeface="Book Antiqua"/>
              </a:rPr>
              <a:t>[0</a:t>
            </a:r>
            <a:r>
              <a:rPr sz="1100" b="0" i="1" spc="-40">
                <a:latin typeface="Bookman Old Style"/>
                <a:cs typeface="Bookman Old Style"/>
              </a:rPr>
              <a:t>,</a:t>
            </a:r>
            <a:r>
              <a:rPr sz="1100" b="0" i="1" spc="-150">
                <a:latin typeface="Bookman Old Style"/>
                <a:cs typeface="Bookman Old Style"/>
              </a:rPr>
              <a:t> </a:t>
            </a:r>
            <a:r>
              <a:rPr sz="1100" spc="-35">
                <a:latin typeface="Lucida Sans Unicode"/>
                <a:cs typeface="Lucida Sans Unicode"/>
              </a:rPr>
              <a:t>∞</a:t>
            </a:r>
            <a:r>
              <a:rPr sz="1100" spc="-35">
                <a:latin typeface="Book Antiqua"/>
                <a:cs typeface="Book Antiqua"/>
              </a:rPr>
              <a:t>]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</a:rPr>
              <a:t>7/42</a:t>
            </a:r>
            <a:r>
              <a:rPr sz="600" b="0" spc="28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13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34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Probability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and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for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18" name="Picture 17" descr="\documentclass{article}&#10;\usepackage{amsmath}&#10;\pagestyle{empty}&#10;\begin{document}&#10;&#10;&#10;$P(X\in B) =\int_B f_X(x)dx $&#10;&#10;\end{document}" title="IguanaTex Bitmap Display">
            <a:extLst>
              <a:ext uri="{FF2B5EF4-FFF2-40B4-BE49-F238E27FC236}">
                <a16:creationId xmlns:a16="http://schemas.microsoft.com/office/drawing/2014/main" id="{210F773E-125D-A3CB-1517-7BA3436A28D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8476" y="1956814"/>
            <a:ext cx="1599589" cy="17230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5B38938-F7B4-7A94-4DE3-51CE88FF41EB}"/>
                  </a:ext>
                </a:extLst>
              </p14:cNvPr>
              <p14:cNvContentPartPr/>
              <p14:nvPr/>
            </p14:nvContentPartPr>
            <p14:xfrm>
              <a:off x="280080" y="947880"/>
              <a:ext cx="4256280" cy="22100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5B38938-F7B4-7A94-4DE3-51CE88FF41E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70720" y="938520"/>
                <a:ext cx="4275000" cy="2228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9926" y="62407"/>
            <a:ext cx="23279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30">
                <a:solidFill>
                  <a:srgbClr val="FFFFFF"/>
                </a:solidFill>
                <a:latin typeface="Book Antiqua"/>
                <a:cs typeface="Book Antiqua"/>
              </a:rPr>
              <a:t>Continuous</a:t>
            </a:r>
            <a:r>
              <a:rPr sz="1400" spc="-5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>
                <a:solidFill>
                  <a:srgbClr val="FFFFFF"/>
                </a:solidFill>
                <a:latin typeface="Book Antiqua"/>
                <a:cs typeface="Book Antiqua"/>
              </a:rPr>
              <a:t>Random</a:t>
            </a:r>
            <a:r>
              <a:rPr sz="1400" spc="-5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spc="-10">
                <a:solidFill>
                  <a:srgbClr val="FFFFFF"/>
                </a:solidFill>
                <a:latin typeface="Book Antiqua"/>
                <a:cs typeface="Book Antiqua"/>
              </a:rPr>
              <a:t>Variable</a:t>
            </a:r>
            <a:endParaRPr sz="1400">
              <a:latin typeface="Book Antiqua"/>
              <a:cs typeface="Book Antiq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4089" y="815975"/>
            <a:ext cx="9036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>
                <a:latin typeface="Book Antiqua"/>
                <a:cs typeface="Book Antiqua"/>
              </a:rPr>
              <a:t>Some notation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8529" y="1123564"/>
            <a:ext cx="4432935" cy="278765"/>
          </a:xfrm>
          <a:custGeom>
            <a:avLst/>
            <a:gdLst/>
            <a:ahLst/>
            <a:cxnLst/>
            <a:rect l="l" t="t" r="r" b="b"/>
            <a:pathLst>
              <a:path w="4432935" h="278764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78498"/>
                </a:lnTo>
                <a:lnTo>
                  <a:pt x="4432566" y="278498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543050" y="1217546"/>
            <a:ext cx="1645920" cy="259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b="0" i="1">
                <a:solidFill>
                  <a:srgbClr val="FFFFFF"/>
                </a:solidFill>
                <a:latin typeface="Bookman Old Style"/>
                <a:cs typeface="Bookman Old Style"/>
              </a:rPr>
              <a:t>B</a:t>
            </a:r>
            <a:r>
              <a:rPr sz="1200" b="0" i="1" spc="45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1200" spc="180">
                <a:solidFill>
                  <a:srgbClr val="FFFFFF"/>
                </a:solidFill>
                <a:latin typeface="Book Antiqua"/>
                <a:cs typeface="Book Antiqua"/>
              </a:rPr>
              <a:t>=</a:t>
            </a:r>
            <a:r>
              <a:rPr sz="1200" spc="5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200" spc="-45">
                <a:solidFill>
                  <a:srgbClr val="FFFFFF"/>
                </a:solidFill>
                <a:latin typeface="Book Antiqua"/>
                <a:cs typeface="Book Antiqua"/>
              </a:rPr>
              <a:t>(</a:t>
            </a:r>
            <a:r>
              <a:rPr sz="1200" b="0" i="1" spc="-45">
                <a:solidFill>
                  <a:srgbClr val="FFFFFF"/>
                </a:solidFill>
                <a:latin typeface="Bookman Old Style"/>
                <a:cs typeface="Bookman Old Style"/>
              </a:rPr>
              <a:t>a,</a:t>
            </a:r>
            <a:r>
              <a:rPr sz="1200" b="0" i="1" spc="-15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1200" b="0" i="1" spc="-95">
                <a:solidFill>
                  <a:srgbClr val="FFFFFF"/>
                </a:solidFill>
                <a:latin typeface="Bookman Old Style"/>
                <a:cs typeface="Bookman Old Style"/>
              </a:rPr>
              <a:t>b</a:t>
            </a:r>
            <a:r>
              <a:rPr sz="1200" spc="-95">
                <a:solidFill>
                  <a:srgbClr val="FFFFFF"/>
                </a:solidFill>
                <a:latin typeface="Book Antiqua"/>
                <a:cs typeface="Book Antiqua"/>
              </a:rPr>
              <a:t>)</a:t>
            </a:r>
            <a:r>
              <a:rPr sz="1200" spc="-25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200" spc="-170">
                <a:solidFill>
                  <a:srgbClr val="FFFFFF"/>
                </a:solidFill>
                <a:latin typeface="Lucida Sans Unicode"/>
                <a:cs typeface="Lucida Sans Unicode"/>
              </a:rPr>
              <a:t>∪</a:t>
            </a:r>
            <a:r>
              <a:rPr sz="120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30">
                <a:solidFill>
                  <a:srgbClr val="FFFFFF"/>
                </a:solidFill>
                <a:latin typeface="Book Antiqua"/>
                <a:cs typeface="Book Antiqua"/>
              </a:rPr>
              <a:t>(</a:t>
            </a:r>
            <a:r>
              <a:rPr sz="1200" b="0" i="1" spc="-30">
                <a:solidFill>
                  <a:srgbClr val="FFFFFF"/>
                </a:solidFill>
                <a:latin typeface="Bookman Old Style"/>
                <a:cs typeface="Bookman Old Style"/>
              </a:rPr>
              <a:t>c,</a:t>
            </a:r>
            <a:r>
              <a:rPr sz="1200" b="0" i="1" spc="-15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1200" b="0" i="1" spc="-55">
                <a:solidFill>
                  <a:srgbClr val="FFFFFF"/>
                </a:solidFill>
                <a:latin typeface="Bookman Old Style"/>
                <a:cs typeface="Bookman Old Style"/>
              </a:rPr>
              <a:t>d</a:t>
            </a:r>
            <a:r>
              <a:rPr sz="1200" spc="-55">
                <a:solidFill>
                  <a:srgbClr val="FFFFFF"/>
                </a:solidFill>
                <a:latin typeface="Book Antiqua"/>
                <a:cs typeface="Book Antiqua"/>
              </a:rPr>
              <a:t>)</a:t>
            </a:r>
            <a:r>
              <a:rPr sz="1200" spc="-25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200" spc="-170">
                <a:solidFill>
                  <a:srgbClr val="FFFFFF"/>
                </a:solidFill>
                <a:latin typeface="Lucida Sans Unicode"/>
                <a:cs typeface="Lucida Sans Unicode"/>
              </a:rPr>
              <a:t>∪</a:t>
            </a:r>
            <a:r>
              <a:rPr sz="120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40">
                <a:solidFill>
                  <a:srgbClr val="FFFFFF"/>
                </a:solidFill>
                <a:latin typeface="Book Antiqua"/>
                <a:cs typeface="Book Antiqua"/>
              </a:rPr>
              <a:t>(</a:t>
            </a:r>
            <a:r>
              <a:rPr sz="1200" b="0" i="1" spc="-40">
                <a:solidFill>
                  <a:srgbClr val="FFFFFF"/>
                </a:solidFill>
                <a:latin typeface="Bookman Old Style"/>
                <a:cs typeface="Bookman Old Style"/>
              </a:rPr>
              <a:t>e,</a:t>
            </a:r>
            <a:r>
              <a:rPr sz="1200" b="0" i="1" spc="-15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1200" b="0" i="1" spc="165">
                <a:solidFill>
                  <a:srgbClr val="FFFFFF"/>
                </a:solidFill>
                <a:latin typeface="Bookman Old Style"/>
                <a:cs typeface="Bookman Old Style"/>
              </a:rPr>
              <a:t>f</a:t>
            </a:r>
            <a:r>
              <a:rPr sz="1200" b="0" i="1" spc="-229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1200">
                <a:solidFill>
                  <a:srgbClr val="FFFFFF"/>
                </a:solidFill>
                <a:latin typeface="Book Antiqua"/>
                <a:cs typeface="Book Antiqua"/>
              </a:rPr>
              <a:t>)</a:t>
            </a:r>
            <a:endParaRPr sz="1200">
              <a:latin typeface="Book Antiqua"/>
              <a:cs typeface="Book Antiqua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35"/>
              </a:spcBef>
            </a:pPr>
            <a:r>
              <a:t>6/42</a:t>
            </a:r>
            <a:r>
              <a:rPr spc="290"/>
              <a:t> </a:t>
            </a:r>
            <a:r>
              <a:rPr b="0" spc="-10">
                <a:latin typeface="Times New Roman"/>
                <a:cs typeface="Times New Roman"/>
              </a:rPr>
              <a:t>13</a:t>
            </a:r>
            <a:r>
              <a:rPr spc="-10"/>
              <a:t>:</a:t>
            </a:r>
            <a:r>
              <a:rPr b="0" spc="-10">
                <a:latin typeface="Times New Roman"/>
                <a:cs typeface="Times New Roman"/>
              </a:rPr>
              <a:t>34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Probability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30" name="Picture 29" descr="\documentclass{article}&#10;\usepackage{amsmath}&#10;\pagestyle{empty}&#10;\begin{document}&#10;&#10;$\int_B dx = \int_a^b dx + \int_c^d dx +\int_e^f dx$&#10;&#10;&#10;\end{document}" title="IguanaTex Bitmap Display">
            <a:extLst>
              <a:ext uri="{FF2B5EF4-FFF2-40B4-BE49-F238E27FC236}">
                <a16:creationId xmlns:a16="http://schemas.microsoft.com/office/drawing/2014/main" id="{05871298-48FF-B116-9CF1-99AB6408C28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480" y="1550654"/>
            <a:ext cx="2263140" cy="24111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4805FD6-307E-4752-F644-C48A74CF0776}"/>
                  </a:ext>
                </a:extLst>
              </p14:cNvPr>
              <p14:cNvContentPartPr/>
              <p14:nvPr/>
            </p14:nvContentPartPr>
            <p14:xfrm>
              <a:off x="75600" y="278640"/>
              <a:ext cx="4325400" cy="15973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4805FD6-307E-4752-F644-C48A74CF077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6240" y="269280"/>
                <a:ext cx="4344120" cy="1616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48005">
              <a:lnSpc>
                <a:spcPct val="100000"/>
              </a:lnSpc>
              <a:spcBef>
                <a:spcPts val="135"/>
              </a:spcBef>
            </a:pPr>
            <a:r>
              <a:t>Probability</a:t>
            </a:r>
            <a:r>
              <a:rPr spc="25"/>
              <a:t> </a:t>
            </a:r>
            <a:r>
              <a:t>Density</a:t>
            </a:r>
            <a:r>
              <a:rPr spc="25"/>
              <a:t> </a:t>
            </a:r>
            <a:r>
              <a:rPr spc="-10"/>
              <a:t>Functions</a:t>
            </a:r>
            <a:r>
              <a:rPr spc="25"/>
              <a:t> </a:t>
            </a:r>
            <a:r>
              <a:rPr spc="-10"/>
              <a:t>Attributes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894842"/>
            <a:ext cx="63233" cy="6323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809358"/>
            <a:ext cx="23501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>
                <a:latin typeface="Book Antiqua"/>
                <a:cs typeface="Book Antiqua"/>
              </a:rPr>
              <a:t>Usually</a:t>
            </a:r>
            <a:r>
              <a:rPr sz="1100" spc="60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80">
                <a:latin typeface="Bookman Old Style"/>
                <a:cs typeface="Bookman Old Style"/>
              </a:rPr>
              <a:t> </a:t>
            </a:r>
            <a:r>
              <a:rPr sz="1100" spc="90">
                <a:latin typeface="Book Antiqua"/>
                <a:cs typeface="Book Antiqua"/>
              </a:rPr>
              <a:t>(</a:t>
            </a:r>
            <a:r>
              <a:rPr sz="1100" b="0" i="1" spc="90">
                <a:latin typeface="Bookman Old Style"/>
                <a:cs typeface="Bookman Old Style"/>
              </a:rPr>
              <a:t>X</a:t>
            </a:r>
            <a:r>
              <a:rPr sz="1100" b="0" i="1" spc="30">
                <a:latin typeface="Bookman Old Style"/>
                <a:cs typeface="Bookman Old Style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0</a:t>
            </a:r>
            <a:r>
              <a:rPr sz="1100" spc="6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for</a:t>
            </a:r>
            <a:r>
              <a:rPr sz="1100" spc="6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most</a:t>
            </a:r>
            <a:r>
              <a:rPr sz="1100" spc="65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values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</a:rPr>
              <a:t>9/42</a:t>
            </a:r>
            <a:r>
              <a:rPr sz="600" b="0" spc="28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13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34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1704428" y="3347543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Probability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CDC9CD8-72F7-9C7E-7C86-201D60E52D90}"/>
                  </a:ext>
                </a:extLst>
              </p14:cNvPr>
              <p14:cNvContentPartPr/>
              <p14:nvPr/>
            </p14:nvContentPartPr>
            <p14:xfrm>
              <a:off x="2080080" y="758160"/>
              <a:ext cx="2168280" cy="10684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CDC9CD8-72F7-9C7E-7C86-201D60E52D9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70720" y="748800"/>
                <a:ext cx="2187000" cy="108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F1F96BA-1104-217B-5FF2-0CB1403AEE05}"/>
                  </a:ext>
                </a:extLst>
              </p14:cNvPr>
              <p14:cNvContentPartPr/>
              <p14:nvPr/>
            </p14:nvContentPartPr>
            <p14:xfrm>
              <a:off x="999360" y="785160"/>
              <a:ext cx="1743480" cy="2714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F1F96BA-1104-217B-5FF2-0CB1403AEE0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90000" y="775800"/>
                <a:ext cx="1762200" cy="290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48005">
              <a:lnSpc>
                <a:spcPct val="100000"/>
              </a:lnSpc>
              <a:spcBef>
                <a:spcPts val="135"/>
              </a:spcBef>
            </a:pPr>
            <a:r>
              <a:t>Probability</a:t>
            </a:r>
            <a:r>
              <a:rPr spc="25"/>
              <a:t> </a:t>
            </a:r>
            <a:r>
              <a:t>Density</a:t>
            </a:r>
            <a:r>
              <a:rPr spc="25"/>
              <a:t> </a:t>
            </a:r>
            <a:r>
              <a:rPr spc="-10"/>
              <a:t>Functions</a:t>
            </a:r>
            <a:r>
              <a:rPr spc="25"/>
              <a:t> </a:t>
            </a:r>
            <a:r>
              <a:rPr spc="-10"/>
              <a:t>Attributes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894842"/>
            <a:ext cx="63233" cy="6323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809358"/>
            <a:ext cx="23501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>
                <a:latin typeface="Book Antiqua"/>
                <a:cs typeface="Book Antiqua"/>
              </a:rPr>
              <a:t>Usually</a:t>
            </a:r>
            <a:r>
              <a:rPr sz="1100" spc="60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80">
                <a:latin typeface="Bookman Old Style"/>
                <a:cs typeface="Bookman Old Style"/>
              </a:rPr>
              <a:t> </a:t>
            </a:r>
            <a:r>
              <a:rPr sz="1100" spc="90">
                <a:latin typeface="Book Antiqua"/>
                <a:cs typeface="Book Antiqua"/>
              </a:rPr>
              <a:t>(</a:t>
            </a:r>
            <a:r>
              <a:rPr sz="1100" b="0" i="1" spc="90">
                <a:latin typeface="Bookman Old Style"/>
                <a:cs typeface="Bookman Old Style"/>
              </a:rPr>
              <a:t>X</a:t>
            </a:r>
            <a:r>
              <a:rPr sz="1100" b="0" i="1" spc="30">
                <a:latin typeface="Bookman Old Style"/>
                <a:cs typeface="Bookman Old Style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0</a:t>
            </a:r>
            <a:r>
              <a:rPr sz="1100" spc="6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for</a:t>
            </a:r>
            <a:r>
              <a:rPr sz="1100" spc="6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most</a:t>
            </a:r>
            <a:r>
              <a:rPr sz="1100" spc="65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values</a:t>
            </a:r>
            <a:endParaRPr sz="1100">
              <a:latin typeface="Book Antiqua"/>
              <a:cs typeface="Book Antiqu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1104874"/>
            <a:ext cx="63233" cy="6323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77532" y="1019391"/>
            <a:ext cx="6877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 spc="145">
                <a:latin typeface="Bookman Old Style"/>
                <a:cs typeface="Bookman Old Style"/>
              </a:rPr>
              <a:t>f</a:t>
            </a:r>
            <a:r>
              <a:rPr sz="1200" b="0" i="1" spc="217" baseline="-10416">
                <a:latin typeface="Bookman Old Style"/>
                <a:cs typeface="Bookman Old Style"/>
              </a:rPr>
              <a:t>X</a:t>
            </a:r>
            <a:r>
              <a:rPr sz="1200" b="0" i="1" spc="-172" baseline="-10416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65">
                <a:latin typeface="Book Antiqua"/>
                <a:cs typeface="Book Antiqua"/>
              </a:rPr>
              <a:t> </a:t>
            </a:r>
            <a:r>
              <a:rPr sz="1100">
                <a:latin typeface="Lucida Sans Unicode"/>
                <a:cs typeface="Lucida Sans Unicode"/>
              </a:rPr>
              <a:t>≥ </a:t>
            </a:r>
            <a:r>
              <a:rPr sz="1100" spc="-50">
                <a:latin typeface="Book Antiqua"/>
                <a:cs typeface="Book Antiqua"/>
              </a:rPr>
              <a:t>0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98664" y="1104633"/>
            <a:ext cx="1028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295">
                <a:latin typeface="Arial"/>
                <a:cs typeface="Arial"/>
              </a:rPr>
              <a:t> </a:t>
            </a:r>
            <a:endParaRPr sz="11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</a:rPr>
              <a:t>9/42</a:t>
            </a:r>
            <a:r>
              <a:rPr sz="600" b="0" spc="28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13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34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1704428" y="3347543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Probability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and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for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3E3D018-6A56-01DF-E3FA-EE3C0C87DAFF}"/>
                  </a:ext>
                </a:extLst>
              </p14:cNvPr>
              <p14:cNvContentPartPr/>
              <p14:nvPr/>
            </p14:nvContentPartPr>
            <p14:xfrm>
              <a:off x="396360" y="1199880"/>
              <a:ext cx="617760" cy="586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3E3D018-6A56-01DF-E3FA-EE3C0C87DAF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87000" y="1190520"/>
                <a:ext cx="636480" cy="77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99811667"/>
      </p:ext>
    </p:extLst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48005">
              <a:lnSpc>
                <a:spcPct val="100000"/>
              </a:lnSpc>
              <a:spcBef>
                <a:spcPts val="135"/>
              </a:spcBef>
            </a:pPr>
            <a:r>
              <a:t>Probability</a:t>
            </a:r>
            <a:r>
              <a:rPr spc="25"/>
              <a:t> </a:t>
            </a:r>
            <a:r>
              <a:t>Density</a:t>
            </a:r>
            <a:r>
              <a:rPr spc="25"/>
              <a:t> </a:t>
            </a:r>
            <a:r>
              <a:rPr spc="-10"/>
              <a:t>Functions</a:t>
            </a:r>
            <a:r>
              <a:rPr spc="25"/>
              <a:t> </a:t>
            </a:r>
            <a:r>
              <a:rPr spc="-10"/>
              <a:t>Attributes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894842"/>
            <a:ext cx="63233" cy="6323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809358"/>
            <a:ext cx="23501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>
                <a:latin typeface="Book Antiqua"/>
                <a:cs typeface="Book Antiqua"/>
              </a:rPr>
              <a:t>Usually</a:t>
            </a:r>
            <a:r>
              <a:rPr sz="1100" spc="60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80">
                <a:latin typeface="Bookman Old Style"/>
                <a:cs typeface="Bookman Old Style"/>
              </a:rPr>
              <a:t> </a:t>
            </a:r>
            <a:r>
              <a:rPr sz="1100" spc="90">
                <a:latin typeface="Book Antiqua"/>
                <a:cs typeface="Book Antiqua"/>
              </a:rPr>
              <a:t>(</a:t>
            </a:r>
            <a:r>
              <a:rPr sz="1100" b="0" i="1" spc="90">
                <a:latin typeface="Bookman Old Style"/>
                <a:cs typeface="Bookman Old Style"/>
              </a:rPr>
              <a:t>X</a:t>
            </a:r>
            <a:r>
              <a:rPr sz="1100" b="0" i="1" spc="30">
                <a:latin typeface="Bookman Old Style"/>
                <a:cs typeface="Bookman Old Style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0</a:t>
            </a:r>
            <a:r>
              <a:rPr sz="1100" spc="6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for</a:t>
            </a:r>
            <a:r>
              <a:rPr sz="1100" spc="6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most</a:t>
            </a:r>
            <a:r>
              <a:rPr sz="1100" spc="65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values</a:t>
            </a:r>
            <a:endParaRPr sz="1100">
              <a:latin typeface="Book Antiqua"/>
              <a:cs typeface="Book Antiqua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3133" y="1104874"/>
            <a:ext cx="63233" cy="6323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77532" y="1019391"/>
            <a:ext cx="6877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 spc="145">
                <a:latin typeface="Bookman Old Style"/>
                <a:cs typeface="Bookman Old Style"/>
              </a:rPr>
              <a:t>f</a:t>
            </a:r>
            <a:r>
              <a:rPr sz="1200" b="0" i="1" spc="217" baseline="-10416">
                <a:latin typeface="Bookman Old Style"/>
                <a:cs typeface="Bookman Old Style"/>
              </a:rPr>
              <a:t>X</a:t>
            </a:r>
            <a:r>
              <a:rPr sz="1200" b="0" i="1" spc="-172" baseline="-10416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65">
                <a:latin typeface="Book Antiqua"/>
                <a:cs typeface="Book Antiqua"/>
              </a:rPr>
              <a:t> </a:t>
            </a:r>
            <a:r>
              <a:rPr sz="1100">
                <a:latin typeface="Lucida Sans Unicode"/>
                <a:cs typeface="Lucida Sans Unicode"/>
              </a:rPr>
              <a:t>≥ </a:t>
            </a:r>
            <a:r>
              <a:rPr sz="1100" spc="-50">
                <a:latin typeface="Book Antiqua"/>
                <a:cs typeface="Book Antiqua"/>
              </a:rPr>
              <a:t>0</a:t>
            </a:r>
            <a:endParaRPr sz="1100">
              <a:latin typeface="Book Antiqua"/>
              <a:cs typeface="Book Antiqua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3133" y="1378699"/>
            <a:ext cx="63233" cy="6323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98664" y="1104633"/>
            <a:ext cx="1028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295">
                <a:latin typeface="Arial"/>
                <a:cs typeface="Arial"/>
              </a:rPr>
              <a:t> 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75626" y="1456169"/>
            <a:ext cx="1035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>
                <a:latin typeface="Century"/>
                <a:cs typeface="Century"/>
              </a:rPr>
              <a:t>Ω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7532" y="1293215"/>
            <a:ext cx="18192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1017269" algn="l"/>
              </a:tabLst>
            </a:pP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75">
                <a:latin typeface="Bookman Old Style"/>
                <a:cs typeface="Bookman Old Style"/>
              </a:rPr>
              <a:t> </a:t>
            </a:r>
            <a:r>
              <a:rPr sz="1100" spc="90">
                <a:latin typeface="Book Antiqua"/>
                <a:cs typeface="Book Antiqua"/>
              </a:rPr>
              <a:t>(</a:t>
            </a:r>
            <a:r>
              <a:rPr sz="1100" b="0" i="1" spc="90">
                <a:latin typeface="Bookman Old Style"/>
                <a:cs typeface="Bookman Old Style"/>
              </a:rPr>
              <a:t>X</a:t>
            </a:r>
            <a:r>
              <a:rPr sz="1100" b="0" i="1" spc="65">
                <a:latin typeface="Bookman Old Style"/>
                <a:cs typeface="Bookman Old Style"/>
              </a:rPr>
              <a:t> </a:t>
            </a:r>
            <a:r>
              <a:rPr sz="1100" spc="-155">
                <a:latin typeface="Lucida Sans Unicode"/>
                <a:cs typeface="Lucida Sans Unicode"/>
              </a:rPr>
              <a:t>∈</a:t>
            </a:r>
            <a:r>
              <a:rPr sz="1100" spc="-35">
                <a:latin typeface="Lucida Sans Unicode"/>
                <a:cs typeface="Lucida Sans Unicode"/>
              </a:rPr>
              <a:t> </a:t>
            </a:r>
            <a:r>
              <a:rPr sz="1100">
                <a:latin typeface="Book Antiqua"/>
                <a:cs typeface="Book Antiqua"/>
              </a:rPr>
              <a:t>Ω)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 spc="130">
                <a:latin typeface="Book Antiqua"/>
                <a:cs typeface="Book Antiqua"/>
              </a:rPr>
              <a:t>=</a:t>
            </a:r>
            <a:r>
              <a:rPr sz="1100">
                <a:latin typeface="Book Antiqua"/>
                <a:cs typeface="Book Antiqua"/>
              </a:rPr>
              <a:t>	</a:t>
            </a:r>
            <a:r>
              <a:rPr sz="1100" b="0" i="1" spc="145">
                <a:latin typeface="Bookman Old Style"/>
                <a:cs typeface="Bookman Old Style"/>
              </a:rPr>
              <a:t>f</a:t>
            </a:r>
            <a:r>
              <a:rPr sz="1200" b="0" i="1" spc="217" baseline="-10416">
                <a:latin typeface="Bookman Old Style"/>
                <a:cs typeface="Bookman Old Style"/>
              </a:rPr>
              <a:t>X</a:t>
            </a:r>
            <a:r>
              <a:rPr sz="1200" b="0" i="1" spc="-195" baseline="-10416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b="0" i="1">
                <a:latin typeface="Bookman Old Style"/>
                <a:cs typeface="Bookman Old Style"/>
              </a:rPr>
              <a:t>dx</a:t>
            </a:r>
            <a:r>
              <a:rPr sz="1100" b="0" i="1" spc="-20">
                <a:latin typeface="Bookman Old Style"/>
                <a:cs typeface="Bookman Old Style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50">
                <a:latin typeface="Book Antiqua"/>
                <a:cs typeface="Book Antiqua"/>
              </a:rPr>
              <a:t>1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10640" y="1469453"/>
            <a:ext cx="1028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295">
                <a:latin typeface="Arial"/>
                <a:cs typeface="Arial"/>
              </a:rPr>
              <a:t> </a:t>
            </a:r>
            <a:endParaRPr sz="11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</a:rPr>
              <a:t>9/42</a:t>
            </a:r>
            <a:r>
              <a:rPr sz="600" b="0" spc="28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13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34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1704428" y="3347543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Probability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and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for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32" name="Picture 31" descr="\documentclass{article}&#10;\usepackage{amsmath}&#10;\pagestyle{empty}&#10;\begin{document}&#10;&#10;$\int$&#10;&#10;&#10;\end{document}" title="IguanaTex Bitmap Display">
            <a:extLst>
              <a:ext uri="{FF2B5EF4-FFF2-40B4-BE49-F238E27FC236}">
                <a16:creationId xmlns:a16="http://schemas.microsoft.com/office/drawing/2014/main" id="{60AD30EB-3CBC-DF89-897F-B051FDE9157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734" y="1255347"/>
            <a:ext cx="140800" cy="2816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4E0C2EC-583B-F76D-1980-86737A54AA04}"/>
                  </a:ext>
                </a:extLst>
              </p14:cNvPr>
              <p14:cNvContentPartPr/>
              <p14:nvPr/>
            </p14:nvContentPartPr>
            <p14:xfrm>
              <a:off x="562680" y="1473480"/>
              <a:ext cx="1712520" cy="1720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4E0C2EC-583B-F76D-1980-86737A54AA0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53320" y="1464120"/>
                <a:ext cx="1731240" cy="190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89327197"/>
      </p:ext>
    </p:extLst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48005">
              <a:lnSpc>
                <a:spcPct val="100000"/>
              </a:lnSpc>
              <a:spcBef>
                <a:spcPts val="135"/>
              </a:spcBef>
            </a:pPr>
            <a:r>
              <a:t>Probability</a:t>
            </a:r>
            <a:r>
              <a:rPr spc="25"/>
              <a:t> </a:t>
            </a:r>
            <a:r>
              <a:t>Density</a:t>
            </a:r>
            <a:r>
              <a:rPr spc="25"/>
              <a:t> </a:t>
            </a:r>
            <a:r>
              <a:rPr spc="-10"/>
              <a:t>Functions</a:t>
            </a:r>
            <a:r>
              <a:rPr spc="25"/>
              <a:t> </a:t>
            </a:r>
            <a:r>
              <a:rPr spc="-10"/>
              <a:t>Attributes</a:t>
            </a:r>
          </a:p>
        </p:txBody>
      </p:sp>
      <p:pic>
        <p:nvPicPr>
          <p:cNvPr id="3" name="object 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3133" y="894842"/>
            <a:ext cx="63233" cy="6323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809358"/>
            <a:ext cx="23501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>
                <a:latin typeface="Book Antiqua"/>
                <a:cs typeface="Book Antiqua"/>
              </a:rPr>
              <a:t>Usually</a:t>
            </a:r>
            <a:r>
              <a:rPr sz="1100" spc="60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80">
                <a:latin typeface="Bookman Old Style"/>
                <a:cs typeface="Bookman Old Style"/>
              </a:rPr>
              <a:t> </a:t>
            </a:r>
            <a:r>
              <a:rPr sz="1100" spc="90">
                <a:latin typeface="Book Antiqua"/>
                <a:cs typeface="Book Antiqua"/>
              </a:rPr>
              <a:t>(</a:t>
            </a:r>
            <a:r>
              <a:rPr sz="1100" b="0" i="1" spc="90">
                <a:latin typeface="Bookman Old Style"/>
                <a:cs typeface="Bookman Old Style"/>
              </a:rPr>
              <a:t>X</a:t>
            </a:r>
            <a:r>
              <a:rPr sz="1100" b="0" i="1" spc="30">
                <a:latin typeface="Bookman Old Style"/>
                <a:cs typeface="Bookman Old Style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0</a:t>
            </a:r>
            <a:r>
              <a:rPr sz="1100" spc="6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for</a:t>
            </a:r>
            <a:r>
              <a:rPr sz="1100" spc="6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most</a:t>
            </a:r>
            <a:r>
              <a:rPr sz="1100" spc="65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values</a:t>
            </a:r>
            <a:endParaRPr sz="1100">
              <a:latin typeface="Book Antiqua"/>
              <a:cs typeface="Book Antiqua"/>
            </a:endParaRPr>
          </a:p>
        </p:txBody>
      </p:sp>
      <p:pic>
        <p:nvPicPr>
          <p:cNvPr id="5" name="object 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3133" y="1104874"/>
            <a:ext cx="63233" cy="6323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77532" y="1019391"/>
            <a:ext cx="6877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 spc="145">
                <a:latin typeface="Bookman Old Style"/>
                <a:cs typeface="Bookman Old Style"/>
              </a:rPr>
              <a:t>f</a:t>
            </a:r>
            <a:r>
              <a:rPr sz="1200" b="0" i="1" spc="217" baseline="-10416">
                <a:latin typeface="Bookman Old Style"/>
                <a:cs typeface="Bookman Old Style"/>
              </a:rPr>
              <a:t>X</a:t>
            </a:r>
            <a:r>
              <a:rPr sz="1200" b="0" i="1" spc="-172" baseline="-10416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65">
                <a:latin typeface="Book Antiqua"/>
                <a:cs typeface="Book Antiqua"/>
              </a:rPr>
              <a:t> </a:t>
            </a:r>
            <a:r>
              <a:rPr sz="1100">
                <a:latin typeface="Lucida Sans Unicode"/>
                <a:cs typeface="Lucida Sans Unicode"/>
              </a:rPr>
              <a:t>≥ </a:t>
            </a:r>
            <a:r>
              <a:rPr sz="1100" spc="-50">
                <a:latin typeface="Book Antiqua"/>
                <a:cs typeface="Book Antiqua"/>
              </a:rPr>
              <a:t>0</a:t>
            </a:r>
            <a:endParaRPr sz="1100">
              <a:latin typeface="Book Antiqua"/>
              <a:cs typeface="Book Antiqua"/>
            </a:endParaRPr>
          </a:p>
        </p:txBody>
      </p:sp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3133" y="1378699"/>
            <a:ext cx="63233" cy="6323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98664" y="1104633"/>
            <a:ext cx="1028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295">
                <a:latin typeface="Arial"/>
                <a:cs typeface="Arial"/>
              </a:rPr>
              <a:t> 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75626" y="1456169"/>
            <a:ext cx="1035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>
                <a:latin typeface="Century"/>
                <a:cs typeface="Century"/>
              </a:rPr>
              <a:t>Ω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7532" y="1293215"/>
            <a:ext cx="18192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1017269" algn="l"/>
              </a:tabLst>
            </a:pP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75">
                <a:latin typeface="Bookman Old Style"/>
                <a:cs typeface="Bookman Old Style"/>
              </a:rPr>
              <a:t> </a:t>
            </a:r>
            <a:r>
              <a:rPr sz="1100" spc="90">
                <a:latin typeface="Book Antiqua"/>
                <a:cs typeface="Book Antiqua"/>
              </a:rPr>
              <a:t>(</a:t>
            </a:r>
            <a:r>
              <a:rPr sz="1100" b="0" i="1" spc="90">
                <a:latin typeface="Bookman Old Style"/>
                <a:cs typeface="Bookman Old Style"/>
              </a:rPr>
              <a:t>X</a:t>
            </a:r>
            <a:r>
              <a:rPr sz="1100" b="0" i="1" spc="65">
                <a:latin typeface="Bookman Old Style"/>
                <a:cs typeface="Bookman Old Style"/>
              </a:rPr>
              <a:t> </a:t>
            </a:r>
            <a:r>
              <a:rPr sz="1100" spc="-155">
                <a:latin typeface="Lucida Sans Unicode"/>
                <a:cs typeface="Lucida Sans Unicode"/>
              </a:rPr>
              <a:t>∈</a:t>
            </a:r>
            <a:r>
              <a:rPr sz="1100" spc="-35">
                <a:latin typeface="Lucida Sans Unicode"/>
                <a:cs typeface="Lucida Sans Unicode"/>
              </a:rPr>
              <a:t> </a:t>
            </a:r>
            <a:r>
              <a:rPr sz="1100">
                <a:latin typeface="Book Antiqua"/>
                <a:cs typeface="Book Antiqua"/>
              </a:rPr>
              <a:t>Ω)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 spc="130">
                <a:latin typeface="Book Antiqua"/>
                <a:cs typeface="Book Antiqua"/>
              </a:rPr>
              <a:t>=</a:t>
            </a:r>
            <a:r>
              <a:rPr sz="1100">
                <a:latin typeface="Book Antiqua"/>
                <a:cs typeface="Book Antiqua"/>
              </a:rPr>
              <a:t>	</a:t>
            </a:r>
            <a:r>
              <a:rPr sz="1100" b="0" i="1" spc="145">
                <a:latin typeface="Bookman Old Style"/>
                <a:cs typeface="Bookman Old Style"/>
              </a:rPr>
              <a:t>f</a:t>
            </a:r>
            <a:r>
              <a:rPr sz="1200" b="0" i="1" spc="217" baseline="-10416">
                <a:latin typeface="Bookman Old Style"/>
                <a:cs typeface="Bookman Old Style"/>
              </a:rPr>
              <a:t>X</a:t>
            </a:r>
            <a:r>
              <a:rPr sz="1200" b="0" i="1" spc="-195" baseline="-10416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b="0" i="1">
                <a:latin typeface="Bookman Old Style"/>
                <a:cs typeface="Bookman Old Style"/>
              </a:rPr>
              <a:t>dx</a:t>
            </a:r>
            <a:r>
              <a:rPr sz="1100" b="0" i="1" spc="-20">
                <a:latin typeface="Bookman Old Style"/>
                <a:cs typeface="Bookman Old Style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50">
                <a:latin typeface="Book Antiqua"/>
                <a:cs typeface="Book Antiqua"/>
              </a:rPr>
              <a:t>1</a:t>
            </a:r>
            <a:endParaRPr sz="1100">
              <a:latin typeface="Book Antiqua"/>
              <a:cs typeface="Book Antiqu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3133" y="1743506"/>
            <a:ext cx="63233" cy="63233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210640" y="1469453"/>
            <a:ext cx="1028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295">
                <a:latin typeface="Arial"/>
                <a:cs typeface="Arial"/>
              </a:rPr>
              <a:t> </a:t>
            </a:r>
            <a:endParaRPr sz="11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87602" y="1820989"/>
            <a:ext cx="1066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0" i="1" spc="60">
                <a:latin typeface="Bookman Old Style"/>
                <a:cs typeface="Bookman Old Style"/>
              </a:rPr>
              <a:t>B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77532" y="1658036"/>
            <a:ext cx="15728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1038225" algn="l"/>
              </a:tabLst>
            </a:pP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75">
                <a:latin typeface="Bookman Old Style"/>
                <a:cs typeface="Bookman Old Style"/>
              </a:rPr>
              <a:t> </a:t>
            </a:r>
            <a:r>
              <a:rPr sz="1100" spc="90">
                <a:latin typeface="Book Antiqua"/>
                <a:cs typeface="Book Antiqua"/>
              </a:rPr>
              <a:t>(</a:t>
            </a:r>
            <a:r>
              <a:rPr sz="1100" b="0" i="1" spc="90">
                <a:latin typeface="Bookman Old Style"/>
                <a:cs typeface="Bookman Old Style"/>
              </a:rPr>
              <a:t>X</a:t>
            </a:r>
            <a:r>
              <a:rPr sz="1100" b="0" i="1" spc="75">
                <a:latin typeface="Bookman Old Style"/>
                <a:cs typeface="Bookman Old Style"/>
              </a:rPr>
              <a:t> </a:t>
            </a:r>
            <a:r>
              <a:rPr sz="1100" spc="-155">
                <a:latin typeface="Lucida Sans Unicode"/>
                <a:cs typeface="Lucida Sans Unicode"/>
              </a:rPr>
              <a:t>∈</a:t>
            </a:r>
            <a:r>
              <a:rPr sz="1100" spc="-35">
                <a:latin typeface="Lucida Sans Unicode"/>
                <a:cs typeface="Lucida Sans Unicode"/>
              </a:rPr>
              <a:t> </a:t>
            </a:r>
            <a:r>
              <a:rPr sz="1100" b="0" i="1" spc="70">
                <a:latin typeface="Bookman Old Style"/>
                <a:cs typeface="Bookman Old Style"/>
              </a:rPr>
              <a:t>B</a:t>
            </a:r>
            <a:r>
              <a:rPr sz="1100" spc="70">
                <a:latin typeface="Book Antiqua"/>
                <a:cs typeface="Book Antiqua"/>
              </a:rPr>
              <a:t>)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 spc="130">
                <a:latin typeface="Book Antiqua"/>
                <a:cs typeface="Book Antiqua"/>
              </a:rPr>
              <a:t>=</a:t>
            </a:r>
            <a:r>
              <a:rPr sz="1100">
                <a:latin typeface="Book Antiqua"/>
                <a:cs typeface="Book Antiqua"/>
              </a:rPr>
              <a:t>	</a:t>
            </a:r>
            <a:r>
              <a:rPr sz="1100" b="0" i="1" spc="75">
                <a:latin typeface="Bookman Old Style"/>
                <a:cs typeface="Bookman Old Style"/>
              </a:rPr>
              <a:t>f</a:t>
            </a:r>
            <a:r>
              <a:rPr sz="1200" b="0" i="1" spc="112" baseline="-10416">
                <a:latin typeface="Bookman Old Style"/>
                <a:cs typeface="Bookman Old Style"/>
              </a:rPr>
              <a:t>x</a:t>
            </a:r>
            <a:r>
              <a:rPr sz="1100" spc="75">
                <a:latin typeface="Book Antiqua"/>
                <a:cs typeface="Book Antiqua"/>
              </a:rPr>
              <a:t>(</a:t>
            </a:r>
            <a:r>
              <a:rPr sz="1100" b="0" i="1" spc="75">
                <a:latin typeface="Bookman Old Style"/>
                <a:cs typeface="Bookman Old Style"/>
              </a:rPr>
              <a:t>x</a:t>
            </a:r>
            <a:r>
              <a:rPr sz="1100" spc="75">
                <a:latin typeface="Book Antiqua"/>
                <a:cs typeface="Book Antiqua"/>
              </a:rPr>
              <a:t>)</a:t>
            </a:r>
            <a:r>
              <a:rPr sz="1100" spc="-95">
                <a:latin typeface="Book Antiqua"/>
                <a:cs typeface="Book Antiqua"/>
              </a:rPr>
              <a:t> </a:t>
            </a:r>
            <a:r>
              <a:rPr sz="1100" b="0" i="1" spc="-25">
                <a:latin typeface="Bookman Old Style"/>
                <a:cs typeface="Bookman Old Style"/>
              </a:rPr>
              <a:t>dx</a:t>
            </a:r>
            <a:endParaRPr sz="1100">
              <a:latin typeface="Bookman Old Style"/>
              <a:cs typeface="Bookman Old Style"/>
            </a:endParaRPr>
          </a:p>
        </p:txBody>
      </p:sp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83133" y="2138553"/>
            <a:ext cx="63233" cy="63233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369834" y="1864499"/>
            <a:ext cx="1028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295">
                <a:latin typeface="Arial"/>
                <a:cs typeface="Arial"/>
              </a:rPr>
              <a:t> </a:t>
            </a:r>
            <a:endParaRPr sz="11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08378" y="1941893"/>
            <a:ext cx="717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0" i="1" spc="-120">
                <a:latin typeface="Bookman Old Style"/>
                <a:cs typeface="Bookman Old Style"/>
              </a:rPr>
              <a:t>b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446809" y="2216035"/>
            <a:ext cx="825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0" i="1" spc="-50">
                <a:latin typeface="Bookman Old Style"/>
                <a:cs typeface="Bookman Old Style"/>
              </a:rPr>
              <a:t>a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77532" y="2053069"/>
            <a:ext cx="17894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1218565" algn="l"/>
              </a:tabLst>
            </a:pP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75">
                <a:latin typeface="Bookman Old Style"/>
                <a:cs typeface="Bookman Old Style"/>
              </a:rPr>
              <a:t> </a:t>
            </a:r>
            <a:r>
              <a:rPr sz="1100" spc="90">
                <a:latin typeface="Book Antiqua"/>
                <a:cs typeface="Book Antiqua"/>
              </a:rPr>
              <a:t>(</a:t>
            </a:r>
            <a:r>
              <a:rPr sz="1100" b="0" i="1" spc="90">
                <a:latin typeface="Bookman Old Style"/>
                <a:cs typeface="Bookman Old Style"/>
              </a:rPr>
              <a:t>X</a:t>
            </a:r>
            <a:r>
              <a:rPr sz="1100" b="0" i="1" spc="70">
                <a:latin typeface="Bookman Old Style"/>
                <a:cs typeface="Bookman Old Style"/>
              </a:rPr>
              <a:t> </a:t>
            </a:r>
            <a:r>
              <a:rPr sz="1100" spc="-155">
                <a:latin typeface="Lucida Sans Unicode"/>
                <a:cs typeface="Lucida Sans Unicode"/>
              </a:rPr>
              <a:t>∈</a:t>
            </a:r>
            <a:r>
              <a:rPr sz="1100" spc="-30">
                <a:latin typeface="Lucida Sans Unicode"/>
                <a:cs typeface="Lucida Sans Unicode"/>
              </a:rPr>
              <a:t> </a:t>
            </a:r>
            <a:r>
              <a:rPr sz="1100" spc="-75">
                <a:latin typeface="Book Antiqua"/>
                <a:cs typeface="Book Antiqua"/>
              </a:rPr>
              <a:t>[</a:t>
            </a:r>
            <a:r>
              <a:rPr sz="1100" b="0" i="1" spc="-75">
                <a:latin typeface="Bookman Old Style"/>
                <a:cs typeface="Bookman Old Style"/>
              </a:rPr>
              <a:t>a,</a:t>
            </a:r>
            <a:r>
              <a:rPr sz="1100" b="0" i="1" spc="-140">
                <a:latin typeface="Bookman Old Style"/>
                <a:cs typeface="Bookman Old Style"/>
              </a:rPr>
              <a:t> </a:t>
            </a:r>
            <a:r>
              <a:rPr sz="1100" b="0" i="1" spc="-65">
                <a:latin typeface="Bookman Old Style"/>
                <a:cs typeface="Bookman Old Style"/>
              </a:rPr>
              <a:t>b</a:t>
            </a:r>
            <a:r>
              <a:rPr sz="1100" spc="-65">
                <a:latin typeface="Book Antiqua"/>
                <a:cs typeface="Book Antiqua"/>
              </a:rPr>
              <a:t>])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 spc="130">
                <a:latin typeface="Book Antiqua"/>
                <a:cs typeface="Book Antiqua"/>
              </a:rPr>
              <a:t>=</a:t>
            </a:r>
            <a:r>
              <a:rPr sz="1100">
                <a:latin typeface="Book Antiqua"/>
                <a:cs typeface="Book Antiqua"/>
              </a:rPr>
              <a:t>	</a:t>
            </a:r>
            <a:r>
              <a:rPr sz="1100" b="0" i="1" spc="145">
                <a:latin typeface="Bookman Old Style"/>
                <a:cs typeface="Bookman Old Style"/>
              </a:rPr>
              <a:t>f</a:t>
            </a:r>
            <a:r>
              <a:rPr sz="1200" b="0" i="1" spc="217" baseline="-10416">
                <a:latin typeface="Bookman Old Style"/>
                <a:cs typeface="Bookman Old Style"/>
              </a:rPr>
              <a:t>X</a:t>
            </a:r>
            <a:r>
              <a:rPr sz="1200" b="0" i="1" spc="-120" baseline="-10416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-10">
                <a:latin typeface="Book Antiqua"/>
                <a:cs typeface="Book Antiqua"/>
              </a:rPr>
              <a:t> </a:t>
            </a:r>
            <a:r>
              <a:rPr sz="1100" b="0" i="1" spc="-25">
                <a:latin typeface="Bookman Old Style"/>
                <a:cs typeface="Bookman Old Style"/>
              </a:rPr>
              <a:t>dx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639148" y="2229319"/>
            <a:ext cx="1028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295">
                <a:latin typeface="Arial"/>
                <a:cs typeface="Arial"/>
              </a:rPr>
              <a:t> </a:t>
            </a:r>
            <a:endParaRPr sz="11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</a:rPr>
              <a:t>9/42</a:t>
            </a:r>
            <a:r>
              <a:rPr sz="600" b="0" spc="28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13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34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1704428" y="3347543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10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10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10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10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10" action="ppaction://hlinksldjump"/>
              </a:rPr>
              <a:t>Probability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10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10" action="ppaction://hlinksldjump"/>
              </a:rPr>
              <a:t>and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10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10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10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10" action="ppaction://hlinksldjump"/>
              </a:rPr>
              <a:t>for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10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10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32" name="Picture 31" descr="\documentclass{article}&#10;\usepackage{amsmath}&#10;\pagestyle{empty}&#10;\begin{document}&#10;&#10;$\int$&#10;&#10;&#10;\end{document}" title="IguanaTex Bitmap Display">
            <a:extLst>
              <a:ext uri="{FF2B5EF4-FFF2-40B4-BE49-F238E27FC236}">
                <a16:creationId xmlns:a16="http://schemas.microsoft.com/office/drawing/2014/main" id="{60AD30EB-3CBC-DF89-897F-B051FDE9157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734" y="1255347"/>
            <a:ext cx="140800" cy="281600"/>
          </a:xfrm>
          <a:prstGeom prst="rect">
            <a:avLst/>
          </a:prstGeom>
        </p:spPr>
      </p:pic>
      <p:pic>
        <p:nvPicPr>
          <p:cNvPr id="33" name="Picture 32" descr="\documentclass{article}&#10;\usepackage{amsmath}&#10;\pagestyle{empty}&#10;\begin{document}&#10;&#10;$\int$&#10;&#10;&#10;\end{document}" title="IguanaTex Bitmap Display">
            <a:extLst>
              <a:ext uri="{FF2B5EF4-FFF2-40B4-BE49-F238E27FC236}">
                <a16:creationId xmlns:a16="http://schemas.microsoft.com/office/drawing/2014/main" id="{C602B6B6-29E7-50F8-1DC6-3724B96E9CD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710" y="1642204"/>
            <a:ext cx="140800" cy="281600"/>
          </a:xfrm>
          <a:prstGeom prst="rect">
            <a:avLst/>
          </a:prstGeom>
        </p:spPr>
      </p:pic>
      <p:pic>
        <p:nvPicPr>
          <p:cNvPr id="34" name="Picture 33" descr="\documentclass{article}&#10;\usepackage{amsmath}&#10;\pagestyle{empty}&#10;\begin{document}&#10;&#10;$\int$&#10;&#10;&#10;\end{document}" title="IguanaTex Bitmap Display">
            <a:extLst>
              <a:ext uri="{FF2B5EF4-FFF2-40B4-BE49-F238E27FC236}">
                <a16:creationId xmlns:a16="http://schemas.microsoft.com/office/drawing/2014/main" id="{D80CB966-6536-9760-E017-1011F48494B4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3396" y="1997753"/>
            <a:ext cx="140800" cy="2816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B604AB7F-790B-A682-B44F-AA03E9DF84BE}"/>
                  </a:ext>
                </a:extLst>
              </p14:cNvPr>
              <p14:cNvContentPartPr/>
              <p14:nvPr/>
            </p14:nvContentPartPr>
            <p14:xfrm>
              <a:off x="593280" y="1832760"/>
              <a:ext cx="1106280" cy="57492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B604AB7F-790B-A682-B44F-AA03E9DF84B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83920" y="1823400"/>
                <a:ext cx="1125000" cy="593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88848465"/>
      </p:ext>
    </p:extLst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48005">
              <a:lnSpc>
                <a:spcPct val="100000"/>
              </a:lnSpc>
              <a:spcBef>
                <a:spcPts val="135"/>
              </a:spcBef>
            </a:pPr>
            <a:r>
              <a:t>Probability</a:t>
            </a:r>
            <a:r>
              <a:rPr spc="25"/>
              <a:t> </a:t>
            </a:r>
            <a:r>
              <a:t>Density</a:t>
            </a:r>
            <a:r>
              <a:rPr spc="25"/>
              <a:t> </a:t>
            </a:r>
            <a:r>
              <a:rPr spc="-10"/>
              <a:t>Functions</a:t>
            </a:r>
            <a:r>
              <a:rPr spc="25"/>
              <a:t> </a:t>
            </a:r>
            <a:r>
              <a:rPr spc="-10"/>
              <a:t>Attributes</a:t>
            </a:r>
          </a:p>
        </p:txBody>
      </p:sp>
      <p:pic>
        <p:nvPicPr>
          <p:cNvPr id="3" name="object 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3133" y="894842"/>
            <a:ext cx="63233" cy="6323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809358"/>
            <a:ext cx="23501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>
                <a:latin typeface="Book Antiqua"/>
                <a:cs typeface="Book Antiqua"/>
              </a:rPr>
              <a:t>Usually</a:t>
            </a:r>
            <a:r>
              <a:rPr sz="1100" spc="60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80">
                <a:latin typeface="Bookman Old Style"/>
                <a:cs typeface="Bookman Old Style"/>
              </a:rPr>
              <a:t> </a:t>
            </a:r>
            <a:r>
              <a:rPr sz="1100" spc="90">
                <a:latin typeface="Book Antiqua"/>
                <a:cs typeface="Book Antiqua"/>
              </a:rPr>
              <a:t>(</a:t>
            </a:r>
            <a:r>
              <a:rPr sz="1100" b="0" i="1" spc="90">
                <a:latin typeface="Bookman Old Style"/>
                <a:cs typeface="Bookman Old Style"/>
              </a:rPr>
              <a:t>X</a:t>
            </a:r>
            <a:r>
              <a:rPr sz="1100" b="0" i="1" spc="30">
                <a:latin typeface="Bookman Old Style"/>
                <a:cs typeface="Bookman Old Style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0</a:t>
            </a:r>
            <a:r>
              <a:rPr sz="1100" spc="6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for</a:t>
            </a:r>
            <a:r>
              <a:rPr sz="1100" spc="6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most</a:t>
            </a:r>
            <a:r>
              <a:rPr sz="1100" spc="65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values</a:t>
            </a:r>
            <a:endParaRPr sz="1100">
              <a:latin typeface="Book Antiqua"/>
              <a:cs typeface="Book Antiqua"/>
            </a:endParaRPr>
          </a:p>
        </p:txBody>
      </p:sp>
      <p:pic>
        <p:nvPicPr>
          <p:cNvPr id="5" name="object 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3133" y="1104874"/>
            <a:ext cx="63233" cy="6323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77532" y="1019391"/>
            <a:ext cx="6877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 spc="145">
                <a:latin typeface="Bookman Old Style"/>
                <a:cs typeface="Bookman Old Style"/>
              </a:rPr>
              <a:t>f</a:t>
            </a:r>
            <a:r>
              <a:rPr sz="1200" b="0" i="1" spc="217" baseline="-10416">
                <a:latin typeface="Bookman Old Style"/>
                <a:cs typeface="Bookman Old Style"/>
              </a:rPr>
              <a:t>X</a:t>
            </a:r>
            <a:r>
              <a:rPr sz="1200" b="0" i="1" spc="-172" baseline="-10416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65">
                <a:latin typeface="Book Antiqua"/>
                <a:cs typeface="Book Antiqua"/>
              </a:rPr>
              <a:t> </a:t>
            </a:r>
            <a:r>
              <a:rPr sz="1100">
                <a:latin typeface="Lucida Sans Unicode"/>
                <a:cs typeface="Lucida Sans Unicode"/>
              </a:rPr>
              <a:t>≥ </a:t>
            </a:r>
            <a:r>
              <a:rPr sz="1100" spc="-50">
                <a:latin typeface="Book Antiqua"/>
                <a:cs typeface="Book Antiqua"/>
              </a:rPr>
              <a:t>0</a:t>
            </a:r>
            <a:endParaRPr sz="1100">
              <a:latin typeface="Book Antiqua"/>
              <a:cs typeface="Book Antiqua"/>
            </a:endParaRPr>
          </a:p>
        </p:txBody>
      </p:sp>
      <p:pic>
        <p:nvPicPr>
          <p:cNvPr id="7" name="object 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3133" y="1378699"/>
            <a:ext cx="63233" cy="6323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98664" y="1104633"/>
            <a:ext cx="1028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295">
                <a:latin typeface="Arial"/>
                <a:cs typeface="Arial"/>
              </a:rPr>
              <a:t> 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75626" y="1456169"/>
            <a:ext cx="1035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>
                <a:latin typeface="Century"/>
                <a:cs typeface="Century"/>
              </a:rPr>
              <a:t>Ω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7532" y="1293215"/>
            <a:ext cx="18192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1017269" algn="l"/>
              </a:tabLst>
            </a:pP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75">
                <a:latin typeface="Bookman Old Style"/>
                <a:cs typeface="Bookman Old Style"/>
              </a:rPr>
              <a:t> </a:t>
            </a:r>
            <a:r>
              <a:rPr sz="1100" spc="90">
                <a:latin typeface="Book Antiqua"/>
                <a:cs typeface="Book Antiqua"/>
              </a:rPr>
              <a:t>(</a:t>
            </a:r>
            <a:r>
              <a:rPr sz="1100" b="0" i="1" spc="90">
                <a:latin typeface="Bookman Old Style"/>
                <a:cs typeface="Bookman Old Style"/>
              </a:rPr>
              <a:t>X</a:t>
            </a:r>
            <a:r>
              <a:rPr sz="1100" b="0" i="1" spc="65">
                <a:latin typeface="Bookman Old Style"/>
                <a:cs typeface="Bookman Old Style"/>
              </a:rPr>
              <a:t> </a:t>
            </a:r>
            <a:r>
              <a:rPr sz="1100" spc="-155">
                <a:latin typeface="Lucida Sans Unicode"/>
                <a:cs typeface="Lucida Sans Unicode"/>
              </a:rPr>
              <a:t>∈</a:t>
            </a:r>
            <a:r>
              <a:rPr sz="1100" spc="-35">
                <a:latin typeface="Lucida Sans Unicode"/>
                <a:cs typeface="Lucida Sans Unicode"/>
              </a:rPr>
              <a:t> </a:t>
            </a:r>
            <a:r>
              <a:rPr sz="1100">
                <a:latin typeface="Book Antiqua"/>
                <a:cs typeface="Book Antiqua"/>
              </a:rPr>
              <a:t>Ω)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 spc="130">
                <a:latin typeface="Book Antiqua"/>
                <a:cs typeface="Book Antiqua"/>
              </a:rPr>
              <a:t>=</a:t>
            </a:r>
            <a:r>
              <a:rPr sz="1100">
                <a:latin typeface="Book Antiqua"/>
                <a:cs typeface="Book Antiqua"/>
              </a:rPr>
              <a:t>	</a:t>
            </a:r>
            <a:r>
              <a:rPr sz="1100" b="0" i="1" spc="145">
                <a:latin typeface="Bookman Old Style"/>
                <a:cs typeface="Bookman Old Style"/>
              </a:rPr>
              <a:t>f</a:t>
            </a:r>
            <a:r>
              <a:rPr sz="1200" b="0" i="1" spc="217" baseline="-10416">
                <a:latin typeface="Bookman Old Style"/>
                <a:cs typeface="Bookman Old Style"/>
              </a:rPr>
              <a:t>X</a:t>
            </a:r>
            <a:r>
              <a:rPr sz="1200" b="0" i="1" spc="-195" baseline="-10416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b="0" i="1">
                <a:latin typeface="Bookman Old Style"/>
                <a:cs typeface="Bookman Old Style"/>
              </a:rPr>
              <a:t>dx</a:t>
            </a:r>
            <a:r>
              <a:rPr sz="1100" b="0" i="1" spc="-20">
                <a:latin typeface="Bookman Old Style"/>
                <a:cs typeface="Bookman Old Style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50">
                <a:latin typeface="Book Antiqua"/>
                <a:cs typeface="Book Antiqua"/>
              </a:rPr>
              <a:t>1</a:t>
            </a:r>
            <a:endParaRPr sz="1100">
              <a:latin typeface="Book Antiqua"/>
              <a:cs typeface="Book Antiqu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83133" y="1743506"/>
            <a:ext cx="63233" cy="63233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210640" y="1469453"/>
            <a:ext cx="1028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295">
                <a:latin typeface="Arial"/>
                <a:cs typeface="Arial"/>
              </a:rPr>
              <a:t> </a:t>
            </a:r>
            <a:endParaRPr sz="11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87602" y="1820989"/>
            <a:ext cx="1066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0" i="1" spc="60">
                <a:latin typeface="Bookman Old Style"/>
                <a:cs typeface="Bookman Old Style"/>
              </a:rPr>
              <a:t>B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77532" y="1658036"/>
            <a:ext cx="15728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1038225" algn="l"/>
              </a:tabLst>
            </a:pP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75">
                <a:latin typeface="Bookman Old Style"/>
                <a:cs typeface="Bookman Old Style"/>
              </a:rPr>
              <a:t> </a:t>
            </a:r>
            <a:r>
              <a:rPr sz="1100" spc="90">
                <a:latin typeface="Book Antiqua"/>
                <a:cs typeface="Book Antiqua"/>
              </a:rPr>
              <a:t>(</a:t>
            </a:r>
            <a:r>
              <a:rPr sz="1100" b="0" i="1" spc="90">
                <a:latin typeface="Bookman Old Style"/>
                <a:cs typeface="Bookman Old Style"/>
              </a:rPr>
              <a:t>X</a:t>
            </a:r>
            <a:r>
              <a:rPr sz="1100" b="0" i="1" spc="75">
                <a:latin typeface="Bookman Old Style"/>
                <a:cs typeface="Bookman Old Style"/>
              </a:rPr>
              <a:t> </a:t>
            </a:r>
            <a:r>
              <a:rPr sz="1100" spc="-155">
                <a:latin typeface="Lucida Sans Unicode"/>
                <a:cs typeface="Lucida Sans Unicode"/>
              </a:rPr>
              <a:t>∈</a:t>
            </a:r>
            <a:r>
              <a:rPr sz="1100" spc="-35">
                <a:latin typeface="Lucida Sans Unicode"/>
                <a:cs typeface="Lucida Sans Unicode"/>
              </a:rPr>
              <a:t> </a:t>
            </a:r>
            <a:r>
              <a:rPr sz="1100" b="0" i="1" spc="70">
                <a:latin typeface="Bookman Old Style"/>
                <a:cs typeface="Bookman Old Style"/>
              </a:rPr>
              <a:t>B</a:t>
            </a:r>
            <a:r>
              <a:rPr sz="1100" spc="70">
                <a:latin typeface="Book Antiqua"/>
                <a:cs typeface="Book Antiqua"/>
              </a:rPr>
              <a:t>)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 spc="130">
                <a:latin typeface="Book Antiqua"/>
                <a:cs typeface="Book Antiqua"/>
              </a:rPr>
              <a:t>=</a:t>
            </a:r>
            <a:r>
              <a:rPr sz="1100">
                <a:latin typeface="Book Antiqua"/>
                <a:cs typeface="Book Antiqua"/>
              </a:rPr>
              <a:t>	</a:t>
            </a:r>
            <a:r>
              <a:rPr sz="1100" b="0" i="1" spc="75">
                <a:latin typeface="Bookman Old Style"/>
                <a:cs typeface="Bookman Old Style"/>
              </a:rPr>
              <a:t>f</a:t>
            </a:r>
            <a:r>
              <a:rPr sz="1200" b="0" i="1" spc="112" baseline="-10416">
                <a:latin typeface="Bookman Old Style"/>
                <a:cs typeface="Bookman Old Style"/>
              </a:rPr>
              <a:t>x</a:t>
            </a:r>
            <a:r>
              <a:rPr sz="1100" spc="75">
                <a:latin typeface="Book Antiqua"/>
                <a:cs typeface="Book Antiqua"/>
              </a:rPr>
              <a:t>(</a:t>
            </a:r>
            <a:r>
              <a:rPr sz="1100" b="0" i="1" spc="75">
                <a:latin typeface="Bookman Old Style"/>
                <a:cs typeface="Bookman Old Style"/>
              </a:rPr>
              <a:t>x</a:t>
            </a:r>
            <a:r>
              <a:rPr sz="1100" spc="75">
                <a:latin typeface="Book Antiqua"/>
                <a:cs typeface="Book Antiqua"/>
              </a:rPr>
              <a:t>)</a:t>
            </a:r>
            <a:r>
              <a:rPr sz="1100" spc="-95">
                <a:latin typeface="Book Antiqua"/>
                <a:cs typeface="Book Antiqua"/>
              </a:rPr>
              <a:t> </a:t>
            </a:r>
            <a:r>
              <a:rPr sz="1100" b="0" i="1" spc="-25">
                <a:latin typeface="Bookman Old Style"/>
                <a:cs typeface="Bookman Old Style"/>
              </a:rPr>
              <a:t>dx</a:t>
            </a:r>
            <a:endParaRPr sz="1100">
              <a:latin typeface="Bookman Old Style"/>
              <a:cs typeface="Bookman Old Style"/>
            </a:endParaRPr>
          </a:p>
        </p:txBody>
      </p:sp>
      <p:pic>
        <p:nvPicPr>
          <p:cNvPr id="15" name="object 1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83133" y="2138553"/>
            <a:ext cx="63233" cy="63233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369834" y="1864499"/>
            <a:ext cx="1028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295">
                <a:latin typeface="Arial"/>
                <a:cs typeface="Arial"/>
              </a:rPr>
              <a:t> </a:t>
            </a:r>
            <a:endParaRPr sz="11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08378" y="1941893"/>
            <a:ext cx="717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0" i="1" spc="-120">
                <a:latin typeface="Bookman Old Style"/>
                <a:cs typeface="Bookman Old Style"/>
              </a:rPr>
              <a:t>b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446809" y="2216035"/>
            <a:ext cx="825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0" i="1" spc="-50">
                <a:latin typeface="Bookman Old Style"/>
                <a:cs typeface="Bookman Old Style"/>
              </a:rPr>
              <a:t>a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77532" y="2053069"/>
            <a:ext cx="17894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1218565" algn="l"/>
              </a:tabLst>
            </a:pP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75">
                <a:latin typeface="Bookman Old Style"/>
                <a:cs typeface="Bookman Old Style"/>
              </a:rPr>
              <a:t> </a:t>
            </a:r>
            <a:r>
              <a:rPr sz="1100" spc="90">
                <a:latin typeface="Book Antiqua"/>
                <a:cs typeface="Book Antiqua"/>
              </a:rPr>
              <a:t>(</a:t>
            </a:r>
            <a:r>
              <a:rPr sz="1100" b="0" i="1" spc="90">
                <a:latin typeface="Bookman Old Style"/>
                <a:cs typeface="Bookman Old Style"/>
              </a:rPr>
              <a:t>X</a:t>
            </a:r>
            <a:r>
              <a:rPr sz="1100" b="0" i="1" spc="70">
                <a:latin typeface="Bookman Old Style"/>
                <a:cs typeface="Bookman Old Style"/>
              </a:rPr>
              <a:t> </a:t>
            </a:r>
            <a:r>
              <a:rPr sz="1100" spc="-155">
                <a:latin typeface="Lucida Sans Unicode"/>
                <a:cs typeface="Lucida Sans Unicode"/>
              </a:rPr>
              <a:t>∈</a:t>
            </a:r>
            <a:r>
              <a:rPr sz="1100" spc="-30">
                <a:latin typeface="Lucida Sans Unicode"/>
                <a:cs typeface="Lucida Sans Unicode"/>
              </a:rPr>
              <a:t> </a:t>
            </a:r>
            <a:r>
              <a:rPr sz="1100" spc="-75">
                <a:latin typeface="Book Antiqua"/>
                <a:cs typeface="Book Antiqua"/>
              </a:rPr>
              <a:t>[</a:t>
            </a:r>
            <a:r>
              <a:rPr sz="1100" b="0" i="1" spc="-75">
                <a:latin typeface="Bookman Old Style"/>
                <a:cs typeface="Bookman Old Style"/>
              </a:rPr>
              <a:t>a,</a:t>
            </a:r>
            <a:r>
              <a:rPr sz="1100" b="0" i="1" spc="-140">
                <a:latin typeface="Bookman Old Style"/>
                <a:cs typeface="Bookman Old Style"/>
              </a:rPr>
              <a:t> </a:t>
            </a:r>
            <a:r>
              <a:rPr sz="1100" b="0" i="1" spc="-65">
                <a:latin typeface="Bookman Old Style"/>
                <a:cs typeface="Bookman Old Style"/>
              </a:rPr>
              <a:t>b</a:t>
            </a:r>
            <a:r>
              <a:rPr sz="1100" spc="-65">
                <a:latin typeface="Book Antiqua"/>
                <a:cs typeface="Book Antiqua"/>
              </a:rPr>
              <a:t>])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 spc="130">
                <a:latin typeface="Book Antiqua"/>
                <a:cs typeface="Book Antiqua"/>
              </a:rPr>
              <a:t>=</a:t>
            </a:r>
            <a:r>
              <a:rPr sz="1100">
                <a:latin typeface="Book Antiqua"/>
                <a:cs typeface="Book Antiqua"/>
              </a:rPr>
              <a:t>	</a:t>
            </a:r>
            <a:r>
              <a:rPr sz="1100" b="0" i="1" spc="145">
                <a:latin typeface="Bookman Old Style"/>
                <a:cs typeface="Bookman Old Style"/>
              </a:rPr>
              <a:t>f</a:t>
            </a:r>
            <a:r>
              <a:rPr sz="1200" b="0" i="1" spc="217" baseline="-10416">
                <a:latin typeface="Bookman Old Style"/>
                <a:cs typeface="Bookman Old Style"/>
              </a:rPr>
              <a:t>X</a:t>
            </a:r>
            <a:r>
              <a:rPr sz="1200" b="0" i="1" spc="-120" baseline="-10416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-10">
                <a:latin typeface="Book Antiqua"/>
                <a:cs typeface="Book Antiqua"/>
              </a:rPr>
              <a:t> </a:t>
            </a:r>
            <a:r>
              <a:rPr sz="1100" b="0" i="1" spc="-25">
                <a:latin typeface="Bookman Old Style"/>
                <a:cs typeface="Bookman Old Style"/>
              </a:rPr>
              <a:t>dx</a:t>
            </a:r>
            <a:endParaRPr sz="1100">
              <a:latin typeface="Bookman Old Style"/>
              <a:cs typeface="Bookman Old Style"/>
            </a:endParaRPr>
          </a:p>
        </p:txBody>
      </p:sp>
      <p:pic>
        <p:nvPicPr>
          <p:cNvPr id="20" name="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83133" y="2503373"/>
            <a:ext cx="63233" cy="63233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402932" y="2417889"/>
            <a:ext cx="22231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>
                <a:latin typeface="Book Antiqua"/>
                <a:cs typeface="Book Antiqua"/>
              </a:rPr>
              <a:t>For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Ω</a:t>
            </a:r>
            <a:r>
              <a:rPr sz="1100" spc="60">
                <a:latin typeface="Book Antiqua"/>
                <a:cs typeface="Book Antiqua"/>
              </a:rPr>
              <a:t> </a:t>
            </a:r>
            <a:r>
              <a:rPr sz="1100" spc="-35">
                <a:latin typeface="Book Antiqua"/>
                <a:cs typeface="Book Antiqua"/>
              </a:rPr>
              <a:t>two</a:t>
            </a:r>
            <a:r>
              <a:rPr sz="1100" spc="60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dimensional,</a:t>
            </a:r>
            <a:r>
              <a:rPr sz="1100" spc="55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80">
                <a:latin typeface="Bookman Old Style"/>
                <a:cs typeface="Bookman Old Style"/>
              </a:rPr>
              <a:t> </a:t>
            </a:r>
            <a:r>
              <a:rPr sz="1100" spc="75">
                <a:latin typeface="Book Antiqua"/>
                <a:cs typeface="Book Antiqua"/>
              </a:rPr>
              <a:t>(</a:t>
            </a:r>
            <a:r>
              <a:rPr sz="1100" b="0" i="1" spc="75">
                <a:latin typeface="Bookman Old Style"/>
                <a:cs typeface="Bookman Old Style"/>
              </a:rPr>
              <a:t>Z</a:t>
            </a:r>
            <a:r>
              <a:rPr sz="1100" b="0" i="1" spc="25">
                <a:latin typeface="Bookman Old Style"/>
                <a:cs typeface="Bookman Old Style"/>
              </a:rPr>
              <a:t> </a:t>
            </a:r>
            <a:r>
              <a:rPr sz="1100" spc="-155">
                <a:latin typeface="Lucida Sans Unicode"/>
                <a:cs typeface="Lucida Sans Unicode"/>
              </a:rPr>
              <a:t>∈</a:t>
            </a:r>
            <a:r>
              <a:rPr sz="1100" spc="-45">
                <a:latin typeface="Lucida Sans Unicode"/>
                <a:cs typeface="Lucida Sans Unicode"/>
              </a:rPr>
              <a:t> </a:t>
            </a:r>
            <a:r>
              <a:rPr sz="1100" b="0" i="1" spc="50">
                <a:latin typeface="Bookman Old Style"/>
                <a:cs typeface="Bookman Old Style"/>
              </a:rPr>
              <a:t>A</a:t>
            </a:r>
            <a:r>
              <a:rPr sz="1100" spc="50">
                <a:latin typeface="Book Antiqua"/>
                <a:cs typeface="Book Antiqua"/>
              </a:rPr>
              <a:t>)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 spc="130">
                <a:latin typeface="Book Antiqua"/>
                <a:cs typeface="Book Antiqua"/>
              </a:rPr>
              <a:t>=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639148" y="2229319"/>
            <a:ext cx="1028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295">
                <a:latin typeface="Arial"/>
                <a:cs typeface="Arial"/>
              </a:rPr>
              <a:t> </a:t>
            </a:r>
            <a:endParaRPr sz="11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716110" y="2580856"/>
            <a:ext cx="40894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10">
                <a:latin typeface="Century"/>
                <a:cs typeface="Century"/>
              </a:rPr>
              <a:t>(</a:t>
            </a:r>
            <a:r>
              <a:rPr sz="800" b="0" i="1" spc="-10">
                <a:latin typeface="Bookman Old Style"/>
                <a:cs typeface="Bookman Old Style"/>
              </a:rPr>
              <a:t>x,y</a:t>
            </a:r>
            <a:r>
              <a:rPr sz="800" spc="-10">
                <a:latin typeface="Century"/>
                <a:cs typeface="Century"/>
              </a:rPr>
              <a:t>)</a:t>
            </a:r>
            <a:r>
              <a:rPr sz="800" spc="-10">
                <a:latin typeface="Lucida Sans Unicode"/>
                <a:cs typeface="Lucida Sans Unicode"/>
              </a:rPr>
              <a:t>∈</a:t>
            </a:r>
            <a:r>
              <a:rPr sz="800" b="0" i="1" spc="-10">
                <a:latin typeface="Bookman Old Style"/>
                <a:cs typeface="Bookman Old Style"/>
              </a:rPr>
              <a:t>A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103245" y="2417889"/>
            <a:ext cx="8896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 spc="130">
                <a:latin typeface="Bookman Old Style"/>
                <a:cs typeface="Bookman Old Style"/>
              </a:rPr>
              <a:t>f</a:t>
            </a:r>
            <a:r>
              <a:rPr sz="1200" b="0" i="1" spc="195" baseline="-10416">
                <a:latin typeface="Bookman Old Style"/>
                <a:cs typeface="Bookman Old Style"/>
              </a:rPr>
              <a:t>Z</a:t>
            </a:r>
            <a:r>
              <a:rPr sz="1200" b="0" i="1" spc="-187" baseline="-10416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x,</a:t>
            </a:r>
            <a:r>
              <a:rPr sz="1100" b="0" i="1" spc="-125">
                <a:latin typeface="Bookman Old Style"/>
                <a:cs typeface="Bookman Old Style"/>
              </a:rPr>
              <a:t> </a:t>
            </a:r>
            <a:r>
              <a:rPr sz="1100" b="0" i="1" spc="-30">
                <a:latin typeface="Bookman Old Style"/>
                <a:cs typeface="Bookman Old Style"/>
              </a:rPr>
              <a:t>y</a:t>
            </a:r>
            <a:r>
              <a:rPr sz="1100" spc="-30">
                <a:latin typeface="Book Antiqua"/>
                <a:cs typeface="Book Antiqua"/>
              </a:rPr>
              <a:t>)</a:t>
            </a:r>
            <a:r>
              <a:rPr sz="1100" spc="-70">
                <a:latin typeface="Book Antiqua"/>
                <a:cs typeface="Book Antiqua"/>
              </a:rPr>
              <a:t> </a:t>
            </a:r>
            <a:r>
              <a:rPr sz="1100" b="0" i="1" spc="-65">
                <a:latin typeface="Bookman Old Style"/>
                <a:cs typeface="Bookman Old Style"/>
              </a:rPr>
              <a:t>dx</a:t>
            </a:r>
            <a:r>
              <a:rPr sz="1100" b="0" i="1" spc="-125">
                <a:latin typeface="Bookman Old Style"/>
                <a:cs typeface="Bookman Old Style"/>
              </a:rPr>
              <a:t> </a:t>
            </a:r>
            <a:r>
              <a:rPr sz="1100" b="0" i="1" spc="-25">
                <a:latin typeface="Bookman Old Style"/>
                <a:cs typeface="Bookman Old Style"/>
              </a:rPr>
              <a:t>dy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</a:rPr>
              <a:t>9/42</a:t>
            </a:r>
            <a:r>
              <a:rPr sz="600" b="0" spc="28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13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34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1704428" y="3347543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1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1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1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1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12" action="ppaction://hlinksldjump"/>
              </a:rPr>
              <a:t>Probability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1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12" action="ppaction://hlinksldjump"/>
              </a:rPr>
              <a:t>and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1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1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1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12" action="ppaction://hlinksldjump"/>
              </a:rPr>
              <a:t>for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1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1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32" name="Picture 31" descr="\documentclass{article}&#10;\usepackage{amsmath}&#10;\pagestyle{empty}&#10;\begin{document}&#10;&#10;$\int$&#10;&#10;&#10;\end{document}" title="IguanaTex Bitmap Display">
            <a:extLst>
              <a:ext uri="{FF2B5EF4-FFF2-40B4-BE49-F238E27FC236}">
                <a16:creationId xmlns:a16="http://schemas.microsoft.com/office/drawing/2014/main" id="{60AD30EB-3CBC-DF89-897F-B051FDE9157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734" y="1255347"/>
            <a:ext cx="140800" cy="281600"/>
          </a:xfrm>
          <a:prstGeom prst="rect">
            <a:avLst/>
          </a:prstGeom>
        </p:spPr>
      </p:pic>
      <p:pic>
        <p:nvPicPr>
          <p:cNvPr id="33" name="Picture 32" descr="\documentclass{article}&#10;\usepackage{amsmath}&#10;\pagestyle{empty}&#10;\begin{document}&#10;&#10;$\int$&#10;&#10;&#10;\end{document}" title="IguanaTex Bitmap Display">
            <a:extLst>
              <a:ext uri="{FF2B5EF4-FFF2-40B4-BE49-F238E27FC236}">
                <a16:creationId xmlns:a16="http://schemas.microsoft.com/office/drawing/2014/main" id="{C602B6B6-29E7-50F8-1DC6-3724B96E9CD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710" y="1642204"/>
            <a:ext cx="140800" cy="281600"/>
          </a:xfrm>
          <a:prstGeom prst="rect">
            <a:avLst/>
          </a:prstGeom>
        </p:spPr>
      </p:pic>
      <p:pic>
        <p:nvPicPr>
          <p:cNvPr id="34" name="Picture 33" descr="\documentclass{article}&#10;\usepackage{amsmath}&#10;\pagestyle{empty}&#10;\begin{document}&#10;&#10;$\int$&#10;&#10;&#10;\end{document}" title="IguanaTex Bitmap Display">
            <a:extLst>
              <a:ext uri="{FF2B5EF4-FFF2-40B4-BE49-F238E27FC236}">
                <a16:creationId xmlns:a16="http://schemas.microsoft.com/office/drawing/2014/main" id="{D80CB966-6536-9760-E017-1011F48494B4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3396" y="1997753"/>
            <a:ext cx="140800" cy="281600"/>
          </a:xfrm>
          <a:prstGeom prst="rect">
            <a:avLst/>
          </a:prstGeom>
        </p:spPr>
      </p:pic>
      <p:pic>
        <p:nvPicPr>
          <p:cNvPr id="35" name="Picture 34" descr="\documentclass{article}&#10;\usepackage{amsmath}&#10;\pagestyle{empty}&#10;\begin{document}&#10;&#10;$\int$&#10;&#10;&#10;\end{document}" title="IguanaTex Bitmap Display">
            <a:extLst>
              <a:ext uri="{FF2B5EF4-FFF2-40B4-BE49-F238E27FC236}">
                <a16:creationId xmlns:a16="http://schemas.microsoft.com/office/drawing/2014/main" id="{1638A272-62A7-483F-01EE-065C8FC3CAFB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6067" y="2358573"/>
            <a:ext cx="140800" cy="2816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A6041579-A1E7-52A4-37FE-7C8041B5AC2B}"/>
                  </a:ext>
                </a:extLst>
              </p14:cNvPr>
              <p14:cNvContentPartPr/>
              <p14:nvPr/>
            </p14:nvContentPartPr>
            <p14:xfrm>
              <a:off x="3353760" y="2609280"/>
              <a:ext cx="201960" cy="1908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A6041579-A1E7-52A4-37FE-7C8041B5AC2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344400" y="2599920"/>
                <a:ext cx="220680" cy="37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47304112"/>
      </p:ext>
    </p:extLst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014730">
              <a:lnSpc>
                <a:spcPct val="100000"/>
              </a:lnSpc>
              <a:spcBef>
                <a:spcPts val="135"/>
              </a:spcBef>
            </a:pPr>
            <a:r>
              <a:t>Probability</a:t>
            </a:r>
            <a:r>
              <a:rPr spc="25"/>
              <a:t> </a:t>
            </a:r>
            <a:r>
              <a:t>Density</a:t>
            </a:r>
            <a:r>
              <a:rPr spc="25"/>
              <a:t> </a:t>
            </a:r>
            <a:r>
              <a:rPr spc="-10"/>
              <a:t>Function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8544" y="592350"/>
            <a:ext cx="5492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b="1" spc="-40">
                <a:solidFill>
                  <a:srgbClr val="FFFFFF"/>
                </a:solidFill>
                <a:latin typeface="Georgia"/>
                <a:cs typeface="Georgia"/>
              </a:rPr>
              <a:t>Picture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22401" y="364398"/>
            <a:ext cx="1028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295">
                <a:latin typeface="Arial"/>
                <a:cs typeface="Arial"/>
              </a:rPr>
              <a:t> 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60945" y="441791"/>
            <a:ext cx="717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0" i="1" spc="-120">
                <a:latin typeface="Bookman Old Style"/>
                <a:cs typeface="Bookman Old Style"/>
              </a:rPr>
              <a:t>b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99375" y="715933"/>
            <a:ext cx="825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0" i="1" spc="-50">
                <a:latin typeface="Bookman Old Style"/>
                <a:cs typeface="Bookman Old Style"/>
              </a:rPr>
              <a:t>a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8529" y="552980"/>
            <a:ext cx="18510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1280160" algn="l"/>
              </a:tabLst>
            </a:pP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80">
                <a:latin typeface="Bookman Old Style"/>
                <a:cs typeface="Bookman Old Style"/>
              </a:rPr>
              <a:t> </a:t>
            </a:r>
            <a:r>
              <a:rPr sz="1100" spc="-10">
                <a:latin typeface="Book Antiqua"/>
                <a:cs typeface="Book Antiqua"/>
              </a:rPr>
              <a:t>(</a:t>
            </a:r>
            <a:r>
              <a:rPr sz="1100" b="0" i="1" spc="-10">
                <a:latin typeface="Bookman Old Style"/>
                <a:cs typeface="Bookman Old Style"/>
              </a:rPr>
              <a:t>a</a:t>
            </a:r>
            <a:r>
              <a:rPr sz="1100" b="0" i="1" spc="-60">
                <a:latin typeface="Bookman Old Style"/>
                <a:cs typeface="Bookman Old Style"/>
              </a:rPr>
              <a:t> </a:t>
            </a:r>
            <a:r>
              <a:rPr sz="1100">
                <a:latin typeface="Lucida Sans Unicode"/>
                <a:cs typeface="Lucida Sans Unicode"/>
              </a:rPr>
              <a:t>≤</a:t>
            </a:r>
            <a:r>
              <a:rPr sz="1100" spc="-65">
                <a:latin typeface="Lucida Sans Unicode"/>
                <a:cs typeface="Lucida Sans Unicode"/>
              </a:rPr>
              <a:t> </a:t>
            </a:r>
            <a:r>
              <a:rPr sz="1100" b="0" i="1" spc="130">
                <a:latin typeface="Bookman Old Style"/>
                <a:cs typeface="Bookman Old Style"/>
              </a:rPr>
              <a:t>X</a:t>
            </a:r>
            <a:r>
              <a:rPr sz="1100" b="0" i="1" spc="35">
                <a:latin typeface="Bookman Old Style"/>
                <a:cs typeface="Bookman Old Style"/>
              </a:rPr>
              <a:t> </a:t>
            </a:r>
            <a:r>
              <a:rPr sz="1100">
                <a:latin typeface="Lucida Sans Unicode"/>
                <a:cs typeface="Lucida Sans Unicode"/>
              </a:rPr>
              <a:t>≤</a:t>
            </a:r>
            <a:r>
              <a:rPr sz="1100" spc="-65">
                <a:latin typeface="Lucida Sans Unicode"/>
                <a:cs typeface="Lucida Sans Unicode"/>
              </a:rPr>
              <a:t> </a:t>
            </a:r>
            <a:r>
              <a:rPr sz="1100" b="0" i="1" spc="-50">
                <a:latin typeface="Bookman Old Style"/>
                <a:cs typeface="Bookman Old Style"/>
              </a:rPr>
              <a:t>b</a:t>
            </a:r>
            <a:r>
              <a:rPr sz="1100" spc="-50">
                <a:latin typeface="Book Antiqua"/>
                <a:cs typeface="Book Antiqua"/>
              </a:rPr>
              <a:t>)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 spc="130">
                <a:latin typeface="Book Antiqua"/>
                <a:cs typeface="Book Antiqua"/>
              </a:rPr>
              <a:t>=</a:t>
            </a:r>
            <a:r>
              <a:rPr sz="1100">
                <a:latin typeface="Book Antiqua"/>
                <a:cs typeface="Book Antiqua"/>
              </a:rPr>
              <a:t>	</a:t>
            </a:r>
            <a:r>
              <a:rPr sz="1100" b="0" i="1" spc="145">
                <a:latin typeface="Bookman Old Style"/>
                <a:cs typeface="Bookman Old Style"/>
              </a:rPr>
              <a:t>f</a:t>
            </a:r>
            <a:r>
              <a:rPr sz="1200" b="0" i="1" spc="217" baseline="-10416">
                <a:latin typeface="Bookman Old Style"/>
                <a:cs typeface="Bookman Old Style"/>
              </a:rPr>
              <a:t>X</a:t>
            </a:r>
            <a:r>
              <a:rPr sz="1200" b="0" i="1" spc="-120" baseline="-10416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-10">
                <a:latin typeface="Book Antiqua"/>
                <a:cs typeface="Book Antiqua"/>
              </a:rPr>
              <a:t> </a:t>
            </a:r>
            <a:r>
              <a:rPr sz="1100" b="0" i="1" spc="-25">
                <a:latin typeface="Bookman Old Style"/>
                <a:cs typeface="Bookman Old Style"/>
              </a:rPr>
              <a:t>dx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22401" y="759444"/>
            <a:ext cx="1028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295">
                <a:latin typeface="Arial"/>
                <a:cs typeface="Arial"/>
              </a:rPr>
              <a:t> </a:t>
            </a:r>
            <a:endParaRPr sz="11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60945" y="836838"/>
            <a:ext cx="717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0" i="1" spc="-120">
                <a:latin typeface="Bookman Old Style"/>
                <a:cs typeface="Bookman Old Style"/>
              </a:rPr>
              <a:t>b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50760" y="948013"/>
            <a:ext cx="12033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481330" algn="l"/>
              </a:tabLst>
            </a:pPr>
            <a:r>
              <a:rPr sz="1100" spc="130">
                <a:latin typeface="Book Antiqua"/>
                <a:cs typeface="Book Antiqua"/>
              </a:rPr>
              <a:t>=</a:t>
            </a:r>
            <a:r>
              <a:rPr sz="1100">
                <a:latin typeface="Book Antiqua"/>
                <a:cs typeface="Book Antiqua"/>
              </a:rPr>
              <a:t>	</a:t>
            </a:r>
            <a:r>
              <a:rPr sz="1100" b="0" i="1" spc="145">
                <a:latin typeface="Bookman Old Style"/>
                <a:cs typeface="Bookman Old Style"/>
              </a:rPr>
              <a:t>f</a:t>
            </a:r>
            <a:r>
              <a:rPr sz="1200" b="0" i="1" spc="217" baseline="-10416">
                <a:latin typeface="Bookman Old Style"/>
                <a:cs typeface="Bookman Old Style"/>
              </a:rPr>
              <a:t>X</a:t>
            </a:r>
            <a:r>
              <a:rPr sz="1200" b="0" i="1" spc="-150" baseline="-10416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-45">
                <a:latin typeface="Book Antiqua"/>
                <a:cs typeface="Book Antiqua"/>
              </a:rPr>
              <a:t> </a:t>
            </a:r>
            <a:r>
              <a:rPr sz="1100" b="0" i="1" spc="-65">
                <a:latin typeface="Bookman Old Style"/>
                <a:cs typeface="Bookman Old Style"/>
              </a:rPr>
              <a:t>dx</a:t>
            </a:r>
            <a:r>
              <a:rPr sz="1100" b="0" i="1" spc="-25">
                <a:latin typeface="Bookman Old Style"/>
                <a:cs typeface="Bookman Old Style"/>
              </a:rPr>
              <a:t> </a:t>
            </a:r>
            <a:r>
              <a:rPr sz="1100" spc="-50">
                <a:latin typeface="Lucida Sans Unicode"/>
                <a:cs typeface="Lucida Sans Unicode"/>
              </a:rPr>
              <a:t>−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121154" y="759444"/>
            <a:ext cx="1028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295">
                <a:latin typeface="Arial"/>
                <a:cs typeface="Arial"/>
              </a:rPr>
              <a:t> </a:t>
            </a:r>
            <a:endParaRPr sz="11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259698" y="836838"/>
            <a:ext cx="825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0" i="1" spc="-50">
                <a:latin typeface="Bookman Old Style"/>
                <a:cs typeface="Bookman Old Style"/>
              </a:rPr>
              <a:t>a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393340" y="948013"/>
            <a:ext cx="6083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 spc="145">
                <a:latin typeface="Bookman Old Style"/>
                <a:cs typeface="Bookman Old Style"/>
              </a:rPr>
              <a:t>f</a:t>
            </a:r>
            <a:r>
              <a:rPr sz="1200" b="0" i="1" spc="217" baseline="-10416">
                <a:latin typeface="Bookman Old Style"/>
                <a:cs typeface="Bookman Old Style"/>
              </a:rPr>
              <a:t>X</a:t>
            </a:r>
            <a:r>
              <a:rPr sz="1200" b="0" i="1" spc="-120" baseline="-10416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-10">
                <a:latin typeface="Book Antiqua"/>
                <a:cs typeface="Book Antiqua"/>
              </a:rPr>
              <a:t> </a:t>
            </a:r>
            <a:r>
              <a:rPr sz="1100" b="0" i="1" spc="-25">
                <a:latin typeface="Bookman Old Style"/>
                <a:cs typeface="Bookman Old Style"/>
              </a:rPr>
              <a:t>dx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38060" y="1094315"/>
            <a:ext cx="1602740" cy="56324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273685">
              <a:lnSpc>
                <a:spcPct val="100000"/>
              </a:lnSpc>
              <a:spcBef>
                <a:spcPts val="225"/>
              </a:spcBef>
              <a:tabLst>
                <a:tab pos="1272540" algn="l"/>
              </a:tabLst>
            </a:pPr>
            <a:r>
              <a:rPr sz="800" spc="30">
                <a:latin typeface="Lucida Sans Unicode"/>
                <a:cs typeface="Lucida Sans Unicode"/>
              </a:rPr>
              <a:t>−∞</a:t>
            </a:r>
            <a:r>
              <a:rPr sz="800">
                <a:latin typeface="Lucida Sans Unicode"/>
                <a:cs typeface="Lucida Sans Unicode"/>
              </a:rPr>
              <a:t>	</a:t>
            </a:r>
            <a:r>
              <a:rPr sz="800" spc="30">
                <a:latin typeface="Lucida Sans Unicode"/>
                <a:cs typeface="Lucida Sans Unicode"/>
              </a:rPr>
              <a:t>−∞</a:t>
            </a:r>
            <a:endParaRPr sz="800">
              <a:latin typeface="Lucida Sans Unicode"/>
              <a:cs typeface="Lucida Sans Unicode"/>
            </a:endParaRPr>
          </a:p>
          <a:p>
            <a:pPr marL="50800">
              <a:lnSpc>
                <a:spcPct val="100000"/>
              </a:lnSpc>
              <a:spcBef>
                <a:spcPts val="170"/>
              </a:spcBef>
            </a:pP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70">
                <a:latin typeface="Bookman Old Style"/>
                <a:cs typeface="Bookman Old Style"/>
              </a:rPr>
              <a:t> </a:t>
            </a:r>
            <a:r>
              <a:rPr sz="1100" spc="90">
                <a:latin typeface="Book Antiqua"/>
                <a:cs typeface="Book Antiqua"/>
              </a:rPr>
              <a:t>(</a:t>
            </a:r>
            <a:r>
              <a:rPr sz="1100" b="0" i="1" spc="90">
                <a:latin typeface="Bookman Old Style"/>
                <a:cs typeface="Bookman Old Style"/>
              </a:rPr>
              <a:t>X</a:t>
            </a:r>
            <a:r>
              <a:rPr sz="1100" b="0" i="1" spc="75">
                <a:latin typeface="Bookman Old Style"/>
                <a:cs typeface="Bookman Old Style"/>
              </a:rPr>
              <a:t> </a:t>
            </a:r>
            <a:r>
              <a:rPr sz="1100" b="0" i="1" spc="180">
                <a:latin typeface="Bookman Old Style"/>
                <a:cs typeface="Bookman Old Style"/>
              </a:rPr>
              <a:t>&lt;</a:t>
            </a:r>
            <a:r>
              <a:rPr sz="1100" b="0" i="1" spc="-20">
                <a:latin typeface="Bookman Old Style"/>
                <a:cs typeface="Bookman Old Style"/>
              </a:rPr>
              <a:t> </a:t>
            </a:r>
            <a:r>
              <a:rPr sz="1100" b="0" i="1" spc="-80">
                <a:latin typeface="Bookman Old Style"/>
                <a:cs typeface="Bookman Old Style"/>
              </a:rPr>
              <a:t>b</a:t>
            </a:r>
            <a:r>
              <a:rPr sz="1100" spc="-80">
                <a:latin typeface="Book Antiqua"/>
                <a:cs typeface="Book Antiqua"/>
              </a:rPr>
              <a:t>)</a:t>
            </a:r>
            <a:r>
              <a:rPr sz="1100" spc="-20">
                <a:latin typeface="Book Antiqua"/>
                <a:cs typeface="Book Antiqua"/>
              </a:rPr>
              <a:t> </a:t>
            </a:r>
            <a:r>
              <a:rPr sz="1100" spc="-35">
                <a:latin typeface="Lucida Sans Unicode"/>
                <a:cs typeface="Lucida Sans Unicode"/>
              </a:rPr>
              <a:t>−</a:t>
            </a:r>
            <a:r>
              <a:rPr sz="1100" spc="-95">
                <a:latin typeface="Lucida Sans Unicode"/>
                <a:cs typeface="Lucida Sans Unicode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75">
                <a:latin typeface="Bookman Old Style"/>
                <a:cs typeface="Bookman Old Style"/>
              </a:rPr>
              <a:t> </a:t>
            </a:r>
            <a:r>
              <a:rPr sz="1100" spc="90">
                <a:latin typeface="Book Antiqua"/>
                <a:cs typeface="Book Antiqua"/>
              </a:rPr>
              <a:t>(</a:t>
            </a:r>
            <a:r>
              <a:rPr sz="1100" b="0" i="1" spc="90">
                <a:latin typeface="Bookman Old Style"/>
                <a:cs typeface="Bookman Old Style"/>
              </a:rPr>
              <a:t>X</a:t>
            </a:r>
            <a:r>
              <a:rPr sz="1100" b="0" i="1" spc="75">
                <a:latin typeface="Bookman Old Style"/>
                <a:cs typeface="Bookman Old Style"/>
              </a:rPr>
              <a:t> </a:t>
            </a:r>
            <a:r>
              <a:rPr sz="1100" b="0" i="1" spc="180">
                <a:latin typeface="Bookman Old Style"/>
                <a:cs typeface="Bookman Old Style"/>
              </a:rPr>
              <a:t>&lt;</a:t>
            </a:r>
            <a:r>
              <a:rPr sz="1100" b="0" i="1" spc="-15">
                <a:latin typeface="Bookman Old Style"/>
                <a:cs typeface="Bookman Old Style"/>
              </a:rPr>
              <a:t> </a:t>
            </a:r>
            <a:r>
              <a:rPr sz="1100" b="0" i="1" spc="-25">
                <a:latin typeface="Bookman Old Style"/>
                <a:cs typeface="Bookman Old Style"/>
              </a:rPr>
              <a:t>a</a:t>
            </a:r>
            <a:r>
              <a:rPr sz="1100" spc="-25">
                <a:latin typeface="Book Antiqua"/>
                <a:cs typeface="Book Antiqua"/>
              </a:rPr>
              <a:t>)</a:t>
            </a:r>
            <a:endParaRPr sz="1100">
              <a:latin typeface="Book Antiqua"/>
              <a:cs typeface="Book Antiqua"/>
            </a:endParaRPr>
          </a:p>
          <a:p>
            <a:pPr marL="50800">
              <a:lnSpc>
                <a:spcPct val="100000"/>
              </a:lnSpc>
              <a:spcBef>
                <a:spcPts val="335"/>
              </a:spcBef>
            </a:pP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b="0" i="1" spc="70">
                <a:latin typeface="Bookman Old Style"/>
                <a:cs typeface="Bookman Old Style"/>
              </a:rPr>
              <a:t>F</a:t>
            </a:r>
            <a:r>
              <a:rPr sz="1200" b="0" i="1" spc="104" baseline="-10416">
                <a:latin typeface="Bookman Old Style"/>
                <a:cs typeface="Bookman Old Style"/>
              </a:rPr>
              <a:t>X</a:t>
            </a:r>
            <a:r>
              <a:rPr sz="1200" b="0" i="1" spc="-187" baseline="-10416">
                <a:latin typeface="Bookman Old Style"/>
                <a:cs typeface="Bookman Old Style"/>
              </a:rPr>
              <a:t> </a:t>
            </a:r>
            <a:r>
              <a:rPr sz="1100" spc="-35">
                <a:latin typeface="Book Antiqua"/>
                <a:cs typeface="Book Antiqua"/>
              </a:rPr>
              <a:t>(</a:t>
            </a:r>
            <a:r>
              <a:rPr sz="1100" b="0" i="1" spc="-35">
                <a:latin typeface="Bookman Old Style"/>
                <a:cs typeface="Bookman Old Style"/>
              </a:rPr>
              <a:t>b</a:t>
            </a:r>
            <a:r>
              <a:rPr sz="1100" spc="-35">
                <a:latin typeface="Book Antiqua"/>
                <a:cs typeface="Book Antiqua"/>
              </a:rPr>
              <a:t>)</a:t>
            </a:r>
            <a:r>
              <a:rPr sz="1100" spc="-25">
                <a:latin typeface="Book Antiqua"/>
                <a:cs typeface="Book Antiqua"/>
              </a:rPr>
              <a:t> </a:t>
            </a:r>
            <a:r>
              <a:rPr sz="1100" spc="-35">
                <a:latin typeface="Lucida Sans Unicode"/>
                <a:cs typeface="Lucida Sans Unicode"/>
              </a:rPr>
              <a:t>−</a:t>
            </a:r>
            <a:r>
              <a:rPr sz="1100" spc="-100">
                <a:latin typeface="Lucida Sans Unicode"/>
                <a:cs typeface="Lucida Sans Unicode"/>
              </a:rPr>
              <a:t> </a:t>
            </a:r>
            <a:r>
              <a:rPr sz="1100" b="0" i="1" spc="70">
                <a:latin typeface="Bookman Old Style"/>
                <a:cs typeface="Bookman Old Style"/>
              </a:rPr>
              <a:t>F</a:t>
            </a:r>
            <a:r>
              <a:rPr sz="1200" b="0" i="1" spc="104" baseline="-10416">
                <a:latin typeface="Bookman Old Style"/>
                <a:cs typeface="Bookman Old Style"/>
              </a:rPr>
              <a:t>X</a:t>
            </a:r>
            <a:r>
              <a:rPr sz="1200" b="0" i="1" spc="-187" baseline="-10416">
                <a:latin typeface="Bookman Old Style"/>
                <a:cs typeface="Bookman Old Style"/>
              </a:rPr>
              <a:t> </a:t>
            </a:r>
            <a:r>
              <a:rPr sz="1100" spc="-25">
                <a:latin typeface="Book Antiqua"/>
                <a:cs typeface="Book Antiqua"/>
              </a:rPr>
              <a:t>(</a:t>
            </a:r>
            <a:r>
              <a:rPr sz="1100" b="0" i="1" spc="-25">
                <a:latin typeface="Bookman Old Style"/>
                <a:cs typeface="Bookman Old Style"/>
              </a:rPr>
              <a:t>a</a:t>
            </a:r>
            <a:r>
              <a:rPr sz="1100" spc="-25">
                <a:latin typeface="Book Antiqua"/>
                <a:cs typeface="Book Antiqua"/>
              </a:rPr>
              <a:t>)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</a:rPr>
              <a:t>11/42</a:t>
            </a:r>
            <a:r>
              <a:rPr sz="600" b="0" spc="27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13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34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Probability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and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for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28" name="Picture 27" descr="\documentclass{article}&#10;\usepackage{amsmath}&#10;\pagestyle{empty}&#10;\begin{document}&#10;&#10;$\int$&#10;&#10;&#10;\end{document}" title="IguanaTex Bitmap Display">
            <a:extLst>
              <a:ext uri="{FF2B5EF4-FFF2-40B4-BE49-F238E27FC236}">
                <a16:creationId xmlns:a16="http://schemas.microsoft.com/office/drawing/2014/main" id="{0A9297CF-386F-12AC-887C-71A8709A5AD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975" y="496080"/>
            <a:ext cx="140800" cy="281600"/>
          </a:xfrm>
          <a:prstGeom prst="rect">
            <a:avLst/>
          </a:prstGeom>
        </p:spPr>
      </p:pic>
      <p:pic>
        <p:nvPicPr>
          <p:cNvPr id="29" name="Picture 28" descr="\documentclass{article}&#10;\usepackage{amsmath}&#10;\pagestyle{empty}&#10;\begin{document}&#10;&#10;$\int$&#10;&#10;&#10;\end{document}" title="IguanaTex Bitmap Display">
            <a:extLst>
              <a:ext uri="{FF2B5EF4-FFF2-40B4-BE49-F238E27FC236}">
                <a16:creationId xmlns:a16="http://schemas.microsoft.com/office/drawing/2014/main" id="{936D3E43-CD2B-270F-6A48-C78E0069920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401" y="892965"/>
            <a:ext cx="140800" cy="281600"/>
          </a:xfrm>
          <a:prstGeom prst="rect">
            <a:avLst/>
          </a:prstGeom>
        </p:spPr>
      </p:pic>
      <p:pic>
        <p:nvPicPr>
          <p:cNvPr id="30" name="Picture 29" descr="\documentclass{article}&#10;\usepackage{amsmath}&#10;\pagestyle{empty}&#10;\begin{document}&#10;&#10;$\int$&#10;&#10;&#10;\end{document}" title="IguanaTex Bitmap Display">
            <a:extLst>
              <a:ext uri="{FF2B5EF4-FFF2-40B4-BE49-F238E27FC236}">
                <a16:creationId xmlns:a16="http://schemas.microsoft.com/office/drawing/2014/main" id="{61B0B2B3-9F0C-BC4D-9D2E-BF035FB6FD72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6381" y="891488"/>
            <a:ext cx="140800" cy="281600"/>
          </a:xfrm>
          <a:prstGeom prst="rect">
            <a:avLst/>
          </a:prstGeom>
        </p:spPr>
      </p:pic>
      <p:pic>
        <p:nvPicPr>
          <p:cNvPr id="33" name="Picture 32" descr="A picture containing text, athletic game&#10;&#10;Description automatically generated">
            <a:extLst>
              <a:ext uri="{FF2B5EF4-FFF2-40B4-BE49-F238E27FC236}">
                <a16:creationId xmlns:a16="http://schemas.microsoft.com/office/drawing/2014/main" id="{5420CF1E-D3DB-613C-4C7F-12890515A47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685" y="1860387"/>
            <a:ext cx="3481125" cy="116734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C672474-3F3E-6B7E-9B1C-AB70B87772DC}"/>
                  </a:ext>
                </a:extLst>
              </p14:cNvPr>
              <p14:cNvContentPartPr/>
              <p14:nvPr/>
            </p14:nvContentPartPr>
            <p14:xfrm>
              <a:off x="73080" y="405720"/>
              <a:ext cx="4514040" cy="28152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C672474-3F3E-6B7E-9B1C-AB70B87772D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3720" y="396360"/>
                <a:ext cx="4532760" cy="2833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59395" y="62407"/>
            <a:ext cx="20891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/>
              <a:t>Uniform</a:t>
            </a:r>
            <a:r>
              <a:rPr spc="-15"/>
              <a:t> </a:t>
            </a:r>
            <a:r>
              <a:t>Random</a:t>
            </a:r>
            <a:r>
              <a:rPr spc="-5"/>
              <a:t> </a:t>
            </a:r>
            <a:r>
              <a:rPr spc="-10"/>
              <a:t>Variable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444" y="410641"/>
            <a:ext cx="4187190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 marR="30480">
              <a:lnSpc>
                <a:spcPct val="102699"/>
              </a:lnSpc>
              <a:spcBef>
                <a:spcPts val="55"/>
              </a:spcBef>
            </a:pPr>
            <a:r>
              <a:rPr sz="1100" b="0" i="1" spc="130">
                <a:latin typeface="Bookman Old Style"/>
                <a:cs typeface="Bookman Old Style"/>
              </a:rPr>
              <a:t>X</a:t>
            </a:r>
            <a:r>
              <a:rPr sz="1100" b="0" i="1" spc="-10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is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Uniform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Random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Variable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on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75">
                <a:latin typeface="Book Antiqua"/>
                <a:cs typeface="Book Antiqua"/>
              </a:rPr>
              <a:t>[</a:t>
            </a:r>
            <a:r>
              <a:rPr sz="1100" b="0" i="1" spc="-75">
                <a:latin typeface="Bookman Old Style"/>
                <a:cs typeface="Bookman Old Style"/>
              </a:rPr>
              <a:t>a,</a:t>
            </a:r>
            <a:r>
              <a:rPr sz="1100" b="0" i="1" spc="-150">
                <a:latin typeface="Bookman Old Style"/>
                <a:cs typeface="Bookman Old Style"/>
              </a:rPr>
              <a:t> </a:t>
            </a:r>
            <a:r>
              <a:rPr sz="1100" b="0" i="1" spc="-114">
                <a:latin typeface="Bookman Old Style"/>
                <a:cs typeface="Bookman Old Style"/>
              </a:rPr>
              <a:t>b</a:t>
            </a:r>
            <a:r>
              <a:rPr sz="1100" spc="-114">
                <a:latin typeface="Book Antiqua"/>
                <a:cs typeface="Book Antiqua"/>
              </a:rPr>
              <a:t>]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if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for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Probability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Density Function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b="0" i="1" spc="120">
                <a:latin typeface="Bookman Old Style"/>
                <a:cs typeface="Bookman Old Style"/>
              </a:rPr>
              <a:t>f</a:t>
            </a:r>
            <a:r>
              <a:rPr sz="1200" b="0" i="1" spc="179" baseline="-10416">
                <a:latin typeface="Bookman Old Style"/>
                <a:cs typeface="Bookman Old Style"/>
              </a:rPr>
              <a:t>X</a:t>
            </a:r>
            <a:endParaRPr sz="1200" baseline="-10416">
              <a:latin typeface="Bookman Old Style"/>
              <a:cs typeface="Bookman Old Styl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43951" y="1032929"/>
            <a:ext cx="11430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0" i="1" spc="135">
                <a:latin typeface="Bookman Old Style"/>
                <a:cs typeface="Bookman Old Style"/>
              </a:rPr>
              <a:t>X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76133" y="974153"/>
            <a:ext cx="5295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spc="155">
                <a:latin typeface="Bookman Old Style"/>
                <a:cs typeface="Bookman Old Style"/>
              </a:rPr>
              <a:t>f</a:t>
            </a:r>
            <a:r>
              <a:rPr sz="1100" b="0" i="1" spc="114">
                <a:latin typeface="Bookman Old Style"/>
                <a:cs typeface="Bookman Old Style"/>
              </a:rPr>
              <a:t> 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70">
                <a:latin typeface="Book Antiqua"/>
                <a:cs typeface="Book Antiqua"/>
              </a:rPr>
              <a:t> </a:t>
            </a:r>
            <a:r>
              <a:rPr sz="1100" spc="130">
                <a:latin typeface="Book Antiqua"/>
                <a:cs typeface="Book Antiqua"/>
              </a:rPr>
              <a:t>=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18309" y="778802"/>
            <a:ext cx="12953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509">
                <a:latin typeface="Arial"/>
                <a:cs typeface="Arial"/>
              </a:rPr>
              <a:t> 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85479" y="887895"/>
            <a:ext cx="86804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08279" algn="l"/>
              </a:tabLst>
            </a:pPr>
            <a:r>
              <a:rPr sz="1100" b="0" i="1" spc="-50">
                <a:latin typeface="Bookman Old Style"/>
                <a:cs typeface="Bookman Old Style"/>
              </a:rPr>
              <a:t>c</a:t>
            </a:r>
            <a:r>
              <a:rPr sz="1100" b="0" i="1">
                <a:latin typeface="Bookman Old Style"/>
                <a:cs typeface="Bookman Old Style"/>
              </a:rPr>
              <a:t>	</a:t>
            </a:r>
            <a:r>
              <a:rPr sz="1100">
                <a:latin typeface="Book Antiqua"/>
                <a:cs typeface="Book Antiqua"/>
              </a:rPr>
              <a:t>if</a:t>
            </a:r>
            <a:r>
              <a:rPr sz="1100" spc="75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 b="0" i="1" spc="-30">
                <a:latin typeface="Bookman Old Style"/>
                <a:cs typeface="Bookman Old Style"/>
              </a:rPr>
              <a:t> </a:t>
            </a:r>
            <a:r>
              <a:rPr sz="1100" spc="-155">
                <a:latin typeface="Lucida Sans Unicode"/>
                <a:cs typeface="Lucida Sans Unicode"/>
              </a:rPr>
              <a:t>∈</a:t>
            </a:r>
            <a:r>
              <a:rPr sz="1100" spc="-45">
                <a:latin typeface="Lucida Sans Unicode"/>
                <a:cs typeface="Lucida Sans Unicode"/>
              </a:rPr>
              <a:t> </a:t>
            </a:r>
            <a:r>
              <a:rPr sz="1100" spc="-75">
                <a:latin typeface="Book Antiqua"/>
                <a:cs typeface="Book Antiqua"/>
              </a:rPr>
              <a:t>[</a:t>
            </a:r>
            <a:r>
              <a:rPr sz="1100" b="0" i="1" spc="-75">
                <a:latin typeface="Bookman Old Style"/>
                <a:cs typeface="Bookman Old Style"/>
              </a:rPr>
              <a:t>a,</a:t>
            </a:r>
            <a:r>
              <a:rPr sz="1100" b="0" i="1" spc="-150">
                <a:latin typeface="Bookman Old Style"/>
                <a:cs typeface="Bookman Old Style"/>
              </a:rPr>
              <a:t> </a:t>
            </a:r>
            <a:r>
              <a:rPr sz="1100" b="0" i="1" spc="-90">
                <a:latin typeface="Bookman Old Style"/>
                <a:cs typeface="Bookman Old Style"/>
              </a:rPr>
              <a:t>b</a:t>
            </a:r>
            <a:r>
              <a:rPr sz="1100" spc="-90">
                <a:latin typeface="Book Antiqua"/>
                <a:cs typeface="Book Antiqua"/>
              </a:rPr>
              <a:t>]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85479" y="1059980"/>
            <a:ext cx="7918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>
                <a:latin typeface="Book Antiqua"/>
                <a:cs typeface="Book Antiqua"/>
              </a:rPr>
              <a:t>0</a:t>
            </a:r>
            <a:r>
              <a:rPr sz="1100" spc="215">
                <a:latin typeface="Book Antiqua"/>
                <a:cs typeface="Book Antiqua"/>
              </a:rPr>
              <a:t>  </a:t>
            </a:r>
            <a:r>
              <a:rPr sz="1100" spc="-35">
                <a:latin typeface="Book Antiqua"/>
                <a:cs typeface="Book Antiqua"/>
              </a:rPr>
              <a:t>otherwise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3144" y="1272375"/>
            <a:ext cx="272478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What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is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value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c</a:t>
            </a:r>
            <a:r>
              <a:rPr sz="1100" spc="-25" dirty="0">
                <a:latin typeface="Book Antiqua"/>
                <a:cs typeface="Book Antiqua"/>
              </a:rPr>
              <a:t>?</a:t>
            </a:r>
            <a:endParaRPr sz="1100" dirty="0">
              <a:latin typeface="Book Antiqua"/>
              <a:cs typeface="Book Antiqu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</a:rPr>
              <a:t>14/42</a:t>
            </a:r>
            <a:r>
              <a:rPr sz="600" b="0" spc="27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13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34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27" name="Left Brace 26">
            <a:extLst>
              <a:ext uri="{FF2B5EF4-FFF2-40B4-BE49-F238E27FC236}">
                <a16:creationId xmlns:a16="http://schemas.microsoft.com/office/drawing/2014/main" id="{DCBCABF7-ABF0-2EA3-3618-A7A3C366D8D5}"/>
              </a:ext>
            </a:extLst>
          </p:cNvPr>
          <p:cNvSpPr/>
          <p:nvPr/>
        </p:nvSpPr>
        <p:spPr>
          <a:xfrm>
            <a:off x="2093888" y="887895"/>
            <a:ext cx="45719" cy="359246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8D91E0E-CD45-61FE-392B-F8950B4E028F}"/>
                  </a:ext>
                </a:extLst>
              </p14:cNvPr>
              <p14:cNvContentPartPr/>
              <p14:nvPr/>
            </p14:nvContentPartPr>
            <p14:xfrm>
              <a:off x="87480" y="572400"/>
              <a:ext cx="3011400" cy="9288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8D91E0E-CD45-61FE-392B-F8950B4E028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8120" y="563040"/>
                <a:ext cx="3030120" cy="947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0E177-5761-1B67-A40F-EF43DFBF0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F6CF0C3-929D-EA26-27A3-E1F5469966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59395" y="62407"/>
            <a:ext cx="20891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/>
              <a:t>Uniform</a:t>
            </a:r>
            <a:r>
              <a:rPr spc="-15"/>
              <a:t> </a:t>
            </a:r>
            <a:r>
              <a:t>Random</a:t>
            </a:r>
            <a:r>
              <a:rPr spc="-5"/>
              <a:t> </a:t>
            </a:r>
            <a:r>
              <a:rPr spc="-10"/>
              <a:t>Variable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B97E92BF-5C9B-4850-372D-5E5C4F66CE1B}"/>
              </a:ext>
            </a:extLst>
          </p:cNvPr>
          <p:cNvSpPr txBox="1"/>
          <p:nvPr/>
        </p:nvSpPr>
        <p:spPr>
          <a:xfrm>
            <a:off x="100444" y="410641"/>
            <a:ext cx="4187190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 marR="30480">
              <a:lnSpc>
                <a:spcPct val="102699"/>
              </a:lnSpc>
              <a:spcBef>
                <a:spcPts val="55"/>
              </a:spcBef>
            </a:pPr>
            <a:r>
              <a:rPr sz="1100" b="0" i="1" spc="130">
                <a:latin typeface="Bookman Old Style"/>
                <a:cs typeface="Bookman Old Style"/>
              </a:rPr>
              <a:t>X</a:t>
            </a:r>
            <a:r>
              <a:rPr sz="1100" b="0" i="1" spc="-10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is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Uniform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Random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Variable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on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75">
                <a:latin typeface="Book Antiqua"/>
                <a:cs typeface="Book Antiqua"/>
              </a:rPr>
              <a:t>[</a:t>
            </a:r>
            <a:r>
              <a:rPr sz="1100" b="0" i="1" spc="-75">
                <a:latin typeface="Bookman Old Style"/>
                <a:cs typeface="Bookman Old Style"/>
              </a:rPr>
              <a:t>a,</a:t>
            </a:r>
            <a:r>
              <a:rPr sz="1100" b="0" i="1" spc="-150">
                <a:latin typeface="Bookman Old Style"/>
                <a:cs typeface="Bookman Old Style"/>
              </a:rPr>
              <a:t> </a:t>
            </a:r>
            <a:r>
              <a:rPr sz="1100" b="0" i="1" spc="-114">
                <a:latin typeface="Bookman Old Style"/>
                <a:cs typeface="Bookman Old Style"/>
              </a:rPr>
              <a:t>b</a:t>
            </a:r>
            <a:r>
              <a:rPr sz="1100" spc="-114">
                <a:latin typeface="Book Antiqua"/>
                <a:cs typeface="Book Antiqua"/>
              </a:rPr>
              <a:t>]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if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for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Probability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Density Function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b="0" i="1" spc="120">
                <a:latin typeface="Bookman Old Style"/>
                <a:cs typeface="Bookman Old Style"/>
              </a:rPr>
              <a:t>f</a:t>
            </a:r>
            <a:r>
              <a:rPr sz="1200" b="0" i="1" spc="179" baseline="-10416">
                <a:latin typeface="Bookman Old Style"/>
                <a:cs typeface="Bookman Old Style"/>
              </a:rPr>
              <a:t>X</a:t>
            </a:r>
            <a:endParaRPr sz="1200" baseline="-10416">
              <a:latin typeface="Bookman Old Style"/>
              <a:cs typeface="Bookman Old Style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E8DF37C-2027-7C0D-06FA-A970C2914089}"/>
              </a:ext>
            </a:extLst>
          </p:cNvPr>
          <p:cNvSpPr txBox="1"/>
          <p:nvPr/>
        </p:nvSpPr>
        <p:spPr>
          <a:xfrm>
            <a:off x="1543951" y="1032929"/>
            <a:ext cx="11430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0" i="1" spc="135">
                <a:latin typeface="Bookman Old Style"/>
                <a:cs typeface="Bookman Old Style"/>
              </a:rPr>
              <a:t>X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EC584A38-BCC2-44A0-CE24-E0D9B3F0DB18}"/>
              </a:ext>
            </a:extLst>
          </p:cNvPr>
          <p:cNvSpPr txBox="1"/>
          <p:nvPr/>
        </p:nvSpPr>
        <p:spPr>
          <a:xfrm>
            <a:off x="1476133" y="974153"/>
            <a:ext cx="5295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spc="155">
                <a:latin typeface="Bookman Old Style"/>
                <a:cs typeface="Bookman Old Style"/>
              </a:rPr>
              <a:t>f</a:t>
            </a:r>
            <a:r>
              <a:rPr sz="1100" b="0" i="1" spc="114">
                <a:latin typeface="Bookman Old Style"/>
                <a:cs typeface="Bookman Old Style"/>
              </a:rPr>
              <a:t> 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70">
                <a:latin typeface="Book Antiqua"/>
                <a:cs typeface="Book Antiqua"/>
              </a:rPr>
              <a:t> </a:t>
            </a:r>
            <a:r>
              <a:rPr sz="1100" spc="130">
                <a:latin typeface="Book Antiqua"/>
                <a:cs typeface="Book Antiqua"/>
              </a:rPr>
              <a:t>=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53873298-066D-FE4B-5A50-4806028D8B82}"/>
              </a:ext>
            </a:extLst>
          </p:cNvPr>
          <p:cNvSpPr txBox="1"/>
          <p:nvPr/>
        </p:nvSpPr>
        <p:spPr>
          <a:xfrm>
            <a:off x="2018309" y="778802"/>
            <a:ext cx="12953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509">
                <a:latin typeface="Arial"/>
                <a:cs typeface="Arial"/>
              </a:rPr>
              <a:t> 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E5F08B94-32D2-7739-46F4-5D907C46BCC0}"/>
              </a:ext>
            </a:extLst>
          </p:cNvPr>
          <p:cNvSpPr txBox="1"/>
          <p:nvPr/>
        </p:nvSpPr>
        <p:spPr>
          <a:xfrm>
            <a:off x="2185479" y="887895"/>
            <a:ext cx="86804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08279" algn="l"/>
              </a:tabLst>
            </a:pPr>
            <a:r>
              <a:rPr sz="1100" b="0" i="1" spc="-50">
                <a:latin typeface="Bookman Old Style"/>
                <a:cs typeface="Bookman Old Style"/>
              </a:rPr>
              <a:t>c</a:t>
            </a:r>
            <a:r>
              <a:rPr sz="1100" b="0" i="1">
                <a:latin typeface="Bookman Old Style"/>
                <a:cs typeface="Bookman Old Style"/>
              </a:rPr>
              <a:t>	</a:t>
            </a:r>
            <a:r>
              <a:rPr sz="1100">
                <a:latin typeface="Book Antiqua"/>
                <a:cs typeface="Book Antiqua"/>
              </a:rPr>
              <a:t>if</a:t>
            </a:r>
            <a:r>
              <a:rPr sz="1100" spc="75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 b="0" i="1" spc="-30">
                <a:latin typeface="Bookman Old Style"/>
                <a:cs typeface="Bookman Old Style"/>
              </a:rPr>
              <a:t> </a:t>
            </a:r>
            <a:r>
              <a:rPr sz="1100" spc="-155">
                <a:latin typeface="Lucida Sans Unicode"/>
                <a:cs typeface="Lucida Sans Unicode"/>
              </a:rPr>
              <a:t>∈</a:t>
            </a:r>
            <a:r>
              <a:rPr sz="1100" spc="-45">
                <a:latin typeface="Lucida Sans Unicode"/>
                <a:cs typeface="Lucida Sans Unicode"/>
              </a:rPr>
              <a:t> </a:t>
            </a:r>
            <a:r>
              <a:rPr sz="1100" spc="-75">
                <a:latin typeface="Book Antiqua"/>
                <a:cs typeface="Book Antiqua"/>
              </a:rPr>
              <a:t>[</a:t>
            </a:r>
            <a:r>
              <a:rPr sz="1100" b="0" i="1" spc="-75">
                <a:latin typeface="Bookman Old Style"/>
                <a:cs typeface="Bookman Old Style"/>
              </a:rPr>
              <a:t>a,</a:t>
            </a:r>
            <a:r>
              <a:rPr sz="1100" b="0" i="1" spc="-150">
                <a:latin typeface="Bookman Old Style"/>
                <a:cs typeface="Bookman Old Style"/>
              </a:rPr>
              <a:t> </a:t>
            </a:r>
            <a:r>
              <a:rPr sz="1100" b="0" i="1" spc="-90">
                <a:latin typeface="Bookman Old Style"/>
                <a:cs typeface="Bookman Old Style"/>
              </a:rPr>
              <a:t>b</a:t>
            </a:r>
            <a:r>
              <a:rPr sz="1100" spc="-90">
                <a:latin typeface="Book Antiqua"/>
                <a:cs typeface="Book Antiqua"/>
              </a:rPr>
              <a:t>]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9C063D98-17A2-2E53-00D4-A7477971ED43}"/>
              </a:ext>
            </a:extLst>
          </p:cNvPr>
          <p:cNvSpPr txBox="1"/>
          <p:nvPr/>
        </p:nvSpPr>
        <p:spPr>
          <a:xfrm>
            <a:off x="2185479" y="1059980"/>
            <a:ext cx="7918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>
                <a:latin typeface="Book Antiqua"/>
                <a:cs typeface="Book Antiqua"/>
              </a:rPr>
              <a:t>0</a:t>
            </a:r>
            <a:r>
              <a:rPr sz="1100" spc="215">
                <a:latin typeface="Book Antiqua"/>
                <a:cs typeface="Book Antiqua"/>
              </a:rPr>
              <a:t>  </a:t>
            </a:r>
            <a:r>
              <a:rPr sz="1100" spc="-35">
                <a:latin typeface="Book Antiqua"/>
                <a:cs typeface="Book Antiqua"/>
              </a:rPr>
              <a:t>otherwise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2346624C-4D2E-9F31-8268-CF24F15ED5E0}"/>
              </a:ext>
            </a:extLst>
          </p:cNvPr>
          <p:cNvSpPr txBox="1"/>
          <p:nvPr/>
        </p:nvSpPr>
        <p:spPr>
          <a:xfrm>
            <a:off x="2139607" y="1715071"/>
            <a:ext cx="990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>
                <a:latin typeface="Arial"/>
                <a:cs typeface="Arial"/>
              </a:rPr>
              <a:t>R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B3A579AB-6928-D35C-172A-E24B6AC35C8E}"/>
              </a:ext>
            </a:extLst>
          </p:cNvPr>
          <p:cNvSpPr txBox="1"/>
          <p:nvPr/>
        </p:nvSpPr>
        <p:spPr>
          <a:xfrm>
            <a:off x="113144" y="1272375"/>
            <a:ext cx="2724785" cy="4718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z="1100">
                <a:latin typeface="Book Antiqua"/>
                <a:cs typeface="Book Antiqua"/>
              </a:rPr>
              <a:t>What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is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value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of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 b="0" i="1" spc="-25">
                <a:latin typeface="Bookman Old Style"/>
                <a:cs typeface="Bookman Old Style"/>
              </a:rPr>
              <a:t>c</a:t>
            </a:r>
            <a:r>
              <a:rPr sz="1100" spc="-25">
                <a:latin typeface="Book Antiqua"/>
                <a:cs typeface="Book Antiqua"/>
              </a:rPr>
              <a:t>?</a:t>
            </a:r>
            <a:endParaRPr sz="1100">
              <a:latin typeface="Book Antiqua"/>
              <a:cs typeface="Book Antiqua"/>
            </a:endParaRPr>
          </a:p>
          <a:p>
            <a:pPr marL="1708150">
              <a:lnSpc>
                <a:spcPct val="100000"/>
              </a:lnSpc>
              <a:spcBef>
                <a:spcPts val="880"/>
              </a:spcBef>
            </a:pPr>
            <a:r>
              <a:rPr sz="1100">
                <a:latin typeface="Book Antiqua"/>
                <a:cs typeface="Book Antiqua"/>
              </a:rPr>
              <a:t>1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650" spc="442" baseline="75757">
                <a:latin typeface="Arial"/>
                <a:cs typeface="Arial"/>
              </a:rPr>
              <a:t>   </a:t>
            </a:r>
            <a:r>
              <a:rPr sz="1100" b="0" i="1" spc="145">
                <a:latin typeface="Bookman Old Style"/>
                <a:cs typeface="Bookman Old Style"/>
              </a:rPr>
              <a:t>f</a:t>
            </a:r>
            <a:r>
              <a:rPr sz="1200" b="0" i="1" spc="217" baseline="-10416">
                <a:latin typeface="Bookman Old Style"/>
                <a:cs typeface="Bookman Old Style"/>
              </a:rPr>
              <a:t>X</a:t>
            </a:r>
            <a:r>
              <a:rPr sz="1200" b="0" i="1" spc="-179" baseline="-10416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-85">
                <a:latin typeface="Book Antiqua"/>
                <a:cs typeface="Book Antiqua"/>
              </a:rPr>
              <a:t> </a:t>
            </a:r>
            <a:r>
              <a:rPr sz="1100" b="0" i="1" spc="-25">
                <a:latin typeface="Bookman Old Style"/>
                <a:cs typeface="Bookman Old Style"/>
              </a:rPr>
              <a:t>dx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83E20E51-BDF2-E38E-02C2-11D78226BB8F}"/>
              </a:ext>
            </a:extLst>
          </p:cNvPr>
          <p:cNvSpPr txBox="1"/>
          <p:nvPr/>
        </p:nvSpPr>
        <p:spPr>
          <a:xfrm>
            <a:off x="2062632" y="1731873"/>
            <a:ext cx="1028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295">
                <a:latin typeface="Arial"/>
                <a:cs typeface="Arial"/>
              </a:rPr>
              <a:t> </a:t>
            </a:r>
            <a:endParaRPr sz="1100">
              <a:latin typeface="Arial"/>
              <a:cs typeface="Arial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EDBA05D8-356B-909B-1368-D7177C405027}"/>
              </a:ext>
            </a:extLst>
          </p:cNvPr>
          <p:cNvSpPr txBox="1"/>
          <p:nvPr/>
        </p:nvSpPr>
        <p:spPr>
          <a:xfrm>
            <a:off x="2201176" y="1809267"/>
            <a:ext cx="1333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90">
                <a:latin typeface="Lucida Sans Unicode"/>
                <a:cs typeface="Lucida Sans Unicode"/>
              </a:rPr>
              <a:t>∞</a:t>
            </a:r>
            <a:endParaRPr sz="800">
              <a:latin typeface="Lucida Sans Unicode"/>
              <a:cs typeface="Lucida Sans Unicode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3DEEBD69-EC21-EAE3-5E44-255079D60182}"/>
              </a:ext>
            </a:extLst>
          </p:cNvPr>
          <p:cNvSpPr txBox="1"/>
          <p:nvPr/>
        </p:nvSpPr>
        <p:spPr>
          <a:xfrm>
            <a:off x="1916391" y="1920456"/>
            <a:ext cx="7042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55930" algn="l"/>
              </a:tabLst>
            </a:pPr>
            <a:r>
              <a:rPr sz="1100" spc="130">
                <a:latin typeface="Book Antiqua"/>
                <a:cs typeface="Book Antiqua"/>
              </a:rPr>
              <a:t>=</a:t>
            </a:r>
            <a:r>
              <a:rPr sz="1100">
                <a:latin typeface="Book Antiqua"/>
                <a:cs typeface="Book Antiqua"/>
              </a:rPr>
              <a:t>	</a:t>
            </a:r>
            <a:r>
              <a:rPr sz="1100" b="0" i="1" spc="-65">
                <a:latin typeface="Bookman Old Style"/>
                <a:cs typeface="Bookman Old Style"/>
              </a:rPr>
              <a:t>c</a:t>
            </a:r>
            <a:r>
              <a:rPr sz="1100" b="0" i="1" spc="-145">
                <a:latin typeface="Bookman Old Style"/>
                <a:cs typeface="Bookman Old Style"/>
              </a:rPr>
              <a:t> </a:t>
            </a:r>
            <a:r>
              <a:rPr sz="1100" b="0" i="1" spc="-25">
                <a:latin typeface="Bookman Old Style"/>
                <a:cs typeface="Bookman Old Style"/>
              </a:rPr>
              <a:t>dx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65AAC3B1-C3F9-830D-0A6E-188F1982BF7C}"/>
              </a:ext>
            </a:extLst>
          </p:cNvPr>
          <p:cNvSpPr txBox="1"/>
          <p:nvPr/>
        </p:nvSpPr>
        <p:spPr>
          <a:xfrm>
            <a:off x="2062632" y="2137460"/>
            <a:ext cx="1028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295">
                <a:latin typeface="Arial"/>
                <a:cs typeface="Arial"/>
              </a:rPr>
              <a:t> </a:t>
            </a:r>
            <a:endParaRPr sz="1100">
              <a:latin typeface="Arial"/>
              <a:cs typeface="Arial"/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C347948D-D2B2-7C84-61A1-8EF844F1FB73}"/>
              </a:ext>
            </a:extLst>
          </p:cNvPr>
          <p:cNvSpPr txBox="1"/>
          <p:nvPr/>
        </p:nvSpPr>
        <p:spPr>
          <a:xfrm>
            <a:off x="2139607" y="2073427"/>
            <a:ext cx="217170" cy="28829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75"/>
              </a:spcBef>
            </a:pPr>
            <a:r>
              <a:rPr sz="800" spc="30">
                <a:latin typeface="Lucida Sans Unicode"/>
                <a:cs typeface="Lucida Sans Unicode"/>
              </a:rPr>
              <a:t>−∞</a:t>
            </a:r>
            <a:endParaRPr sz="800">
              <a:latin typeface="Lucida Sans Unicode"/>
              <a:cs typeface="Lucida Sans Unicode"/>
            </a:endParaRPr>
          </a:p>
          <a:p>
            <a:pPr marR="13970" algn="ctr">
              <a:lnSpc>
                <a:spcPct val="100000"/>
              </a:lnSpc>
              <a:spcBef>
                <a:spcPts val="75"/>
              </a:spcBef>
            </a:pPr>
            <a:r>
              <a:rPr sz="800" b="0" i="1" spc="-120">
                <a:latin typeface="Bookman Old Style"/>
                <a:cs typeface="Bookman Old Style"/>
              </a:rPr>
              <a:t>b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E7070493-EDEA-5914-D0CA-4866418BAD55}"/>
              </a:ext>
            </a:extLst>
          </p:cNvPr>
          <p:cNvSpPr txBox="1"/>
          <p:nvPr/>
        </p:nvSpPr>
        <p:spPr>
          <a:xfrm>
            <a:off x="2139607" y="2488996"/>
            <a:ext cx="825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0" i="1" spc="-50">
                <a:latin typeface="Bookman Old Style"/>
                <a:cs typeface="Bookman Old Style"/>
              </a:rPr>
              <a:t>a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7D1BBD85-7018-10C9-36F0-626F4ED646A5}"/>
              </a:ext>
            </a:extLst>
          </p:cNvPr>
          <p:cNvSpPr txBox="1"/>
          <p:nvPr/>
        </p:nvSpPr>
        <p:spPr>
          <a:xfrm>
            <a:off x="1916391" y="2326043"/>
            <a:ext cx="6203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72745" algn="l"/>
              </a:tabLst>
            </a:pPr>
            <a:r>
              <a:rPr sz="1100" spc="130">
                <a:latin typeface="Book Antiqua"/>
                <a:cs typeface="Book Antiqua"/>
              </a:rPr>
              <a:t>=</a:t>
            </a:r>
            <a:r>
              <a:rPr sz="1100">
                <a:latin typeface="Book Antiqua"/>
                <a:cs typeface="Book Antiqua"/>
              </a:rPr>
              <a:t>	</a:t>
            </a:r>
            <a:r>
              <a:rPr sz="1100" b="0" i="1" spc="-65">
                <a:latin typeface="Bookman Old Style"/>
                <a:cs typeface="Bookman Old Style"/>
              </a:rPr>
              <a:t>c</a:t>
            </a:r>
            <a:r>
              <a:rPr sz="1100" b="0" i="1" spc="-145">
                <a:latin typeface="Bookman Old Style"/>
                <a:cs typeface="Bookman Old Style"/>
              </a:rPr>
              <a:t> </a:t>
            </a:r>
            <a:r>
              <a:rPr sz="1100" b="0" i="1" spc="-25">
                <a:latin typeface="Bookman Old Style"/>
                <a:cs typeface="Bookman Old Style"/>
              </a:rPr>
              <a:t>dx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5E509006-B3C1-FEC7-AED3-0C964734CC2C}"/>
              </a:ext>
            </a:extLst>
          </p:cNvPr>
          <p:cNvSpPr txBox="1"/>
          <p:nvPr/>
        </p:nvSpPr>
        <p:spPr>
          <a:xfrm>
            <a:off x="2145690" y="2532507"/>
            <a:ext cx="1028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295">
                <a:latin typeface="Arial"/>
                <a:cs typeface="Arial"/>
              </a:rPr>
              <a:t> </a:t>
            </a:r>
            <a:endParaRPr sz="1100">
              <a:latin typeface="Arial"/>
              <a:cs typeface="Arial"/>
            </a:endParaRPr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B29474DE-A137-44E9-7BA4-5E47982FAEFA}"/>
              </a:ext>
            </a:extLst>
          </p:cNvPr>
          <p:cNvSpPr txBox="1"/>
          <p:nvPr/>
        </p:nvSpPr>
        <p:spPr>
          <a:xfrm>
            <a:off x="2284234" y="2609900"/>
            <a:ext cx="717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0" i="1" spc="-120">
                <a:latin typeface="Bookman Old Style"/>
                <a:cs typeface="Bookman Old Style"/>
              </a:rPr>
              <a:t>b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A6970146-FB2F-E8F6-02F3-1AF860E9BC21}"/>
              </a:ext>
            </a:extLst>
          </p:cNvPr>
          <p:cNvSpPr txBox="1"/>
          <p:nvPr/>
        </p:nvSpPr>
        <p:spPr>
          <a:xfrm>
            <a:off x="1916391" y="2721089"/>
            <a:ext cx="643255" cy="4889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ts val="1305"/>
              </a:lnSpc>
              <a:spcBef>
                <a:spcPts val="90"/>
              </a:spcBef>
              <a:tabLst>
                <a:tab pos="466090" algn="l"/>
              </a:tabLst>
            </a:pP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b="0" i="1" spc="-50">
                <a:latin typeface="Bookman Old Style"/>
                <a:cs typeface="Bookman Old Style"/>
              </a:rPr>
              <a:t>c</a:t>
            </a:r>
            <a:r>
              <a:rPr sz="1100" b="0" i="1">
                <a:latin typeface="Bookman Old Style"/>
                <a:cs typeface="Bookman Old Style"/>
              </a:rPr>
              <a:t>	</a:t>
            </a:r>
            <a:r>
              <a:rPr sz="1100" b="0" i="1" spc="-25">
                <a:latin typeface="Bookman Old Style"/>
                <a:cs typeface="Bookman Old Style"/>
              </a:rPr>
              <a:t>dx</a:t>
            </a:r>
            <a:endParaRPr sz="1100">
              <a:latin typeface="Bookman Old Style"/>
              <a:cs typeface="Bookman Old Style"/>
            </a:endParaRPr>
          </a:p>
          <a:p>
            <a:pPr marL="51435" algn="ctr">
              <a:lnSpc>
                <a:spcPts val="944"/>
              </a:lnSpc>
            </a:pPr>
            <a:r>
              <a:rPr sz="800" b="0" i="1" spc="-50">
                <a:latin typeface="Bookman Old Style"/>
                <a:cs typeface="Bookman Old Style"/>
              </a:rPr>
              <a:t>a</a:t>
            </a:r>
            <a:endParaRPr sz="800">
              <a:latin typeface="Bookman Old Style"/>
              <a:cs typeface="Bookman Old Style"/>
            </a:endParaRPr>
          </a:p>
          <a:p>
            <a:pPr algn="ctr">
              <a:lnSpc>
                <a:spcPct val="100000"/>
              </a:lnSpc>
              <a:spcBef>
                <a:spcPts val="85"/>
              </a:spcBef>
            </a:pP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80">
                <a:latin typeface="Book Antiqua"/>
                <a:cs typeface="Book Antiqua"/>
              </a:rPr>
              <a:t>(</a:t>
            </a:r>
            <a:r>
              <a:rPr sz="1100" b="0" i="1" spc="-80">
                <a:latin typeface="Bookman Old Style"/>
                <a:cs typeface="Bookman Old Style"/>
              </a:rPr>
              <a:t>b</a:t>
            </a:r>
            <a:r>
              <a:rPr sz="1100" b="0" i="1" spc="-85">
                <a:latin typeface="Bookman Old Style"/>
                <a:cs typeface="Bookman Old Style"/>
              </a:rPr>
              <a:t> </a:t>
            </a:r>
            <a:r>
              <a:rPr sz="1100" spc="-35">
                <a:latin typeface="Lucida Sans Unicode"/>
                <a:cs typeface="Lucida Sans Unicode"/>
              </a:rPr>
              <a:t>−</a:t>
            </a:r>
            <a:r>
              <a:rPr sz="1100" spc="-100">
                <a:latin typeface="Lucida Sans Unicode"/>
                <a:cs typeface="Lucida Sans Unicode"/>
              </a:rPr>
              <a:t> </a:t>
            </a:r>
            <a:r>
              <a:rPr sz="1100" b="0" i="1" spc="-25">
                <a:latin typeface="Bookman Old Style"/>
                <a:cs typeface="Bookman Old Style"/>
              </a:rPr>
              <a:t>a</a:t>
            </a:r>
            <a:r>
              <a:rPr sz="1100" spc="-25">
                <a:latin typeface="Book Antiqua"/>
                <a:cs typeface="Book Antiqua"/>
              </a:rPr>
              <a:t>)</a:t>
            </a:r>
            <a:r>
              <a:rPr sz="1100" b="0" i="1" spc="-25">
                <a:latin typeface="Bookman Old Style"/>
                <a:cs typeface="Bookman Old Style"/>
              </a:rPr>
              <a:t>c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5EE9E12E-3855-20B0-1EBD-720638A30C54}"/>
              </a:ext>
            </a:extLst>
          </p:cNvPr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</a:rPr>
              <a:t>14/42</a:t>
            </a:r>
            <a:r>
              <a:rPr sz="600" b="0" spc="27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13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34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1F7E02C2-1696-5F5F-41A1-E57D3CC502BA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8AC18283-6036-A57E-EF40-422DC6510860}"/>
              </a:ext>
            </a:extLst>
          </p:cNvPr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Probability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and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for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27" name="Left Brace 26">
            <a:extLst>
              <a:ext uri="{FF2B5EF4-FFF2-40B4-BE49-F238E27FC236}">
                <a16:creationId xmlns:a16="http://schemas.microsoft.com/office/drawing/2014/main" id="{7B10B493-4368-1B63-721C-AE904634C2F4}"/>
              </a:ext>
            </a:extLst>
          </p:cNvPr>
          <p:cNvSpPr/>
          <p:nvPr/>
        </p:nvSpPr>
        <p:spPr>
          <a:xfrm>
            <a:off x="2093888" y="887895"/>
            <a:ext cx="45719" cy="359246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 descr="\documentclass{article}&#10;\usepackage{amsmath}&#10;\pagestyle{empty}&#10;\begin{document}&#10;&#10;$\int$&#10;&#10;&#10;\end{document}" title="IguanaTex Bitmap Display">
            <a:extLst>
              <a:ext uri="{FF2B5EF4-FFF2-40B4-BE49-F238E27FC236}">
                <a16:creationId xmlns:a16="http://schemas.microsoft.com/office/drawing/2014/main" id="{79A84A86-3BD2-C79E-69F9-C3C097EFF1E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748" y="1541629"/>
            <a:ext cx="140800" cy="281600"/>
          </a:xfrm>
          <a:prstGeom prst="rect">
            <a:avLst/>
          </a:prstGeom>
        </p:spPr>
      </p:pic>
      <p:pic>
        <p:nvPicPr>
          <p:cNvPr id="29" name="Picture 28" descr="\documentclass{article}&#10;\usepackage{amsmath}&#10;\pagestyle{empty}&#10;\begin{document}&#10;&#10;$\int$&#10;&#10;&#10;\end{document}" title="IguanaTex Bitmap Display">
            <a:extLst>
              <a:ext uri="{FF2B5EF4-FFF2-40B4-BE49-F238E27FC236}">
                <a16:creationId xmlns:a16="http://schemas.microsoft.com/office/drawing/2014/main" id="{1B359437-0D7D-8EFE-BC50-0AAA71B3360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8868" y="1868373"/>
            <a:ext cx="140800" cy="281600"/>
          </a:xfrm>
          <a:prstGeom prst="rect">
            <a:avLst/>
          </a:prstGeom>
        </p:spPr>
      </p:pic>
      <p:pic>
        <p:nvPicPr>
          <p:cNvPr id="30" name="Picture 29" descr="\documentclass{article}&#10;\usepackage{amsmath}&#10;\pagestyle{empty}&#10;\begin{document}&#10;&#10;$\int$&#10;&#10;&#10;\end{document}" title="IguanaTex Bitmap Display">
            <a:extLst>
              <a:ext uri="{FF2B5EF4-FFF2-40B4-BE49-F238E27FC236}">
                <a16:creationId xmlns:a16="http://schemas.microsoft.com/office/drawing/2014/main" id="{AC754646-BB41-379A-3491-69E77C70537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748" y="2278192"/>
            <a:ext cx="140800" cy="281600"/>
          </a:xfrm>
          <a:prstGeom prst="rect">
            <a:avLst/>
          </a:prstGeom>
        </p:spPr>
      </p:pic>
      <p:pic>
        <p:nvPicPr>
          <p:cNvPr id="31" name="Picture 30" descr="\documentclass{article}&#10;\usepackage{amsmath}&#10;\pagestyle{empty}&#10;\begin{document}&#10;&#10;$\int$&#10;&#10;&#10;\end{document}" title="IguanaTex Bitmap Display">
            <a:extLst>
              <a:ext uri="{FF2B5EF4-FFF2-40B4-BE49-F238E27FC236}">
                <a16:creationId xmlns:a16="http://schemas.microsoft.com/office/drawing/2014/main" id="{591811F3-5C6C-063F-AFF2-D71ED502466A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1757" y="2664202"/>
            <a:ext cx="140800" cy="2816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00968715-2AB4-5F67-2D16-839E18A1C960}"/>
                  </a:ext>
                </a:extLst>
              </p14:cNvPr>
              <p14:cNvContentPartPr/>
              <p14:nvPr/>
            </p14:nvContentPartPr>
            <p14:xfrm>
              <a:off x="1965240" y="1086840"/>
              <a:ext cx="1485000" cy="215784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00968715-2AB4-5F67-2D16-839E18A1C96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955880" y="1077480"/>
                <a:ext cx="1503720" cy="2176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91476561"/>
      </p:ext>
    </p:extLst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9395" y="62407"/>
            <a:ext cx="20891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30">
                <a:solidFill>
                  <a:srgbClr val="FFFFFF"/>
                </a:solidFill>
                <a:latin typeface="Book Antiqua"/>
                <a:cs typeface="Book Antiqua"/>
              </a:rPr>
              <a:t>Uniform</a:t>
            </a:r>
            <a:r>
              <a:rPr sz="1400" spc="-15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>
                <a:solidFill>
                  <a:srgbClr val="FFFFFF"/>
                </a:solidFill>
                <a:latin typeface="Book Antiqua"/>
                <a:cs typeface="Book Antiqua"/>
              </a:rPr>
              <a:t>Random</a:t>
            </a:r>
            <a:r>
              <a:rPr sz="1400" spc="-5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spc="-10">
                <a:solidFill>
                  <a:srgbClr val="FFFFFF"/>
                </a:solidFill>
                <a:latin typeface="Book Antiqua"/>
                <a:cs typeface="Book Antiqua"/>
              </a:rPr>
              <a:t>Variable</a:t>
            </a:r>
            <a:endParaRPr sz="1400">
              <a:latin typeface="Book Antiqua"/>
              <a:cs typeface="Book Antiq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1282928"/>
            <a:ext cx="14331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>
                <a:latin typeface="Book Antiqua"/>
                <a:cs typeface="Book Antiqua"/>
              </a:rPr>
              <a:t>What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is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value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of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 b="0" i="1" spc="-25">
                <a:latin typeface="Bookman Old Style"/>
                <a:cs typeface="Bookman Old Style"/>
              </a:rPr>
              <a:t>c</a:t>
            </a:r>
            <a:r>
              <a:rPr sz="1100" spc="-25">
                <a:latin typeface="Book Antiqua"/>
                <a:cs typeface="Book Antiqua"/>
              </a:rPr>
              <a:t>?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02764" y="1650669"/>
            <a:ext cx="2317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spc="-60">
                <a:latin typeface="Bookman Old Style"/>
                <a:cs typeface="Bookman Old Style"/>
              </a:rPr>
              <a:t>c</a:t>
            </a:r>
            <a:r>
              <a:rPr sz="1100" b="0" i="1" spc="-30">
                <a:latin typeface="Bookman Old Style"/>
                <a:cs typeface="Bookman Old Style"/>
              </a:rPr>
              <a:t> </a:t>
            </a:r>
            <a:r>
              <a:rPr sz="1100" spc="130">
                <a:latin typeface="Book Antiqua"/>
                <a:cs typeface="Book Antiqua"/>
              </a:rPr>
              <a:t>=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79002" y="1556943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>
                <a:latin typeface="Book Antiqua"/>
                <a:cs typeface="Book Antiqua"/>
              </a:rPr>
              <a:t>1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75332" y="1767281"/>
            <a:ext cx="302260" cy="0"/>
          </a:xfrm>
          <a:custGeom>
            <a:avLst/>
            <a:gdLst/>
            <a:ahLst/>
            <a:cxnLst/>
            <a:rect l="l" t="t" r="r" b="b"/>
            <a:pathLst>
              <a:path w="302260">
                <a:moveTo>
                  <a:pt x="0" y="0"/>
                </a:moveTo>
                <a:lnTo>
                  <a:pt x="302031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262632" y="1745703"/>
            <a:ext cx="3276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spc="-204">
                <a:latin typeface="Bookman Old Style"/>
                <a:cs typeface="Bookman Old Style"/>
              </a:rPr>
              <a:t>b</a:t>
            </a:r>
            <a:r>
              <a:rPr sz="1100" b="0" i="1" spc="-90">
                <a:latin typeface="Bookman Old Style"/>
                <a:cs typeface="Bookman Old Style"/>
              </a:rPr>
              <a:t> </a:t>
            </a:r>
            <a:r>
              <a:rPr sz="1100" spc="-35">
                <a:latin typeface="Lucida Sans Unicode"/>
                <a:cs typeface="Lucida Sans Unicode"/>
              </a:rPr>
              <a:t>−</a:t>
            </a:r>
            <a:r>
              <a:rPr sz="1100" spc="-100">
                <a:latin typeface="Lucida Sans Unicode"/>
                <a:cs typeface="Lucida Sans Unicode"/>
              </a:rPr>
              <a:t> </a:t>
            </a:r>
            <a:r>
              <a:rPr sz="1100" b="0" i="1" spc="-50">
                <a:latin typeface="Bookman Old Style"/>
                <a:cs typeface="Bookman Old Style"/>
              </a:rPr>
              <a:t>a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t>15/42</a:t>
            </a:r>
            <a:r>
              <a:rPr spc="280"/>
              <a:t> </a:t>
            </a:r>
            <a:r>
              <a:rPr b="0" spc="-10">
                <a:latin typeface="Times New Roman"/>
                <a:cs typeface="Times New Roman"/>
              </a:rPr>
              <a:t>13</a:t>
            </a:r>
            <a:r>
              <a:rPr spc="-10"/>
              <a:t>:</a:t>
            </a:r>
            <a:r>
              <a:rPr b="0" spc="-10">
                <a:latin typeface="Times New Roman"/>
                <a:cs typeface="Times New Roman"/>
              </a:rPr>
              <a:t>34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D16DB15-5727-8B2A-14FB-F20FEAE45AC6}"/>
                  </a:ext>
                </a:extLst>
              </p14:cNvPr>
              <p14:cNvContentPartPr/>
              <p14:nvPr/>
            </p14:nvContentPartPr>
            <p14:xfrm>
              <a:off x="1997280" y="1934280"/>
              <a:ext cx="654120" cy="280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D16DB15-5727-8B2A-14FB-F20FEAE45AC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87920" y="1924920"/>
                <a:ext cx="672840" cy="46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59395" y="62407"/>
            <a:ext cx="20891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/>
              <a:t>Uniform</a:t>
            </a:r>
            <a:r>
              <a:rPr spc="-15"/>
              <a:t> </a:t>
            </a:r>
            <a:r>
              <a:t>Random</a:t>
            </a:r>
            <a:r>
              <a:rPr spc="-5"/>
              <a:t> </a:t>
            </a:r>
            <a:r>
              <a:rPr spc="-10"/>
              <a:t>Variable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425602"/>
            <a:ext cx="25647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spc="130">
                <a:latin typeface="Bookman Old Style"/>
                <a:cs typeface="Bookman Old Style"/>
              </a:rPr>
              <a:t>X</a:t>
            </a:r>
            <a:r>
              <a:rPr sz="1100" b="0" i="1" spc="20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is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Uniform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Random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Variable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on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75">
                <a:latin typeface="Book Antiqua"/>
                <a:cs typeface="Book Antiqua"/>
              </a:rPr>
              <a:t>[</a:t>
            </a:r>
            <a:r>
              <a:rPr sz="1100" b="0" i="1" spc="-75">
                <a:latin typeface="Bookman Old Style"/>
                <a:cs typeface="Bookman Old Style"/>
              </a:rPr>
              <a:t>a,</a:t>
            </a:r>
            <a:r>
              <a:rPr sz="1100" b="0" i="1" spc="-150">
                <a:latin typeface="Bookman Old Style"/>
                <a:cs typeface="Bookman Old Style"/>
              </a:rPr>
              <a:t> </a:t>
            </a:r>
            <a:r>
              <a:rPr sz="1100" b="0" i="1" spc="-70">
                <a:latin typeface="Bookman Old Style"/>
                <a:cs typeface="Bookman Old Style"/>
              </a:rPr>
              <a:t>b</a:t>
            </a:r>
            <a:r>
              <a:rPr sz="1100" spc="-70">
                <a:latin typeface="Book Antiqua"/>
                <a:cs typeface="Book Antiqua"/>
              </a:rPr>
              <a:t>]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27757" y="879614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>
                <a:latin typeface="Book Antiqua"/>
                <a:cs typeface="Book Antiqua"/>
              </a:rPr>
              <a:t>1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424074" y="1089952"/>
            <a:ext cx="302260" cy="0"/>
          </a:xfrm>
          <a:custGeom>
            <a:avLst/>
            <a:gdLst/>
            <a:ahLst/>
            <a:cxnLst/>
            <a:rect l="l" t="t" r="r" b="b"/>
            <a:pathLst>
              <a:path w="302260">
                <a:moveTo>
                  <a:pt x="0" y="0"/>
                </a:moveTo>
                <a:lnTo>
                  <a:pt x="302031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828622" y="973340"/>
            <a:ext cx="9359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 spc="145">
                <a:latin typeface="Bookman Old Style"/>
                <a:cs typeface="Bookman Old Style"/>
              </a:rPr>
              <a:t>f</a:t>
            </a:r>
            <a:r>
              <a:rPr sz="1200" b="0" i="1" spc="217" baseline="-10416">
                <a:latin typeface="Bookman Old Style"/>
                <a:cs typeface="Bookman Old Style"/>
              </a:rPr>
              <a:t>X</a:t>
            </a:r>
            <a:r>
              <a:rPr sz="1200" b="0" i="1" spc="-179" baseline="-10416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55">
                <a:latin typeface="Book Antiqua"/>
                <a:cs typeface="Book Antiqua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190">
                <a:latin typeface="Book Antiqua"/>
                <a:cs typeface="Book Antiqua"/>
              </a:rPr>
              <a:t> </a:t>
            </a:r>
            <a:r>
              <a:rPr sz="1650" b="0" i="1" spc="-307" baseline="-37878">
                <a:latin typeface="Bookman Old Style"/>
                <a:cs typeface="Bookman Old Style"/>
              </a:rPr>
              <a:t>b</a:t>
            </a:r>
            <a:r>
              <a:rPr sz="1650" b="0" i="1" spc="-89" baseline="-37878">
                <a:latin typeface="Bookman Old Style"/>
                <a:cs typeface="Bookman Old Style"/>
              </a:rPr>
              <a:t> </a:t>
            </a:r>
            <a:r>
              <a:rPr sz="1650" spc="-52" baseline="-37878">
                <a:latin typeface="Lucida Sans Unicode"/>
                <a:cs typeface="Lucida Sans Unicode"/>
              </a:rPr>
              <a:t>−</a:t>
            </a:r>
            <a:r>
              <a:rPr sz="1650" spc="-120" baseline="-37878">
                <a:latin typeface="Lucida Sans Unicode"/>
                <a:cs typeface="Lucida Sans Unicode"/>
              </a:rPr>
              <a:t> </a:t>
            </a:r>
            <a:r>
              <a:rPr sz="1650" b="0" i="1" spc="-75" baseline="-37878">
                <a:latin typeface="Bookman Old Style"/>
                <a:cs typeface="Bookman Old Style"/>
              </a:rPr>
              <a:t>a</a:t>
            </a:r>
            <a:endParaRPr sz="1650" baseline="-37878">
              <a:latin typeface="Bookman Old Style"/>
              <a:cs typeface="Bookman Old Styl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59484" y="1778292"/>
            <a:ext cx="12776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75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 b="0" i="1" spc="-15">
                <a:latin typeface="Bookman Old Style"/>
                <a:cs typeface="Bookman Old Style"/>
              </a:rPr>
              <a:t> </a:t>
            </a:r>
            <a:r>
              <a:rPr sz="1100" b="0" i="1" spc="180">
                <a:latin typeface="Bookman Old Style"/>
                <a:cs typeface="Bookman Old Style"/>
              </a:rPr>
              <a:t>&lt;</a:t>
            </a:r>
            <a:r>
              <a:rPr sz="1100" b="0" i="1" spc="-15">
                <a:latin typeface="Bookman Old Style"/>
                <a:cs typeface="Bookman Old Style"/>
              </a:rPr>
              <a:t> </a:t>
            </a:r>
            <a:r>
              <a:rPr sz="1100" b="0" i="1" spc="130">
                <a:latin typeface="Bookman Old Style"/>
                <a:cs typeface="Bookman Old Style"/>
              </a:rPr>
              <a:t>X</a:t>
            </a:r>
            <a:r>
              <a:rPr sz="1100" b="0" i="1" spc="75">
                <a:latin typeface="Bookman Old Style"/>
                <a:cs typeface="Bookman Old Style"/>
              </a:rPr>
              <a:t> </a:t>
            </a:r>
            <a:r>
              <a:rPr sz="1100" b="0" i="1" spc="180">
                <a:latin typeface="Bookman Old Style"/>
                <a:cs typeface="Bookman Old Style"/>
              </a:rPr>
              <a:t>&lt;</a:t>
            </a:r>
            <a:r>
              <a:rPr sz="1100" b="0" i="1" spc="-15">
                <a:latin typeface="Bookman Old Style"/>
                <a:cs typeface="Bookman Old Style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 b="0" i="1" spc="-80">
                <a:latin typeface="Bookman Old Style"/>
                <a:cs typeface="Bookman Old Style"/>
              </a:rPr>
              <a:t> </a:t>
            </a:r>
            <a:r>
              <a:rPr sz="1100" spc="180">
                <a:latin typeface="Book Antiqua"/>
                <a:cs typeface="Book Antiqua"/>
              </a:rPr>
              <a:t>+</a:t>
            </a:r>
            <a:r>
              <a:rPr sz="1100" spc="-20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δ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 spc="130">
                <a:latin typeface="Book Antiqua"/>
                <a:cs typeface="Book Antiqua"/>
              </a:rPr>
              <a:t>=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88323" y="1667103"/>
            <a:ext cx="21717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0" i="1" spc="-25">
                <a:latin typeface="Bookman Old Style"/>
                <a:cs typeface="Bookman Old Style"/>
              </a:rPr>
              <a:t>x</a:t>
            </a:r>
            <a:r>
              <a:rPr sz="800" spc="-25">
                <a:latin typeface="Century"/>
                <a:cs typeface="Century"/>
              </a:rPr>
              <a:t>+</a:t>
            </a:r>
            <a:r>
              <a:rPr sz="800" b="0" i="1" spc="-25">
                <a:latin typeface="Bookman Old Style"/>
                <a:cs typeface="Bookman Old Style"/>
              </a:rPr>
              <a:t>δ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26754" y="1941245"/>
            <a:ext cx="863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0" i="1" spc="40">
                <a:latin typeface="Bookman Old Style"/>
                <a:cs typeface="Bookman Old Style"/>
              </a:rPr>
              <a:t>x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49779" y="1589709"/>
            <a:ext cx="102870" cy="5867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295">
                <a:latin typeface="Arial"/>
                <a:cs typeface="Arial"/>
              </a:rPr>
              <a:t> 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89"/>
              </a:spcBef>
            </a:pPr>
            <a:r>
              <a:rPr sz="1100" spc="295">
                <a:latin typeface="Arial"/>
                <a:cs typeface="Arial"/>
              </a:rPr>
              <a:t> 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87916" y="1778292"/>
            <a:ext cx="6083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 spc="145">
                <a:latin typeface="Bookman Old Style"/>
                <a:cs typeface="Bookman Old Style"/>
              </a:rPr>
              <a:t>f</a:t>
            </a:r>
            <a:r>
              <a:rPr sz="1200" b="0" i="1" spc="217" baseline="-10416">
                <a:latin typeface="Bookman Old Style"/>
                <a:cs typeface="Bookman Old Style"/>
              </a:rPr>
              <a:t>X</a:t>
            </a:r>
            <a:r>
              <a:rPr sz="1200" b="0" i="1" spc="-120" baseline="-10416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-10">
                <a:latin typeface="Book Antiqua"/>
                <a:cs typeface="Book Antiqua"/>
              </a:rPr>
              <a:t> </a:t>
            </a:r>
            <a:r>
              <a:rPr sz="1100" b="0" i="1" spc="-25">
                <a:latin typeface="Bookman Old Style"/>
                <a:cs typeface="Bookman Old Style"/>
              </a:rPr>
              <a:t>dx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88323" y="2062149"/>
            <a:ext cx="21717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0" i="1" spc="-25">
                <a:latin typeface="Bookman Old Style"/>
                <a:cs typeface="Bookman Old Style"/>
              </a:rPr>
              <a:t>x</a:t>
            </a:r>
            <a:r>
              <a:rPr sz="800" spc="-25">
                <a:latin typeface="Century"/>
                <a:cs typeface="Century"/>
              </a:rPr>
              <a:t>+</a:t>
            </a:r>
            <a:r>
              <a:rPr sz="800" b="0" i="1" spc="-25">
                <a:latin typeface="Bookman Old Style"/>
                <a:cs typeface="Bookman Old Style"/>
              </a:rPr>
              <a:t>δ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03538" y="2173338"/>
            <a:ext cx="769620" cy="3098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1305"/>
              </a:lnSpc>
              <a:spcBef>
                <a:spcPts val="90"/>
              </a:spcBef>
              <a:tabLst>
                <a:tab pos="521970" algn="l"/>
              </a:tabLst>
            </a:pPr>
            <a:r>
              <a:rPr sz="1100" spc="130">
                <a:latin typeface="Book Antiqua"/>
                <a:cs typeface="Book Antiqua"/>
              </a:rPr>
              <a:t>=</a:t>
            </a:r>
            <a:r>
              <a:rPr sz="1100">
                <a:latin typeface="Book Antiqua"/>
                <a:cs typeface="Book Antiqua"/>
              </a:rPr>
              <a:t>	</a:t>
            </a:r>
            <a:r>
              <a:rPr sz="1100" b="0" i="1" spc="-65">
                <a:latin typeface="Bookman Old Style"/>
                <a:cs typeface="Bookman Old Style"/>
              </a:rPr>
              <a:t>c</a:t>
            </a:r>
            <a:r>
              <a:rPr sz="1100" b="0" i="1" spc="-145">
                <a:latin typeface="Bookman Old Style"/>
                <a:cs typeface="Bookman Old Style"/>
              </a:rPr>
              <a:t> </a:t>
            </a:r>
            <a:r>
              <a:rPr sz="1100" b="0" i="1" spc="-25">
                <a:latin typeface="Bookman Old Style"/>
                <a:cs typeface="Bookman Old Style"/>
              </a:rPr>
              <a:t>dx</a:t>
            </a:r>
            <a:endParaRPr sz="1100">
              <a:latin typeface="Bookman Old Style"/>
              <a:cs typeface="Bookman Old Style"/>
            </a:endParaRPr>
          </a:p>
          <a:p>
            <a:pPr marL="235585">
              <a:lnSpc>
                <a:spcPts val="944"/>
              </a:lnSpc>
            </a:pPr>
            <a:r>
              <a:rPr sz="800" b="0" i="1" spc="40">
                <a:latin typeface="Bookman Old Style"/>
                <a:cs typeface="Bookman Old Style"/>
              </a:rPr>
              <a:t>x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481338" y="2438869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>
                <a:latin typeface="Book Antiqua"/>
                <a:cs typeface="Book Antiqua"/>
              </a:rPr>
              <a:t>1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377668" y="2649194"/>
            <a:ext cx="302260" cy="0"/>
          </a:xfrm>
          <a:custGeom>
            <a:avLst/>
            <a:gdLst/>
            <a:ahLst/>
            <a:cxnLst/>
            <a:rect l="l" t="t" r="r" b="b"/>
            <a:pathLst>
              <a:path w="302260">
                <a:moveTo>
                  <a:pt x="0" y="0"/>
                </a:moveTo>
                <a:lnTo>
                  <a:pt x="302031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203538" y="2532595"/>
            <a:ext cx="1344930" cy="28702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73990" marR="5080" indent="-161925">
              <a:lnSpc>
                <a:spcPct val="56699"/>
              </a:lnSpc>
              <a:spcBef>
                <a:spcPts val="660"/>
              </a:spcBef>
              <a:tabLst>
                <a:tab pos="521970" algn="l"/>
              </a:tabLst>
            </a:pPr>
            <a:r>
              <a:rPr sz="1100" spc="130">
                <a:latin typeface="Book Antiqua"/>
                <a:cs typeface="Book Antiqua"/>
              </a:rPr>
              <a:t>=</a:t>
            </a:r>
            <a:r>
              <a:rPr sz="1100">
                <a:latin typeface="Book Antiqua"/>
                <a:cs typeface="Book Antiqua"/>
              </a:rPr>
              <a:t>		</a:t>
            </a:r>
            <a:r>
              <a:rPr sz="1100" spc="-35">
                <a:latin typeface="Lucida Sans Unicode"/>
                <a:cs typeface="Lucida Sans Unicode"/>
              </a:rPr>
              <a:t>×</a:t>
            </a:r>
            <a:r>
              <a:rPr sz="1100" spc="-90">
                <a:latin typeface="Lucida Sans Unicode"/>
                <a:cs typeface="Lucida Sans Unicod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 b="0" i="1" spc="-75">
                <a:latin typeface="Bookman Old Style"/>
                <a:cs typeface="Bookman Old Style"/>
              </a:rPr>
              <a:t> </a:t>
            </a:r>
            <a:r>
              <a:rPr sz="1100" spc="180">
                <a:latin typeface="Book Antiqua"/>
                <a:cs typeface="Book Antiqua"/>
              </a:rPr>
              <a:t>+</a:t>
            </a:r>
            <a:r>
              <a:rPr sz="1100" spc="-15">
                <a:latin typeface="Book Antiqua"/>
                <a:cs typeface="Book Antiqua"/>
              </a:rPr>
              <a:t> </a:t>
            </a:r>
            <a:r>
              <a:rPr sz="1100" b="0" i="1" spc="-145">
                <a:latin typeface="Bookman Old Style"/>
                <a:cs typeface="Bookman Old Style"/>
              </a:rPr>
              <a:t>δ</a:t>
            </a:r>
            <a:r>
              <a:rPr sz="1100" b="0" i="1" spc="-30">
                <a:latin typeface="Bookman Old Style"/>
                <a:cs typeface="Bookman Old Style"/>
              </a:rPr>
              <a:t> </a:t>
            </a:r>
            <a:r>
              <a:rPr sz="1100" spc="-35">
                <a:latin typeface="Lucida Sans Unicode"/>
                <a:cs typeface="Lucida Sans Unicode"/>
              </a:rPr>
              <a:t>−</a:t>
            </a:r>
            <a:r>
              <a:rPr sz="1100" spc="-90">
                <a:latin typeface="Lucida Sans Unicode"/>
                <a:cs typeface="Lucida Sans Unicode"/>
              </a:rPr>
              <a:t> </a:t>
            </a:r>
            <a:r>
              <a:rPr sz="1100" b="0" i="1" spc="-25">
                <a:latin typeface="Bookman Old Style"/>
                <a:cs typeface="Bookman Old Style"/>
              </a:rPr>
              <a:t>x</a:t>
            </a:r>
            <a:r>
              <a:rPr sz="1100" spc="-25">
                <a:latin typeface="Book Antiqua"/>
                <a:cs typeface="Book Antiqua"/>
              </a:rPr>
              <a:t>) </a:t>
            </a:r>
            <a:r>
              <a:rPr sz="1100" b="0" i="1" spc="-204">
                <a:latin typeface="Bookman Old Style"/>
                <a:cs typeface="Bookman Old Style"/>
              </a:rPr>
              <a:t>b</a:t>
            </a:r>
            <a:r>
              <a:rPr sz="1100" b="0" i="1" spc="-90">
                <a:latin typeface="Bookman Old Style"/>
                <a:cs typeface="Bookman Old Style"/>
              </a:rPr>
              <a:t> </a:t>
            </a:r>
            <a:r>
              <a:rPr sz="1100" spc="-35">
                <a:latin typeface="Lucida Sans Unicode"/>
                <a:cs typeface="Lucida Sans Unicode"/>
              </a:rPr>
              <a:t>−</a:t>
            </a:r>
            <a:r>
              <a:rPr sz="1100" spc="-100">
                <a:latin typeface="Lucida Sans Unicode"/>
                <a:cs typeface="Lucida Sans Unicode"/>
              </a:rPr>
              <a:t> </a:t>
            </a:r>
            <a:r>
              <a:rPr sz="1100" b="0" i="1" spc="-50">
                <a:latin typeface="Bookman Old Style"/>
                <a:cs typeface="Bookman Old Style"/>
              </a:rPr>
              <a:t>a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203538" y="2879725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80">
                <a:latin typeface="Book Antiqua"/>
                <a:cs typeface="Book Antiqua"/>
              </a:rPr>
              <a:t>=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482570" y="2785999"/>
            <a:ext cx="869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spc="-135">
                <a:latin typeface="Bookman Old Style"/>
                <a:cs typeface="Bookman Old Style"/>
              </a:rPr>
              <a:t>δ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377668" y="2996323"/>
            <a:ext cx="302260" cy="0"/>
          </a:xfrm>
          <a:custGeom>
            <a:avLst/>
            <a:gdLst/>
            <a:ahLst/>
            <a:cxnLst/>
            <a:rect l="l" t="t" r="r" b="b"/>
            <a:pathLst>
              <a:path w="302260">
                <a:moveTo>
                  <a:pt x="0" y="0"/>
                </a:moveTo>
                <a:lnTo>
                  <a:pt x="302031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2364968" y="2974759"/>
            <a:ext cx="3276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spc="-204">
                <a:latin typeface="Bookman Old Style"/>
                <a:cs typeface="Bookman Old Style"/>
              </a:rPr>
              <a:t>b</a:t>
            </a:r>
            <a:r>
              <a:rPr sz="1100" b="0" i="1" spc="-90">
                <a:latin typeface="Bookman Old Style"/>
                <a:cs typeface="Bookman Old Style"/>
              </a:rPr>
              <a:t> </a:t>
            </a:r>
            <a:r>
              <a:rPr sz="1100" spc="-35">
                <a:latin typeface="Lucida Sans Unicode"/>
                <a:cs typeface="Lucida Sans Unicode"/>
              </a:rPr>
              <a:t>−</a:t>
            </a:r>
            <a:r>
              <a:rPr sz="1100" spc="-100">
                <a:latin typeface="Lucida Sans Unicode"/>
                <a:cs typeface="Lucida Sans Unicode"/>
              </a:rPr>
              <a:t> </a:t>
            </a:r>
            <a:r>
              <a:rPr sz="1100" b="0" i="1" spc="-50">
                <a:latin typeface="Bookman Old Style"/>
                <a:cs typeface="Bookman Old Style"/>
              </a:rPr>
              <a:t>a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</a:rPr>
              <a:t>16/42</a:t>
            </a:r>
            <a:r>
              <a:rPr sz="600" b="0" spc="27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13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34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Probability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and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for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27" name="Picture 26" descr="\documentclass{article}&#10;\usepackage{amsmath}&#10;\pagestyle{empty}&#10;\begin{document}&#10;&#10;$\int$&#10;&#10;&#10;\end{document}" title="IguanaTex Bitmap Display">
            <a:extLst>
              <a:ext uri="{FF2B5EF4-FFF2-40B4-BE49-F238E27FC236}">
                <a16:creationId xmlns:a16="http://schemas.microsoft.com/office/drawing/2014/main" id="{513CEAAE-F8B7-17C4-C02E-9D0188532FC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3679" y="1715727"/>
            <a:ext cx="140800" cy="281600"/>
          </a:xfrm>
          <a:prstGeom prst="rect">
            <a:avLst/>
          </a:prstGeom>
        </p:spPr>
      </p:pic>
      <p:pic>
        <p:nvPicPr>
          <p:cNvPr id="28" name="Picture 27" descr="\documentclass{article}&#10;\usepackage{amsmath}&#10;\pagestyle{empty}&#10;\begin{document}&#10;&#10;$\int$&#10;&#10;&#10;\end{document}" title="IguanaTex Bitmap Display">
            <a:extLst>
              <a:ext uri="{FF2B5EF4-FFF2-40B4-BE49-F238E27FC236}">
                <a16:creationId xmlns:a16="http://schemas.microsoft.com/office/drawing/2014/main" id="{A60BAC03-7023-C600-1C78-BB9D3E5E8C3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3273" y="2111854"/>
            <a:ext cx="140800" cy="2816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F8F1335D-BD80-7006-A8CF-C343FC3081A5}"/>
                  </a:ext>
                </a:extLst>
              </p14:cNvPr>
              <p14:cNvContentPartPr/>
              <p14:nvPr/>
            </p14:nvContentPartPr>
            <p14:xfrm>
              <a:off x="1194480" y="1930320"/>
              <a:ext cx="1621800" cy="126108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F8F1335D-BD80-7006-A8CF-C343FC3081A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85120" y="1920960"/>
                <a:ext cx="1640520" cy="1279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59395" y="62407"/>
            <a:ext cx="20891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/>
              <a:t>Uniform</a:t>
            </a:r>
            <a:r>
              <a:rPr spc="-15"/>
              <a:t> </a:t>
            </a:r>
            <a:r>
              <a:t>Random</a:t>
            </a:r>
            <a:r>
              <a:rPr spc="-5"/>
              <a:t> </a:t>
            </a:r>
            <a:r>
              <a:rPr spc="-10"/>
              <a:t>Variable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410641"/>
            <a:ext cx="25647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spc="130">
                <a:latin typeface="Bookman Old Style"/>
                <a:cs typeface="Bookman Old Style"/>
              </a:rPr>
              <a:t>X</a:t>
            </a:r>
            <a:r>
              <a:rPr sz="1100" b="0" i="1" spc="20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is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Uniform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Random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Variable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on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75">
                <a:latin typeface="Book Antiqua"/>
                <a:cs typeface="Book Antiqua"/>
              </a:rPr>
              <a:t>[</a:t>
            </a:r>
            <a:r>
              <a:rPr sz="1100" b="0" i="1" spc="-75">
                <a:latin typeface="Bookman Old Style"/>
                <a:cs typeface="Bookman Old Style"/>
              </a:rPr>
              <a:t>a,</a:t>
            </a:r>
            <a:r>
              <a:rPr sz="1100" b="0" i="1" spc="-150">
                <a:latin typeface="Bookman Old Style"/>
                <a:cs typeface="Bookman Old Style"/>
              </a:rPr>
              <a:t> </a:t>
            </a:r>
            <a:r>
              <a:rPr sz="1100" b="0" i="1" spc="-70">
                <a:latin typeface="Bookman Old Style"/>
                <a:cs typeface="Bookman Old Style"/>
              </a:rPr>
              <a:t>b</a:t>
            </a:r>
            <a:r>
              <a:rPr sz="1100" spc="-70">
                <a:latin typeface="Book Antiqua"/>
                <a:cs typeface="Book Antiqua"/>
              </a:rPr>
              <a:t>]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0444" y="582726"/>
            <a:ext cx="15900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 spc="145">
                <a:latin typeface="Bookman Old Style"/>
                <a:cs typeface="Bookman Old Style"/>
              </a:rPr>
              <a:t>f</a:t>
            </a:r>
            <a:r>
              <a:rPr sz="1200" b="0" i="1" spc="217" baseline="-10416">
                <a:latin typeface="Bookman Old Style"/>
                <a:cs typeface="Bookman Old Style"/>
              </a:rPr>
              <a:t>X</a:t>
            </a:r>
            <a:r>
              <a:rPr sz="1200" b="0" i="1" spc="-195" baseline="-10416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b="0" i="1" spc="-60">
                <a:latin typeface="Bookman Old Style"/>
                <a:cs typeface="Bookman Old Style"/>
              </a:rPr>
              <a:t>c</a:t>
            </a:r>
            <a:r>
              <a:rPr sz="1100" b="0" i="1" spc="-30">
                <a:latin typeface="Bookman Old Style"/>
                <a:cs typeface="Bookman Old Style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150">
                <a:latin typeface="Book Antiqua"/>
                <a:cs typeface="Book Antiqua"/>
              </a:rPr>
              <a:t> </a:t>
            </a:r>
            <a:r>
              <a:rPr sz="1200" u="sng" spc="480" baseline="312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200" u="sng" baseline="3125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1</a:t>
            </a:r>
            <a:r>
              <a:rPr sz="1200" u="sng" spc="450" baseline="3125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 </a:t>
            </a:r>
            <a:r>
              <a:rPr sz="1200" spc="390" baseline="31250">
                <a:latin typeface="Century"/>
                <a:cs typeface="Century"/>
              </a:rPr>
              <a:t> </a:t>
            </a:r>
            <a:r>
              <a:rPr sz="1100">
                <a:latin typeface="Book Antiqua"/>
                <a:cs typeface="Book Antiqua"/>
              </a:rPr>
              <a:t>on</a:t>
            </a:r>
            <a:r>
              <a:rPr sz="1100" spc="90">
                <a:latin typeface="Book Antiqua"/>
                <a:cs typeface="Book Antiqua"/>
              </a:rPr>
              <a:t> </a:t>
            </a:r>
            <a:r>
              <a:rPr sz="1100" spc="-75">
                <a:latin typeface="Book Antiqua"/>
                <a:cs typeface="Book Antiqua"/>
              </a:rPr>
              <a:t>[</a:t>
            </a:r>
            <a:r>
              <a:rPr sz="1100" b="0" i="1" spc="-75">
                <a:latin typeface="Bookman Old Style"/>
                <a:cs typeface="Bookman Old Style"/>
              </a:rPr>
              <a:t>a,</a:t>
            </a:r>
            <a:r>
              <a:rPr sz="1100" b="0" i="1" spc="-150">
                <a:latin typeface="Bookman Old Style"/>
                <a:cs typeface="Bookman Old Style"/>
              </a:rPr>
              <a:t> </a:t>
            </a:r>
            <a:r>
              <a:rPr sz="1100" b="0" i="1" spc="-25">
                <a:latin typeface="Bookman Old Style"/>
                <a:cs typeface="Bookman Old Style"/>
              </a:rPr>
              <a:t>b</a:t>
            </a:r>
            <a:r>
              <a:rPr sz="1100" spc="-25">
                <a:latin typeface="Book Antiqua"/>
                <a:cs typeface="Book Antiqua"/>
              </a:rPr>
              <a:t>]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4934" y="854290"/>
            <a:ext cx="11430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0" i="1" spc="135">
                <a:latin typeface="Bookman Old Style"/>
                <a:cs typeface="Bookman Old Style"/>
              </a:rPr>
              <a:t>X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5844" y="667816"/>
            <a:ext cx="1326515" cy="319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14705">
              <a:lnSpc>
                <a:spcPct val="100000"/>
              </a:lnSpc>
              <a:spcBef>
                <a:spcPts val="95"/>
              </a:spcBef>
            </a:pPr>
            <a:r>
              <a:rPr sz="800" b="0" i="1" spc="-25">
                <a:latin typeface="Bookman Old Style"/>
                <a:cs typeface="Bookman Old Style"/>
              </a:rPr>
              <a:t>b</a:t>
            </a:r>
            <a:r>
              <a:rPr sz="800" spc="-25">
                <a:latin typeface="Lucida Sans Unicode"/>
                <a:cs typeface="Lucida Sans Unicode"/>
              </a:rPr>
              <a:t>−</a:t>
            </a:r>
            <a:r>
              <a:rPr sz="800" b="0" i="1" spc="-25">
                <a:latin typeface="Bookman Old Style"/>
                <a:cs typeface="Bookman Old Style"/>
              </a:rPr>
              <a:t>a</a:t>
            </a:r>
            <a:endParaRPr sz="800">
              <a:latin typeface="Bookman Old Style"/>
              <a:cs typeface="Bookman Old Style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b="0" i="1">
                <a:latin typeface="Bookman Old Style"/>
                <a:cs typeface="Bookman Old Style"/>
              </a:rPr>
              <a:t>F</a:t>
            </a:r>
            <a:r>
              <a:rPr sz="1100" b="0" i="1" spc="434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d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80">
                <a:latin typeface="Bookman Old Style"/>
                <a:cs typeface="Bookman Old Style"/>
              </a:rPr>
              <a:t> </a:t>
            </a:r>
            <a:r>
              <a:rPr sz="1100" spc="90">
                <a:latin typeface="Book Antiqua"/>
                <a:cs typeface="Book Antiqua"/>
              </a:rPr>
              <a:t>(</a:t>
            </a:r>
            <a:r>
              <a:rPr sz="1100" b="0" i="1" spc="90">
                <a:latin typeface="Bookman Old Style"/>
                <a:cs typeface="Bookman Old Style"/>
              </a:rPr>
              <a:t>X</a:t>
            </a:r>
            <a:r>
              <a:rPr sz="1100" b="0" i="1" spc="40">
                <a:latin typeface="Bookman Old Style"/>
                <a:cs typeface="Bookman Old Style"/>
              </a:rPr>
              <a:t> </a:t>
            </a:r>
            <a:r>
              <a:rPr sz="1100">
                <a:latin typeface="Lucida Sans Unicode"/>
                <a:cs typeface="Lucida Sans Unicode"/>
              </a:rPr>
              <a:t>≤</a:t>
            </a:r>
            <a:r>
              <a:rPr sz="1100" spc="-55">
                <a:latin typeface="Lucida Sans Unicode"/>
                <a:cs typeface="Lucida Sans Unicode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d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130">
                <a:latin typeface="Book Antiqua"/>
                <a:cs typeface="Book Antiqua"/>
              </a:rPr>
              <a:t>=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57743" y="761314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0" i="1" spc="-80">
                <a:latin typeface="Bookman Old Style"/>
                <a:cs typeface="Bookman Old Style"/>
              </a:rPr>
              <a:t>d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30807" y="881507"/>
            <a:ext cx="21717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30">
                <a:latin typeface="Lucida Sans Unicode"/>
                <a:cs typeface="Lucida Sans Unicode"/>
              </a:rPr>
              <a:t>−∞</a:t>
            </a:r>
            <a:endParaRPr sz="8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26018" y="795528"/>
            <a:ext cx="6083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 spc="145">
                <a:latin typeface="Bookman Old Style"/>
                <a:cs typeface="Bookman Old Style"/>
              </a:rPr>
              <a:t>f</a:t>
            </a:r>
            <a:r>
              <a:rPr sz="1200" b="0" i="1" spc="217" baseline="-10416">
                <a:latin typeface="Bookman Old Style"/>
                <a:cs typeface="Bookman Old Style"/>
              </a:rPr>
              <a:t>X</a:t>
            </a:r>
            <a:r>
              <a:rPr sz="1200" b="0" i="1" spc="-120" baseline="-10416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-10">
                <a:latin typeface="Book Antiqua"/>
                <a:cs typeface="Book Antiqua"/>
              </a:rPr>
              <a:t> </a:t>
            </a:r>
            <a:r>
              <a:rPr sz="1100" b="0" i="1" spc="-25">
                <a:latin typeface="Bookman Old Style"/>
                <a:cs typeface="Bookman Old Style"/>
              </a:rPr>
              <a:t>dx</a:t>
            </a:r>
            <a:endParaRPr sz="1100">
              <a:latin typeface="Bookman Old Style"/>
              <a:cs typeface="Bookman Old Style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58898" y="1081852"/>
            <a:ext cx="2877820" cy="2273300"/>
            <a:chOff x="858898" y="1081852"/>
            <a:chExt cx="2877820" cy="2273300"/>
          </a:xfrm>
        </p:grpSpPr>
        <p:sp>
          <p:nvSpPr>
            <p:cNvPr id="12" name="object 12"/>
            <p:cNvSpPr/>
            <p:nvPr/>
          </p:nvSpPr>
          <p:spPr>
            <a:xfrm>
              <a:off x="2303995" y="1086932"/>
              <a:ext cx="0" cy="2263140"/>
            </a:xfrm>
            <a:custGeom>
              <a:avLst/>
              <a:gdLst/>
              <a:ahLst/>
              <a:cxnLst/>
              <a:rect l="l" t="t" r="r" b="b"/>
              <a:pathLst>
                <a:path h="2263140">
                  <a:moveTo>
                    <a:pt x="0" y="0"/>
                  </a:moveTo>
                  <a:lnTo>
                    <a:pt x="0" y="2262845"/>
                  </a:lnTo>
                </a:path>
              </a:pathLst>
            </a:custGeom>
            <a:ln w="10121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63978" y="2514295"/>
              <a:ext cx="2867660" cy="0"/>
            </a:xfrm>
            <a:custGeom>
              <a:avLst/>
              <a:gdLst/>
              <a:ahLst/>
              <a:cxnLst/>
              <a:rect l="l" t="t" r="r" b="b"/>
              <a:pathLst>
                <a:path w="2867660">
                  <a:moveTo>
                    <a:pt x="0" y="0"/>
                  </a:moveTo>
                  <a:lnTo>
                    <a:pt x="2867380" y="0"/>
                  </a:lnTo>
                </a:path>
              </a:pathLst>
            </a:custGeom>
            <a:ln w="10121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400655" y="2479281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>
                <a:latin typeface="Book Antiqua"/>
                <a:cs typeface="Book Antiqua"/>
              </a:rPr>
              <a:t>a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828810" y="2483167"/>
            <a:ext cx="1028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>
                <a:latin typeface="Book Antiqua"/>
                <a:cs typeface="Book Antiqua"/>
              </a:rPr>
              <a:t>b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184654" y="1687690"/>
            <a:ext cx="95250" cy="5372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>
                <a:latin typeface="Book Antiqua"/>
                <a:cs typeface="Book Antiqua"/>
              </a:rPr>
              <a:t>1</a:t>
            </a: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00">
              <a:latin typeface="Book Antiqua"/>
              <a:cs typeface="Book Antiqua"/>
            </a:endParaRPr>
          </a:p>
          <a:p>
            <a:pPr marL="16510">
              <a:lnSpc>
                <a:spcPct val="100000"/>
              </a:lnSpc>
            </a:pPr>
            <a:r>
              <a:rPr sz="1100" spc="-5">
                <a:latin typeface="Book Antiqua"/>
                <a:cs typeface="Book Antiqua"/>
              </a:rPr>
              <a:t>c</a:t>
            </a:r>
            <a:endParaRPr sz="1100">
              <a:latin typeface="Book Antiqua"/>
              <a:cs typeface="Book Antiqu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871220" y="1804434"/>
            <a:ext cx="2867660" cy="720090"/>
            <a:chOff x="863978" y="1794281"/>
            <a:chExt cx="2867660" cy="720090"/>
          </a:xfrm>
        </p:grpSpPr>
        <p:sp>
          <p:nvSpPr>
            <p:cNvPr id="18" name="object 18"/>
            <p:cNvSpPr/>
            <p:nvPr/>
          </p:nvSpPr>
          <p:spPr>
            <a:xfrm>
              <a:off x="2447994" y="2154291"/>
              <a:ext cx="419734" cy="0"/>
            </a:xfrm>
            <a:custGeom>
              <a:avLst/>
              <a:gdLst/>
              <a:ahLst/>
              <a:cxnLst/>
              <a:rect l="l" t="t" r="r" b="b"/>
              <a:pathLst>
                <a:path w="419735">
                  <a:moveTo>
                    <a:pt x="0" y="0"/>
                  </a:moveTo>
                  <a:lnTo>
                    <a:pt x="419354" y="0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63978" y="1794281"/>
              <a:ext cx="2867660" cy="720090"/>
            </a:xfrm>
            <a:custGeom>
              <a:avLst/>
              <a:gdLst/>
              <a:ahLst/>
              <a:cxnLst/>
              <a:rect l="l" t="t" r="r" b="b"/>
              <a:pathLst>
                <a:path w="2867660" h="720089">
                  <a:moveTo>
                    <a:pt x="0" y="720013"/>
                  </a:moveTo>
                  <a:lnTo>
                    <a:pt x="1584020" y="720013"/>
                  </a:lnTo>
                  <a:lnTo>
                    <a:pt x="2016023" y="0"/>
                  </a:lnTo>
                  <a:lnTo>
                    <a:pt x="2867380" y="0"/>
                  </a:lnTo>
                </a:path>
              </a:pathLst>
            </a:custGeom>
            <a:ln w="10121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t>18/42</a:t>
            </a:r>
            <a:r>
              <a:rPr spc="280"/>
              <a:t> </a:t>
            </a:r>
            <a:r>
              <a:rPr b="0" spc="-10">
                <a:latin typeface="Times New Roman"/>
                <a:cs typeface="Times New Roman"/>
              </a:rPr>
              <a:t>13</a:t>
            </a:r>
            <a:r>
              <a:rPr spc="-10"/>
              <a:t>:</a:t>
            </a:r>
            <a:r>
              <a:rPr b="0" spc="-10">
                <a:latin typeface="Times New Roman"/>
                <a:cs typeface="Times New Roman"/>
              </a:rPr>
              <a:t>34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Probability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25" name="Picture 24" descr="\documentclass{article}&#10;\usepackage{amsmath}&#10;\pagestyle{empty}&#10;\begin{document}&#10;&#10;$\int$&#10;&#10;&#10;\end{document}" title="IguanaTex Bitmap Display">
            <a:extLst>
              <a:ext uri="{FF2B5EF4-FFF2-40B4-BE49-F238E27FC236}">
                <a16:creationId xmlns:a16="http://schemas.microsoft.com/office/drawing/2014/main" id="{6055A08C-5A77-BFF0-9F10-124414058ED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2424" y="753144"/>
            <a:ext cx="127715" cy="255429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7365">
              <a:lnSpc>
                <a:spcPct val="100000"/>
              </a:lnSpc>
              <a:spcBef>
                <a:spcPts val="135"/>
              </a:spcBef>
            </a:pPr>
            <a:r>
              <a:t>A</a:t>
            </a:r>
            <a:r>
              <a:rPr spc="45"/>
              <a:t> </a:t>
            </a:r>
            <a:r>
              <a:rPr spc="-10"/>
              <a:t>More</a:t>
            </a:r>
            <a:r>
              <a:rPr spc="50"/>
              <a:t> </a:t>
            </a:r>
            <a:r>
              <a:rPr spc="-20"/>
              <a:t>Complicated</a:t>
            </a:r>
            <a:r>
              <a:rPr spc="50"/>
              <a:t> </a:t>
            </a:r>
            <a:r>
              <a:t>Example</a:t>
            </a:r>
            <a:r>
              <a:rPr spc="50"/>
              <a:t> </a:t>
            </a:r>
            <a:r>
              <a:t>3.2,</a:t>
            </a:r>
            <a:r>
              <a:rPr spc="50"/>
              <a:t> </a:t>
            </a:r>
            <a:r>
              <a:t>pg</a:t>
            </a:r>
            <a:r>
              <a:rPr spc="55"/>
              <a:t> </a:t>
            </a:r>
            <a:r>
              <a:rPr spc="-25"/>
              <a:t>142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686384"/>
            <a:ext cx="4347210" cy="5359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spc="-20">
                <a:latin typeface="Book Antiqua"/>
                <a:cs typeface="Book Antiqua"/>
              </a:rPr>
              <a:t>Alvin’s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driving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time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to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50">
                <a:latin typeface="Book Antiqua"/>
                <a:cs typeface="Book Antiqua"/>
              </a:rPr>
              <a:t>work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is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35">
                <a:latin typeface="Book Antiqua"/>
                <a:cs typeface="Book Antiqua"/>
              </a:rPr>
              <a:t>between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15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and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20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minutes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if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day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is </a:t>
            </a:r>
            <a:r>
              <a:rPr sz="1100" spc="-40">
                <a:latin typeface="Book Antiqua"/>
                <a:cs typeface="Book Antiqua"/>
              </a:rPr>
              <a:t>sunny,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and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between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20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and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25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minutes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if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day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is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 spc="-15">
                <a:latin typeface="Book Antiqua"/>
                <a:cs typeface="Book Antiqua"/>
              </a:rPr>
              <a:t>rainy,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with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all</a:t>
            </a:r>
            <a:r>
              <a:rPr sz="1100" spc="50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times </a:t>
            </a:r>
            <a:r>
              <a:rPr sz="1100" spc="-10">
                <a:latin typeface="Book Antiqua"/>
                <a:cs typeface="Book Antiqua"/>
              </a:rPr>
              <a:t>being</a:t>
            </a:r>
            <a:r>
              <a:rPr sz="1100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equally</a:t>
            </a:r>
            <a:r>
              <a:rPr sz="1100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likely</a:t>
            </a:r>
            <a:r>
              <a:rPr sz="1100">
                <a:latin typeface="Book Antiqua"/>
                <a:cs typeface="Book Antiqua"/>
              </a:rPr>
              <a:t> in </a:t>
            </a:r>
            <a:r>
              <a:rPr sz="1100" spc="-10">
                <a:latin typeface="Book Antiqua"/>
                <a:cs typeface="Book Antiqua"/>
              </a:rPr>
              <a:t>each</a:t>
            </a:r>
            <a:r>
              <a:rPr sz="110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case.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129929" y="1549743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117229" y="1339418"/>
            <a:ext cx="188848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805939" algn="l"/>
              </a:tabLst>
            </a:pPr>
            <a:r>
              <a:rPr sz="1100" spc="-50">
                <a:latin typeface="Book Antiqua"/>
                <a:cs typeface="Book Antiqua"/>
              </a:rPr>
              <a:t>2</a:t>
            </a:r>
            <a:r>
              <a:rPr sz="1100">
                <a:latin typeface="Book Antiqua"/>
                <a:cs typeface="Book Antiqua"/>
              </a:rPr>
              <a:t>	</a:t>
            </a:r>
            <a:r>
              <a:rPr sz="1100" spc="-50">
                <a:latin typeface="Book Antiqua"/>
                <a:cs typeface="Book Antiqua"/>
              </a:rPr>
              <a:t>1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923677" y="1549743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117229" y="1528178"/>
            <a:ext cx="188848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805939" algn="l"/>
              </a:tabLst>
            </a:pPr>
            <a:r>
              <a:rPr sz="1100" spc="-50">
                <a:latin typeface="Book Antiqua"/>
                <a:cs typeface="Book Antiqua"/>
              </a:rPr>
              <a:t>3</a:t>
            </a:r>
            <a:r>
              <a:rPr sz="1100">
                <a:latin typeface="Book Antiqua"/>
                <a:cs typeface="Book Antiqua"/>
              </a:rPr>
              <a:t>	</a:t>
            </a:r>
            <a:r>
              <a:rPr sz="1100" spc="-50">
                <a:latin typeface="Book Antiqua"/>
                <a:cs typeface="Book Antiqua"/>
              </a:rPr>
              <a:t>3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5844" y="1433144"/>
            <a:ext cx="39338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134235" algn="l"/>
                <a:tab pos="3881754" algn="l"/>
              </a:tabLst>
            </a:pPr>
            <a:r>
              <a:rPr sz="1100">
                <a:latin typeface="Book Antiqua"/>
                <a:cs typeface="Book Antiqua"/>
              </a:rPr>
              <a:t>A </a:t>
            </a:r>
            <a:r>
              <a:rPr sz="1100" spc="-10">
                <a:latin typeface="Book Antiqua"/>
                <a:cs typeface="Book Antiqua"/>
              </a:rPr>
              <a:t>day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is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sunny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with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probability</a:t>
            </a:r>
            <a:r>
              <a:rPr sz="1100">
                <a:latin typeface="Book Antiqua"/>
                <a:cs typeface="Book Antiqua"/>
              </a:rPr>
              <a:t>	and</a:t>
            </a:r>
            <a:r>
              <a:rPr sz="1100" spc="-2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rainy with</a:t>
            </a:r>
            <a:r>
              <a:rPr sz="1100" spc="-2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probability</a:t>
            </a:r>
            <a:r>
              <a:rPr sz="1100">
                <a:latin typeface="Book Antiqua"/>
                <a:cs typeface="Book Antiqua"/>
              </a:rPr>
              <a:t>	</a:t>
            </a:r>
            <a:r>
              <a:rPr sz="1100" spc="-50">
                <a:latin typeface="Book Antiqua"/>
                <a:cs typeface="Book Antiqua"/>
              </a:rPr>
              <a:t>.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27339" y="2269601"/>
            <a:ext cx="55308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spc="-60">
                <a:solidFill>
                  <a:srgbClr val="FFFFFF"/>
                </a:solidFill>
                <a:latin typeface="Book Antiqua"/>
                <a:cs typeface="Book Antiqua"/>
              </a:rPr>
              <a:t>Warning</a:t>
            </a:r>
            <a:endParaRPr sz="1200">
              <a:latin typeface="Book Antiqua"/>
              <a:cs typeface="Book Antiqu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5844" y="1817039"/>
            <a:ext cx="4445635" cy="350032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213360">
              <a:lnSpc>
                <a:spcPct val="102600"/>
              </a:lnSpc>
              <a:spcBef>
                <a:spcPts val="55"/>
              </a:spcBef>
            </a:pPr>
            <a:r>
              <a:rPr sz="1100">
                <a:latin typeface="Book Antiqua"/>
                <a:cs typeface="Book Antiqua"/>
              </a:rPr>
              <a:t>What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is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Probability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Density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Function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of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driving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time,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 spc="-45">
                <a:latin typeface="Book Antiqua"/>
                <a:cs typeface="Book Antiqua"/>
              </a:rPr>
              <a:t>viewed </a:t>
            </a:r>
            <a:r>
              <a:rPr sz="1100">
                <a:latin typeface="Book Antiqua"/>
                <a:cs typeface="Book Antiqua"/>
              </a:rPr>
              <a:t>as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random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variable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 b="0" i="1" spc="95">
                <a:latin typeface="Bookman Old Style"/>
                <a:cs typeface="Bookman Old Style"/>
              </a:rPr>
              <a:t>X</a:t>
            </a:r>
            <a:r>
              <a:rPr sz="1100" spc="95">
                <a:latin typeface="Book Antiqua"/>
                <a:cs typeface="Book Antiqua"/>
              </a:rPr>
              <a:t>?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</a:rPr>
              <a:t>19/42</a:t>
            </a:r>
            <a:r>
              <a:rPr sz="600" b="0" spc="27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13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34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E6342CF-AD60-AF6D-B71A-65C30036901D}"/>
                  </a:ext>
                </a:extLst>
              </p14:cNvPr>
              <p14:cNvContentPartPr/>
              <p14:nvPr/>
            </p14:nvContentPartPr>
            <p14:xfrm>
              <a:off x="123120" y="815040"/>
              <a:ext cx="3995280" cy="11862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E6342CF-AD60-AF6D-B71A-65C30036901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3760" y="805680"/>
                <a:ext cx="4014000" cy="1204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7365">
              <a:lnSpc>
                <a:spcPct val="100000"/>
              </a:lnSpc>
              <a:spcBef>
                <a:spcPts val="135"/>
              </a:spcBef>
            </a:pPr>
            <a:r>
              <a:t>A</a:t>
            </a:r>
            <a:r>
              <a:rPr spc="45"/>
              <a:t> </a:t>
            </a:r>
            <a:r>
              <a:rPr spc="-10"/>
              <a:t>More</a:t>
            </a:r>
            <a:r>
              <a:rPr spc="50"/>
              <a:t> </a:t>
            </a:r>
            <a:r>
              <a:rPr spc="-20"/>
              <a:t>Complicated</a:t>
            </a:r>
            <a:r>
              <a:rPr spc="50"/>
              <a:t> </a:t>
            </a:r>
            <a:r>
              <a:t>Example</a:t>
            </a:r>
            <a:r>
              <a:rPr spc="50"/>
              <a:t> </a:t>
            </a:r>
            <a:r>
              <a:t>3.2,</a:t>
            </a:r>
            <a:r>
              <a:rPr spc="50"/>
              <a:t> </a:t>
            </a:r>
            <a:r>
              <a:t>pg</a:t>
            </a:r>
            <a:r>
              <a:rPr spc="55"/>
              <a:t> </a:t>
            </a:r>
            <a:r>
              <a:rPr spc="-25"/>
              <a:t>142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846798"/>
            <a:ext cx="4264660" cy="5359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b="1">
                <a:latin typeface="Georgia"/>
                <a:cs typeface="Georgia"/>
              </a:rPr>
              <a:t>Alvin’s</a:t>
            </a:r>
            <a:r>
              <a:rPr sz="1100" b="1" spc="50">
                <a:latin typeface="Georgia"/>
                <a:cs typeface="Georgia"/>
              </a:rPr>
              <a:t> </a:t>
            </a:r>
            <a:r>
              <a:rPr sz="1100" b="1" spc="-10">
                <a:latin typeface="Georgia"/>
                <a:cs typeface="Georgia"/>
              </a:rPr>
              <a:t>driving</a:t>
            </a:r>
            <a:r>
              <a:rPr sz="1100" b="1" spc="55">
                <a:latin typeface="Georgia"/>
                <a:cs typeface="Georgia"/>
              </a:rPr>
              <a:t> </a:t>
            </a:r>
            <a:r>
              <a:rPr sz="1100" b="1">
                <a:latin typeface="Georgia"/>
                <a:cs typeface="Georgia"/>
              </a:rPr>
              <a:t>time</a:t>
            </a:r>
            <a:r>
              <a:rPr sz="1100" b="1" spc="55">
                <a:latin typeface="Georgia"/>
                <a:cs typeface="Georgia"/>
              </a:rPr>
              <a:t> </a:t>
            </a:r>
            <a:r>
              <a:rPr sz="1100" b="1">
                <a:latin typeface="Georgia"/>
                <a:cs typeface="Georgia"/>
              </a:rPr>
              <a:t>to</a:t>
            </a:r>
            <a:r>
              <a:rPr sz="1100" b="1" spc="55">
                <a:latin typeface="Georgia"/>
                <a:cs typeface="Georgia"/>
              </a:rPr>
              <a:t> </a:t>
            </a:r>
            <a:r>
              <a:rPr sz="1100" b="1" spc="-40">
                <a:latin typeface="Georgia"/>
                <a:cs typeface="Georgia"/>
              </a:rPr>
              <a:t>work</a:t>
            </a:r>
            <a:r>
              <a:rPr sz="1100" b="1" spc="10">
                <a:latin typeface="Georgia"/>
                <a:cs typeface="Georgia"/>
              </a:rPr>
              <a:t> </a:t>
            </a:r>
            <a:r>
              <a:rPr sz="1100">
                <a:latin typeface="Book Antiqua"/>
                <a:cs typeface="Book Antiqua"/>
              </a:rPr>
              <a:t>is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between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15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and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20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minutes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b="1">
                <a:latin typeface="Georgia"/>
                <a:cs typeface="Georgia"/>
              </a:rPr>
              <a:t>if</a:t>
            </a:r>
            <a:r>
              <a:rPr sz="1100" b="1" spc="55">
                <a:latin typeface="Georgia"/>
                <a:cs typeface="Georgia"/>
              </a:rPr>
              <a:t> </a:t>
            </a:r>
            <a:r>
              <a:rPr sz="1100" b="1" spc="-25">
                <a:latin typeface="Georgia"/>
                <a:cs typeface="Georgia"/>
              </a:rPr>
              <a:t>the </a:t>
            </a:r>
            <a:r>
              <a:rPr sz="1100" b="1">
                <a:latin typeface="Georgia"/>
                <a:cs typeface="Georgia"/>
              </a:rPr>
              <a:t>day</a:t>
            </a:r>
            <a:r>
              <a:rPr sz="1100" b="1" spc="45">
                <a:latin typeface="Georgia"/>
                <a:cs typeface="Georgia"/>
              </a:rPr>
              <a:t> </a:t>
            </a:r>
            <a:r>
              <a:rPr sz="1100" b="1">
                <a:latin typeface="Georgia"/>
                <a:cs typeface="Georgia"/>
              </a:rPr>
              <a:t>is</a:t>
            </a:r>
            <a:r>
              <a:rPr sz="1100" b="1" spc="50">
                <a:latin typeface="Georgia"/>
                <a:cs typeface="Georgia"/>
              </a:rPr>
              <a:t> </a:t>
            </a:r>
            <a:r>
              <a:rPr sz="1100" b="1" spc="-25">
                <a:latin typeface="Georgia"/>
                <a:cs typeface="Georgia"/>
              </a:rPr>
              <a:t>sunny</a:t>
            </a:r>
            <a:r>
              <a:rPr sz="1100" spc="-25">
                <a:latin typeface="Book Antiqua"/>
                <a:cs typeface="Book Antiqua"/>
              </a:rPr>
              <a:t>,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and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between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20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and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25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minutes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 b="1">
                <a:latin typeface="Georgia"/>
                <a:cs typeface="Georgia"/>
              </a:rPr>
              <a:t>if</a:t>
            </a:r>
            <a:r>
              <a:rPr sz="1100" b="1" spc="50">
                <a:latin typeface="Georgia"/>
                <a:cs typeface="Georgia"/>
              </a:rPr>
              <a:t> </a:t>
            </a:r>
            <a:r>
              <a:rPr sz="1100" b="1">
                <a:latin typeface="Georgia"/>
                <a:cs typeface="Georgia"/>
              </a:rPr>
              <a:t>the</a:t>
            </a:r>
            <a:r>
              <a:rPr sz="1100" b="1" spc="45">
                <a:latin typeface="Georgia"/>
                <a:cs typeface="Georgia"/>
              </a:rPr>
              <a:t> </a:t>
            </a:r>
            <a:r>
              <a:rPr sz="1100" b="1">
                <a:latin typeface="Georgia"/>
                <a:cs typeface="Georgia"/>
              </a:rPr>
              <a:t>day</a:t>
            </a:r>
            <a:r>
              <a:rPr sz="1100" b="1" spc="50">
                <a:latin typeface="Georgia"/>
                <a:cs typeface="Georgia"/>
              </a:rPr>
              <a:t> </a:t>
            </a:r>
            <a:r>
              <a:rPr sz="1100" b="1">
                <a:latin typeface="Georgia"/>
                <a:cs typeface="Georgia"/>
              </a:rPr>
              <a:t>is</a:t>
            </a:r>
            <a:r>
              <a:rPr sz="1100" b="1" spc="50">
                <a:latin typeface="Georgia"/>
                <a:cs typeface="Georgia"/>
              </a:rPr>
              <a:t> </a:t>
            </a:r>
            <a:r>
              <a:rPr sz="1100" b="1" spc="-10">
                <a:latin typeface="Georgia"/>
                <a:cs typeface="Georgia"/>
              </a:rPr>
              <a:t>rainy</a:t>
            </a:r>
            <a:r>
              <a:rPr sz="1100" spc="-10">
                <a:latin typeface="Book Antiqua"/>
                <a:cs typeface="Book Antiqua"/>
              </a:rPr>
              <a:t>, with</a:t>
            </a:r>
            <a:r>
              <a:rPr sz="1100" spc="-15">
                <a:latin typeface="Book Antiqua"/>
                <a:cs typeface="Book Antiqua"/>
              </a:rPr>
              <a:t> </a:t>
            </a:r>
            <a:r>
              <a:rPr sz="1100" b="1">
                <a:latin typeface="Georgia"/>
                <a:cs typeface="Georgia"/>
              </a:rPr>
              <a:t>all</a:t>
            </a:r>
            <a:r>
              <a:rPr sz="1100" b="1" spc="15">
                <a:latin typeface="Georgia"/>
                <a:cs typeface="Georgia"/>
              </a:rPr>
              <a:t> </a:t>
            </a:r>
            <a:r>
              <a:rPr sz="1100" b="1" spc="-10">
                <a:latin typeface="Georgia"/>
                <a:cs typeface="Georgia"/>
              </a:rPr>
              <a:t>times</a:t>
            </a:r>
            <a:r>
              <a:rPr sz="1100" b="1" spc="20">
                <a:latin typeface="Georgia"/>
                <a:cs typeface="Georgia"/>
              </a:rPr>
              <a:t> </a:t>
            </a:r>
            <a:r>
              <a:rPr sz="1100" b="1" spc="-10">
                <a:latin typeface="Georgia"/>
                <a:cs typeface="Georgia"/>
              </a:rPr>
              <a:t>being</a:t>
            </a:r>
            <a:r>
              <a:rPr sz="1100" b="1" spc="15">
                <a:latin typeface="Georgia"/>
                <a:cs typeface="Georgia"/>
              </a:rPr>
              <a:t> </a:t>
            </a:r>
            <a:r>
              <a:rPr sz="1100" b="1" spc="-20">
                <a:latin typeface="Georgia"/>
                <a:cs typeface="Georgia"/>
              </a:rPr>
              <a:t>equally</a:t>
            </a:r>
            <a:r>
              <a:rPr sz="1100" b="1" spc="20">
                <a:latin typeface="Georgia"/>
                <a:cs typeface="Georgia"/>
              </a:rPr>
              <a:t> </a:t>
            </a:r>
            <a:r>
              <a:rPr sz="1100" b="1" spc="-10">
                <a:latin typeface="Georgia"/>
                <a:cs typeface="Georgia"/>
              </a:rPr>
              <a:t>likely</a:t>
            </a:r>
            <a:r>
              <a:rPr sz="1100" b="1" spc="20">
                <a:latin typeface="Georgia"/>
                <a:cs typeface="Georgia"/>
              </a:rPr>
              <a:t> </a:t>
            </a:r>
            <a:r>
              <a:rPr sz="1100" b="1">
                <a:latin typeface="Georgia"/>
                <a:cs typeface="Georgia"/>
              </a:rPr>
              <a:t>in</a:t>
            </a:r>
            <a:r>
              <a:rPr sz="1100" b="1" spc="15">
                <a:latin typeface="Georgia"/>
                <a:cs typeface="Georgia"/>
              </a:rPr>
              <a:t> </a:t>
            </a:r>
            <a:r>
              <a:rPr sz="1100" b="1" spc="-25">
                <a:latin typeface="Georgia"/>
                <a:cs typeface="Georgia"/>
              </a:rPr>
              <a:t>each</a:t>
            </a:r>
            <a:r>
              <a:rPr sz="1100" b="1" spc="20">
                <a:latin typeface="Georgia"/>
                <a:cs typeface="Georgia"/>
              </a:rPr>
              <a:t> </a:t>
            </a:r>
            <a:r>
              <a:rPr sz="1100" b="1" spc="-10">
                <a:latin typeface="Georgia"/>
                <a:cs typeface="Georgia"/>
              </a:rPr>
              <a:t>case</a:t>
            </a:r>
            <a:r>
              <a:rPr sz="1100" spc="-10">
                <a:latin typeface="Book Antiqua"/>
                <a:cs typeface="Book Antiqua"/>
              </a:rPr>
              <a:t>.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</a:rPr>
              <a:t>20/42</a:t>
            </a:r>
            <a:r>
              <a:rPr sz="600" b="0" spc="27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13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34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7365">
              <a:lnSpc>
                <a:spcPct val="100000"/>
              </a:lnSpc>
              <a:spcBef>
                <a:spcPts val="135"/>
              </a:spcBef>
            </a:pPr>
            <a:r>
              <a:t>A</a:t>
            </a:r>
            <a:r>
              <a:rPr spc="45"/>
              <a:t> </a:t>
            </a:r>
            <a:r>
              <a:rPr spc="-10"/>
              <a:t>More</a:t>
            </a:r>
            <a:r>
              <a:rPr spc="50"/>
              <a:t> </a:t>
            </a:r>
            <a:r>
              <a:rPr spc="-20"/>
              <a:t>Complicated</a:t>
            </a:r>
            <a:r>
              <a:rPr spc="50"/>
              <a:t> </a:t>
            </a:r>
            <a:r>
              <a:t>Example</a:t>
            </a:r>
            <a:r>
              <a:rPr spc="50"/>
              <a:t> </a:t>
            </a:r>
            <a:r>
              <a:t>3.2,</a:t>
            </a:r>
            <a:r>
              <a:rPr spc="50"/>
              <a:t> </a:t>
            </a:r>
            <a:r>
              <a:t>pg</a:t>
            </a:r>
            <a:r>
              <a:rPr spc="55"/>
              <a:t> </a:t>
            </a:r>
            <a:r>
              <a:rPr spc="-25"/>
              <a:t>142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846798"/>
            <a:ext cx="4342765" cy="14122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83185">
              <a:lnSpc>
                <a:spcPct val="102600"/>
              </a:lnSpc>
              <a:spcBef>
                <a:spcPts val="55"/>
              </a:spcBef>
            </a:pPr>
            <a:r>
              <a:rPr sz="1100" b="1">
                <a:latin typeface="Georgia"/>
                <a:cs typeface="Georgia"/>
              </a:rPr>
              <a:t>Alvin’s</a:t>
            </a:r>
            <a:r>
              <a:rPr sz="1100" b="1" spc="50">
                <a:latin typeface="Georgia"/>
                <a:cs typeface="Georgia"/>
              </a:rPr>
              <a:t> </a:t>
            </a:r>
            <a:r>
              <a:rPr sz="1100" b="1" spc="-10">
                <a:latin typeface="Georgia"/>
                <a:cs typeface="Georgia"/>
              </a:rPr>
              <a:t>driving</a:t>
            </a:r>
            <a:r>
              <a:rPr sz="1100" b="1" spc="55">
                <a:latin typeface="Georgia"/>
                <a:cs typeface="Georgia"/>
              </a:rPr>
              <a:t> </a:t>
            </a:r>
            <a:r>
              <a:rPr sz="1100" b="1">
                <a:latin typeface="Georgia"/>
                <a:cs typeface="Georgia"/>
              </a:rPr>
              <a:t>time</a:t>
            </a:r>
            <a:r>
              <a:rPr sz="1100" b="1" spc="55">
                <a:latin typeface="Georgia"/>
                <a:cs typeface="Georgia"/>
              </a:rPr>
              <a:t> </a:t>
            </a:r>
            <a:r>
              <a:rPr sz="1100" b="1">
                <a:latin typeface="Georgia"/>
                <a:cs typeface="Georgia"/>
              </a:rPr>
              <a:t>to</a:t>
            </a:r>
            <a:r>
              <a:rPr sz="1100" b="1" spc="55">
                <a:latin typeface="Georgia"/>
                <a:cs typeface="Georgia"/>
              </a:rPr>
              <a:t> </a:t>
            </a:r>
            <a:r>
              <a:rPr sz="1100" b="1" spc="-40">
                <a:latin typeface="Georgia"/>
                <a:cs typeface="Georgia"/>
              </a:rPr>
              <a:t>work</a:t>
            </a:r>
            <a:r>
              <a:rPr sz="1100" b="1" spc="10">
                <a:latin typeface="Georgia"/>
                <a:cs typeface="Georgia"/>
              </a:rPr>
              <a:t> </a:t>
            </a:r>
            <a:r>
              <a:rPr sz="1100">
                <a:latin typeface="Book Antiqua"/>
                <a:cs typeface="Book Antiqua"/>
              </a:rPr>
              <a:t>is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between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15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and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20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minutes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b="1">
                <a:latin typeface="Georgia"/>
                <a:cs typeface="Georgia"/>
              </a:rPr>
              <a:t>if</a:t>
            </a:r>
            <a:r>
              <a:rPr sz="1100" b="1" spc="55">
                <a:latin typeface="Georgia"/>
                <a:cs typeface="Georgia"/>
              </a:rPr>
              <a:t> </a:t>
            </a:r>
            <a:r>
              <a:rPr sz="1100" b="1" spc="-25">
                <a:latin typeface="Georgia"/>
                <a:cs typeface="Georgia"/>
              </a:rPr>
              <a:t>the </a:t>
            </a:r>
            <a:r>
              <a:rPr sz="1100" b="1">
                <a:latin typeface="Georgia"/>
                <a:cs typeface="Georgia"/>
              </a:rPr>
              <a:t>day</a:t>
            </a:r>
            <a:r>
              <a:rPr sz="1100" b="1" spc="45">
                <a:latin typeface="Georgia"/>
                <a:cs typeface="Georgia"/>
              </a:rPr>
              <a:t> </a:t>
            </a:r>
            <a:r>
              <a:rPr sz="1100" b="1">
                <a:latin typeface="Georgia"/>
                <a:cs typeface="Georgia"/>
              </a:rPr>
              <a:t>is</a:t>
            </a:r>
            <a:r>
              <a:rPr sz="1100" b="1" spc="50">
                <a:latin typeface="Georgia"/>
                <a:cs typeface="Georgia"/>
              </a:rPr>
              <a:t> </a:t>
            </a:r>
            <a:r>
              <a:rPr sz="1100" b="1" spc="-25">
                <a:latin typeface="Georgia"/>
                <a:cs typeface="Georgia"/>
              </a:rPr>
              <a:t>sunny</a:t>
            </a:r>
            <a:r>
              <a:rPr sz="1100" spc="-25">
                <a:latin typeface="Book Antiqua"/>
                <a:cs typeface="Book Antiqua"/>
              </a:rPr>
              <a:t>,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and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between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20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and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25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minutes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 b="1">
                <a:latin typeface="Georgia"/>
                <a:cs typeface="Georgia"/>
              </a:rPr>
              <a:t>if</a:t>
            </a:r>
            <a:r>
              <a:rPr sz="1100" b="1" spc="50">
                <a:latin typeface="Georgia"/>
                <a:cs typeface="Georgia"/>
              </a:rPr>
              <a:t> </a:t>
            </a:r>
            <a:r>
              <a:rPr sz="1100" b="1">
                <a:latin typeface="Georgia"/>
                <a:cs typeface="Georgia"/>
              </a:rPr>
              <a:t>the</a:t>
            </a:r>
            <a:r>
              <a:rPr sz="1100" b="1" spc="45">
                <a:latin typeface="Georgia"/>
                <a:cs typeface="Georgia"/>
              </a:rPr>
              <a:t> </a:t>
            </a:r>
            <a:r>
              <a:rPr sz="1100" b="1">
                <a:latin typeface="Georgia"/>
                <a:cs typeface="Georgia"/>
              </a:rPr>
              <a:t>day</a:t>
            </a:r>
            <a:r>
              <a:rPr sz="1100" b="1" spc="50">
                <a:latin typeface="Georgia"/>
                <a:cs typeface="Georgia"/>
              </a:rPr>
              <a:t> </a:t>
            </a:r>
            <a:r>
              <a:rPr sz="1100" b="1">
                <a:latin typeface="Georgia"/>
                <a:cs typeface="Georgia"/>
              </a:rPr>
              <a:t>is</a:t>
            </a:r>
            <a:r>
              <a:rPr sz="1100" b="1" spc="50">
                <a:latin typeface="Georgia"/>
                <a:cs typeface="Georgia"/>
              </a:rPr>
              <a:t> </a:t>
            </a:r>
            <a:r>
              <a:rPr sz="1100" b="1" spc="-10">
                <a:latin typeface="Georgia"/>
                <a:cs typeface="Georgia"/>
              </a:rPr>
              <a:t>rainy</a:t>
            </a:r>
            <a:r>
              <a:rPr sz="1100" spc="-10">
                <a:latin typeface="Book Antiqua"/>
                <a:cs typeface="Book Antiqua"/>
              </a:rPr>
              <a:t>, with</a:t>
            </a:r>
            <a:r>
              <a:rPr sz="1100" spc="-15">
                <a:latin typeface="Book Antiqua"/>
                <a:cs typeface="Book Antiqua"/>
              </a:rPr>
              <a:t> </a:t>
            </a:r>
            <a:r>
              <a:rPr sz="1100" b="1">
                <a:latin typeface="Georgia"/>
                <a:cs typeface="Georgia"/>
              </a:rPr>
              <a:t>all</a:t>
            </a:r>
            <a:r>
              <a:rPr sz="1100" b="1" spc="15">
                <a:latin typeface="Georgia"/>
                <a:cs typeface="Georgia"/>
              </a:rPr>
              <a:t> </a:t>
            </a:r>
            <a:r>
              <a:rPr sz="1100" b="1" spc="-10">
                <a:latin typeface="Georgia"/>
                <a:cs typeface="Georgia"/>
              </a:rPr>
              <a:t>times</a:t>
            </a:r>
            <a:r>
              <a:rPr sz="1100" b="1" spc="20">
                <a:latin typeface="Georgia"/>
                <a:cs typeface="Georgia"/>
              </a:rPr>
              <a:t> </a:t>
            </a:r>
            <a:r>
              <a:rPr sz="1100" b="1" spc="-10">
                <a:latin typeface="Georgia"/>
                <a:cs typeface="Georgia"/>
              </a:rPr>
              <a:t>being</a:t>
            </a:r>
            <a:r>
              <a:rPr sz="1100" b="1" spc="15">
                <a:latin typeface="Georgia"/>
                <a:cs typeface="Georgia"/>
              </a:rPr>
              <a:t> </a:t>
            </a:r>
            <a:r>
              <a:rPr sz="1100" b="1" spc="-20">
                <a:latin typeface="Georgia"/>
                <a:cs typeface="Georgia"/>
              </a:rPr>
              <a:t>equally</a:t>
            </a:r>
            <a:r>
              <a:rPr sz="1100" b="1" spc="20">
                <a:latin typeface="Georgia"/>
                <a:cs typeface="Georgia"/>
              </a:rPr>
              <a:t> </a:t>
            </a:r>
            <a:r>
              <a:rPr sz="1100" b="1" spc="-10">
                <a:latin typeface="Georgia"/>
                <a:cs typeface="Georgia"/>
              </a:rPr>
              <a:t>likely</a:t>
            </a:r>
            <a:r>
              <a:rPr sz="1100" b="1" spc="20">
                <a:latin typeface="Georgia"/>
                <a:cs typeface="Georgia"/>
              </a:rPr>
              <a:t> </a:t>
            </a:r>
            <a:r>
              <a:rPr sz="1100" b="1">
                <a:latin typeface="Georgia"/>
                <a:cs typeface="Georgia"/>
              </a:rPr>
              <a:t>in</a:t>
            </a:r>
            <a:r>
              <a:rPr sz="1100" b="1" spc="15">
                <a:latin typeface="Georgia"/>
                <a:cs typeface="Georgia"/>
              </a:rPr>
              <a:t> </a:t>
            </a:r>
            <a:r>
              <a:rPr sz="1100" b="1" spc="-25">
                <a:latin typeface="Georgia"/>
                <a:cs typeface="Georgia"/>
              </a:rPr>
              <a:t>each</a:t>
            </a:r>
            <a:r>
              <a:rPr sz="1100" b="1" spc="20">
                <a:latin typeface="Georgia"/>
                <a:cs typeface="Georgia"/>
              </a:rPr>
              <a:t> </a:t>
            </a:r>
            <a:r>
              <a:rPr sz="1100" b="1" spc="-10">
                <a:latin typeface="Georgia"/>
                <a:cs typeface="Georgia"/>
              </a:rPr>
              <a:t>case</a:t>
            </a:r>
            <a:r>
              <a:rPr sz="1100" spc="-10">
                <a:latin typeface="Book Antiqua"/>
                <a:cs typeface="Book Antiqua"/>
              </a:rPr>
              <a:t>.</a:t>
            </a: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</a:pP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50">
              <a:latin typeface="Book Antiqua"/>
              <a:cs typeface="Book Antiqua"/>
            </a:endParaRPr>
          </a:p>
          <a:p>
            <a:pPr marL="12700" marR="5080">
              <a:lnSpc>
                <a:spcPct val="102600"/>
              </a:lnSpc>
            </a:pPr>
            <a:r>
              <a:rPr sz="1100" b="1" spc="50">
                <a:latin typeface="Georgia"/>
                <a:cs typeface="Georgia"/>
              </a:rPr>
              <a:t>X</a:t>
            </a:r>
            <a:r>
              <a:rPr sz="1100" b="1" spc="10">
                <a:latin typeface="Georgia"/>
                <a:cs typeface="Georgia"/>
              </a:rPr>
              <a:t> </a:t>
            </a:r>
            <a:r>
              <a:rPr sz="1100">
                <a:latin typeface="Book Antiqua"/>
                <a:cs typeface="Book Antiqua"/>
              </a:rPr>
              <a:t>is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between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15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and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20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minutes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b="1">
                <a:latin typeface="Georgia"/>
                <a:cs typeface="Georgia"/>
              </a:rPr>
              <a:t>if</a:t>
            </a:r>
            <a:r>
              <a:rPr sz="1100" b="1" spc="55">
                <a:latin typeface="Georgia"/>
                <a:cs typeface="Georgia"/>
              </a:rPr>
              <a:t> </a:t>
            </a:r>
            <a:r>
              <a:rPr sz="1100" b="1">
                <a:latin typeface="Georgia"/>
                <a:cs typeface="Georgia"/>
              </a:rPr>
              <a:t>the</a:t>
            </a:r>
            <a:r>
              <a:rPr sz="1100" b="1" spc="55">
                <a:latin typeface="Georgia"/>
                <a:cs typeface="Georgia"/>
              </a:rPr>
              <a:t> </a:t>
            </a:r>
            <a:r>
              <a:rPr sz="1100" b="1">
                <a:latin typeface="Georgia"/>
                <a:cs typeface="Georgia"/>
              </a:rPr>
              <a:t>day</a:t>
            </a:r>
            <a:r>
              <a:rPr sz="1100" b="1" spc="60">
                <a:latin typeface="Georgia"/>
                <a:cs typeface="Georgia"/>
              </a:rPr>
              <a:t> </a:t>
            </a:r>
            <a:r>
              <a:rPr sz="1100" b="1">
                <a:latin typeface="Georgia"/>
                <a:cs typeface="Georgia"/>
              </a:rPr>
              <a:t>is</a:t>
            </a:r>
            <a:r>
              <a:rPr sz="1100" b="1" spc="55">
                <a:latin typeface="Georgia"/>
                <a:cs typeface="Georgia"/>
              </a:rPr>
              <a:t> </a:t>
            </a:r>
            <a:r>
              <a:rPr sz="1100" b="1" spc="-25">
                <a:latin typeface="Georgia"/>
                <a:cs typeface="Georgia"/>
              </a:rPr>
              <a:t>sunny</a:t>
            </a:r>
            <a:r>
              <a:rPr sz="1100" spc="-25">
                <a:latin typeface="Book Antiqua"/>
                <a:cs typeface="Book Antiqua"/>
              </a:rPr>
              <a:t>,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and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between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20 </a:t>
            </a:r>
            <a:r>
              <a:rPr sz="1100">
                <a:latin typeface="Book Antiqua"/>
                <a:cs typeface="Book Antiqua"/>
              </a:rPr>
              <a:t>and 25 </a:t>
            </a:r>
            <a:r>
              <a:rPr sz="1100" spc="-20">
                <a:latin typeface="Book Antiqua"/>
                <a:cs typeface="Book Antiqua"/>
              </a:rPr>
              <a:t>minutes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 b="1">
                <a:latin typeface="Georgia"/>
                <a:cs typeface="Georgia"/>
              </a:rPr>
              <a:t>if</a:t>
            </a:r>
            <a:r>
              <a:rPr sz="1100" b="1" spc="40">
                <a:latin typeface="Georgia"/>
                <a:cs typeface="Georgia"/>
              </a:rPr>
              <a:t> </a:t>
            </a:r>
            <a:r>
              <a:rPr sz="1100" b="1">
                <a:latin typeface="Georgia"/>
                <a:cs typeface="Georgia"/>
              </a:rPr>
              <a:t>the</a:t>
            </a:r>
            <a:r>
              <a:rPr sz="1100" b="1" spc="40">
                <a:latin typeface="Georgia"/>
                <a:cs typeface="Georgia"/>
              </a:rPr>
              <a:t> </a:t>
            </a:r>
            <a:r>
              <a:rPr sz="1100" b="1">
                <a:latin typeface="Georgia"/>
                <a:cs typeface="Georgia"/>
              </a:rPr>
              <a:t>day</a:t>
            </a:r>
            <a:r>
              <a:rPr sz="1100" b="1" spc="35">
                <a:latin typeface="Georgia"/>
                <a:cs typeface="Georgia"/>
              </a:rPr>
              <a:t> </a:t>
            </a:r>
            <a:r>
              <a:rPr sz="1100" b="1">
                <a:latin typeface="Georgia"/>
                <a:cs typeface="Georgia"/>
              </a:rPr>
              <a:t>is</a:t>
            </a:r>
            <a:r>
              <a:rPr sz="1100" b="1" spc="40">
                <a:latin typeface="Georgia"/>
                <a:cs typeface="Georgia"/>
              </a:rPr>
              <a:t> </a:t>
            </a:r>
            <a:r>
              <a:rPr sz="1100" b="1" spc="-20">
                <a:latin typeface="Georgia"/>
                <a:cs typeface="Georgia"/>
              </a:rPr>
              <a:t>rainy</a:t>
            </a:r>
            <a:r>
              <a:rPr sz="1100" spc="-20">
                <a:latin typeface="Book Antiqua"/>
                <a:cs typeface="Book Antiqua"/>
              </a:rPr>
              <a:t>,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with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 b="1">
                <a:latin typeface="Georgia"/>
                <a:cs typeface="Georgia"/>
              </a:rPr>
              <a:t>all</a:t>
            </a:r>
            <a:r>
              <a:rPr sz="1100" b="1" spc="40">
                <a:latin typeface="Georgia"/>
                <a:cs typeface="Georgia"/>
              </a:rPr>
              <a:t> </a:t>
            </a:r>
            <a:r>
              <a:rPr sz="1100" b="1" spc="-10">
                <a:latin typeface="Georgia"/>
                <a:cs typeface="Georgia"/>
              </a:rPr>
              <a:t>times</a:t>
            </a:r>
            <a:r>
              <a:rPr sz="1100" b="1" spc="40">
                <a:latin typeface="Georgia"/>
                <a:cs typeface="Georgia"/>
              </a:rPr>
              <a:t> </a:t>
            </a:r>
            <a:r>
              <a:rPr sz="1100" b="1" spc="-10">
                <a:latin typeface="Georgia"/>
                <a:cs typeface="Georgia"/>
              </a:rPr>
              <a:t>being</a:t>
            </a:r>
            <a:r>
              <a:rPr sz="1100" b="1" spc="40">
                <a:latin typeface="Georgia"/>
                <a:cs typeface="Georgia"/>
              </a:rPr>
              <a:t> </a:t>
            </a:r>
            <a:r>
              <a:rPr sz="1100" b="1" spc="-10">
                <a:latin typeface="Georgia"/>
                <a:cs typeface="Georgia"/>
              </a:rPr>
              <a:t>equally likely</a:t>
            </a:r>
            <a:r>
              <a:rPr sz="1100" b="1" spc="10">
                <a:latin typeface="Georgia"/>
                <a:cs typeface="Georgia"/>
              </a:rPr>
              <a:t> </a:t>
            </a:r>
            <a:r>
              <a:rPr sz="1100" b="1">
                <a:latin typeface="Georgia"/>
                <a:cs typeface="Georgia"/>
              </a:rPr>
              <a:t>in</a:t>
            </a:r>
            <a:r>
              <a:rPr sz="1100" b="1" spc="10">
                <a:latin typeface="Georgia"/>
                <a:cs typeface="Georgia"/>
              </a:rPr>
              <a:t> </a:t>
            </a:r>
            <a:r>
              <a:rPr sz="1100" b="1" spc="-25">
                <a:latin typeface="Georgia"/>
                <a:cs typeface="Georgia"/>
              </a:rPr>
              <a:t>each</a:t>
            </a:r>
            <a:r>
              <a:rPr sz="1100" b="1" spc="10">
                <a:latin typeface="Georgia"/>
                <a:cs typeface="Georgia"/>
              </a:rPr>
              <a:t> </a:t>
            </a:r>
            <a:r>
              <a:rPr sz="1100" b="1" spc="-20">
                <a:latin typeface="Georgia"/>
                <a:cs typeface="Georgia"/>
              </a:rPr>
              <a:t>case</a:t>
            </a:r>
            <a:r>
              <a:rPr sz="1100" spc="-20">
                <a:latin typeface="Book Antiqua"/>
                <a:cs typeface="Book Antiqua"/>
              </a:rPr>
              <a:t>.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418689" y="2406383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405989" y="2384818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>
                <a:latin typeface="Book Antiqua"/>
                <a:cs typeface="Book Antiqua"/>
              </a:rPr>
              <a:t>3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05989" y="2196058"/>
            <a:ext cx="19380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855470" algn="l"/>
              </a:tabLst>
            </a:pPr>
            <a:r>
              <a:rPr sz="1100" spc="-50">
                <a:latin typeface="Book Antiqua"/>
                <a:cs typeface="Book Antiqua"/>
              </a:rPr>
              <a:t>2</a:t>
            </a:r>
            <a:r>
              <a:rPr sz="1100">
                <a:latin typeface="Book Antiqua"/>
                <a:cs typeface="Book Antiqua"/>
              </a:rPr>
              <a:t>	</a:t>
            </a:r>
            <a:r>
              <a:rPr sz="1100" spc="-50">
                <a:latin typeface="Book Antiqua"/>
                <a:cs typeface="Book Antiqua"/>
              </a:rPr>
              <a:t>1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261878" y="2406383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249178" y="2384818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>
                <a:latin typeface="Book Antiqua"/>
                <a:cs typeface="Book Antiqua"/>
              </a:rPr>
              <a:t>3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5844" y="2289784"/>
            <a:ext cx="42716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423160" algn="l"/>
                <a:tab pos="4220210" algn="l"/>
              </a:tabLst>
            </a:pPr>
            <a:r>
              <a:rPr sz="1100" b="1">
                <a:latin typeface="Georgia"/>
                <a:cs typeface="Georgia"/>
              </a:rPr>
              <a:t>The</a:t>
            </a:r>
            <a:r>
              <a:rPr sz="1100" b="1" spc="50">
                <a:latin typeface="Georgia"/>
                <a:cs typeface="Georgia"/>
              </a:rPr>
              <a:t> </a:t>
            </a:r>
            <a:r>
              <a:rPr sz="1100" b="1">
                <a:latin typeface="Georgia"/>
                <a:cs typeface="Georgia"/>
              </a:rPr>
              <a:t>day</a:t>
            </a:r>
            <a:r>
              <a:rPr sz="1100" b="1" spc="55">
                <a:latin typeface="Georgia"/>
                <a:cs typeface="Georgia"/>
              </a:rPr>
              <a:t> </a:t>
            </a:r>
            <a:r>
              <a:rPr sz="1100" b="1">
                <a:latin typeface="Georgia"/>
                <a:cs typeface="Georgia"/>
              </a:rPr>
              <a:t>is</a:t>
            </a:r>
            <a:r>
              <a:rPr sz="1100" b="1" spc="50">
                <a:latin typeface="Georgia"/>
                <a:cs typeface="Georgia"/>
              </a:rPr>
              <a:t> </a:t>
            </a:r>
            <a:r>
              <a:rPr sz="1100" b="1" spc="-30">
                <a:latin typeface="Georgia"/>
                <a:cs typeface="Georgia"/>
              </a:rPr>
              <a:t>sunny</a:t>
            </a:r>
            <a:r>
              <a:rPr sz="1100" b="1" spc="25">
                <a:latin typeface="Georgia"/>
                <a:cs typeface="Georgia"/>
              </a:rPr>
              <a:t> </a:t>
            </a:r>
            <a:r>
              <a:rPr sz="1100" spc="-10">
                <a:latin typeface="Book Antiqua"/>
                <a:cs typeface="Book Antiqua"/>
              </a:rPr>
              <a:t>with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probability</a:t>
            </a:r>
            <a:r>
              <a:rPr sz="1100">
                <a:latin typeface="Book Antiqua"/>
                <a:cs typeface="Book Antiqua"/>
              </a:rPr>
              <a:t>	and</a:t>
            </a:r>
            <a:r>
              <a:rPr sz="1100" spc="-10">
                <a:latin typeface="Book Antiqua"/>
                <a:cs typeface="Book Antiqua"/>
              </a:rPr>
              <a:t> </a:t>
            </a:r>
            <a:r>
              <a:rPr sz="1100" b="1" spc="-25">
                <a:latin typeface="Georgia"/>
                <a:cs typeface="Georgia"/>
              </a:rPr>
              <a:t>rainy</a:t>
            </a:r>
            <a:r>
              <a:rPr sz="1100" b="1">
                <a:latin typeface="Georgia"/>
                <a:cs typeface="Georgia"/>
              </a:rPr>
              <a:t> </a:t>
            </a:r>
            <a:r>
              <a:rPr sz="1100" spc="-10">
                <a:latin typeface="Book Antiqua"/>
                <a:cs typeface="Book Antiqua"/>
              </a:rPr>
              <a:t>with probability</a:t>
            </a:r>
            <a:r>
              <a:rPr sz="1100">
                <a:latin typeface="Book Antiqua"/>
                <a:cs typeface="Book Antiqua"/>
              </a:rPr>
              <a:t>	</a:t>
            </a:r>
            <a:r>
              <a:rPr sz="1100" spc="-50">
                <a:latin typeface="Book Antiqua"/>
                <a:cs typeface="Book Antiqua"/>
              </a:rPr>
              <a:t>.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5844" y="2493683"/>
            <a:ext cx="14776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>
                <a:latin typeface="Book Antiqua"/>
                <a:cs typeface="Book Antiqua"/>
              </a:rPr>
              <a:t>What</a:t>
            </a:r>
            <a:r>
              <a:rPr sz="1100" spc="8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is</a:t>
            </a:r>
            <a:r>
              <a:rPr sz="1100" spc="9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9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PDF</a:t>
            </a:r>
            <a:r>
              <a:rPr sz="1100" spc="8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of</a:t>
            </a:r>
            <a:r>
              <a:rPr sz="1100" spc="85">
                <a:latin typeface="Book Antiqua"/>
                <a:cs typeface="Book Antiqua"/>
              </a:rPr>
              <a:t> </a:t>
            </a:r>
            <a:r>
              <a:rPr sz="1100" b="0" i="1" spc="95">
                <a:latin typeface="Bookman Old Style"/>
                <a:cs typeface="Bookman Old Style"/>
              </a:rPr>
              <a:t>X</a:t>
            </a:r>
            <a:r>
              <a:rPr sz="1100" spc="95">
                <a:latin typeface="Book Antiqua"/>
                <a:cs typeface="Book Antiqua"/>
              </a:rPr>
              <a:t>?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</a:rPr>
              <a:t>20/42</a:t>
            </a:r>
            <a:r>
              <a:rPr sz="600" b="0" spc="27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13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34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7365">
              <a:lnSpc>
                <a:spcPct val="100000"/>
              </a:lnSpc>
              <a:spcBef>
                <a:spcPts val="135"/>
              </a:spcBef>
            </a:pPr>
            <a:r>
              <a:t>A</a:t>
            </a:r>
            <a:r>
              <a:rPr spc="45"/>
              <a:t> </a:t>
            </a:r>
            <a:r>
              <a:rPr spc="-10"/>
              <a:t>More</a:t>
            </a:r>
            <a:r>
              <a:rPr spc="50"/>
              <a:t> </a:t>
            </a:r>
            <a:r>
              <a:rPr spc="-20"/>
              <a:t>Complicated</a:t>
            </a:r>
            <a:r>
              <a:rPr spc="50"/>
              <a:t> </a:t>
            </a:r>
            <a:r>
              <a:t>Example</a:t>
            </a:r>
            <a:r>
              <a:rPr spc="50"/>
              <a:t> </a:t>
            </a:r>
            <a:r>
              <a:t>3.2,</a:t>
            </a:r>
            <a:r>
              <a:rPr spc="50"/>
              <a:t> </a:t>
            </a:r>
            <a:r>
              <a:t>pg</a:t>
            </a:r>
            <a:r>
              <a:rPr spc="55"/>
              <a:t> </a:t>
            </a:r>
            <a:r>
              <a:rPr spc="-25"/>
              <a:t>142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65170" y="1159306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>
                <a:latin typeface="Book Antiqua"/>
                <a:cs typeface="Book Antiqua"/>
              </a:rPr>
              <a:t>2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177870" y="1369644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165170" y="1348079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>
                <a:latin typeface="Book Antiqua"/>
                <a:cs typeface="Book Antiqua"/>
              </a:rPr>
              <a:t>3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5844" y="1253033"/>
            <a:ext cx="417702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136265" algn="l"/>
              </a:tabLst>
            </a:pPr>
            <a:r>
              <a:rPr sz="1100" b="1" spc="50">
                <a:latin typeface="Georgia"/>
                <a:cs typeface="Georgia"/>
              </a:rPr>
              <a:t>X</a:t>
            </a:r>
            <a:r>
              <a:rPr sz="1100" b="1" spc="25">
                <a:latin typeface="Georgia"/>
                <a:cs typeface="Georgia"/>
              </a:rPr>
              <a:t> </a:t>
            </a:r>
            <a:r>
              <a:rPr sz="1100">
                <a:latin typeface="Book Antiqua"/>
                <a:cs typeface="Book Antiqua"/>
              </a:rPr>
              <a:t>is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between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15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and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20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minutes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with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probability</a:t>
            </a:r>
            <a:r>
              <a:rPr sz="1100">
                <a:latin typeface="Book Antiqua"/>
                <a:cs typeface="Book Antiqua"/>
              </a:rPr>
              <a:t>	,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and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between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20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39543" y="1450009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>
                <a:latin typeface="Book Antiqua"/>
                <a:cs typeface="Book Antiqua"/>
              </a:rPr>
              <a:t>1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152243" y="1660347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139543" y="1638770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>
                <a:latin typeface="Book Antiqua"/>
                <a:cs typeface="Book Antiqua"/>
              </a:rPr>
              <a:t>3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5844" y="1543736"/>
            <a:ext cx="40589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156460" algn="l"/>
              </a:tabLst>
            </a:pPr>
            <a:r>
              <a:rPr sz="1100">
                <a:latin typeface="Book Antiqua"/>
                <a:cs typeface="Book Antiqua"/>
              </a:rPr>
              <a:t>and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25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minutes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with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probability</a:t>
            </a:r>
            <a:r>
              <a:rPr sz="1100">
                <a:latin typeface="Book Antiqua"/>
                <a:cs typeface="Book Antiqua"/>
              </a:rPr>
              <a:t>	</a:t>
            </a:r>
            <a:r>
              <a:rPr sz="1100" spc="-10">
                <a:latin typeface="Book Antiqua"/>
                <a:cs typeface="Book Antiqua"/>
              </a:rPr>
              <a:t>with</a:t>
            </a:r>
            <a:r>
              <a:rPr sz="1100" spc="-5">
                <a:latin typeface="Book Antiqua"/>
                <a:cs typeface="Book Antiqua"/>
              </a:rPr>
              <a:t> </a:t>
            </a:r>
            <a:r>
              <a:rPr sz="1100" b="1">
                <a:latin typeface="Georgia"/>
                <a:cs typeface="Georgia"/>
              </a:rPr>
              <a:t>all</a:t>
            </a:r>
            <a:r>
              <a:rPr sz="1100" b="1" spc="30">
                <a:latin typeface="Georgia"/>
                <a:cs typeface="Georgia"/>
              </a:rPr>
              <a:t> </a:t>
            </a:r>
            <a:r>
              <a:rPr sz="1100" b="1" spc="-20">
                <a:latin typeface="Georgia"/>
                <a:cs typeface="Georgia"/>
              </a:rPr>
              <a:t>times</a:t>
            </a:r>
            <a:r>
              <a:rPr sz="1100" b="1" spc="30">
                <a:latin typeface="Georgia"/>
                <a:cs typeface="Georgia"/>
              </a:rPr>
              <a:t> </a:t>
            </a:r>
            <a:r>
              <a:rPr sz="1100" b="1" spc="-10">
                <a:latin typeface="Georgia"/>
                <a:cs typeface="Georgia"/>
              </a:rPr>
              <a:t>being</a:t>
            </a:r>
            <a:r>
              <a:rPr sz="1100" b="1" spc="35">
                <a:latin typeface="Georgia"/>
                <a:cs typeface="Georgia"/>
              </a:rPr>
              <a:t> </a:t>
            </a:r>
            <a:r>
              <a:rPr sz="1100" b="1" spc="-25">
                <a:latin typeface="Georgia"/>
                <a:cs typeface="Georgia"/>
              </a:rPr>
              <a:t>equally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5844" y="1747634"/>
            <a:ext cx="1477645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b="1" spc="-10">
                <a:latin typeface="Georgia"/>
                <a:cs typeface="Georgia"/>
              </a:rPr>
              <a:t>likely</a:t>
            </a:r>
            <a:r>
              <a:rPr sz="1100" b="1" spc="10">
                <a:latin typeface="Georgia"/>
                <a:cs typeface="Georgia"/>
              </a:rPr>
              <a:t> </a:t>
            </a:r>
            <a:r>
              <a:rPr sz="1100" b="1">
                <a:latin typeface="Georgia"/>
                <a:cs typeface="Georgia"/>
              </a:rPr>
              <a:t>in</a:t>
            </a:r>
            <a:r>
              <a:rPr sz="1100" b="1" spc="10">
                <a:latin typeface="Georgia"/>
                <a:cs typeface="Georgia"/>
              </a:rPr>
              <a:t> </a:t>
            </a:r>
            <a:r>
              <a:rPr sz="1100" b="1" spc="-25">
                <a:latin typeface="Georgia"/>
                <a:cs typeface="Georgia"/>
              </a:rPr>
              <a:t>each</a:t>
            </a:r>
            <a:r>
              <a:rPr sz="1100" b="1" spc="10">
                <a:latin typeface="Georgia"/>
                <a:cs typeface="Georgia"/>
              </a:rPr>
              <a:t> </a:t>
            </a:r>
            <a:r>
              <a:rPr sz="1100" b="1" spc="-20">
                <a:latin typeface="Georgia"/>
                <a:cs typeface="Georgia"/>
              </a:rPr>
              <a:t>case</a:t>
            </a:r>
            <a:r>
              <a:rPr sz="1100" spc="-20">
                <a:latin typeface="Book Antiqua"/>
                <a:cs typeface="Book Antiqua"/>
              </a:rPr>
              <a:t>. </a:t>
            </a:r>
            <a:r>
              <a:rPr sz="1100">
                <a:latin typeface="Book Antiqua"/>
                <a:cs typeface="Book Antiqua"/>
              </a:rPr>
              <a:t>What</a:t>
            </a:r>
            <a:r>
              <a:rPr sz="1100" spc="8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is</a:t>
            </a:r>
            <a:r>
              <a:rPr sz="1100" spc="9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9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PDF</a:t>
            </a:r>
            <a:r>
              <a:rPr sz="1100" spc="8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of</a:t>
            </a:r>
            <a:r>
              <a:rPr sz="1100" spc="85">
                <a:latin typeface="Book Antiqua"/>
                <a:cs typeface="Book Antiqua"/>
              </a:rPr>
              <a:t> </a:t>
            </a:r>
            <a:r>
              <a:rPr sz="1100" b="0" i="1" spc="95">
                <a:latin typeface="Bookman Old Style"/>
                <a:cs typeface="Bookman Old Style"/>
              </a:rPr>
              <a:t>X</a:t>
            </a:r>
            <a:r>
              <a:rPr sz="1100" spc="95">
                <a:latin typeface="Book Antiqua"/>
                <a:cs typeface="Book Antiqua"/>
              </a:rPr>
              <a:t>?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t>21/42</a:t>
            </a:r>
            <a:r>
              <a:rPr spc="280"/>
              <a:t> </a:t>
            </a:r>
            <a:r>
              <a:rPr b="0" spc="-10">
                <a:latin typeface="Times New Roman"/>
                <a:cs typeface="Times New Roman"/>
              </a:rPr>
              <a:t>13</a:t>
            </a:r>
            <a:r>
              <a:rPr spc="-10"/>
              <a:t>:</a:t>
            </a:r>
            <a:r>
              <a:rPr b="0" spc="-10">
                <a:latin typeface="Times New Roman"/>
                <a:cs typeface="Times New Roman"/>
              </a:rPr>
              <a:t>34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7365">
              <a:lnSpc>
                <a:spcPct val="100000"/>
              </a:lnSpc>
              <a:spcBef>
                <a:spcPts val="135"/>
              </a:spcBef>
            </a:pPr>
            <a:r>
              <a:t>A</a:t>
            </a:r>
            <a:r>
              <a:rPr spc="45"/>
              <a:t> </a:t>
            </a:r>
            <a:r>
              <a:rPr spc="-10"/>
              <a:t>More</a:t>
            </a:r>
            <a:r>
              <a:rPr spc="50"/>
              <a:t> </a:t>
            </a:r>
            <a:r>
              <a:rPr spc="-20"/>
              <a:t>Complicated</a:t>
            </a:r>
            <a:r>
              <a:rPr spc="50"/>
              <a:t> </a:t>
            </a:r>
            <a:r>
              <a:t>Example</a:t>
            </a:r>
            <a:r>
              <a:rPr spc="50"/>
              <a:t> </a:t>
            </a:r>
            <a:r>
              <a:t>3.2,</a:t>
            </a:r>
            <a:r>
              <a:rPr spc="50"/>
              <a:t> </a:t>
            </a:r>
            <a:r>
              <a:t>pg</a:t>
            </a:r>
            <a:r>
              <a:rPr spc="55"/>
              <a:t> </a:t>
            </a:r>
            <a:r>
              <a:rPr spc="-25"/>
              <a:t>142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95128" y="816305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>
                <a:latin typeface="Book Antiqua"/>
                <a:cs typeface="Book Antiqua"/>
              </a:rPr>
              <a:t>2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907828" y="1026629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895128" y="1005065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>
                <a:latin typeface="Book Antiqua"/>
                <a:cs typeface="Book Antiqua"/>
              </a:rPr>
              <a:t>3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5844" y="910031"/>
            <a:ext cx="41871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865879" algn="l"/>
              </a:tabLst>
            </a:pPr>
            <a:r>
              <a:rPr sz="1100" b="0" i="1" spc="130">
                <a:latin typeface="Bookman Old Style"/>
                <a:cs typeface="Bookman Old Style"/>
              </a:rPr>
              <a:t>X</a:t>
            </a:r>
            <a:r>
              <a:rPr sz="1100" b="0" i="1" spc="40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is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between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15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and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20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minutes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b="1" spc="-35">
                <a:latin typeface="Georgia"/>
                <a:cs typeface="Georgia"/>
              </a:rPr>
              <a:t>uniformly</a:t>
            </a:r>
            <a:r>
              <a:rPr sz="1100" b="1" spc="35">
                <a:latin typeface="Georgia"/>
                <a:cs typeface="Georgia"/>
              </a:rPr>
              <a:t> </a:t>
            </a:r>
            <a:r>
              <a:rPr sz="1100" spc="-10">
                <a:latin typeface="Book Antiqua"/>
                <a:cs typeface="Book Antiqua"/>
              </a:rPr>
              <a:t>with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probability</a:t>
            </a:r>
            <a:r>
              <a:rPr sz="1100">
                <a:latin typeface="Book Antiqua"/>
                <a:cs typeface="Book Antiqua"/>
              </a:rPr>
              <a:t>	,</a:t>
            </a:r>
            <a:r>
              <a:rPr sz="1100" spc="10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and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83978" y="1106995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>
                <a:latin typeface="Book Antiqua"/>
                <a:cs typeface="Book Antiqua"/>
              </a:rPr>
              <a:t>1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596678" y="1317332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583978" y="1295755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>
                <a:latin typeface="Book Antiqua"/>
                <a:cs typeface="Book Antiqua"/>
              </a:rPr>
              <a:t>3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5844" y="1200721"/>
            <a:ext cx="36068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554729" algn="l"/>
              </a:tabLst>
            </a:pPr>
            <a:r>
              <a:rPr sz="1100" spc="-35">
                <a:latin typeface="Book Antiqua"/>
                <a:cs typeface="Book Antiqua"/>
              </a:rPr>
              <a:t>between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20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and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25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minutes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b="1" spc="-35">
                <a:latin typeface="Georgia"/>
                <a:cs typeface="Georgia"/>
              </a:rPr>
              <a:t>uniformly</a:t>
            </a:r>
            <a:r>
              <a:rPr sz="1100" b="1" spc="25">
                <a:latin typeface="Georgia"/>
                <a:cs typeface="Georgia"/>
              </a:rPr>
              <a:t> </a:t>
            </a:r>
            <a:r>
              <a:rPr sz="1100" spc="-10">
                <a:latin typeface="Book Antiqua"/>
                <a:cs typeface="Book Antiqua"/>
              </a:rPr>
              <a:t>with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probability</a:t>
            </a:r>
            <a:r>
              <a:rPr sz="1100">
                <a:latin typeface="Book Antiqua"/>
                <a:cs typeface="Book Antiqua"/>
              </a:rPr>
              <a:t>	</a:t>
            </a:r>
            <a:r>
              <a:rPr sz="1100" spc="-50">
                <a:latin typeface="Book Antiqua"/>
                <a:cs typeface="Book Antiqua"/>
              </a:rPr>
              <a:t>.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5844" y="1404620"/>
            <a:ext cx="14776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>
                <a:latin typeface="Book Antiqua"/>
                <a:cs typeface="Book Antiqua"/>
              </a:rPr>
              <a:t>What</a:t>
            </a:r>
            <a:r>
              <a:rPr sz="1100" spc="8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is</a:t>
            </a:r>
            <a:r>
              <a:rPr sz="1100" spc="9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9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PDF</a:t>
            </a:r>
            <a:r>
              <a:rPr sz="1100" spc="8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of</a:t>
            </a:r>
            <a:r>
              <a:rPr sz="1100" spc="85">
                <a:latin typeface="Book Antiqua"/>
                <a:cs typeface="Book Antiqua"/>
              </a:rPr>
              <a:t> </a:t>
            </a:r>
            <a:r>
              <a:rPr sz="1100" b="0" i="1" spc="95">
                <a:latin typeface="Bookman Old Style"/>
                <a:cs typeface="Bookman Old Style"/>
              </a:rPr>
              <a:t>X</a:t>
            </a:r>
            <a:r>
              <a:rPr sz="1100" spc="95">
                <a:latin typeface="Book Antiqua"/>
                <a:cs typeface="Book Antiqua"/>
              </a:rPr>
              <a:t>?</a:t>
            </a:r>
            <a:endParaRPr sz="1100">
              <a:latin typeface="Book Antiqua"/>
              <a:cs typeface="Book Antiqu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578974" y="1943728"/>
            <a:ext cx="1450340" cy="298450"/>
            <a:chOff x="1578974" y="1943728"/>
            <a:chExt cx="1450340" cy="298450"/>
          </a:xfrm>
        </p:grpSpPr>
        <p:sp>
          <p:nvSpPr>
            <p:cNvPr id="13" name="object 13"/>
            <p:cNvSpPr/>
            <p:nvPr/>
          </p:nvSpPr>
          <p:spPr>
            <a:xfrm>
              <a:off x="1584035" y="2092782"/>
              <a:ext cx="720090" cy="144145"/>
            </a:xfrm>
            <a:custGeom>
              <a:avLst/>
              <a:gdLst/>
              <a:ahLst/>
              <a:cxnLst/>
              <a:rect l="l" t="t" r="r" b="b"/>
              <a:pathLst>
                <a:path w="720089" h="144144">
                  <a:moveTo>
                    <a:pt x="720001" y="0"/>
                  </a:moveTo>
                  <a:lnTo>
                    <a:pt x="0" y="0"/>
                  </a:lnTo>
                  <a:lnTo>
                    <a:pt x="0" y="144005"/>
                  </a:lnTo>
                  <a:lnTo>
                    <a:pt x="720001" y="144005"/>
                  </a:lnTo>
                  <a:lnTo>
                    <a:pt x="720001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584035" y="2092782"/>
              <a:ext cx="720090" cy="144145"/>
            </a:xfrm>
            <a:custGeom>
              <a:avLst/>
              <a:gdLst/>
              <a:ahLst/>
              <a:cxnLst/>
              <a:rect l="l" t="t" r="r" b="b"/>
              <a:pathLst>
                <a:path w="720089" h="144144">
                  <a:moveTo>
                    <a:pt x="0" y="144005"/>
                  </a:moveTo>
                  <a:lnTo>
                    <a:pt x="0" y="0"/>
                  </a:lnTo>
                  <a:lnTo>
                    <a:pt x="720001" y="0"/>
                  </a:lnTo>
                  <a:lnTo>
                    <a:pt x="720001" y="144005"/>
                  </a:lnTo>
                  <a:lnTo>
                    <a:pt x="0" y="144005"/>
                  </a:lnTo>
                  <a:close/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304033" y="1948789"/>
              <a:ext cx="720090" cy="288290"/>
            </a:xfrm>
            <a:custGeom>
              <a:avLst/>
              <a:gdLst/>
              <a:ahLst/>
              <a:cxnLst/>
              <a:rect l="l" t="t" r="r" b="b"/>
              <a:pathLst>
                <a:path w="720089" h="288289">
                  <a:moveTo>
                    <a:pt x="720001" y="0"/>
                  </a:moveTo>
                  <a:lnTo>
                    <a:pt x="0" y="0"/>
                  </a:lnTo>
                  <a:lnTo>
                    <a:pt x="0" y="287997"/>
                  </a:lnTo>
                  <a:lnTo>
                    <a:pt x="720001" y="287997"/>
                  </a:lnTo>
                  <a:lnTo>
                    <a:pt x="72000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304033" y="1948789"/>
              <a:ext cx="720090" cy="288290"/>
            </a:xfrm>
            <a:custGeom>
              <a:avLst/>
              <a:gdLst/>
              <a:ahLst/>
              <a:cxnLst/>
              <a:rect l="l" t="t" r="r" b="b"/>
              <a:pathLst>
                <a:path w="720089" h="288289">
                  <a:moveTo>
                    <a:pt x="0" y="287997"/>
                  </a:moveTo>
                  <a:lnTo>
                    <a:pt x="0" y="0"/>
                  </a:lnTo>
                  <a:lnTo>
                    <a:pt x="720001" y="0"/>
                  </a:lnTo>
                  <a:lnTo>
                    <a:pt x="720001" y="287997"/>
                  </a:lnTo>
                  <a:lnTo>
                    <a:pt x="0" y="287997"/>
                  </a:lnTo>
                  <a:close/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502041" y="2274176"/>
            <a:ext cx="1644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>
                <a:latin typeface="Book Antiqua"/>
                <a:cs typeface="Book Antiqua"/>
              </a:rPr>
              <a:t>15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222030" y="2274176"/>
            <a:ext cx="1644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>
                <a:latin typeface="Book Antiqua"/>
                <a:cs typeface="Book Antiqua"/>
              </a:rPr>
              <a:t>20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942018" y="2274176"/>
            <a:ext cx="1644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>
                <a:latin typeface="Book Antiqua"/>
                <a:cs typeface="Book Antiqua"/>
              </a:rPr>
              <a:t>25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41882" y="1960981"/>
            <a:ext cx="1905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 spc="-25">
                <a:latin typeface="Bookman Old Style"/>
                <a:cs typeface="Bookman Old Style"/>
              </a:rPr>
              <a:t>c</a:t>
            </a:r>
            <a:r>
              <a:rPr sz="1200" spc="-37" baseline="-10416">
                <a:latin typeface="Century"/>
                <a:cs typeface="Century"/>
              </a:rPr>
              <a:t>1</a:t>
            </a:r>
            <a:endParaRPr sz="1200" baseline="-10416">
              <a:latin typeface="Century"/>
              <a:cs typeface="Century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069856" y="1816976"/>
            <a:ext cx="1905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 spc="-25">
                <a:latin typeface="Bookman Old Style"/>
                <a:cs typeface="Bookman Old Style"/>
              </a:rPr>
              <a:t>c</a:t>
            </a:r>
            <a:r>
              <a:rPr sz="1200" spc="-37" baseline="-10416">
                <a:latin typeface="Century"/>
                <a:cs typeface="Century"/>
              </a:rPr>
              <a:t>2</a:t>
            </a:r>
            <a:endParaRPr sz="1200" baseline="-10416">
              <a:latin typeface="Century"/>
              <a:cs typeface="Century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t>22/42</a:t>
            </a:r>
            <a:r>
              <a:rPr spc="280"/>
              <a:t> </a:t>
            </a:r>
            <a:r>
              <a:rPr b="0" spc="-10">
                <a:latin typeface="Times New Roman"/>
                <a:cs typeface="Times New Roman"/>
              </a:rPr>
              <a:t>13</a:t>
            </a:r>
            <a:r>
              <a:rPr spc="-10"/>
              <a:t>:</a:t>
            </a:r>
            <a:r>
              <a:rPr b="0" spc="-10">
                <a:latin typeface="Times New Roman"/>
                <a:cs typeface="Times New Roman"/>
              </a:rPr>
              <a:t>34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7365">
              <a:lnSpc>
                <a:spcPct val="100000"/>
              </a:lnSpc>
              <a:spcBef>
                <a:spcPts val="135"/>
              </a:spcBef>
            </a:pPr>
            <a:r>
              <a:t>A</a:t>
            </a:r>
            <a:r>
              <a:rPr spc="45"/>
              <a:t> </a:t>
            </a:r>
            <a:r>
              <a:rPr spc="-10"/>
              <a:t>More</a:t>
            </a:r>
            <a:r>
              <a:rPr spc="50"/>
              <a:t> </a:t>
            </a:r>
            <a:r>
              <a:rPr spc="-20"/>
              <a:t>Complicated</a:t>
            </a:r>
            <a:r>
              <a:rPr spc="50"/>
              <a:t> </a:t>
            </a:r>
            <a:r>
              <a:t>Example</a:t>
            </a:r>
            <a:r>
              <a:rPr spc="50"/>
              <a:t> </a:t>
            </a:r>
            <a:r>
              <a:t>3.2,</a:t>
            </a:r>
            <a:r>
              <a:rPr spc="50"/>
              <a:t> </a:t>
            </a:r>
            <a:r>
              <a:t>pg</a:t>
            </a:r>
            <a:r>
              <a:rPr spc="55"/>
              <a:t> </a:t>
            </a:r>
            <a:r>
              <a:rPr spc="-25"/>
              <a:t>142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95128" y="996429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>
                <a:latin typeface="Book Antiqua"/>
                <a:cs typeface="Book Antiqua"/>
              </a:rPr>
              <a:t>2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907828" y="1206754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895128" y="1185189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>
                <a:latin typeface="Book Antiqua"/>
                <a:cs typeface="Book Antiqua"/>
              </a:rPr>
              <a:t>3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5844" y="1090155"/>
            <a:ext cx="41871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865879" algn="l"/>
              </a:tabLst>
            </a:pPr>
            <a:r>
              <a:rPr sz="1100" b="0" i="1" spc="130">
                <a:latin typeface="Bookman Old Style"/>
                <a:cs typeface="Bookman Old Style"/>
              </a:rPr>
              <a:t>X</a:t>
            </a:r>
            <a:r>
              <a:rPr sz="1100" b="0" i="1" spc="40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is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between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15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and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20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minutes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b="1" spc="-35">
                <a:latin typeface="Georgia"/>
                <a:cs typeface="Georgia"/>
              </a:rPr>
              <a:t>uniformly</a:t>
            </a:r>
            <a:r>
              <a:rPr sz="1100" b="1" spc="35">
                <a:latin typeface="Georgia"/>
                <a:cs typeface="Georgia"/>
              </a:rPr>
              <a:t> </a:t>
            </a:r>
            <a:r>
              <a:rPr sz="1100" spc="-10">
                <a:latin typeface="Book Antiqua"/>
                <a:cs typeface="Book Antiqua"/>
              </a:rPr>
              <a:t>with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probability</a:t>
            </a:r>
            <a:r>
              <a:rPr sz="1100">
                <a:latin typeface="Book Antiqua"/>
                <a:cs typeface="Book Antiqua"/>
              </a:rPr>
              <a:t>	,</a:t>
            </a:r>
            <a:r>
              <a:rPr sz="1100" spc="10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and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83978" y="1287119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>
                <a:latin typeface="Book Antiqua"/>
                <a:cs typeface="Book Antiqua"/>
              </a:rPr>
              <a:t>1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596678" y="1497457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583978" y="1475892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>
                <a:latin typeface="Book Antiqua"/>
                <a:cs typeface="Book Antiqua"/>
              </a:rPr>
              <a:t>3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5844" y="1380845"/>
            <a:ext cx="36068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554729" algn="l"/>
              </a:tabLst>
            </a:pPr>
            <a:r>
              <a:rPr sz="1100" spc="-35">
                <a:latin typeface="Book Antiqua"/>
                <a:cs typeface="Book Antiqua"/>
              </a:rPr>
              <a:t>between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20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and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25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minutes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b="1" spc="-35">
                <a:latin typeface="Georgia"/>
                <a:cs typeface="Georgia"/>
              </a:rPr>
              <a:t>uniformly</a:t>
            </a:r>
            <a:r>
              <a:rPr sz="1100" b="1" spc="25">
                <a:latin typeface="Georgia"/>
                <a:cs typeface="Georgia"/>
              </a:rPr>
              <a:t> </a:t>
            </a:r>
            <a:r>
              <a:rPr sz="1100" spc="-10">
                <a:latin typeface="Book Antiqua"/>
                <a:cs typeface="Book Antiqua"/>
              </a:rPr>
              <a:t>with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probability</a:t>
            </a:r>
            <a:r>
              <a:rPr sz="1100">
                <a:latin typeface="Book Antiqua"/>
                <a:cs typeface="Book Antiqua"/>
              </a:rPr>
              <a:t>	</a:t>
            </a:r>
            <a:r>
              <a:rPr sz="1100" spc="-50">
                <a:latin typeface="Book Antiqua"/>
                <a:cs typeface="Book Antiqua"/>
              </a:rPr>
              <a:t>.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16664" y="1688453"/>
            <a:ext cx="37655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b="0" i="1" spc="-352" baseline="7575">
                <a:latin typeface="Bookman Old Style"/>
                <a:cs typeface="Bookman Old Style"/>
              </a:rPr>
              <a:t>c</a:t>
            </a:r>
            <a:r>
              <a:rPr lang="en-US" sz="1650" b="0" i="1" spc="-352" baseline="7575">
                <a:latin typeface="Bookman Old Style"/>
                <a:cs typeface="Bookman Old Style"/>
              </a:rPr>
              <a:t>  </a:t>
            </a:r>
            <a:r>
              <a:rPr sz="800" spc="-235">
                <a:latin typeface="Century"/>
                <a:cs typeface="Century"/>
              </a:rPr>
              <a:t>1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78659" y="1686026"/>
            <a:ext cx="94741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>
                <a:latin typeface="Book Antiqua"/>
                <a:cs typeface="Book Antiqua"/>
              </a:rPr>
              <a:t>if</a:t>
            </a:r>
            <a:r>
              <a:rPr sz="1100" spc="5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15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>
                <a:latin typeface="Lucida Sans Unicode"/>
                <a:cs typeface="Lucida Sans Unicode"/>
              </a:rPr>
              <a:t>≤</a:t>
            </a:r>
            <a:r>
              <a:rPr sz="1100" spc="-65">
                <a:latin typeface="Lucida Sans Unicode"/>
                <a:cs typeface="Lucida Sans Unicode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 b="0" i="1" spc="-55">
                <a:latin typeface="Bookman Old Style"/>
                <a:cs typeface="Bookman Old Style"/>
              </a:rPr>
              <a:t> </a:t>
            </a:r>
            <a:r>
              <a:rPr sz="1100">
                <a:latin typeface="Lucida Sans Unicode"/>
                <a:cs typeface="Lucida Sans Unicode"/>
              </a:rPr>
              <a:t>≤</a:t>
            </a:r>
            <a:r>
              <a:rPr sz="1100" spc="-65">
                <a:latin typeface="Lucida Sans Unicode"/>
                <a:cs typeface="Lucida Sans Unicode"/>
              </a:rPr>
              <a:t> </a:t>
            </a:r>
            <a:r>
              <a:rPr sz="1100" spc="30">
                <a:latin typeface="Book Antiqua"/>
                <a:cs typeface="Book Antiqua"/>
              </a:rPr>
              <a:t>20</a:t>
            </a:r>
            <a:r>
              <a:rPr sz="1100" spc="30">
                <a:latin typeface="Lucida Sans Unicode"/>
                <a:cs typeface="Lucida Sans Unicode"/>
              </a:rPr>
              <a:t>}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71320" y="1917103"/>
            <a:ext cx="80010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32790" algn="l"/>
              </a:tabLst>
            </a:pPr>
            <a:r>
              <a:rPr sz="800" b="0" i="1" spc="80">
                <a:latin typeface="Bookman Old Style"/>
                <a:cs typeface="Bookman Old Style"/>
              </a:rPr>
              <a:t>X</a:t>
            </a:r>
            <a:r>
              <a:rPr sz="800" b="0" i="1">
                <a:latin typeface="Bookman Old Style"/>
                <a:cs typeface="Bookman Old Style"/>
              </a:rPr>
              <a:t>	</a:t>
            </a:r>
            <a:r>
              <a:rPr sz="800" spc="-50">
                <a:latin typeface="Century"/>
                <a:cs typeface="Century"/>
              </a:rPr>
              <a:t>2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03298" y="1858105"/>
            <a:ext cx="19227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741045" algn="l"/>
                <a:tab pos="987425" algn="l"/>
              </a:tabLst>
            </a:pPr>
            <a:r>
              <a:rPr sz="1100" b="0" i="1" spc="155">
                <a:latin typeface="Bookman Old Style"/>
                <a:cs typeface="Bookman Old Style"/>
              </a:rPr>
              <a:t>f</a:t>
            </a:r>
            <a:r>
              <a:rPr sz="1100" b="0" i="1" spc="114">
                <a:latin typeface="Bookman Old Style"/>
                <a:cs typeface="Bookman Old Style"/>
              </a:rPr>
              <a:t> 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70">
                <a:latin typeface="Book Antiqua"/>
                <a:cs typeface="Book Antiqua"/>
              </a:rPr>
              <a:t> </a:t>
            </a:r>
            <a:r>
              <a:rPr sz="1100" spc="130">
                <a:latin typeface="Book Antiqua"/>
                <a:cs typeface="Book Antiqua"/>
              </a:rPr>
              <a:t>=</a:t>
            </a:r>
            <a:r>
              <a:rPr sz="1100">
                <a:latin typeface="Book Antiqua"/>
                <a:cs typeface="Book Antiqua"/>
              </a:rPr>
              <a:t>	</a:t>
            </a:r>
            <a:r>
              <a:rPr sz="1100" b="0" i="1" spc="-50">
                <a:latin typeface="Bookman Old Style"/>
                <a:cs typeface="Bookman Old Style"/>
              </a:rPr>
              <a:t>c</a:t>
            </a:r>
            <a:r>
              <a:rPr sz="1100" b="0" i="1">
                <a:latin typeface="Bookman Old Style"/>
                <a:cs typeface="Bookman Old Style"/>
              </a:rPr>
              <a:t>	</a:t>
            </a:r>
            <a:r>
              <a:rPr sz="1100">
                <a:latin typeface="Book Antiqua"/>
                <a:cs typeface="Book Antiqua"/>
              </a:rPr>
              <a:t>if</a:t>
            </a:r>
            <a:r>
              <a:rPr sz="1100" spc="5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20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>
                <a:latin typeface="Lucida Sans Unicode"/>
                <a:cs typeface="Lucida Sans Unicode"/>
              </a:rPr>
              <a:t>≤</a:t>
            </a:r>
            <a:r>
              <a:rPr sz="1100" spc="-65">
                <a:latin typeface="Lucida Sans Unicode"/>
                <a:cs typeface="Lucida Sans Unicode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 b="0" i="1" spc="-55">
                <a:latin typeface="Bookman Old Style"/>
                <a:cs typeface="Bookman Old Style"/>
              </a:rPr>
              <a:t> </a:t>
            </a:r>
            <a:r>
              <a:rPr sz="1100">
                <a:latin typeface="Lucida Sans Unicode"/>
                <a:cs typeface="Lucida Sans Unicode"/>
              </a:rPr>
              <a:t>≤</a:t>
            </a:r>
            <a:r>
              <a:rPr sz="1100" spc="-65">
                <a:latin typeface="Lucida Sans Unicode"/>
                <a:cs typeface="Lucida Sans Unicode"/>
              </a:rPr>
              <a:t> </a:t>
            </a:r>
            <a:r>
              <a:rPr sz="1100" spc="30">
                <a:latin typeface="Book Antiqua"/>
                <a:cs typeface="Book Antiqua"/>
              </a:rPr>
              <a:t>25</a:t>
            </a:r>
            <a:r>
              <a:rPr sz="1100" spc="30">
                <a:latin typeface="Lucida Sans Unicode"/>
                <a:cs typeface="Lucida Sans Unicode"/>
              </a:rPr>
              <a:t>}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32076" y="2030184"/>
            <a:ext cx="84264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59079" algn="l"/>
              </a:tabLst>
            </a:pPr>
            <a:r>
              <a:rPr sz="1100" spc="-50">
                <a:latin typeface="Book Antiqua"/>
                <a:cs typeface="Book Antiqua"/>
              </a:rPr>
              <a:t>0</a:t>
            </a:r>
            <a:r>
              <a:rPr sz="1100">
                <a:latin typeface="Book Antiqua"/>
                <a:cs typeface="Book Antiqua"/>
              </a:rPr>
              <a:t>	</a:t>
            </a:r>
            <a:r>
              <a:rPr sz="1100" spc="-35">
                <a:latin typeface="Book Antiqua"/>
                <a:cs typeface="Book Antiqua"/>
              </a:rPr>
              <a:t>otherwise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t>23/42</a:t>
            </a:r>
            <a:r>
              <a:rPr spc="280"/>
              <a:t> </a:t>
            </a:r>
            <a:r>
              <a:rPr b="0" spc="-10">
                <a:latin typeface="Times New Roman"/>
                <a:cs typeface="Times New Roman"/>
              </a:rPr>
              <a:t>13</a:t>
            </a:r>
            <a:r>
              <a:rPr spc="-10"/>
              <a:t>:</a:t>
            </a:r>
            <a:r>
              <a:rPr b="0" spc="-10">
                <a:latin typeface="Times New Roman"/>
                <a:cs typeface="Times New Roman"/>
              </a:rPr>
              <a:t>34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23" name="Left Brace 22">
            <a:extLst>
              <a:ext uri="{FF2B5EF4-FFF2-40B4-BE49-F238E27FC236}">
                <a16:creationId xmlns:a16="http://schemas.microsoft.com/office/drawing/2014/main" id="{7CD7B065-B5FE-93A0-DF88-88F6EF2FF30B}"/>
              </a:ext>
            </a:extLst>
          </p:cNvPr>
          <p:cNvSpPr/>
          <p:nvPr/>
        </p:nvSpPr>
        <p:spPr>
          <a:xfrm>
            <a:off x="1847850" y="1686026"/>
            <a:ext cx="81394" cy="535928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4393489-0404-89BD-CA97-473111B01B45}"/>
                  </a:ext>
                </a:extLst>
              </p14:cNvPr>
              <p14:cNvContentPartPr/>
              <p14:nvPr/>
            </p14:nvContentPartPr>
            <p14:xfrm>
              <a:off x="2082960" y="1831320"/>
              <a:ext cx="982440" cy="2217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4393489-0404-89BD-CA97-473111B01B4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73600" y="1821960"/>
                <a:ext cx="1001160" cy="240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7365">
              <a:lnSpc>
                <a:spcPct val="100000"/>
              </a:lnSpc>
              <a:spcBef>
                <a:spcPts val="135"/>
              </a:spcBef>
            </a:pPr>
            <a:r>
              <a:t>A</a:t>
            </a:r>
            <a:r>
              <a:rPr spc="45"/>
              <a:t> </a:t>
            </a:r>
            <a:r>
              <a:rPr spc="-10"/>
              <a:t>More</a:t>
            </a:r>
            <a:r>
              <a:rPr spc="50"/>
              <a:t> </a:t>
            </a:r>
            <a:r>
              <a:rPr spc="-20"/>
              <a:t>Complicated</a:t>
            </a:r>
            <a:r>
              <a:rPr spc="50"/>
              <a:t> </a:t>
            </a:r>
            <a:r>
              <a:t>Example</a:t>
            </a:r>
            <a:r>
              <a:rPr spc="50"/>
              <a:t> </a:t>
            </a:r>
            <a:r>
              <a:t>3.2,</a:t>
            </a:r>
            <a:r>
              <a:rPr spc="50"/>
              <a:t> </a:t>
            </a:r>
            <a:r>
              <a:t>pg</a:t>
            </a:r>
            <a:r>
              <a:rPr spc="55"/>
              <a:t> </a:t>
            </a:r>
            <a:r>
              <a:rPr spc="-25"/>
              <a:t>142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71320" y="774814"/>
            <a:ext cx="11430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0" i="1" spc="135">
                <a:latin typeface="Bookman Old Style"/>
                <a:cs typeface="Bookman Old Style"/>
              </a:rPr>
              <a:t>X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06905" y="537901"/>
            <a:ext cx="37655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b="0" i="1" spc="-352" baseline="7575">
                <a:latin typeface="Bookman Old Style"/>
                <a:cs typeface="Bookman Old Style"/>
              </a:rPr>
              <a:t>c</a:t>
            </a:r>
            <a:r>
              <a:rPr lang="en-US" sz="1650" b="0" i="1" spc="-352" baseline="7575">
                <a:latin typeface="Bookman Old Style"/>
                <a:cs typeface="Bookman Old Style"/>
              </a:rPr>
              <a:t>  </a:t>
            </a:r>
            <a:r>
              <a:rPr sz="800" spc="-235">
                <a:latin typeface="Century"/>
                <a:cs typeface="Century"/>
              </a:rPr>
              <a:t>1</a:t>
            </a:r>
            <a:r>
              <a:rPr lang="en-US" sz="800" spc="-235">
                <a:latin typeface="Century"/>
                <a:cs typeface="Century"/>
              </a:rPr>
              <a:t> 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78659" y="543750"/>
            <a:ext cx="947419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>
                <a:latin typeface="Book Antiqua"/>
                <a:cs typeface="Book Antiqua"/>
              </a:rPr>
              <a:t>if</a:t>
            </a:r>
            <a:r>
              <a:rPr sz="1100" spc="5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15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>
                <a:latin typeface="Lucida Sans Unicode"/>
                <a:cs typeface="Lucida Sans Unicode"/>
              </a:rPr>
              <a:t>≤</a:t>
            </a:r>
            <a:r>
              <a:rPr sz="1100" spc="-65">
                <a:latin typeface="Lucida Sans Unicode"/>
                <a:cs typeface="Lucida Sans Unicode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 b="0" i="1" spc="-55">
                <a:latin typeface="Bookman Old Style"/>
                <a:cs typeface="Bookman Old Style"/>
              </a:rPr>
              <a:t> </a:t>
            </a:r>
            <a:r>
              <a:rPr sz="1100">
                <a:latin typeface="Lucida Sans Unicode"/>
                <a:cs typeface="Lucida Sans Unicode"/>
              </a:rPr>
              <a:t>≤</a:t>
            </a:r>
            <a:r>
              <a:rPr sz="1100" spc="-65">
                <a:latin typeface="Lucida Sans Unicode"/>
                <a:cs typeface="Lucida Sans Unicode"/>
              </a:rPr>
              <a:t> </a:t>
            </a:r>
            <a:r>
              <a:rPr sz="1100" spc="30">
                <a:latin typeface="Book Antiqua"/>
                <a:cs typeface="Book Antiqua"/>
              </a:rPr>
              <a:t>20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03489" y="716051"/>
            <a:ext cx="81406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741045" algn="l"/>
              </a:tabLst>
            </a:pPr>
            <a:r>
              <a:rPr sz="1100" b="0" i="1" spc="155">
                <a:latin typeface="Bookman Old Style"/>
                <a:cs typeface="Bookman Old Style"/>
              </a:rPr>
              <a:t>f</a:t>
            </a:r>
            <a:r>
              <a:rPr sz="1100" b="0" i="1" spc="114">
                <a:latin typeface="Bookman Old Style"/>
                <a:cs typeface="Bookman Old Style"/>
              </a:rPr>
              <a:t> 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70">
                <a:latin typeface="Book Antiqua"/>
                <a:cs typeface="Book Antiqua"/>
              </a:rPr>
              <a:t> </a:t>
            </a:r>
            <a:r>
              <a:rPr sz="1100" spc="130">
                <a:latin typeface="Book Antiqua"/>
                <a:cs typeface="Book Antiqua"/>
              </a:rPr>
              <a:t>=</a:t>
            </a:r>
            <a:r>
              <a:rPr sz="1100">
                <a:latin typeface="Book Antiqua"/>
                <a:cs typeface="Book Antiqua"/>
              </a:rPr>
              <a:t>	</a:t>
            </a:r>
            <a:r>
              <a:rPr sz="1100" b="0" i="1" spc="-50">
                <a:latin typeface="Bookman Old Style"/>
                <a:cs typeface="Bookman Old Style"/>
              </a:rPr>
              <a:t>c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92032" y="773938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>
                <a:latin typeface="Century"/>
                <a:cs typeface="Century"/>
              </a:rPr>
              <a:t>2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78659" y="715822"/>
            <a:ext cx="947419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>
                <a:latin typeface="Book Antiqua"/>
                <a:cs typeface="Book Antiqua"/>
              </a:rPr>
              <a:t>if</a:t>
            </a:r>
            <a:r>
              <a:rPr sz="1100" spc="5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20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>
                <a:latin typeface="Lucida Sans Unicode"/>
                <a:cs typeface="Lucida Sans Unicode"/>
              </a:rPr>
              <a:t>≤</a:t>
            </a:r>
            <a:r>
              <a:rPr sz="1100" spc="-65">
                <a:latin typeface="Lucida Sans Unicode"/>
                <a:cs typeface="Lucida Sans Unicode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 b="0" i="1" spc="-55">
                <a:latin typeface="Bookman Old Style"/>
                <a:cs typeface="Bookman Old Style"/>
              </a:rPr>
              <a:t> </a:t>
            </a:r>
            <a:r>
              <a:rPr sz="1100">
                <a:latin typeface="Lucida Sans Unicode"/>
                <a:cs typeface="Lucida Sans Unicode"/>
              </a:rPr>
              <a:t>≤</a:t>
            </a:r>
            <a:r>
              <a:rPr sz="1100" spc="-65">
                <a:latin typeface="Lucida Sans Unicode"/>
                <a:cs typeface="Lucida Sans Unicode"/>
              </a:rPr>
              <a:t> </a:t>
            </a:r>
            <a:r>
              <a:rPr sz="1100" spc="30">
                <a:latin typeface="Book Antiqua"/>
                <a:cs typeface="Book Antiqua"/>
              </a:rPr>
              <a:t>25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32076" y="887895"/>
            <a:ext cx="84264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59079" algn="l"/>
              </a:tabLst>
            </a:pPr>
            <a:r>
              <a:rPr sz="1100" spc="-50">
                <a:latin typeface="Book Antiqua"/>
                <a:cs typeface="Book Antiqua"/>
              </a:rPr>
              <a:t>0</a:t>
            </a:r>
            <a:r>
              <a:rPr sz="1100">
                <a:latin typeface="Book Antiqua"/>
                <a:cs typeface="Book Antiqua"/>
              </a:rPr>
              <a:t>	</a:t>
            </a:r>
            <a:r>
              <a:rPr sz="1100" spc="-35">
                <a:latin typeface="Book Antiqua"/>
                <a:cs typeface="Book Antiqua"/>
              </a:rPr>
              <a:t>otherwise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72945" y="1340916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u="sng" spc="-5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2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25694" y="1323453"/>
            <a:ext cx="1333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>
                <a:latin typeface="Century"/>
                <a:cs typeface="Century"/>
              </a:rPr>
              <a:t>20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42122" y="1246060"/>
            <a:ext cx="1109980" cy="19177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  <a:tabLst>
                <a:tab pos="1019810" algn="l"/>
              </a:tabLst>
            </a:pPr>
            <a:r>
              <a:rPr sz="1100">
                <a:latin typeface="Arial"/>
                <a:cs typeface="Arial"/>
              </a:rPr>
              <a:t>	 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954578" y="1323453"/>
            <a:ext cx="1333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>
                <a:latin typeface="Century"/>
                <a:cs typeface="Century"/>
              </a:rPr>
              <a:t>20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919097" y="1597596"/>
            <a:ext cx="11404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19810" algn="l"/>
              </a:tabLst>
            </a:pPr>
            <a:r>
              <a:rPr sz="800" spc="-25">
                <a:latin typeface="Century"/>
                <a:cs typeface="Century"/>
              </a:rPr>
              <a:t>15</a:t>
            </a:r>
            <a:r>
              <a:rPr sz="800">
                <a:latin typeface="Century"/>
                <a:cs typeface="Century"/>
              </a:rPr>
              <a:t>	</a:t>
            </a:r>
            <a:r>
              <a:rPr sz="800" spc="-25">
                <a:latin typeface="Century"/>
                <a:cs typeface="Century"/>
              </a:rPr>
              <a:t>15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48207" y="1434642"/>
            <a:ext cx="3105785" cy="28702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836930" marR="30480" indent="-799465">
              <a:lnSpc>
                <a:spcPct val="56699"/>
              </a:lnSpc>
              <a:spcBef>
                <a:spcPts val="660"/>
              </a:spcBef>
              <a:tabLst>
                <a:tab pos="960119" algn="l"/>
                <a:tab pos="1381760" algn="l"/>
                <a:tab pos="2389505" algn="l"/>
              </a:tabLst>
            </a:pP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80">
                <a:latin typeface="Bookman Old Style"/>
                <a:cs typeface="Bookman Old Style"/>
              </a:rPr>
              <a:t> </a:t>
            </a:r>
            <a:r>
              <a:rPr sz="1100" spc="-20">
                <a:latin typeface="Book Antiqua"/>
                <a:cs typeface="Book Antiqua"/>
              </a:rPr>
              <a:t>(</a:t>
            </a:r>
            <a:r>
              <a:rPr sz="1100" b="0" i="1" spc="-20">
                <a:latin typeface="Bookman Old Style"/>
                <a:cs typeface="Bookman Old Style"/>
              </a:rPr>
              <a:t>sunny</a:t>
            </a:r>
            <a:r>
              <a:rPr sz="1100" spc="-20">
                <a:latin typeface="Book Antiqua"/>
                <a:cs typeface="Book Antiqua"/>
              </a:rPr>
              <a:t>)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130">
                <a:latin typeface="Book Antiqua"/>
                <a:cs typeface="Book Antiqua"/>
              </a:rPr>
              <a:t>=</a:t>
            </a:r>
            <a:r>
              <a:rPr sz="1100">
                <a:latin typeface="Book Antiqua"/>
                <a:cs typeface="Book Antiqua"/>
              </a:rPr>
              <a:t>		</a:t>
            </a:r>
            <a:r>
              <a:rPr sz="1100" spc="130">
                <a:latin typeface="Book Antiqua"/>
                <a:cs typeface="Book Antiqua"/>
              </a:rPr>
              <a:t>=</a:t>
            </a:r>
            <a:r>
              <a:rPr sz="1100">
                <a:latin typeface="Book Antiqua"/>
                <a:cs typeface="Book Antiqua"/>
              </a:rPr>
              <a:t>	</a:t>
            </a:r>
            <a:r>
              <a:rPr sz="1100" b="0" i="1" spc="145">
                <a:latin typeface="Bookman Old Style"/>
                <a:cs typeface="Bookman Old Style"/>
              </a:rPr>
              <a:t>f</a:t>
            </a:r>
            <a:r>
              <a:rPr sz="1200" b="0" i="1" spc="217" baseline="-10416">
                <a:latin typeface="Bookman Old Style"/>
                <a:cs typeface="Bookman Old Style"/>
              </a:rPr>
              <a:t>X</a:t>
            </a:r>
            <a:r>
              <a:rPr sz="1200" b="0" i="1" spc="-165" baseline="-10416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90">
                <a:latin typeface="Book Antiqua"/>
                <a:cs typeface="Book Antiqua"/>
              </a:rPr>
              <a:t> </a:t>
            </a:r>
            <a:r>
              <a:rPr sz="1100" b="0" i="1" spc="-65">
                <a:latin typeface="Bookman Old Style"/>
                <a:cs typeface="Bookman Old Style"/>
              </a:rPr>
              <a:t>dx</a:t>
            </a:r>
            <a:r>
              <a:rPr sz="1100" b="0" i="1" spc="30">
                <a:latin typeface="Bookman Old Style"/>
                <a:cs typeface="Bookman Old Style"/>
              </a:rPr>
              <a:t> </a:t>
            </a:r>
            <a:r>
              <a:rPr sz="1100" spc="130">
                <a:latin typeface="Book Antiqua"/>
                <a:cs typeface="Book Antiqua"/>
              </a:rPr>
              <a:t>=</a:t>
            </a:r>
            <a:r>
              <a:rPr sz="1100">
                <a:latin typeface="Book Antiqua"/>
                <a:cs typeface="Book Antiqua"/>
              </a:rPr>
              <a:t>	</a:t>
            </a:r>
            <a:r>
              <a:rPr sz="1100" b="0" i="1">
                <a:latin typeface="Bookman Old Style"/>
                <a:cs typeface="Bookman Old Style"/>
              </a:rPr>
              <a:t>c</a:t>
            </a:r>
            <a:r>
              <a:rPr sz="1200" baseline="-10416">
                <a:latin typeface="Century"/>
                <a:cs typeface="Century"/>
              </a:rPr>
              <a:t>1</a:t>
            </a:r>
            <a:r>
              <a:rPr sz="1200" spc="112" baseline="-10416">
                <a:latin typeface="Century"/>
                <a:cs typeface="Century"/>
              </a:rPr>
              <a:t> </a:t>
            </a:r>
            <a:r>
              <a:rPr sz="1100" b="0" i="1" spc="-65">
                <a:latin typeface="Bookman Old Style"/>
                <a:cs typeface="Bookman Old Style"/>
              </a:rPr>
              <a:t>dx</a:t>
            </a:r>
            <a:r>
              <a:rPr sz="1100" b="0" i="1" spc="-30">
                <a:latin typeface="Bookman Old Style"/>
                <a:cs typeface="Bookman Old Style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 spc="-40">
                <a:latin typeface="Book Antiqua"/>
                <a:cs typeface="Book Antiqua"/>
              </a:rPr>
              <a:t>5</a:t>
            </a:r>
            <a:r>
              <a:rPr sz="1100" b="0" i="1" spc="-40">
                <a:latin typeface="Bookman Old Style"/>
                <a:cs typeface="Bookman Old Style"/>
              </a:rPr>
              <a:t>c</a:t>
            </a:r>
            <a:r>
              <a:rPr sz="1200" spc="-60" baseline="-10416">
                <a:latin typeface="Century"/>
                <a:cs typeface="Century"/>
              </a:rPr>
              <a:t>1</a:t>
            </a:r>
            <a:r>
              <a:rPr sz="1200" spc="750" baseline="-10416">
                <a:latin typeface="Century"/>
                <a:cs typeface="Century"/>
              </a:rPr>
              <a:t> </a:t>
            </a:r>
            <a:r>
              <a:rPr sz="1100" spc="-50">
                <a:latin typeface="Book Antiqua"/>
                <a:cs typeface="Book Antiqua"/>
              </a:rPr>
              <a:t>3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409050" y="1784731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>
                <a:latin typeface="Book Antiqua"/>
                <a:cs typeface="Book Antiqua"/>
              </a:rPr>
              <a:t>2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387117" y="1995068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4">
                <a:moveTo>
                  <a:pt x="0" y="0"/>
                </a:moveTo>
                <a:lnTo>
                  <a:pt x="13854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029053" y="1878457"/>
            <a:ext cx="5353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>
                <a:latin typeface="Bookman Old Style"/>
                <a:cs typeface="Bookman Old Style"/>
              </a:rPr>
              <a:t>c</a:t>
            </a:r>
            <a:r>
              <a:rPr sz="1200" baseline="-10416">
                <a:latin typeface="Century"/>
                <a:cs typeface="Century"/>
              </a:rPr>
              <a:t>1</a:t>
            </a:r>
            <a:r>
              <a:rPr sz="1200" spc="127" baseline="-10416">
                <a:latin typeface="Century"/>
                <a:cs typeface="Century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100">
                <a:latin typeface="Book Antiqua"/>
                <a:cs typeface="Book Antiqua"/>
              </a:rPr>
              <a:t> </a:t>
            </a:r>
            <a:r>
              <a:rPr sz="1650" spc="-52" baseline="-37878">
                <a:latin typeface="Book Antiqua"/>
                <a:cs typeface="Book Antiqua"/>
              </a:rPr>
              <a:t>15</a:t>
            </a:r>
            <a:endParaRPr sz="1650" baseline="-37878">
              <a:latin typeface="Book Antiqua"/>
              <a:cs typeface="Book Antiqu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52892" y="2439276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u="sng" spc="-5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1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919097" y="2458646"/>
            <a:ext cx="1333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>
                <a:latin typeface="Century"/>
                <a:cs typeface="Century"/>
              </a:rPr>
              <a:t>25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822069" y="2344420"/>
            <a:ext cx="1109980" cy="19177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  <a:tabLst>
                <a:tab pos="1019810" algn="l"/>
              </a:tabLst>
            </a:pPr>
            <a:r>
              <a:rPr sz="1100">
                <a:latin typeface="Arial"/>
                <a:cs typeface="Arial"/>
              </a:rPr>
              <a:t>	 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2910053" y="2451096"/>
            <a:ext cx="1333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>
                <a:latin typeface="Century"/>
                <a:cs typeface="Century"/>
              </a:rPr>
              <a:t>25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899043" y="2695956"/>
            <a:ext cx="11404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19810" algn="l"/>
              </a:tabLst>
            </a:pPr>
            <a:r>
              <a:rPr sz="800" spc="-25">
                <a:latin typeface="Century"/>
                <a:cs typeface="Century"/>
              </a:rPr>
              <a:t>20</a:t>
            </a:r>
            <a:r>
              <a:rPr sz="800">
                <a:latin typeface="Century"/>
                <a:cs typeface="Century"/>
              </a:rPr>
              <a:t>	</a:t>
            </a:r>
            <a:r>
              <a:rPr sz="800" spc="-25">
                <a:latin typeface="Century"/>
                <a:cs typeface="Century"/>
              </a:rPr>
              <a:t>20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68261" y="2533002"/>
            <a:ext cx="3065145" cy="28702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796925" marR="30480" indent="-759460">
              <a:lnSpc>
                <a:spcPct val="56699"/>
              </a:lnSpc>
              <a:spcBef>
                <a:spcPts val="660"/>
              </a:spcBef>
              <a:tabLst>
                <a:tab pos="920115" algn="l"/>
                <a:tab pos="1341755" algn="l"/>
                <a:tab pos="2348865" algn="l"/>
              </a:tabLst>
            </a:pP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65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rainy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60">
                <a:latin typeface="Book Antiqua"/>
                <a:cs typeface="Book Antiqua"/>
              </a:rPr>
              <a:t> </a:t>
            </a:r>
            <a:r>
              <a:rPr sz="1100" spc="130">
                <a:latin typeface="Book Antiqua"/>
                <a:cs typeface="Book Antiqua"/>
              </a:rPr>
              <a:t>=</a:t>
            </a:r>
            <a:r>
              <a:rPr sz="1100">
                <a:latin typeface="Book Antiqua"/>
                <a:cs typeface="Book Antiqua"/>
              </a:rPr>
              <a:t>		</a:t>
            </a:r>
            <a:r>
              <a:rPr sz="1100" spc="130">
                <a:latin typeface="Book Antiqua"/>
                <a:cs typeface="Book Antiqua"/>
              </a:rPr>
              <a:t>=</a:t>
            </a:r>
            <a:r>
              <a:rPr sz="1100">
                <a:latin typeface="Book Antiqua"/>
                <a:cs typeface="Book Antiqua"/>
              </a:rPr>
              <a:t>	</a:t>
            </a:r>
            <a:r>
              <a:rPr sz="1100" b="0" i="1" spc="145">
                <a:latin typeface="Bookman Old Style"/>
                <a:cs typeface="Bookman Old Style"/>
              </a:rPr>
              <a:t>f</a:t>
            </a:r>
            <a:r>
              <a:rPr sz="1200" b="0" i="1" spc="217" baseline="-10416">
                <a:latin typeface="Bookman Old Style"/>
                <a:cs typeface="Bookman Old Style"/>
              </a:rPr>
              <a:t>X</a:t>
            </a:r>
            <a:r>
              <a:rPr sz="1200" b="0" i="1" spc="-165" baseline="-10416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90">
                <a:latin typeface="Book Antiqua"/>
                <a:cs typeface="Book Antiqua"/>
              </a:rPr>
              <a:t> </a:t>
            </a:r>
            <a:r>
              <a:rPr sz="1100" b="0" i="1" spc="-65">
                <a:latin typeface="Bookman Old Style"/>
                <a:cs typeface="Bookman Old Style"/>
              </a:rPr>
              <a:t>dx</a:t>
            </a:r>
            <a:r>
              <a:rPr sz="1100" b="0" i="1" spc="30">
                <a:latin typeface="Bookman Old Style"/>
                <a:cs typeface="Bookman Old Style"/>
              </a:rPr>
              <a:t> </a:t>
            </a:r>
            <a:r>
              <a:rPr sz="1100" spc="130">
                <a:latin typeface="Book Antiqua"/>
                <a:cs typeface="Book Antiqua"/>
              </a:rPr>
              <a:t>=</a:t>
            </a:r>
            <a:r>
              <a:rPr sz="1100">
                <a:latin typeface="Book Antiqua"/>
                <a:cs typeface="Book Antiqua"/>
              </a:rPr>
              <a:t>	</a:t>
            </a:r>
            <a:r>
              <a:rPr sz="1100" b="0" i="1">
                <a:latin typeface="Bookman Old Style"/>
                <a:cs typeface="Bookman Old Style"/>
              </a:rPr>
              <a:t>c</a:t>
            </a:r>
            <a:r>
              <a:rPr sz="1200" baseline="-10416">
                <a:latin typeface="Century"/>
                <a:cs typeface="Century"/>
              </a:rPr>
              <a:t>2</a:t>
            </a:r>
            <a:r>
              <a:rPr sz="1200" spc="112" baseline="-10416">
                <a:latin typeface="Century"/>
                <a:cs typeface="Century"/>
              </a:rPr>
              <a:t> </a:t>
            </a:r>
            <a:r>
              <a:rPr sz="1100" b="0" i="1" spc="-65">
                <a:latin typeface="Bookman Old Style"/>
                <a:cs typeface="Bookman Old Style"/>
              </a:rPr>
              <a:t>dx</a:t>
            </a:r>
            <a:r>
              <a:rPr sz="1100" b="0" i="1" spc="-30">
                <a:latin typeface="Bookman Old Style"/>
                <a:cs typeface="Bookman Old Style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 spc="-40">
                <a:latin typeface="Book Antiqua"/>
                <a:cs typeface="Book Antiqua"/>
              </a:rPr>
              <a:t>5</a:t>
            </a:r>
            <a:r>
              <a:rPr sz="1100" b="0" i="1" spc="-40">
                <a:latin typeface="Bookman Old Style"/>
                <a:cs typeface="Bookman Old Style"/>
              </a:rPr>
              <a:t>c</a:t>
            </a:r>
            <a:r>
              <a:rPr sz="1200" spc="-60" baseline="-10416">
                <a:latin typeface="Century"/>
                <a:cs typeface="Century"/>
              </a:rPr>
              <a:t>2</a:t>
            </a:r>
            <a:r>
              <a:rPr sz="1200" spc="750" baseline="-10416">
                <a:latin typeface="Century"/>
                <a:cs typeface="Century"/>
              </a:rPr>
              <a:t> </a:t>
            </a:r>
            <a:r>
              <a:rPr sz="1100" spc="-50">
                <a:latin typeface="Book Antiqua"/>
                <a:cs typeface="Book Antiqua"/>
              </a:rPr>
              <a:t>3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409050" y="2883077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>
                <a:latin typeface="Book Antiqua"/>
                <a:cs typeface="Book Antiqua"/>
              </a:rPr>
              <a:t>1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387117" y="3093415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4">
                <a:moveTo>
                  <a:pt x="0" y="0"/>
                </a:moveTo>
                <a:lnTo>
                  <a:pt x="13854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2029053" y="2976803"/>
            <a:ext cx="5353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>
                <a:latin typeface="Bookman Old Style"/>
                <a:cs typeface="Bookman Old Style"/>
              </a:rPr>
              <a:t>c</a:t>
            </a:r>
            <a:r>
              <a:rPr sz="1200" baseline="-10416">
                <a:latin typeface="Century"/>
                <a:cs typeface="Century"/>
              </a:rPr>
              <a:t>2</a:t>
            </a:r>
            <a:r>
              <a:rPr sz="1200" spc="127" baseline="-10416">
                <a:latin typeface="Century"/>
                <a:cs typeface="Century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100">
                <a:latin typeface="Book Antiqua"/>
                <a:cs typeface="Book Antiqua"/>
              </a:rPr>
              <a:t> </a:t>
            </a:r>
            <a:r>
              <a:rPr sz="1650" spc="-52" baseline="-37878">
                <a:latin typeface="Book Antiqua"/>
                <a:cs typeface="Book Antiqua"/>
              </a:rPr>
              <a:t>15</a:t>
            </a:r>
            <a:endParaRPr sz="1650" baseline="-37878">
              <a:latin typeface="Book Antiqua"/>
              <a:cs typeface="Book Antiqu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</a:rPr>
              <a:t>24/42</a:t>
            </a:r>
            <a:r>
              <a:rPr sz="600" b="0" spc="27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13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34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Probability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and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for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35" name="Left Brace 34">
            <a:extLst>
              <a:ext uri="{FF2B5EF4-FFF2-40B4-BE49-F238E27FC236}">
                <a16:creationId xmlns:a16="http://schemas.microsoft.com/office/drawing/2014/main" id="{02A4544C-1B46-76EE-B432-CACC0FFA2C6D}"/>
              </a:ext>
            </a:extLst>
          </p:cNvPr>
          <p:cNvSpPr/>
          <p:nvPr/>
        </p:nvSpPr>
        <p:spPr>
          <a:xfrm>
            <a:off x="1870975" y="537901"/>
            <a:ext cx="48122" cy="52994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Picture 35" descr="\documentclass{article}&#10;\usepackage{amsmath}&#10;\pagestyle{empty}&#10;\begin{document}&#10;&#10;$\int$&#10;&#10;&#10;\end{document}" title="IguanaTex Bitmap Display">
            <a:extLst>
              <a:ext uri="{FF2B5EF4-FFF2-40B4-BE49-F238E27FC236}">
                <a16:creationId xmlns:a16="http://schemas.microsoft.com/office/drawing/2014/main" id="{25F38297-B429-E5E4-25D1-47406849331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4894" y="1394091"/>
            <a:ext cx="140800" cy="281600"/>
          </a:xfrm>
          <a:prstGeom prst="rect">
            <a:avLst/>
          </a:prstGeom>
        </p:spPr>
      </p:pic>
      <p:pic>
        <p:nvPicPr>
          <p:cNvPr id="37" name="Picture 36" descr="\documentclass{article}&#10;\usepackage{amsmath}&#10;\pagestyle{empty}&#10;\begin{document}&#10;&#10;$\int$&#10;&#10;&#10;\end{document}" title="IguanaTex Bitmap Display">
            <a:extLst>
              <a:ext uri="{FF2B5EF4-FFF2-40B4-BE49-F238E27FC236}">
                <a16:creationId xmlns:a16="http://schemas.microsoft.com/office/drawing/2014/main" id="{8F6088A1-3E66-BD8B-EA55-DAA931F0F89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1302" y="1391916"/>
            <a:ext cx="140800" cy="281600"/>
          </a:xfrm>
          <a:prstGeom prst="rect">
            <a:avLst/>
          </a:prstGeom>
        </p:spPr>
      </p:pic>
      <p:pic>
        <p:nvPicPr>
          <p:cNvPr id="38" name="Picture 37" descr="\documentclass{article}&#10;\usepackage{amsmath}&#10;\pagestyle{empty}&#10;\begin{document}&#10;&#10;$\int$&#10;&#10;&#10;\end{document}" title="IguanaTex Bitmap Display">
            <a:extLst>
              <a:ext uri="{FF2B5EF4-FFF2-40B4-BE49-F238E27FC236}">
                <a16:creationId xmlns:a16="http://schemas.microsoft.com/office/drawing/2014/main" id="{CECAC624-77AF-AFA9-A21E-4BD7406B6D31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8757" y="2506579"/>
            <a:ext cx="140800" cy="281600"/>
          </a:xfrm>
          <a:prstGeom prst="rect">
            <a:avLst/>
          </a:prstGeom>
        </p:spPr>
      </p:pic>
      <p:pic>
        <p:nvPicPr>
          <p:cNvPr id="39" name="Picture 38" descr="\documentclass{article}&#10;\usepackage{amsmath}&#10;\pagestyle{empty}&#10;\begin{document}&#10;&#10;$\int$&#10;&#10;&#10;\end{document}" title="IguanaTex Bitmap Display">
            <a:extLst>
              <a:ext uri="{FF2B5EF4-FFF2-40B4-BE49-F238E27FC236}">
                <a16:creationId xmlns:a16="http://schemas.microsoft.com/office/drawing/2014/main" id="{0F3F430F-9938-E2ED-8C8D-67D3B5A140A4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9253" y="2506193"/>
            <a:ext cx="140800" cy="2816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2D35B4C-0E6D-79A4-B90E-E48DF3177C2F}"/>
                  </a:ext>
                </a:extLst>
              </p14:cNvPr>
              <p14:cNvContentPartPr/>
              <p14:nvPr/>
            </p14:nvContentPartPr>
            <p14:xfrm>
              <a:off x="2380320" y="708480"/>
              <a:ext cx="911520" cy="2149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2D35B4C-0E6D-79A4-B90E-E48DF3177C2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370960" y="699120"/>
                <a:ext cx="930240" cy="233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7365">
              <a:lnSpc>
                <a:spcPct val="100000"/>
              </a:lnSpc>
              <a:spcBef>
                <a:spcPts val="135"/>
              </a:spcBef>
            </a:pPr>
            <a:r>
              <a:t>A</a:t>
            </a:r>
            <a:r>
              <a:rPr spc="45"/>
              <a:t> </a:t>
            </a:r>
            <a:r>
              <a:rPr spc="-10"/>
              <a:t>More</a:t>
            </a:r>
            <a:r>
              <a:rPr spc="50"/>
              <a:t> </a:t>
            </a:r>
            <a:r>
              <a:rPr spc="-20"/>
              <a:t>Complicated</a:t>
            </a:r>
            <a:r>
              <a:rPr spc="50"/>
              <a:t> </a:t>
            </a:r>
            <a:r>
              <a:t>Example</a:t>
            </a:r>
            <a:r>
              <a:rPr spc="50"/>
              <a:t> </a:t>
            </a:r>
            <a:r>
              <a:t>3.2,</a:t>
            </a:r>
            <a:r>
              <a:rPr spc="50"/>
              <a:t> </a:t>
            </a:r>
            <a:r>
              <a:t>pg</a:t>
            </a:r>
            <a:r>
              <a:rPr spc="55"/>
              <a:t> </a:t>
            </a:r>
            <a:r>
              <a:rPr spc="-25"/>
              <a:t>142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69161" y="1172349"/>
            <a:ext cx="5803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 spc="145">
                <a:latin typeface="Bookman Old Style"/>
                <a:cs typeface="Bookman Old Style"/>
              </a:rPr>
              <a:t>f</a:t>
            </a:r>
            <a:r>
              <a:rPr sz="1200" b="0" i="1" spc="217" baseline="-10416">
                <a:latin typeface="Bookman Old Style"/>
                <a:cs typeface="Bookman Old Style"/>
              </a:rPr>
              <a:t>X</a:t>
            </a:r>
            <a:r>
              <a:rPr sz="1200" b="0" i="1" spc="-142" baseline="-10416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125">
                <a:latin typeface="Book Antiqua"/>
                <a:cs typeface="Book Antiqua"/>
              </a:rPr>
              <a:t> </a:t>
            </a:r>
            <a:r>
              <a:rPr sz="1100" spc="130">
                <a:latin typeface="Book Antiqua"/>
                <a:cs typeface="Book Antiqua"/>
              </a:rPr>
              <a:t>=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65223" y="982827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>
                <a:latin typeface="Century"/>
                <a:cs typeface="Century"/>
              </a:rPr>
              <a:t>2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051037" y="1116660"/>
            <a:ext cx="107950" cy="0"/>
          </a:xfrm>
          <a:custGeom>
            <a:avLst/>
            <a:gdLst/>
            <a:ahLst/>
            <a:cxnLst/>
            <a:rect l="l" t="t" r="r" b="b"/>
            <a:pathLst>
              <a:path w="107950">
                <a:moveTo>
                  <a:pt x="0" y="0"/>
                </a:moveTo>
                <a:lnTo>
                  <a:pt x="10754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038337" y="1085151"/>
            <a:ext cx="1333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>
                <a:latin typeface="Century"/>
                <a:cs typeface="Century"/>
              </a:rPr>
              <a:t>15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87587" y="1000048"/>
            <a:ext cx="947419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>
                <a:latin typeface="Book Antiqua"/>
                <a:cs typeface="Book Antiqua"/>
              </a:rPr>
              <a:t>if</a:t>
            </a:r>
            <a:r>
              <a:rPr sz="1100" spc="5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15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>
                <a:latin typeface="Lucida Sans Unicode"/>
                <a:cs typeface="Lucida Sans Unicode"/>
              </a:rPr>
              <a:t>≤</a:t>
            </a:r>
            <a:r>
              <a:rPr sz="1100" spc="-65">
                <a:latin typeface="Lucida Sans Unicode"/>
                <a:cs typeface="Lucida Sans Unicode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 b="0" i="1" spc="-55">
                <a:latin typeface="Bookman Old Style"/>
                <a:cs typeface="Bookman Old Style"/>
              </a:rPr>
              <a:t> </a:t>
            </a:r>
            <a:r>
              <a:rPr sz="1100">
                <a:latin typeface="Lucida Sans Unicode"/>
                <a:cs typeface="Lucida Sans Unicode"/>
              </a:rPr>
              <a:t>≤</a:t>
            </a:r>
            <a:r>
              <a:rPr sz="1100" spc="-65">
                <a:latin typeface="Lucida Sans Unicode"/>
                <a:cs typeface="Lucida Sans Unicode"/>
              </a:rPr>
              <a:t> </a:t>
            </a:r>
            <a:r>
              <a:rPr sz="1100" spc="30">
                <a:latin typeface="Book Antiqua"/>
                <a:cs typeface="Book Antiqua"/>
              </a:rPr>
              <a:t>20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38337" y="1154900"/>
            <a:ext cx="10604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u="sng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800" u="sng" spc="-5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1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38337" y="1257223"/>
            <a:ext cx="1333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>
                <a:latin typeface="Century"/>
                <a:cs typeface="Century"/>
              </a:rPr>
              <a:t>15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87587" y="1172121"/>
            <a:ext cx="947419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>
                <a:latin typeface="Book Antiqua"/>
                <a:cs typeface="Book Antiqua"/>
              </a:rPr>
              <a:t>if</a:t>
            </a:r>
            <a:r>
              <a:rPr sz="1100" spc="5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20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>
                <a:latin typeface="Lucida Sans Unicode"/>
                <a:cs typeface="Lucida Sans Unicode"/>
              </a:rPr>
              <a:t>≤</a:t>
            </a:r>
            <a:r>
              <a:rPr sz="1100" spc="-65">
                <a:latin typeface="Lucida Sans Unicode"/>
                <a:cs typeface="Lucida Sans Unicode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 b="0" i="1" spc="-55">
                <a:latin typeface="Bookman Old Style"/>
                <a:cs typeface="Bookman Old Style"/>
              </a:rPr>
              <a:t> </a:t>
            </a:r>
            <a:r>
              <a:rPr sz="1100">
                <a:latin typeface="Lucida Sans Unicode"/>
                <a:cs typeface="Lucida Sans Unicode"/>
              </a:rPr>
              <a:t>≤</a:t>
            </a:r>
            <a:r>
              <a:rPr sz="1100" spc="-65">
                <a:latin typeface="Lucida Sans Unicode"/>
                <a:cs typeface="Lucida Sans Unicode"/>
              </a:rPr>
              <a:t> </a:t>
            </a:r>
            <a:r>
              <a:rPr sz="1100" spc="30">
                <a:latin typeface="Book Antiqua"/>
                <a:cs typeface="Book Antiqua"/>
              </a:rPr>
              <a:t>25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23148" y="1344193"/>
            <a:ext cx="8604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76860" algn="l"/>
              </a:tabLst>
            </a:pPr>
            <a:r>
              <a:rPr sz="1100" spc="-50">
                <a:latin typeface="Book Antiqua"/>
                <a:cs typeface="Book Antiqua"/>
              </a:rPr>
              <a:t>0</a:t>
            </a:r>
            <a:r>
              <a:rPr sz="1100">
                <a:latin typeface="Book Antiqua"/>
                <a:cs typeface="Book Antiqua"/>
              </a:rPr>
              <a:t>	</a:t>
            </a:r>
            <a:r>
              <a:rPr sz="1100" spc="-35">
                <a:latin typeface="Book Antiqua"/>
                <a:cs typeface="Book Antiqua"/>
              </a:rPr>
              <a:t>otherwise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</a:rPr>
              <a:t>25/42</a:t>
            </a:r>
            <a:r>
              <a:rPr sz="600" b="0" spc="27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13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34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21" name="Left Brace 20">
            <a:extLst>
              <a:ext uri="{FF2B5EF4-FFF2-40B4-BE49-F238E27FC236}">
                <a16:creationId xmlns:a16="http://schemas.microsoft.com/office/drawing/2014/main" id="{48A33EF3-89CF-9AA0-1809-4BB7896F72A3}"/>
              </a:ext>
            </a:extLst>
          </p:cNvPr>
          <p:cNvSpPr/>
          <p:nvPr/>
        </p:nvSpPr>
        <p:spPr>
          <a:xfrm>
            <a:off x="1876437" y="1000048"/>
            <a:ext cx="47613" cy="501727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D5A7A94-0AF8-82B2-3AEC-28EA9C38247D}"/>
                  </a:ext>
                </a:extLst>
              </p14:cNvPr>
              <p14:cNvContentPartPr/>
              <p14:nvPr/>
            </p14:nvContentPartPr>
            <p14:xfrm>
              <a:off x="198360" y="375120"/>
              <a:ext cx="4414320" cy="30013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D5A7A94-0AF8-82B2-3AEC-28EA9C38247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9000" y="365760"/>
                <a:ext cx="4433040" cy="3020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9395" y="62407"/>
            <a:ext cx="20891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30">
                <a:solidFill>
                  <a:srgbClr val="FFFFFF"/>
                </a:solidFill>
                <a:latin typeface="Book Antiqua"/>
                <a:cs typeface="Book Antiqua"/>
              </a:rPr>
              <a:t>Uniform</a:t>
            </a:r>
            <a:r>
              <a:rPr sz="1400" spc="-15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>
                <a:solidFill>
                  <a:srgbClr val="FFFFFF"/>
                </a:solidFill>
                <a:latin typeface="Book Antiqua"/>
                <a:cs typeface="Book Antiqua"/>
              </a:rPr>
              <a:t>Random</a:t>
            </a:r>
            <a:r>
              <a:rPr sz="1400" spc="-5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spc="-10">
                <a:solidFill>
                  <a:srgbClr val="FFFFFF"/>
                </a:solidFill>
                <a:latin typeface="Book Antiqua"/>
                <a:cs typeface="Book Antiqua"/>
              </a:rPr>
              <a:t>Variable</a:t>
            </a:r>
            <a:endParaRPr sz="1400">
              <a:latin typeface="Book Antiqua"/>
              <a:cs typeface="Book Antiq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48050" y="118472"/>
            <a:ext cx="1295400" cy="1477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lang="en-US" sz="1200" spc="-20">
                <a:solidFill>
                  <a:srgbClr val="FFFFFF"/>
                </a:solidFill>
                <a:latin typeface="Book Antiqua"/>
                <a:cs typeface="Book Antiqua"/>
              </a:rPr>
              <a:t>(</a:t>
            </a:r>
            <a:r>
              <a:rPr sz="1200" spc="-20">
                <a:solidFill>
                  <a:srgbClr val="FFFFFF"/>
                </a:solidFill>
                <a:latin typeface="Book Antiqua"/>
                <a:cs typeface="Book Antiqua"/>
              </a:rPr>
              <a:t>Example</a:t>
            </a:r>
            <a:r>
              <a:rPr sz="1200" spc="-5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200" spc="-25">
                <a:solidFill>
                  <a:srgbClr val="FFFFFF"/>
                </a:solidFill>
                <a:latin typeface="Book Antiqua"/>
                <a:cs typeface="Book Antiqua"/>
              </a:rPr>
              <a:t>3.3</a:t>
            </a:r>
            <a:r>
              <a:rPr lang="en-US" sz="1200" spc="-25">
                <a:solidFill>
                  <a:srgbClr val="FFFFFF"/>
                </a:solidFill>
                <a:latin typeface="Book Antiqua"/>
                <a:cs typeface="Book Antiqua"/>
              </a:rPr>
              <a:t>)</a:t>
            </a:r>
            <a:endParaRPr sz="1200">
              <a:latin typeface="Book Antiqua"/>
              <a:cs typeface="Book Antiqu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529" y="739775"/>
            <a:ext cx="44837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93345" algn="ctr">
              <a:lnSpc>
                <a:spcPct val="100000"/>
              </a:lnSpc>
              <a:spcBef>
                <a:spcPts val="90"/>
              </a:spcBef>
            </a:pPr>
            <a:r>
              <a:rPr sz="1100" b="0" i="1" spc="145">
                <a:latin typeface="Bookman Old Style"/>
                <a:cs typeface="Bookman Old Style"/>
              </a:rPr>
              <a:t>f</a:t>
            </a:r>
            <a:r>
              <a:rPr sz="1200" b="0" i="1" spc="217" baseline="-10416">
                <a:latin typeface="Bookman Old Style"/>
                <a:cs typeface="Bookman Old Style"/>
              </a:rPr>
              <a:t>X</a:t>
            </a:r>
            <a:r>
              <a:rPr sz="1200" b="0" i="1" spc="-195" baseline="-10416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6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can</a:t>
            </a:r>
            <a:r>
              <a:rPr sz="1100" spc="7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take</a:t>
            </a:r>
            <a:r>
              <a:rPr sz="1100" spc="6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large</a:t>
            </a:r>
            <a:r>
              <a:rPr sz="1100" spc="7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values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</a:rPr>
              <a:t>26/42</a:t>
            </a:r>
            <a:r>
              <a:rPr sz="600" b="0" spc="27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13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34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9395" y="62407"/>
            <a:ext cx="20891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30">
                <a:solidFill>
                  <a:srgbClr val="FFFFFF"/>
                </a:solidFill>
                <a:latin typeface="Book Antiqua"/>
                <a:cs typeface="Book Antiqua"/>
              </a:rPr>
              <a:t>Uniform</a:t>
            </a:r>
            <a:r>
              <a:rPr sz="1400" spc="-15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>
                <a:solidFill>
                  <a:srgbClr val="FFFFFF"/>
                </a:solidFill>
                <a:latin typeface="Book Antiqua"/>
                <a:cs typeface="Book Antiqua"/>
              </a:rPr>
              <a:t>Random</a:t>
            </a:r>
            <a:r>
              <a:rPr sz="1400" spc="-5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spc="-10">
                <a:solidFill>
                  <a:srgbClr val="FFFFFF"/>
                </a:solidFill>
                <a:latin typeface="Book Antiqua"/>
                <a:cs typeface="Book Antiqua"/>
              </a:rPr>
              <a:t>Variable</a:t>
            </a:r>
            <a:endParaRPr sz="1400">
              <a:latin typeface="Book Antiqua"/>
              <a:cs typeface="Book Antiqu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-1200150" y="660774"/>
            <a:ext cx="44837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93345" algn="ctr">
              <a:lnSpc>
                <a:spcPct val="100000"/>
              </a:lnSpc>
              <a:spcBef>
                <a:spcPts val="90"/>
              </a:spcBef>
            </a:pPr>
            <a:r>
              <a:rPr sz="1100" b="0" i="1" spc="145">
                <a:latin typeface="Bookman Old Style"/>
                <a:cs typeface="Bookman Old Style"/>
              </a:rPr>
              <a:t>f</a:t>
            </a:r>
            <a:r>
              <a:rPr sz="1200" b="0" i="1" spc="217" baseline="-10416">
                <a:latin typeface="Bookman Old Style"/>
                <a:cs typeface="Bookman Old Style"/>
              </a:rPr>
              <a:t>X</a:t>
            </a:r>
            <a:r>
              <a:rPr sz="1200" b="0" i="1" spc="-195" baseline="-10416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6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can</a:t>
            </a:r>
            <a:r>
              <a:rPr sz="1100" spc="7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take</a:t>
            </a:r>
            <a:r>
              <a:rPr sz="1100" spc="6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large</a:t>
            </a:r>
            <a:r>
              <a:rPr sz="1100" spc="7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values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96216" y="1271450"/>
            <a:ext cx="3543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0" i="1" spc="-10">
                <a:latin typeface="Bookman Old Style"/>
                <a:cs typeface="Bookman Old Style"/>
              </a:rPr>
              <a:t>.</a:t>
            </a:r>
            <a:r>
              <a:rPr sz="800" spc="-10">
                <a:latin typeface="Century"/>
                <a:cs typeface="Century"/>
              </a:rPr>
              <a:t>001</a:t>
            </a:r>
            <a:r>
              <a:rPr sz="800" spc="-10">
                <a:latin typeface="Lucida Sans Unicode"/>
                <a:cs typeface="Lucida Sans Unicode"/>
              </a:rPr>
              <a:t>−</a:t>
            </a:r>
            <a:r>
              <a:rPr sz="800" spc="-10">
                <a:latin typeface="Century"/>
                <a:cs typeface="Century"/>
              </a:rPr>
              <a:t>0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8650" y="1153340"/>
            <a:ext cx="25215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2005964" algn="l"/>
              </a:tabLst>
            </a:pPr>
            <a:r>
              <a:rPr sz="1100">
                <a:latin typeface="Book Antiqua"/>
                <a:cs typeface="Book Antiqua"/>
              </a:rPr>
              <a:t>If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 b="0" i="1" spc="-114">
                <a:latin typeface="Bookman Old Style"/>
                <a:cs typeface="Bookman Old Style"/>
              </a:rPr>
              <a:t>a</a:t>
            </a:r>
            <a:r>
              <a:rPr sz="1100" b="0" i="1" spc="-30">
                <a:latin typeface="Bookman Old Style"/>
                <a:cs typeface="Bookman Old Style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0</a:t>
            </a:r>
            <a:r>
              <a:rPr sz="1100" b="0" i="1" spc="-25">
                <a:latin typeface="Bookman Old Style"/>
                <a:cs typeface="Bookman Old Style"/>
              </a:rPr>
              <a:t>,</a:t>
            </a:r>
            <a:r>
              <a:rPr sz="1100" b="0" i="1" spc="-150">
                <a:latin typeface="Bookman Old Style"/>
                <a:cs typeface="Bookman Old Style"/>
              </a:rPr>
              <a:t> </a:t>
            </a:r>
            <a:r>
              <a:rPr sz="1100" b="0" i="1" spc="-204">
                <a:latin typeface="Bookman Old Style"/>
                <a:cs typeface="Bookman Old Style"/>
              </a:rPr>
              <a:t>b</a:t>
            </a:r>
            <a:r>
              <a:rPr sz="1100" b="0" i="1" spc="-30">
                <a:latin typeface="Bookman Old Style"/>
                <a:cs typeface="Bookman Old Style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.</a:t>
            </a:r>
            <a:r>
              <a:rPr sz="1100">
                <a:latin typeface="Book Antiqua"/>
                <a:cs typeface="Book Antiqua"/>
              </a:rPr>
              <a:t>001</a:t>
            </a:r>
            <a:r>
              <a:rPr sz="1100" spc="8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then</a:t>
            </a:r>
            <a:r>
              <a:rPr sz="1100" spc="75">
                <a:latin typeface="Book Antiqua"/>
                <a:cs typeface="Book Antiqua"/>
              </a:rPr>
              <a:t> </a:t>
            </a:r>
            <a:r>
              <a:rPr sz="1100" b="0" i="1" spc="-60">
                <a:latin typeface="Bookman Old Style"/>
                <a:cs typeface="Bookman Old Style"/>
              </a:rPr>
              <a:t>c</a:t>
            </a:r>
            <a:r>
              <a:rPr sz="1100" b="0" i="1" spc="-30">
                <a:latin typeface="Bookman Old Style"/>
                <a:cs typeface="Bookman Old Style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135">
                <a:latin typeface="Book Antiqua"/>
                <a:cs typeface="Book Antiqua"/>
              </a:rPr>
              <a:t> </a:t>
            </a:r>
            <a:r>
              <a:rPr sz="1200" u="sng" spc="487" baseline="312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1200" u="sng" spc="-75" baseline="3125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1</a:t>
            </a:r>
            <a:r>
              <a:rPr sz="1200" u="sng" baseline="3125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	</a:t>
            </a:r>
            <a:r>
              <a:rPr sz="1200" spc="270" baseline="31250">
                <a:latin typeface="Century"/>
                <a:cs typeface="Century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6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1000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</a:rPr>
              <a:t>26/42</a:t>
            </a:r>
            <a:r>
              <a:rPr sz="600" b="0" spc="27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13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34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82930"/>
          </a:xfrm>
          <a:custGeom>
            <a:avLst/>
            <a:gdLst/>
            <a:ahLst/>
            <a:cxnLst/>
            <a:rect l="l" t="t" r="r" b="b"/>
            <a:pathLst>
              <a:path w="4608195" h="582930">
                <a:moveTo>
                  <a:pt x="4608004" y="0"/>
                </a:moveTo>
                <a:lnTo>
                  <a:pt x="0" y="0"/>
                </a:lnTo>
                <a:lnTo>
                  <a:pt x="0" y="582929"/>
                </a:lnTo>
                <a:lnTo>
                  <a:pt x="4608004" y="582929"/>
                </a:lnTo>
                <a:lnTo>
                  <a:pt x="4608004" y="0"/>
                </a:lnTo>
                <a:close/>
              </a:path>
            </a:pathLst>
          </a:custGeom>
          <a:solidFill>
            <a:srgbClr val="525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8310" y="62407"/>
            <a:ext cx="3911600" cy="47180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598295" marR="5080" indent="-1586230">
              <a:lnSpc>
                <a:spcPct val="106700"/>
              </a:lnSpc>
              <a:spcBef>
                <a:spcPts val="20"/>
              </a:spcBef>
            </a:pPr>
            <a:r>
              <a:t>Expectation</a:t>
            </a:r>
            <a:r>
              <a:rPr spc="40"/>
              <a:t> </a:t>
            </a:r>
            <a:r>
              <a:t>and</a:t>
            </a:r>
            <a:r>
              <a:rPr spc="50"/>
              <a:t> </a:t>
            </a:r>
            <a:r>
              <a:rPr spc="-10"/>
              <a:t>Variance</a:t>
            </a:r>
            <a:r>
              <a:rPr spc="40"/>
              <a:t> </a:t>
            </a:r>
            <a:r>
              <a:t>of</a:t>
            </a:r>
            <a:r>
              <a:rPr spc="50"/>
              <a:t> </a:t>
            </a:r>
            <a:r>
              <a:rPr spc="-30"/>
              <a:t>Continuous</a:t>
            </a:r>
            <a:r>
              <a:rPr spc="40"/>
              <a:t> </a:t>
            </a:r>
            <a:r>
              <a:rPr spc="-10"/>
              <a:t>Random Variables</a:t>
            </a:r>
          </a:p>
        </p:txBody>
      </p:sp>
      <p:sp>
        <p:nvSpPr>
          <p:cNvPr id="8" name="object 8 1"/>
          <p:cNvSpPr txBox="1"/>
          <p:nvPr/>
        </p:nvSpPr>
        <p:spPr>
          <a:xfrm>
            <a:off x="2925922" y="1460627"/>
            <a:ext cx="51815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>
                <a:latin typeface="Book Antiqua"/>
                <a:cs typeface="Book Antiqua"/>
              </a:rPr>
              <a:t>Discrete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</a:rPr>
              <a:t>28/42</a:t>
            </a:r>
            <a:r>
              <a:rPr sz="600" b="0" spc="27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13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34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Probability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and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for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8" name="object 8 2">
            <a:extLst>
              <a:ext uri="{FF2B5EF4-FFF2-40B4-BE49-F238E27FC236}">
                <a16:creationId xmlns:a16="http://schemas.microsoft.com/office/drawing/2014/main" id="{21EDCAF5-B905-88EA-60C7-3410E23E2A37}"/>
              </a:ext>
            </a:extLst>
          </p:cNvPr>
          <p:cNvSpPr txBox="1"/>
          <p:nvPr/>
        </p:nvSpPr>
        <p:spPr>
          <a:xfrm>
            <a:off x="2939365" y="1845868"/>
            <a:ext cx="990217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100" spc="-10">
                <a:latin typeface="Book Antiqua"/>
                <a:cs typeface="Book Antiqua"/>
              </a:rPr>
              <a:t>Continuous</a:t>
            </a:r>
            <a:endParaRPr sz="1100">
              <a:latin typeface="Book Antiqua"/>
              <a:cs typeface="Book Antiqua"/>
            </a:endParaRPr>
          </a:p>
        </p:txBody>
      </p:sp>
      <p:pic>
        <p:nvPicPr>
          <p:cNvPr id="26" name="Picture 25" descr="\documentclass{article}&#10;\usepackage{amsmath}&#10;\pagestyle{empty}&#10;\begin{document}&#10;&#10;&#10;$E[Y] = \sum\limits_{y\in Y }yp_Y(y)$&#10;&#10;\end{document}" title="IguanaTex Bitmap Display">
            <a:extLst>
              <a:ext uri="{FF2B5EF4-FFF2-40B4-BE49-F238E27FC236}">
                <a16:creationId xmlns:a16="http://schemas.microsoft.com/office/drawing/2014/main" id="{990EC5E4-D2D9-7091-8BFE-FAE774CC356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400" y="1491680"/>
            <a:ext cx="1117709" cy="244638"/>
          </a:xfrm>
          <a:prstGeom prst="rect">
            <a:avLst/>
          </a:prstGeom>
        </p:spPr>
      </p:pic>
      <p:pic>
        <p:nvPicPr>
          <p:cNvPr id="24" name="Picture 23" descr="\documentclass{article}&#10;\usepackage{amsmath}&#10;\pagestyle{empty}&#10;\begin{document}&#10;&#10;&#10;$E[X] = \int_{-\infty}^{\infty}x f_X(x)dx$&#10;&#10;\end{document}" title="IguanaTex Bitmap Display">
            <a:extLst>
              <a:ext uri="{FF2B5EF4-FFF2-40B4-BE49-F238E27FC236}">
                <a16:creationId xmlns:a16="http://schemas.microsoft.com/office/drawing/2014/main" id="{5A8037F0-E561-F43D-62B8-7C9F6DC585C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8250" y="1843316"/>
            <a:ext cx="1450795" cy="18081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A07B1AF-19BF-61BE-A8C3-33EEFADED575}"/>
                  </a:ext>
                </a:extLst>
              </p14:cNvPr>
              <p14:cNvContentPartPr/>
              <p14:nvPr/>
            </p14:nvContentPartPr>
            <p14:xfrm>
              <a:off x="1238400" y="1627920"/>
              <a:ext cx="2471040" cy="4914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A07B1AF-19BF-61BE-A8C3-33EEFADED57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29040" y="1618560"/>
                <a:ext cx="2489760" cy="510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82930"/>
          </a:xfrm>
          <a:custGeom>
            <a:avLst/>
            <a:gdLst/>
            <a:ahLst/>
            <a:cxnLst/>
            <a:rect l="l" t="t" r="r" b="b"/>
            <a:pathLst>
              <a:path w="4608195" h="582930">
                <a:moveTo>
                  <a:pt x="4608004" y="0"/>
                </a:moveTo>
                <a:lnTo>
                  <a:pt x="0" y="0"/>
                </a:lnTo>
                <a:lnTo>
                  <a:pt x="0" y="582929"/>
                </a:lnTo>
                <a:lnTo>
                  <a:pt x="4608004" y="582929"/>
                </a:lnTo>
                <a:lnTo>
                  <a:pt x="4608004" y="0"/>
                </a:lnTo>
                <a:close/>
              </a:path>
            </a:pathLst>
          </a:custGeom>
          <a:solidFill>
            <a:srgbClr val="525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8310" y="62407"/>
            <a:ext cx="3911600" cy="47180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598295" marR="5080" indent="-1586230">
              <a:lnSpc>
                <a:spcPct val="106700"/>
              </a:lnSpc>
              <a:spcBef>
                <a:spcPts val="20"/>
              </a:spcBef>
            </a:pPr>
            <a:r>
              <a:t>Expectation</a:t>
            </a:r>
            <a:r>
              <a:rPr spc="40"/>
              <a:t> </a:t>
            </a:r>
            <a:r>
              <a:t>and</a:t>
            </a:r>
            <a:r>
              <a:rPr spc="50"/>
              <a:t> </a:t>
            </a:r>
            <a:r>
              <a:rPr spc="-10"/>
              <a:t>Variance</a:t>
            </a:r>
            <a:r>
              <a:rPr spc="40"/>
              <a:t> </a:t>
            </a:r>
            <a:r>
              <a:t>of</a:t>
            </a:r>
            <a:r>
              <a:rPr spc="50"/>
              <a:t> </a:t>
            </a:r>
            <a:r>
              <a:rPr spc="-30"/>
              <a:t>Continuous</a:t>
            </a:r>
            <a:r>
              <a:rPr spc="40"/>
              <a:t> </a:t>
            </a:r>
            <a:r>
              <a:rPr spc="-10"/>
              <a:t>Random Variables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</a:rPr>
              <a:t>29/42</a:t>
            </a:r>
            <a:r>
              <a:rPr sz="600" b="0" spc="27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13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34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34" name="Picture 33" descr="Text, letter&#10;&#10;Description automatically generated">
            <a:extLst>
              <a:ext uri="{FF2B5EF4-FFF2-40B4-BE49-F238E27FC236}">
                <a16:creationId xmlns:a16="http://schemas.microsoft.com/office/drawing/2014/main" id="{659C30CE-5B41-2144-887D-643A9AB397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197" y="596619"/>
            <a:ext cx="3225800" cy="251644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0D0464D-3F72-518C-4BA3-72CC8AC3A0C2}"/>
                  </a:ext>
                </a:extLst>
              </p14:cNvPr>
              <p14:cNvContentPartPr/>
              <p14:nvPr/>
            </p14:nvContentPartPr>
            <p14:xfrm>
              <a:off x="714600" y="1491480"/>
              <a:ext cx="1246320" cy="17366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0D0464D-3F72-518C-4BA3-72CC8AC3A0C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05240" y="1482120"/>
                <a:ext cx="1265040" cy="1755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82930"/>
          </a:xfrm>
          <a:custGeom>
            <a:avLst/>
            <a:gdLst/>
            <a:ahLst/>
            <a:cxnLst/>
            <a:rect l="l" t="t" r="r" b="b"/>
            <a:pathLst>
              <a:path w="4608195" h="582930">
                <a:moveTo>
                  <a:pt x="4608004" y="0"/>
                </a:moveTo>
                <a:lnTo>
                  <a:pt x="0" y="0"/>
                </a:lnTo>
                <a:lnTo>
                  <a:pt x="0" y="582929"/>
                </a:lnTo>
                <a:lnTo>
                  <a:pt x="4608004" y="582929"/>
                </a:lnTo>
                <a:lnTo>
                  <a:pt x="4608004" y="0"/>
                </a:lnTo>
                <a:close/>
              </a:path>
            </a:pathLst>
          </a:custGeom>
          <a:solidFill>
            <a:srgbClr val="525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8310" y="62407"/>
            <a:ext cx="3911600" cy="47180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598295" marR="5080" indent="-1586230">
              <a:lnSpc>
                <a:spcPct val="106700"/>
              </a:lnSpc>
              <a:spcBef>
                <a:spcPts val="20"/>
              </a:spcBef>
            </a:pPr>
            <a:r>
              <a:t>Expectation</a:t>
            </a:r>
            <a:r>
              <a:rPr spc="40"/>
              <a:t> </a:t>
            </a:r>
            <a:r>
              <a:t>and</a:t>
            </a:r>
            <a:r>
              <a:rPr spc="50"/>
              <a:t> </a:t>
            </a:r>
            <a:r>
              <a:rPr spc="-10"/>
              <a:t>Variance</a:t>
            </a:r>
            <a:r>
              <a:rPr spc="40"/>
              <a:t> </a:t>
            </a:r>
            <a:r>
              <a:t>of</a:t>
            </a:r>
            <a:r>
              <a:rPr spc="50"/>
              <a:t> </a:t>
            </a:r>
            <a:r>
              <a:rPr spc="-30"/>
              <a:t>Continuous</a:t>
            </a:r>
            <a:r>
              <a:rPr spc="40"/>
              <a:t> </a:t>
            </a:r>
            <a:r>
              <a:rPr spc="-10"/>
              <a:t>Random Variables</a:t>
            </a:r>
          </a:p>
        </p:txBody>
      </p:sp>
      <p:sp>
        <p:nvSpPr>
          <p:cNvPr id="37" name="object 3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t>31/42</a:t>
            </a:r>
            <a:r>
              <a:rPr spc="280"/>
              <a:t> </a:t>
            </a:r>
            <a:r>
              <a:rPr b="0" spc="-10">
                <a:latin typeface="Times New Roman"/>
                <a:cs typeface="Times New Roman"/>
              </a:rPr>
              <a:t>13</a:t>
            </a:r>
            <a:r>
              <a:rPr spc="-10"/>
              <a:t>:</a:t>
            </a:r>
            <a:r>
              <a:rPr b="0" spc="-10">
                <a:latin typeface="Times New Roman"/>
                <a:cs typeface="Times New Roman"/>
              </a:rPr>
              <a:t>34</a:t>
            </a:r>
          </a:p>
        </p:txBody>
      </p:sp>
      <p:sp>
        <p:nvSpPr>
          <p:cNvPr id="38" name="object 3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1619250" y="3347543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41" name="Picture 40" descr="Text, letter&#10;&#10;Description automatically generated">
            <a:extLst>
              <a:ext uri="{FF2B5EF4-FFF2-40B4-BE49-F238E27FC236}">
                <a16:creationId xmlns:a16="http://schemas.microsoft.com/office/drawing/2014/main" id="{111803C1-E141-0BF8-64D0-487DFC1C60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85" y="582930"/>
            <a:ext cx="4391024" cy="242915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FE7E405-F786-8A2A-6E97-F3257FDA7A8F}"/>
                  </a:ext>
                </a:extLst>
              </p14:cNvPr>
              <p14:cNvContentPartPr/>
              <p14:nvPr/>
            </p14:nvContentPartPr>
            <p14:xfrm>
              <a:off x="423360" y="1358640"/>
              <a:ext cx="2891520" cy="17046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FE7E405-F786-8A2A-6E97-F3257FDA7A8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14000" y="1349280"/>
                <a:ext cx="2910240" cy="1723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135"/>
              </a:spcBef>
            </a:pPr>
            <a:r>
              <a:t>Example</a:t>
            </a:r>
            <a:r>
              <a:rPr spc="45"/>
              <a:t> </a:t>
            </a:r>
            <a:r>
              <a:t>3.4:</a:t>
            </a:r>
            <a:r>
              <a:rPr spc="180"/>
              <a:t> </a:t>
            </a:r>
            <a:r>
              <a:rPr spc="-10"/>
              <a:t>Variance</a:t>
            </a:r>
            <a:r>
              <a:rPr spc="45"/>
              <a:t> </a:t>
            </a:r>
            <a:r>
              <a:t>-</a:t>
            </a:r>
            <a:r>
              <a:rPr spc="45"/>
              <a:t> </a:t>
            </a:r>
            <a:r>
              <a:rPr spc="-25"/>
              <a:t>Uniform</a:t>
            </a:r>
            <a:r>
              <a:rPr spc="50"/>
              <a:t> </a:t>
            </a:r>
            <a:r>
              <a:t>Random</a:t>
            </a:r>
            <a:r>
              <a:rPr spc="45"/>
              <a:t> </a:t>
            </a:r>
            <a:r>
              <a:rPr spc="-10"/>
              <a:t>Variable</a:t>
            </a:r>
          </a:p>
        </p:txBody>
      </p:sp>
      <p:sp>
        <p:nvSpPr>
          <p:cNvPr id="43" name="object 43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</a:rPr>
              <a:t>32/42</a:t>
            </a:r>
            <a:r>
              <a:rPr sz="600" b="0" spc="27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13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34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pic>
        <p:nvPicPr>
          <p:cNvPr id="47" name="Picture 46" descr="Diagram&#10;&#10;Description automatically generated with low confidence">
            <a:extLst>
              <a:ext uri="{FF2B5EF4-FFF2-40B4-BE49-F238E27FC236}">
                <a16:creationId xmlns:a16="http://schemas.microsoft.com/office/drawing/2014/main" id="{7FD67228-C560-663C-7A24-B164022E7BE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13" y="376324"/>
            <a:ext cx="4610100" cy="3084426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t>Example</a:t>
            </a:r>
            <a:r>
              <a:rPr spc="35"/>
              <a:t> </a:t>
            </a:r>
            <a:r>
              <a:t>3.4</a:t>
            </a:r>
            <a:r>
              <a:rPr spc="40"/>
              <a:t> </a:t>
            </a:r>
            <a:r>
              <a:t>-</a:t>
            </a:r>
            <a:r>
              <a:rPr spc="40"/>
              <a:t> </a:t>
            </a:r>
            <a:r>
              <a:rPr spc="-10"/>
              <a:t>Variance</a:t>
            </a:r>
            <a:r>
              <a:rPr spc="40"/>
              <a:t> </a:t>
            </a:r>
            <a:r>
              <a:t>of</a:t>
            </a:r>
            <a:r>
              <a:rPr spc="40"/>
              <a:t> </a:t>
            </a:r>
            <a:r>
              <a:rPr spc="-30"/>
              <a:t>Uniform</a:t>
            </a:r>
            <a:r>
              <a:rPr spc="35"/>
              <a:t> </a:t>
            </a:r>
            <a:r>
              <a:t>Random</a:t>
            </a:r>
            <a:r>
              <a:rPr spc="40"/>
              <a:t> </a:t>
            </a:r>
            <a:r>
              <a:rPr spc="-10"/>
              <a:t>Variables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3144" y="324012"/>
            <a:ext cx="2541905" cy="53149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770"/>
              </a:spcBef>
            </a:pPr>
            <a:r>
              <a:rPr sz="1100" spc="-20">
                <a:latin typeface="Book Antiqua"/>
                <a:cs typeface="Book Antiqua"/>
              </a:rPr>
              <a:t>Then</a:t>
            </a:r>
            <a:endParaRPr sz="1100">
              <a:latin typeface="Book Antiqua"/>
              <a:cs typeface="Book Antiqua"/>
            </a:endParaRPr>
          </a:p>
          <a:p>
            <a:pPr marL="843915">
              <a:lnSpc>
                <a:spcPct val="100000"/>
              </a:lnSpc>
              <a:spcBef>
                <a:spcPts val="675"/>
              </a:spcBef>
            </a:pPr>
            <a:r>
              <a:rPr sz="1100" b="0" i="1">
                <a:latin typeface="Bookman Old Style"/>
                <a:cs typeface="Bookman Old Style"/>
              </a:rPr>
              <a:t>var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160">
                <a:latin typeface="Book Antiqua"/>
                <a:cs typeface="Book Antiqua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160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E</a:t>
            </a:r>
            <a:r>
              <a:rPr sz="1100">
                <a:latin typeface="Book Antiqua"/>
                <a:cs typeface="Book Antiqua"/>
              </a:rPr>
              <a:t>[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200" baseline="31250">
                <a:latin typeface="Century"/>
                <a:cs typeface="Century"/>
              </a:rPr>
              <a:t>2</a:t>
            </a:r>
            <a:r>
              <a:rPr sz="1100">
                <a:latin typeface="Book Antiqua"/>
                <a:cs typeface="Book Antiqua"/>
              </a:rPr>
              <a:t>]</a:t>
            </a:r>
            <a:r>
              <a:rPr sz="1100" spc="75">
                <a:latin typeface="Book Antiqua"/>
                <a:cs typeface="Book Antiqua"/>
              </a:rPr>
              <a:t> </a:t>
            </a:r>
            <a:r>
              <a:rPr sz="1100" spc="-35">
                <a:latin typeface="Lucida Sans Unicode"/>
                <a:cs typeface="Lucida Sans Unicode"/>
              </a:rPr>
              <a:t>−</a:t>
            </a:r>
            <a:r>
              <a:rPr sz="1100" spc="5">
                <a:latin typeface="Lucida Sans Unicode"/>
                <a:cs typeface="Lucida Sans Unicode"/>
              </a:rPr>
              <a:t> </a:t>
            </a:r>
            <a:r>
              <a:rPr sz="1100" spc="-10">
                <a:latin typeface="Book Antiqua"/>
                <a:cs typeface="Book Antiqua"/>
              </a:rPr>
              <a:t>(</a:t>
            </a:r>
            <a:r>
              <a:rPr sz="1100" b="0" i="1" spc="-10">
                <a:latin typeface="Bookman Old Style"/>
                <a:cs typeface="Bookman Old Style"/>
              </a:rPr>
              <a:t>E</a:t>
            </a:r>
            <a:r>
              <a:rPr sz="1100" spc="-10">
                <a:latin typeface="Book Antiqua"/>
                <a:cs typeface="Book Antiqua"/>
              </a:rPr>
              <a:t>[</a:t>
            </a:r>
            <a:r>
              <a:rPr sz="1100" b="0" i="1" spc="-10">
                <a:latin typeface="Bookman Old Style"/>
                <a:cs typeface="Bookman Old Style"/>
              </a:rPr>
              <a:t>X</a:t>
            </a:r>
            <a:r>
              <a:rPr sz="1100" spc="-10">
                <a:latin typeface="Book Antiqua"/>
                <a:cs typeface="Book Antiqua"/>
              </a:rPr>
              <a:t>])</a:t>
            </a:r>
            <a:r>
              <a:rPr sz="1200" spc="-15" baseline="31250">
                <a:latin typeface="Century"/>
                <a:cs typeface="Century"/>
              </a:rPr>
              <a:t>2</a:t>
            </a:r>
            <a:endParaRPr sz="1200" baseline="31250">
              <a:latin typeface="Century"/>
              <a:cs typeface="Century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28064" y="974991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80">
                <a:latin typeface="Book Antiqua"/>
                <a:cs typeface="Book Antiqua"/>
              </a:rPr>
              <a:t>=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02193" y="1091603"/>
            <a:ext cx="724535" cy="0"/>
          </a:xfrm>
          <a:custGeom>
            <a:avLst/>
            <a:gdLst/>
            <a:ahLst/>
            <a:cxnLst/>
            <a:rect l="l" t="t" r="r" b="b"/>
            <a:pathLst>
              <a:path w="724535">
                <a:moveTo>
                  <a:pt x="0" y="0"/>
                </a:moveTo>
                <a:lnTo>
                  <a:pt x="72425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916976" y="1070025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>
                <a:latin typeface="Book Antiqua"/>
                <a:cs typeface="Book Antiqua"/>
              </a:rPr>
              <a:t>3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59710" y="974991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0">
                <a:latin typeface="Lucida Sans Unicode"/>
                <a:cs typeface="Lucida Sans Unicode"/>
              </a:rPr>
              <a:t>−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64093" y="881265"/>
            <a:ext cx="14636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961390" algn="l"/>
              </a:tabLst>
            </a:pPr>
            <a:r>
              <a:rPr sz="1100" b="0" i="1" spc="-20">
                <a:latin typeface="Bookman Old Style"/>
                <a:cs typeface="Bookman Old Style"/>
              </a:rPr>
              <a:t>a</a:t>
            </a:r>
            <a:r>
              <a:rPr sz="1200" spc="-30" baseline="27777">
                <a:latin typeface="Century"/>
                <a:cs typeface="Century"/>
              </a:rPr>
              <a:t>2</a:t>
            </a:r>
            <a:r>
              <a:rPr sz="1200" spc="37" baseline="27777">
                <a:latin typeface="Century"/>
                <a:cs typeface="Century"/>
              </a:rPr>
              <a:t> </a:t>
            </a:r>
            <a:r>
              <a:rPr sz="1100" spc="180">
                <a:latin typeface="Book Antiqua"/>
                <a:cs typeface="Book Antiqua"/>
              </a:rPr>
              <a:t>+</a:t>
            </a:r>
            <a:r>
              <a:rPr sz="1100" spc="-55">
                <a:latin typeface="Book Antiqua"/>
                <a:cs typeface="Book Antiqua"/>
              </a:rPr>
              <a:t> </a:t>
            </a:r>
            <a:r>
              <a:rPr sz="1100" b="0" i="1" spc="-160">
                <a:latin typeface="Bookman Old Style"/>
                <a:cs typeface="Bookman Old Style"/>
              </a:rPr>
              <a:t>ab</a:t>
            </a:r>
            <a:r>
              <a:rPr sz="1100" b="0" i="1" spc="-90">
                <a:latin typeface="Bookman Old Style"/>
                <a:cs typeface="Bookman Old Style"/>
              </a:rPr>
              <a:t> </a:t>
            </a:r>
            <a:r>
              <a:rPr sz="1100" spc="180">
                <a:latin typeface="Book Antiqua"/>
                <a:cs typeface="Book Antiqua"/>
              </a:rPr>
              <a:t>+</a:t>
            </a:r>
            <a:r>
              <a:rPr sz="1100" spc="-55">
                <a:latin typeface="Book Antiqua"/>
                <a:cs typeface="Book Antiqua"/>
              </a:rPr>
              <a:t> </a:t>
            </a:r>
            <a:r>
              <a:rPr sz="1100" b="0" i="1" spc="-25">
                <a:latin typeface="Bookman Old Style"/>
                <a:cs typeface="Bookman Old Style"/>
              </a:rPr>
              <a:t>b</a:t>
            </a:r>
            <a:r>
              <a:rPr sz="1200" spc="-37" baseline="27777">
                <a:latin typeface="Century"/>
                <a:cs typeface="Century"/>
              </a:rPr>
              <a:t>2</a:t>
            </a:r>
            <a:r>
              <a:rPr sz="1200" baseline="27777">
                <a:latin typeface="Century"/>
                <a:cs typeface="Century"/>
              </a:rPr>
              <a:t>	</a:t>
            </a:r>
            <a:r>
              <a:rPr sz="1100" spc="-35">
                <a:latin typeface="Book Antiqua"/>
                <a:cs typeface="Book Antiqua"/>
              </a:rPr>
              <a:t>(</a:t>
            </a:r>
            <a:r>
              <a:rPr sz="1100" b="0" i="1" spc="-35">
                <a:latin typeface="Bookman Old Style"/>
                <a:cs typeface="Bookman Old Style"/>
              </a:rPr>
              <a:t>a</a:t>
            </a:r>
            <a:r>
              <a:rPr sz="1100" b="0" i="1" spc="-85">
                <a:latin typeface="Bookman Old Style"/>
                <a:cs typeface="Bookman Old Style"/>
              </a:rPr>
              <a:t> </a:t>
            </a:r>
            <a:r>
              <a:rPr sz="1100" spc="180">
                <a:latin typeface="Book Antiqua"/>
                <a:cs typeface="Book Antiqua"/>
              </a:rPr>
              <a:t>+</a:t>
            </a:r>
            <a:r>
              <a:rPr sz="1100" spc="-25">
                <a:latin typeface="Book Antiqua"/>
                <a:cs typeface="Book Antiqua"/>
              </a:rPr>
              <a:t> </a:t>
            </a:r>
            <a:r>
              <a:rPr sz="1100" b="0" i="1" spc="-25">
                <a:latin typeface="Bookman Old Style"/>
                <a:cs typeface="Bookman Old Style"/>
              </a:rPr>
              <a:t>b</a:t>
            </a:r>
            <a:r>
              <a:rPr sz="1100" spc="-25">
                <a:latin typeface="Book Antiqua"/>
                <a:cs typeface="Book Antiqua"/>
              </a:rPr>
              <a:t>)</a:t>
            </a:r>
            <a:r>
              <a:rPr sz="1200" spc="-37" baseline="27777">
                <a:latin typeface="Century"/>
                <a:cs typeface="Century"/>
              </a:rPr>
              <a:t>2</a:t>
            </a:r>
            <a:endParaRPr sz="1200" baseline="27777">
              <a:latin typeface="Century"/>
              <a:cs typeface="Century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526144" y="1091603"/>
            <a:ext cx="469900" cy="0"/>
          </a:xfrm>
          <a:custGeom>
            <a:avLst/>
            <a:gdLst/>
            <a:ahLst/>
            <a:cxnLst/>
            <a:rect l="l" t="t" r="r" b="b"/>
            <a:pathLst>
              <a:path w="469900">
                <a:moveTo>
                  <a:pt x="0" y="0"/>
                </a:moveTo>
                <a:lnTo>
                  <a:pt x="46988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428064" y="1329867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80">
                <a:latin typeface="Book Antiqua"/>
                <a:cs typeface="Book Antiqua"/>
              </a:rPr>
              <a:t>=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64093" y="1236141"/>
            <a:ext cx="9779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>
                <a:latin typeface="Book Antiqua"/>
                <a:cs typeface="Book Antiqua"/>
              </a:rPr>
              <a:t>4(</a:t>
            </a:r>
            <a:r>
              <a:rPr sz="1100" b="0" i="1">
                <a:latin typeface="Bookman Old Style"/>
                <a:cs typeface="Bookman Old Style"/>
              </a:rPr>
              <a:t>a</a:t>
            </a:r>
            <a:r>
              <a:rPr sz="1200" baseline="27777">
                <a:latin typeface="Century"/>
                <a:cs typeface="Century"/>
              </a:rPr>
              <a:t>2</a:t>
            </a:r>
            <a:r>
              <a:rPr sz="1200" spc="44" baseline="27777">
                <a:latin typeface="Century"/>
                <a:cs typeface="Century"/>
              </a:rPr>
              <a:t> </a:t>
            </a:r>
            <a:r>
              <a:rPr sz="1100" spc="180">
                <a:latin typeface="Book Antiqua"/>
                <a:cs typeface="Book Antiqua"/>
              </a:rPr>
              <a:t>+</a:t>
            </a:r>
            <a:r>
              <a:rPr sz="1100" spc="-55">
                <a:latin typeface="Book Antiqua"/>
                <a:cs typeface="Book Antiqua"/>
              </a:rPr>
              <a:t> </a:t>
            </a:r>
            <a:r>
              <a:rPr sz="1100" b="0" i="1" spc="-160">
                <a:latin typeface="Bookman Old Style"/>
                <a:cs typeface="Bookman Old Style"/>
              </a:rPr>
              <a:t>ab</a:t>
            </a:r>
            <a:r>
              <a:rPr sz="1100" b="0" i="1" spc="-90">
                <a:latin typeface="Bookman Old Style"/>
                <a:cs typeface="Bookman Old Style"/>
              </a:rPr>
              <a:t> </a:t>
            </a:r>
            <a:r>
              <a:rPr sz="1100" spc="180">
                <a:latin typeface="Book Antiqua"/>
                <a:cs typeface="Book Antiqua"/>
              </a:rPr>
              <a:t>+</a:t>
            </a:r>
            <a:r>
              <a:rPr sz="1100" spc="-50">
                <a:latin typeface="Book Antiqua"/>
                <a:cs typeface="Book Antiqua"/>
              </a:rPr>
              <a:t> </a:t>
            </a:r>
            <a:r>
              <a:rPr sz="1100" b="0" i="1" spc="-25">
                <a:latin typeface="Bookman Old Style"/>
                <a:cs typeface="Bookman Old Style"/>
              </a:rPr>
              <a:t>b</a:t>
            </a:r>
            <a:r>
              <a:rPr sz="1200" spc="-37" baseline="27777">
                <a:latin typeface="Century"/>
                <a:cs typeface="Century"/>
              </a:rPr>
              <a:t>2</a:t>
            </a:r>
            <a:r>
              <a:rPr sz="1100" spc="-25">
                <a:latin typeface="Book Antiqua"/>
                <a:cs typeface="Book Antiqua"/>
              </a:rPr>
              <a:t>)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602193" y="1446479"/>
            <a:ext cx="901700" cy="0"/>
          </a:xfrm>
          <a:custGeom>
            <a:avLst/>
            <a:gdLst/>
            <a:ahLst/>
            <a:cxnLst/>
            <a:rect l="l" t="t" r="r" b="b"/>
            <a:pathLst>
              <a:path w="901700">
                <a:moveTo>
                  <a:pt x="0" y="0"/>
                </a:moveTo>
                <a:lnTo>
                  <a:pt x="901280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536748" y="1329867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0">
                <a:latin typeface="Lucida Sans Unicode"/>
                <a:cs typeface="Lucida Sans Unicode"/>
              </a:rPr>
              <a:t>−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65069" y="1070025"/>
            <a:ext cx="609600" cy="3581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0960">
              <a:lnSpc>
                <a:spcPts val="1315"/>
              </a:lnSpc>
              <a:spcBef>
                <a:spcPts val="90"/>
              </a:spcBef>
            </a:pPr>
            <a:r>
              <a:rPr sz="1100" spc="-5">
                <a:latin typeface="Book Antiqua"/>
                <a:cs typeface="Book Antiqua"/>
              </a:rPr>
              <a:t>4</a:t>
            </a:r>
            <a:endParaRPr sz="1100">
              <a:latin typeface="Book Antiqua"/>
              <a:cs typeface="Book Antiqua"/>
            </a:endParaRPr>
          </a:p>
          <a:p>
            <a:pPr marL="38100">
              <a:lnSpc>
                <a:spcPts val="1315"/>
              </a:lnSpc>
            </a:pPr>
            <a:r>
              <a:rPr sz="1100" spc="-30">
                <a:latin typeface="Book Antiqua"/>
                <a:cs typeface="Book Antiqua"/>
              </a:rPr>
              <a:t>3(</a:t>
            </a:r>
            <a:r>
              <a:rPr sz="1100" b="0" i="1" spc="-30">
                <a:latin typeface="Bookman Old Style"/>
                <a:cs typeface="Bookman Old Style"/>
              </a:rPr>
              <a:t>a</a:t>
            </a:r>
            <a:r>
              <a:rPr sz="1100" b="0" i="1" spc="-80">
                <a:latin typeface="Bookman Old Style"/>
                <a:cs typeface="Bookman Old Style"/>
              </a:rPr>
              <a:t> </a:t>
            </a:r>
            <a:r>
              <a:rPr sz="1100" spc="180">
                <a:latin typeface="Book Antiqua"/>
                <a:cs typeface="Book Antiqua"/>
              </a:rPr>
              <a:t>+</a:t>
            </a:r>
            <a:r>
              <a:rPr sz="1100" spc="-20">
                <a:latin typeface="Book Antiqua"/>
                <a:cs typeface="Book Antiqua"/>
              </a:rPr>
              <a:t> </a:t>
            </a:r>
            <a:r>
              <a:rPr sz="1100" b="0" i="1" spc="-25">
                <a:latin typeface="Bookman Old Style"/>
                <a:cs typeface="Bookman Old Style"/>
              </a:rPr>
              <a:t>b</a:t>
            </a:r>
            <a:r>
              <a:rPr sz="1100" spc="-25">
                <a:latin typeface="Book Antiqua"/>
                <a:cs typeface="Book Antiqua"/>
              </a:rPr>
              <a:t>)</a:t>
            </a:r>
            <a:r>
              <a:rPr sz="1200" spc="-37" baseline="27777">
                <a:latin typeface="Century"/>
                <a:cs typeface="Century"/>
              </a:rPr>
              <a:t>2</a:t>
            </a:r>
            <a:endParaRPr sz="1200" baseline="27777">
              <a:latin typeface="Century"/>
              <a:cs typeface="Century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703169" y="1446479"/>
            <a:ext cx="539750" cy="0"/>
          </a:xfrm>
          <a:custGeom>
            <a:avLst/>
            <a:gdLst/>
            <a:ahLst/>
            <a:cxnLst/>
            <a:rect l="l" t="t" r="r" b="b"/>
            <a:pathLst>
              <a:path w="539750">
                <a:moveTo>
                  <a:pt x="0" y="0"/>
                </a:moveTo>
                <a:lnTo>
                  <a:pt x="53915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970862" y="1424901"/>
            <a:ext cx="10839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32180" algn="l"/>
              </a:tabLst>
            </a:pPr>
            <a:r>
              <a:rPr sz="1100" spc="-25">
                <a:latin typeface="Book Antiqua"/>
                <a:cs typeface="Book Antiqua"/>
              </a:rPr>
              <a:t>12</a:t>
            </a:r>
            <a:r>
              <a:rPr sz="1100">
                <a:latin typeface="Book Antiqua"/>
                <a:cs typeface="Book Antiqua"/>
              </a:rPr>
              <a:t>	</a:t>
            </a:r>
            <a:r>
              <a:rPr sz="1100" spc="-25">
                <a:latin typeface="Book Antiqua"/>
                <a:cs typeface="Book Antiqua"/>
              </a:rPr>
              <a:t>12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28064" y="1684756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80">
                <a:latin typeface="Book Antiqua"/>
                <a:cs typeface="Book Antiqua"/>
              </a:rPr>
              <a:t>=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64093" y="1591030"/>
            <a:ext cx="21037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spc="-20">
                <a:latin typeface="Book Antiqua"/>
                <a:cs typeface="Book Antiqua"/>
              </a:rPr>
              <a:t>4</a:t>
            </a:r>
            <a:r>
              <a:rPr sz="1100" b="0" i="1" spc="-20">
                <a:latin typeface="Bookman Old Style"/>
                <a:cs typeface="Bookman Old Style"/>
              </a:rPr>
              <a:t>a</a:t>
            </a:r>
            <a:r>
              <a:rPr sz="1200" spc="-30" baseline="27777">
                <a:latin typeface="Century"/>
                <a:cs typeface="Century"/>
              </a:rPr>
              <a:t>2</a:t>
            </a:r>
            <a:r>
              <a:rPr sz="1200" spc="-44" baseline="27777">
                <a:latin typeface="Century"/>
                <a:cs typeface="Century"/>
              </a:rPr>
              <a:t> </a:t>
            </a:r>
            <a:r>
              <a:rPr sz="1100" spc="180">
                <a:latin typeface="Book Antiqua"/>
                <a:cs typeface="Book Antiqua"/>
              </a:rPr>
              <a:t>+</a:t>
            </a:r>
            <a:r>
              <a:rPr sz="1100" spc="-50">
                <a:latin typeface="Book Antiqua"/>
                <a:cs typeface="Book Antiqua"/>
              </a:rPr>
              <a:t> </a:t>
            </a:r>
            <a:r>
              <a:rPr sz="1100" spc="-110">
                <a:latin typeface="Book Antiqua"/>
                <a:cs typeface="Book Antiqua"/>
              </a:rPr>
              <a:t>4</a:t>
            </a:r>
            <a:r>
              <a:rPr sz="1100" b="0" i="1" spc="-110">
                <a:latin typeface="Bookman Old Style"/>
                <a:cs typeface="Bookman Old Style"/>
              </a:rPr>
              <a:t>ab</a:t>
            </a:r>
            <a:r>
              <a:rPr sz="1100" b="0" i="1" spc="-90">
                <a:latin typeface="Bookman Old Style"/>
                <a:cs typeface="Bookman Old Style"/>
              </a:rPr>
              <a:t> </a:t>
            </a:r>
            <a:r>
              <a:rPr sz="1100" spc="180">
                <a:latin typeface="Book Antiqua"/>
                <a:cs typeface="Book Antiqua"/>
              </a:rPr>
              <a:t>+</a:t>
            </a:r>
            <a:r>
              <a:rPr sz="1100" spc="-50">
                <a:latin typeface="Book Antiqua"/>
                <a:cs typeface="Book Antiqua"/>
              </a:rPr>
              <a:t> </a:t>
            </a:r>
            <a:r>
              <a:rPr sz="1100" spc="-60">
                <a:latin typeface="Book Antiqua"/>
                <a:cs typeface="Book Antiqua"/>
              </a:rPr>
              <a:t>4</a:t>
            </a:r>
            <a:r>
              <a:rPr sz="1100" b="0" i="1" spc="-60">
                <a:latin typeface="Bookman Old Style"/>
                <a:cs typeface="Bookman Old Style"/>
              </a:rPr>
              <a:t>b</a:t>
            </a:r>
            <a:r>
              <a:rPr sz="1200" spc="-89" baseline="27777">
                <a:latin typeface="Century"/>
                <a:cs typeface="Century"/>
              </a:rPr>
              <a:t>2</a:t>
            </a:r>
            <a:r>
              <a:rPr sz="1200" spc="75" baseline="27777">
                <a:latin typeface="Century"/>
                <a:cs typeface="Century"/>
              </a:rPr>
              <a:t> </a:t>
            </a:r>
            <a:r>
              <a:rPr sz="1100" spc="-35">
                <a:latin typeface="Lucida Sans Unicode"/>
                <a:cs typeface="Lucida Sans Unicode"/>
              </a:rPr>
              <a:t>−</a:t>
            </a:r>
            <a:r>
              <a:rPr sz="1100" spc="-105">
                <a:latin typeface="Lucida Sans Unicode"/>
                <a:cs typeface="Lucida Sans Unicode"/>
              </a:rPr>
              <a:t> </a:t>
            </a:r>
            <a:r>
              <a:rPr sz="1100" spc="-20">
                <a:latin typeface="Book Antiqua"/>
                <a:cs typeface="Book Antiqua"/>
              </a:rPr>
              <a:t>3</a:t>
            </a:r>
            <a:r>
              <a:rPr sz="1100" b="0" i="1" spc="-20">
                <a:latin typeface="Bookman Old Style"/>
                <a:cs typeface="Bookman Old Style"/>
              </a:rPr>
              <a:t>a</a:t>
            </a:r>
            <a:r>
              <a:rPr sz="1200" spc="-30" baseline="27777">
                <a:latin typeface="Century"/>
                <a:cs typeface="Century"/>
              </a:rPr>
              <a:t>2</a:t>
            </a:r>
            <a:r>
              <a:rPr sz="1200" spc="75" baseline="27777">
                <a:latin typeface="Century"/>
                <a:cs typeface="Century"/>
              </a:rPr>
              <a:t> </a:t>
            </a:r>
            <a:r>
              <a:rPr sz="1100" spc="-35">
                <a:latin typeface="Lucida Sans Unicode"/>
                <a:cs typeface="Lucida Sans Unicode"/>
              </a:rPr>
              <a:t>−</a:t>
            </a:r>
            <a:r>
              <a:rPr sz="1100" spc="-105">
                <a:latin typeface="Lucida Sans Unicode"/>
                <a:cs typeface="Lucida Sans Unicode"/>
              </a:rPr>
              <a:t> </a:t>
            </a:r>
            <a:r>
              <a:rPr sz="1100" spc="-110">
                <a:latin typeface="Book Antiqua"/>
                <a:cs typeface="Book Antiqua"/>
              </a:rPr>
              <a:t>6</a:t>
            </a:r>
            <a:r>
              <a:rPr sz="1100" b="0" i="1" spc="-110">
                <a:latin typeface="Bookman Old Style"/>
                <a:cs typeface="Bookman Old Style"/>
              </a:rPr>
              <a:t>ab</a:t>
            </a:r>
            <a:r>
              <a:rPr sz="1100" b="0" i="1" spc="-90">
                <a:latin typeface="Bookman Old Style"/>
                <a:cs typeface="Bookman Old Style"/>
              </a:rPr>
              <a:t> </a:t>
            </a:r>
            <a:r>
              <a:rPr sz="1100" spc="-35">
                <a:latin typeface="Lucida Sans Unicode"/>
                <a:cs typeface="Lucida Sans Unicode"/>
              </a:rPr>
              <a:t>−</a:t>
            </a:r>
            <a:r>
              <a:rPr sz="1100" spc="-105">
                <a:latin typeface="Lucida Sans Unicode"/>
                <a:cs typeface="Lucida Sans Unicode"/>
              </a:rPr>
              <a:t> </a:t>
            </a:r>
            <a:r>
              <a:rPr sz="1100" spc="-25">
                <a:latin typeface="Book Antiqua"/>
                <a:cs typeface="Book Antiqua"/>
              </a:rPr>
              <a:t>3</a:t>
            </a:r>
            <a:r>
              <a:rPr sz="1100" b="0" i="1" spc="-25">
                <a:latin typeface="Bookman Old Style"/>
                <a:cs typeface="Bookman Old Style"/>
              </a:rPr>
              <a:t>b</a:t>
            </a:r>
            <a:r>
              <a:rPr sz="1200" spc="-37" baseline="27777">
                <a:latin typeface="Century"/>
                <a:cs typeface="Century"/>
              </a:rPr>
              <a:t>2</a:t>
            </a:r>
            <a:endParaRPr sz="1200" baseline="27777">
              <a:latin typeface="Century"/>
              <a:cs typeface="Century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602193" y="1801355"/>
            <a:ext cx="2033905" cy="0"/>
          </a:xfrm>
          <a:custGeom>
            <a:avLst/>
            <a:gdLst/>
            <a:ahLst/>
            <a:cxnLst/>
            <a:rect l="l" t="t" r="r" b="b"/>
            <a:pathLst>
              <a:path w="2033904">
                <a:moveTo>
                  <a:pt x="0" y="0"/>
                </a:moveTo>
                <a:lnTo>
                  <a:pt x="203347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2536951" y="1779790"/>
            <a:ext cx="1644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>
                <a:latin typeface="Book Antiqua"/>
                <a:cs typeface="Book Antiqua"/>
              </a:rPr>
              <a:t>12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428064" y="2039632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80">
                <a:latin typeface="Book Antiqua"/>
                <a:cs typeface="Book Antiqua"/>
              </a:rPr>
              <a:t>=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564093" y="1945906"/>
            <a:ext cx="8636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 spc="-20">
                <a:latin typeface="Bookman Old Style"/>
                <a:cs typeface="Bookman Old Style"/>
              </a:rPr>
              <a:t>a</a:t>
            </a:r>
            <a:r>
              <a:rPr sz="1200" spc="-30" baseline="27777">
                <a:latin typeface="Century"/>
                <a:cs typeface="Century"/>
              </a:rPr>
              <a:t>2</a:t>
            </a:r>
            <a:r>
              <a:rPr sz="1200" spc="15" baseline="27777">
                <a:latin typeface="Century"/>
                <a:cs typeface="Century"/>
              </a:rPr>
              <a:t> </a:t>
            </a:r>
            <a:r>
              <a:rPr sz="1100" spc="-35">
                <a:latin typeface="Lucida Sans Unicode"/>
                <a:cs typeface="Lucida Sans Unicode"/>
              </a:rPr>
              <a:t>−</a:t>
            </a:r>
            <a:r>
              <a:rPr sz="1100" spc="-105">
                <a:latin typeface="Lucida Sans Unicode"/>
                <a:cs typeface="Lucida Sans Unicode"/>
              </a:rPr>
              <a:t> </a:t>
            </a:r>
            <a:r>
              <a:rPr sz="1100" spc="-110">
                <a:latin typeface="Book Antiqua"/>
                <a:cs typeface="Book Antiqua"/>
              </a:rPr>
              <a:t>2</a:t>
            </a:r>
            <a:r>
              <a:rPr sz="1100" b="0" i="1" spc="-110">
                <a:latin typeface="Bookman Old Style"/>
                <a:cs typeface="Bookman Old Style"/>
              </a:rPr>
              <a:t>ab</a:t>
            </a:r>
            <a:r>
              <a:rPr sz="1100" b="0" i="1" spc="-90">
                <a:latin typeface="Bookman Old Style"/>
                <a:cs typeface="Bookman Old Style"/>
              </a:rPr>
              <a:t> </a:t>
            </a:r>
            <a:r>
              <a:rPr sz="1100" spc="180">
                <a:latin typeface="Book Antiqua"/>
                <a:cs typeface="Book Antiqua"/>
              </a:rPr>
              <a:t>+</a:t>
            </a:r>
            <a:r>
              <a:rPr sz="1100" spc="-55">
                <a:latin typeface="Book Antiqua"/>
                <a:cs typeface="Book Antiqua"/>
              </a:rPr>
              <a:t> </a:t>
            </a:r>
            <a:r>
              <a:rPr sz="1100" b="0" i="1" spc="-25">
                <a:latin typeface="Bookman Old Style"/>
                <a:cs typeface="Bookman Old Style"/>
              </a:rPr>
              <a:t>b</a:t>
            </a:r>
            <a:r>
              <a:rPr sz="1200" spc="-37" baseline="27777">
                <a:latin typeface="Century"/>
                <a:cs typeface="Century"/>
              </a:rPr>
              <a:t>2</a:t>
            </a:r>
            <a:endParaRPr sz="1200" baseline="27777">
              <a:latin typeface="Century"/>
              <a:cs typeface="Century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602193" y="2156244"/>
            <a:ext cx="793750" cy="0"/>
          </a:xfrm>
          <a:custGeom>
            <a:avLst/>
            <a:gdLst/>
            <a:ahLst/>
            <a:cxnLst/>
            <a:rect l="l" t="t" r="r" b="b"/>
            <a:pathLst>
              <a:path w="793750">
                <a:moveTo>
                  <a:pt x="0" y="0"/>
                </a:moveTo>
                <a:lnTo>
                  <a:pt x="793521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916976" y="2134666"/>
            <a:ext cx="1644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>
                <a:latin typeface="Book Antiqua"/>
                <a:cs typeface="Book Antiqua"/>
              </a:rPr>
              <a:t>12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428064" y="2394508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80">
                <a:latin typeface="Book Antiqua"/>
                <a:cs typeface="Book Antiqua"/>
              </a:rPr>
              <a:t>=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589493" y="2287828"/>
            <a:ext cx="488950" cy="2051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r">
              <a:lnSpc>
                <a:spcPts val="530"/>
              </a:lnSpc>
              <a:spcBef>
                <a:spcPts val="95"/>
              </a:spcBef>
            </a:pPr>
            <a:r>
              <a:rPr sz="800" spc="-25">
                <a:latin typeface="Century"/>
                <a:cs typeface="Century"/>
              </a:rPr>
              <a:t>2</a:t>
            </a:r>
            <a:endParaRPr sz="800">
              <a:latin typeface="Century"/>
              <a:cs typeface="Century"/>
            </a:endParaRPr>
          </a:p>
          <a:p>
            <a:pPr marL="12700">
              <a:lnSpc>
                <a:spcPts val="890"/>
              </a:lnSpc>
            </a:pPr>
            <a:r>
              <a:rPr sz="1100" spc="-35">
                <a:latin typeface="Book Antiqua"/>
                <a:cs typeface="Book Antiqua"/>
              </a:rPr>
              <a:t>(</a:t>
            </a:r>
            <a:r>
              <a:rPr sz="1100" b="0" i="1" spc="-35">
                <a:latin typeface="Bookman Old Style"/>
                <a:cs typeface="Bookman Old Style"/>
              </a:rPr>
              <a:t>a</a:t>
            </a:r>
            <a:r>
              <a:rPr sz="1100" b="0" i="1" spc="-85">
                <a:latin typeface="Bookman Old Style"/>
                <a:cs typeface="Bookman Old Style"/>
              </a:rPr>
              <a:t> </a:t>
            </a:r>
            <a:r>
              <a:rPr sz="1100" spc="-35">
                <a:latin typeface="Lucida Sans Unicode"/>
                <a:cs typeface="Lucida Sans Unicode"/>
              </a:rPr>
              <a:t>−</a:t>
            </a:r>
            <a:r>
              <a:rPr sz="1100" spc="-95">
                <a:latin typeface="Lucida Sans Unicode"/>
                <a:cs typeface="Lucida Sans Unicode"/>
              </a:rPr>
              <a:t> </a:t>
            </a:r>
            <a:r>
              <a:rPr sz="1100" b="0" i="1" spc="-25">
                <a:latin typeface="Bookman Old Style"/>
                <a:cs typeface="Bookman Old Style"/>
              </a:rPr>
              <a:t>b</a:t>
            </a:r>
            <a:r>
              <a:rPr sz="1100" spc="-25">
                <a:latin typeface="Book Antiqua"/>
                <a:cs typeface="Book Antiqua"/>
              </a:rPr>
              <a:t>)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602193" y="2511120"/>
            <a:ext cx="469900" cy="0"/>
          </a:xfrm>
          <a:custGeom>
            <a:avLst/>
            <a:gdLst/>
            <a:ahLst/>
            <a:cxnLst/>
            <a:rect l="l" t="t" r="r" b="b"/>
            <a:pathLst>
              <a:path w="469900">
                <a:moveTo>
                  <a:pt x="0" y="0"/>
                </a:moveTo>
                <a:lnTo>
                  <a:pt x="46988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1564093" y="2489543"/>
            <a:ext cx="932815" cy="3581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03200">
              <a:lnSpc>
                <a:spcPts val="1315"/>
              </a:lnSpc>
              <a:spcBef>
                <a:spcPts val="90"/>
              </a:spcBef>
            </a:pPr>
            <a:r>
              <a:rPr sz="1100" spc="-25">
                <a:latin typeface="Book Antiqua"/>
                <a:cs typeface="Book Antiqua"/>
              </a:rPr>
              <a:t>12</a:t>
            </a:r>
            <a:endParaRPr sz="1100">
              <a:latin typeface="Book Antiqua"/>
              <a:cs typeface="Book Antiqua"/>
            </a:endParaRPr>
          </a:p>
          <a:p>
            <a:pPr marL="38100">
              <a:lnSpc>
                <a:spcPts val="1315"/>
              </a:lnSpc>
            </a:pPr>
            <a:r>
              <a:rPr sz="1100" spc="-30">
                <a:latin typeface="Book Antiqua"/>
                <a:cs typeface="Book Antiqua"/>
              </a:rPr>
              <a:t>(</a:t>
            </a:r>
            <a:r>
              <a:rPr sz="1100" b="0" i="1" spc="-30">
                <a:latin typeface="Bookman Old Style"/>
                <a:cs typeface="Bookman Old Style"/>
              </a:rPr>
              <a:t>length</a:t>
            </a:r>
            <a:r>
              <a:rPr sz="1100" spc="-30">
                <a:latin typeface="Book Antiqua"/>
                <a:cs typeface="Book Antiqua"/>
              </a:rPr>
              <a:t>(</a:t>
            </a:r>
            <a:r>
              <a:rPr sz="1100" b="0" i="1" spc="-30">
                <a:latin typeface="Bookman Old Style"/>
                <a:cs typeface="Bookman Old Style"/>
              </a:rPr>
              <a:t>a,</a:t>
            </a:r>
            <a:r>
              <a:rPr sz="1100" b="0" i="1" spc="-80">
                <a:latin typeface="Bookman Old Style"/>
                <a:cs typeface="Bookman Old Style"/>
              </a:rPr>
              <a:t> </a:t>
            </a:r>
            <a:r>
              <a:rPr sz="1100" b="0" i="1" spc="-20">
                <a:latin typeface="Bookman Old Style"/>
                <a:cs typeface="Bookman Old Style"/>
              </a:rPr>
              <a:t>b</a:t>
            </a:r>
            <a:r>
              <a:rPr sz="1100" spc="-20">
                <a:latin typeface="Book Antiqua"/>
                <a:cs typeface="Book Antiqua"/>
              </a:rPr>
              <a:t>))</a:t>
            </a:r>
            <a:r>
              <a:rPr sz="1200" spc="-30" baseline="27777">
                <a:latin typeface="Century"/>
                <a:cs typeface="Century"/>
              </a:rPr>
              <a:t>2</a:t>
            </a:r>
            <a:endParaRPr sz="1200" baseline="27777">
              <a:latin typeface="Century"/>
              <a:cs typeface="Century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428064" y="2749397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80">
                <a:latin typeface="Book Antiqua"/>
                <a:cs typeface="Book Antiqua"/>
              </a:rPr>
              <a:t>=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602193" y="2865996"/>
            <a:ext cx="862965" cy="0"/>
          </a:xfrm>
          <a:custGeom>
            <a:avLst/>
            <a:gdLst/>
            <a:ahLst/>
            <a:cxnLst/>
            <a:rect l="l" t="t" r="r" b="b"/>
            <a:pathLst>
              <a:path w="862964">
                <a:moveTo>
                  <a:pt x="0" y="0"/>
                </a:moveTo>
                <a:lnTo>
                  <a:pt x="862520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1951482" y="2844431"/>
            <a:ext cx="1644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>
                <a:latin typeface="Book Antiqua"/>
                <a:cs typeface="Book Antiqua"/>
              </a:rPr>
              <a:t>12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</a:rPr>
              <a:t>33/42</a:t>
            </a:r>
            <a:r>
              <a:rPr sz="600" b="0" spc="27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13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34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4EE5EFBB-8FE1-A5A1-54BF-55641C17EBBC}"/>
                  </a:ext>
                </a:extLst>
              </p14:cNvPr>
              <p14:cNvContentPartPr/>
              <p14:nvPr/>
            </p14:nvContentPartPr>
            <p14:xfrm>
              <a:off x="1453680" y="3011040"/>
              <a:ext cx="948240" cy="5724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4EE5EFBB-8FE1-A5A1-54BF-55641C17EBB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44320" y="3001680"/>
                <a:ext cx="966960" cy="75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t>Example</a:t>
            </a:r>
            <a:r>
              <a:rPr spc="35"/>
              <a:t> </a:t>
            </a:r>
            <a:r>
              <a:t>3.4</a:t>
            </a:r>
            <a:r>
              <a:rPr spc="40"/>
              <a:t> </a:t>
            </a:r>
            <a:r>
              <a:t>-</a:t>
            </a:r>
            <a:r>
              <a:rPr spc="40"/>
              <a:t> </a:t>
            </a:r>
            <a:r>
              <a:rPr spc="-10"/>
              <a:t>Variance</a:t>
            </a:r>
            <a:r>
              <a:rPr spc="40"/>
              <a:t> </a:t>
            </a:r>
            <a:r>
              <a:t>of</a:t>
            </a:r>
            <a:r>
              <a:rPr spc="40"/>
              <a:t> </a:t>
            </a:r>
            <a:r>
              <a:rPr spc="-30"/>
              <a:t>Uniform</a:t>
            </a:r>
            <a:r>
              <a:rPr spc="35"/>
              <a:t> </a:t>
            </a:r>
            <a:r>
              <a:t>Random</a:t>
            </a:r>
            <a:r>
              <a:rPr spc="40"/>
              <a:t> </a:t>
            </a:r>
            <a:r>
              <a:rPr spc="-10"/>
              <a:t>Variables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1078738"/>
            <a:ext cx="3409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>
                <a:latin typeface="Book Antiqua"/>
                <a:cs typeface="Book Antiqua"/>
              </a:rPr>
              <a:t>Then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29930" y="1300619"/>
            <a:ext cx="6172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>
                <a:latin typeface="Bookman Old Style"/>
                <a:cs typeface="Bookman Old Style"/>
              </a:rPr>
              <a:t>var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X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290">
                <a:latin typeface="Book Antiqua"/>
                <a:cs typeface="Book Antiqua"/>
              </a:rPr>
              <a:t> </a:t>
            </a:r>
            <a:r>
              <a:rPr sz="1100" spc="130">
                <a:latin typeface="Book Antiqua"/>
                <a:cs typeface="Book Antiqua"/>
              </a:rPr>
              <a:t>=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49563" y="1206893"/>
            <a:ext cx="9328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spc="-30">
                <a:latin typeface="Book Antiqua"/>
                <a:cs typeface="Book Antiqua"/>
              </a:rPr>
              <a:t>(</a:t>
            </a:r>
            <a:r>
              <a:rPr sz="1100" b="0" i="1" spc="-30">
                <a:latin typeface="Bookman Old Style"/>
                <a:cs typeface="Bookman Old Style"/>
              </a:rPr>
              <a:t>length</a:t>
            </a:r>
            <a:r>
              <a:rPr sz="1100" spc="-30">
                <a:latin typeface="Book Antiqua"/>
                <a:cs typeface="Book Antiqua"/>
              </a:rPr>
              <a:t>(</a:t>
            </a:r>
            <a:r>
              <a:rPr sz="1100" b="0" i="1" spc="-30">
                <a:latin typeface="Bookman Old Style"/>
                <a:cs typeface="Bookman Old Style"/>
              </a:rPr>
              <a:t>a,</a:t>
            </a:r>
            <a:r>
              <a:rPr sz="1100" b="0" i="1" spc="-80">
                <a:latin typeface="Bookman Old Style"/>
                <a:cs typeface="Bookman Old Style"/>
              </a:rPr>
              <a:t> </a:t>
            </a:r>
            <a:r>
              <a:rPr sz="1100" b="0" i="1" spc="-20">
                <a:latin typeface="Bookman Old Style"/>
                <a:cs typeface="Bookman Old Style"/>
              </a:rPr>
              <a:t>b</a:t>
            </a:r>
            <a:r>
              <a:rPr sz="1100" spc="-20">
                <a:latin typeface="Book Antiqua"/>
                <a:cs typeface="Book Antiqua"/>
              </a:rPr>
              <a:t>))</a:t>
            </a:r>
            <a:r>
              <a:rPr sz="1200" spc="-30" baseline="27777">
                <a:latin typeface="Century"/>
                <a:cs typeface="Century"/>
              </a:rPr>
              <a:t>2</a:t>
            </a:r>
            <a:endParaRPr sz="1200" baseline="27777">
              <a:latin typeface="Century"/>
              <a:cs typeface="Century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187663" y="1417231"/>
            <a:ext cx="862965" cy="0"/>
          </a:xfrm>
          <a:custGeom>
            <a:avLst/>
            <a:gdLst/>
            <a:ahLst/>
            <a:cxnLst/>
            <a:rect l="l" t="t" r="r" b="b"/>
            <a:pathLst>
              <a:path w="862964">
                <a:moveTo>
                  <a:pt x="0" y="0"/>
                </a:moveTo>
                <a:lnTo>
                  <a:pt x="862520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536951" y="1395666"/>
            <a:ext cx="1644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>
                <a:latin typeface="Book Antiqua"/>
                <a:cs typeface="Book Antiqua"/>
              </a:rPr>
              <a:t>12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5844" y="1946770"/>
            <a:ext cx="3970654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>
                <a:latin typeface="Book Antiqua"/>
                <a:cs typeface="Book Antiqua"/>
              </a:rPr>
              <a:t>Just</a:t>
            </a:r>
            <a:r>
              <a:rPr sz="1100" spc="-2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like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in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discrete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case,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 spc="-35">
                <a:latin typeface="Book Antiqua"/>
                <a:cs typeface="Book Antiqua"/>
              </a:rPr>
              <a:t>values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of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a</a:t>
            </a:r>
            <a:r>
              <a:rPr sz="1100" b="0" i="1" spc="-20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and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 b="0" i="1" spc="-204">
                <a:latin typeface="Bookman Old Style"/>
                <a:cs typeface="Bookman Old Style"/>
              </a:rPr>
              <a:t>b</a:t>
            </a:r>
            <a:r>
              <a:rPr sz="1100" b="0" i="1" spc="30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don’t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matter,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just </a:t>
            </a:r>
            <a:r>
              <a:rPr sz="1100" spc="-10">
                <a:latin typeface="Book Antiqua"/>
                <a:cs typeface="Book Antiqua"/>
              </a:rPr>
              <a:t>length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of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interval.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t>34/42</a:t>
            </a:r>
            <a:r>
              <a:rPr spc="280"/>
              <a:t> </a:t>
            </a:r>
            <a:r>
              <a:rPr b="0" spc="-10">
                <a:latin typeface="Times New Roman"/>
                <a:cs typeface="Times New Roman"/>
              </a:rPr>
              <a:t>13</a:t>
            </a:r>
            <a:r>
              <a:rPr spc="-10"/>
              <a:t>:</a:t>
            </a:r>
            <a:r>
              <a:rPr b="0" spc="-10">
                <a:latin typeface="Times New Roman"/>
                <a:cs typeface="Times New Roman"/>
              </a:rPr>
              <a:t>34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A35126C-0499-0E87-916C-AB7A4A08BB9F}"/>
                  </a:ext>
                </a:extLst>
              </p14:cNvPr>
              <p14:cNvContentPartPr/>
              <p14:nvPr/>
            </p14:nvContentPartPr>
            <p14:xfrm>
              <a:off x="2228760" y="1617120"/>
              <a:ext cx="813240" cy="457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A35126C-0499-0E87-916C-AB7A4A08BB9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19400" y="1607760"/>
                <a:ext cx="831960" cy="64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28" y="62407"/>
            <a:ext cx="4243070" cy="232756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43180">
              <a:lnSpc>
                <a:spcPct val="100000"/>
              </a:lnSpc>
              <a:spcBef>
                <a:spcPts val="135"/>
              </a:spcBef>
            </a:pPr>
            <a:r>
              <a:t>Exponential</a:t>
            </a:r>
            <a:r>
              <a:rPr spc="-10"/>
              <a:t> </a:t>
            </a:r>
            <a:r>
              <a:rPr spc="-30"/>
              <a:t>Continuous</a:t>
            </a:r>
            <a:r>
              <a:rPr spc="-10"/>
              <a:t> </a:t>
            </a:r>
            <a:r>
              <a:t>Random</a:t>
            </a:r>
            <a:r>
              <a:rPr spc="-10"/>
              <a:t> Variable]- </a:t>
            </a:r>
            <a:r>
              <a:rPr err="1"/>
              <a:t>pg</a:t>
            </a:r>
            <a:r>
              <a:rPr spc="-10"/>
              <a:t> </a:t>
            </a:r>
            <a:r>
              <a:rPr spc="-25"/>
              <a:t>146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1837308"/>
            <a:ext cx="63233" cy="6323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2047341"/>
            <a:ext cx="63233" cy="6323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3133" y="2257374"/>
            <a:ext cx="63233" cy="6323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3133" y="2467406"/>
            <a:ext cx="63233" cy="6323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3133" y="2677439"/>
            <a:ext cx="63233" cy="63233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xfrm>
            <a:off x="122075" y="1032514"/>
            <a:ext cx="4251960" cy="173605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1650">
              <a:latin typeface="Book Antiqua"/>
              <a:cs typeface="Book Antiqua"/>
            </a:endParaRPr>
          </a:p>
          <a:p>
            <a:pPr marL="12700" marR="5080" algn="just">
              <a:lnSpc>
                <a:spcPct val="102600"/>
              </a:lnSpc>
            </a:pPr>
            <a:r>
              <a:rPr sz="1100" b="0" i="0">
                <a:latin typeface="Book Antiqua"/>
                <a:cs typeface="Book Antiqua"/>
              </a:rPr>
              <a:t>Exponential</a:t>
            </a:r>
            <a:r>
              <a:rPr sz="1100" b="0" i="0" spc="-45">
                <a:latin typeface="Book Antiqua"/>
                <a:cs typeface="Book Antiqua"/>
              </a:rPr>
              <a:t> </a:t>
            </a:r>
            <a:r>
              <a:rPr sz="1100" b="0" i="0" spc="-10">
                <a:latin typeface="Book Antiqua"/>
                <a:cs typeface="Book Antiqua"/>
              </a:rPr>
              <a:t>Random</a:t>
            </a:r>
            <a:r>
              <a:rPr sz="1100" b="0" i="0" spc="-40">
                <a:latin typeface="Book Antiqua"/>
                <a:cs typeface="Book Antiqua"/>
              </a:rPr>
              <a:t> </a:t>
            </a:r>
            <a:r>
              <a:rPr sz="1100" b="0" i="0" spc="-10">
                <a:latin typeface="Book Antiqua"/>
                <a:cs typeface="Book Antiqua"/>
              </a:rPr>
              <a:t>Variables</a:t>
            </a:r>
            <a:r>
              <a:rPr sz="1100" b="0" i="0" spc="-40">
                <a:latin typeface="Book Antiqua"/>
                <a:cs typeface="Book Antiqua"/>
              </a:rPr>
              <a:t> </a:t>
            </a:r>
            <a:r>
              <a:rPr sz="1100" b="0" i="0" spc="-10">
                <a:latin typeface="Book Antiqua"/>
                <a:cs typeface="Book Antiqua"/>
              </a:rPr>
              <a:t>very</a:t>
            </a:r>
            <a:r>
              <a:rPr sz="1100" b="0" i="0" spc="-45">
                <a:latin typeface="Book Antiqua"/>
                <a:cs typeface="Book Antiqua"/>
              </a:rPr>
              <a:t> </a:t>
            </a:r>
            <a:r>
              <a:rPr sz="1100" b="0" i="0">
                <a:latin typeface="Book Antiqua"/>
                <a:cs typeface="Book Antiqua"/>
              </a:rPr>
              <a:t>important</a:t>
            </a:r>
            <a:r>
              <a:rPr sz="1100" b="0" i="0" spc="-40">
                <a:latin typeface="Book Antiqua"/>
                <a:cs typeface="Book Antiqua"/>
              </a:rPr>
              <a:t> </a:t>
            </a:r>
            <a:r>
              <a:rPr sz="1100" b="0" i="0" spc="-30">
                <a:latin typeface="Book Antiqua"/>
                <a:cs typeface="Book Antiqua"/>
              </a:rPr>
              <a:t>modeling</a:t>
            </a:r>
            <a:r>
              <a:rPr sz="1100" b="0" i="0" spc="-40">
                <a:latin typeface="Book Antiqua"/>
                <a:cs typeface="Book Antiqua"/>
              </a:rPr>
              <a:t> </a:t>
            </a:r>
            <a:r>
              <a:rPr sz="1100" b="0" i="0" spc="-30">
                <a:latin typeface="Book Antiqua"/>
                <a:cs typeface="Book Antiqua"/>
              </a:rPr>
              <a:t>independent </a:t>
            </a:r>
            <a:r>
              <a:rPr sz="1100" b="0" i="0" spc="-10">
                <a:latin typeface="Book Antiqua"/>
                <a:cs typeface="Book Antiqua"/>
              </a:rPr>
              <a:t>arrival</a:t>
            </a:r>
            <a:r>
              <a:rPr sz="1100" b="0" i="0" spc="-35">
                <a:latin typeface="Book Antiqua"/>
                <a:cs typeface="Book Antiqua"/>
              </a:rPr>
              <a:t> </a:t>
            </a:r>
            <a:r>
              <a:rPr sz="1100" b="0" i="0" spc="-10">
                <a:latin typeface="Book Antiqua"/>
                <a:cs typeface="Book Antiqua"/>
              </a:rPr>
              <a:t>times.</a:t>
            </a:r>
            <a:endParaRPr sz="1100">
              <a:latin typeface="Book Antiqua"/>
              <a:cs typeface="Book Antiqua"/>
            </a:endParaRPr>
          </a:p>
          <a:p>
            <a:pPr marL="289560" marR="2305685" algn="just">
              <a:lnSpc>
                <a:spcPct val="125299"/>
              </a:lnSpc>
              <a:spcBef>
                <a:spcPts val="600"/>
              </a:spcBef>
            </a:pPr>
            <a:r>
              <a:rPr sz="1100" b="0" i="0" spc="-10">
                <a:latin typeface="Book Antiqua"/>
                <a:cs typeface="Book Antiqua"/>
              </a:rPr>
              <a:t>Customer</a:t>
            </a:r>
            <a:r>
              <a:rPr sz="1100" b="0" i="0" spc="40">
                <a:latin typeface="Book Antiqua"/>
                <a:cs typeface="Book Antiqua"/>
              </a:rPr>
              <a:t> </a:t>
            </a:r>
            <a:r>
              <a:rPr sz="1100" b="0" i="0" spc="-10">
                <a:latin typeface="Book Antiqua"/>
                <a:cs typeface="Book Antiqua"/>
              </a:rPr>
              <a:t>arrival</a:t>
            </a:r>
            <a:r>
              <a:rPr sz="1100" b="0" i="0" spc="40">
                <a:latin typeface="Book Antiqua"/>
                <a:cs typeface="Book Antiqua"/>
              </a:rPr>
              <a:t> </a:t>
            </a:r>
            <a:r>
              <a:rPr sz="1100" b="0" i="0">
                <a:latin typeface="Book Antiqua"/>
                <a:cs typeface="Book Antiqua"/>
              </a:rPr>
              <a:t>at</a:t>
            </a:r>
            <a:r>
              <a:rPr sz="1100" b="0" i="0" spc="40">
                <a:latin typeface="Book Antiqua"/>
                <a:cs typeface="Book Antiqua"/>
              </a:rPr>
              <a:t> </a:t>
            </a:r>
            <a:r>
              <a:rPr sz="1100" b="0" i="0">
                <a:latin typeface="Book Antiqua"/>
                <a:cs typeface="Book Antiqua"/>
              </a:rPr>
              <a:t>a</a:t>
            </a:r>
            <a:r>
              <a:rPr sz="1100" b="0" i="0" spc="45">
                <a:latin typeface="Book Antiqua"/>
                <a:cs typeface="Book Antiqua"/>
              </a:rPr>
              <a:t> </a:t>
            </a:r>
            <a:r>
              <a:rPr sz="1100" b="0" i="0" spc="-25">
                <a:latin typeface="Book Antiqua"/>
                <a:cs typeface="Book Antiqua"/>
              </a:rPr>
              <a:t>bank </a:t>
            </a:r>
            <a:r>
              <a:rPr sz="1100" b="0" i="0" spc="-10">
                <a:latin typeface="Book Antiqua"/>
                <a:cs typeface="Book Antiqua"/>
              </a:rPr>
              <a:t>Web</a:t>
            </a:r>
            <a:r>
              <a:rPr sz="1100" b="0" i="0" spc="15">
                <a:latin typeface="Book Antiqua"/>
                <a:cs typeface="Book Antiqua"/>
              </a:rPr>
              <a:t> </a:t>
            </a:r>
            <a:r>
              <a:rPr sz="1100" b="0" i="0">
                <a:latin typeface="Book Antiqua"/>
                <a:cs typeface="Book Antiqua"/>
              </a:rPr>
              <a:t>site</a:t>
            </a:r>
            <a:r>
              <a:rPr sz="1100" b="0" i="0" spc="15">
                <a:latin typeface="Book Antiqua"/>
                <a:cs typeface="Book Antiqua"/>
              </a:rPr>
              <a:t> </a:t>
            </a:r>
            <a:r>
              <a:rPr sz="1100" b="0" i="0" spc="-20">
                <a:latin typeface="Book Antiqua"/>
                <a:cs typeface="Book Antiqua"/>
              </a:rPr>
              <a:t>hits</a:t>
            </a:r>
            <a:endParaRPr sz="1100">
              <a:latin typeface="Book Antiqua"/>
              <a:cs typeface="Book Antiqua"/>
            </a:endParaRPr>
          </a:p>
          <a:p>
            <a:pPr marL="289560" marR="2786380" algn="just">
              <a:lnSpc>
                <a:spcPct val="125299"/>
              </a:lnSpc>
            </a:pPr>
            <a:r>
              <a:rPr sz="1100" b="0" i="0">
                <a:latin typeface="Book Antiqua"/>
                <a:cs typeface="Book Antiqua"/>
              </a:rPr>
              <a:t>Light bulb </a:t>
            </a:r>
            <a:r>
              <a:rPr sz="1100" b="0" i="0" spc="-30">
                <a:latin typeface="Book Antiqua"/>
                <a:cs typeface="Book Antiqua"/>
              </a:rPr>
              <a:t>burnout </a:t>
            </a:r>
            <a:r>
              <a:rPr sz="1100" b="0" i="0" spc="-25">
                <a:latin typeface="Book Antiqua"/>
                <a:cs typeface="Book Antiqua"/>
              </a:rPr>
              <a:t>Component</a:t>
            </a:r>
            <a:r>
              <a:rPr sz="1100" b="0" i="0" spc="15">
                <a:latin typeface="Book Antiqua"/>
                <a:cs typeface="Book Antiqua"/>
              </a:rPr>
              <a:t> </a:t>
            </a:r>
            <a:r>
              <a:rPr sz="1100" b="0" i="0" spc="-10">
                <a:latin typeface="Book Antiqua"/>
                <a:cs typeface="Book Antiqua"/>
              </a:rPr>
              <a:t>failure Many</a:t>
            </a:r>
            <a:r>
              <a:rPr sz="1100" b="0" i="0" spc="-40">
                <a:latin typeface="Book Antiqua"/>
                <a:cs typeface="Book Antiqua"/>
              </a:rPr>
              <a:t> </a:t>
            </a:r>
            <a:r>
              <a:rPr sz="1100" b="0" i="0" spc="-20">
                <a:latin typeface="Book Antiqua"/>
                <a:cs typeface="Book Antiqua"/>
              </a:rPr>
              <a:t>more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t>36/42</a:t>
            </a:r>
            <a:r>
              <a:rPr spc="280"/>
              <a:t> </a:t>
            </a:r>
            <a:r>
              <a:rPr b="0" spc="-10">
                <a:latin typeface="Times New Roman"/>
                <a:cs typeface="Times New Roman"/>
              </a:rPr>
              <a:t>13</a:t>
            </a:r>
            <a:r>
              <a:rPr spc="-10"/>
              <a:t>:</a:t>
            </a:r>
            <a:r>
              <a:rPr b="0" spc="-10">
                <a:latin typeface="Times New Roman"/>
                <a:cs typeface="Times New Roman"/>
              </a:rPr>
              <a:t>34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Probability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and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for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15" name="Picture 14" descr="Text&#10;&#10;Description automatically generated">
            <a:extLst>
              <a:ext uri="{FF2B5EF4-FFF2-40B4-BE49-F238E27FC236}">
                <a16:creationId xmlns:a16="http://schemas.microsoft.com/office/drawing/2014/main" id="{F0BD2746-EB4E-B57F-A644-675A033BAB9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99" y="483302"/>
            <a:ext cx="2324151" cy="63385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7CB4EB0-BCC0-EC84-3D5C-918CE14FE43B}"/>
                  </a:ext>
                </a:extLst>
              </p14:cNvPr>
              <p14:cNvContentPartPr/>
              <p14:nvPr/>
            </p14:nvContentPartPr>
            <p14:xfrm>
              <a:off x="87120" y="771120"/>
              <a:ext cx="2005200" cy="15901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7CB4EB0-BCC0-EC84-3D5C-918CE14FE43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7760" y="761760"/>
                <a:ext cx="2023920" cy="1608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3553" y="62407"/>
            <a:ext cx="418147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>
                <a:solidFill>
                  <a:srgbClr val="FFFFFF"/>
                </a:solidFill>
                <a:latin typeface="Book Antiqua"/>
                <a:cs typeface="Book Antiqua"/>
              </a:rPr>
              <a:t>Exponential</a:t>
            </a:r>
            <a:r>
              <a:rPr sz="1400" spc="-1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>
                <a:solidFill>
                  <a:srgbClr val="FFFFFF"/>
                </a:solidFill>
                <a:latin typeface="Book Antiqua"/>
                <a:cs typeface="Book Antiqua"/>
              </a:rPr>
              <a:t>Random</a:t>
            </a:r>
            <a:r>
              <a:rPr sz="1400" spc="-10">
                <a:solidFill>
                  <a:srgbClr val="FFFFFF"/>
                </a:solidFill>
                <a:latin typeface="Book Antiqua"/>
                <a:cs typeface="Book Antiqua"/>
              </a:rPr>
              <a:t> Variable- </a:t>
            </a:r>
            <a:r>
              <a:rPr sz="1400">
                <a:solidFill>
                  <a:srgbClr val="FFFFFF"/>
                </a:solidFill>
                <a:latin typeface="Book Antiqua"/>
                <a:cs typeface="Book Antiqua"/>
              </a:rPr>
              <a:t>pg</a:t>
            </a:r>
            <a:r>
              <a:rPr sz="1400" spc="-1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spc="-25">
                <a:solidFill>
                  <a:srgbClr val="FFFFFF"/>
                </a:solidFill>
                <a:latin typeface="Book Antiqua"/>
                <a:cs typeface="Book Antiqua"/>
              </a:rPr>
              <a:t>146</a:t>
            </a:r>
            <a:endParaRPr sz="1400">
              <a:latin typeface="Book Antiqua"/>
              <a:cs typeface="Book Antiqu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</a:rPr>
              <a:t>37/42</a:t>
            </a:r>
            <a:r>
              <a:rPr sz="600" b="0" spc="27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13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34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15" name="Picture 14" descr="Text&#10;&#10;Description automatically generated">
            <a:extLst>
              <a:ext uri="{FF2B5EF4-FFF2-40B4-BE49-F238E27FC236}">
                <a16:creationId xmlns:a16="http://schemas.microsoft.com/office/drawing/2014/main" id="{D332364F-039B-543F-4B0B-C34062A29A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29" y="411264"/>
            <a:ext cx="2514600" cy="685800"/>
          </a:xfrm>
          <a:prstGeom prst="rect">
            <a:avLst/>
          </a:prstGeom>
        </p:spPr>
      </p:pic>
      <p:pic>
        <p:nvPicPr>
          <p:cNvPr id="17" name="Picture 16" descr="Text, letter&#10;&#10;Description automatically generated">
            <a:extLst>
              <a:ext uri="{FF2B5EF4-FFF2-40B4-BE49-F238E27FC236}">
                <a16:creationId xmlns:a16="http://schemas.microsoft.com/office/drawing/2014/main" id="{9CA31EB6-14B7-480F-EA9F-9D1D0DFF5C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0" y="1425698"/>
            <a:ext cx="3143250" cy="517096"/>
          </a:xfrm>
          <a:prstGeom prst="rect">
            <a:avLst/>
          </a:prstGeom>
        </p:spPr>
      </p:pic>
      <p:pic>
        <p:nvPicPr>
          <p:cNvPr id="19" name="Picture 18" descr="Text&#10;&#10;Description automatically generated">
            <a:extLst>
              <a:ext uri="{FF2B5EF4-FFF2-40B4-BE49-F238E27FC236}">
                <a16:creationId xmlns:a16="http://schemas.microsoft.com/office/drawing/2014/main" id="{BF05CDD2-58A7-A20E-35B4-7E919C419E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865" y="2121238"/>
            <a:ext cx="3278527" cy="52603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EC00DCD-E63F-E67D-1252-B9460864757D}"/>
                  </a:ext>
                </a:extLst>
              </p14:cNvPr>
              <p14:cNvContentPartPr/>
              <p14:nvPr/>
            </p14:nvContentPartPr>
            <p14:xfrm>
              <a:off x="819360" y="2455200"/>
              <a:ext cx="3459960" cy="6678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EC00DCD-E63F-E67D-1252-B9460864757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10000" y="2445840"/>
                <a:ext cx="3478680" cy="686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3553" y="62407"/>
            <a:ext cx="418147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>
                <a:solidFill>
                  <a:srgbClr val="FFFFFF"/>
                </a:solidFill>
                <a:latin typeface="Book Antiqua"/>
                <a:cs typeface="Book Antiqua"/>
              </a:rPr>
              <a:t>Exponential</a:t>
            </a:r>
            <a:r>
              <a:rPr sz="1400" spc="-1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>
                <a:solidFill>
                  <a:srgbClr val="FFFFFF"/>
                </a:solidFill>
                <a:latin typeface="Book Antiqua"/>
                <a:cs typeface="Book Antiqua"/>
              </a:rPr>
              <a:t>Random</a:t>
            </a:r>
            <a:r>
              <a:rPr sz="1400" spc="-10">
                <a:solidFill>
                  <a:srgbClr val="FFFFFF"/>
                </a:solidFill>
                <a:latin typeface="Book Antiqua"/>
                <a:cs typeface="Book Antiqua"/>
              </a:rPr>
              <a:t> Variable- </a:t>
            </a:r>
            <a:r>
              <a:rPr sz="1400">
                <a:solidFill>
                  <a:srgbClr val="FFFFFF"/>
                </a:solidFill>
                <a:latin typeface="Book Antiqua"/>
                <a:cs typeface="Book Antiqua"/>
              </a:rPr>
              <a:t>pg</a:t>
            </a:r>
            <a:r>
              <a:rPr sz="1400" spc="-1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spc="-25">
                <a:solidFill>
                  <a:srgbClr val="FFFFFF"/>
                </a:solidFill>
                <a:latin typeface="Book Antiqua"/>
                <a:cs typeface="Book Antiqua"/>
              </a:rPr>
              <a:t>146</a:t>
            </a:r>
            <a:endParaRPr sz="1400">
              <a:latin typeface="Book Antiqua"/>
              <a:cs typeface="Book Antiqu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</a:rPr>
              <a:t>37/42</a:t>
            </a:r>
            <a:r>
              <a:rPr sz="600" b="0" spc="27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13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34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pic>
        <p:nvPicPr>
          <p:cNvPr id="15" name="Picture 14" descr="Text&#10;&#10;Description automatically generated">
            <a:extLst>
              <a:ext uri="{FF2B5EF4-FFF2-40B4-BE49-F238E27FC236}">
                <a16:creationId xmlns:a16="http://schemas.microsoft.com/office/drawing/2014/main" id="{D332364F-039B-543F-4B0B-C34062A29A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68" y="364003"/>
            <a:ext cx="2514600" cy="685800"/>
          </a:xfrm>
          <a:prstGeom prst="rect">
            <a:avLst/>
          </a:prstGeom>
        </p:spPr>
      </p:pic>
      <p:pic>
        <p:nvPicPr>
          <p:cNvPr id="4" name="Picture 3" descr="Diagram, schematic&#10;&#10;Description automatically generated">
            <a:extLst>
              <a:ext uri="{FF2B5EF4-FFF2-40B4-BE49-F238E27FC236}">
                <a16:creationId xmlns:a16="http://schemas.microsoft.com/office/drawing/2014/main" id="{6BEFA133-FA52-5D85-D477-81C404D37F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344" y="1188654"/>
            <a:ext cx="3110197" cy="2095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012013"/>
      </p:ext>
    </p:extLst>
  </p:cSld>
  <p:clrMapOvr>
    <a:masterClrMapping/>
  </p:clrMapOvr>
  <p:transition>
    <p:cu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3553" y="62407"/>
            <a:ext cx="418147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>
                <a:solidFill>
                  <a:srgbClr val="FFFFFF"/>
                </a:solidFill>
                <a:latin typeface="Book Antiqua"/>
                <a:cs typeface="Book Antiqua"/>
              </a:rPr>
              <a:t>Exponential</a:t>
            </a:r>
            <a:r>
              <a:rPr sz="1400" spc="-1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>
                <a:solidFill>
                  <a:srgbClr val="FFFFFF"/>
                </a:solidFill>
                <a:latin typeface="Book Antiqua"/>
                <a:cs typeface="Book Antiqua"/>
              </a:rPr>
              <a:t>Random</a:t>
            </a:r>
            <a:r>
              <a:rPr sz="1400" spc="-10">
                <a:solidFill>
                  <a:srgbClr val="FFFFFF"/>
                </a:solidFill>
                <a:latin typeface="Book Antiqua"/>
                <a:cs typeface="Book Antiqua"/>
              </a:rPr>
              <a:t> Variable- </a:t>
            </a:r>
            <a:r>
              <a:rPr sz="1400">
                <a:solidFill>
                  <a:srgbClr val="FFFFFF"/>
                </a:solidFill>
                <a:latin typeface="Book Antiqua"/>
                <a:cs typeface="Book Antiqua"/>
              </a:rPr>
              <a:t>pg</a:t>
            </a:r>
            <a:r>
              <a:rPr sz="1400" spc="-1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spc="-25">
                <a:solidFill>
                  <a:srgbClr val="FFFFFF"/>
                </a:solidFill>
                <a:latin typeface="Book Antiqua"/>
                <a:cs typeface="Book Antiqua"/>
              </a:rPr>
              <a:t>146</a:t>
            </a:r>
            <a:endParaRPr sz="1400">
              <a:latin typeface="Book Antiqua"/>
              <a:cs typeface="Book Antiqu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</a:rPr>
              <a:t>37/42</a:t>
            </a:r>
            <a:r>
              <a:rPr sz="600" b="0" spc="27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13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34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pic>
        <p:nvPicPr>
          <p:cNvPr id="15" name="Picture 14" descr="Text&#10;&#10;Description automatically generated">
            <a:extLst>
              <a:ext uri="{FF2B5EF4-FFF2-40B4-BE49-F238E27FC236}">
                <a16:creationId xmlns:a16="http://schemas.microsoft.com/office/drawing/2014/main" id="{D332364F-039B-543F-4B0B-C34062A29A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" y="397850"/>
            <a:ext cx="2514600" cy="685800"/>
          </a:xfrm>
          <a:prstGeom prst="rect">
            <a:avLst/>
          </a:prstGeom>
        </p:spPr>
      </p:pic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8546FFEC-6002-2F7D-14E0-D6D758070E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558" y="1077256"/>
            <a:ext cx="3067050" cy="1700482"/>
          </a:xfrm>
          <a:prstGeom prst="rect">
            <a:avLst/>
          </a:prstGeom>
        </p:spPr>
      </p:pic>
      <p:pic>
        <p:nvPicPr>
          <p:cNvPr id="6" name="Picture 5" descr="A picture containing text&#10;&#10;Description automatically generated">
            <a:extLst>
              <a:ext uri="{FF2B5EF4-FFF2-40B4-BE49-F238E27FC236}">
                <a16:creationId xmlns:a16="http://schemas.microsoft.com/office/drawing/2014/main" id="{2BE131D3-B622-27BD-13AF-48D3D2AF7F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335" y="2780434"/>
            <a:ext cx="2538639" cy="61790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A134B07-E24B-0586-5E81-31D9BE9B7334}"/>
                  </a:ext>
                </a:extLst>
              </p14:cNvPr>
              <p14:cNvContentPartPr/>
              <p14:nvPr/>
            </p14:nvContentPartPr>
            <p14:xfrm>
              <a:off x="696240" y="690120"/>
              <a:ext cx="2549520" cy="27014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A134B07-E24B-0586-5E81-31D9BE9B733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86880" y="680760"/>
                <a:ext cx="2568240" cy="2720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11334702"/>
      </p:ext>
    </p:extLst>
  </p:cSld>
  <p:clrMapOvr>
    <a:masterClrMapping/>
  </p:clrMapOvr>
  <p:transition>
    <p:cut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6DAEC5-3CE2-2E40-2DB5-CFC930C4FF27}"/>
              </a:ext>
            </a:extLst>
          </p:cNvPr>
          <p:cNvSpPr txBox="1"/>
          <p:nvPr/>
        </p:nvSpPr>
        <p:spPr>
          <a:xfrm>
            <a:off x="267244" y="513806"/>
            <a:ext cx="4075611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Quiz:</a:t>
            </a:r>
          </a:p>
          <a:p>
            <a:pPr algn="l"/>
            <a:r>
              <a:rPr lang="en-US" sz="1400" b="0" i="0" dirty="0">
                <a:solidFill>
                  <a:srgbClr val="0D0D0D"/>
                </a:solidFill>
                <a:effectLst/>
                <a:latin typeface="Söhne"/>
              </a:rPr>
              <a:t>An electronics company manufactures a type of component that is critical for aerospace applications. The time until failure of this component follows an exponential distribution with a mean life expectancy of 10,000 hours.</a:t>
            </a:r>
          </a:p>
          <a:p>
            <a:pPr algn="l"/>
            <a:r>
              <a:rPr lang="en-US" sz="1400" b="1" i="0" dirty="0">
                <a:solidFill>
                  <a:srgbClr val="0D0D0D"/>
                </a:solidFill>
                <a:effectLst/>
                <a:latin typeface="Söhne"/>
              </a:rPr>
              <a:t>What is the probability that a component fails within the first 5,000 hours of operation?</a:t>
            </a:r>
          </a:p>
          <a:p>
            <a:pPr algn="l"/>
            <a:r>
              <a:rPr lang="en-US" sz="1400" b="1" i="0" dirty="0">
                <a:solidFill>
                  <a:srgbClr val="0D0D0D"/>
                </a:solidFill>
                <a:effectLst/>
                <a:latin typeface="Söhne"/>
              </a:rPr>
              <a:t>What is the probability that a component lasts longer than 15,000 hours of operation?</a:t>
            </a:r>
            <a:endParaRPr lang="en-US" sz="1400" b="0" i="0" dirty="0">
              <a:solidFill>
                <a:srgbClr val="0D0D0D"/>
              </a:solidFill>
              <a:effectLst/>
              <a:latin typeface="Söhne"/>
            </a:endParaRPr>
          </a:p>
          <a:p>
            <a:pPr algn="l"/>
            <a:endParaRPr lang="en-US" sz="1400" b="0" i="0" dirty="0">
              <a:solidFill>
                <a:srgbClr val="0D0D0D"/>
              </a:solidFill>
              <a:effectLst/>
              <a:latin typeface="Söhne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23300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70113" y="62407"/>
            <a:ext cx="868044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>
                <a:solidFill>
                  <a:srgbClr val="FFFFFF"/>
                </a:solidFill>
                <a:latin typeface="Book Antiqua"/>
                <a:cs typeface="Book Antiqua"/>
              </a:rPr>
              <a:t>Next</a:t>
            </a:r>
            <a:r>
              <a:rPr sz="1400" spc="55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spc="-20">
                <a:solidFill>
                  <a:srgbClr val="FFFFFF"/>
                </a:solidFill>
                <a:latin typeface="Book Antiqua"/>
                <a:cs typeface="Book Antiqua"/>
              </a:rPr>
              <a:t>Time</a:t>
            </a:r>
            <a:endParaRPr sz="1400">
              <a:latin typeface="Book Antiqua"/>
              <a:cs typeface="Book Antiqu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7743" y="1429118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0"/>
                </a:lnTo>
                <a:lnTo>
                  <a:pt x="4432566" y="187820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137791" y="1458782"/>
            <a:ext cx="33274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spc="-40">
                <a:solidFill>
                  <a:srgbClr val="FFFFFF"/>
                </a:solidFill>
                <a:latin typeface="Book Antiqua"/>
                <a:cs typeface="Book Antiqua"/>
              </a:rPr>
              <a:t>Read</a:t>
            </a:r>
            <a:endParaRPr sz="1200">
              <a:latin typeface="Book Antiqua"/>
              <a:cs typeface="Book Antiqu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544" y="1618843"/>
            <a:ext cx="44329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93345" algn="ctr">
              <a:lnSpc>
                <a:spcPct val="100000"/>
              </a:lnSpc>
              <a:spcBef>
                <a:spcPts val="90"/>
              </a:spcBef>
            </a:pPr>
            <a:r>
              <a:rPr sz="1100">
                <a:latin typeface="Book Antiqua"/>
                <a:cs typeface="Book Antiqua"/>
              </a:rPr>
              <a:t>Read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3.2,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pg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148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-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Cumulative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Distribution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Functions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</a:rPr>
              <a:t>42/42</a:t>
            </a:r>
            <a:r>
              <a:rPr sz="600" b="0" spc="27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13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34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0.9711"/>
  <p:tag name="ORIGINALWIDTH" val="657.6678"/>
  <p:tag name="LATEXADDIN" val="\documentclass{article}&#10;\usepackage{amsmath}&#10;\pagestyle{empty}&#10;\begin{document}&#10;&#10;$\sum \Rightarrow \int$&#10;&#10;&#10;\end{document}"/>
  <p:tag name="IGUANATEXSIZE" val="20"/>
  <p:tag name="IGUANATEXCURSOR" val="98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40.7199"/>
  <p:tag name="ORIGINALWIDTH" val="2234.721"/>
  <p:tag name="LATEXADDIN" val="\documentclass{article}&#10;\usepackage{amsmath}&#10;\pagestyle{empty}&#10;\begin{document}&#10;&#10;&#10;$P(X\in B) =\int_B f_X(x)dx $&#10;&#10;\end{document}"/>
  <p:tag name="IGUANATEXSIZE" val="20"/>
  <p:tag name="IGUANATEXCURSOR" val="109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93.2133"/>
  <p:tag name="ORIGINALWIDTH" val="2752.156"/>
  <p:tag name="LATEXADDIN" val="\documentclass{article}&#10;\usepackage{amsmath}&#10;\pagestyle{empty}&#10;\begin{document}&#10;&#10;$\int_B dx = \int_a^b dx + \int_c^d dx +\int_e^f dx$&#10;&#10;&#10;\end{document}"/>
  <p:tag name="IGUANATEXSIZE" val="20"/>
  <p:tag name="IGUANATEXCURSOR" val="132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0.9711"/>
  <p:tag name="ORIGINALWIDTH" val="115.4856"/>
  <p:tag name="LATEXADDIN" val="\documentclass{article}&#10;\usepackage{amsmath}&#10;\pagestyle{empty}&#10;\begin{document}&#10;&#10;$\int$&#10;&#10;&#10;\end{document}"/>
  <p:tag name="IGUANATEXSIZE" val="20"/>
  <p:tag name="IGUANATEXCURSOR" val="8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0.9711"/>
  <p:tag name="ORIGINALWIDTH" val="115.4856"/>
  <p:tag name="LATEXADDIN" val="\documentclass{article}&#10;\usepackage{amsmath}&#10;\pagestyle{empty}&#10;\begin{document}&#10;&#10;$\int$&#10;&#10;&#10;\end{document}"/>
  <p:tag name="IGUANATEXSIZE" val="20"/>
  <p:tag name="IGUANATEXCURSOR" val="8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0.9711"/>
  <p:tag name="ORIGINALWIDTH" val="115.4856"/>
  <p:tag name="LATEXADDIN" val="\documentclass{article}&#10;\usepackage{amsmath}&#10;\pagestyle{empty}&#10;\begin{document}&#10;&#10;$\int$&#10;&#10;&#10;\end{document}"/>
  <p:tag name="IGUANATEXSIZE" val="20"/>
  <p:tag name="IGUANATEXCURSOR" val="8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0.9711"/>
  <p:tag name="ORIGINALWIDTH" val="115.4856"/>
  <p:tag name="LATEXADDIN" val="\documentclass{article}&#10;\usepackage{amsmath}&#10;\pagestyle{empty}&#10;\begin{document}&#10;&#10;$\int$&#10;&#10;&#10;\end{document}"/>
  <p:tag name="IGUANATEXSIZE" val="20"/>
  <p:tag name="IGUANATEXCURSOR" val="8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0.9711"/>
  <p:tag name="ORIGINALWIDTH" val="115.4856"/>
  <p:tag name="LATEXADDIN" val="\documentclass{article}&#10;\usepackage{amsmath}&#10;\pagestyle{empty}&#10;\begin{document}&#10;&#10;$\int$&#10;&#10;&#10;\end{document}"/>
  <p:tag name="IGUANATEXSIZE" val="20"/>
  <p:tag name="IGUANATEXCURSOR" val="8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0.9711"/>
  <p:tag name="ORIGINALWIDTH" val="115.4856"/>
  <p:tag name="LATEXADDIN" val="\documentclass{article}&#10;\usepackage{amsmath}&#10;\pagestyle{empty}&#10;\begin{document}&#10;&#10;$\int$&#10;&#10;&#10;\end{document}"/>
  <p:tag name="IGUANATEXSIZE" val="20"/>
  <p:tag name="IGUANATEXCURSOR" val="8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0.9711"/>
  <p:tag name="ORIGINALWIDTH" val="115.4856"/>
  <p:tag name="LATEXADDIN" val="\documentclass{article}&#10;\usepackage{amsmath}&#10;\pagestyle{empty}&#10;\begin{document}&#10;&#10;$\int$&#10;&#10;&#10;\end{document}"/>
  <p:tag name="IGUANATEXSIZE" val="20"/>
  <p:tag name="IGUANATEXCURSOR" val="8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0.9711"/>
  <p:tag name="ORIGINALWIDTH" val="115.4856"/>
  <p:tag name="LATEXADDIN" val="\documentclass{article}&#10;\usepackage{amsmath}&#10;\pagestyle{empty}&#10;\begin{document}&#10;&#10;$\int$&#10;&#10;&#10;\end{document}"/>
  <p:tag name="IGUANATEXSIZE" val="20"/>
  <p:tag name="IGUANATEXCURSOR" val="8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0.9711"/>
  <p:tag name="ORIGINALWIDTH" val="115.4856"/>
  <p:tag name="LATEXADDIN" val="\documentclass{article}&#10;\usepackage{amsmath}&#10;\pagestyle{empty}&#10;\begin{document}&#10;&#10;$\int$&#10;&#10;&#10;\end{document}"/>
  <p:tag name="IGUANATEXSIZE" val="20"/>
  <p:tag name="IGUANATEXCURSOR" val="8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0.9711"/>
  <p:tag name="ORIGINALWIDTH" val="115.4856"/>
  <p:tag name="LATEXADDIN" val="\documentclass{article}&#10;\usepackage{amsmath}&#10;\pagestyle{empty}&#10;\begin{document}&#10;&#10;$\int$&#10;&#10;&#10;\end{document}"/>
  <p:tag name="IGUANATEXSIZE" val="20"/>
  <p:tag name="IGUANATEXCURSOR" val="8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0.9711"/>
  <p:tag name="ORIGINALWIDTH" val="115.4856"/>
  <p:tag name="LATEXADDIN" val="\documentclass{article}&#10;\usepackage{amsmath}&#10;\pagestyle{empty}&#10;\begin{document}&#10;&#10;$\int$&#10;&#10;&#10;\end{document}"/>
  <p:tag name="IGUANATEXSIZE" val="20"/>
  <p:tag name="IGUANATEXCURSOR" val="8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0.9711"/>
  <p:tag name="ORIGINALWIDTH" val="115.4856"/>
  <p:tag name="LATEXADDIN" val="\documentclass{article}&#10;\usepackage{amsmath}&#10;\pagestyle{empty}&#10;\begin{document}&#10;&#10;$\int$&#10;&#10;&#10;\end{document}"/>
  <p:tag name="IGUANATEXSIZE" val="20"/>
  <p:tag name="IGUANATEXCURSOR" val="8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0.9711"/>
  <p:tag name="ORIGINALWIDTH" val="115.4856"/>
  <p:tag name="LATEXADDIN" val="\documentclass{article}&#10;\usepackage{amsmath}&#10;\pagestyle{empty}&#10;\begin{document}&#10;&#10;$\int$&#10;&#10;&#10;\end{document}"/>
  <p:tag name="IGUANATEXSIZE" val="20"/>
  <p:tag name="IGUANATEXCURSOR" val="8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0.9711"/>
  <p:tag name="ORIGINALWIDTH" val="115.4856"/>
  <p:tag name="LATEXADDIN" val="\documentclass{article}&#10;\usepackage{amsmath}&#10;\pagestyle{empty}&#10;\begin{document}&#10;&#10;$\int$&#10;&#10;&#10;\end{document}"/>
  <p:tag name="IGUANATEXSIZE" val="20"/>
  <p:tag name="IGUANATEXCURSOR" val="8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0.9711"/>
  <p:tag name="ORIGINALWIDTH" val="115.4856"/>
  <p:tag name="LATEXADDIN" val="\documentclass{article}&#10;\usepackage{amsmath}&#10;\pagestyle{empty}&#10;\begin{document}&#10;&#10;$\int$&#10;&#10;&#10;\end{document}"/>
  <p:tag name="IGUANATEXSIZE" val="20"/>
  <p:tag name="IGUANATEXCURSOR" val="8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0.9711"/>
  <p:tag name="ORIGINALWIDTH" val="115.4856"/>
  <p:tag name="LATEXADDIN" val="\documentclass{article}&#10;\usepackage{amsmath}&#10;\pagestyle{empty}&#10;\begin{document}&#10;&#10;$\int$&#10;&#10;&#10;\end{document}"/>
  <p:tag name="IGUANATEXSIZE" val="20"/>
  <p:tag name="IGUANATEXCURSOR" val="8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0.9711"/>
  <p:tag name="ORIGINALWIDTH" val="115.4856"/>
  <p:tag name="LATEXADDIN" val="\documentclass{article}&#10;\usepackage{amsmath}&#10;\pagestyle{empty}&#10;\begin{document}&#10;&#10;$\int$&#10;&#10;&#10;\end{document}"/>
  <p:tag name="IGUANATEXSIZE" val="20"/>
  <p:tag name="IGUANATEXCURSOR" val="8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0.9711"/>
  <p:tag name="ORIGINALWIDTH" val="115.4856"/>
  <p:tag name="LATEXADDIN" val="\documentclass{article}&#10;\usepackage{amsmath}&#10;\pagestyle{empty}&#10;\begin{document}&#10;&#10;$\int$&#10;&#10;&#10;\end{document}"/>
  <p:tag name="IGUANATEXSIZE" val="20"/>
  <p:tag name="IGUANATEXCURSOR" val="8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0.9711"/>
  <p:tag name="ORIGINALWIDTH" val="115.4856"/>
  <p:tag name="LATEXADDIN" val="\documentclass{article}&#10;\usepackage{amsmath}&#10;\pagestyle{empty}&#10;\begin{document}&#10;&#10;$\int$&#10;&#10;&#10;\end{document}"/>
  <p:tag name="IGUANATEXSIZE" val="20"/>
  <p:tag name="IGUANATEXCURSOR" val="8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0.9711"/>
  <p:tag name="ORIGINALWIDTH" val="115.4856"/>
  <p:tag name="LATEXADDIN" val="\documentclass{article}&#10;\usepackage{amsmath}&#10;\pagestyle{empty}&#10;\begin{document}&#10;&#10;$\int$&#10;&#10;&#10;\end{document}"/>
  <p:tag name="IGUANATEXSIZE" val="20"/>
  <p:tag name="IGUANATEXCURSOR" val="8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0.9711"/>
  <p:tag name="ORIGINALWIDTH" val="115.4856"/>
  <p:tag name="LATEXADDIN" val="\documentclass{article}&#10;\usepackage{amsmath}&#10;\pagestyle{empty}&#10;\begin{document}&#10;&#10;$\int$&#10;&#10;&#10;\end{document}"/>
  <p:tag name="IGUANATEXSIZE" val="20"/>
  <p:tag name="IGUANATEXCURSOR" val="8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0.9711"/>
  <p:tag name="ORIGINALWIDTH" val="115.4856"/>
  <p:tag name="LATEXADDIN" val="\documentclass{article}&#10;\usepackage{amsmath}&#10;\pagestyle{empty}&#10;\begin{document}&#10;&#10;$\int$&#10;&#10;&#10;\end{document}"/>
  <p:tag name="IGUANATEXSIZE" val="20"/>
  <p:tag name="IGUANATEXCURSOR" val="8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370.4537"/>
  <p:tag name="ORIGINALWIDTH" val="1692.538"/>
  <p:tag name="LATEXADDIN" val="\documentclass{article}&#10;\usepackage{amsmath}&#10;\pagestyle{empty}&#10;\begin{document}&#10;&#10;&#10;$E[Y] = \sum\limits_{y\in Y }yp_Y(y)$&#10;&#10;\end{document}"/>
  <p:tag name="IGUANATEXSIZE" val="20"/>
  <p:tag name="IGUANATEXCURSOR" val="111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55.718"/>
  <p:tag name="ORIGINALWIDTH" val="2051.744"/>
  <p:tag name="LATEXADDIN" val="\documentclass{article}&#10;\usepackage{amsmath}&#10;\pagestyle{empty}&#10;\begin{document}&#10;&#10;&#10;$E[X] = \int_{-\infty}^{\infty}x f_X(x)dx$&#10;&#10;\end{document}"/>
  <p:tag name="IGUANATEXSIZE" val="20"/>
  <p:tag name="IGUANATEXCURSOR" val="102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E1541AA9D2DF54EAD9E3EC334D2D1DF" ma:contentTypeVersion="389" ma:contentTypeDescription="Create a new document." ma:contentTypeScope="" ma:versionID="ee9d5b04bdbfe709e97b1d67d5c11c54">
  <xsd:schema xmlns:xsd="http://www.w3.org/2001/XMLSchema" xmlns:xs="http://www.w3.org/2001/XMLSchema" xmlns:p="http://schemas.microsoft.com/office/2006/metadata/properties" xmlns:ns1="http://schemas.microsoft.com/sharepoint/v3" xmlns:ns2="c01506f5-305e-4c16-814a-34df78f45099" xmlns:ns3="89fcee1f-ef3f-45b6-92f6-d5fcc1f0d356" xmlns:ns4="62eb5de7-a296-4932-8c46-6bd9a6968804" targetNamespace="http://schemas.microsoft.com/office/2006/metadata/properties" ma:root="true" ma:fieldsID="f257ade738029761462c5025b24c41f5" ns1:_="" ns2:_="" ns3:_="" ns4:_="">
    <xsd:import namespace="http://schemas.microsoft.com/sharepoint/v3"/>
    <xsd:import namespace="c01506f5-305e-4c16-814a-34df78f45099"/>
    <xsd:import namespace="89fcee1f-ef3f-45b6-92f6-d5fcc1f0d356"/>
    <xsd:import namespace="62eb5de7-a296-4932-8c46-6bd9a6968804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1:_ip_UnifiedCompliancePolicyProperties" minOccurs="0"/>
                <xsd:element ref="ns1:_ip_UnifiedCompliancePolicyUIAction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4:SharedWithUsers" minOccurs="0"/>
                <xsd:element ref="ns4:SharedWithDetail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3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4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1506f5-305e-4c16-814a-34df78f45099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CatchAll" ma:index="28" nillable="true" ma:displayName="Taxonomy Catch All Column" ma:hidden="true" ma:list="{bfc68881-a71c-43b4-810a-1656967a577f}" ma:internalName="TaxCatchAll" ma:showField="CatchAllData" ma:web="c01506f5-305e-4c16-814a-34df78f4509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fcee1f-ef3f-45b6-92f6-d5fcc1f0d3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7" nillable="true" ma:taxonomy="true" ma:internalName="lcf76f155ced4ddcb4097134ff3c332f" ma:taxonomyFieldName="MediaServiceImageTags" ma:displayName="Image Tags" ma:readOnly="false" ma:fieldId="{5cf76f15-5ced-4ddc-b409-7134ff3c332f}" ma:taxonomyMulti="true" ma:sspId="ecb661bd-580e-4f87-9e86-f3e9db1d3ba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9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3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eb5de7-a296-4932-8c46-6bd9a6968804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c01506f5-305e-4c16-814a-34df78f45099" xsi:nil="true"/>
    <lcf76f155ced4ddcb4097134ff3c332f xmlns="89fcee1f-ef3f-45b6-92f6-d5fcc1f0d356">
      <Terms xmlns="http://schemas.microsoft.com/office/infopath/2007/PartnerControls"/>
    </lcf76f155ced4ddcb4097134ff3c332f>
    <_ip_UnifiedCompliancePolicyProperties xmlns="http://schemas.microsoft.com/sharepoint/v3" xsi:nil="true"/>
    <_dlc_DocId xmlns="c01506f5-305e-4c16-814a-34df78f45099">M2AVRSERJEAQ-585345103-43158</_dlc_DocId>
    <_dlc_DocIdUrl xmlns="c01506f5-305e-4c16-814a-34df78f45099">
      <Url>https://uab365.sharepoint.com/sites/provost/cas/departments/cis/_layouts/15/DocIdRedir.aspx?ID=M2AVRSERJEAQ-585345103-43158</Url>
      <Description>M2AVRSERJEAQ-585345103-43158</Description>
    </_dlc_DocIdUrl>
  </documentManagement>
</p:properties>
</file>

<file path=customXml/itemProps1.xml><?xml version="1.0" encoding="utf-8"?>
<ds:datastoreItem xmlns:ds="http://schemas.openxmlformats.org/officeDocument/2006/customXml" ds:itemID="{30EAB123-FB6F-405C-9818-3551BDBD51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c01506f5-305e-4c16-814a-34df78f45099"/>
    <ds:schemaRef ds:uri="89fcee1f-ef3f-45b6-92f6-d5fcc1f0d356"/>
    <ds:schemaRef ds:uri="62eb5de7-a296-4932-8c46-6bd9a696880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6D75F41-880F-479A-8DFC-7F9FDE31E572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E5AD375C-CCA2-4E08-BBBA-43A6F03E86AA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8C424408-0808-4C05-9F09-5139603CBD7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c01506f5-305e-4c16-814a-34df78f45099"/>
    <ds:schemaRef ds:uri="89fcee1f-ef3f-45b6-92f6-d5fcc1f0d356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1697</TotalTime>
  <Words>2308</Words>
  <Application>Microsoft Office PowerPoint</Application>
  <PresentationFormat>Custom</PresentationFormat>
  <Paragraphs>434</Paragraphs>
  <Slides>41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1" baseType="lpstr">
      <vt:lpstr>Söhne</vt:lpstr>
      <vt:lpstr>Abadi</vt:lpstr>
      <vt:lpstr>Arial</vt:lpstr>
      <vt:lpstr>Book Antiqua</vt:lpstr>
      <vt:lpstr>Bookman Old Style</vt:lpstr>
      <vt:lpstr>Century</vt:lpstr>
      <vt:lpstr>Georgia</vt:lpstr>
      <vt:lpstr>Lucida Sans Unicode</vt:lpstr>
      <vt:lpstr>Times New Roman</vt:lpstr>
      <vt:lpstr>Office Theme</vt:lpstr>
      <vt:lpstr>PowerPoint Presentation</vt:lpstr>
      <vt:lpstr>Introduction</vt:lpstr>
      <vt:lpstr>Copyright Statement</vt:lpstr>
      <vt:lpstr>PowerPoint Presentation</vt:lpstr>
      <vt:lpstr>Continuous Random Variable</vt:lpstr>
      <vt:lpstr>Continuous Random Variable</vt:lpstr>
      <vt:lpstr>Probability Density Function</vt:lpstr>
      <vt:lpstr>PowerPoint Presentation</vt:lpstr>
      <vt:lpstr>Probability Density Functions Attributes</vt:lpstr>
      <vt:lpstr>Probability Density Functions Attributes</vt:lpstr>
      <vt:lpstr>Probability Density Functions Attributes</vt:lpstr>
      <vt:lpstr>Probability Density Functions Attributes</vt:lpstr>
      <vt:lpstr>Probability Density Functions Attributes</vt:lpstr>
      <vt:lpstr>Probability Density Function</vt:lpstr>
      <vt:lpstr>Uniform Random Variable</vt:lpstr>
      <vt:lpstr>Uniform Random Variable</vt:lpstr>
      <vt:lpstr>PowerPoint Presentation</vt:lpstr>
      <vt:lpstr>Uniform Random Variable</vt:lpstr>
      <vt:lpstr>Uniform Random Variable</vt:lpstr>
      <vt:lpstr>A More Complicated Example 3.2, pg 142</vt:lpstr>
      <vt:lpstr>A More Complicated Example 3.2, pg 142</vt:lpstr>
      <vt:lpstr>A More Complicated Example 3.2, pg 142</vt:lpstr>
      <vt:lpstr>A More Complicated Example 3.2, pg 142</vt:lpstr>
      <vt:lpstr>A More Complicated Example 3.2, pg 142</vt:lpstr>
      <vt:lpstr>A More Complicated Example 3.2, pg 142</vt:lpstr>
      <vt:lpstr>A More Complicated Example 3.2, pg 142</vt:lpstr>
      <vt:lpstr>A More Complicated Example 3.2, pg 142</vt:lpstr>
      <vt:lpstr>PowerPoint Presentation</vt:lpstr>
      <vt:lpstr>PowerPoint Presentation</vt:lpstr>
      <vt:lpstr>Expectation and Variance of Continuous Random Variables</vt:lpstr>
      <vt:lpstr>Expectation and Variance of Continuous Random Variables</vt:lpstr>
      <vt:lpstr>Expectation and Variance of Continuous Random Variables</vt:lpstr>
      <vt:lpstr>Example 3.4: Variance - Uniform Random Variable</vt:lpstr>
      <vt:lpstr>Example 3.4 - Variance of Uniform Random Variables</vt:lpstr>
      <vt:lpstr>Example 3.4 - Variance of Uniform Random Variables</vt:lpstr>
      <vt:lpstr>Exponential Continuous Random Variable]- pg 146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355/555  Probability and Statistics for CS</dc:title>
  <dc:creator>Ivan H. Mann III</dc:creator>
  <cp:lastModifiedBy>Geng, Baocheng</cp:lastModifiedBy>
  <cp:revision>5</cp:revision>
  <dcterms:created xsi:type="dcterms:W3CDTF">2023-02-27T19:36:01Z</dcterms:created>
  <dcterms:modified xsi:type="dcterms:W3CDTF">2025-03-06T17:59:03Z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2022-12-02T00:00:00Z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2023-02-27T00:00:00Z</vt:filetime>
  </property>
  <property fmtid="{D5CDD505-2E9C-101B-9397-08002B2CF9AE}" pid="5" name="PTEX.Fullbanner">
    <vt:lpwstr>This is pdfTeX, Version 3.141592653-2.6-1.40.22 (TeX Live 2022/dev/Debian) kpathsea version 6.3.4/dev</vt:lpwstr>
  </property>
  <property fmtid="{D5CDD505-2E9C-101B-9397-08002B2CF9AE}" pid="6" name="Producer">
    <vt:lpwstr>pdfTeX-1.40.22</vt:lpwstr>
  </property>
  <property fmtid="{D5CDD505-2E9C-101B-9397-08002B2CF9AE}" pid="7" name="ContentTypeId">
    <vt:lpwstr>0x0101005E1541AA9D2DF54EAD9E3EC334D2D1DF</vt:lpwstr>
  </property>
  <property fmtid="{D5CDD505-2E9C-101B-9397-08002B2CF9AE}" pid="8" name="_dlc_DocIdItemGuid">
    <vt:lpwstr>db4a388e-82da-429e-9c71-6967807d5ff1</vt:lpwstr>
  </property>
  <property fmtid="{D5CDD505-2E9C-101B-9397-08002B2CF9AE}" pid="9" name="MSIP_Label_ae7542bc-63e5-412b-b0a0-d9586028a7d0_Enabled">
    <vt:lpwstr>true</vt:lpwstr>
  </property>
  <property fmtid="{D5CDD505-2E9C-101B-9397-08002B2CF9AE}" pid="10" name="MSIP_Label_ae7542bc-63e5-412b-b0a0-d9586028a7d0_SetDate">
    <vt:lpwstr>2025-03-05T19:06:43Z</vt:lpwstr>
  </property>
  <property fmtid="{D5CDD505-2E9C-101B-9397-08002B2CF9AE}" pid="11" name="MSIP_Label_ae7542bc-63e5-412b-b0a0-d9586028a7d0_Method">
    <vt:lpwstr>Standard</vt:lpwstr>
  </property>
  <property fmtid="{D5CDD505-2E9C-101B-9397-08002B2CF9AE}" pid="12" name="MSIP_Label_ae7542bc-63e5-412b-b0a0-d9586028a7d0_Name">
    <vt:lpwstr>Sensitive</vt:lpwstr>
  </property>
  <property fmtid="{D5CDD505-2E9C-101B-9397-08002B2CF9AE}" pid="13" name="MSIP_Label_ae7542bc-63e5-412b-b0a0-d9586028a7d0_SiteId">
    <vt:lpwstr>d8999fe4-76af-40b3-b435-1d8977abc08c</vt:lpwstr>
  </property>
  <property fmtid="{D5CDD505-2E9C-101B-9397-08002B2CF9AE}" pid="14" name="MSIP_Label_ae7542bc-63e5-412b-b0a0-d9586028a7d0_ActionId">
    <vt:lpwstr>69d02158-a1b9-4324-881e-a3f3a0167161</vt:lpwstr>
  </property>
  <property fmtid="{D5CDD505-2E9C-101B-9397-08002B2CF9AE}" pid="15" name="MSIP_Label_ae7542bc-63e5-412b-b0a0-d9586028a7d0_ContentBits">
    <vt:lpwstr>0</vt:lpwstr>
  </property>
  <property fmtid="{D5CDD505-2E9C-101B-9397-08002B2CF9AE}" pid="16" name="MSIP_Label_ae7542bc-63e5-412b-b0a0-d9586028a7d0_Tag">
    <vt:lpwstr>10, 3, 0, 1</vt:lpwstr>
  </property>
</Properties>
</file>