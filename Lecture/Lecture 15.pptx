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260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8" r:id="rId21"/>
    <p:sldId id="280" r:id="rId22"/>
    <p:sldId id="281" r:id="rId23"/>
    <p:sldId id="282" r:id="rId24"/>
    <p:sldId id="283" r:id="rId25"/>
    <p:sldId id="303" r:id="rId26"/>
    <p:sldId id="284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301" r:id="rId37"/>
    <p:sldId id="299" r:id="rId38"/>
    <p:sldId id="302" r:id="rId39"/>
    <p:sldId id="306" r:id="rId40"/>
    <p:sldId id="304" r:id="rId41"/>
    <p:sldId id="305" r:id="rId4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A1BAC7-DF8C-56E6-6385-39C883AFC001}" v="1" dt="2024-02-13T02:53:09.52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75" d="100"/>
          <a:sy n="175" d="100"/>
        </p:scale>
        <p:origin x="1286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S::bgeng@uab.edu::b4253f3e-c40b-4a70-8207-93818653a34c" providerId="AD" clId="Web-{D1C65A5D-AF7A-334E-5AFE-9CBC812555AF}"/>
    <pc:docChg chg="modSld">
      <pc:chgData name="Geng, Baocheng" userId="S::bgeng@uab.edu::b4253f3e-c40b-4a70-8207-93818653a34c" providerId="AD" clId="Web-{D1C65A5D-AF7A-334E-5AFE-9CBC812555AF}" dt="2023-02-09T03:40:10.385" v="1" actId="20577"/>
      <pc:docMkLst>
        <pc:docMk/>
      </pc:docMkLst>
      <pc:sldChg chg="modSp">
        <pc:chgData name="Geng, Baocheng" userId="S::bgeng@uab.edu::b4253f3e-c40b-4a70-8207-93818653a34c" providerId="AD" clId="Web-{D1C65A5D-AF7A-334E-5AFE-9CBC812555AF}" dt="2023-02-09T03:40:10.385" v="1" actId="20577"/>
        <pc:sldMkLst>
          <pc:docMk/>
          <pc:sldMk cId="0" sldId="281"/>
        </pc:sldMkLst>
        <pc:spChg chg="mod">
          <ac:chgData name="Geng, Baocheng" userId="S::bgeng@uab.edu::b4253f3e-c40b-4a70-8207-93818653a34c" providerId="AD" clId="Web-{D1C65A5D-AF7A-334E-5AFE-9CBC812555AF}" dt="2023-02-09T03:40:10.385" v="1" actId="20577"/>
          <ac:spMkLst>
            <pc:docMk/>
            <pc:sldMk cId="0" sldId="281"/>
            <ac:spMk id="3" creationId="{00000000-0000-0000-0000-000000000000}"/>
          </ac:spMkLst>
        </pc:spChg>
      </pc:sldChg>
    </pc:docChg>
  </pc:docChgLst>
  <pc:docChgLst>
    <pc:chgData name="Geng, Baocheng" userId="S::bgeng@uab.edu::b4253f3e-c40b-4a70-8207-93818653a34c" providerId="AD" clId="Web-{84A1BAC7-DF8C-56E6-6385-39C883AFC001}"/>
    <pc:docChg chg="delSld">
      <pc:chgData name="Geng, Baocheng" userId="S::bgeng@uab.edu::b4253f3e-c40b-4a70-8207-93818653a34c" providerId="AD" clId="Web-{84A1BAC7-DF8C-56E6-6385-39C883AFC001}" dt="2024-02-13T02:53:09.526" v="0"/>
      <pc:docMkLst>
        <pc:docMk/>
      </pc:docMkLst>
      <pc:sldChg chg="del">
        <pc:chgData name="Geng, Baocheng" userId="S::bgeng@uab.edu::b4253f3e-c40b-4a70-8207-93818653a34c" providerId="AD" clId="Web-{84A1BAC7-DF8C-56E6-6385-39C883AFC001}" dt="2024-02-13T02:53:09.526" v="0"/>
        <pc:sldMkLst>
          <pc:docMk/>
          <pc:sldMk cId="0" sldId="300"/>
        </pc:sldMkLst>
      </pc:sldChg>
    </pc:docChg>
  </pc:docChgLst>
  <pc:docChgLst>
    <pc:chgData name="Geng, Baocheng" userId="b4253f3e-c40b-4a70-8207-93818653a34c" providerId="ADAL" clId="{FAC62CDA-2EE1-4924-A1E6-065E03032457}"/>
    <pc:docChg chg="undo redo custSel addSld delSld modSld sldOrd">
      <pc:chgData name="Geng, Baocheng" userId="b4253f3e-c40b-4a70-8207-93818653a34c" providerId="ADAL" clId="{FAC62CDA-2EE1-4924-A1E6-065E03032457}" dt="2023-02-09T16:03:07.369" v="605" actId="1076"/>
      <pc:docMkLst>
        <pc:docMk/>
      </pc:docMkLst>
      <pc:sldChg chg="addSp delSp modSp mod">
        <pc:chgData name="Geng, Baocheng" userId="b4253f3e-c40b-4a70-8207-93818653a34c" providerId="ADAL" clId="{FAC62CDA-2EE1-4924-A1E6-065E03032457}" dt="2023-02-09T15:45:24.278" v="597" actId="20577"/>
        <pc:sldMkLst>
          <pc:docMk/>
          <pc:sldMk cId="0" sldId="256"/>
        </pc:sldMkLst>
        <pc:spChg chg="mod">
          <ac:chgData name="Geng, Baocheng" userId="b4253f3e-c40b-4a70-8207-93818653a34c" providerId="ADAL" clId="{FAC62CDA-2EE1-4924-A1E6-065E03032457}" dt="2023-02-09T15:45:24.278" v="597" actId="20577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Geng, Baocheng" userId="b4253f3e-c40b-4a70-8207-93818653a34c" providerId="ADAL" clId="{FAC62CDA-2EE1-4924-A1E6-065E03032457}" dt="2023-02-08T17:47:00.973" v="49" actId="20577"/>
          <ac:spMkLst>
            <pc:docMk/>
            <pc:sldMk cId="0" sldId="256"/>
            <ac:spMk id="14" creationId="{5EA2555B-5DCC-80E8-3937-F1C192C00F97}"/>
          </ac:spMkLst>
        </pc:spChg>
        <pc:grpChg chg="del">
          <ac:chgData name="Geng, Baocheng" userId="b4253f3e-c40b-4a70-8207-93818653a34c" providerId="ADAL" clId="{FAC62CDA-2EE1-4924-A1E6-065E03032457}" dt="2023-02-08T17:46:41.905" v="33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AC62CDA-2EE1-4924-A1E6-065E03032457}" dt="2023-02-09T15:45:45.755" v="600"/>
        <pc:sldMkLst>
          <pc:docMk/>
          <pc:sldMk cId="0" sldId="257"/>
        </pc:sldMkLst>
        <pc:spChg chg="del mod">
          <ac:chgData name="Geng, Baocheng" userId="b4253f3e-c40b-4a70-8207-93818653a34c" providerId="ADAL" clId="{FAC62CDA-2EE1-4924-A1E6-065E03032457}" dt="2023-02-09T15:45:45.755" v="600"/>
          <ac:spMkLst>
            <pc:docMk/>
            <pc:sldMk cId="0" sldId="257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9:24:15.915" v="550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9:25:41.300" v="57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9:24:38.794" v="559" actId="1076"/>
          <ac:spMkLst>
            <pc:docMk/>
            <pc:sldMk cId="0" sldId="257"/>
            <ac:spMk id="1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9:24:48.146" v="562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9:24:45.007" v="560" actId="478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9:24:50.253" v="564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9:25:02.394" v="570" actId="20577"/>
          <ac:spMkLst>
            <pc:docMk/>
            <pc:sldMk cId="0" sldId="257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9:24:56.941" v="567" actId="478"/>
          <ac:spMkLst>
            <pc:docMk/>
            <pc:sldMk cId="0" sldId="257"/>
            <ac:spMk id="18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9:25:04.365" v="571" actId="478"/>
          <ac:grpSpMkLst>
            <pc:docMk/>
            <pc:sldMk cId="0" sldId="257"/>
            <ac:grpSpMk id="19" creationId="{00000000-0000-0000-0000-000000000000}"/>
          </ac:grpSpMkLst>
        </pc:grpChg>
        <pc:picChg chg="add del">
          <ac:chgData name="Geng, Baocheng" userId="b4253f3e-c40b-4a70-8207-93818653a34c" providerId="ADAL" clId="{FAC62CDA-2EE1-4924-A1E6-065E03032457}" dt="2023-02-08T19:25:56.201" v="583" actId="478"/>
          <ac:picMkLst>
            <pc:docMk/>
            <pc:sldMk cId="0" sldId="257"/>
            <ac:picMk id="3" creationId="{00000000-0000-0000-0000-000000000000}"/>
          </ac:picMkLst>
        </pc:picChg>
        <pc:picChg chg="del">
          <ac:chgData name="Geng, Baocheng" userId="b4253f3e-c40b-4a70-8207-93818653a34c" providerId="ADAL" clId="{FAC62CDA-2EE1-4924-A1E6-065E03032457}" dt="2023-02-08T19:24:30.067" v="555" actId="478"/>
          <ac:picMkLst>
            <pc:docMk/>
            <pc:sldMk cId="0" sldId="257"/>
            <ac:picMk id="9" creationId="{00000000-0000-0000-0000-000000000000}"/>
          </ac:picMkLst>
        </pc:picChg>
        <pc:picChg chg="del">
          <ac:chgData name="Geng, Baocheng" userId="b4253f3e-c40b-4a70-8207-93818653a34c" providerId="ADAL" clId="{FAC62CDA-2EE1-4924-A1E6-065E03032457}" dt="2023-02-08T19:24:46.403" v="561" actId="478"/>
          <ac:picMkLst>
            <pc:docMk/>
            <pc:sldMk cId="0" sldId="257"/>
            <ac:picMk id="11" creationId="{00000000-0000-0000-0000-000000000000}"/>
          </ac:picMkLst>
        </pc:picChg>
        <pc:picChg chg="mod">
          <ac:chgData name="Geng, Baocheng" userId="b4253f3e-c40b-4a70-8207-93818653a34c" providerId="ADAL" clId="{FAC62CDA-2EE1-4924-A1E6-065E03032457}" dt="2023-02-08T19:24:52.153" v="565" actId="1076"/>
          <ac:picMkLst>
            <pc:docMk/>
            <pc:sldMk cId="0" sldId="257"/>
            <ac:picMk id="14" creationId="{00000000-0000-0000-0000-000000000000}"/>
          </ac:picMkLst>
        </pc:picChg>
        <pc:picChg chg="del">
          <ac:chgData name="Geng, Baocheng" userId="b4253f3e-c40b-4a70-8207-93818653a34c" providerId="ADAL" clId="{FAC62CDA-2EE1-4924-A1E6-065E03032457}" dt="2023-02-08T19:24:58.122" v="568" actId="478"/>
          <ac:picMkLst>
            <pc:docMk/>
            <pc:sldMk cId="0" sldId="257"/>
            <ac:picMk id="17" creationId="{00000000-0000-0000-0000-000000000000}"/>
          </ac:picMkLst>
        </pc:picChg>
      </pc:sldChg>
      <pc:sldChg chg="delSp mod">
        <pc:chgData name="Geng, Baocheng" userId="b4253f3e-c40b-4a70-8207-93818653a34c" providerId="ADAL" clId="{FAC62CDA-2EE1-4924-A1E6-065E03032457}" dt="2023-02-08T19:27:06.090" v="596" actId="478"/>
        <pc:sldMkLst>
          <pc:docMk/>
          <pc:sldMk cId="0" sldId="258"/>
        </pc:sldMkLst>
        <pc:grpChg chg="del">
          <ac:chgData name="Geng, Baocheng" userId="b4253f3e-c40b-4a70-8207-93818653a34c" providerId="ADAL" clId="{FAC62CDA-2EE1-4924-A1E6-065E03032457}" dt="2023-02-08T19:27:06.090" v="596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FAC62CDA-2EE1-4924-A1E6-065E03032457}" dt="2023-02-08T19:26:15.941" v="584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FAC62CDA-2EE1-4924-A1E6-065E03032457}" dt="2023-02-08T17:50:14.856" v="53" actId="47"/>
        <pc:sldMkLst>
          <pc:docMk/>
          <pc:sldMk cId="0" sldId="259"/>
        </pc:sldMkLst>
      </pc:sldChg>
      <pc:sldChg chg="delSp mod">
        <pc:chgData name="Geng, Baocheng" userId="b4253f3e-c40b-4a70-8207-93818653a34c" providerId="ADAL" clId="{FAC62CDA-2EE1-4924-A1E6-065E03032457}" dt="2023-02-08T17:50:07.440" v="52" actId="478"/>
        <pc:sldMkLst>
          <pc:docMk/>
          <pc:sldMk cId="0" sldId="260"/>
        </pc:sldMkLst>
        <pc:spChg chg="del topLvl">
          <ac:chgData name="Geng, Baocheng" userId="b4253f3e-c40b-4a70-8207-93818653a34c" providerId="ADAL" clId="{FAC62CDA-2EE1-4924-A1E6-065E03032457}" dt="2023-02-08T17:50:07.440" v="52" actId="478"/>
          <ac:spMkLst>
            <pc:docMk/>
            <pc:sldMk cId="0" sldId="260"/>
            <ac:spMk id="11" creationId="{00000000-0000-0000-0000-000000000000}"/>
          </ac:spMkLst>
        </pc:spChg>
        <pc:spChg chg="del topLvl">
          <ac:chgData name="Geng, Baocheng" userId="b4253f3e-c40b-4a70-8207-93818653a34c" providerId="ADAL" clId="{FAC62CDA-2EE1-4924-A1E6-065E03032457}" dt="2023-02-08T17:50:05.271" v="50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0:06.223" v="51" actId="478"/>
          <ac:spMkLst>
            <pc:docMk/>
            <pc:sldMk cId="0" sldId="260"/>
            <ac:spMk id="14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7:50:05.271" v="50" actId="478"/>
          <ac:grpSpMkLst>
            <pc:docMk/>
            <pc:sldMk cId="0" sldId="260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FAC62CDA-2EE1-4924-A1E6-065E03032457}" dt="2023-02-08T17:50:23.176" v="54" actId="47"/>
        <pc:sldMkLst>
          <pc:docMk/>
          <pc:sldMk cId="0" sldId="261"/>
        </pc:sldMkLst>
      </pc:sldChg>
      <pc:sldChg chg="del">
        <pc:chgData name="Geng, Baocheng" userId="b4253f3e-c40b-4a70-8207-93818653a34c" providerId="ADAL" clId="{FAC62CDA-2EE1-4924-A1E6-065E03032457}" dt="2023-02-08T17:50:25.355" v="55" actId="47"/>
        <pc:sldMkLst>
          <pc:docMk/>
          <pc:sldMk cId="0" sldId="262"/>
        </pc:sldMkLst>
      </pc:sldChg>
      <pc:sldChg chg="del">
        <pc:chgData name="Geng, Baocheng" userId="b4253f3e-c40b-4a70-8207-93818653a34c" providerId="ADAL" clId="{FAC62CDA-2EE1-4924-A1E6-065E03032457}" dt="2023-02-08T17:50:27.349" v="56" actId="47"/>
        <pc:sldMkLst>
          <pc:docMk/>
          <pc:sldMk cId="0" sldId="263"/>
        </pc:sldMkLst>
      </pc:sldChg>
      <pc:sldChg chg="del">
        <pc:chgData name="Geng, Baocheng" userId="b4253f3e-c40b-4a70-8207-93818653a34c" providerId="ADAL" clId="{FAC62CDA-2EE1-4924-A1E6-065E03032457}" dt="2023-02-08T17:50:28.708" v="57" actId="47"/>
        <pc:sldMkLst>
          <pc:docMk/>
          <pc:sldMk cId="0" sldId="264"/>
        </pc:sldMkLst>
      </pc:sldChg>
      <pc:sldChg chg="del">
        <pc:chgData name="Geng, Baocheng" userId="b4253f3e-c40b-4a70-8207-93818653a34c" providerId="ADAL" clId="{FAC62CDA-2EE1-4924-A1E6-065E03032457}" dt="2023-02-08T17:50:30.503" v="58" actId="47"/>
        <pc:sldMkLst>
          <pc:docMk/>
          <pc:sldMk cId="0" sldId="265"/>
        </pc:sldMkLst>
      </pc:sldChg>
      <pc:sldChg chg="del">
        <pc:chgData name="Geng, Baocheng" userId="b4253f3e-c40b-4a70-8207-93818653a34c" providerId="ADAL" clId="{FAC62CDA-2EE1-4924-A1E6-065E03032457}" dt="2023-02-08T17:50:32.195" v="59" actId="47"/>
        <pc:sldMkLst>
          <pc:docMk/>
          <pc:sldMk cId="0" sldId="266"/>
        </pc:sldMkLst>
      </pc:sldChg>
      <pc:sldChg chg="del">
        <pc:chgData name="Geng, Baocheng" userId="b4253f3e-c40b-4a70-8207-93818653a34c" providerId="ADAL" clId="{FAC62CDA-2EE1-4924-A1E6-065E03032457}" dt="2023-02-08T17:50:33.992" v="60" actId="47"/>
        <pc:sldMkLst>
          <pc:docMk/>
          <pc:sldMk cId="0" sldId="267"/>
        </pc:sldMkLst>
      </pc:sldChg>
      <pc:sldChg chg="delSp modSp mod ord">
        <pc:chgData name="Geng, Baocheng" userId="b4253f3e-c40b-4a70-8207-93818653a34c" providerId="ADAL" clId="{FAC62CDA-2EE1-4924-A1E6-065E03032457}" dt="2023-02-08T18:00:02.800" v="194" actId="478"/>
        <pc:sldMkLst>
          <pc:docMk/>
          <pc:sldMk cId="0" sldId="268"/>
        </pc:sldMkLst>
        <pc:spChg chg="mod">
          <ac:chgData name="Geng, Baocheng" userId="b4253f3e-c40b-4a70-8207-93818653a34c" providerId="ADAL" clId="{FAC62CDA-2EE1-4924-A1E6-065E03032457}" dt="2023-02-08T17:54:50.781" v="69" actId="20577"/>
          <ac:spMkLst>
            <pc:docMk/>
            <pc:sldMk cId="0" sldId="268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46.239" v="68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46.239" v="68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46.239" v="68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46.239" v="68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5:00.411" v="71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53.512" v="102" actId="478"/>
          <ac:spMkLst>
            <pc:docMk/>
            <pc:sldMk cId="0" sldId="268"/>
            <ac:spMk id="11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7:56:50.476" v="101" actId="20577"/>
          <ac:spMkLst>
            <pc:docMk/>
            <pc:sldMk cId="0" sldId="268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4:54.777" v="70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48.157" v="100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45.477" v="98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46.381" v="99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6:44.612" v="97" actId="478"/>
          <ac:spMkLst>
            <pc:docMk/>
            <pc:sldMk cId="0" sldId="268"/>
            <ac:spMk id="1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9:08.536" v="166" actId="478"/>
          <ac:spMkLst>
            <pc:docMk/>
            <pc:sldMk cId="0" sldId="268"/>
            <ac:spMk id="19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7:59:00.609" v="165" actId="20577"/>
          <ac:spMkLst>
            <pc:docMk/>
            <pc:sldMk cId="0" sldId="268"/>
            <ac:spMk id="2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58.058" v="164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45.555" v="160" actId="478"/>
          <ac:spMkLst>
            <pc:docMk/>
            <pc:sldMk cId="0" sldId="268"/>
            <ac:spMk id="2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56.643" v="163" actId="478"/>
          <ac:spMkLst>
            <pc:docMk/>
            <pc:sldMk cId="0" sldId="268"/>
            <ac:spMk id="2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47.845" v="161" actId="478"/>
          <ac:spMkLst>
            <pc:docMk/>
            <pc:sldMk cId="0" sldId="268"/>
            <ac:spMk id="24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7:58:44.378" v="159" actId="478"/>
          <ac:spMkLst>
            <pc:docMk/>
            <pc:sldMk cId="0" sldId="268"/>
            <ac:spMk id="2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39.739" v="158" actId="478"/>
          <ac:spMkLst>
            <pc:docMk/>
            <pc:sldMk cId="0" sldId="268"/>
            <ac:spMk id="2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7:58:52.718" v="162" actId="478"/>
          <ac:spMkLst>
            <pc:docMk/>
            <pc:sldMk cId="0" sldId="268"/>
            <ac:spMk id="27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00:02.800" v="194" actId="478"/>
          <ac:grpSpMkLst>
            <pc:docMk/>
            <pc:sldMk cId="0" sldId="268"/>
            <ac:grpSpMk id="29" creationId="{00000000-0000-0000-0000-000000000000}"/>
          </ac:grpSpMkLst>
        </pc:grpChg>
        <pc:picChg chg="mod replST">
          <ac:chgData name="Geng, Baocheng" userId="b4253f3e-c40b-4a70-8207-93818653a34c" providerId="ADAL" clId="{FAC62CDA-2EE1-4924-A1E6-065E03032457}" dt="2023-02-08T17:56:59.219" v="104" actId="1076"/>
          <ac:picMkLst>
            <pc:docMk/>
            <pc:sldMk cId="0" sldId="268"/>
            <ac:picMk id="36" creationId="{DF202C9B-A7BD-94BA-F2B1-90775218D54E}"/>
          </ac:picMkLst>
        </pc:picChg>
        <pc:picChg chg="del mod replST">
          <ac:chgData name="Geng, Baocheng" userId="b4253f3e-c40b-4a70-8207-93818653a34c" providerId="ADAL" clId="{FAC62CDA-2EE1-4924-A1E6-065E03032457}" dt="2023-02-08T17:58:31.144" v="152" actId="478"/>
          <ac:picMkLst>
            <pc:docMk/>
            <pc:sldMk cId="0" sldId="268"/>
            <ac:picMk id="38" creationId="{576096D5-8759-6BA2-BC62-2FF6C5EFBABC}"/>
          </ac:picMkLst>
        </pc:picChg>
        <pc:picChg chg="mod ord replST">
          <ac:chgData name="Geng, Baocheng" userId="b4253f3e-c40b-4a70-8207-93818653a34c" providerId="ADAL" clId="{FAC62CDA-2EE1-4924-A1E6-065E03032457}" dt="2023-02-08T17:59:18.611" v="167" actId="1076"/>
          <ac:picMkLst>
            <pc:docMk/>
            <pc:sldMk cId="0" sldId="268"/>
            <ac:picMk id="40" creationId="{D580867B-7CD1-BF9F-4816-06DF5B677B44}"/>
          </ac:picMkLst>
        </pc:picChg>
        <pc:picChg chg="mod replST">
          <ac:chgData name="Geng, Baocheng" userId="b4253f3e-c40b-4a70-8207-93818653a34c" providerId="ADAL" clId="{FAC62CDA-2EE1-4924-A1E6-065E03032457}" dt="2023-02-08T17:59:58.775" v="193" actId="14100"/>
          <ac:picMkLst>
            <pc:docMk/>
            <pc:sldMk cId="0" sldId="268"/>
            <ac:picMk id="42" creationId="{4EACD888-230F-E422-31EE-D8B90B8049B4}"/>
          </ac:picMkLst>
        </pc:picChg>
      </pc:sldChg>
      <pc:sldChg chg="delSp mod">
        <pc:chgData name="Geng, Baocheng" userId="b4253f3e-c40b-4a70-8207-93818653a34c" providerId="ADAL" clId="{FAC62CDA-2EE1-4924-A1E6-065E03032457}" dt="2023-02-08T19:26:21.007" v="585" actId="478"/>
        <pc:sldMkLst>
          <pc:docMk/>
          <pc:sldMk cId="0" sldId="269"/>
        </pc:sldMkLst>
        <pc:grpChg chg="del">
          <ac:chgData name="Geng, Baocheng" userId="b4253f3e-c40b-4a70-8207-93818653a34c" providerId="ADAL" clId="{FAC62CDA-2EE1-4924-A1E6-065E03032457}" dt="2023-02-08T19:26:21.007" v="585" actId="478"/>
          <ac:grpSpMkLst>
            <pc:docMk/>
            <pc:sldMk cId="0" sldId="269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3.539" v="586" actId="478"/>
        <pc:sldMkLst>
          <pc:docMk/>
          <pc:sldMk cId="0" sldId="270"/>
        </pc:sldMkLst>
        <pc:grpChg chg="del">
          <ac:chgData name="Geng, Baocheng" userId="b4253f3e-c40b-4a70-8207-93818653a34c" providerId="ADAL" clId="{FAC62CDA-2EE1-4924-A1E6-065E03032457}" dt="2023-02-08T19:26:33.539" v="586" actId="478"/>
          <ac:grpSpMkLst>
            <pc:docMk/>
            <pc:sldMk cId="0" sldId="270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5.122" v="587" actId="478"/>
        <pc:sldMkLst>
          <pc:docMk/>
          <pc:sldMk cId="0" sldId="271"/>
        </pc:sldMkLst>
        <pc:grpChg chg="del">
          <ac:chgData name="Geng, Baocheng" userId="b4253f3e-c40b-4a70-8207-93818653a34c" providerId="ADAL" clId="{FAC62CDA-2EE1-4924-A1E6-065E03032457}" dt="2023-02-08T19:26:35.122" v="587" actId="478"/>
          <ac:grpSpMkLst>
            <pc:docMk/>
            <pc:sldMk cId="0" sldId="271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6.673" v="588" actId="478"/>
        <pc:sldMkLst>
          <pc:docMk/>
          <pc:sldMk cId="0" sldId="272"/>
        </pc:sldMkLst>
        <pc:grpChg chg="del">
          <ac:chgData name="Geng, Baocheng" userId="b4253f3e-c40b-4a70-8207-93818653a34c" providerId="ADAL" clId="{FAC62CDA-2EE1-4924-A1E6-065E03032457}" dt="2023-02-08T19:26:36.673" v="588" actId="478"/>
          <ac:grpSpMkLst>
            <pc:docMk/>
            <pc:sldMk cId="0" sldId="272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8.543" v="589" actId="478"/>
        <pc:sldMkLst>
          <pc:docMk/>
          <pc:sldMk cId="0" sldId="273"/>
        </pc:sldMkLst>
        <pc:grpChg chg="del">
          <ac:chgData name="Geng, Baocheng" userId="b4253f3e-c40b-4a70-8207-93818653a34c" providerId="ADAL" clId="{FAC62CDA-2EE1-4924-A1E6-065E03032457}" dt="2023-02-08T19:26:38.543" v="589" actId="478"/>
          <ac:grpSpMkLst>
            <pc:docMk/>
            <pc:sldMk cId="0" sldId="273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39.875" v="590" actId="478"/>
        <pc:sldMkLst>
          <pc:docMk/>
          <pc:sldMk cId="0" sldId="274"/>
        </pc:sldMkLst>
        <pc:grpChg chg="del">
          <ac:chgData name="Geng, Baocheng" userId="b4253f3e-c40b-4a70-8207-93818653a34c" providerId="ADAL" clId="{FAC62CDA-2EE1-4924-A1E6-065E03032457}" dt="2023-02-08T19:26:39.875" v="590" actId="478"/>
          <ac:grpSpMkLst>
            <pc:docMk/>
            <pc:sldMk cId="0" sldId="27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1.186" v="591" actId="478"/>
        <pc:sldMkLst>
          <pc:docMk/>
          <pc:sldMk cId="0" sldId="275"/>
        </pc:sldMkLst>
        <pc:grpChg chg="del">
          <ac:chgData name="Geng, Baocheng" userId="b4253f3e-c40b-4a70-8207-93818653a34c" providerId="ADAL" clId="{FAC62CDA-2EE1-4924-A1E6-065E03032457}" dt="2023-02-08T19:26:41.186" v="591" actId="478"/>
          <ac:grpSpMkLst>
            <pc:docMk/>
            <pc:sldMk cId="0" sldId="275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2.258" v="592" actId="478"/>
        <pc:sldMkLst>
          <pc:docMk/>
          <pc:sldMk cId="0" sldId="276"/>
        </pc:sldMkLst>
        <pc:grpChg chg="del">
          <ac:chgData name="Geng, Baocheng" userId="b4253f3e-c40b-4a70-8207-93818653a34c" providerId="ADAL" clId="{FAC62CDA-2EE1-4924-A1E6-065E03032457}" dt="2023-02-08T19:26:42.258" v="592" actId="478"/>
          <ac:grpSpMkLst>
            <pc:docMk/>
            <pc:sldMk cId="0" sldId="276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4.075" v="593" actId="478"/>
        <pc:sldMkLst>
          <pc:docMk/>
          <pc:sldMk cId="0" sldId="277"/>
        </pc:sldMkLst>
        <pc:grpChg chg="del">
          <ac:chgData name="Geng, Baocheng" userId="b4253f3e-c40b-4a70-8207-93818653a34c" providerId="ADAL" clId="{FAC62CDA-2EE1-4924-A1E6-065E03032457}" dt="2023-02-08T19:26:44.075" v="593" actId="478"/>
          <ac:grpSpMkLst>
            <pc:docMk/>
            <pc:sldMk cId="0" sldId="277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5.351" v="594" actId="478"/>
        <pc:sldMkLst>
          <pc:docMk/>
          <pc:sldMk cId="0" sldId="278"/>
        </pc:sldMkLst>
        <pc:grpChg chg="del">
          <ac:chgData name="Geng, Baocheng" userId="b4253f3e-c40b-4a70-8207-93818653a34c" providerId="ADAL" clId="{FAC62CDA-2EE1-4924-A1E6-065E03032457}" dt="2023-02-08T19:26:45.351" v="594" actId="478"/>
          <ac:grpSpMkLst>
            <pc:docMk/>
            <pc:sldMk cId="0" sldId="278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9:26:46.636" v="595" actId="478"/>
        <pc:sldMkLst>
          <pc:docMk/>
          <pc:sldMk cId="0" sldId="279"/>
        </pc:sldMkLst>
        <pc:grpChg chg="del">
          <ac:chgData name="Geng, Baocheng" userId="b4253f3e-c40b-4a70-8207-93818653a34c" providerId="ADAL" clId="{FAC62CDA-2EE1-4924-A1E6-065E03032457}" dt="2023-02-08T19:26:46.636" v="595" actId="478"/>
          <ac:grpSpMkLst>
            <pc:docMk/>
            <pc:sldMk cId="0" sldId="279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00:56.290" v="195" actId="478"/>
        <pc:sldMkLst>
          <pc:docMk/>
          <pc:sldMk cId="0" sldId="280"/>
        </pc:sldMkLst>
        <pc:grpChg chg="del">
          <ac:chgData name="Geng, Baocheng" userId="b4253f3e-c40b-4a70-8207-93818653a34c" providerId="ADAL" clId="{FAC62CDA-2EE1-4924-A1E6-065E03032457}" dt="2023-02-08T18:00:56.290" v="195" actId="478"/>
          <ac:grpSpMkLst>
            <pc:docMk/>
            <pc:sldMk cId="0" sldId="280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01:06.452" v="196" actId="478"/>
        <pc:sldMkLst>
          <pc:docMk/>
          <pc:sldMk cId="0" sldId="281"/>
        </pc:sldMkLst>
        <pc:grpChg chg="del">
          <ac:chgData name="Geng, Baocheng" userId="b4253f3e-c40b-4a70-8207-93818653a34c" providerId="ADAL" clId="{FAC62CDA-2EE1-4924-A1E6-065E03032457}" dt="2023-02-08T18:01:06.452" v="196" actId="478"/>
          <ac:grpSpMkLst>
            <pc:docMk/>
            <pc:sldMk cId="0" sldId="281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01:26.273" v="197" actId="478"/>
        <pc:sldMkLst>
          <pc:docMk/>
          <pc:sldMk cId="0" sldId="282"/>
        </pc:sldMkLst>
        <pc:grpChg chg="del">
          <ac:chgData name="Geng, Baocheng" userId="b4253f3e-c40b-4a70-8207-93818653a34c" providerId="ADAL" clId="{FAC62CDA-2EE1-4924-A1E6-065E03032457}" dt="2023-02-08T18:01:26.273" v="197" actId="478"/>
          <ac:grpSpMkLst>
            <pc:docMk/>
            <pc:sldMk cId="0" sldId="282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FAC62CDA-2EE1-4924-A1E6-065E03032457}" dt="2023-02-08T18:07:24.239" v="225" actId="1076"/>
        <pc:sldMkLst>
          <pc:docMk/>
          <pc:sldMk cId="0" sldId="283"/>
        </pc:sldMkLst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3:03.346" v="200" actId="478"/>
          <ac:spMkLst>
            <pc:docMk/>
            <pc:sldMk cId="0" sldId="283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1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2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2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2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2:56.201" v="199" actId="478"/>
          <ac:spMkLst>
            <pc:docMk/>
            <pc:sldMk cId="0" sldId="283"/>
            <ac:spMk id="23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01:29.919" v="198" actId="478"/>
          <ac:grpSpMkLst>
            <pc:docMk/>
            <pc:sldMk cId="0" sldId="283"/>
            <ac:grpSpMk id="25" creationId="{00000000-0000-0000-0000-000000000000}"/>
          </ac:grpSpMkLst>
        </pc:grpChg>
        <pc:picChg chg="mod replST">
          <ac:chgData name="Geng, Baocheng" userId="b4253f3e-c40b-4a70-8207-93818653a34c" providerId="ADAL" clId="{FAC62CDA-2EE1-4924-A1E6-065E03032457}" dt="2023-02-08T18:07:24.239" v="225" actId="1076"/>
          <ac:picMkLst>
            <pc:docMk/>
            <pc:sldMk cId="0" sldId="283"/>
            <ac:picMk id="32" creationId="{7449E617-BC65-B8B9-1EB8-CED41788FFA2}"/>
          </ac:picMkLst>
        </pc:picChg>
      </pc:sldChg>
      <pc:sldChg chg="addSp delSp modSp mod">
        <pc:chgData name="Geng, Baocheng" userId="b4253f3e-c40b-4a70-8207-93818653a34c" providerId="ADAL" clId="{FAC62CDA-2EE1-4924-A1E6-065E03032457}" dt="2023-02-08T18:11:06.579" v="293" actId="1076"/>
        <pc:sldMkLst>
          <pc:docMk/>
          <pc:sldMk cId="0" sldId="284"/>
        </pc:sldMkLst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1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2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3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3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8:51.980" v="227" actId="478"/>
          <ac:spMkLst>
            <pc:docMk/>
            <pc:sldMk cId="0" sldId="284"/>
            <ac:spMk id="3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9:19.110" v="232" actId="478"/>
          <ac:spMkLst>
            <pc:docMk/>
            <pc:sldMk cId="0" sldId="284"/>
            <ac:spMk id="3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09:14.359" v="231" actId="478"/>
          <ac:spMkLst>
            <pc:docMk/>
            <pc:sldMk cId="0" sldId="284"/>
            <ac:spMk id="35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09:57.609" v="261" actId="1076"/>
          <ac:spMkLst>
            <pc:docMk/>
            <pc:sldMk cId="0" sldId="284"/>
            <ac:spMk id="3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14.349" v="266" actId="478"/>
          <ac:spMkLst>
            <pc:docMk/>
            <pc:sldMk cId="0" sldId="284"/>
            <ac:spMk id="3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08.462" v="263" actId="478"/>
          <ac:spMkLst>
            <pc:docMk/>
            <pc:sldMk cId="0" sldId="284"/>
            <ac:spMk id="3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11.066" v="264" actId="478"/>
          <ac:spMkLst>
            <pc:docMk/>
            <pc:sldMk cId="0" sldId="284"/>
            <ac:spMk id="4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12.252" v="265" actId="478"/>
          <ac:spMkLst>
            <pc:docMk/>
            <pc:sldMk cId="0" sldId="284"/>
            <ac:spMk id="4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0:12.252" v="265" actId="478"/>
          <ac:spMkLst>
            <pc:docMk/>
            <pc:sldMk cId="0" sldId="284"/>
            <ac:spMk id="42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08:40.532" v="226" actId="478"/>
          <ac:grpSpMkLst>
            <pc:docMk/>
            <pc:sldMk cId="0" sldId="284"/>
            <ac:grpSpMk id="43" creationId="{00000000-0000-0000-0000-000000000000}"/>
          </ac:grpSpMkLst>
        </pc:grpChg>
        <pc:picChg chg="add mod">
          <ac:chgData name="Geng, Baocheng" userId="b4253f3e-c40b-4a70-8207-93818653a34c" providerId="ADAL" clId="{FAC62CDA-2EE1-4924-A1E6-065E03032457}" dt="2023-02-08T18:08:55.845" v="229" actId="1076"/>
          <ac:picMkLst>
            <pc:docMk/>
            <pc:sldMk cId="0" sldId="284"/>
            <ac:picMk id="49" creationId="{0A53B96A-A0A3-FA5B-0D00-C4399101BC68}"/>
          </ac:picMkLst>
        </pc:picChg>
        <pc:picChg chg="mod replST">
          <ac:chgData name="Geng, Baocheng" userId="b4253f3e-c40b-4a70-8207-93818653a34c" providerId="ADAL" clId="{FAC62CDA-2EE1-4924-A1E6-065E03032457}" dt="2023-02-08T18:10:01.108" v="262" actId="1076"/>
          <ac:picMkLst>
            <pc:docMk/>
            <pc:sldMk cId="0" sldId="284"/>
            <ac:picMk id="51" creationId="{BDD00CF8-B25A-1FE1-9686-9773FDD3C6A0}"/>
          </ac:picMkLst>
        </pc:picChg>
        <pc:picChg chg="mod replST">
          <ac:chgData name="Geng, Baocheng" userId="b4253f3e-c40b-4a70-8207-93818653a34c" providerId="ADAL" clId="{FAC62CDA-2EE1-4924-A1E6-065E03032457}" dt="2023-02-08T18:11:06.579" v="293" actId="1076"/>
          <ac:picMkLst>
            <pc:docMk/>
            <pc:sldMk cId="0" sldId="284"/>
            <ac:picMk id="53" creationId="{75AF8DB0-4C70-3063-8421-BE3843257A8B}"/>
          </ac:picMkLst>
        </pc:picChg>
      </pc:sldChg>
      <pc:sldChg chg="addSp delSp modSp mod">
        <pc:chgData name="Geng, Baocheng" userId="b4253f3e-c40b-4a70-8207-93818653a34c" providerId="ADAL" clId="{FAC62CDA-2EE1-4924-A1E6-065E03032457}" dt="2023-02-08T18:13:19.582" v="331" actId="478"/>
        <pc:sldMkLst>
          <pc:docMk/>
          <pc:sldMk cId="0" sldId="285"/>
        </pc:sldMkLst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6.627" v="330" actId="478"/>
          <ac:spMkLst>
            <pc:docMk/>
            <pc:sldMk cId="0" sldId="285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9.582" v="331" actId="478"/>
          <ac:spMkLst>
            <pc:docMk/>
            <pc:sldMk cId="0" sldId="285"/>
            <ac:spMk id="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2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3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13:13.267" v="329" actId="478"/>
          <ac:spMkLst>
            <pc:docMk/>
            <pc:sldMk cId="0" sldId="285"/>
            <ac:spMk id="16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11:23.166" v="294" actId="478"/>
          <ac:grpSpMkLst>
            <pc:docMk/>
            <pc:sldMk cId="0" sldId="285"/>
            <ac:grpSpMk id="17" creationId="{00000000-0000-0000-0000-000000000000}"/>
          </ac:grpSpMkLst>
        </pc:grpChg>
        <pc:picChg chg="add del mod">
          <ac:chgData name="Geng, Baocheng" userId="b4253f3e-c40b-4a70-8207-93818653a34c" providerId="ADAL" clId="{FAC62CDA-2EE1-4924-A1E6-065E03032457}" dt="2023-02-08T18:12:55.451" v="324" actId="478"/>
          <ac:picMkLst>
            <pc:docMk/>
            <pc:sldMk cId="0" sldId="285"/>
            <ac:picMk id="23" creationId="{A456E012-F77F-45E8-5E69-75BE63671988}"/>
          </ac:picMkLst>
        </pc:picChg>
        <pc:picChg chg="mod ord replST">
          <ac:chgData name="Geng, Baocheng" userId="b4253f3e-c40b-4a70-8207-93818653a34c" providerId="ADAL" clId="{FAC62CDA-2EE1-4924-A1E6-065E03032457}" dt="2023-02-08T18:12:55.503" v="328" actId="962"/>
          <ac:picMkLst>
            <pc:docMk/>
            <pc:sldMk cId="0" sldId="285"/>
            <ac:picMk id="25" creationId="{6FD11C80-1536-19D2-BBBA-3A06D181DCF0}"/>
          </ac:picMkLst>
        </pc:picChg>
      </pc:sldChg>
      <pc:sldChg chg="delSp del mod">
        <pc:chgData name="Geng, Baocheng" userId="b4253f3e-c40b-4a70-8207-93818653a34c" providerId="ADAL" clId="{FAC62CDA-2EE1-4924-A1E6-065E03032457}" dt="2023-02-08T18:14:33.148" v="333" actId="2696"/>
        <pc:sldMkLst>
          <pc:docMk/>
          <pc:sldMk cId="0" sldId="286"/>
        </pc:sldMkLst>
        <pc:grpChg chg="del">
          <ac:chgData name="Geng, Baocheng" userId="b4253f3e-c40b-4a70-8207-93818653a34c" providerId="ADAL" clId="{FAC62CDA-2EE1-4924-A1E6-065E03032457}" dt="2023-02-08T18:13:58.081" v="332" actId="478"/>
          <ac:grpSpMkLst>
            <pc:docMk/>
            <pc:sldMk cId="0" sldId="286"/>
            <ac:grpSpMk id="1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4:41.914" v="334" actId="478"/>
        <pc:sldMkLst>
          <pc:docMk/>
          <pc:sldMk cId="0" sldId="287"/>
        </pc:sldMkLst>
        <pc:grpChg chg="del">
          <ac:chgData name="Geng, Baocheng" userId="b4253f3e-c40b-4a70-8207-93818653a34c" providerId="ADAL" clId="{FAC62CDA-2EE1-4924-A1E6-065E03032457}" dt="2023-02-08T18:14:41.914" v="334" actId="478"/>
          <ac:grpSpMkLst>
            <pc:docMk/>
            <pc:sldMk cId="0" sldId="287"/>
            <ac:grpSpMk id="7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14.988" v="336" actId="478"/>
        <pc:sldMkLst>
          <pc:docMk/>
          <pc:sldMk cId="0" sldId="288"/>
        </pc:sldMkLst>
        <pc:grpChg chg="del">
          <ac:chgData name="Geng, Baocheng" userId="b4253f3e-c40b-4a70-8207-93818653a34c" providerId="ADAL" clId="{FAC62CDA-2EE1-4924-A1E6-065E03032457}" dt="2023-02-08T18:15:14.988" v="336" actId="478"/>
          <ac:grpSpMkLst>
            <pc:docMk/>
            <pc:sldMk cId="0" sldId="288"/>
            <ac:grpSpMk id="9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12.370" v="335" actId="478"/>
        <pc:sldMkLst>
          <pc:docMk/>
          <pc:sldMk cId="0" sldId="289"/>
        </pc:sldMkLst>
        <pc:grpChg chg="del">
          <ac:chgData name="Geng, Baocheng" userId="b4253f3e-c40b-4a70-8207-93818653a34c" providerId="ADAL" clId="{FAC62CDA-2EE1-4924-A1E6-065E03032457}" dt="2023-02-08T18:15:12.370" v="335" actId="478"/>
          <ac:grpSpMkLst>
            <pc:docMk/>
            <pc:sldMk cId="0" sldId="289"/>
            <ac:grpSpMk id="11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30.157" v="337" actId="478"/>
        <pc:sldMkLst>
          <pc:docMk/>
          <pc:sldMk cId="0" sldId="290"/>
        </pc:sldMkLst>
        <pc:grpChg chg="del">
          <ac:chgData name="Geng, Baocheng" userId="b4253f3e-c40b-4a70-8207-93818653a34c" providerId="ADAL" clId="{FAC62CDA-2EE1-4924-A1E6-065E03032457}" dt="2023-02-08T18:15:30.157" v="337" actId="478"/>
          <ac:grpSpMkLst>
            <pc:docMk/>
            <pc:sldMk cId="0" sldId="290"/>
            <ac:grpSpMk id="13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35.138" v="338" actId="478"/>
        <pc:sldMkLst>
          <pc:docMk/>
          <pc:sldMk cId="0" sldId="291"/>
        </pc:sldMkLst>
        <pc:grpChg chg="del">
          <ac:chgData name="Geng, Baocheng" userId="b4253f3e-c40b-4a70-8207-93818653a34c" providerId="ADAL" clId="{FAC62CDA-2EE1-4924-A1E6-065E03032457}" dt="2023-02-08T18:15:35.138" v="338" actId="478"/>
          <ac:grpSpMkLst>
            <pc:docMk/>
            <pc:sldMk cId="0" sldId="291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46.059" v="339" actId="478"/>
        <pc:sldMkLst>
          <pc:docMk/>
          <pc:sldMk cId="0" sldId="292"/>
        </pc:sldMkLst>
        <pc:grpChg chg="del">
          <ac:chgData name="Geng, Baocheng" userId="b4253f3e-c40b-4a70-8207-93818653a34c" providerId="ADAL" clId="{FAC62CDA-2EE1-4924-A1E6-065E03032457}" dt="2023-02-08T18:15:46.059" v="339" actId="478"/>
          <ac:grpSpMkLst>
            <pc:docMk/>
            <pc:sldMk cId="0" sldId="292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AC62CDA-2EE1-4924-A1E6-065E03032457}" dt="2023-02-08T18:15:49.989" v="340" actId="478"/>
        <pc:sldMkLst>
          <pc:docMk/>
          <pc:sldMk cId="0" sldId="293"/>
        </pc:sldMkLst>
        <pc:grpChg chg="del">
          <ac:chgData name="Geng, Baocheng" userId="b4253f3e-c40b-4a70-8207-93818653a34c" providerId="ADAL" clId="{FAC62CDA-2EE1-4924-A1E6-065E03032457}" dt="2023-02-08T18:15:49.989" v="340" actId="478"/>
          <ac:grpSpMkLst>
            <pc:docMk/>
            <pc:sldMk cId="0" sldId="293"/>
            <ac:grpSpMk id="4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AC62CDA-2EE1-4924-A1E6-065E03032457}" dt="2023-02-08T18:36:08.069" v="433" actId="1076"/>
        <pc:sldMkLst>
          <pc:docMk/>
          <pc:sldMk cId="0" sldId="294"/>
        </pc:sldMkLst>
        <pc:spChg chg="del">
          <ac:chgData name="Geng, Baocheng" userId="b4253f3e-c40b-4a70-8207-93818653a34c" providerId="ADAL" clId="{FAC62CDA-2EE1-4924-A1E6-065E03032457}" dt="2023-02-08T18:32:41.847" v="366" actId="478"/>
          <ac:spMkLst>
            <pc:docMk/>
            <pc:sldMk cId="0" sldId="294"/>
            <ac:spMk id="5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33:18.460" v="376" actId="20577"/>
          <ac:spMkLst>
            <pc:docMk/>
            <pc:sldMk cId="0" sldId="294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32:58.739" v="369" actId="478"/>
          <ac:spMkLst>
            <pc:docMk/>
            <pc:sldMk cId="0" sldId="294"/>
            <ac:spMk id="7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32:52.910" v="367" actId="478"/>
          <ac:spMkLst>
            <pc:docMk/>
            <pc:sldMk cId="0" sldId="294"/>
            <ac:spMk id="8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34:06.611" v="412" actId="1076"/>
          <ac:spMkLst>
            <pc:docMk/>
            <pc:sldMk cId="0" sldId="294"/>
            <ac:spMk id="9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8:35:23.023" v="425" actId="478"/>
          <ac:spMkLst>
            <pc:docMk/>
            <pc:sldMk cId="0" sldId="294"/>
            <ac:spMk id="13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35:31.269" v="429" actId="1076"/>
          <ac:spMkLst>
            <pc:docMk/>
            <pc:sldMk cId="0" sldId="294"/>
            <ac:spMk id="14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8:34:56.298" v="420" actId="478"/>
          <ac:spMkLst>
            <pc:docMk/>
            <pc:sldMk cId="0" sldId="294"/>
            <ac:spMk id="15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35:02.053" v="421" actId="478"/>
          <ac:spMkLst>
            <pc:docMk/>
            <pc:sldMk cId="0" sldId="294"/>
            <ac:spMk id="1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35:13.035" v="422" actId="478"/>
          <ac:spMkLst>
            <pc:docMk/>
            <pc:sldMk cId="0" sldId="294"/>
            <ac:spMk id="17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35:58.223" v="430" actId="478"/>
          <ac:grpSpMkLst>
            <pc:docMk/>
            <pc:sldMk cId="0" sldId="294"/>
            <ac:grpSpMk id="18" creationId="{00000000-0000-0000-0000-000000000000}"/>
          </ac:grpSpMkLst>
        </pc:grpChg>
        <pc:picChg chg="mod replST">
          <ac:chgData name="Geng, Baocheng" userId="b4253f3e-c40b-4a70-8207-93818653a34c" providerId="ADAL" clId="{FAC62CDA-2EE1-4924-A1E6-065E03032457}" dt="2023-02-08T18:33:22.706" v="377" actId="1076"/>
          <ac:picMkLst>
            <pc:docMk/>
            <pc:sldMk cId="0" sldId="294"/>
            <ac:picMk id="25" creationId="{BC9A4DB2-2075-87B9-0809-03F90D5F4CA9}"/>
          </ac:picMkLst>
        </pc:picChg>
        <pc:picChg chg="add del mod">
          <ac:chgData name="Geng, Baocheng" userId="b4253f3e-c40b-4a70-8207-93818653a34c" providerId="ADAL" clId="{FAC62CDA-2EE1-4924-A1E6-065E03032457}" dt="2023-02-08T18:33:41.863" v="405" actId="478"/>
          <ac:picMkLst>
            <pc:docMk/>
            <pc:sldMk cId="0" sldId="294"/>
            <ac:picMk id="26" creationId="{E52B8CCA-268A-7101-4FD7-CA95F6E78AFD}"/>
          </ac:picMkLst>
        </pc:picChg>
        <pc:picChg chg="mod ord replST">
          <ac:chgData name="Geng, Baocheng" userId="b4253f3e-c40b-4a70-8207-93818653a34c" providerId="ADAL" clId="{FAC62CDA-2EE1-4924-A1E6-065E03032457}" dt="2023-02-08T18:34:42.482" v="417" actId="14100"/>
          <ac:picMkLst>
            <pc:docMk/>
            <pc:sldMk cId="0" sldId="294"/>
            <ac:picMk id="28" creationId="{1ABB3A78-47BE-B15D-D991-8EC6763D87F8}"/>
          </ac:picMkLst>
        </pc:picChg>
        <pc:picChg chg="add mod">
          <ac:chgData name="Geng, Baocheng" userId="b4253f3e-c40b-4a70-8207-93818653a34c" providerId="ADAL" clId="{FAC62CDA-2EE1-4924-A1E6-065E03032457}" dt="2023-02-08T18:36:02.982" v="431" actId="1076"/>
          <ac:picMkLst>
            <pc:docMk/>
            <pc:sldMk cId="0" sldId="294"/>
            <ac:picMk id="29" creationId="{D9B844D5-B2DF-613B-6E6B-9F712F7AAFC5}"/>
          </ac:picMkLst>
        </pc:picChg>
        <pc:picChg chg="add mod">
          <ac:chgData name="Geng, Baocheng" userId="b4253f3e-c40b-4a70-8207-93818653a34c" providerId="ADAL" clId="{FAC62CDA-2EE1-4924-A1E6-065E03032457}" dt="2023-02-08T18:36:08.069" v="433" actId="1076"/>
          <ac:picMkLst>
            <pc:docMk/>
            <pc:sldMk cId="0" sldId="294"/>
            <ac:picMk id="30" creationId="{9F1AF802-B431-9B35-D34E-BA335829B33D}"/>
          </ac:picMkLst>
        </pc:picChg>
      </pc:sldChg>
      <pc:sldChg chg="del">
        <pc:chgData name="Geng, Baocheng" userId="b4253f3e-c40b-4a70-8207-93818653a34c" providerId="ADAL" clId="{FAC62CDA-2EE1-4924-A1E6-065E03032457}" dt="2023-02-08T18:36:29.157" v="436" actId="47"/>
        <pc:sldMkLst>
          <pc:docMk/>
          <pc:sldMk cId="0" sldId="295"/>
        </pc:sldMkLst>
      </pc:sldChg>
      <pc:sldChg chg="delSp del mod">
        <pc:chgData name="Geng, Baocheng" userId="b4253f3e-c40b-4a70-8207-93818653a34c" providerId="ADAL" clId="{FAC62CDA-2EE1-4924-A1E6-065E03032457}" dt="2023-02-08T19:22:14.760" v="546" actId="47"/>
        <pc:sldMkLst>
          <pc:docMk/>
          <pc:sldMk cId="0" sldId="296"/>
        </pc:sldMkLst>
        <pc:grpChg chg="del">
          <ac:chgData name="Geng, Baocheng" userId="b4253f3e-c40b-4a70-8207-93818653a34c" providerId="ADAL" clId="{FAC62CDA-2EE1-4924-A1E6-065E03032457}" dt="2023-02-08T18:50:00.572" v="437" actId="478"/>
          <ac:grpSpMkLst>
            <pc:docMk/>
            <pc:sldMk cId="0" sldId="296"/>
            <ac:grpSpMk id="4" creationId="{00000000-0000-0000-0000-000000000000}"/>
          </ac:grpSpMkLst>
        </pc:grpChg>
      </pc:sldChg>
      <pc:sldChg chg="delSp del mod">
        <pc:chgData name="Geng, Baocheng" userId="b4253f3e-c40b-4a70-8207-93818653a34c" providerId="ADAL" clId="{FAC62CDA-2EE1-4924-A1E6-065E03032457}" dt="2023-02-08T19:22:13.655" v="545" actId="47"/>
        <pc:sldMkLst>
          <pc:docMk/>
          <pc:sldMk cId="0" sldId="297"/>
        </pc:sldMkLst>
        <pc:grpChg chg="del">
          <ac:chgData name="Geng, Baocheng" userId="b4253f3e-c40b-4a70-8207-93818653a34c" providerId="ADAL" clId="{FAC62CDA-2EE1-4924-A1E6-065E03032457}" dt="2023-02-08T18:50:08.883" v="438" actId="478"/>
          <ac:grpSpMkLst>
            <pc:docMk/>
            <pc:sldMk cId="0" sldId="297"/>
            <ac:grpSpMk id="4" creationId="{00000000-0000-0000-0000-000000000000}"/>
          </ac:grpSpMkLst>
        </pc:grpChg>
      </pc:sldChg>
      <pc:sldChg chg="del">
        <pc:chgData name="Geng, Baocheng" userId="b4253f3e-c40b-4a70-8207-93818653a34c" providerId="ADAL" clId="{FAC62CDA-2EE1-4924-A1E6-065E03032457}" dt="2023-02-08T19:22:07.467" v="544" actId="47"/>
        <pc:sldMkLst>
          <pc:docMk/>
          <pc:sldMk cId="0" sldId="298"/>
        </pc:sldMkLst>
      </pc:sldChg>
      <pc:sldChg chg="addSp delSp modSp mod">
        <pc:chgData name="Geng, Baocheng" userId="b4253f3e-c40b-4a70-8207-93818653a34c" providerId="ADAL" clId="{FAC62CDA-2EE1-4924-A1E6-065E03032457}" dt="2023-02-08T19:21:57.894" v="543" actId="478"/>
        <pc:sldMkLst>
          <pc:docMk/>
          <pc:sldMk cId="0" sldId="299"/>
        </pc:sldMkLst>
        <pc:spChg chg="del">
          <ac:chgData name="Geng, Baocheng" userId="b4253f3e-c40b-4a70-8207-93818653a34c" providerId="ADAL" clId="{FAC62CDA-2EE1-4924-A1E6-065E03032457}" dt="2023-02-08T18:52:12.342" v="451" actId="478"/>
          <ac:spMkLst>
            <pc:docMk/>
            <pc:sldMk cId="0" sldId="299"/>
            <ac:spMk id="4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1:45.174" v="441" actId="478"/>
          <ac:spMkLst>
            <pc:docMk/>
            <pc:sldMk cId="0" sldId="299"/>
            <ac:spMk id="5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52:19.919" v="453" actId="20577"/>
          <ac:spMkLst>
            <pc:docMk/>
            <pc:sldMk cId="0" sldId="299"/>
            <ac:spMk id="6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2:09.479" v="450" actId="478"/>
          <ac:spMkLst>
            <pc:docMk/>
            <pc:sldMk cId="0" sldId="299"/>
            <ac:spMk id="7" creationId="{00000000-0000-0000-0000-000000000000}"/>
          </ac:spMkLst>
        </pc:spChg>
        <pc:spChg chg="mod">
          <ac:chgData name="Geng, Baocheng" userId="b4253f3e-c40b-4a70-8207-93818653a34c" providerId="ADAL" clId="{FAC62CDA-2EE1-4924-A1E6-065E03032457}" dt="2023-02-08T18:53:16.908" v="494" actId="14100"/>
          <ac:spMkLst>
            <pc:docMk/>
            <pc:sldMk cId="0" sldId="299"/>
            <ac:spMk id="8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3:50.066" v="501" actId="478"/>
          <ac:spMkLst>
            <pc:docMk/>
            <pc:sldMk cId="0" sldId="299"/>
            <ac:spMk id="9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3:44.109" v="499" actId="478"/>
          <ac:spMkLst>
            <pc:docMk/>
            <pc:sldMk cId="0" sldId="299"/>
            <ac:spMk id="10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3:34.422" v="496" actId="478"/>
          <ac:spMkLst>
            <pc:docMk/>
            <pc:sldMk cId="0" sldId="299"/>
            <ac:spMk id="11" creationId="{00000000-0000-0000-0000-000000000000}"/>
          </ac:spMkLst>
        </pc:spChg>
        <pc:spChg chg="del">
          <ac:chgData name="Geng, Baocheng" userId="b4253f3e-c40b-4a70-8207-93818653a34c" providerId="ADAL" clId="{FAC62CDA-2EE1-4924-A1E6-065E03032457}" dt="2023-02-08T18:53:36.023" v="497" actId="478"/>
          <ac:spMkLst>
            <pc:docMk/>
            <pc:sldMk cId="0" sldId="299"/>
            <ac:spMk id="12" creationId="{00000000-0000-0000-0000-000000000000}"/>
          </ac:spMkLst>
        </pc:spChg>
        <pc:spChg chg="del mod">
          <ac:chgData name="Geng, Baocheng" userId="b4253f3e-c40b-4a70-8207-93818653a34c" providerId="ADAL" clId="{FAC62CDA-2EE1-4924-A1E6-065E03032457}" dt="2023-02-08T19:21:57.894" v="543" actId="478"/>
          <ac:spMkLst>
            <pc:docMk/>
            <pc:sldMk cId="0" sldId="299"/>
            <ac:spMk id="13" creationId="{00000000-0000-0000-0000-000000000000}"/>
          </ac:spMkLst>
        </pc:spChg>
        <pc:grpChg chg="del">
          <ac:chgData name="Geng, Baocheng" userId="b4253f3e-c40b-4a70-8207-93818653a34c" providerId="ADAL" clId="{FAC62CDA-2EE1-4924-A1E6-065E03032457}" dt="2023-02-08T18:53:30.671" v="495" actId="478"/>
          <ac:grpSpMkLst>
            <pc:docMk/>
            <pc:sldMk cId="0" sldId="299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FAC62CDA-2EE1-4924-A1E6-065E03032457}" dt="2023-02-08T18:52:43.004" v="457" actId="1076"/>
          <ac:picMkLst>
            <pc:docMk/>
            <pc:sldMk cId="0" sldId="299"/>
            <ac:picMk id="20" creationId="{78221E60-AA34-558B-7C1F-F4335BA1D1F8}"/>
          </ac:picMkLst>
        </pc:picChg>
        <pc:picChg chg="add del mod">
          <ac:chgData name="Geng, Baocheng" userId="b4253f3e-c40b-4a70-8207-93818653a34c" providerId="ADAL" clId="{FAC62CDA-2EE1-4924-A1E6-065E03032457}" dt="2023-02-08T18:53:12.379" v="490" actId="478"/>
          <ac:picMkLst>
            <pc:docMk/>
            <pc:sldMk cId="0" sldId="299"/>
            <ac:picMk id="21" creationId="{D6BDB437-01FD-5A81-A52A-6743D25023A0}"/>
          </ac:picMkLst>
        </pc:picChg>
        <pc:picChg chg="mod ord replST">
          <ac:chgData name="Geng, Baocheng" userId="b4253f3e-c40b-4a70-8207-93818653a34c" providerId="ADAL" clId="{FAC62CDA-2EE1-4924-A1E6-065E03032457}" dt="2023-02-08T18:53:12.380" v="492" actId="962"/>
          <ac:picMkLst>
            <pc:docMk/>
            <pc:sldMk cId="0" sldId="299"/>
            <ac:picMk id="23" creationId="{4B26DECD-1CB3-359B-852A-7C65E50E62CA}"/>
          </ac:picMkLst>
        </pc:picChg>
        <pc:picChg chg="mod replST">
          <ac:chgData name="Geng, Baocheng" userId="b4253f3e-c40b-4a70-8207-93818653a34c" providerId="ADAL" clId="{FAC62CDA-2EE1-4924-A1E6-065E03032457}" dt="2023-02-08T19:21:44.724" v="541" actId="1076"/>
          <ac:picMkLst>
            <pc:docMk/>
            <pc:sldMk cId="0" sldId="299"/>
            <ac:picMk id="25" creationId="{91892219-C762-B4F8-28FD-DD350D56EAC6}"/>
          </ac:picMkLst>
        </pc:picChg>
        <pc:picChg chg="add mod">
          <ac:chgData name="Geng, Baocheng" userId="b4253f3e-c40b-4a70-8207-93818653a34c" providerId="ADAL" clId="{FAC62CDA-2EE1-4924-A1E6-065E03032457}" dt="2023-02-08T19:21:49.342" v="542" actId="1076"/>
          <ac:picMkLst>
            <pc:docMk/>
            <pc:sldMk cId="0" sldId="299"/>
            <ac:picMk id="26" creationId="{75D1BBF6-5A34-5F81-7299-86B7D8F37407}"/>
          </ac:picMkLst>
        </pc:picChg>
      </pc:sldChg>
      <pc:sldChg chg="delSp mod">
        <pc:chgData name="Geng, Baocheng" userId="b4253f3e-c40b-4a70-8207-93818653a34c" providerId="ADAL" clId="{FAC62CDA-2EE1-4924-A1E6-065E03032457}" dt="2023-02-08T18:51:10.978" v="439" actId="478"/>
        <pc:sldMkLst>
          <pc:docMk/>
          <pc:sldMk cId="0" sldId="300"/>
        </pc:sldMkLst>
        <pc:grpChg chg="del">
          <ac:chgData name="Geng, Baocheng" userId="b4253f3e-c40b-4a70-8207-93818653a34c" providerId="ADAL" clId="{FAC62CDA-2EE1-4924-A1E6-065E03032457}" dt="2023-02-08T18:51:10.978" v="439" actId="478"/>
          <ac:grpSpMkLst>
            <pc:docMk/>
            <pc:sldMk cId="0" sldId="300"/>
            <ac:grpSpMk id="5" creationId="{00000000-0000-0000-0000-000000000000}"/>
          </ac:grpSpMkLst>
        </pc:grpChg>
      </pc:sldChg>
      <pc:sldChg chg="addSp modSp add">
        <pc:chgData name="Geng, Baocheng" userId="b4253f3e-c40b-4a70-8207-93818653a34c" providerId="ADAL" clId="{FAC62CDA-2EE1-4924-A1E6-065E03032457}" dt="2023-02-08T18:36:25.826" v="435"/>
        <pc:sldMkLst>
          <pc:docMk/>
          <pc:sldMk cId="4222864574" sldId="301"/>
        </pc:sldMkLst>
        <pc:spChg chg="add mod">
          <ac:chgData name="Geng, Baocheng" userId="b4253f3e-c40b-4a70-8207-93818653a34c" providerId="ADAL" clId="{FAC62CDA-2EE1-4924-A1E6-065E03032457}" dt="2023-02-08T18:36:25.826" v="435"/>
          <ac:spMkLst>
            <pc:docMk/>
            <pc:sldMk cId="4222864574" sldId="301"/>
            <ac:spMk id="5" creationId="{BFD070A3-045F-61EC-04EF-16AB9FDFD652}"/>
          </ac:spMkLst>
        </pc:spChg>
      </pc:sldChg>
      <pc:sldChg chg="add">
        <pc:chgData name="Geng, Baocheng" userId="b4253f3e-c40b-4a70-8207-93818653a34c" providerId="ADAL" clId="{FAC62CDA-2EE1-4924-A1E6-065E03032457}" dt="2023-02-08T19:21:26.162" v="538" actId="2890"/>
        <pc:sldMkLst>
          <pc:docMk/>
          <pc:sldMk cId="2584398921" sldId="302"/>
        </pc:sldMkLst>
      </pc:sldChg>
      <pc:sldChg chg="addSp delSp modSp new mod">
        <pc:chgData name="Geng, Baocheng" userId="b4253f3e-c40b-4a70-8207-93818653a34c" providerId="ADAL" clId="{FAC62CDA-2EE1-4924-A1E6-065E03032457}" dt="2023-02-09T16:03:07.369" v="605" actId="1076"/>
        <pc:sldMkLst>
          <pc:docMk/>
          <pc:sldMk cId="4236208567" sldId="303"/>
        </pc:sldMkLst>
        <pc:spChg chg="del">
          <ac:chgData name="Geng, Baocheng" userId="b4253f3e-c40b-4a70-8207-93818653a34c" providerId="ADAL" clId="{FAC62CDA-2EE1-4924-A1E6-065E03032457}" dt="2023-02-09T16:03:03.636" v="603" actId="478"/>
          <ac:spMkLst>
            <pc:docMk/>
            <pc:sldMk cId="4236208567" sldId="303"/>
            <ac:spMk id="2" creationId="{2FB9BE45-076D-A4C1-B412-3F94B0CBA92F}"/>
          </ac:spMkLst>
        </pc:spChg>
        <pc:spChg chg="del">
          <ac:chgData name="Geng, Baocheng" userId="b4253f3e-c40b-4a70-8207-93818653a34c" providerId="ADAL" clId="{FAC62CDA-2EE1-4924-A1E6-065E03032457}" dt="2023-02-09T16:03:00.417" v="602" actId="478"/>
          <ac:spMkLst>
            <pc:docMk/>
            <pc:sldMk cId="4236208567" sldId="303"/>
            <ac:spMk id="3" creationId="{DEAB7C41-45EC-B6CA-619B-4339EC917384}"/>
          </ac:spMkLst>
        </pc:spChg>
        <pc:picChg chg="add mod">
          <ac:chgData name="Geng, Baocheng" userId="b4253f3e-c40b-4a70-8207-93818653a34c" providerId="ADAL" clId="{FAC62CDA-2EE1-4924-A1E6-065E03032457}" dt="2023-02-09T16:03:07.369" v="605" actId="1076"/>
          <ac:picMkLst>
            <pc:docMk/>
            <pc:sldMk cId="4236208567" sldId="303"/>
            <ac:picMk id="4" creationId="{C1CE97B0-C291-2A0E-4F62-80FD51A9DE7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15T21:36:30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75 5217 0 0,'0'3'13296'0'0,"17"-2"-13210"0"0,-13-1-25 0 0,2-1 86 0 0,11-5-115 0 0,-13 5 8 0 0,3 1 344 0 0,54 0 118 0 0,35 2 93 0 0,-92-1-548 0 0,2-1 70 0 0,11 2-59 0 0,-12-1-1 0 0,2-1 292 0 0,9 2-262 0 0,-12-1 1339 0 0,-10-2-1151 0 0,-4-2-209 0 0,-124-24 379 0 0,117 25-454 0 0,0 1 0 0 0,0 0 0 0 0,0 2-1 0 0,0 0 1 0 0,0 1 0 0 0,-21 5-1 0 0,23-4 9 0 0,4-1 2 0 0,0 1-1 0 0,1 0 0 0 0,-1 1 0 0 0,-13 6 0 0 0,83-27-757 0 0,-19 7 786 0 0,12-8-152 0 0,39-10 326 0 0,-79 25-967 0 0,0 1 0 0 0,0 1 0 0 0,14-1 2183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4-02-15T21:38:32.07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context xml:id="ctx1">
      <inkml:inkSource xml:id="inkSrc1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4-02-15T21:38:32.710"/>
    </inkml:context>
  </inkml:definitions>
  <inkml:trace contextRef="#ctx0" brushRef="#br0">6513 3422 0,'0'0'0,"0"0"0,0 0 0,0 0 15,-15 12-15,5-8 16,-4-1 0,-1-1-16,-3-1 15,-1-1-15,-2-1 16,-3 0-16,0 1 31,-3 0-31,-1 1 0,3-2 16</inkml:trace>
  <inkml:trace contextRef="#ctx1" brushRef="#br0">3957 1802 75 0,'-1'0'594'0,"1"0"-221"0,-1 0 305 0,1 0-495 0,0 0-21 16,-1 0-6-16,0 0-42 0,1 0-1 0,0 0-8 15,0 0-12-15,-1 0-18 0,-16 9 1 0,17-9-8 0,0 0-7 16,0 1-15 0,-10 18 3-16,10-19-7 0,-2 14 3 0,-1-5-16 0,2 0-1 15,-1 0-6-15,-1 1-2 0,2 2-6 16,-2 3-1-16,1 2-2 0,0 1-9 0,-1 2 0 0,0 0 5 15,0 1-2-15,0 0 2 0,0 0-3 0,1-1 0 16,1 1-1-16,-1-1 3 0,-1-1-6 0,1 0 4 0,-1-1-4 16,2 1 3-16,-2-3 0 0,2-2-5 15,-2-2 2-15,1-3-1 0,2-1 4 0,0-8-2 16,0 0-3-16,0 0-77 0,0 1-56 0,0-1-11 16,0 1-17-16,-1-1-77 0,0 0-84 0,-7-10-26 0</inkml:trace>
  <inkml:trace contextRef="#ctx1" brushRef="#br0" timeOffset="320.45">3919 1780 1677 0,'0'0'56'0,"0"0"15"0,0 0-49 0,0 0 68 0,0 0-9 16,0 0 28-16,0 0-6 0,0 0-16 0,1 0-2 15,-1 0-7-15,0 0-24 0,20-5-14 0,-20 5-1 0,1 0-5 16,16 3 0-16,-17-3-9 0,0 0 3 16,23 7-5-16,-23-7-3 0,1 0 2 0,22 8-1 0,-15-3 1 15,0-1-2-15,-1 1 1 16,1 1 1-16,-3-1 0 0,1 2-3 0,-3-1-2 0,0 1 6 16,-1-1-3-16,-1 2 7 0,-1 0-7 0,-2 1 1 0,-1-1-2 15,-3 2 9-15,1-1-8 0,-3 1 1 0,0 2-3 16,0-1-7-16,-1 0-3 0,0 0-1 15,-1-2-1-15,0 1-4 0,-2 0-49 0,2-2-21 16,-1-1-17-16,2-1-123 0,-1-2-63 0,1 0-22 16,3-1-30-16,6-3-231 0</inkml:trace>
  <inkml:trace contextRef="#ctx1" brushRef="#br0" timeOffset="670.34">4285 1800 995 0,'0'0'110'0,"0"0"319"0,-1 0-325 0,1 0 61 0,0 0-5 16,-17 9 20-16,17-9-26 0,0 0-30 0,-1 0 1 0,0 0-12 15,-15 9-17-15,16-9-20 0,0 0-3 16,-1 1-5-16,0-1-10 0,-18 21-10 0,19-21 1 15,-1 0-5-15,-14 16-2 0,9-9-18 0,-1 0 4 16,2 2-8-16,-2 0-3 0,0 2-7 0,0 2 0 16,1 1-2-16,-1 2-4 0,0 0-1 15,1 1 0-15,-1 0 0 0,2 1 1 0,1 0 0 0,0 1-4 16,3-1 2-16,0 1-5 0,1-1 0 16,-1 0 2-16,2 1-2 0,0-1 0 0,1 0-5 15,2-1 3-15,-1-4-4 0,2 0-5 0,2-3-7 16,-1-1-5-16,2-2 0 0,0-1-15 0,0-2-17 0,0-2-49 15,1-1 5-15,1-1-186 0,-1 0-87 0,1-3-22 16</inkml:trace>
  <inkml:trace contextRef="#ctx1" brushRef="#br0" timeOffset="1069.33">4330 1925 1534 0,'0'0'253'0,"0"0"-158"0,0 0 47 0,0 0-77 15,0 0 108-15,0 0-25 0,0 0 0 16,0 1-18-16,1 16-61 0,-1-17-15 0,0 0-7 16,3 22-1-16,-2-13-11 0,0 1-6 0,2 0 0 15,-1 0-4-15,1 1-7 0,2-1-6 0,-1 0 5 16,0-1-5-16,1 0 8 0,-1 0-6 16,2-1-2-16,-2-2-1 0,2 1-9 0,-1-2-3 0,1-1 1 15,-2 1-2-15,1-1 0 0,-5-4-2 0,0 0-3 0,1 0 3 16,0 0-3-16,17 8 1 0,-18-8-3 15,0 0-5-15,0 0-80 0,1 0-83 0,18-2-9 0,-19 2-23 16,0 0-38-16,0 0-125 16,19-16-115-16</inkml:trace>
  <inkml:trace contextRef="#ctx1" brushRef="#br0" timeOffset="1271.23">4494 1928 1637 0,'0'0'142'0,"0"0"27"0,0 0-11 16,0 0 19-16,-1 0-16 0,1 0-27 0,-1 0-6 16,1 0-10-16,-18 9-36 0,11-2-15 0,1 0 0 0,-2 2-5 15,-1 3 1-15,-3 0-11 0,1 3 1 16,-2 0-5-16,-2 1-14 0,-1 0-14 16,1-1-5-16,0-1-2 0,0-1-11 0,4-1-2 0,0-1-3 15,2-2-12-15,0-1-116 0,2-2-149 0,1-2-35 16,6-4-60-16,0 0-375 0</inkml:trace>
  <inkml:trace contextRef="#ctx1" brushRef="#br0" timeOffset="2336.83">4636 1948 1106 0,'0'0'211'0,"0"0"82"16,0 0 28-16,0 0-186 0,0 0-14 0,0 0-6 16,0 0 6-16,1 0-20 0,0 0-23 15,-1 0-28-15,0 0-1 0,0 0-10 0,19 6-19 0,-19-6-8 16,1 0-1-16,15 2-2 0,-16-2-9 0,1 0 5 15,15 0-5-15,-16 0 6 16,0 0-1-16,2 0-8 0,15 0 3 0,-17 0-5 0,1 0 3 0,-1 0-84 16,1 0-32-16,-1 0-31 0,18 0-199 15,-18 0-430-15</inkml:trace>
  <inkml:trace contextRef="#ctx1" brushRef="#br0" timeOffset="2543.66">4608 2071 1646 0,'0'0'61'0,"0"0"44"0,0 0-40 0,0 0 48 16,0 0-3-16,0 1 13 0,20 7-39 16,-20-8-36-16,0 0-1 0,20-1-14 0,-20 1-25 15,16-2-4-15,-7 1-1 0,0 0-1 0,0-2-2 0,-1 2-4 16,0-2 0-16,-1 0-5 15,1 0-32-15,0 0-110 0,-1 0-8 0,1 1-42 0,1-1-98 0</inkml:trace>
  <inkml:trace contextRef="#ctx1" brushRef="#br0" timeOffset="2966.04">4872 1931 1621 0,'0'0'112'0,"0"0"45"16,0 0-11-16,0 0 20 0,0 0-23 0,-1 0-27 16,0 0 1-16,1 0-12 0,-19 17-28 0,19-17-11 15,-8 14-8-15,5-5 0 0,-2 0-22 16,1 1-1-16,-1 0-4 0,1 0 1 0,2 0-10 15,-2-1-12-15,3 0 0 0,1-2-6 0,0-1-5 16,0-6-3-16,0 0 2 0,0 0-3 0,0 1-6 0,0-1 6 16,19 13-5-16,-19-13 5 0,1 0 1 15,19-3-2-15,-10 0 3 0,0-2-3 16,0-1 5-16,0-2-1 0,0 1-2 0,0-2 2 0,0 0 4 0,-2 0 2 16,-1 0 4-16,1-1-2 0,-2 1 6 0,0 0-4 15,-1 1 2-15,-1 1-3 0,-1 0 4 0,-2-1 8 16,-1 1-3-16,0 1 4 0,0 6-5 15,0 0-1-15,0-1-4 0,-8-18 1 0,8 19-9 16,-1 0-12-16,1-1-6 0,-17-9-5 0,17 10-36 16,0 0-39-16,-19-4-4 0,19 4-17 0,0 0-54 0,-23 5-73 15,23-5-24-15,-1 0-42 0,-21 5-319 0</inkml:trace>
  <inkml:trace contextRef="#ctx1" brushRef="#br0" timeOffset="3288.8">4988 1811 1623 0,'0'0'268'0,"0"0"-146"16,0 0 48-16,0 0-100 0,0 0 71 0,0 0-14 15,0 0 4-15,0 0-13 0,0 1-36 0,6 19-22 16,-6-20-6-16,0 1-5 0,5 15-21 0,-5-15-1 15,6 14-5-15,-3-6 0 0,1 0-8 0,-1 2-2 16,1 1 0-16,0 0-2 0,1 3 3 0,-1-1-1 16,1 0 0-16,0 1-1 0,-2-2 4 0,2 2-3 15,0-1 5-15,-2 0-6 16,0-1 4-16,-2-1 0 0,-1-1 0 0,0 1 0 0,-3 0-4 0,-3 0-1 16,0 2-4-16,-2-2 4 0,1 1 6 15,-3-1-18-15,0-3-22 0,1 0-9 0,0-1-150 16,0-2-133-16,2 0-33 0</inkml:trace>
  <inkml:trace contextRef="#ctx1" brushRef="#br0" timeOffset="4263.75">5293 1959 1696 0,'0'0'131'0,"0"0"27"0,0 0 33 0,0 0-41 0,0 0-7 0,1 0-17 0,-1 0-1 16,1 0-16-16,18-3-31 0,-19 3-19 0,0 0-3 15,0 0-7-15,22-6-24 16,-22 6-20-16,0 0 7 0,20-3-12 0,-20 3 6 0,0 0-3 16,20-3-3-16,-20 3 2 0,0 0-6 15,20-3 6-15,-20 3-29 0,0 0 3 0,1 0-188 0,17-3-134 16,-18 3-51-16</inkml:trace>
  <inkml:trace contextRef="#ctx1" brushRef="#br0" timeOffset="4464.46">5306 2078 1484 0,'0'0'243'0,"0"0"-94"0,0 0 56 16,1 0-121-16,16 2 56 0,-17-2-62 0,1 0 0 0,22-7-27 15,-23 7-40-15,16-4-4 0,-7 1 0 0,-1-1-2 16,2 0-8-16,2 0-3 0,-1 0-3 0,2 0 1 16,1-2-5-16,1 0-160 0,2 0 7 15,0 1-81-15,0-1-165 0</inkml:trace>
  <inkml:trace contextRef="#ctx1" brushRef="#br0" timeOffset="4811.13">5785 1815 1865 0,'0'0'130'0,"0"0"12"16,0 0 27-16,0 0-51 0,0 0 0 16,0 1-1-16,-6 14 6 0,5-5-19 0,-2 1-17 0,-7-4-25 15,7 4 2-15,-1 2-12 0,0 1-22 0,0 3-7 16,-1 2-6-16,-1 3 3 0,0 0-7 0,0 2-10 16,-1 0 3-16,-1-2-5 0,2 1-1 15,0-2 6-15,-2 1-5 0,2-1 6 0,1-2-8 0,-1-1 0 16,3-3 0-16,1-3-1 0,0-1-4 15,2-5-87-15,0-6 0 0,0 0-37 0,0 0-56 0,0 0 18 16,0 0-16-16,0 0 5 16,13-13-130-16</inkml:trace>
  <inkml:trace contextRef="#ctx1" brushRef="#br0" timeOffset="5067.53">5742 1819 1416 0,'0'-6'66'0,"0"6"95"0,0 0-110 15,0-1 21-15,0 1-9 0,0-1 8 0,0 1-31 0,1-1 28 16,-1 1-3-16,1 0 9 0,19-5-20 16,-20 5-14-16,0 1 7 0,20 11-7 0,-13-5 23 0,0-1 2 15,2 2-5-15,-4-2 4 0,2 1-3 0,1 0-7 16,-1-2 3-16,0 1-4 0,0 0 1 16,-1-1-5-16,-1 0-5 0,-5-5-2 0,0 0-20 0,1 1-6 15,-1-1 1-15,14 17-3 16,-14-17 2-16,0 0 12 0,0 1 0 0,-11 19 4 0,4-12-4 0,-2 0-40 15,-1 1-10-15,-2 0-16 0,-1 1-67 0,-2 0-42 16,0 0-18-16,0-2-16 0,1 0-128 16</inkml:trace>
  <inkml:trace contextRef="#ctx1" brushRef="#br0" timeOffset="5384.01">6169 1794 575 0,'0'0'310'0,"0"0"154"16,0 0 11-16,0 0-358 0,-19 4-29 0,11-2 27 16,-1 1 5-16,-2 3-11 0,0-1-34 0,-6-3-7 0,5 6 0 15,1 0-4-15,-1 0-5 0,0 2-9 0,1 0-4 0,1 0-3 16,-1 1-24-16,2 1 6 15,-1 2-7-15,0 2 6 0,3 1-6 0,-1 1-6 0,2 1 1 16,2 1-3-16,0-1-9 0,1-1 0 16,1-1-2-16,1 0 0 0,1-1 0 0,1-1-5 15,1 0 0-15,3-1-2 0,-2-1-8 0,3-2-6 16,0-2-2-16,0-3-8 0,1-1-66 0,2-3-37 0,-2-1-16 16,2-2-6-16,1-2-56 0,-1-2-156 15,1-2-202-15</inkml:trace>
  <inkml:trace contextRef="#ctx1" brushRef="#br0" timeOffset="5615.99">6147 1889 1690 0,'0'0'76'0,"0"0"99"0,-1 0-94 0,1 1 50 16,0-1-1-16,-10 22 13 0,8-15-28 0,2 1-7 0,-1 2-5 15,2 0-3-15,0 0-44 0,0 2-20 0,2 1-3 0,0 0-5 16,1 0-4-16,0-1-19 15,0 1 4-15,2-1-9 0,-1-2 6 16,2 0-10-16,0-1 1 0,0-1-5 0,1-1 7 0,1 0-10 0,-1-2 5 16,-1-1-6-16,1 0 3 0,-1 0-8 0,-1 0-3 15,-1-3-9-15,1 0-92 0,-1-2-72 0,0-1-20 16,1-2-22-16,-2 0-143 0</inkml:trace>
  <inkml:trace contextRef="#ctx1" brushRef="#br0" timeOffset="5800.1">6290 1947 1857 0,'0'0'102'0,"0"0"39"15,0 0-21-15,0 0 30 0,-1 0-25 0,1 1-28 0,-19 10-3 16,19-11-9-16,-11 12-12 0,4-4-34 0,-1 1 5 16,-1 1-16-16,-2 2-8 0,-1 0-12 15,-1 2 2-15,0 0-6 0,-3-1-3 0,0 0-1 16,1-3-6-16,0 3-4 0,2-2-77 0,0 1-102 0,1 0-24 15,0-4-36-15,3-1-189 0</inkml:trace>
  <inkml:trace contextRef="#ctx1" brushRef="#br0" timeOffset="5999.19">6270 1993 1500 0,'0'0'101'0,"0"0"224"0,16-1-258 0,-16 1 71 15,0 0-22-15,1 0 31 0,18 0-80 0,-19 0-12 0,0 0-7 16,21 0-2-16,-13 0-24 0,2 0-12 16,1-1 2-16,1 0-6 0,-1 0-2 0,1 0 2 15,1 1-6-15,0 0 5 0,-2-1-6 0,-1 1 1 16,-1 0 0-16,-1 0-6 0,2 2-73 0,-3-2-91 16,-1 1-11-16,-6-1-30 0,0 0-73 0</inkml:trace>
  <inkml:trace contextRef="#ctx1" brushRef="#br0" timeOffset="6200.72">6352 2057 1380 0,'0'0'309'0,"0"0"-148"16,0 0-9-16,-1 0-35 0,1 0 14 0,-1 0-29 0,1 0-7 16,0 0-8-16,0 0-28 0,0 0-12 15,1 0-3-15,21-1-3 0,-10-1-16 16,0 0-15-16,1-2 2 0,-1 2-8 0,1-1-3 0,-1 0 6 15,-1 1-5-15,0-1 3 0,0 1-15 0,-1-1-68 16,0 1-6-16,0-1-30 0,2 1-98 0,0 1-87 16,1-1-45-16</inkml:trace>
  <inkml:trace contextRef="#ctx1" brushRef="#br0" timeOffset="6427.5">6644 1902 1940 0,'0'0'77'0,"0"0"68"0,0 0-78 0,0 0 55 16,0 0-12-16,0 0 20 0,0 0-44 0,0 0-4 15,11 18-1-15,-11-17-4 0,0 16-16 0,-1-7-4 16,-1 3-4-16,0 1-1 0,-1 0-20 0,0 2-6 16,0-1-5-16,0 0 0 0,-1-1-12 0,1-2-4 15,-1 2-1-15,3-3-2 0,-1 1-3 0,0-3-3 16,1 0 2-16,1-1-6 0,0-1-47 0,0-7-105 15,0 1-9-15,0-1-33 0,0 1-36 0,0-1-30 16,1 1-16-16,16 11-28 0,-17-12-268 0</inkml:trace>
  <inkml:trace contextRef="#ctx1" brushRef="#br0" timeOffset="6667.81">6779 1862 2018 0,'0'0'160'0,"0"0"-59"15,0-1-12-15,0 1-9 0,0-1-16 0,0 1-6 0,0 0-10 16,0 0 5-16,1 0-4 16,0 0 3-16,-1 0 2 0,15 22-1 0,-12-11 6 0,-2 3-11 15,1 1 4-15,0 1-6 0,0 1-1 16,0 1-14-16,0 1 0 0,0 1-7 0,0-1-7 0,0 0-4 16,-2-2-3-16,1 0 1 0,-1 0-2 0,-1-1 0 15,1 2 0-15,-2-1-3 0,0-1-10 0,-1 0 12 0,0-3 1 16,-1-1 3-16,-1-2-14 15,-1-2-136-15,-1-2-7 0,1 0-56 0,-1-1-131 0,7-5 926 16</inkml:trace>
  <inkml:trace contextRef="#ctx1" brushRef="#br0" timeOffset="6967.02">7195 1984 2061 0,'0'0'152'0,"0"1"-69"16,0-1 83-16,-7 17-135 0,7-17 5 15,0 0 12-15,0 1-28 0,0-1-1 0,0 1-12 16,0-1-16-16,0 1-17 0,0-1 2 0,0 0-6 16,0 1 4-16,0-1-156 0,0 0-28 0,0 0 77 15,1 0 1260-15</inkml:trace>
  <inkml:trace contextRef="#ctx1" brushRef="#br0" timeOffset="7112.61">7331 1972 892 0,'0'0'124'16,"0"0"272"-16,0 0 198 0,1 0-539 16,9 17 63-16,-10-17 9 0,0 0 4 0,0 1-12 15,2 19-80-15,-2-20-19 0,0 1-6 0,0-1-7 16,0 1-57-16,0-1-147 0,0 1 0 0,0-1-65 16,0 0-157-16</inkml:trace>
  <inkml:trace contextRef="#ctx1" brushRef="#br0" timeOffset="7264.86">7510 1980 2034 0,'0'0'128'0,"0"1"-84"0,1-1-10 0,10 18-9 16,-11-18 42-16,0 0-32 0,0 1-2 0,0-1-11 0,7 18-13 0,-7-18-58 16,0 0-14-1,0 0-26-15,0 0-129 0,0 0-340 0</inkml:trace>
  <inkml:trace contextRef="#ctx1" brushRef="#br0" timeOffset="7368.29">7654 2009 1929 0,'0'0'59'0,"0"1"-46"0,0-1-21 0,8 18-23 0,-8-18-260 0</inkml:trace>
  <inkml:trace contextRef="#ctx1" brushRef="#br0" timeOffset="7815.3">8209 1809 1091 0,'0'0'232'0,"0"0"90"0,0 0 29 0,0 0-196 0,0 0-29 0,0 0-19 0,0 1 10 16,-7 16-23-16,6-8 6 0,-4-5-15 0,4 8-1 15,1 0-6-15,-1 2-8 16,-2 2-9-16,0 0 1 0,-1 4-6 0,-2 1-6 0,0 2-18 16,-1 3 2-16,-1-1-8 0,0 0-12 15,-1-4-4-15,1-2-3 0,0 0 1 0,0-1-8 0,-1-1 0 16,4-2 0-16,0-2 1 0,0-4-4 15,0-1-69-15,1-2 1 0,4-6-30 0,0 0-41 0,0 1-27 16,-1-1-2-16,1 0-14 0,0 0-59 0,0 0-205 16</inkml:trace>
  <inkml:trace contextRef="#ctx1" brushRef="#br0" timeOffset="8048.76">8144 1819 1685 0,'0'0'53'0,"1"0"11"0,-1-1-11 0,19-7 56 16,-19 8-8-16,0 0 17 0,23 0-46 16,-23 0 6-16,0 0 0 0,24 8 2 0,-16-2-11 0,1-2-12 15,-2 2-3-15,2-1-1 0,-1 2 3 0,-1 1 3 16,0-2 1-16,0 2-2 0,-3-1-10 0,1 0-15 16,-1 3 0-16,-3-1-4 0,0 0-5 0,-1 2 0 0,-2-1-2 15,-2 2 2 1,-1-1 2-16,-3-1-2 0,-1 1 0 0,-1-2-5 15,-1-1-40-15,0-1-107 0,-1 0-8 0,0-3-43 0,1 0-108 16,0 0-351-16</inkml:trace>
  <inkml:trace contextRef="#ctx1" brushRef="#br0" timeOffset="8360.35">8600 1843 1824 0,'-7'0'51'0,"-2"1"-16"0,1 0 40 0,-2 0 36 16,0 2 3-16,-1 2 5 0,-1 0-25 0,0 2-18 15,-1 0 2-15,1 1-11 0,0 3-20 0,1 0-26 16,0 3 7-16,0 2-10 0,0 0 14 0,1 3-2 15,1 0-2-15,0 1 1 0,1 1-8 16,2 0-3-16,2-2-1 0,-1 2-1 0,3-1-7 16,1 0-7-16,1 1-5 0,2-4 0 0,2-1-16 0,0-3-15 15,2-4 1-15,1-1-9 0,2-3-24 0,0-3-9 16,0-1 2-16,1-3-3 0,0-2 1 0,1-2-145 16,3-3-36-16</inkml:trace>
  <inkml:trace contextRef="#ctx1" brushRef="#br0" timeOffset="8584.44">8624 1906 1868 0,'-2'5'57'0,"0"2"18"0,2 1-10 0,0 1 65 16,2 2-7-16,-1-2 20 0,2 2-40 0,1 1-11 15,0 1-1-15,0 0-8 0,3 1-41 0,-2 0-15 16,0 0-3-16,2 0-3 0,-1-2-9 15,-1 0-7-15,1-1-1 0,0 0-1 0,1 0-2 0,1-2-14 16,-1-1 3-16,1-2-9 0,0-1-1 0,2-1-69 0,-1-2-10 16,1-2-28-16,1 0-81 0,-1-1-186 15,1-3-66-15</inkml:trace>
  <inkml:trace contextRef="#ctx1" brushRef="#br0" timeOffset="8785.65">8825 1953 905 0,'-5'-6'125'0,"1"4"318"0,4 2 194 0,-1 0-554 0,1 0 14 0,-17 2 26 16,17-2 2-16,-13 8 0 0,5-2-24 0,-1 1-24 0,-1 2 5 15,-1 1-16-15,-1 0-21 0,-1 2-6 16,0 1-8-16,-1 0 0 0,-1 2-29 16,1-1 4-16,-1 1-1 0,-2 0 1 0,1-1-4 15,-2 0-2-15,1-1-4 0,2-1-6 0,1-1-81 16,3-3-90-16,1-1-23 0,3-3-26 0,7-4-130 0</inkml:trace>
  <inkml:trace contextRef="#ctx1" brushRef="#br0" timeOffset="8983.94">8832 1947 2051 0,'0'0'74'0,"0"0"65"0,0 0-122 0,1 0 64 16,16 10-17-16,-17-10 28 0,0 0-41 0,1 0 19 15,0 1-7-15,18 15 9 0,-19-16-25 0,1 0-19 16,18 7 1-16,-18-7-10 0,16 5-14 0,-8-4-7 16,2 0-4-16,0-1-2 0,1 1-3 0,2-1 8 15,-1 0 0-15,0 0 0 0,0 0-23 0,-2 0-132 16,0 0 0-16,-3 0-52 0,0 1-55 0,-8-1-238 16</inkml:trace>
  <inkml:trace contextRef="#ctx1" brushRef="#br0" timeOffset="9160.5">8865 2063 1700 0,'0'0'281'0,"0"0"-192"15,0 0 63-15,0 1-120 0,0-1 107 0,0 1-49 16,0-1 6-16,0 1-29 0,1-1-39 0,17 13-13 16,-9-15-3-16,2 0-4 0,1-2-14 0,1-1 3 15,0-1-2-15,3 1-5 0,1 1-69 0,-1-3-61 16,1 1-5-16,-1-1-16 0,0 2-33 15,-1 0-71-15,0 2-42 0</inkml:trace>
  <inkml:trace contextRef="#ctx1" brushRef="#br0" timeOffset="9617.94">9247 1981 454 0,'5'-5'62'0,"-1"-1"281"0,-1 1 75 0,2 0-223 0,-2 0-27 0,-1 0 3 16,0-1 0-16,0-1-3 0,-1 0-22 0,1-1-19 15,-2-1 3-15,1 1-9 0,-1 0-13 0,0-2-16 16,0 3-8-16,-1-1-1 0,-1 1-13 0,0 1-9 15,-1-1 3-15,0 1-7 0,0 1-10 0,3 5-2 16,0 0-3-16,-1 0-1 0,-17-8-21 0,18 8-15 16,0 0-4-16,-20 4-1 0,11 1-11 0,0 1 7 15,-2 1-3-15,-1 1 3 0,0 1 3 0,1 1-5 16,0 2 6-16,2 2-5 0,1 0 5 0,0 0-1 16,1-2-1-16,2-1 1 0,0 1 1 0,2-3-10 15,3-1-6-15,0-2-3 0,0-6-19 0,0 0-19 16,0 1 9-16,0-1-10 0,20 9 42 0,-12-11 8 15,1-1 6-15,1-1-1 0,2 0 8 16,0-1-7-16,2-1 3 0,-1 1-3 0,0 0 8 0,-2 1 1 16,-1 0 0-16,-2 1-1 0,-1 1-2 0,-7 2 14 15,1 0-5-15,-1 0 7 0,16-1-7 0,-16 1 6 16,0 0-1-16,0 0 2 0,0 0-5 16,0 0-5-16,0 1 1 0,0-1-2 0,4 20 2 0,-4-20 2 15,0 0-1-15,-4 19 2 0,4-19 6 0,-3 16-6 16,-1-7 4-16,1 1-5 0,-1 2 0 15,-1 1-1-15,-1 0-6 0,-1 1 3 0,-1-1-7 0,1 2 0 16,-1 1 3-16,1-1-2 0,0-2-1 16,0-2-2-16,2-2-4 0,3-2-3 0,2-7-59 0,0 1-87 15,0-1-13-15,0 1-23 0,0-1-38 16,0 0-42-16,1 0-19 0,15 0-25 0,-8-7-215 0</inkml:trace>
  <inkml:trace contextRef="#ctx1" brushRef="#br0" timeOffset="9893.77">9398 1771 1540 0,'0'0'256'0,"0"0"-216"0,0 0 51 15,0 0-80-15,0 0 141 0,0 1-12 16,0-1 10-16,8 21-17 0,-8-21-35 0,4 17-17 15,-1-8 0-15,-1 2-5 0,2 1-2 0,-3 0-17 0,2 0 6 16,-1 2-9-16,-2 1 0 0,1 2-17 0,-1 2-3 16,-1 0-5-16,-1 1-9 15,0 0 1-15,0 0-3 0,-2 1 1 0,0-1-13 16,-3-2 2-16,1 1 2 0,-2 0-1 0,-1 0 3 0,1 1-2 16,-2 1-1-16,-2-2 1 0,1-1 3 15,0-1-35-15,0-3-25 0,1-2-17 16,0-3-176-16,3-3-190 0,0-3-130 0</inkml:trace>
  <inkml:trace contextRef="#ctx1" brushRef="#br0" timeOffset="10216.48">9713 1960 1692 0,'0'0'114'0,"1"0"-68"15,15-4 18-15,-7 2-15 0,1-1 119 0,0-1-82 16,2 0 4-16,1 0-34 0,-1 0-31 0,2 1-16 15,-2-1 3-15,3 1-7 0,-2-1 4 0,-1 1-7 16,1 1 0-16,-2 0-1 0,-1 1 0 0,0 0-52 16,-2 0-24-16,-1 0-25 0,-7 1-196 0</inkml:trace>
  <inkml:trace contextRef="#ctx1" brushRef="#br0" timeOffset="10384.6">9709 2076 2245 0,'0'0'2'15,"0"0"147"-15,19 8-42 0,-10-5 70 0,0-2-105 0,0 0-42 16,0-1-3-16,1 0-13 0,0-1-10 0,1-1-7 16,-1-2 2-16,2-2-9 0,1 2-59 0,1-2-118 15,1 0-22-15,2-3-41 0,0 1-172 16</inkml:trace>
  <inkml:trace contextRef="#ctx1" brushRef="#br0" timeOffset="10716.88">10439 1649 991 0,'0'0'716'0,"-1"0"-513"16,1 0-110-16,-1 1-29 0,-15 10 154 0,16-11-83 15,0 1 3-15,-8 18-33 0,5-11-13 0,0 2-20 16,1 0-1-16,-1 1-8 0,1 0-17 0,-1 2-22 15,1-1 1-15,-1 1-10 0,1-2-4 16,-1-1-10-16,1 0 5 0,-1-2-6 0,1-1 0 16,2-7 1-16,0 1-1 0,0-1-4 0,-5 17-35 15,5-17-134-15,0 0 1 0,0 0-54 0,0 0-57 16,-1 1-357-16</inkml:trace>
  <inkml:trace contextRef="#ctx1" brushRef="#br0" timeOffset="11000.96">10079 1933 1292 0,'0'0'146'0,"-1"0"556"0,1 0-706 16,-1 1 140-16,1-1-31 0,-3 17 64 0,3-17-74 0,1 0-2 16,20 9-10-16,-7-7 3 0,0-1-32 15,5-1-12-15,1 0-5 0,1-1-1 0,2-1-13 16,-1 1 4-16,3-1-5 0,0 0 2 0,2 0-6 15,-1 0-11-15,0 1 5 0,-1 0-9 0,-1-1-1 16,0 1 0-16,-3 0-1 0,2-2 0 0,0 1-3 0,0 0 2 16,0 0 1-16,-3 1 0 0,-2 0 3 15,-3-1-3-15,0 1-4 0,-3 0-3 0,-2 1-52 0,-3 0-44 16,-7 0-12-16,1 0-10 0,-1 0-38 16,1 0-63-16,-1 0-16 0,1 0-36 0,-1 0-219 0</inkml:trace>
  <inkml:trace contextRef="#ctx1" brushRef="#br0" timeOffset="11283.02">10350 2011 1783 0,'0'0'66'0,"0"0"-1"0,-1 0 106 0,0 1-12 16,-13 18 19-16,14-19-28 0,-9 15-41 0,3-7-14 0,-1 1-7 15,-1 0-3-15,-1 0-34 0,0 1-20 16,-1 0-3-16,0 3-7 0,1 0-18 0,0 2 0 16,0-1-1-16,0-2 1 0,1 1 4 15,1-2-9-15,0-1-2 0,1-1-10 0,2-2-65 16,4-7-94-16,0 1-16 0,0-1-33 0,0 1-115 15,0-1-354-15</inkml:trace>
  <inkml:trace contextRef="#ctx1" brushRef="#br0" timeOffset="11567.64">10435 2087 1264 0,'5'-3'115'16,"-5"3"-23"-16,0 0 0 0,0 0 8 0,0 0 68 0,0 0-51 15,1 0-4-15,0 0-15 0,-1 0-24 0,0 1-19 16,-1 15-6-16,-2-8-2 0,-2 0-5 0,2 0 31 15,-2 2-7-15,2 1 13 0,-1 0-25 16,1 0-14-16,0 0-3 0,3-1-5 0,-1-1-19 16,2-2-9-16,1 0 4 0,2-2-6 0,1-1 11 0,2-2 3 15,1 0 1-15,1-3 1 0,2-1 4 0,1-1-3 16,3-1 3-16,2-1-2 0,-2-1 0 16,1-1 19-16,-1-1-6 0,-3 2 11 0,-1 0-16 15,-3 0-8-15,-1 2 4 0,-4-1-2 0,0 0 31 0,-2-1-10 0,-1 1 8 16,-3 0-9-16,-1-1-4 15,-2 0-34-15,-2-1-6 0,-2 2-9 0,0 0-18 16,-3 0-32-16,0 2-9 0,0 0-16 0,0-1-102 0,1 2-161 16,1-2-160-16</inkml:trace>
  <inkml:trace contextRef="#ctx1" brushRef="#br0" timeOffset="29437.67">7359 2291 159 0,'0'0'112'0,"0"0"125"0,0 0 32 16,0 0-12-16,0 0-34 0,0 0-91 0,0 0 10 16,0 0-23-16,0 0-2 0,0-1-16 0,0 1-2 0,0-1-6 15,0 1-1-15,-1-1-5 0,1 1 3 0,0-1-5 16,0 1-5-16,-1 0-11 0,1-1 0 15,0 1-5-15,0-1-15 0,0 1 6 16,0-1-5-16,-1 1 6 0,1-1-17 0,-1 1-13 0,1 0-3 0,-1-1-4 16,1 1-6-16,-1-1 7 0,1 1 0 0,0-1 2 15,0 1-5-15,0 0-3 0,0 0-2 0,0-1-1 16,0 1-6-16,0 0-1 0,0-1 3 0,0 1-2 16,0 0-3-16,1-1 1 15,-1 1-2-15,18-8 2 0,-18 8-5 0,0 0 4 16,1 0-2-16,-1 0 4 0,18 2-2 0,-18-2-2 0,1 0-2 15,-1 0-1-15,16 3 2 0,-16-3 2 0,0 0 2 16,1 0 0-16,15 5-1 0,-16-5-1 0,0 0 0 16,0 0-1-16,1 1 0 0,0-1 7 0,15 12-6 0,-16-12 7 15,0 0-9-15,0 1 1 16,0-1 3-16,0 1-1 0,0-1 11 0,0 1-12 0,7 16 3 16,-7-17-4-16,0 0 5 0,0 0 0 0,0 1 1 0,-3 15-2 15,3-16-2-15,0 0 0 0,0 1 1 0,-10 15 0 16,10-16 7-16,0 1-10 15,0-1 3-15,-10 19-5 0,10-19 5 0,0 0 0 0,-1 1-2 16,-12 16 1-16,13-17 0 0,0 0 1 0,-1 1-3 16,-10 15 1-16,11-16-1 0,0 1 0 0,-1-1 3 0,-9 17 0 15,10-17 1-15,0 0 0 0,0 1-5 0,-9 15 3 16,9-16-2-16,0 0-2 0,0 1 2 0,-9 16-1 16,9-17 5-16,0 1-3 0,-1-1 3 15,-10 19-4-15,11-19-2 0,0 0 4 0,0 0-2 0,-13 18 3 16,13-18-3-16,0 0-1 0,0 1 2 15,-12 17-1-15,12-18 0 0,0 1-1 0,0-1 3 16,0 0 0-16,-12 18 3 0,12-18-2 0,0 1-3 0,0-1 0 16,0 1-1-16,-8 16 0 0,8-17 4 15,0 0-1-15,0 0 6 0,0 0-1 0,0 1-1 16,-5 15 1-16,5-16 1 0,0 0 1 0,0 0 3 16,0 1 0-16,0-1 6 0,0 1-1 0,0-1-5 0,0 1 3 15,0-1-2-15,0 1-3 16,0-1 4-16,0 0-4 0,0 1 4 0,0-1-2 0,1 1-2 15,11 15-1-15,-12-16-4 0,0 0 2 0,0 0-4 16,1 0 2-16,-1 0-4 0,16 3 2 0,-16-3 1 16,0 0-1-16,1 0 0 0,0 0-3 15,-1 0 3-15,18 5-3 0,-18-5 5 0,0 0-5 0,0 0 3 0,0 0-3 16,0 0 9-16,1 0-7 0,16 3 2 0,-17-3-4 16,0 0 5-16,0 0-5 0,0 0 1 15,0 0-1-15,0 0 6 0,0 0-1 0,0 0-2 0,0 0 0 16,0 0-1-16,0 0-15 15,0 0-17-15,0 0-10 0,0 0-130 0,1 0-75 16,-1-1-14-16,13-17-26 0,-13 18-112 0</inkml:trace>
  <inkml:trace contextRef="#ctx1" brushRef="#br0" timeOffset="30619.48">7273 2712 1087 0,'0'0'178'0,"0"0"-57"0,0 0 57 16,0 0-94-16,0 0 116 0,0 0-25 0,0 0-3 0,0 0-16 16,0 0-58-16,0 0-13 0,0 0-2 0,0 0-5 15,0 0-12-15,0 0-15 16,0 0-3-16,0 0-4 0,0 0-12 0,0 0 7 15,0 0-4-15,0 0 3 0,0 0-13 0,0 0 7 16,19-5-2-16,-19 5 2 0,0 0-5 0,1 0-3 16,18 0 1-16,-19 0-2 0,1 0-3 0,16 0-9 15,-17 0 0-15,0 0-4 0,20-1-2 0,-20 1 4 16,0 0-3-16,19 2 3 0,-19-2-7 0,0 0 2 16,19 1 6-16,-19-1-2 0,1 0 6 0,20 2-9 15,-21-2 1-15,1 0-2 0,21 1 14 0,-21-1-14 16,-1 0 5-16,23 0-8 0,-22 0 6 0,0 0 4 0,20 2-3 0,-21-2 3 15,1 0-2-15,19-3 1 16,-20 3 2-16,0 0-2 0,19 0 3 0,-19 0-5 16,0 0 0-16,17 0-3 0,-17 0-2 0,0 0 0 0,1 0 5 0,20 1-2 15,-21-1 5-15,0 0 5 16,0 0-5-16,19 2 5 0,-19-2-8 0,1 0 2 16,-1 0 0-16,16-2 1 0,-16 2 5 0,1 0-8 15,-1 0 3-15,0 0-5 0,20-1 1 0,-20 1-4 16,0 0 2-16,0 0-2 0,20 0 4 0,-20 0-4 0,0 0-1 15,1 0 1-15,18-2 4 0,-19 2-7 16,0 0 1-16,1 0-4 0,-1 0 2 0,19-2-1 16,-19 2 2-16,0 0 0 0,1 0 1 0,-1 0-1 0,0 0 0 0,1 0-1 15,15 0-7-15,-16 0-109 0,0 0-5 16,2 0-46-16,-2-1-100 0,0 1-58 16,0-1-28-16,17-19-28 0,-17 20-289 0</inkml:trace>
  <inkml:trace contextRef="#ctx1" brushRef="#br0" timeOffset="31372.1">7384 2169 59 0,'0'0'215'0,"0"0"-25"0,0 0 5 16,0-1-25-16,0 1-72 0,0-1-1 15,-1 1-2-15,1 0 0 0,-9-17-10 0,9 17-10 16,0 0 4-16,0 0-6 0,0 0 4 0,0 0-9 0,-1 0 1 16,1 0-3-16,-1-1-1 0,1 1-1 0,0-1 4 15,-1 1-2-15,0 0 0 0,-15-5 3 0,16 5-4 16,0 0 5-16,-1 0-3 0,1 0-2 0,-1 0-2 15,-14 7-1-15,15-7-7 0,0 0-9 0,-1 1 0 0,0-1-3 16,-12 19-8-16,13-19-8 16,0 1 0-16,-12 15-3 0,12-16-4 0,-10 13 5 0,6-5-6 15,-1 0 5-15,0 0-9 0,0 0 0 16,0 1 1-16,1-1-2 0,1 1 0 0,-1 0-8 0,1 1 3 16,-1-1-4-16,1 1 6 0,-1 2-7 0,0-1 0 15,-1 2-2-15,2 2 1 0,-1 0-2 0,0 2 3 16,0 0-3-16,1 0-1 0,0 0 0 15,0-1-1-15,0 0 1 0,1-1 4 0,0-1-3 0,2-1-1 16,-1-1 0-16,1 0 0 0,2 1-2 16,-1 1 2-16,1 1-2 0,0-2-1 0,0 0 2 0,0 0-1 15,0-2 2-15,-1 1-4 0,0-2 1 16,0 0-3-16,1 0 3 0,0-1-6 0,-1-1-130 16,1-1 2-16,-2-7-60 0,0 0-118 0,7 17-350 15</inkml:trace>
  <inkml:trace contextRef="#ctx1" brushRef="#br0" timeOffset="31971.56">7748 2224 1954 0,'0'0'64'16,"0"0"49"-16,0 0-103 0,1 0 79 15,-1 0-10-15,1 0 29 0,-1 0-32 0,0 0-30 16,1 0 3-16,16 12-12 0,-17-12-6 0,0 1-7 15,3 16-5-15,-3-17 1 0,0 17-4 0,1-9 20 16,-1 2-4-16,1 0 8 0,-1 0-5 0,-1 2 0 16,0 2-1-16,1 1-1 0,-1 1-2 0,-1 1 2 0,2 0-6 15,-2 0 2-15,-1 1-13 0,1 1-2 16,-1-1 4-16,-1-1-5 0,0 0 0 0,0 0 2 16,-1 1 1-16,0 2-1 0,0 1 2 0,-1 0-8 15,-1-1-1-15,1 0-1 0,-1 0 4 0,0-2-7 16,0-1 2-16,0-4-4 0,1 1 5 0,0-2-2 15,1 0 0-15,0 0-1 0,0-2 1 0,0-1-32 16,1-2-30-16,0 0-13 0,4-7-202 0,0 0-162 16,0 0-113-16</inkml:trace>
  <inkml:trace contextRef="#ctx1" brushRef="#br0" timeOffset="35339.11">6738 2665 1309 0,'0'0'64'0,"0"0"-19"0,0 0 8 0,0 1-38 16,0-1 11-16,0 1 53 0,-2 18 1 0,2-19 5 15,0 0-8-15,0 0-29 0,0 0 4 0,0 0-14 16,0 1-4-16,0-1 17 0,1 1-6 0,-1-1 10 16,17 13 3-16,-17-13 6 0,1 0-3 15,20-5 1-15,-12 4-9 0,0-2-4 0,-2 0 1 16,1 1-3-16,0-1-14 0,-1 0-13 0,0 0 6 0,-1 1-8 16,-6 2-6-16,0 0 1 0,1 0-4 0,-1 0 4 0,1-1-3 15,-1 1 4-15,1-1-2 0,0 1 4 16,-1 0 11-16,0-1-8 0,0 1 10 0,1-1-8 15,-1 1 4-15,0-1-6 0,0 1-6 0,0-1 4 16,-1 1 3-16,1 0-15 0,-20-5 5 0,20 5-9 0,-15 1 6 16,8 0-4-16,-2 1 1 15,2-1-3-15,0 1 5 0,-4 1-6 0,3 0 1 0,-1 0-2 16,0 1 9-16,3-2-7 0,-1 2 0 0,0 0-4 16,2 0 3-16,-1 1-1 0,6-5 1 0,-1 0-2 15,1 1 4-15,-1-1-4 0,-16 10 0 0,17-10-4 16,0 0-12-16,0 0-12 0,0 0 4 0,0 0-5 15,0 0 13-15,0 0 5 0,0 0-3 0,1 0 5 16,18 4 7-16,-19-4-5 0,1 0 4 0,-1 0-5 16,19-2 4-16,-19 2-130 0,1 0-12 15,-1 0-64-15,20-2-288 0</inkml:trace>
  <inkml:trace contextRef="#ctx1" brushRef="#br0" timeOffset="45057.97">1151 3443 1876 0,'0'0'108'0,"0"0"10"0,0 0 20 0,0 0-49 0,0 0-6 0,1 0-23 0,-1 0 2 0,20 8-8 0,-20-8 4 0,7 6-12 15,1 0 0-15,0 2-5 16,1 0-6-16,-4 1 12 0,4 1-1 0,-2 0 6 16,2 1 3-16,-4-1-10 0,2 0 2 15,1 1-6-15,0-2-2 0,1 1-13 0,1-2-2 0,0 1-4 16,-1-1-8-16,0 0 1 0,1 1-3 0,0-1 1 16,-1 0-9-16,-1 0-1 0,0-1 0 0,-1 0 1 15,1-2 7-15,-1 0-9 0,-1-1 4 16,0-1-5-16,0-1-8 0,-6-2-101 0,0 0 5 0,1 0-43 15,16-2-41-15,-17 2-74 0,1 0-22 0,-1 0-33 16,18-21-221-16</inkml:trace>
  <inkml:trace contextRef="#ctx1" brushRef="#br0" timeOffset="45289.6">1404 3410 1767 0,'0'0'294'0,"0"0"-165"16,0 0 51 0,0 0-100-16,0 0 64 0,0 0-25 0,-1 1 0 0,-13 15-12 0,7-8-26 15,-1 2-10-15,-3 1-2 0,-1 1-4 0,-2 2-23 16,-2 1-20-16,0 2 0 0,-2-1-9 16,0 0-8-16,1 0 1 0,0-2-2 0,2 0-3 15,0-2-36-15,2-1-241 0,-1 0-7 0,2 0-114 16,2 0-341-16</inkml:trace>
  <inkml:trace contextRef="#ctx1" brushRef="#br0" timeOffset="46538.98">1179 4060 1179 0,'0'0'212'0,"0"0"-64"0,-1 0 113 0,0 0-53 0,-14-6-47 15,15 6-3-15,0 0-61 0,-1 0-6 0,0 0 1 0,1 0-19 0,-23 7-15 16,23-7-2-16,0 0-6 16,0 0-12-16,-1 1 0 0,-16 18-4 0,17-19 1 15,-7 15-10-15,2-8 4 0,0 2-1 16,2-1 1-16,0 1-8 0,0 1 1 0,-1 0-5 0,2 1 3 16,0 0-8-16,1 0-3 0,0 1-2 15,2-1 0-15,0 1-7 0,-1-2 1 0,2 1 1 0,0-1-1 16,2-1 4-16,0 0-6 0,-1 0-1 15,2-1-3-15,-1-1-4 0,1-1 9 0,1-2-1 0,-1 0 3 16,2-1 0-16,0-1 4 0,1-1-2 16,-1-2 2-16,1 0 3 0,-1-2-2 0,0 0 2 0,1-1-3 15,0-1-6-15,-1-1 6 0,-1-2-5 0,2 1 6 16,0 1-5-16,0-1 2 0,-1 1 2 0,0-3-1 16,0 0 1-16,0 0-1 0,0-1-3 15,0 0 3-15,-1-1 4 0,1-1 2 0,0 0 3 16,-1-1-2-16,1 0 0 0,-2 0 6 0,-1 1-1 0,-1-1 2 15,-1 1 0-15,-2 0 0 0,0 1-3 0,-1 0 3 16,0 2 1-16,-2 1 2 0,-1 0 3 0,1 1-1 16,-2 1 5-16,0 2-17 0,1-1 8 0,-2 3-9 15,0-1 6-15,0 1 0 0,-1 1-8 0,7 1 4 0,0 0-12 16,-20 0-4-16,20 0 5 0,0 0-5 16,-23 8 3-16,16-3-3 0,-3 0 0 0,2 0 0 0,-2 0-5 15,1 1-15-15,0 0-34 16,0 1-2-16,1-1-188 0,1-1-285 0,-1 0-180 0</inkml:trace>
  <inkml:trace contextRef="#ctx1" brushRef="#br0" timeOffset="47405.7">2269 3284 1595 0,'0'0'69'0,"0"0"37"0,0 0 22 0,0 0-4 16,0 0 2-16,0 0-28 0,0 0-9 15,0 0 7-15,0 0-15 0,0 0-13 0,0 0-1 0,0 0-7 16,2 19-19-16,-2-19-9 15,0 1 2-15,8 18-4 0,-3-11-7 0,-1 1-4 0,1 0 0 0,0 0-1 16,0 0 8-16,0 0-11 0,0 1 2 16,0 0-7-16,0 1-1 0,-2-1-4 0,0-1-1 0,1 2 0 15,-2-2-2-15,1 0-2 0,2 0 2 16,-2-2-2-16,0-1 4 0,-3-6 0 0,0 0-1 16,1 1-4-16,0-1-63 0,18 11-83 0,-19-11-8 15,0 0-22-15,1 0-19 0,18-9-38 0,-19 9-10 16,1 0-18-16,18-16-119 0</inkml:trace>
  <inkml:trace contextRef="#ctx1" brushRef="#br0" timeOffset="47888.85">2505 3289 1700 0,'0'0'70'0,"0"0"47"0,0 0-18 0,0 0 30 16,0 0-16-16,-1 0 6 15,1 1-5-15,-1-1 2 0,-17 15-25 0,18-15-13 0,-1 0-2 16,-15 16-5-16,10-10-17 0,-1 1-7 0,-2 1 0 16,1-1-4-16,-1 1-18 0,0 0-16 0,-1 0-1 0,-1-1-3 15,0 1 1-15,1-2-2 0,-1 2-1 0,2-1-1 16,-1-1 3-16,4-1-5 0,-1-1 1 0,7-4-2 16,0 0-4-16,0 0-17 0,-1 0 0 0,1 0-8 15,-1 0-16-15,1 0-17 0,0 0 3 0,-1 0-4 16,0 0 30-16,1 0 16 15,-1 0 5-15,1 0 1 0,0 0 8 0,0 0-10 16,0 0 7-16,0 0-5 0,0 0 31 0,0 0 0 0,0 0 4 16,0 1-2-16,0-1 9 0,0 0-6 0,6 18 1 15,-6-18-4-15,0 1 2 0,0-1 8 0,2 17-3 16,-2-17 5-16,0 1-2 0,2 19 2 0,-2-20 2 0,0 17-1 16,1-8-4-16,1 2 5 15,-2 0-1-15,1 1 4 0,0-1 8 0,-1 1-7 16,-1-1-3-16,1-1 0 0,-1 0 2 0,1 2 1 0,0-1 5 15,0 0-4-15,0 1-6 0,0-1-3 0,-1-1-7 0,0 1 3 16,0-2-10-16,1-1-5 0,-2 1 5 16,1-2-6-16,0 0-3 0,0-1-2 0,1 1-3 0,0-7 1 15,0 0-4-15,0 1 4 0,0-1-3 16,-3 17 3-16,3-17-4 0,0 0-111 0,0 0-5 16,0 0-53-16,0 0-155 0,0 0-205 0,0 0 806 15</inkml:trace>
  <inkml:trace contextRef="#ctx1" brushRef="#br0" timeOffset="53269.52">2385 3962 715 0,'0'0'199'15,"0"0"-69"-15,0 0 111 0,-1 0-65 0,1 0-45 0,-1 0-3 16,-17 8-71-16,18-8 1 0,0 0-3 0,-1 1 26 15,-18 8-16-15,19-9 4 0,-1 0-10 0,1 1-7 16,-1-1 4-16,-16 16 4 0,17-16 0 0,0 0-2 16,0 1-12-16,0-1-3 0,0 0-2 15,0 1-6-15,-13 18-4 0,13-19-3 0,0 0-1 16,0 1-7-16,-7 16-4 0,7-17 2 0,0 0-2 16,-8 18-3-16,8-18-6 0,-5 14 0 0,3-5-1 0,-1-1 3 0,1 0 6 15,0 0-3-15,1 1 4 16,1-1-9-16,0 1 1 0,0 0-1 0,0 0 0 0,0 0-2 15,-1 0-2-15,2 0 0 0,-1-1-2 16,1-1-1-16,1 0 0 0,0 0 0 0,-1 0 0 0,3 0-1 16,-1-1 0-16,-1-1-3 0,2-1 3 0,1 0-5 15,-5-4 6-15,1 0-2 0,-1 0 3 16,18 7-1-16,-18-7-4 0,1 0 7 0,17 4-6 0,-18-4 5 16,1 0 1-16,19-1-1 0,-19 1 2 15,15-2 8-15,-7-1-12 0,0-2 5 0,0 1-7 16,1 0 5-16,-1 0 4 0,1 0-1 0,-1-2 1 15,2-1-5-15,-1 0 5 0,0-2-7 0,-1 1 5 0,0-1-5 0,-1 1 6 16,0 0 2-16,-1-1 3 0,-1 1 2 16,-1 0 7-16,-1 0 0 0,1 1 3 15,-2 0 10-15,0 0-5 0,-1-1 4 0,0 1-3 16,-2 0 5-16,0-1 0 0,0 1-1 0,-3 0 1 0,2 1-3 16,0-1-9-16,-2 0 5 0,1 3-6 15,2 4-3-15,0-1-6 0,-1 1-1 0,-11-17 0 16,12 17 2-16,0-1-2 0,-1 1-1 0,0-1-1 15,-16-12-5-15,17 13-1 0,0 0-1 0,-1 0 1 16,-16-3-1-16,17 3-6 0,-1 0 5 0,-18 2-3 16,19-2 5-16,0 0-4 0,-22 3-1 0,21-3-2 0,-15 3 2 0,16-3-2 15,-1 0 0-15,-22 5 0 16,22-5-5-16,1 0-48 0,-22 4 6 0,22-4-22 16,0 0-16-16,-1 0-47 0,-17 4-24 0,18-4-16 15,0 0-140-15,0 0-320 0</inkml:trace>
  <inkml:trace contextRef="#ctx1" brushRef="#br0" timeOffset="63302.41">1202 4663 1364 0,'0'0'252'16,"0"0"-96"-16,0 0 140 0,0 0-114 0,0 0-33 0,0 0 14 15,-1 0-55-15,1 0-3 0,0 0-4 0,-1 0-18 0,1 0-26 16,-1 0-4-16,-14-1-7 0,15 1-14 16,0 0 5-16,0 0 2 0,-2 0-1 0,-6 20-1 0,8-20-14 15,0 0 4-15,-7 17-7 16,4-10-4-16,1 2-2 0,-1 2 0 0,0 1 0 0,0 1 1 16,-1-1-3-16,1 1-4 0,-1 0 2 15,-1 0 1-15,2 0-3 0,-1 0 0 0,1-3-3 0,1 1-3 0,-1-2 3 16,2-2 3-16,1-7 0 0,0 1 12 15,0-1-5-15,0 0 5 0,-4 18-5 0,4-18 1 16,0 0-14-16,0 0-3 0,0 0-2 0,0 0 3 0,0-1-5 16,0 1 0-16,13-22-2 0,-9 14 3 0,-1-2 2 15,2 0 4-15,-1-1-2 0,-1-2 3 0,2 0-5 16,-1-1-1-16,0 0-2 0,1 0 6 0,0-1 2 16,-1 0-1-16,0 2 0 0,1 2 0 0,-1 2 0 15,0 1 1-15,0 2-1 0,-1-1-3 16,0 2 9-16,-3 5-7 0,0-1 9 0,0 1-4 0,0-1 0 15,0 1 6-15,0-1-5 0,0 1-1 0,0 0 3 16,0 0-5-16,0 0 6 0,0 0-1 0,0 0-2 16,0 1-2-16,-1 18 1 0,1-18 4 0,0-1-3 15,-9 24 7-15,5-12-6 0,0-1 4 0,-1 4 0 16,0-2-1-16,-1 2 1 0,1 0 5 0,-2 0-8 16,1 1 2-16,-1-2-4 0,0 0 3 0,1-1-7 15,0-1 2-15,1-1-3 16,0-1 4-16,0-2-11 0,1 1 5 0,0-2-7 0,1 0 6 15,1 1-58-15,-1-3-54 0,3-5-21 0,0 1-338 16</inkml:trace>
  <inkml:trace contextRef="#ctx1" brushRef="#br0" timeOffset="68452.86">2240 4565 2242 0,'0'0'64'0,"0"0"4"0,-1 0 20 0,1 0-12 16,0 0 7-16,-1 0-31 0,-16 3-4 0,17-3 10 0,-1 0 25 16,0 0-21-16,-17 6 4 0,18-6-10 0,0 0 2 0,0 1-17 15,0-1 2-15,0 0-9 0,0 1-7 0,-1-1 5 16,1 1-7-16,0-1 6 16,0 1-11-16,0-1-8 0,8 17 0 0,-8-17-3 0,1 0 6 0,21 1-5 15,-12-2 4-15,2 1-5 16,-1-1 4-16,1 0-3 0,0 1 6 0,1 0-5 0,-1 0 4 0,0 0-2 15,-2 2-5-15,0-1 3 16,0 2 1-16,1-1 1 0,-1 1-3 0,0 1 2 0,-2 0-3 0,-1 1-1 16,0 1 3-16,-2-1-2 15,-1 0-1-15,-2 1 10 0,-2-6-2 0,0 0 6 16,2 19 2-16,-2-19-2 0,0 0-1 0,-11 20-1 16,5-13-5-16,-3 2 0 0,-1 1 2 0,-1 2-3 15,-1-1-8-15,-1 3-2 0,1-1 2 0,0 0-1 16,0-1 1-16,0 1-2 0,2-2-3 0,-1 1 2 0,3-3 6 15,0 0-11-15,2-1 7 0,1-3-8 16,0 1 11-16,5-6-8 0,0 1 0 0,0-1-2 16,0 0 2-16,0 1 0 0,0-1 0 0,0 1-1 0,0 15 2 15,0-16 2-15,1 0-3 0,-1 0 2 0,17 7-2 16,-17-7-2-16,0 0 0 0,20 4 0 16,-10-2 6-16,-2-2 2 0,2 1 0 0,-1 0-1 15,1-1 1-15,1 2-2 0,0-2 2 0,0 1-3 16,1 0-3-16,0-1-1 0,0 1 1 0,-1-1 0 0,-2 0 0 15,0 1-5-15,-2 0-1 0,1 1-1 0,-2-2-2 0,1-1-156 16,-1 0-10-16,0 0-67 0,1-2-162 16,2 0-231-16</inkml:trace>
  <inkml:trace contextRef="#ctx1" brushRef="#br0" timeOffset="73359.89">978 5189 1365 0,'0'0'72'0,"0"0"79"15,0 0 31-15,0 0 9 0,0 0 2 0,0 0-49 16,-1 0-12-16,1 1 8 0,0-1-34 0,-1 0-27 15,1 0 4-15,-1 1-12 0,1-1-6 0,0 0-10 0,-1 1-1 16,0-1-2 0,1 1 0-16,0-1-5 0,0 0-2 0,0 0-2 0,0 0-3 0,0 0-14 15,0 0 5-15,0 0-9 0,0 0 3 0,19 4 3 16,-19-4-1-16,1 0 1 0,-1 0 0 0,17-2-6 16,-17 2 0-16,0 0-3 0,17 0 7 0,-17 0-11 15,0 0 1-15,20 0-6 16,-19 0-1-16,-1 0-4 0,21 5 4 0,-21-5-5 15,1 0 1-15,15 8 2 0,-16-8-2 0,1 0 2 0,-1 0-7 16,0 1 6-16,16 17-4 0,-16-18 7 0,0 1 2 16,0-1 0-16,2 19 2 0,-2-19-2 0,0 0 4 0,-6 18-6 15,6-18 1-15,-10 13-4 0,3-5-1 0,-1 0 2 16,-1 0-2-16,0 0 3 0,-1 1-8 16,0-1 1-16,2 0 0 0,0 0 1 0,0 0 0 0,-1 1-1 15,0-1 4-15,1 0-3 0,0 0 5 16,1-1-8-16,0-1 1 0,3 0-3 0,-1 0 7 0,0-2-3 15,5-4-2-15,0 1 0 0,0-1 0 0,0 0-4 16,-1 1 5-16,0-1-2 0,1 1 2 16,0-1 7-16,-3 16 0 0,3-16 3 0,0 0 5 0,0 0-5 15,17 0 3-15,-17 0-4 0,0 0 4 0,18-2-9 16,-18 2 3-16,1 0-4 0,16-2 6 16,-17 2-4-16,1 0 2 0,20 0-4 0,-21 0-3 0,1 0 9 15,22 0-5-15,-13 0 7 0,0 0-9 16,1 1 6-16,-2 0-4 0,0-1 3 15,-1 1-9-15,1 0 9 0,-2 1-2 0,-1-2 4 0,-6 0-7 16,1 0 1-16,-1 0 0 0,17 5 0 0,-17-5-3 0,0 0 0 16,0 0 0-16,0 0-6 15,0 0-54-15,1 0-166 0,-1 0-44 0,0 0-72 0,1 0-434 0</inkml:trace>
  <inkml:trace contextRef="#ctx1" brushRef="#br0" timeOffset="80326.28">2355 5168 469 0,'0'0'219'16,"0"0"-15"-16,0 0 97 0,0-1 9 0,0 1-55 0,0-1-42 0,0 1-67 15,0-1 1-15,0 1-8 0,0-1-23 16,-1 1-20-16,1 0-5 0,-1 0-5 0,1 0-24 0,0 0-9 15,-1 0-2-15,-16 11-1 16,16-2-8-16,-1 0 0 0,0 1-2 0,1 1 2 16,-2 2-6-16,2 0 0 0,-1 2 2 0,1 0-1 15,0-1 5-15,-2-1-3 0,0 2-3 0,1-1 0 16,0 1-5-16,1 1-11 0,-1 0 5 0,-1 1-9 0,1-1-4 0,-2 0 5 16,2-3-9-16,-2-2 7 0,2-2-3 15,0-1-9-15,2-8 7 0,0 0-8 0,0 0 11 0,0 1-5 16,0-1 0-16,0 1-2 0,0-1-4 15,0 0-5-15,0 0 3 0,0-1-5 16,-4-19 0-16,5 11 1 0,0-2-3 0,-1 0 5 0,1-1 2 0,-1 0-1 16,0-1 1-16,0 0-3 15,1 1-2-15,-1-1 0 0,1 1-1 0,-1-2 2 0,1-1 3 16,1 0-3-16,-2 0 0 0,3 0-1 16,0 1 1-16,0 1-7 0,0 1 8 0,0 1-6 15,0 2 14-15,0 2-3 0,0 1-1 0,-2 0 0 0,-1 6 6 0,0 0-1 16,0 0 0-16,0 0 0 0,1 0 6 15,-1 0 5-15,0 0 0 0,1 0 0 0,0 0-9 0,-1 0 4 16,8 16-3-16,-8-15 4 16,-1 16 0-16,-1-7-5 0,2 1 1 0,-2 1-3 15,1 0 2-15,-1 0-6 0,0 0 8 0,1 1-6 16,-1-1 13-16,0 0-14 0,1-1 1 0,-1-1-5 0,1 1-1 16,0-2 5-16,0 0 0 0,-2-1 3 15,2-1-2-15,0 0-2 0,1-7 2 0,0 0-3 16,0 1 2-16,0-1 0 0,0 1-3 0,0-1 2 0,0 1-3 15,0-1-29-15,0 0-11 0,0 1-15 0,0-1-121 0,0 1-97 16,0-1-37-16,0 0-33 16,0 0-268-16</inkml:trace>
  <inkml:trace contextRef="#ctx1" brushRef="#br0" timeOffset="85967.34">952 5753 672 0,'0'0'181'0,"0"0"134"0,0 0 34 0,-1 0-105 0,1 0-33 15,-17-4-59-15,17 4 0 0,0 0-13 0,0 0-22 16,-1 0-11-16,1 0-1 0,-16-2-5 0,16 2-16 16,0 0-19-16,0 0-1 0,0 0-9 15,0 0-30-15,0 0-1 0,0 0-7 0,0 0 7 16,0 1-2-16,0-1-5 0,0 1 5 0,0-1-6 16,1 1 1-16,16 9 4 0,-17-10-6 0,0 0 5 15,18 1 1-15,-18-1-5 0,1 0 4 0,21 2-5 16,-21-2 3-16,-1 0-8 0,21 3 4 0,-21-3-4 15,0 0 3-15,0 0-3 0,19 9 1 0,-19-9-2 16,0 0 3-16,1 1-2 0,-1-1 0 16,10 19-2-16,-10-19 3 0,0 1 3 0,0 15-1 0,0-16 2 15,0 1-11-15,-6 16 3 0,6-17 0 0,0 1 3 16,-12 19-5-16,8-13 0 0,-2 1-2 0,0 0 2 16,-1 0 1-16,0-1-3 0,0 1-2 0,1-2 1 15,-1 1-3-15,2-1 5 0,0-2-4 0,0 1 5 16,0-1-1-16,5-4-3 0,0 0 3 0,0 0-4 15,0 1-1-15,-2-1 1 0,2 1 3 16,0-1-1-16,-1 1 0 0,1-1-5 0,0 0-2 0,-1 0 0 16,1 0 2-16,0 0 5 0,0 0-2 15,0 0 2-15,1 0-5 0,14 0 5 0,-15 0 0 0,1 0 4 16,18-6-4-16,-19 6-2 0,0 0 0 16,21-4-1-16,-21 4-4 0,0 0 4 0,17-1 2 0,-17 1 1 15,2 0-2-15,14 4 2 0,-16-4-1 16,2 0 2-16,-2 0 0 0,17 10 0 0,-17-10 4 0,0 0-3 15,0 1 0-15,0-1 6 0,11 17-5 16,-11-17 5-16,0 0-1 0,0 1 3 0,-5 17 0 0,5-18-1 0,0 1-6 16,-12 15 4-16,6-10-5 0,1 2 5 15,-2 0-2-15,0 1-1 0,0 1 6 0,-1 0-6 16,1-1 7-16,0 1 2 0,0-2-2 0,-1 0 1 0,0 0 2 16,1-1-3-16,0 0 1 0,1 0-1 15,-2-1-5-15,1-1-1 0,-1 0-2 0,2-1 1 16,-1 0-1-16,1 0-1 0,-1-1 0 0,2-1-2 15,5-2-3-15,0 0 0 0,0 0 1 0,-1 0 0 16,-15 6-2-16,16-6-53 0,0 0-22 0,0 0-23 16,0 0-162-16,0 0-179 0,0-1-41 0</inkml:trace>
  <inkml:trace contextRef="#ctx1" brushRef="#br0" timeOffset="91133.6">2321 5647 1850 0,'0'0'81'0,"0"0"6"0,0 0 37 0,-1 0 88 15,0 0-52-15,-15 0-19 0,16 0-52 0,0 0-12 0,0 0 8 16,-19 13-13-16,19-13 0 0,-1 0-4 0,-17 15 1 15,13-7-14-15,-1-1 8 0,0 2-4 0,-1 0 4 16,2 2-15-16,-1-1-5 0,0 1-3 0,0 1-1 0,1-1-10 16,0 1-5-16,-1 0 4 15,2 2-5-15,-1 1-1 0,1 0-5 0,-1 0-3 16,1 0 0-16,0 1-3 0,0-1 1 0,0 0-1 16,2 0 0-16,0-1-11 0,0 0 2 0,2-1-2 0,0-2 2 15,0 0-1-15,4-1 1 0,-1-3 4 0,1 1-2 16,2-2 1-16,-1-2-7 0,2 0 2 0,1-1-4 15,0-2 10-15,1-2-6 0,1 1 3 0,1-3-3 16,0 0-1-16,1-2 4 0,0 0-1 16,0-2 3-16,0 0-4 0,-1 0 4 0,0-2-3 0,1-1 3 15,0 0 2-15,0-1-7 0,1-2 5 0,0-1-5 0,2-1 11 16,-1 1-2-16,-1-1 5 16,0 0-3-16,-2 0 8 0,-1 0 2 0,-1 0-4 0,-1 0 4 15,-2 1-6-15,-2 0-2 0,0 3-1 0,-3 1 1 16,1 1 4-16,-2 2-6 0,0 0 1 0,-2 1-5 15,-1 1-7-15,-1 1 0 0,0-1 0 0,-1 2 0 16,-1 0 0-16,-1 1 0 0,-1 2 0 16,0 0 0-16,-1 0 0 0,0 0 0 0,-1 2 0 0,-2 0 0 15,1 1 0-15,-1 0 0 0,2 0 0 0,0-1 0 16,0 0 0-16,1-1-28 0,1 1-24 16,1-2-11-16,-2-1-154 0,2-1-223 0,0-1-76 0</inkml:trace>
  <inkml:trace contextRef="#ctx1" brushRef="#br0" timeOffset="93797.06">952 6321 465 0,'0'0'422'0,"0"-1"-164"0,0 1 226 0,0-1-290 0,-1 1-49 16,1 0 1-16,-1-1-51 0,-14-14-11 15,15 15 10-15,0 0-7 0,-1 0-1 0,0 0-4 0,1 0 1 16,-16-2-4-16,16 2-5 0,0 0-2 0,0 0-3 16,-1 0-13-16,1 0 0 0,-1 1-2 0,1-1 1 15,-11 17-11-15,11-17-7 0,0 1 4 16,-6 16-5-16,6-17-6 0,0 0-5 0,-10 22-3 15,7-12 1-15,-1 0-3 0,0 0-3 0,2 0-2 16,-2-1 1-16,1-1 2 0,0 0 0 0,-1-1 5 0,0 0-4 16,0 0 0-16,2 1-5 0,-1-1 0 15,1 1-1-15,0-1-3 0,0-2 1 0,2-5-7 16,0 1 4-16,0-1-9 0,-3 17 1 0,3-17 3 16,0 0-1-16,0 1-2 0,0-1 5 0,0 1-4 0,1-1 5 15,16 13-2-15,-17-13-1 0,0 0 5 16,19 1-4-16,-19-1-5 0,1 0 7 0,22 0-9 0,-23 0 8 15,16-1-5-15,-16 1 2 0,16-2-2 0,-15 2 1 16,15-1-2-16,-15 1-1 0,14-2 4 0,-15 2-2 16,17-3-3-16,-17 3 3 0,0 0 0 15,23-6 2-15,-16 4-2 0,3-1 6 0,-2 2-4 0,-1-1 6 16,-1 0-8-16,2 0-1 0,-1 0 1 16,-1-1 0-16,1 1 0 0,-1 0 2 0,-1-1-5 15,1 0 2-15,0 1-14 0,0 0-43 0,0-2-2 16,-2 1-22-16,0-1-60 0,-4 4-64 0,0-1-18 0,0 1-19 15,14-18-98-15,-14 18-115 0</inkml:trace>
  <inkml:trace contextRef="#ctx1" brushRef="#br0" timeOffset="94155.04">1099 6323 1896 0,'0'0'123'0,"-1"0"59"0,0 0-11 0,1 0 27 0,-17 1-38 16,17-1-34-16,-1 0-7 0,1 0-8 15,-17 8-27-15,17-8-12 0,-1 0-5 16,0 1-1-16,-19 14-20 0,20-15-10 0,-1 0 5 16,1 0-6-16,-17 20 7 0,17-20-3 0,0 1-12 0,-12 19 5 15,12-20-16-15,0 0 7 0,-12 21 1 0,11-13 2 16,-3 0-3-16,1 1 6 0,0 1 6 0,-1 1-2 15,1 2 2-15,0-1-4 0,1 0-8 0,0 0 4 16,-1 1-7-16,0-1-6 0,1-1 0 0,0 0-3 16,-1 0-5-16,1 1 3 0,0-2-1 0,0 2 1 15,-1-2-5-15,0 0-3 0,0-1 0 0,-1-1-1 0,1 0 0 16,0 0 0-16,0-2 0 0,1 0 0 0,-1 0 0 16,3-6 0-16,0 1 0 15,0-1-2-15,0 1-32 0,-1-1-125 0,-14 17-23 0,15-17-54 16,0 0-242-16</inkml:trace>
  <inkml:trace contextRef="#ctx1" brushRef="#br0" timeOffset="98025.31">3245 1697 1428 0,'0'0'103'0,"0"0"-21"0,0 0-10 0,0-1-100 15,0 1-27-15,1 0 27 0,21-3-3 16,-15 5 9-16,3 2-2 0,-6-7 17 0,4 6-1 0,2 2 7 15,-1 1 4-15,0-1 8 0,0 2-6 0,0-2 7 16,0 1 2-16,1-2 2 0,0 1 7 0,2-2-4 16,0 0 7-16,-1-2 5 0,2-1-6 0,1-1 6 15,-1-1 4-15,2-2 2 0,0 0 2 0,2-2-1 16,1 0 0-16,-1-2-5 0,-1-1 2 0,1-1-5 16,-1 0-15-16,0-1-3 0,-1 0 0 0,0 0 1 15,-2 1 5-15,-1 0-6 0,-2 1 2 0,1 0-3 16,-2-1-3-16,-1-1 3 0,1 0-3 15,-3-1 3-15,0 0-1 0,0-2 5 0,-1 1-5 0,0-1 4 16,-3-1-9-16,1-2 5 0,-2 1 3 16,-1-1-2-16,0 2-3 0,-1-1-2 0,-2 0-3 0,-1 1 2 0,-1-1 1 15,-1 2-1-15,-1 1 1 16,-3 0-2-16,-2 0-12 0,-1 3 4 16,-2 0 1-16,0 2 2 0,0 1 1 0,-1 0 11 0,0 2-6 15,0 1 7-15,0 0-7 0,2 3-7 0,0 1-2 16,1 1-3-16,-2 3-12 0,1 0-8 0,-2 2-1 0,0 2-2 15,1 3-1-15,1 1 22 0,0 2-4 16,0 2 10-16,0 0-1 0,0 1 7 0,1-2 1 0,0 2 1 16,3 2 3-16,0 0 6 0,1 2 0 0,1 0 1 15,1 0-1-15,4 1-9 0,0 0 0 0,3-2-4 16,0 1-3-16,3-2 2 0,1-1-3 16,2 0 3-16,0 0 1 0,2 0-68 0,0 0-20 0,2-1-33 15,1 0-187-15</inkml:trace>
  <inkml:trace contextRef="#ctx1" brushRef="#br0" timeOffset="105514.4">2100 6306 1853 0,'0'0'135'0,"0"0"19"16,0 0 16-16,0 0-69 0,0 0-24 0,0 0-35 15,0 0-1-15,1 0-10 0,-1 0 2 0,0 0 8 16,1 0 3-16,-1 0 1 0,16-8-4 0,-16 8 1 16,1 0-3-16,-1 0 3 0,20-5 3 0,-19 5 12 15,0 0-3-15,22-4 4 0,-13 4-17 0,2-1-8 16,-2 1-2-16,0-1-3 0,1 1-14 0,-2-1 6 16,-1 2-2-16,-1 1 3 0,1 0-5 0,-2 1 2 0,-1 0-4 15,-5-3 3-15,1 1-10 0,-1-1 7 16,13 19-3-16,-13-19 4 0,0 0-8 0,2 21 3 15,-2-21-2-15,0 1 2 0,0 22-1 0,0-22 0 16,0-1-3-16,-3 23 1 0,3-23-5 0,-5 16 8 16,1-7-1-16,-1 0 3 0,-1-2-3 0,-2 2-2 15,-1 1-2-15,-1 2 0 0,0 2-5 0,-2-1 1 0,0 0-2 16,0 0 1-16,0 0 0 0,1-1 0 16,2-1 2-16,2 0-1 0,2-1 4 0,0-1-3 0,1-1 0 15,3-1 1-15,-2 0 8 0,3-7 0 16,0 0 7-16,0 1-4 0,0-1 9 0,2 17-5 15,-2-17-1-15,0 0 0 0,1 1-6 0,17 8-2 16,-17-9 3-16,16 2-1 0,-6-2 7 0,0 1-3 0,1-1-2 16,0 0 0-16,0-1-9 0,-1 0 2 15,1 2-1-15,0-1 2 0,-1 1-2 0,-1 0 0 16,-3-1-5-16,0 0 3 0,1 1-6 0,-3 0-5 16,-5-1-27-16,1 0-3 0,-1 0-188 0,17 0-293 15,-17 0-143-15</inkml:trace>
  <inkml:trace contextRef="#ctx1" brushRef="#br0" timeOffset="107986.4">935 6911 36 0,'0'0'432'15,"0"0"-162"-15,0-1 228 0,0 1-311 0,0 0-41 16,0-1-2-16,1 1-50 0,0-1-4 0,-1 1 4 15,0 0 7-15,0-1 0 16,0 1-3-16,0-1-2 0,0 1-26 0,0-1-6 0,0 1-6 0,0 0 1 16,0 0 1-16,0 0 2 15,0 0 0-15,0 0-2 0,0 0-7 0,-1 1-9 16,0-1 1-16,-9 16-4 0,10-16-9 0,0 0-4 0,0 1-2 0,0-1 0 16,0 1 4-16,-8 16-6 0,8-17 6 15,0 1-7-15,0-1 3 0,0 1-7 0,-9 18-3 16,9-19 0-16,0 0-8 0,0 1 1 0,-3 16-2 15,3-17 1-15,0 0-4 0,0 1 1 0,0 17-2 16,0-18 1-16,0 0-2 0,0 1 0 0,6 17-1 0,-6-18 0 16,0 0 0-16,0 1 2 0,9 16-1 15,-9-17 1-15,0 0-9 0,1 1 6 16,10 15 0-16,-11-16 2 0,0 0-3 0,0 1 1 0,16 15-2 16,-16-16 2-16,0 1 2 0,0-1-3 0,19 16 1 15,-19-16-2-15,0 0 6 0,0 0-6 0,20 15 6 16,-20-15-7-16,0 0 3 0,1 1 0 0,14 15 0 15,-15-16 1-15,0 1 6 0,1-1-6 0,10 16 2 16,-11-16-3-16,0 0 3 0,0 1 6 0,8 18-8 0,-8-19 7 16,0 0-7-16,4 16 6 15,-4-16 0-15,0 1 1 0,-3 16-2 0,3-17 4 0,0 0-1 16,-7 20 1-16,7-20-4 0,0 0 0 0,-12 18-1 16,12-18 2-16,0 1 3 0,-16 16-4 0,16-17 2 15,-1 1-3-15,-18 13-5 0,12-9 1 0,-2-1-1 0,1 0 1 16,-2 0-8-16,1-1-3 15,0 2-7-15,0-3 2 0,1 1-23 0,-2-1-30 16,2-2-9-16,-1 0-11 0,1-1-52 0,-1 0-18 0,1-1-3 16,-1-2-8-16,3 1-29 0,1-3-37 0,0 0-13 15,2-1-20-15,-1-1-157 0</inkml:trace>
  <inkml:trace contextRef="#ctx1" brushRef="#br0" timeOffset="108313.3">875 6997 1117 0,'0'0'327'0,"0"0"-145"0,0 0-35 16,0 0-12-16,0-1 11 0,0 1-46 16,0-1 3-16,0 1-18 0,0 0-11 0,0-1-4 0,0 1-1 0,0-1-2 15,0 1-14-15,0-1 5 0,7-15-4 0,-7 16 6 16,1 0 3-16,-1 0-8 0,18-10 4 0,-18 10-5 15,1 0-6-15,20-8-10 0,-12 4 2 0,-1 0-3 16,2 1 2-16,-1-1-4 0,0 0-5 0,1 0 1 16,0-1-9-16,0 0-1 15,0 1 2-15,0-2-2 0,0 2 4 0,0-1-13 0,-1 1 3 16,1 0-7-16,0 0 4 0,-3 0-2 0,1 1 1 16,-1 0 0-16,-2 1 0 0,-5 2-3 0,0 0 0 0,1 0-1 15,-1 0 4-15,1 0-10 0,0 0 5 0,-1 0-6 16,0 0 6-16,0 0-68 15,1 0-22-15,0 0-30 0,-1 0-188 0,0-1-249 16</inkml:trace>
  <inkml:trace contextRef="#ctx1" brushRef="#br0" timeOffset="110407.29">2243 6872 882 0,'0'0'146'0,"0"0"120"0,0 0 38 0,0 0-61 0,0-1-21 0,0 1-57 16,-1 0-2-16,1-1-8 15,-1 1-20-15,1-1-8 0,0 1-1 0,-1-1-2 16,0 1-9-16,1-1-29 0,-16-15-3 0,16 16-12 16,0 0-30-16,0 0-16 0,0 0 0 0,0 0-6 15,0 0 2-15,0 1-1 0,0-1 2 0,-5 19-2 16,5-19 4-16,0 1-3 0,-2 19 0 0,2-19-1 0,0 17-4 15,0-7 10-15,-1 2-7 0,0 0 8 16,1 0-8-16,-1 2 0 0,1 0 2 0,-1 1-3 0,0 0-10 16,-1-1-1-16,1 1-1 15,-1-2 0-15,0 0-3 0,-1 1-2 0,1-1 2 0,-1 1-2 16,0 0 3-16,0-1-1 0,0-1 1 0,0-1-1 16,0-1-3-16,0-2-16 0,1 0-12 0,-2-2-5 15,1-1-71-15,3-6-77 0,0 0-12 0,0 1-29 0,0-1-90 0,-9 17-104 16,9-17-56-16</inkml:trace>
  <inkml:trace contextRef="#ctx1" brushRef="#br0" timeOffset="111838.63">1007 7422 577 0,'0'0'183'0,"0"0"-24"0,0 0 85 16,0 0-13-16,0-1-44 0,0 1-29 0,0-1-55 15,0 1 0-15,0-1-6 0,0 1-2 0,-1 0 5 16,1-1-5-16,-1 1 5 0,-15-5-17 0,16 5-8 16,0 0-1-16,0 0-6 0,-1 0-18 0,1 1 1 15,-1-1-4-15,-16 17 1 0,17-17-11 0,0 1-2 16,0-1-3-16,-13 20 0 0,13-20-3 0,0 1-2 16,-11 20 0-16,11-20-1 15,0-1 0-15,-14 23-2 0,10-15 3 0,-1 0-3 0,1 1 7 16,0 1-10-16,-1 0 2 0,0 1-4 15,-1 0 2-15,1 0-4 0,-1 1 0 0,0 0-1 0,1 1-2 0,-1-1-3 16,0 2-1-16,0-2-2 16,1 2-10-16,0 1 7 0,1-2-5 0,-1 1 4 0,1-1-7 0,1 0 3 15,1 2 0-15,1 0 0 16,1 1-7-16,1 1-1 0,1-1 7 0,1-2-5 0,0 1 3 0,1-3 2 16,-1-1-3-16,3-1 4 15,-1-2-2-15,2-1-3 0,-1-1-2 0,0-1 0 16,0-2-4-16,2-1 7 0,-2-1-3 0,1-2 4 0,1 0-3 15,-1-1-4-15,1-2 4 0,1-1-3 16,-1-1 9-16,0-2 4 0,1 0-3 0,-2-3 4 0,2 0-4 0,0-1-1 16,-3-1 4-16,1 0-3 15,0-1 5-15,-2 2 1 0,2 0 0 0,-2 1 1 0,-1 2 5 16,-2-2-2-16,0 3 1 0,-2 0 0 0,0 1 7 0,-2 1 4 16,1-1 1-16,-3 1-1 15,0 0 1-15,-1 1-4 0,-1 1 0 0,0 1-2 0,0 1-15 16,-1 0 5-16,0 1-8 0,-1 1 5 15,-1 0-5-15,2 3-6 0,-1 0 6 0,0 1-6 0,1 1-8 0,-2-1 6 16,0 1-13-16,2 1 6 0,-1 0-58 0,0 0-64 16,1-1-16-16,1 0-23 15,0-1-133-15,1-1-341 0</inkml:trace>
  <inkml:trace contextRef="#ctx1" brushRef="#br0" timeOffset="112702.82">2114 7446 1501 0,'0'0'171'0,"0"0"95"16,-1 0 24-16,0 0-95 0,1 0-33 0,-1 0-49 15,-15-2-1-15,16 2-6 0,0 0-26 0,0 0-12 0,-1 0-6 16,1 0 0-16,-1 0-21 0,1 1-10 0,0-1 0 15,-18 17-4-15,18-17-3 0,0 1 1 0,-4 16 0 16,2-9-1-16,1 1-12 0,0 1-2 16,0 1-4-16,1-1 2 0,0 2-8 0,0 1 1 0,1 1-1 15,0 2 1-15,1-1 0 0,0 0-2 0,1 0 2 16,-1-2-1-16,2 1 0 0,-1-2 2 0,0-1-2 16,1-2 2-16,0-2-5 0,0-2 3 0,1 0-2 15,-5-5 1-15,1 0 1 0,-1 0-5 16,18 3 3-16,-18-3-3 0,1 0 7 0,19-7 2 15,-13 0 2-15,2-1 0 0,0 0 4 0,-1-3-1 16,1 0-3-16,-1-2 2 0,1-1 4 0,-1-1-8 16,-1-1 4-16,1 0-5 0,-1-2 8 0,0 2-4 15,0 1 5-15,-1 0-5 0,-1 1 3 0,-2 0 4 16,0 1-3-16,-1 1 4 0,-1 0 3 0,-2 3 1 16,-1-1 0-16,-1 2 0 0,0 1 4 0,-3 1-13 0,0 0 3 15,-1 3-7-15,-1 1-6 0,1 1-5 0,-1 1-1 16,-2 1-2-16,1 1-5 0,-1 2-19 0,-3 0-6 15,1 3-6-15,-1-1-40 0,1 1-78 0,-1 1-20 16,1 0-35-16,2 0-192 0</inkml:trace>
  <inkml:trace contextRef="#ctx1" brushRef="#br0" timeOffset="113478.93">743 8114 1348 0,'0'0'163'0,"0"0"-29"15,-1 0 81-15,-16-4-10 0,17 4-49 0,0 0-20 0,0 0-43 16,-17-2-6-16,17 2 5 0,0 0-21 15,0 0-10-15,-1 0 2 0,1 0-4 16,-1 0 2-16,1 0-21 0,0 0 1 0,-17 10-10 0,17-10-11 16,0 0-10-16,0 0 1 0,0 0-4 15,0 0-1-15,0 1-3 0,0-1-3 0,0 1 0 0,1-1 0 0,0 0 6 16,18 10 2-16,-19-10-1 0,1 0-7 0,19 1 7 16,-11-2-4-16,0 0 5 15,1-1-4-15,-1 0 1 0,1 1-3 0,0 0 2 0,0 1 4 16,-1-1-5-16,0 1 3 0,0 0-4 0,1 0 4 15,-1 0-3-15,0 0 6 0,-1 2-6 0,-1-2 6 0,0 3-3 16,-2-2 1-16,1 2-1 16,-6-3 1-16,0 0 1 0,0 0 2 0,1 0 0 15,15 12 12-15,-16-12 1 0,0 0 1 0,0 0 0 16,0 1 5-16,5 16-6 0,-5-17 3 0,0 1-4 0,0-1 1 16,-5 17 6-16,5-17-7 0,0 1 6 15,0-1-3-15,-9 18-3 0,9-18-3 0,0 0 0 16,-9 19-5-16,9-19 4 0,0 1 1 0,-10 21-1 15,8-13-10-15,-3-1 6 0,2 1-5 0,-1 1 4 16,0-1-11-16,0 0 0 0,-1 0-2 0,2-1 2 16,-1 1 0-16,2 0-2 0,-1-1 0 0,2 0-3 15,-1 0-8-15,1 0-129 0,1-2-13 0,0 4-61 0,3-3-211 0</inkml:trace>
  <inkml:trace contextRef="#ctx1" brushRef="#br0" timeOffset="116747.43">2082 7940 1790 0,'0'0'126'0,"0"0"-10"0,0 0 56 16,0 0 11-16,0 0-37 0,0 0-22 0,0 0-56 15,-1 0-2-15,1 0-7 0,0 1-16 0,0-1-3 16,0 1-5-16,0-1 2 0,0 0-4 15,0 1-5-15,0-1 4 0,0 1-6 0,1-1-1 0,15 13-1 16,-16-13 1-16,1 0-2 0,16 3-8 16,-17-3-4-16,0 0-2 0,20 5 1 0,-19-5 4 0,15 3-2 15,-8-2 6-15,1 2-4 0,-1 0 3 16,0 1 3-16,-1 2-2 0,1-2 4 0,-2 2 7 0,-2-1-3 16,1 2 2-16,-3 2-2 0,1-1 0 0,-3 1-3 15,0 0-3-15,-1 0 1 0,-1 2-6 16,-2-1-2-16,0 2-1 0,-2 0-1 0,-1 0-9 15,-1 0 9-15,-1 1-7 0,-1-1 6 0,0 1-7 0,-1-2 0 16,1 0 1-16,1 0-1 0,0-2-3 16,-1 2 5-16,1-1 1 0,-2-1 1 0,1 1-2 0,1-1 0 15,-1 0-5-15,0-2 3 0,1 0-2 16,0-1 0-16,0-1 3 0,3 1-4 0,-1-2 3 16,7-4-5-16,0 0 2 0,-1 1-4 0,1-1 1 0,0 1-1 15,-1-1 0-15,1 0 0 0,0 1-3 0,0-1 7 16,0 1-3-16,0-1 4 0,19 10-2 0,-9-11 3 15,-1-1-3-15,0 1 3 0,2 1 3 0,-2-1-6 16,1 1 6-16,-1 0-5 0,0 1 5 0,-1 0-2 16,-1 1-4-16,1 0 1 0,0 0 3 0,1 0-3 15,-1 0 2-15,1 0-5 0,0 0-34 16,-3-2-136-16,2 1-15 0,-2-1-57 0,0-2-184 0</inkml:trace>
  <inkml:trace contextRef="#ctx1" brushRef="#br0" timeOffset="118107.45">843 8597 305 0,'0'0'193'0,"0"0"158"16,0 0-229-16,0 0-27 0,0 0-8 0,0 0-17 16,-1 0-6-16,-16 4 8 0,17-4-5 0,0 0 27 15,0 0-4-15,0 0 12 0,0 0 0 0,-1 0-13 16,0 0-6-16,1 0-3 0,0 0-35 0,0 0-12 0,-1 0-5 16,0-1-1-16,-14-15-14 0,15 16-3 0,0 0-1 0,0-1-3 15,-7-16-1-15,7 17 5 0,0 0-2 16,0-1 2-16,-9-16 7 0,9 17 14 15,0 0 5-15,0 0 2 0,0-1 10 0,-1 1-17 0,-15-13 1 16,16 13-6-16,-1 0-6 0,0 0-3 16,1 0-2-16,-18-3 0 0,18 3-7 0,-1 0-3 15,0 0 3-15,-17 4-2 0,18-4-2 0,0 0 3 0,-1 0-7 16,-18 6 6-16,19-6-7 0,0 0-6 0,-1 0 6 16,0 1-7-16,-17 13 1 0,18-14-6 0,0 0 0 0,0 1 0 15,-10 19 5-15,10-20-1 0,0 1 1 0,-4 16-1 16,4-17-2-16,0 1 1 0,0-1-1 0,0 19 3 15,0-19 4-15,0 0-7 0,0 1 4 16,9 16-6-16,-9-17-1 0,1 0 2 16,-1 0 2-16,19 10 2 0,-19-10 15 0,0 0-3 0,23 7 0 15,-14-5-2-15,0 2-2 0,1-1 2 0,-1 1-2 16,1-1 1-16,-1 1-1 0,1 0-1 0,0 1 2 16,0 0-1-16,0-1 0 0,-1 1 5 0,2-1-4 15,-3 1 4-15,1-1-1 0,-2 0 0 16,-1 1-2-16,-2-1 1 0,0 1 3 0,-2 0-2 0,1 1 7 0,-3-1-7 15,0 1 0-15,0 0-8 16,-4 0-8-16,1 0 0 0,-1 2-22 0,-2-1-18 16,-2 0 7-16,-2 0-8 0,0-3 27 0,0 1 5 0,-2 0 5 15,2 0 0-15,-2 1 18 0,1-2 3 16,1 0 1-16,0-1 2 0,0 1 4 0,-1-1 0 0,0-1 3 16,1-1-1-16,0 0 19 0,0-1 3 15,2 0-2-15,1-1 0 0,0 1-8 0,2-1-9 0,5 1 2 0,0 0-4 16,0 0-5-16,-1-1 1 15,0 1-1-15,1-1 0 0,-9-19-1 0,9 20 3 0,5-15-1 16,-1 6 3-16,1 0 7 0,2-2-2 16,0 1-3-16,1-1-1 0,0 1-6 0,2 0-2 0,1-1 2 15,-1 1-3-15,1-2-6 0,-1 2 4 0,2-1-12 0,-3 1-7 16,2 0-159-16,0-1-314 0</inkml:trace>
  <inkml:trace contextRef="#ctx1" brushRef="#br0" timeOffset="119624.93">2213 8378 477 0,'0'0'275'0,"0"0"195"16,0 0 20-16,0 1-303 0,-1-1-33 0,1 1-73 0,-13 17 5 16,13-18-19-16,0 0-23 0,-3 20-7 15,3-20 1-15,0 1-2 0,-2 22 5 0,2-15 3 0,-1 2 0 0,1 0 2 16,0 1 3-16,0-1 1 15,0 1 0-15,-1 1 0 0,1 1-6 0,-1 0 0 16,1 1-5-16,-2 2 1 0,0-1-20 0,0 1-12 16,0-3 1-16,0-1-5 0,0 1 0 0,-1-1-5 0,1-2-5 15,-1-1-4-15,0-1-46 0,1-2-71 16,2-6-13-16,0 1-28 0,0-1-125 0</inkml:trace>
  <inkml:trace contextRef="#ctx1" brushRef="#br0" timeOffset="121560.2">1005 8981 1497 0,'0'0'124'0,"0"0"-26"0,0 0 59 16,0 1-36-16,0-1-38 0,-1 0-20 0,-16 8-48 16,17-8-2-16,0 0-3 0,0 0-6 0,0 0 0 15,0 0-2-15,-1 0 1 0,-15-8-2 0,16 8 6 0,-1 0-6 16,1 0 5 0,-1 0-3-16,-16 0-1 0,17 0 6 0,-1 0-5 0,1 0 6 15,-16-1 4-15,16 1 0 0,-1 0 2 0,1 0 2 16,-1 0 0-16,-16 3-3 0,17-3 1 0,0 0-11 0,0 1-3 15,-14 15 2-15,10-8-3 0,1 0-4 0,-1 3-6 16,1-1-2-16,1 0 0 0,-2 3 6 0,3-1-1 16,-2 0 1-16,3 2-2 0,-1-2 2 0,0 0 8 15,1 1 4-15,0-3 1 16,0 1 7-16,1-2-8 0,0-2 3 0,-1-7-5 0,0 0-4 0,0 1-8 16,0-1-6-16,0 1 1 0,0-1-3 0,0 0 8 15,1 0 2-15,16-6 1 0,-14-4-1 0,1 0-2 16,0-2 4-16,1 0-3 0,0 1 5 15,0 1 3-15,-1 0-1 0,1 1 1 16,0 1-1-16,-2 1-1 0,2 2 1 0,-5 5-1 16,0 0 6-16,1-1-2 0,-1 1 2 0,1-1-3 15,-1 1 3-15,0 0 0 0,17-10 3 0,-17 10-1 0,0 0 2 16,0 1 0-16,0-1-4 0,3 21 4 0,-3-21-7 0,0 1-2 16,3 23 3-16,-2-15-3 0,-1 1 0 0,1 3 2 15,-1 0-2-15,0 1 3 0,0 1-3 0,0 0-6 16,0 2-1-16,2 0-2 0,-1-1-4 0,-1-3-82 15,2 0-14-15,0-3-39 16,1 0-198-16</inkml:trace>
  <inkml:trace contextRef="#ctx1" brushRef="#br0" timeOffset="122274.36">2015 8963 1901 0,'-4'13'116'0,"2"0"178"0,-2 1-188 0,2-2-60 16,1 1 2-16,2-4-26 0,1 1-26 0,2 0-5 15,-1 0 3-15,2 2-3 0,2 0 9 0,0-1-3 0,0 1 2 16,0-1-2-16,0 0 9 0,0 0-6 16,0-2 3-16,-1-1-4 0,1 0-6 0,0-3 6 0,0-1-10 15,0-2 7-15,-1-2-21 0,2-3 13 16,-3-1 8-16,3-2 1 0,-1-4 31 0,-1-1-9 0,2-4 9 15,-2-2-7-15,0 0 14 0,-2-2 1 16,-1-1-5-16,-1 0 2 0,1 0-18 0,-3-1 6 16,0 3-3-16,-3 1 5 0,-1 1-1 0,-1 3 3 15,-3 1-3-15,-1 2 3 0,0 2-5 0,-2 3-8 0,0 0-3 16,0 2-3-16,-1 2-23 0,-2 1-34 16,1 1-6-16,0 3-14 0,-1-1-74 0,1 2-55 0,0 1-24 15,1 1-23-15,0 1-227 0</inkml:trace>
  <inkml:trace contextRef="#ctx1" brushRef="#br0" timeOffset="128038.3">2089 3803 1584 0,'0'0'47'0,"0"0"-15"0,0 0 17 16,-1 0-81-16,0 0 0 0,1 0-15 0,-1 0 31 15,1 0 1-15,0 0 9 0,0 0 1 0,0 0 12 16,0 1-5-16,1-1 8 0,-1 1-8 0,1-1 3 16,19 12 7-16,-20-12-1 0,1 0 27 0,-1 0 2 15,0 0 3-15,17 2-1 0,-17-2 3 0,0 0 5 16,0 0-4-16,1 0 4 0,15 4-4 0,-16-4-8 16,0 0-3-16,0 0-2 0,0 0-13 15,18 7-3-15,-18-7-5 0,1 0 3 0,-1 0-8 0,22 7 2 16,-21-7 1-16,14 4-1 0,-7-2-12 0,0-1 5 0,0-1 1 15,1 0 3-15,0 0-4 0,0 0-2 16,0 0 1-16,-1 1 0 0,2-1 1 0,-3 1 3 16,1 1-5-16,0-2 4 0,0 3-1 15,1-1-1-15,-1-1 5 0,1 1-3 0,-1-2 7 0,1-1 1 16,2 1 2-16,0-1-1 0,1 1 0 16,0-1 3-16,-1 0-2 0,0-2 2 0,0 1-6 0,0-1 1 15,-2 1-4-15,1-1 2 0,-1-1-2 16,-1 1-4-16,0 0 7 0,-1 2-6 0,0-1 4 0,-7 2-3 15,0 0-1-15,0 0 0 0,17-4 10 0,-17 4-1 0,0 0 0 16,0 0-1-16,0 0-8 16,1 0 1-16,-1 0 0 0,17-3 0 0,-17 3 0 0,0 0-1 15,0 0 0-15,0 0 0 0,1 0-4 0,-1 0 5 16,1 0-4-16,-1 0 4 16,0 0-6-16,1 0 1 0,-1 0 1 0,1 0 1 0,-1 1-3 15,16 8-3-15,-16-9-10 0,0 0-2 0,0 0-81 0,1 0-97 16,0 0-33-16,-1 1-40 0,16 9-325 15</inkml:trace>
  <inkml:trace contextRef="#ctx1" brushRef="#br0" timeOffset="131274.91">8576 2667 204 0,'0'0'257'0,"0"0"-107"0,0 0 133 0,0 0-277 0,0 0 3 15,0 0-4-15,0 0 0 16,0 0 0-16,0 0-2 0,0 0-9 0,-1 0 10 16,0 0-5-16,1 0 6 0,-1 0-6 0,1 0 1 15,-1 0 0-15,1 0 0 0,0 0 1 0,-1 0 16 16,1 0-1-16,0 0 5 0,-1 0 1 0,0 0 1 0,1 0-4 16,0-1 1-16,0 1-15 0,-2-16-14 15,2 16-18-15,0-1-8 0,1 1-149 0</inkml:trace>
  <inkml:trace contextRef="#ctx1" brushRef="#br0" timeOffset="131575.15">8673 2612 1353 0,'0'0'67'16,"0"0"-95"-16,0 0 7 0,0 0-42 0,0 0-25 0,0 0-231 0</inkml:trace>
  <inkml:trace contextRef="#ctx1" brushRef="#br0" timeOffset="138469.37">3944 3401 187 0,'0'0'397'0,"0"0"-123"0,0 0 201 16,0 0-253-16,0 0-44 0,0 0-25 0,0 0-15 16,0 0-10-16,0 0 14 0,0 0-30 0,0 0-22 15,-1 0-6-15,1 0-6 0,0 0-19 0,-1 1-6 16,0-1-1-16,-7 18-3 0,8-18-14 0,0 0-11 16,5 21-1-16,-3-13-4 0,1 2-8 15,0-1-3-15,1 2 3 0,-1 0-4 0,1-1-1 0,0 2-1 16,0-1-4-16,1-1 3 0,-1 1 3 0,0-3-6 0,1 1 2 15,-1-3-3-15,0 1 0 0,0-1-4 16,0 0 3-16,0-1-6 0,-4-5-4 0,0 0-121 16,0 0 0-16,17 6-51 0,-17-6-76 15,0 0-107-15,18-9-44 0</inkml:trace>
  <inkml:trace contextRef="#ctx1" brushRef="#br0" timeOffset="138882.84">4210 3455 1384 0,'0'0'172'0,"0"0"-26"16,0 0 0-16,0 0-4 0,0 1 24 0,0-1-17 15,-4 17-7-15,4-17-4 0,-8 14-31 0,2-6-23 16,-1 0-2-16,-1 1-10 0,0 1-27 0,-1 0-15 16,-3-1 0-16,1 1-7 0,-1-1-16 0,0-1 2 15,2 1-7-15,0-2 6 0,2 0-12 16,0-1 0-16,1-3-12 0,0 1 3 0,1-2-41 0,6-2-2 15,0 0 9-15,-1 0-6 0,1 0 17 16,-1 0-4-16,1 0-7 0,0 0 4 0,-1 0-3 16,0 0 16-16,1 0 3 0,0 0 4 0,0 0 19 0,0-1 13 15,0 1 2-15,0 0 5 0,0 0 14 16,1 0 9-16,0 0-2 0,-1 0 3 0,0 0-5 0,1 0-4 16,-1 0 7-16,1 0-6 0,-1 0 6 0,0 1-6 15,1-1 1-15,7 23-2 0,-9-14 6 0,1 0 1 16,-2 1-1-16,1 1 1 0,1 1-5 15,-1 1 3-15,0 0 1 0,1 1 0 0,-2 1-7 0,1 0 9 16,1 0-8-16,-1 0 8 0,1 0-12 0,-1 0-2 16,-1-1 1-16,1 0-1 0,0 1-10 0,0-1-7 15,0 1 0-15,0-3-2 0,-1 0-6 16,1-2 0-16,-1-2-4 0,1-1-8 0,1-7-106 16,0 0-167-16,0 1-22 0,0-1-56 15,0 1-145-15</inkml:trace>
  <inkml:trace contextRef="#ctx1" brushRef="#br0" timeOffset="140330.99">4619 3466 1122 0,'0'0'159'0,"0"0"88"0,0-1 28 0,0 1-95 16,-1-1-19-16,1 1-33 0,0-1 3 0,-1 1-13 16,-16-14-18-16,17 14-23 0,-16-5-1 0,15 5-8 15,1 0-9-15,-22 5 6 0,14-1-9 0,0 1 7 16,-2 0-15-16,1 2-15 0,-1 1 8 0,0 0-10 15,0 1 6-15,0 1-19 16,0 1 1-16,-2 0-8 0,2 1-2 0,-2 0-5 0,1 1 6 0,1-1-7 16,1 1-2-16,-1 1 0 0,1 2-3 0,2 2 2 15,0 0-2-15,0 1 3 16,2 0-1-16,2-2 1 0,0 0-4 0,2-1-4 0,2-2 5 16,2-1-6-16,0-1 1 0,2-3-2 15,0-1-3-15,2-2 3 0,0 1-2 0,1-2-11 16,1 0 1-16,0-2-6 0,0-2-1 0,1 1 15 0,0-2 0 15,-1-1 5-15,1 0-1 0,-1-1 9 0,1 1-28 16,-3-3 7-16,1 0-141 0,-2-2-72 0,1 1 0 16,-1 0-30-16,2-1-74 0</inkml:trace>
  <inkml:trace contextRef="#ctx1" brushRef="#br0" timeOffset="140551.07">4408 3582 1820 0,'-7'2'226'0,"7"-2"-105"0,0 0-29 16,0 0-8-16,-1 0-4 0,1 0-7 0,-1 0 3 0,1 0-3 15,0 1 17-15,0-1-19 16,1 18 2-16,-1-18-9 0,0 0-14 0,21 9-14 0,-13-5-4 16,3 0-5-16,-1-1-15 0,1 0-5 15,0 1 2-15,-1-1-3 0,0 1-4 0,-1-1 4 16,1 0-3-16,-2-2 2 0,1 0 0 0,2 0-95 15,1-1-41-15,2 0-36 0,0-3-255 0</inkml:trace>
  <inkml:trace contextRef="#ctx1" brushRef="#br0" timeOffset="141370.07">5038 3414 311 0,'0'0'467'0,"-1"0"-159"0,-14-13 240 0,15 13-317 16,-1 0-34-16,0 0-11 0,1 0-48 15,-16-8-1-15,16 8-4 0,0 0-13 0,-1 0-10 16,-17-9-6-16,18 9-2 0,0 0-29 0,-1 0-26 15,-15-4 1-15,16 4-10 0,-1 0-6 0,-14 5-5 16,14-5-2-16,0 0 0 0,-18 11-5 0,10-7-13 16,0 2 3-16,-1 0-7 0,0 0 4 0,-1 2-3 15,0 0-1-15,0 1-1 0,0 0 0 0,0 0-2 16,1 0 2-16,2-1-2 0,-2 0 1 0,1-1-1 16,3 0 0-16,0 0 0 0,1-2-4 0,5-5-6 15,0 0-13-15,0 0 3 0,0 1-32 0,0-1 37 16,0 1-5-16,0-1 14 0,14 12-5 0,-4-12 3 15,0-1 3-15,2 0-1 0,0-2 0 0,-1 2 6 16,1 0 1-16,-4 1 2 0,0 0-2 0,-8 0 11 16,1 0-5-16,-1 0 9 0,0 1 1 15,1-1 0-15,8 20-1 0,-9-20 1 0,-11 13-2 0,3-6 0 16,0 1-1-16,-2-1-1 0,0 1-9 0,1 0 4 16,1-2-5-16,-3 0 5 0,3-1-4 0,0 1-3 15,2-1-1-15,0 0 0 0,1 0 1 0,0-3-2 16,5-2 3-16,0 0-3 0,0 0-1 0,-1 1-1 15,1-1-5-15,0 1 3 0,0-1-15 16,0 0 8-16,0 1 1 0,0-1 2 0,0 1 2 0,10 17 8 16,-10-18 0-16,0 0 4 0,1 0-5 0,0 1 3 15,17 17 2-15,-18-18 1 0,0 0 7 16,10 18-2-16,-10-18 2 0,5 15-2 0,-3-6-1 0,-1 2 6 16,1-1-3-16,-2 1 3 0,2 1-3 0,-1 0 6 15,-1 0-3-15,1 0 4 0,-1 0-8 0,-1 0 1 16,1 1 0-16,-1 1-1 0,-1 0-1 0,-1 1-5 15,-1 0 0-15,1-2-2 0,0 0 3 0,-1 0-7 16,1-1 3-16,-1-3-3 0,0 1 6 0,2-2-13 16,-1-1-23-16,1-2-7 0,2-5-153 15,0 1-171-15,0-1-21 0,0 1-75 0,0-1-311 16</inkml:trace>
  <inkml:trace contextRef="#ctx1" brushRef="#br0" timeOffset="142049.65">5140 3606 1435 0,'0'0'111'0,"0"0"50"0,0 0 27 15,-1 0-26-15,1 0-14 0,0 0-39 0,-17 0 2 16,17 0-10-16,-1 0-14 0,-15 2-17 0,16-2-4 15,-1 0-3-15,1 0-13 0,-18 19-12 16,13-12 1-16,-1 4-6 0,0-1 1 0,-1 1-12 0,2 2 3 0,0 1-7 16,0 0-8-16,0 1 3 15,1 0-7-15,2 0 5 0,0-2-7 0,0-1-3 0,2-1 3 0,0-2-4 16,2-1-3-16,0-2 6 16,1-1-4-16,-3-5 5 0,1 0-3 0,-1 1-10 15,19 7 5-15,-18-8-7 0,14-4 16 0,-5-1-3 16,0-1 2-16,1-2-3 0,0-1-5 0,-1-2 5 15,1-1-3-15,-1-2 4 0,-1 0 3 0,0 0-2 0,-1 0 4 16,-1-1-4-16,1 1 4 0,-2 0 0 16,-1 0 4-16,-1 2 0 0,-2-1 13 0,0 1 18 0,-2 3-9 0,-2-3 9 15,-1 2-25-15,0 2 2 0,-1 0 0 16,-1 3 0-16,0-1 1 0,-1 2-7 16,1 1 0-16,0 1-3 0,-1 0-6 0,-2 2-1 15,1 1 0-15,-2 1-1 0,1 0-4 0,0 2-10 0,-1 1-19 16,1-1 1-16,-1 0-90 0,1 0-103 0,2 1-22 15,1 0-47-15,0 0-240 0</inkml:trace>
  <inkml:trace contextRef="#ctx1" brushRef="#br0" timeOffset="142242.24">5331 3716 1827 0,'1'5'90'0,"0"2"43"0,1-1 32 0,-2 1-3 0,0 0 0 0,-3 1-9 16,1-1-57-16,-2 2-27 0,-1 0-8 0,-2 0-6 16,-1 1-31-16,0-1-16 0,-1-1 3 0,0 0-12 15,1 0-55-15,0 0-129 0,0-1-20 0,0 0-52 16,1-2-207-16</inkml:trace>
  <inkml:trace contextRef="#ctx1" brushRef="#br0" timeOffset="142650.37">5514 3610 1501 0,'0'0'293'0,"0"0"-102"0,0 0 153 0,0 0-192 0,0 0-18 15,0 0-1-15,0 0-23 0,0 0 4 0,0 0-6 16,0 0-22-16,0 0-27 0,0 1-3 0,-6 15-7 15,6-8-8-15,-2 3-1 0,1 1 0 0,-2 1-1 16,0 2-7-16,0 0-7 0,-1 1-8 0,0 0 3 0,0 1-9 16,-1-1-8-16,-1 0 9 0,1-2-10 15,-1 1 3-15,0-2-5 0,1-1 0 0,2-1-1 16,-1 0 5-16,2-3-82 0,0 0-14 0,2-8-35 16,0 0-124-16,0 1-55 0,0-1 6 0,0 1-26 15,1-1-45-15</inkml:trace>
  <inkml:trace contextRef="#ctx1" brushRef="#br0" timeOffset="142814.04">5573 3781 328 0,'5'-5'46'0,"0"2"292"0,-5 3 43 0,0 0-123 15,0 0-61-15,17-9-28 0,-17 9-5 0,0 0-5 0,0 0-7 16,0 0-25-16,0 0-4 0,1 0-7 16,16 1-16-16,-17-1-10 0,0 0 1 0,0 1-7 15,0-1-17-15,5 21-20 0,-5-21 2 0,0 0-10 16,-3 23-16-16,-2-16-11 0,1 2-7 0,0-2-4 15,-1 0-61-15,1 1-176 0,1-2-8 0,3-6-81 16,0 0-249-16</inkml:trace>
  <inkml:trace contextRef="#ctx1" brushRef="#br0" timeOffset="143411.68">5782 3559 1773 0,'0'0'97'15,"0"0"30"-15,0 0 32 0,-1 0-6 0,0 0-9 0,1 0-31 16,-1 0-8-16,1 1-1 15,0-1-24-15,0 0-12 0,0 1-1 0,0-1-4 0,0 1-5 0,23 7-10 16,-23-8-3-16,1 0-2 0,21 4-9 0,-22-4-6 16,0 0 1-16,20 9-4 0,-20-9-3 0,0 1 8 15,0-1-3-15,17 18 4 0,-17-18-7 0,0 1-1 16,0 19-3-16,0-19 1 16,-7 15-12-16,2-4 8 0,-1-1-3 0,-1 1 4 0,-2 0-17 15,-1 0 7-15,0 0-3 0,-1 1 5 0,1-1-1 0,0-2-9 16,1 1 4-16,1-1-4 0,0-1 1 0,3-2 0 15,0-1 0-15,3 0-1 0,-1-1 0 16,3-5-6-16,0 0-3 0,0 1-1 0,0-1 3 16,10 16-6-16,-10-16 5 0,1 0-6 0,21 3 5 15,-12-3 5-15,1-1-2 0,0 0 4 0,-1 1-2 16,1-1 2-16,-2 0-1 0,1 0 2 0,-1-1 1 16,0 1-4-16,0-1-9 0,1-1-8 0,1 0-110 0,1 1-119 15,-2-3-22-15,2-1-39 0,-2 0-128 16</inkml:trace>
  <inkml:trace contextRef="#ctx1" brushRef="#br0" timeOffset="144011.12">6061 3328 2012 0,'0'0'112'16,"0"0"20"-16,0 0-11 0,0 0 15 0,0 0-22 0,0 0-31 15,0 0-4-15,0 0-8 0,0 0-13 0,0 0-15 16,3 17 2-16,-3-17-7 16,0 1 5-16,8 16-7 0,-8-17-1 0,0 0-4 0,0 1-14 15,16 20-5-15,-10-15 1 0,1 1-2 0,0 1 2 0,-1-1-6 16,1 1 2-16,-2 1-3 0,0-1 1 15,-2 0 7-15,1 0-2 0,-2 0 4 16,-1 1 1-16,-1-1-3 0,0 1-1 0,-2 0 0 0,-1 0 0 16,0-1 0-16,-1 1 0 0,1 0-1 15,-2-1-4-15,0 0-6 0,0-1 4 0,1 0-4 0,0-2 10 16,1 0-9-16,3-5 3 0,0 1-4 16,0-1 6-16,-1 1-9 0,-7 15-1 0,8-16-2 0,0 0 3 0,0 0-4 15,0 0 1-15,0 0-2 0,0 0-4 0,1 0 9 16,16 2 0-16,-17-2 1 0,0 0-1 0,18-1 3 15,-18 1-4-15,1 0 4 0,18 1-1 0,-19-1 2 16,0 0 0-16,1 0 0 0,18 7 4 16,-19-7 6-16,0 0 0 0,1 0 1 0,-1 1 0 0,10 19-3 15,-10-20 3-15,0 0-3 16,-1 22 4-16,0-12-1 0,-1 0 1 0,1 0-1 16,-1 0 8-16,0 1-1 0,1-1-1 0,-1 2-1 15,1 0-8-15,-1 0 5 0,1 1-3 0,0-1 3 16,-1 0-5-16,1 0 3 0,-1 1 0 0,0-2 2 15,0 2 5-15,1 2 7 0,-2-1-1 0,2 2 1 0,-1-1-9 16,0-1-4-16,0 0-5 0,0 0 2 0,-1-1 0 0,0 1 10 16,-1-1 4-16,-1-1-1 15,0 1-9-15,-1-1-9 0,0-1 1 0,0 0-3 16,-1-2 0-16,-1 1-3 0,0-1-2 0,-1-1-6 16,-1 0-57-16,2-1-195 0,-2-2-54 0,1 0-94 0,1-1-612 0</inkml:trace>
  <inkml:trace contextRef="#ctx1" brushRef="#br0" timeOffset="149336.18">5042 4070 855 0,'0'0'62'0,"0"0"54"0,0 0 27 0,-1 0 6 0,0 0 3 0,-15 10-49 16,16-10-5-16,0 0-10 0,0 0-27 0,-1 0-3 16,-16 6 1-16,17-6-4 0,-1 0-9 0,1 0 0 15,-1 1-9-15,1-1 5 0,0 1-11 16,-1-1-5-16,1 1 2 0,-1-1-4 15,1 0-2-15,0 1 3 0,0 15 0 0,0-16 1 16,0 0 3-16,1 0 3 0,15 1 2 0,-16-1 0 16,0 0 7-16,17-2-8 0,-17 2 2 0,0 0-6 0,20-6-7 0,-20 6 1 15,1 0-7-15,18-4 5 16,-19 4-7-16,1 0-6 0,16-5 1 0,-17 5-4 0,1 0-2 0,-1 0 0 16,16-3 2-16,-16 3-2 15,0 0-2-15,1 0 4 0,-1 0-5 0,1 0 4 0,0 0-4 0,-1 0 1 16,0 0 1-16,1 0 1 15,-1 0-1-15,0 0 2 0,1 0 5 0,-1 0-2 0,1 0 3 16,-1 0-2-16,1 0-7 0,-1 0 3 0,0 0-5 16,0 0-2-16,0 0 1 0,-1 1-2 0,1-1-1 15,-19 12 1-15,19-12 4 0,-1 0-2 0,-17 7-1 0,18-7 6 16,0 0-7-16,0 0 7 16,-17 8-2-16,17-8-6 0,0 0 5 0,-1 0-6 15,1 0 9-15,-1 0-9 0,1 0 4 0,-1 0-6 16,1 0 6-16,0 1-1 0,-1-1 1 0,1 1 1 15,0-1 7-15,0 1-6 0,0-1 3 0,0 0-3 0,1 0 12 16,-1 0-6-16,17 4-3 0,-17-4-4 16,1 0-49-16,-1 0-147 0,18-9-29 0,-18 9-74 0,0 0-406 0</inkml:trace>
  <inkml:trace contextRef="#ctx1" brushRef="#br0" timeOffset="149902.97">5460 4071 814 0,'0'0'176'0,"0"0"-63"0,0 0 97 16,0 0-73-16,0 0-9 0,0 0 12 0,0 0-23 0,0 0-9 15,-1 0-2-15,1 0-36 0,-1 0-16 16,1 0 5-16,0 0-9 0,-1 1-1 0,0-1-12 15,1 1 0-15,-1-1-3 0,1 0 3 0,0 1-11 16,0-1 4-16,0 1-7 0,0-1-4 0,1 1 0 0,-1-1-3 16,18 9 2-16,-18-9-7 0,1 0 1 15,0 0-3-15,16-4 3 0,-17 4 2 0,0 0-4 16,1 0 0-16,-1 0-6 0,1 0-35 0,-1 0-86 16,1-1 2-16,15-10-32 0,-16 11-21 0,0 0-51 15,0-1-17-15,0 1-37 0,1 0-311 16</inkml:trace>
  <inkml:trace contextRef="#ctx1" brushRef="#br0" timeOffset="150222.79">5725 4096 1400 0,'0'0'92'0,"0"0"223"0,0 0-306 0,0 0 29 16,0 0-10-16,0 0 17 0,0 0-17 0,0 0-13 16,0 0-2-16,0 0-5 0,0 0-7 0,0 0 12 15,0 0 8-15,0 0 3 0,0 0 32 0,1 0 0 16,0 0-1-16,-1 1-1 0,0-1-13 0,18 9-9 15,-18-9-2-15,0 0-2 0,1 0-16 0,-1 0-1 0,1 0-2 16,16 2 1-16,-17-2-1 0,0 0-7 16,0 0 3-16,1 0-5 0,-1 0 5 15,1 0-16-15,15 0-34 0,-16 0-4 0,0 0-179 0,0 0-245 16</inkml:trace>
  <inkml:trace contextRef="#ctx1" brushRef="#br0" timeOffset="152480.17">4597 4441 1254 0,'0'0'102'0,"-1"0"-12"0,1 0 49 0,0 0 20 0,-18 7-21 16,18-7-9-16,0 1-16 0,0-1 3 0,-10 24-1 0,8-14-1 16,-9-4-18-16,8 6 2 0,1 1-8 0,-1 1-7 15,2 1-17-15,-2 1 4 0,2 2-9 16,1 1-8-16,0 2-8 0,0 0 0 0,1 2-3 0,-1 0-13 15,-1 3-6-15,-2 1-5 0,0 3 1 0,1 1-12 0,-3 0-2 16,2 1 0-16,0-2 1 0,-2 0 4 16,0 0-11-16,1 0-18 0,2-4-3 0,0-3-88 0,1-5-42 15,1-5-10-15,0-4-18 0,0-9-97 16,0 0-141-16</inkml:trace>
  <inkml:trace contextRef="#ctx1" brushRef="#br0" timeOffset="152769.4">4619 4437 1935 0,'0'0'150'0,"0"0"-47"0,0 0 12 0,0-1-29 0,0 1-21 0,0 0-18 16,0 0 2-16,0 0-6 15,0 0 0-15,0 0-1 0,0 0-1 0,2 0 0 16,-2 0-6-16,20 10-2 0,-20-10 0 0,1 0 1 15,19 10 7-15,-11-7 0 0,-1 1-1 0,0 0 0 16,1 0-8-16,-1 1 3 0,-1 1 1 0,-1 0 0 16,-2 1 1-16,0 0-6 0,-2 3 2 0,0-1-3 15,-3 0-7-15,-1 3-1 0,-2 0-5 0,-2 1 3 16,-1 2-13-16,-2-1 4 0,0 2-4 0,-2 0 2 0,-1-1-15 0,1-1-101 16,-2-1-3-16,0-1-45 0,0-1-101 15,1 0-116-15,0 0-47 0</inkml:trace>
  <inkml:trace contextRef="#ctx1" brushRef="#br0" timeOffset="153074.87">4957 4442 1973 0,'0'0'69'0,"0"0"17"0,0 0-23 0,0 0 50 15,0 1-2-15,0-1 16 0,0 1-16 0,-12 18-7 16,7-13-6-16,-1 1 1 16,0 1-16-16,-2 0-9 0,-1 0-3 0,1 2-2 0,0 1-19 0,-2 0-20 15,0 3 5-15,0-1-11 0,0 2-8 16,0-1-2-16,2 2-9 0,-1 1 4 16,1 1-10-16,1-1 3 0,-1 0 0 0,3 2 0 0,-2 2-2 15,4 3-2-15,-1 1 0 0,2-1-1 0,2 1-4 16,1-3 4-16,2-2-7 0,1 0 4 15,2-3-13-15,1 0-63 0,3 0 5 0,-1-2-31 0,2-1-36 0,-1-3-96 16,3-4-19-16,1-3-45 16,-1-3-220-16</inkml:trace>
  <inkml:trace contextRef="#ctx1" brushRef="#br0" timeOffset="153339.13">5146 4425 2188 0,'-1'1'71'16,"1"-1"12"-16,-16 17-1 0,16-17-4 0,0 1 29 0,-1 15-3 16,1-16 9-16,0 1-22 0,-3 16-47 15,5-7 3-15,1 0-20 0,1 2-16 0,-2 1 0 0,1 0-5 16,-1 1 2-16,1-2-7 0,0 1-1 15,0-2-1-15,0 0-1 0,1-1 0 0,0-2-7 16,0-1-19-16,0-2-2 0,1 0-111 0,0-3-92 16,-5-2-24-16,1 0-43 0,16-4-271 0</inkml:trace>
  <inkml:trace contextRef="#ctx1" brushRef="#br0" timeOffset="153708.34">5378 4475 2166 0,'0'0'155'0,"0"0"-3"16,0 0-21-16,0 0 13 0,-1 0-36 0,-17 7-28 0,12-4-1 0,-1 3-9 16,-1 1-7-16,-2 2-11 0,-1 0-3 0,0 0-5 15,-2 1-24-15,0-1-7 16,0 1-1-16,-2 0-2 0,2 1-9 0,-1-1-29 16,1-2-7-16,3-1-12 0,2-2-50 0,-1-1 1 15,3-1-11-15,6-3 5 0,0 0-27 0,-1 0-25 16,0 0 10-16,1 0-10 0,0 0 46 0,0 0 70 15,0 0-2-15,6-18 25 0,-6 18 10 0,1-1 21 16,-1 1 5-16,20-10 8 0,-20 10 32 0,0 0 8 0,16-1 1 16,-16 1 5-16,1 0 10 0,-1 1 0 15,16 10 0-15,-16-11-2 0,0 1-11 0,6 19-13 0,-4-11-3 16,-2 1-2-16,0 1-8 0,-1 1-8 0,-1 1 5 16,0 2-6-16,-1 2 8 0,1 1 0 0,-1 2-4 0,0 1 2 15,0 1-5-15,-1-1-15 16,-2 0 2-16,2 0-9 0,0-1-11 0,0-2-2 15,2-1 1-15,-1 1-2 0,0-3-19 0,1 0-94 16,-1-2-8-16,1-3-39 0,2-3-114 0,0-7-154 16,0 1-71-16</inkml:trace>
  <inkml:trace contextRef="#ctx1" brushRef="#br0" timeOffset="153953.56">5394 4571 1963 0,'0'0'322'0,"0"0"-151"0,0 0 45 16,0 0-152-16,0 0-26 0,0 0 43 0,0 0-5 15,0 0 14-15,0 0-19 0,0 0-22 16,0 0-1-16,0 1-9 0,1-1-15 0,15 13-4 16,-16-13 1-16,1 0-4 0,17 2-8 0,-10 0-4 15,2-1-2-15,0-1 0 0,0 1-6 0,1-1-1 16,0 0-1-16,-1 0 0 0,0 0-1 0,-1 1-18 15,0-1-34-15,-1 0 1 0,1 0-138 0,-3 0-51 0,1 1-5 16,-7-1-29-16,0 0-135 0</inkml:trace>
  <inkml:trace contextRef="#ctx1" brushRef="#br0" timeOffset="154414.34">5398 4766 2093 0,'0'0'88'0,"0"1"31"0,0-1-15 0,0 1-15 0,14 15-4 16,-14-16-10-16,1 0-52 0,14 3-18 15,-14-3-3-15,16 0-6 0,-7-1-18 0,2-3 4 16,0 1-1-16,1-2 3 0,2-1 3 0,0-1-1 0,0-2 0 16,1-1-3-16,-1 0-21 0,0-1 9 15,-1 1-8-15,0-1 10 0,-1 2 2 16,0 0 19-16,0 0 0 0,-1-1 6 0,0 1 0 0,0 1 2 15,-3 2 0-15,-2 0 2 0,-2 2 5 0,-5 4 6 16,0 0 5-16,1-1 1 0,0 1 17 0,-1 0 26 0,0-1-3 16,0 1 9-16,0 0-21 0,0 0-17 15,0 0 0-15,0 1-6 0,0-1 4 0,-15 21-6 16,10-13-2-16,-1 0-1 0,0 3 6 0,-1 0 18 16,1 1-2-16,1 2 6 0,-1-1 4 0,3 0-17 0,0 0-4 15,1-2-8-15,2-2-27 0,2-2-16 16,1-1 2-16,2-3-8 0,1-1-9 0,2-2 19 0,1-1-2 15,2-2 10-15,0-1 10 0,1-1-3 16,1-3 5-16,1-1-5 0,0-2 11 0,0 0 6 16,0-2-3-16,-1 0 5 0,-1 2 12 0,-2 0-6 0,0 1 8 15,-3 1-8-15,-1 0 6 0,-1 1-17 16,-2-1 2-16,-3 1-6 0,0 1 15 0,-3 0-2 0,0-1-1 16,-2 2-2-16,-1 0-20 0,-2 1-33 15,0 1 2-15,-1 0-17 0,-2 1-25 16,0 2-91-16,-1 0-16 0,-1 2-43 0,0 0-207 0</inkml:trace>
  <inkml:trace contextRef="#ctx1" brushRef="#br0" timeOffset="154785.15">5979 4311 255 0,'0'0'1367'0,"-1"0"-413"0,1 0-929 0,-1 1 4 0,1-1-2 0,-1 1 53 15,-13 18-7-15,14-19 20 0,0 0-22 0,0 1-10 16,-3 21-2-16,5-14-2 0,2 2 2 15,0-1 1-15,-1 1-2 0,2 1 1 16,0 0-6-16,0 2-14 0,2 2 4 0,-1 1-7 0,1 1 3 16,-1 0-17-16,0 2 0 0,-1 1-7 15,1 2-9-15,-2-1 4 0,0 0-3 0,-1 1 2 16,0 1-4-16,-1-1-2 0,1 0 1 0,-3 2-1 16,0 1 6-16,-3 3-6 0,-2-1 4 0,-1 0-5 0,-1-1-2 15,0 0-25-15,0-2-30 0,-1 0-10 16,-2 0-183-16,0-3-288 0,0 1 768 0</inkml:trace>
  <inkml:trace contextRef="#ctx1" brushRef="#br0" timeOffset="155120.06">6266 4615 2281 0,'0'0'56'0,"0"0"27"16,0 0 30-16,1 0 8 0,15 1 8 15,-16-1-7-15,1 0-4 0,0 0-43 0,-1 0-21 16,0 0 0-16,21-9-9 0,-13 7-5 0,1 0-24 16,-1 0 5-16,1 1-12 0,-1 1 4 0,0-1-14 15,0 1 4-15,-1 0-6 0,0 0 3 0,0-1-13 16,0 1-30-16,1 0-2 0,-2 0-160 0,1 0-138 16,-7 0-29-16</inkml:trace>
  <inkml:trace contextRef="#ctx1" brushRef="#br0" timeOffset="155318.54">6287 4850 2440 0,'0'0'147'0,"1"0"11"16,16 10-12-16,-7-8 10 0,1-1-29 0,1-1-42 15,0 0-11-15,1-1-12 0,-1 0-50 0,-1 0-2 16,1-1-7-16,0 0 1 0,-1 0-18 0,0-1-79 15,1-1-11-15,-1 0-35 0,2-2-133 0,1-1-220 16,2-1 858-16</inkml:trace>
  <inkml:trace contextRef="#ctx1" brushRef="#br0" timeOffset="161441.18">3078 4030 1325 0,'0'0'80'0,"0"0"9"0,0 0 13 0,0 0-36 16,0 0-7-16,0-1-18 0,0 1-2 0,0 0-5 16,0 0-5-16,-1 0-5 0,1-1 1 0,-17-7-3 15,17 8-7-15,0 0 10 0,0 0-5 16,-22 7 5-16,22-7-12 0,-15 5 8 0,6-2-2 0,1-1 2 15,-1 0-8-15,-1 1-4 0,0 0 4 16,0 0-3-16,-1 1 8 0,1-2 1 0,0 1-3 0,-2 2 1 16,2-2-4-16,-1 0 4 0,-1 1 4 0,2-1-1 15,0 1-4-15,-1 0-2 0,0 2-8 16,1-2 4-16,0 1-6 0,1 0-2 0,1-1 0 16,1 0-2-16,1 1-7 0,-1-1 6 0,1-1-2 0,2 1 3 15,4-4-3-15,-1 0-5 0,0 0 2 0,1 0-3 16,-1 1-9-16,1-1-15 0,-15 16-7 15,15-16-3-15,0 0-24 0,0 0-65 0,0 0 8 0,0 0-32 16,0 0-33-16,0 0-175 0</inkml:trace>
  <inkml:trace contextRef="#ctx1" brushRef="#br0" timeOffset="161776.07">2849 4022 1569 0,'0'0'66'0,"0"0"-43"16,0 0-3-16,0 0-12 0,0 0-9 0,0 0 9 0,0 0-1 0,0 0 5 16,0 1 12-16,0-1 4 0,-1 0 2 0,-7 20-1 15,8-20-8-15,0 0 10 0,0 1 1 16,-9 16 5-16,9-17 23 0,0 1-7 0,-1-1 0 0,1 1-3 16,-16 16 3-16,16-17-2 0,0 0-3 15,-1 1-1-15,-13 17-19 0,14-18-8 16,0 0 2-16,-10 17-5 0,10-17 1 0,-9 14-8 0,4-6 4 15,-1 1-6-15,-1 1-2 0,2 1 1 0,0 0-3 16,-2 0 2-16,1 1-8 0,0-2 3 0,0 0 0 16,1-1 2-16,-1-1-4 0,3 0-2 0,3-8 2 15,0 0-1-15,0 0-7 0,-5 18 8 0,5-18-5 0,0 0 6 16,1 1-16-16,-1-1 3 0,24 11-3 16,-13-11 4-16,2 0-1 0,2-1-75 0,2 1-19 0,1-1-32 15,1-2-192-15</inkml:trace>
  <inkml:trace contextRef="#ctx1" brushRef="#br0" timeOffset="162919.54">3016 5607 211 0,'0'0'841'0,"0"0"-349"16,0 0 433-16,0 0-894 0,-1 0-14 0,1 0-18 0,-1 0-21 15,1 0-1-15,-1 0-3 0,1 0 10 0,-16 5 14 16,16-5 2-16,-1 0 2 0,1 1 2 0,-19 19 5 16,19-20 0-16,-1 0 4 0,-15 16 15 0,15-16 0 15,1 1 2-15,-18 12-1 16,18-13 8-16,-1 0-2 0,-18 15 3 0,12-10-5 0,-1 0-10 0,0 1-6 16,-1 0-2-16,1 0 0 15,1 1-4-15,-3-1-2 0,0 1-4 0,0 0 2 16,0 0-3-16,-2 0 2 0,1 0 1 0,0 1 0 0,0 1 4 15,0 0-3-15,0 0 0 0,0 1-3 16,-1-2-1-16,1 0-1 0,0 1-1 0,1-1 0 16,1-1-4-16,-1-1 3 0,1 0 2 0,1-2 0 0,0 1-1 0,2-1-2 15,-1 0-1-15,2-2 0 0,5-2-1 0,0 0-16 16,0 0 1-16,0 0-7 16,-1 0-4-16,0 0 9 0,1 0-14 0,-1 0 8 0,-14 6-51 15,15-6-23-15,0 0 3 0,0 0-13 16,0 0-18-16,0-1-32 0,8-20-13 0,-3 14-9 0,0-2-71 15</inkml:trace>
  <inkml:trace contextRef="#ctx1" brushRef="#br0" timeOffset="163182.84">2725 5676 990 0,'0'0'141'0,"0"0"376"16,0 0-373-16,0-1-28 0,-1 1-5 0,1 0-9 15,0-1-34-15,-1 1-19 0,1-1-3 0,-1 1-5 0,1 0-5 0,0 0 4 16,-1 0-3-16,0 0 1 15,1 0-15-15,0 1 1 0,-16 17-5 0,16-18 3 16,-5 15-4-16,1-6 7 0,0 0 2 0,-1 0 0 16,-1 3-3-16,1 0 2 0,0 0 1 0,-1 1 0 0,0 0 12 15,1 1-13-15,0 0 4 0,0-1-8 0,0 1-11 16,1 0-7-16,-1-1-2 0,2 0 0 16,0-1-2-16,0-1 0 0,3 0-1 0,0 0-1 15,0-2 0-15,2-1-15 0,1 0 2 0,2-3-7 16,2-1-4-16,3 0-42 0,1-3-4 0,4 0-16 15,3-3-47-15,3-3-78 0,4-2-37 0,2-3 109 16,4 0 1349-16</inkml:trace>
  <inkml:trace contextRef="#ctx1" brushRef="#br0" timeOffset="164249.76">2750 7401 1011 0,'0'0'521'0,"0"0"-193"0,0 0 258 0,0 0-507 0,0 0-19 16,0 0-28-16,0 0-8 16,-1 0 1-16,1 0 1 0,0 0 3 0,0 0-1 0,-2 0 0 15,2 0-1-15,-19-4-6 0,19 4 8 0,0 0-4 16,-19 5 4-16,19-5-11 0,-17 5 1 16,7-2-8-16,0 2 4 0,0-2-10 0,-1 1 5 0,0 0 1 15,0 1-1-15,-1-1 8 0,0 0 6 0,0 1-1 16,2-1 0-16,0 0-18 0,-1 0 0 15,3 0-6-15,-1-1 4 0,1 1-2 0,1-1-8 0,0 1 2 16,1 1-7-16,-1-1-14 0,2-1-10 16,0 0-2-16,5-3-2 0,0 0-8 0,-1 0-23 15,0 1-8-15,1-1-8 0,-18 8-58 0,18-8-60 0,0 0-11 16,0 0-32-16,0 0-199 0</inkml:trace>
  <inkml:trace contextRef="#ctx1" brushRef="#br0" timeOffset="164516.53">2523 7261 2436 0,'0'0'414'0,"0"0"-233"16,0 0 43-16,-1 0-135 0,1 0-74 0,0 0-7 0,-1 1-12 15,-16 16 4-15,17-17-21 0,-4 15 6 0,1-6-4 0,1 3 5 16,-2 0 4-16,1 5 1 0,-2-2 4 0,2 3-2 15,-2 0 7-15,1 0-2 16,-1 0 1-16,1-2-1 0,0-1 2 0,0-1 0 0,1-3 2 16,0 0 0-16,1-2-1 0,1-1-1 0,1 0-1 0,0-2 0 15,0-6-6-15,0 0-11 16,0 1 0-16,8 16-6 0,-8-17-17 0,0 0-38 16,22 9-14-16,-9-8-14 0,-1 0-106 0,3-2-137 15,2 0-46-15</inkml:trace>
  <inkml:trace contextRef="#ctx1" brushRef="#br0" timeOffset="165719.09">2771 8859 1132 0,'0'0'242'0,"0"0"-59"15,0 0 114-15,0 0-150 0,-1 0-29 0,1 0-32 16,0 0-31-16,-1 0-2 16,1 0-2-16,-16 4-9 0,16-4 11 0,0 0-2 0,0 0 3 15,0 0-17-15,-1 0 2 0,1 0 2 0,0 0 1 16,-18 8 11-16,18-8 5 0,-1 0-3 0,1 0 3 15,-1 0-8-15,-17 10-4 0,18-10 1 0,-1 0-1 16,0 1 4-16,-18 11-5 0,11-8-1 0,1 1 0 0,-1 1-5 16,0 0-13-16,0 1 4 15,-1 1-9-15,-2 0-2 0,1 0-3 0,-1 1 3 16,0 1-3-16,0-1-4 0,2 0 0 0,-2 1-6 16,1 1 5-16,1-1-2 0,0 1-7 0,-1 0 4 0,2 0-6 15,-2 0-9-15,0 1 4 0,2-1-3 0,0 0 3 16,-1 1-1-16,1-1-12 0,1-1-2 15,0 0-5-15,1 0-24 0,0-2-18 0,1 0-6 0,0-3-6 16,2 1-41-16,3-6-7 0,0 1-14 16,-1-1 4-16,0 1-36 0,1-1-56 0,0 1-22 0,0-1-21 15,0 0-150-15</inkml:trace>
  <inkml:trace contextRef="#ctx1" brushRef="#br0" timeOffset="166278.29">2545 8951 1409 0,'0'0'225'0,"0"0"207"0,0 0 94 16,0 0-311-16,-1 0-140 0,0 0-51 0,1 0 5 0,-1 0-21 16,1 0 2-16,0 0-5 0,-17 8-4 0,17-8 0 15,0 0-2-15,0 0-1 0,0 0-3 0,0 0 0 16,0 0-17-16,-1 0 19 0,0 0-5 0,1 0 9 16,-1 0-6-16,1 0 7 0,-18 4-3 15,18-4 5-15,0 0 1 0,0 0 10 0,-1 0 3 0,1 1 0 16,-1-1-4-16,-16 18-6 0,17-18 0 0,0 0-1 15,0 1 2-15,-1-1-5 0,-12 19 3 16,13-19-4-16,0 1 4 0,-1-1 2 0,-10 21-4 16,11-21 3-16,-1 0 0 0,-11 19-2 0,8-11 2 15,0 1-3-15,-1 0-3 0,0 1 6 0,0-1-2 16,0 1 3-16,0 0 4 0,0-1-7 0,0 0 3 16,-1-1-4-16,1 0 2 0,1 0-4 0,-1 0 0 15,-1-1-1-15,2-1 1 0,-1 0 9 0,0 0-8 0,3 0 7 16,-2 1-5-16,1-1 13 0,0 0 1 0,3-6 4 15,0 0 4-15,0 0-6 0,-8 21 1 0,8-21-4 16,0 1-9-16,0-1-4 16,-2 17 1-16,2-17-1 0,0 0 4 0,0 0-8 0,0 1 3 0,6 15-5 15,-6-16-4-15,0 0 5 0,0 0-2 0,0 0 4 16,1 1 5-16,-1-1-7 0,19 13 8 16,-19-13-7-16,1 0 0 0,22 8-6 0,-14-6-6 0,3 0 0 15,1 0-15-15,0 0 13 0,2-1-21 16,3-1 2-16,1-1-185 0,3-2-282 0</inkml:trace>
  <inkml:trace contextRef="#ctx1" brushRef="#br0" timeOffset="174175.87">528 4151 1611 0,'-5'-3'49'0,"5"3"-34"0,0 0-2 0,0 0-2 0,0 0-30 0,0 0-22 16,0 0-5-16,0 0 9 0,0 0 18 0,0-1 12 15,1 1 5-15,17-5 2 0,-18 5 7 0,1 0 13 16,17 4-6-16,-18-4 9 0,1 0-4 0,20 6-4 16,-13-4-3-16,2 0-1 0,1 0-10 0,0-1 2 15,2 0 0-15,-1 0 0 0,1 0 1 16,-1-1 4-16,0 0-4 0,0-1 2 0,-1 0-11 0,-1-1 9 16,0 0 0-16,0 0 3 0,-2 0-5 0,0 0-2 15,-1-1 2-15,0 1-2 0,-7 2-3 16,0 0-43-16,1-1-14 0,-1 1-13 0,19-15-91 15,-19 15-256-15</inkml:trace>
  <inkml:trace contextRef="#ctx1" brushRef="#br0" timeOffset="174344.21">797 4046 184 0,'0'0'26'0,"0"0"104"0,0 0 26 0,0 0-91 0,1 1-44 16,-1-1-1-16,20 16-1 0,-13-10 1 0,1 1 7 0,0 1 9 15,0 1-10-15,-1-1 8 0,0 0-25 0,-1 1 8 16,-2 0 3-16,1 0 0 0,-2 1 0 0,-2 0-1 16,-1 1-8-16,-1 1-23 0,-2-1-337 15</inkml:trace>
  <inkml:trace contextRef="#ctx1" brushRef="#br0" timeOffset="178140.57">7178 4113 737 0,'0'0'382'0,"0"0"225"0,0 0 16 16,0 0-481-16,0 0-24 0,0 0-31 0,0 0 10 15,0 0-17-15,0 0 5 0,-17 4-7 0,17-4 0 0,-1 1-3 16,1-1-16-16,-17 18-6 0,12-11-5 15,-1 1 1-15,1 0-7 0,-2 1-18 0,0-1 6 16,1 2-10-16,-1 1-1 0,0-1-6 0,0 0-4 0,1 0 1 16,-1-1-1-16,2 2-3 0,-2-2 1 15,2 2-1-15,0-1-3 0,1-1-1 16,0 0 4-16,1-1-4 0,1 1 0 0,0-1-1 16,2-1-4-16,0 0 3 0,0-1 1 0,2 1-7 15,1-2 6-15,0 1-8 0,2-1 9 0,1-1 1 16,0 0-2-16,3-1 1 0,-1-1-1 0,3-1 0 0,0 0 1 0,2 0-1 15,-1-1 1-15,1-1 3 16,0 0-4-16,1 0 3 0,0-1 0 0,0 0 0 0,1 1-2 0,0-1 1 16,-1 0-7-16,-1 1 6 0,0-1 1 15,0 0-1-15,-2-1-41 0,0 1-68 16,-1-1-9-16,-1 0-20 0,0-1-50 0,-3 0-52 16,1 0-12-16,-2 2-19 0,0-2-84 0</inkml:trace>
  <inkml:trace contextRef="#ctx1" brushRef="#br0" timeOffset="178357.74">7305 4260 2000 0,'0'0'98'0,"0"0"47"0,0 0-5 0,-1 0-12 16,0 0 8-16,1 0-12 0,-1 1-7 0,1-1-27 15,-17 14-6-15,17-14-7 0,0 1-19 0,0-1-4 16,-12 19-4-16,12-18-2 0,-8 14-26 0,3-6-10 15,-1 1 1-15,-1 0-4 0,0 1 1 0,-2 1-8 16,0-1 4-16,0 0-5 0,0 1-1 0,0-2 1 0,0 0-9 16,2-1-2-16,-1-2-100 0,2 1-79 0,0-2-15 0,0 0-20 15,1 1-58-15,-2-2-106 16,1 2-66-16</inkml:trace>
  <inkml:trace contextRef="#ctx1" brushRef="#br0" timeOffset="179364.73">7225 4239 1927 0,'-5'-5'81'0,"-2"1"19"0,3 2 19 0,-3 1 4 16,0 1-15-16,-1 5-65 0,-1 2 1 0,-2 4-10 15,1 3-8-15,-7-3-5 0,7 6-7 0,-1 2 4 16,2 2 1-16,-1 1-7 0,3 1 10 16,2-2-9-16,0-2 13 0,3-5-8 0,1-1-6 15,2-4 1-15,2-3-4 0,3-3 11 0,2-3 2 16,2-1 4-16,2-4 18 0,3-1-13 0,0-3 8 0,3-3-11 15,0-2-1-15,2-3-6 0,0-1-4 0,-1-1 0 16,1 0 1-16,-5 1 1 0,-1 1-1 0,-3 3 1 16,-2 1 1-16,-5 2 15 0,-1 1 1 0,-3 3 2 15,-2 2-36-15,-4 0-160 0,-1 0-19 0,-2 2-73 16,-3 0-287-16</inkml:trace>
  <inkml:trace contextRef="#ctx1" brushRef="#br0" timeOffset="179691.58">7435 4485 2645 0,'4'6'61'0,"-1"1"25"16,-1 0 11-16,-2-1 6 15,-2 1-15-15,-2 0-10 0,-2 1-5 0,-1 1-54 0,-6-5-9 16,3 6-3-16,1 0 0 0,-1 1 4 0,-1 0-9 15,1 1 3-15,-1 0-5 0,2 1 2 0,-1 1-4 16,1-1 2-16,3-1-4 0,-1 0 3 0,4-2 0 16,0 1 0-16,3 0 0 15,1-3-1-15,1 0 4 0,3-1-2 0,1-2 5 0,3 0 4 0,1-3-9 16,2 0 7-16,2-2-7 0,3-2 6 0,1 0-3 16,2-3 1-16,2 0-2 15,2-1 5-15,-1-1 1 0,1 0 0 0,-3-1 0 0,-1 0-5 16,0 2 2-16,-3-2-5 0,0 1 0 0,0 0-58 0,-1 0-66 15,0 1-14-15,0 0-19 0,-3 0-78 0,-3 0-101 16,0-1-12-16</inkml:trace>
  <inkml:trace contextRef="#ctx1" brushRef="#br0" timeOffset="179907.21">7637 4517 1115 0,'0'0'705'0,"0"0"-426"0,0 0-126 16,-1 0-18-16,1 0 6 0,-17-3-22 15,17 3 5-15,0 0-14 0,-1 0-19 0,-15 19-31 16,11-10 2-16,-1 2-11 0,1 3 3 0,-1 0 0 16,0 2-7-16,1 2 1 0,-2 0-26 0,0 1-5 15,0 0-2-15,0 1-1 0,-2 1-8 16,1 1-3-16,0 1 0 0,-1 0 0 0,1-1 8 0,-1-2-12 16,1-1 4-16,2-3-8 0,1-2-7 0,1-2-166 15,2-3-4-15,1-2-74 0,1-7-154 0</inkml:trace>
  <inkml:trace contextRef="#ctx1" brushRef="#br0" timeOffset="180077.17">7878 4673 2469 0,'0'0'78'0,"0"0"5"0,0 0-65 15,0 1 51-15,0-1-18 0,-4 18 24 0,4-18-50 0,0 0-64 16,0 0-31-16,-1 1-25 0,-18 10-209 0,19-11-581 0</inkml:trace>
  <inkml:trace contextRef="#ctx1" brushRef="#br0" timeOffset="180405.64">8354 4234 2676 0,'0'0'78'0,"0"0"-46"0,0 0 15 0,0 0 7 0,0 1 9 16,0-1 30-16,-3 18-1 0,3-18 1 0,-5 15-22 0,-2-11-25 16,4 7-1-16,-2 0-9 0,0 2-11 15,0 2-16-15,-1 0 0 0,0 0-5 0,0 0 3 16,0-1-5-16,1-1 0 0,-1-1-2 16,2-1 0-16,-1-2-53 0,1 0-5 0,0 0-27 0,1 0-92 15,0-1-62-15,-1-1-27 0,0 0-19 0,-2 0-162 0</inkml:trace>
  <inkml:trace contextRef="#ctx1" brushRef="#br0" timeOffset="180641.5">8036 4598 1947 0,'0'0'79'0,"0"0"32"15,-1 1-14-15,1-1 26 0,0 1 2 0,0-1 6 16,0 0-5-16,1 1-10 0,-1-1-3 0,25 14-5 0,-14-16-23 15,4 0-18-15,2-1 1 0,2 0-9 0,1-1-9 16,0 0-22-16,1 0 0 0,0-1-9 16,0 2-7-16,-1 0-3 0,-1 0 0 0,0 1-1 15,1 0 0-15,-2 1-2 0,1-1 1 0,-1 1-2 16,-3 0 1-16,-2 0-40 0,-1 1-16 0,-2-1-17 0,0 1-112 16,-3 0-24-16,-1-1-10 0,-6 1-7 0,1 0-54 15,-1 0-135-15</inkml:trace>
  <inkml:trace contextRef="#ctx1" brushRef="#br0" timeOffset="180827.99">8269 4680 1660 0,'-8'6'80'0,"-1"1"49"0,-1 1-5 0,2 0 24 16,-2 1 15-16,1 3-39 0,1 0 2 0,-1 3-15 0,0 1-14 15,-1 0-21-15,1 2-2 0,1 2-9 16,0-1-24-16,0 1-8 0,0 0-4 0,0 2-1 0,1 1-19 15,0 2 1-15,0-1-7 0,0-1 4 16,2-3-16-16,0-1-137 0,3-4-3 0,0-2-64 16,2-3-164-16</inkml:trace>
  <inkml:trace contextRef="#ctx1" brushRef="#br0" timeOffset="181105.33">8319 4835 1902 0,'0'0'21'0,"0"0"76"0,0 0-23 0,0 0 43 16,0 1-27-16,-2 18-25 0,-1-9-8 0,-2 1-6 0,0 2-25 16,0-1 5-16,1 1 1 0,1 0 0 0,0-2-4 0,1-1-14 15,1-2 2-15,1-8-6 0,0 1 4 16,0-1 6-16,1 0 2 0,16 11 2 16,-9-14 11-16,4-2-1 0,1-2 3 0,1-2-1 15,-1-3 6-15,2-1-8 0,0 0 1 0,0 0-2 16,-1 1 8-16,-1 0-3 0,-2-2-2 0,-2 1 0 15,0 1 1-15,-3 2 2 0,-1 1 3 0,-2 1-1 0,-3 0 5 16,-2 0-11-16,-2 2-5 0,-3-1-6 16,-2 3-48-16,0 0-39 0,-3 0-8 0,2 2-12 0,-2 0-47 0,-1 2-55 15,-1 1-29-15,1 2-22 16,0-1-218-16</inkml:trace>
  <inkml:trace contextRef="#ctx1" brushRef="#br0" timeOffset="181388.63">8792 4548 2056 0,'0'0'241'0,"0"0"14"0,0 0-166 0,0 0-11 0,0 0 41 15,0 0 2-15,0 0 0 0,0 0-33 0,0 0-36 16,0-1-2-16,0 1-11 0,21-12-11 0,-12 11-15 16,-1-1 1-16,1 0-6 0,0 1-5 0,1-1 0 15,-1 0 2-15,1 1-2 0,-1-1 3 0,-1 1-4 16,0 1-2-16,-1-1-4 0,1 1-48 16,-3-1-84-16,-5 1-22 0,0 0-28 0,0 0-136 0,18-3-164 15</inkml:trace>
  <inkml:trace contextRef="#ctx1" brushRef="#br0" timeOffset="181557.01">8803 4694 1825 0,'-1'5'77'0,"2"3"66"0,1-1-11 0,2-2 17 16,0 0 13-16,1-3-12 15,2 0-45-15,2-1-41 0,0-1-12 0,1-2-8 0,2 0-32 16,0-1-6-16,-1 0-14 0,3-2-3 0,0-1-81 15,0-2-95-15,2 1-22 0,2-2-48 0,1-2-278 0</inkml:trace>
  <inkml:trace contextRef="#ctx1" brushRef="#br0" timeOffset="182436.14">9419 4243 756 0,'0'0'95'0,"0"0"91"16,0 0 29-16,0 0-16 0,-1-1-14 0,1 1-75 15,0-1 4-15,-1 1-15 0,0-1-15 0,-16-18-2 16,17 19-4-16,0 0 3 0,-1 0-6 16,1 0-7-16,0 0 0 0,0 0-2 0,-1 0-1 0,0 0 4 15,1 0-2-15,-1 1 2 0,1-1-6 16,-3 16-1-16,3-16 2 0,0 0-2 0,1 1-4 0,17 8-13 15,-11-5 2-15,2-1-7 0,-1-1-8 0,0 0-13 16,-1 0-5-16,1 1-1 0,-1 1-1 16,-1-2-4-16,-1 3 0 0,0 0-3 0,-1 0-3 0,-4-5 8 15,0 0-1-15,0 1 3 0,5 19-8 0,-5-20 5 16,0 0-3-16,-9 20 4 0,4-13-8 0,-1 1-12 16,-1-1 5-16,-3 0-7 0,2 1 9 0,-2-1 2 15,0 0-3-15,0 0 3 0,-2 1-5 0,2 0 6 16,1-2-4-16,0 1 4 0,2-1-9 15,0 0 9-15,2-1-3 0,5-5 4 0,0 0 1 0,0 1-5 16,0-1 3-16,-8 17-3 0,8-17 8 0,0 0-3 16,0 0 9-16,0 0-7 0,0 0 7 0,20 2-8 0,-12-4-2 15,2 0 0-15,1 0 6 0,1 1-7 16,0 0 0-16,1 0-2 0,1-1 1 16,-1 1 1-16,1 0 1 0,-3-1 1 15,1 2-4-15,-1 0 2 0,-2 0 0 0,1 0 0 0,-2 0 3 0,0 0-46 16,-1 0-11-16,-1 1-21 0,-1 0-92 0,-5-1-73 15,1 0-15-15,-1 0-26 0,1 0-112 16</inkml:trace>
  <inkml:trace contextRef="#ctx1" brushRef="#br0" timeOffset="182738.93">9219 4629 1077 0,'-6'1'192'0,"6"-1"692"0,-1 0-808 0,1 0 36 15,-1 0-6-15,1 0 18 0,0 0-3 0,0 0-23 16,0 0 0-16,15 3-11 0,-5-4-21 0,3-2-17 16,1-1 0-16,2 0-4 0,1 0 7 15,1 0-6-15,1 1 4 0,0-1-8 0,1 2-11 16,1-1-8-16,1 0-4 0,1 1-1 0,-1 0-5 15,-1 0-11-15,-1 0 2 0,0 0-5 0,-2 1 6 16,-2-1-2-16,-1 0 1 0,-3 1-2 0,1-1 2 16,-2 1-65-16,0 0-10 0,-2 0-27 0,-1 1-86 0,-2 0-59 15,0 0-19-15,-6 0-25 0,0 0-173 16</inkml:trace>
  <inkml:trace contextRef="#ctx1" brushRef="#br0" timeOffset="183101.05">9526 4668 1693 0,'-4'5'170'16,"0"0"-77"-16,4-5-3 0,-1 0-14 0,0 0 46 0,1 1-12 15,-16 20-2-15,16-21-5 0,0 0-20 0,-12 20 6 16,7-12-11-16,1 0 7 0,0 1-33 0,-2-1-15 16,2 1 2-16,-1 0-6 0,0 0 4 0,2 0-3 15,-1 0-2-15,1 1 0 0,2-1-14 16,-1-1-10-16,1 1 2 0,0 0-4 0,1-2 0 15,0 2-2-15,-1-2-2 0,1 1 2 0,0 1-2 16,0-2-1-16,0-7 1 0,0 0-1 0,5 17 3 16,-5-17-5-16,0 1-1 0,11 19-3 0,-6-12-5 0,2-2 8 15,-1-1-2-15,1 0 5 0,-1 0-1 16,1-2-1-16,0 0 0 0,-2 0 0 0,1 0 5 16,-1 1-1-16,-5-4 2 0,0 0-1 0,1 0 6 15,0 1-4-15,13 16 1 0,-14-17-2 0,0 1 1 16,0-1 7-16,0 20-3 0,0-20 3 15,0 1-10-15,-11 19-1 0,6-13-1 0,-1 1 1 0,-1-1 4 16,0 1-6-16,-1-1-7 0,-1 0-4 16,0-1-39-16,-1 0-42 0,-1-1-9 0,1-3-14 0,-2 1-47 15,0 0-68-15,0-3-18 0,0-1-30 0,2-2-175 0</inkml:trace>
  <inkml:trace contextRef="#ctx1" brushRef="#br0" timeOffset="183285.63">9479 4778 2005 0,'9'-3'110'0,"1"0"95"0,-2 1-38 0,3-1-20 16,-1 2 1-16,0 1-14 0,-1 0-40 15,0 0-28-15,-3 2-6 0,1 1-9 0,-1 0-26 0,0-1-7 16,-1 0 2-16,0 2-4 0,-2-1-10 0,-3-3-6 16,2 0 0-16,-2 1-8 0,22 9-77 0,-22-10-177 15,18 1-60-15</inkml:trace>
  <inkml:trace contextRef="#ctx1" brushRef="#br0" timeOffset="188486.62">4539 5417 1634 0,'0'0'115'0,"0"0"59"16,0 0 21-16,-1 1-65 0,1-1-4 0,-13 22-36 16,11-14 0-16,0 2 0 0,0 2 5 0,-5-1-17 15,5 6-2-15,1 2-6 0,1 0-6 0,-3 1-8 0,2 2-1 16,-1 2-4-16,0 3-11 0,-1 2-6 15,1 1-4-15,0-1-2 0,0 0-20 0,-1 2 0 0,1-2 1 0,-1 2-2 16,1 0-6-16,-1-4 0 16,0-2-1-16,3-4 2 0,-2-2 5 0,0-4-36 0,2 0-13 15,-2-3-15-15,1-1-83 0,0-2-32 16,1-9-9-16,0 1-11 0,0-1-61 0,0 1-177 0</inkml:trace>
  <inkml:trace contextRef="#ctx1" brushRef="#br0" timeOffset="188802.45">4479 5527 1723 0,'0'-11'101'0,"-2"1"98"15,1 1-59-15,1 2-28 16,0 7 6-16,0-1-16 0,0 1-11 0,0-1-11 0,0 1-8 16,0 0-1-16,0-1-27 0,0 1-13 15,0-1 8-15,0 1-9 0,0-1 7 0,1 1-5 0,-1 0 0 0,17-3-1 16,-17 3 6-16,0 0-12 15,18 2 4-15,-9-2-6 0,0 0 6 0,2 0-6 0,1 0 1 16,1 0-2-16,0 0 1 0,0 0 5 0,-1 0-1 16,0 2 3-16,-1 0 0 0,-2 2 2 0,-2-1 1 15,-2 1-1-15,0 1 5 0,0 0-11 0,-3 2 3 16,-1 0-7-16,-1 1-3 0,-2 1 6 16,-1 2-6-16,-1 1 4 0,-2 1-18 0,-2 1-2 0,-1 2 0 15,-2-1 0-15,0 1 3 0,0 0-3 16,-3-2-3-16,1-2-4 0,1 0-50 0,0-2-150 0,1-2-13 15,2-1-60-15,-1-2-154 0</inkml:trace>
  <inkml:trace contextRef="#ctx1" brushRef="#br0" timeOffset="189219.6">4915 5408 1730 0,'-3'-4'467'0,"-1"0"-217"0,4 4-102 16,0 0 20-16,-1 0-56 0,1 0-39 0,0 0 4 0,-17 0-16 15,12 6-6-15,-1 2-1 0,-1 2-7 0,1 4 3 16,-2 1-17-16,1 3-9 0,1 1 3 0,-2 2-5 16,1 2-2-16,1 2-6 15,0 2-4-15,0 2 0 0,2 3-3 0,-1 0-8 16,2-1 1-16,1-2-4 0,0 0 5 0,2 0-1 15,2 0 1-15,0-1-1 0,1-3-3 0,2-5-43 0,1-2-26 16,1-5-14-16,2-2-139 0,1-6-78 16,-1-2-19-16,3-3-38 0,0-2-251 0</inkml:trace>
  <inkml:trace contextRef="#ctx1" brushRef="#br0" timeOffset="189451.56">5099 5332 2446 0,'0'0'87'0,"0"0"-29"15,0 0-3-15,-1 1-10 0,1-1-17 0,-9 23 49 16,7-12-8-16,1 2 22 0,1 2-9 0,0 1-19 16,0 2 1-16,1-1-10 0,1 1-19 0,1 1-17 15,-1-2-2-15,2 0-4 0,0-2-3 0,-1-1-2 0,1-1 0 16,1 0-2-16,0-2-9 15,0 1 1-15,0-1-37 0,2-3 11 0,-1 0-136 0,0-3-13 16,1-1-12-16,1-2-5 0,0-1-79 0,1-3-140 16</inkml:trace>
  <inkml:trace contextRef="#ctx1" brushRef="#br0" timeOffset="189847.52">5326 5405 1537 0,'0'0'349'0,"0"0"-124"15,0 0-33-15,0 0-16 0,0 0-42 0,-1 0-33 0,1 0 1 16,-17 4-12-16,12 2-13 0,-2 2-16 0,0 3 2 16,-2 0-8-16,-1 2-5 0,-1 1-10 0,-2 1-4 15,-1-1-2-15,1 2-15 0,-1-1-12 16,1 0 2-16,0 0-7 0,0-2-2 0,0-1-74 16,1-1 1-16,2-3-34 0,1 0-73 0,2-3-42 0,1-2 6 0,6-3-15 15,0 0 22-15,-2 0 36 0,2 0 22 16,0 0 13-16,0 0 123 0,0-1 27 0,8-19 19 15,-8 20 6-15,1 0 90 0,17-10 0 16,-18 10 7-16,0 0-7 0,1 0-13 0,17-3-19 16,-18 3-3-16,1 0-2 0,-1 0 6 0,1 1-25 15,14 18 8-15,-15-19-15 0,0 1 1 0,9 23-13 16,-7-14 3-16,0 3-7 0,-1 0-13 0,-1 2 3 16,0 1-5-16,1 1 6 0,-1 1-3 0,0 1 2 0,-1 0-3 0,0 2 3 15,-1 1 2-15,0 1 3 16,1 0 0-16,-1 2-1 0,1-1-16 0,-1-2-9 0,-1 0-6 15,1-3 0-15,-1 0-8 0,1-1-7 16,-1-1-19-16,2-3-7 0,-2-2-149 0,0-3-99 16,2-1-36-16,1-8-36 0,0 0-268 0</inkml:trace>
  <inkml:trace contextRef="#ctx1" brushRef="#br0" timeOffset="190116.3">5293 5688 1823 0,'0'0'303'0,"0"0"-155"0,0 0 10 15,0 0-20-15,0 0-14 0,0 0-15 16,1 0 2-16,19-6-5 0,-20 6 0 0,0 0-31 15,19-2-2-15,-19 2-10 0,1 0-13 0,19-1-17 0,-19 1-1 0,0 0-7 16,21 0-17-16,-21 0-1 16,16-1 2-16,-17 1-2 0,0 0-5 0,22-1 3 0,-22 1-5 15,16-2 3-15,-7 2-25 0,-1-2-135 0,1 1-8 16,-3 0-57-16,1-1-150 0,-2 2 938 0</inkml:trace>
  <inkml:trace contextRef="#ctx1" brushRef="#br0" timeOffset="190335.84">5322 5832 946 0,'0'0'134'0,"0"0"349"16,0 0 179-16,0 0-478 0,0 0-9 0,0 0-45 16,17 8 10-16,-17-8-21 0,1 0 24 0,21 0-37 0,-13-2-3 15,0 1-14-15,2-1-38 0,-1 0-32 0,0 0 4 0,2-1-14 16,-2 0-1-16,2 0-2 0,-1 0 1 0,1 0-1 15,-1-1-1-15,1 1-75 16,0-1-7-16,0-1-36 0,-1-2-111 0,1 0-91 0,1 0-21 16,-1 0-37-16,1 1-214 0</inkml:trace>
  <inkml:trace contextRef="#ctx1" brushRef="#br0" timeOffset="190598.34">5747 5545 2285 0,'0'0'385'0,"0"0"-258"16,0 0-3-16,0 0-4 0,0 0-24 0,0 0-12 0,0 0 4 16,0 0-5-16,0 1 8 0,0-1-28 0,-10 21 0 15,8-11-12-15,0 1-10 0,-1 2-12 0,1 1 1 16,-1 1-7-16,0-1-4 0,1 0-11 0,-1 1 2 0,-1 0-5 15,3 0-2-15,-1-1-2 16,0-2 0-16,0-2-1 0,0-1 0 0,1-2-49 0,1 0-8 16,0-7-22-16,0 0-94 0,0 0-46 0,0 0-6 0,0 0-17 15,0 0-53-15,1 0-238 0</inkml:trace>
  <inkml:trace contextRef="#ctx1" brushRef="#br0" timeOffset="190949.24">5849 5327 2277 0,'0'0'96'0,"0"0"15"15,0 0-15-15,0 0 10 0,0 0-2 0,0 0 7 16,0 1 16-16,-2 16-22 0,2-17-3 0,0 0-12 15,0 1-37-15,6 20-10 0,-6-21-1 16,0 1-3-16,9 20-4 0,-6-12 3 0,1 0-6 0,-1 2 5 16,2 0-4-16,0 1 2 0,1 0 5 15,1 1-4-15,0 1 6 0,-1-1-16 0,1 1 7 16,2 0-9-16,-3 0 8 0,2 1-9 16,-1 0 3-16,-1 3-5 0,0 1-2 0,-1 2 5 0,-1 1-8 15,-1 2 5-15,-1 1-21 0,-3 0 0 0,-1 0 0 16,-3 1 0-16,-1 0 0 0,-3 2 0 15,-2 2 0-15,-2-1 0 0,-1 0 0 0,-1-4 0 0,0-1 0 0,1-2-9 16,0-2-97-16,-1-2-258 0,0 0-44 0,-3-1 31 16,1 1 1003-16</inkml:trace>
  <inkml:trace contextRef="#ctx1" brushRef="#br0" timeOffset="191303.55">6223 5574 2115 0,'0'0'142'0,"0"0"26"0,1 0 17 16,16 6-63-16,-8-5-25 0,3 2-7 15,0 1 4-15,-1-2-2 0,2 0 0 0,-8-5-19 0,6 5-4 16,0 0-6-16,0 1-19 0,1-1-21 16,0 1 2-16,0-1-8 0,-2-1-5 0,1 1-8 15,-2-1 0-15,0 0-2 0,0 1 7 0,-2-2-75 16,-1 1-8-16,-6-1-36 0,0 0-118 0,1 0-151 0,0 0-71 15</inkml:trace>
  <inkml:trace contextRef="#ctx1" brushRef="#br0" timeOffset="191503.33">6194 5866 2433 0,'7'4'128'0,"3"0"78"0,0-1-55 0,3-2-39 16,1 1 7-16,1-2-18 0,0 0-2 0,-2-2-43 0,2 0-3 0,1 0-16 16,-2-1-26-16,2 1-6 15,-3-1 2-15,0-2-9 0,-1 0-88 0,1-2-155 16,0 0-38-16,-1-2-58 0,0 0-337 0</inkml:trace>
  <inkml:trace contextRef="#ctx1" brushRef="#br0" timeOffset="195340.22">3312 4970 1310 0,'0'0'96'0,"0"0"23"0,0-1 13 0,-1 1-23 0,0 0-31 0,1-1-20 16,0 1-7-16,-18-10 3 0,18 10-13 0,-1 0 11 16,-18-6-1-16,18 6 4 0,-15 2-4 0,8 1-3 15,-1-2 1-15,-1 1-1 16,0 0 0-16,0 1-1 0,-2 1 3 0,0 1-4 0,0 1-7 15,-2 0-9-15,-1 1 0 0,-1 1-2 0,-1 0 3 16,-2 1 0-16,-1 0 0 0,-1 1-1 0,0 0-9 16,-1 0 4-16,1 1-9 0,1 1 7 0,0-1-11 15,0 0-8-15,-1 2 2 0,-1-1-5 0,0 1-1 0,0 1 3 16,1 0 0-16,2 1 0 16,0-1-4-16,2-1 1 0,3 0 1 0,-1-1 0 0,3 0 7 15,2-3-11-15,-2 1 3 0,4-3-5 16,-1 0 4-16,1-1-24 0,3-2-6 0,5-4-8 0,0 0-33 15,-1 0-4-15,1 0-3 0,-1 0-1 0,1 0-12 0,-1 0-16 16,1 0 3-16,0 0-6 0,0 0 11 16,0 0 25-16,10-18-4 0,-10 18 10 15,0-1-3-15,13-18-2 0,-13 19 6 0,1-1-4 16,11-21-1-16,-9 14-1 0,1-1-4 0,0 0 3 16,0 1 12-16,0-2 32 0,1 2 0 0,0-2 12 0,0 0 10 15,-1 0 4-15,2 0-1 0,-1 0 2 0,-1 1-1 0,-1 2 10 16,0 0-3-16,-1 1 6 0,0 1-2 15,-2 5 5-15,0-1-6 0,0 1 4 0,0-1-7 0,0 1 6 16,3-16 0-16,-3 16 0 16,0 0-12-16,0 0 12 0,-1 0 0 0,0 0 8 15,1-1 15-15,-1 1 25 0,1-1 2 0,-17-8 8 16,17 9 11-16,0 0 7 0,0 0-3 0,0 0 4 0,-2-1-4 16,2 1-12-16,0-1 2 0,-1 1-5 0,-15-13-2 0,16 13-11 15,0 0 2-15,0 0-5 0,0 0-7 0,0 0-8 16,-1 0-4-16,1 0-1 0,-1 0-10 15,1 0-2-15,-1 1-2 0,-14 12-1 16,15-13-4-16,0 1 1 0,0-1 1 0,-5 20 1 0,5-20 4 0,-4 14 0 16,0-6-1-16,0 2 1 15,0 0 0-15,-1 1 8 0,-1 1 5 0,0 1 2 16,-1-1 11-16,1 1-13 0,-1-1 1 0,2 0-6 0,-1 0-9 16,0 0-4-16,1-2-2 0,-1 1 1 15,0-1-5-15,3-2-6 0,-1 1 1 0,1 0-2 16,1-3 5-16,1 2-6 0,1-8 2 0,0 0-3 15,0 0 5-15,8 19 0 0,-8-19-1 0,0 0-1 16,22 8-15-16,-9-8 0 0,1 0-2 0,5 0 1 16,1-2-1-16,1 1-92 0,1-3-21 0,3 1-43 0,1-1-237 15</inkml:trace>
  <inkml:trace contextRef="#ctx1" brushRef="#br0" timeOffset="197523.47">3216 6568 2091 0,'-8'-1'159'16,"2"0"-46"-16,-1 0 72 0,0 1-145 0,2 0-14 15,-2 0-21-15,1 3-5 0,-2-1 0 16,-1 2 0-16,-2 1-8 0,-4-4 5 0,3 5 0 0,0-1 3 15,-1 1 3-15,-1-2 0 16,-2 1 0-16,0-1 0 0,1 1 8 0,-1-2 11 0,1 2-1 16,0 0 6-16,1 1 13 0,-1-2 12 0,0 1 0 0,-1 2 4 15,0-2-8-15,-2 3-6 16,0 0-3-16,-1 1-2 0,-2 0-9 0,1 1-3 16,-1 0-4-16,2 2 0 0,0 1-14 0,-1 0-5 0,2 1 2 15,-2 0-4-15,1 2 4 0,1-3-4 0,-2 3 1 16,1-1-2-16,1-1 1 0,0 1 0 15,2 0 2-15,1 0-1 0,1-1 6 0,1 1-8 16,0-2 2-16,0-1-2 0,1 0 4 0,0 0-3 0,0-1 0 16,1-2-2-16,1 1 2 0,2-4-3 15,0 1-1-15,3-2-1 0,-1-1-21 0,6-4-23 16,-1 0-2-16,1 0-9 0,0 0-22 0,0 0-21 0,-1 0-4 16,0 0-2-16,1 0 19 0,0 0-7 15,0 0 0-15,0-19-10 0,4 12-56 0,-1-2-87 16,2-1-34-16</inkml:trace>
  <inkml:trace contextRef="#ctx1" brushRef="#br0" timeOffset="197804.18">2490 6715 2462 0,'0'0'94'0,"0"0"-46"16,0 0 5-16,-1 0-20 0,-15 6 2 0,16-6 8 15,-1 1-6-15,-11 18 5 0,7-8-29 0,-3 2-5 16,1 1 3-16,-1 3-2 0,-1-1 11 0,-1 2-9 0,0 1 1 16,-2 1-3-16,0 0-8 0,0 1 2 15,0 1 3-15,1-1 1 0,2-1 22 0,1-2 0 0,2 0 2 0,0-1 0 16,1-2 9-16,2-3-5 16,1 1 2-16,1-4-4 0,1 1-7 0,2-3-10 15,2 0 1-15,0-1-5 0,3 0-3 0,2-1-18 16,1-1-1-16,4-2-5 0,3 0 0 0,4-1-4 0,1-1-33 15,2-1 4-15,1-1-152 0,0 0-121 16,0-3-43-16</inkml:trace>
  <inkml:trace contextRef="#ctx1" brushRef="#br0" timeOffset="198818.87">3135 8071 1329 0,'0'0'425'0,"0"0"-154"16,0 0 212-16,-1 0-396 16,1 0-31-16,-1 0-29 0,-19 4-16 0,20-4-6 15,0 0 7-15,0 1-14 0,-1-1 1 0,-20 15 1 16,21-15 0-16,-14 11 12 0,4-4 5 0,-1 0 3 0,1 2 2 15,-3 0 17-15,1 2 10 0,-3 0 4 0,2 0 2 16,0 0 10-16,-2 2-17 0,1 0 3 16,0 3-8-16,-2-2-2 0,1 1-14 0,-1 0-3 15,0 0-3-15,-1 0 2 0,1 0-6 0,-1 0 1 16,-1 1-5-16,1 1-13 0,1-2 4 0,0 1-1 0,0 0 2 16,0 0-8-16,0 0 3 0,1 0-3 15,1-1 3-15,0-1-1 0,2-1-9 0,1-2-1 0,2-1-5 16,0-2-15-16,-1 0-6 0,2-2-3 15,1-1-1-15,0-2-3 0,7-3-16 0,0 0-6 0,-1 0-7 16,1 0-46-16,-17 3-20 0,17-3-4 16,0 0-7-16,-3-17-25 0,3 7 5 0,3-2-3 15,0-1 2-15,1-2-14 0,1 0 24 0,-1-2 4 0,1-1 11 0,1-1 50 16,-1-1 17-16,0 2 12 16,-1 1 3-16,0 2 60 0,1 4 133 0,-3 0-6 0,0 3 54 15,-1 1 26-15,-1 7-29 0,0-1-1 16,0 1-9-16,0-1-9 0,0 1-31 0,0 0 1 15,0-1-14-15,0 1-28 0,0-1-39 0,0 1 7 0,-1 0-15 16,-8 11 26-16,6 0-14 0,1 1 2 0,-2 2-7 16,0 2-4-16,-1 1 17 0,0 1 0 0,-2 1 8 15,0 1 17-15,-1 1-2 0,1 0 2 0,-1 0-3 16,2 0-8-16,0 2-23 0,0-1 1 16,0-2-9-16,1-1-8 0,1-2-10 0,0-2-2 0,3-2-1 15,0 0 5-15,3-2-14 0,0-1 7 0,3-1-10 16,2-1-7-16,1-1-22 0,4-2-2 15,3-2-7-15,3 0-14 0,6-5-33 16,5-2-44-16,3-5-12 0,2-4-307 0</inkml:trace>
  <inkml:trace contextRef="#ctx1" brushRef="#br0" timeOffset="200327.79">7019 5418 1068 0,'0'0'384'0,"-1"0"239"0,1 0 10 0,0 0-553 0,-1 0-7 0,1 0-52 16,-1 0-1-16,-15-1-4 15,16 1-12-15,0 0-3 0,0 0-1 0,-1 0-2 0,1 0-7 0,-1 0 5 16,1 0-2-16,0 0 5 16,0 0 0-16,0 0 2 0,1 0 2 0,17 10 0 0,-18-10 4 15,0 0 11-15,21 11-1 0,-14-6 5 16,1-1 4-16,-1 1 3 0,-1-1-1 0,1 1 1 0,-2-1-8 0,1 1-1 15,-2-1-1-15,-1 1 1 0,0 0 4 16,-2 2-4-16,-1-1 1 0,0 2-2 16,-2-1 1-16,-3 2-9 0,-1-1 6 0,-2 1-6 15,-1 1 6-15,-1 0-5 0,-1 1-2 0,0 0-1 0,0 0-7 16,0-1 3-16,-1-1-1 0,1 0 3 0,1-1 0 16,0-1-1-16,2 0 3 0,0-2-2 15,2-1 1-15,6-4-5 0,-1 0-2 0,1 1 0 0,0-1-3 16,0 1-2-16,0-1 4 0,0 1-1 15,0-1 7-15,6 17-5 0,-6-17-1 0,16 2-1 0,-7-1 1 16,3 0 3-16,-1 0-3 0,1 0 3 16,-1 0 3-16,0 1-4 0,-1 1 3 0,0 0-4 15,-2 0-4-15,-1 1 3 0,-1 0 0 0,0 0 2 0,-2 2-1 16,-1 2 4-16,-1-1-3 0,-1 1 3 0,0 1 0 0,-2 0 2 16,-1 0-2-16,-2 2 0 0,0 1-4 0,-3 2 1 15,-1 1 4-15,0 1-1 16,-1 0 4-16,-2 0-8 0,0 0 2 0,-1-1-3 15,-1 0 5-15,1-1 2 0,-1-1-4 0,1-2 1 16,2-2-9-16,1-1-83 0,1-2-12 0,2-2-36 16,-3-2-145-16,3-3-279 0</inkml:trace>
  <inkml:trace contextRef="#ctx1" brushRef="#br0" timeOffset="200482.34">7347 5612 2692 0,'8'1'103'0,"1"0"-11"0,-1 2-7 0,-1 0-5 0,-2 0-38 0,-5-3 9 16,0 1-3-16,0-1 2 0,2 22-29 0,-2-22-14 15,-1 0-29-15,-11 20-9 16,12-20-227-16,0 1-456 0</inkml:trace>
  <inkml:trace contextRef="#ctx1" brushRef="#br0" timeOffset="201240.57">8047 5221 1231 0,'0'0'87'0,"0"0"69"0,0 0 37 16,0-1 23-16,0 1-8 0,0-1-55 0,0 1-5 16,0-1-9-16,0 1-46 0,0 0-24 0,-1-1 0 0,0 1-6 15,1 0 2-15,0 0-9 0,0 0 0 16,0 0-3-16,-8 21 0 0,7-12-7 0,0 0 0 15,1 2-2-15,0 0 5 0,-1 0-14 0,0 1-2 0,0-1-5 16,-1-1-12-16,0-1-7 0,-1 1 4 0,1 0-7 16,-1-1-2-16,1 0-38 0,-1 0-23 15,0-2-15-15,-1 0-151 0,-1 1-153 0,0-2-58 16</inkml:trace>
  <inkml:trace contextRef="#ctx1" brushRef="#br0" timeOffset="201531.31">7666 5572 1420 0,'0'0'683'0,"0"0"-450"0,0 0-128 0,0 1-19 15,0-1 17-15,22 10 16 0,-11-10-2 0,2-3 6 16,0 1-9-16,3-1-29 0,0-1-2 15,2 0-10-15,2 0-15 0,1 0-12 0,0-2-5 0,1 1-2 16,1-1-24-16,2 0-3 16,-1 0 1-16,0 2-3 0,1 0-6 0,-2 2 5 0,-1-1-6 15,-2 0 6-15,0 1-5 0,0-1 1 0,-1 3-4 0,-1-1 2 16,-3 1-3-16,0 0-2 0,-4 0 0 16,-1 1-4-16,-1 2-19 0,-2 0-48 15,-7-3-7-15,0 0-19 0,1 0-58 0,-1 0-58 0,0 1-25 16,1-1-26-16,0 1-226 0</inkml:trace>
  <inkml:trace contextRef="#ctx1" brushRef="#br0" timeOffset="201804.81">7954 5651 2163 0,'0'0'98'0,"0"0"101"16,0 1-111-16,-1-1 13 0,-10 16 9 0,11-16-2 15,0 1 5-15,-11 16-27 0,6-8-3 16,-1 1-10-16,1 2-28 0,0 0-16 0,-1 1-1 0,0-1-6 16,-1 0-12-16,-1 2 1 0,1 0-4 15,0 1 1-15,1 0-8 0,-1-1 4 0,1-1-5 0,0-2-7 16,1-2-98-16,2 0-103 0,2-2-24 0,1-7-30 15,0 0-130-15</inkml:trace>
  <inkml:trace contextRef="#ctx1" brushRef="#br0" timeOffset="202125.28">8108 5653 1547 0,'0'0'254'0,"0"0"-103"0,0 0-22 0,0 0-13 16,0 1-3-16,0-1-5 0,-6 18-7 0,1-11 1 15,0 1-23-15,-1 1-6 0,0 0 3 0,1 3-3 0,0-1 3 16,0 0-8-16,1 0 5 0,0-2-6 0,1 1-5 16,2 0-21-1,-2-1-3-15,4 0-6 0,0-2-25 0,-1-7 6 0,0 0-7 0,0 0 9 16,0 0 4-16,20 7 6 0,-20-7 4 0,15-7 0 16,-5 2 15-16,2-2-5 0,1 0 5 15,0-2-6-15,0-1-9 0,0 0-1 0,0-1-6 16,-2 0 4-16,0 1-10 0,-2 0 2 0,-2 1-2 0,0 3 1 15,-2 1-6-15,-5 5 6 0,0-1 1 0,0 1 3 16,0-1 5-16,0 1-20 0,0 0 3 16,0-1-9-16,0 1-6 0,0-1-17 0,-17-12 2 15,17 13-7-15,0 0-6 0,-20 1-59 0,20-1-20 0,-17 3-25 16,9-2-154-16,-1 0-203 0,0-1-183 16</inkml:trace>
  <inkml:trace contextRef="#ctx1" brushRef="#br0" timeOffset="203821.62">8630 5467 1891 0,'0'0'96'0,"0"0"16"16,0 1 24-16,0-1 17 0,0 1-12 0,0-1-17 16,0 1 4-16,3 17-10 0,-3-18-22 0,0 0-17 0,0 0-2 15,22 4-3-15,-12-2 0 16,0-2-12-16,1 0-3 0,0-1-5 0,2 0-15 16,-2 0-11-16,1-1 4 0,-1 1-7 0,1-1-8 15,0 0-3-15,0 1-3 0,0-2 2 0,-1 2 0 0,-1-2-5 16,0 0 2-16,-1 1-4 0,-1-1-3 15,-2 0-68-15,0 0-13 0,-6 3-26 0,0 0-98 0,0 0-47 16,1-1-25-16,0 1-17 0,-1-1-179 16</inkml:trace>
  <inkml:trace contextRef="#ctx1" brushRef="#br0" timeOffset="204023.22">8607 5663 1586 0,'-2'6'381'0,"2"-6"-205"16,0 1-31-16,0-1-28 0,0 1 48 0,10 15-3 16,-10-16-8-16,17 3 1 0,-8-1-31 0,3-2-32 15,0 0-4-15,0 0-13 0,2-1-47 16,0 0-10-16,-2 0-2 0,2 0 0 0,-1-1 1 16,1-1-11-16,0 0-10 0,1-1-8 15,-2-1-102-15,2 0-137 0,-1-2-29 0,-1 1-62 0,0-1-338 0</inkml:trace>
  <inkml:trace contextRef="#ctx1" brushRef="#br0" timeOffset="204786.86">9280 5203 951 0,'0'0'151'15,"0"0"21"-15,-1 0 74 0,1 0-165 0,-1-1 64 0,1 1-12 16,0 0-3-16,-1-1-9 0,1 1-43 0,-1-1-29 15,1 1 5-15,-17-14-14 0,17 14 1 0,0 0-10 16,0 0 5-16,0 0-5 0,0 0 12 0,0 0-6 16,0 0-1-16,0 0-1 0,0 0 2 0,0 0-5 15,0 0 5-15,0 0-6 0,0 0 6 0,0 0 7 16,0 0 0-16,0 0 1 0,0 0-11 0,0 0 2 16,0 0-9-16,2 1 6 0,-2-1-13 0,20 14 1 15,-20-14-2-15,1 0 0 0,15 8-8 0,-16-8 0 16,1 0-1-16,-1 0 0 0,20 14-6 15,-20-14 7-15,0 0-2 0,0 1 2 0,9 16 1 0,-9-17-4 16,0 1 3-16,0-1-3 0,-8 19 4 16,8-19-4-16,-11 13-3 0,4-6 1 0,-1 0-6 15,0-1-2-15,-1 0 2 0,0 0-1 0,-1 1-1 0,0-1 5 16,-1-1-3-16,1 1 2 0,0-3-5 0,2 0 3 16,0 0 0-16,3 0 2 0,5-3 0 15,-1 0 3-15,1 0-2 0,-1 0 2 0,1 0-7 0,0 0 2 16,0 0-1-16,0 0 2 0,0 0 0 0,0 0 0 15,18-3-1-15,-8 0 1 0,0 1 5 16,1 0-5-16,0 0 3 0,1 0-4 0,0 1-6 0,-1 1 6 16,0 1 0-16,0-1 2 0,-2 2-5 0,-1 0 5 15,-2-1-3-15,0 3 4 0,-2-1-3 16,-1 2 3-16,-2 2-3 0,-1 0 1 0,-2 2 0 16,0-1 0-16,-3 1-1 0,0 0 0 0,0 1 0 0,-1-1-4 15,0 0 4-15,-1 0-5 0,0-1-7 0,0 1-109 16,0-1 1-16,1-1-49 0,0-1-97 15,1 0-253-15</inkml:trace>
  <inkml:trace contextRef="#ctx1" brushRef="#br0" timeOffset="205141.48">9021 5638 1838 0,'0'0'88'0,"0"0"56"0,0 0-22 0,-1 0 0 16,1 0 6-16,0 0-5 0,0 0-1 15,0 1-31-15,0-1 3 0,0 1-13 0,0-1-8 16,24 7-11-16,-14-7-1 0,2 1-4 0,2-1 0 16,1-1 3-16,1 1-2 0,2-1 1 0,-1-2-11 0,4 1-6 15,1-1 1-15,0 0-3 0,3 0-3 16,-3 0-14-16,2-1 2 0,-3 1-6 0,2 1 1 0,-3-2-11 15,-1 1 2-15,2 1-3 0,-3 0 5 0,1 1-8 16,-2 0 0-16,-1-1-3 0,-2 1 0 16,-2 1 0-16,-1-1 5 0,-2 1-4 0,-1 1-3 0,-3-1-41 15,-5 0-14-15,0 0-14 0,1 0-86 0,-1 0-32 16,1 0-10-16,0 0-9 0,-1 0-58 16,0 0-91-16,0 1-36 0</inkml:trace>
  <inkml:trace contextRef="#ctx1" brushRef="#br0" timeOffset="205384.97">9203 5819 2233 0,'-4'6'171'0,"0"0"-60"15,1 0 3-15,0-1-18 0,0 2 33 16,-1 1-20-16,-1 1 2 0,0 0-13 0,0 2-34 0,-1 0-17 16,1 2-9-16,0 1-2 0,-1-1-13 15,0-1-18-15,1 1 4 0,-1 1-9 0,1-2 5 16,1 1-2-16,-1-1 1 0,2-1-3 16,-1-1-11-16,1-2-153 0,3-8-6 0,0 1-69 0,0-1-181 0</inkml:trace>
  <inkml:trace contextRef="#ctx1" brushRef="#br0" timeOffset="205692.64">9353 5821 1956 0,'0'0'80'0,"0"0"97"0,1 0-140 16,-1 0 36-16,1 0-5 0,-1 0 12 0,0 1-19 0,1 21-19 16,-6-13 6-16,-2 1-13 0,3 1-14 0,-1 1 2 15,1-1-4-15,-1 1 7 0,1-1 21 0,0 2 22 16,1-1-5-16,1-1 9 0,2-1-17 0,0-3-18 15,0-7 2-15,0 1-8 0,0-1-9 16,0 0 9-16,18 14 2 0,-18-14 4 0,15-4 26 0,-6-1-3 16,-1-1-1-16,2-2-3 0,1-3-19 0,2 0 6 15,0-1-4-15,1-1 4 0,-1 0-12 0,-2 2-6 16,0 0 4-16,-2 0-4 0,-2 2 7 0,-3 1 3 16,-2 2-3-16,-2 6 2 15,0-1-9-15,0 1-10 0,-6-18-4 0,6 18-3 16,-14-8-31-16,6 6-22 0,-2 1-6 0,1 2-6 0,0-1-26 0,-2 2-72 15,1 1-24-15,0-1-36 0,-1 0-247 0</inkml:trace>
  <inkml:trace contextRef="#ctx1" brushRef="#br0" timeOffset="207690.71">4468 6406 2233 0,'-12'2'97'16,"1"3"-29"-16,2 2 7 0,2 2 6 0,0 1-46 0,4 3-13 15,0 2-9-15,1 3 5 0,1 2-19 0,-5 0 3 16,6 9-2-16,1 4 4 0,0 2 0 0,-2 6-1 16,0 1 3-16,0 5-3 0,-1 3 1 15,-2 5 0-15,0 2 1 0,-1 4 0 0,0-1 4 0,-4 0-7 16,1-1 5-16,-2-4-1 0,0-3 44 16,0-7-15-16,0-4 7 0,0-7-13 0,1-3-12 0,0-7-5 15,2-3 1-15,-2-5-2 16,3-3 1-16,-1-4-25 0,0-2-14 0,2-3-8 0,5-4-88 0,0 0-54 15,-15-8-4-15,12-8-28 0,2-5-132 16</inkml:trace>
  <inkml:trace contextRef="#ctx1" brushRef="#br0" timeOffset="208039.52">4364 6503 2378 0,'-5'-6'143'0,"5"6"-64"0,0-1 14 0,0 1-44 16,0-1-54-16,0 1 0 0,0-1-1 0,0 1 2 0,0 0 0 16,0 0 0-16,0 0 2 0,0 0-1 0,18 15-2 0,-10-8 2 15,0 1-2-15,1 0 3 0,1 1 2 16,1-1-3-16,0 0 1 0,2 0-3 0,-1 0 4 0,1 0 2 16,-1-1 2-16,0 1 0 15,-1-2-2-15,-1 1 2 0,-1-2-1 0,-1-1 1 16,-3 0 4-16,-1 0 21 0,1 1 3 0,-5-5 6 15,0 1 8-15,0-1-3 0,-2 16-6 0,2-16 1 0,-10 15-20 16,3-5-1-16,0 2-8 0,-2 1 3 16,0 1-12-16,-1 0 6 0,-2 0-1 0,0 1 3 0,-1 1-4 15,0 1-6-15,-2-1 3 0,2 2-3 0,-2 0 3 16,0 0-64-16,1 0-9 0,-1-3-24 16,2 1-61-16,4-3-42 0,1-3-12 0,3-2-18 0,5-8-130 15</inkml:trace>
  <inkml:trace contextRef="#ctx1" brushRef="#br0" timeOffset="208290.13">4816 6443 2129 0,'0'0'78'0,"0"0"30"15,0 0-79-15,0 0 8 0,0 1-4 0,10 23 6 0,-10-14-6 0,-1 5-7 16,-3 1-1-16,-2 2-1 15,-1 3 4-15,-2 2 16 0,-2 1-4 0,-1 0 6 0,2 3-15 0,-1-1-6 16,1 2 4-16,2-1-4 16,-1 0 16-16,1 0 13 0,1 0-8 0,2 0 8 0,0 0-16 0,1 0-6 15,3 0-2-15,1 1-3 16,0-1-20-16,4 0-5 0,1 0 1 0,2-1-3 16,2-2-4-16,-1-3 3 0,2-2-6 0,0-3 0 15,1-2-51-15,2-3-39 0,0-3-4 0,1-5-10 16,-1-3-18-16,-2-3-20 0,1-5-19 0,-1-3-7 15,-1-3-136-15</inkml:trace>
  <inkml:trace contextRef="#ctx1" brushRef="#br0" timeOffset="208506.03">5032 6624 2936 0,'0'0'72'0,"0"0"-57"15,0 0-6-15,10 16-10 16,-3-6 5-16,1 3 2 0,0 2-1 0,0 3 1 16,0 0-4-16,0 1 2 0,1-2-2 0,0 0 1 15,-1-1-4-15,1-3-75 0,-1 1-11 0,-1-3-30 0,0-3-105 16,-1-1-57-16,0-4-16 0,0-4-32 0,0-1-261 16</inkml:trace>
  <inkml:trace contextRef="#ctx1" brushRef="#br0" timeOffset="208920.44">5322 6560 1542 0,'0'0'113'0,"0"0"156"0,0 0-150 15,0 0-44-15,0 0-2 0,0 1-13 0,2 17-6 16,-4-7-5-16,-2 0 5 0,-2 5-3 0,0-1 26 16,-3 3 9-16,-1 1-9 0,-1 0 6 0,-1 2-39 15,-1 0-27-15,0-1 6 0,1-2-13 16,2-1-6-16,2-2-2 0,2-1 0 0,0-3 1 0,1-1-3 15,0-1-2-15,2-3-13 0,3-6 4 0,0 0-30 16,-1 0 18-16,1 1 0 0,-1-1 7 0,1 0 13 16,-1 0-3-16,1 0 0 0,0 0 0 15,-1 0 15-15,1 0 1 0,-13-18 7 0,13 18-5 0,0 0-2 16,0 0 5-16,0-1 1 0,0-16 1 16,0 17-9-16,0 0-2 0,0 0-3 0,0 0 3 0,0 0-7 15,0 0 9-15,0 0-7 0,9 17 9 16,-7-7-11-16,0 2-1 0,-2 1 2 0,1 2 0 15,-1 1 9-15,0 4 2 0,1 0 4 0,-2 2 1 16,1 1 20-16,-1 0 1 0,1 0 0 0,0 0-1 0,1 0-20 0,0 0 3 16,-1-1 0-16,3 0 1 15,-2-1-6-15,0-1 7 0,0-1-9 0,1-2 8 0,-2-2-8 16,0-2 0-16,0-2 2 16,0-3-1-16,0 0-5 0,0-8 1 0,0 0-7 15,0 1 4-15,0-1-19 0,0 1-45 0,0-1 1 0,0 1-20 16,0-1-39-16,0 0-30 0,0 0-14 0,0-14-11 0,1 3-102 15,0-1-245-15</inkml:trace>
  <inkml:trace contextRef="#ctx1" brushRef="#br0" timeOffset="209191.51">5372 6834 3259 0,'0'0'142'0,"0"0"74"0,0 0-136 16,-1 0-58-16,1 0 2 0,0-1-20 0,-1 1-9 0,1 0-17 15,0-1 2 1,0 1-4-16,0 0 15 0,1-1 1 0,20-7-2 0,-21 8 1 16,16-2 3-16,-7 2 4 0,0-1 2 0,-1 1 0 15,1 0-9-15,-1 0-43 0,-1 0 2 0,-1 1-18 16,-6-1-25-16,0 0-54 0,1 0-6 0,18 6-22 15,-19-6-65-15,0 0-84 0,0 0-23 16</inkml:trace>
  <inkml:trace contextRef="#ctx1" brushRef="#br0" timeOffset="209435.93">5341 6999 3230 0,'0'0'224'0,"0"0"-133"0,0 0-26 16,0 0-30-16,0 0-64 0,0 0 27 0,0 0 2 0,21 7 5 0,-10-6-3 15,2 0-7-15,0-1-3 0,2-1 1 0,2 0 5 16,1-1 1-16,1 0 1 16,-2 0 0-16,-1-1 0 0,-2 1-28 0,-1-2 1 0,-1 1-12 15,-2 0-7-15,-1-1 9 0,-1 1-7 16,-2-1 6-16,0 0-25 0,-6 4-19 0,0 0-9 15,1 0-9-15,-1-1-76 0,16-18-104 0,-16 19-39 16</inkml:trace>
  <inkml:trace contextRef="#ctx1" brushRef="#br0" timeOffset="209837.23">5638 6785 3278 0,'0'0'123'0,"0"0"46"16,0 0-152-16,0 0-39 0,0 0 8 15,0 0-14-15,18 1 37 0,-7 0-6 0,0 0-3 0,3 1 0 16,0 0-4-16,0-1 0 0,-1 1 5 0,1-1-3 16,-2 0 7-16,-1 0-2 15,-1 1-2-15,-1 0 1 0,-1 0 3 0,-2 1 4 0,-6-3 1 16,1 0 1-16,-1 0 3 0,0 0 1 0,1 1 1 15,12 15-1-15,-13-16 1 0,0 1-6 0,-2 16 1 16,-2-9-4-16,-1 0-13 0,-2 1-9 0,-1 1 2 16,0 0-2-16,-1-1 6 0,0 2 2 0,0-1 1 15,0-1 2-15,1 1 6 0,1-2-6 0,1-2 4 0,1 1-5 16,0-2 8-16,5-5-3 0,0 0-1 16,0 0-1-16,0 1-5 0,0-1-9 0,-7 16 0 15,7-16-2-15,0 0 12 0,1 0 6 16,0 0 1-16,20 6 2 0,-21-6 0 0,18-1-7 0,-8 0-1 0,1-1-2 15,0 0 0-15,0 0-1 0,-1-1-14 0,0 1-1 16,-1 0-98-16,-1-1-37 0,0 0-12 16,-2 0-12-16,2-1-84 0,-1-1-129 0,0-2-82 0</inkml:trace>
  <inkml:trace contextRef="#ctx1" brushRef="#br0" timeOffset="210157.92">5965 6524 2505 0,'0'0'229'0,"0"0"-142"0,0 0-4 16,0 1-45-16,7 16-26 0,-2-8 22 0,1 0-10 0,1 3 11 16,-1 0-23-16,1 2-2 0,0 1 5 15,-1 1-2-15,1 0 16 0,-1 1 16 0,1 1 0 16,-2 0 8-16,0 0 11 0,-1 0-6 0,0 1-3 15,0-1-1-15,-1 3-12 0,1-1-8 0,-1 1-1 0,0 1-4 16,-1 1-2-16,-1 0-6 0,-1 2 1 0,-1 1-4 16,-2 1-7-16,0 2 3 0,-1 0-1 15,-2-2 0-15,-1 1-6 0,-2-1-1 0,0 0 3 0,-1 0-1 16,-1-2 0-16,-1-2-4 16,1-3-16-16,-2-1 2 0,0-1-68 0,0-5-86 15,-1-1 2-15,1-2-37 0,0-4-59 0,1-2-125 0,2-1-72 16</inkml:trace>
  <inkml:trace contextRef="#ctx1" brushRef="#br0" timeOffset="210425.01">6309 6703 2429 0,'0'0'404'0,"0"0"-98"0,0 0 126 15,0 0-359-15,1 0-71 0,14 3 1 0,-3 0-5 0,2 2 5 16,0 1-3-16,-1-1 2 0,2 2-4 0,0 0 2 16,1 0-3-16,0 1 1 0,-1-3 2 0,-2 1 0 15,1-2-1-15,-3 0 1 16,1-2-1-16,0 0 1 0,1 0 0 0,-1-2 2 16,0 0 1-16,-1 0 1 0,0 0-2 0,-2-2-25 0,0 1-7 15,0 0-9-15,-1 0-50 0,-2 0-61 16,-6 1-5-16,1 0-25 0,0 0-78 0,-1 0-134 0,0-1-84 15</inkml:trace>
  <inkml:trace contextRef="#ctx1" brushRef="#br0" timeOffset="210605.1">6367 6978 2253 0,'-2'5'377'0,"0"0"-81"16,2-5 66-16,0 1-222 0,2 16-113 0,4-9-12 15,2-1 2-15,2 1-2 0,2-1 19 0,1-2-25 16,0 1-4-16,2-2-6 0,0-2-13 0,-1 0 8 0,0-1-8 16,0-1 2-16,-2 0-52 0,2-1-44 15,-1-1-14-15,1 0-16 0,-1-3-107 0,-1 0-179 16,0-3-97-16</inkml:trace>
  <inkml:trace contextRef="#ctx1" brushRef="#br0" timeOffset="213486.68">3579 4204 1496 0,'-3'-5'65'0,"3"5"1"0,0 0 22 0,0-1-20 16,0 1-20-16,0 0-23 0,0 0-21 15,0 0-3-15,0 0 0 0,-1 0 8 0,-23 1 2 0,17 6 2 16,-3 1 0-16,-2 1 15 0,-2 0-1 16,-3 0 6-16,-2 1-3 0,1 0 16 0,-2-1 4 15,0 1 0-15,0-1 0 0,-2 1 3 0,-1 0-2 16,-1 1-1-16,-1 1-2 0,-2 0-5 0,-1 1-9 16,2 2-1-16,-1-2-3 0,1 2-10 0,-1 0-9 15,-2 2 0-15,0-1-3 0,-3 3-7 0,2 0 8 16,0 0 1-16,2 2 1 0,1-1-6 0,0 0 4 15,1-2-4-15,1 1 4 0,-1-1-5 0,3-2-3 0,2-1 1 0,4-1-1 16,0-1 7-16,2 0-7 0,2-1 3 16,3-1-4-16,0-1 1 0,3-2-56 15,-1-1-1-15,3-2-27 0,5-5-53 0,-1 0-14 16,1 0-25-16,-1 0 2 0,1 0-113 0,-1-9-69 16,7-3-43-16,1-2 11 0,2-1 76 0,33-79 190 15,-44 101 186 1,8-25 6-16,4 0 26 0,-2 0 56 0,0 1-2 0,-1 1 0 15,0-1 1-15,-1 2 11 0,-1 4-22 0,-2 1 2 16,-3 10-12-16,0 0-26 0,0-1-32 0,1 1-12 0,-1 0-8 16,0-1-48-16,0 1 17 15,0 0 2-15,2 5 5 0,-6 5 0 0,0 5 6 16,-2 1-4-16,-2 3 5 0,0 2-8 0,-2 3 16 16,0 1-5-16,-1 2 11 0,-1-1 15 0,1 0 9 0,-1 1 2 15,2-2 1-15,2-1-10 0,0-2-23 16,2-2 2-16,2-3-10 0,3-2-9 0,2-4-3 15,4-1-4-15,2-2 1 0,1-1-17 0,3-3 1 16,3-1-2-16,2-3 2 0,3-1-3 0,4-5-2 16,4-1-2-16,3-4-4 0,3-1-54 0,0-1-82 15,-1-2-7-15,-2-1-27 0,-1 1-64 0,4-1-92 16,-1 1-157-16</inkml:trace>
  <inkml:trace contextRef="#ctx1" brushRef="#br0" timeOffset="214134.47">3861 5692 2402 0,'-8'0'92'0,"-1"2"-57"0,-2 2-4 0,0 5-14 0,-1 2-34 16,-1 4 12-16,-2 2 0 0,-3 2 1 0,-30 16-2 16,21-14 7-16,-2-1 4 0,-1 0 3 15,-1-1-1-15,-1 2 4 0,-1 0-1 0,-2 1 26 0,-1-1 22 16,-1 1 7-16,1-1 3 0,0 2 11 0,-2-1-12 15,-1 0-1-15,2 0-3 0,2-1-16 16,2 0-17-16,2 1-4 0,0-2-3 0,1 1-19 0,-1 0 2 16,3 0-1-16,0 0 1 15,3 0-6-15,2-1-3 0,1-1-2 0,1-2 0 0,1-1-10 0,2-2-39 16,3-3-5-16,0-1-13 0,2-2-36 16,3-3-52-16,2-1-1 0,8-4-24 15,-1 0-72-15,1 0-228 0</inkml:trace>
  <inkml:trace contextRef="#ctx1" brushRef="#br0" timeOffset="214375.83">2960 6124 1235 0,'0'0'208'0,"0"0"-74"16,0 0 34-16,0 0-95 0,-6 24-18 16,4-11-8-16,-2 3 2 0,0 3-3 0,-2 2 16 15,-3 6 7-15,-1 0 11 0,-3 4-2 0,-1-1 31 0,-1 0 4 16,0 1-11-16,0-2 5 0,1-1-48 15,1-1-34-15,2-2-1 0,2-2-12 0,5-3-13 16,4-4-3-16,3-1 0 0,3-3-1 0,3-1-7 16,3-3 0-16,3 0-6 0,2-5 5 0,3 0-7 0,2-2-12 15,1-1-15-15,2-2-5 0,0-1-108 16,3-3-107-16,2-2-36 0</inkml:trace>
  <inkml:trace contextRef="#ctx1" brushRef="#br0" timeOffset="-214621.59">3538 7340 2821 0,'-11'2'156'0,"-1"1"-61"0,-1 3 77 0,0 1-168 16,-1 3-3-16,1 1-8 0,-7 2-4 0,3 5-3 15,-2 3 0-15,-2 2-4 0,-2 1 14 0,-1 0-1 0,-1 3 4 16,-2-1-5-16,-1 1 7 0,-2 2 1 15,1 1 3-15,0-1 1 0,-2 0 5 0,-1-1-6 16,-2-1 6-16,1 0-7 0,2-2-8 0,2-1 4 0,2 0-7 16,1-3 4-16,0 0-10 0,1-2 2 0,0-1-6 15,0-1-10-15,2-3-28 0,3 0-11 0,3-2-9 16,4-1-78-16,1-4-95 0,1-1-37 16,3-5-33-16,2-3-253 0</inkml:trace>
  <inkml:trace contextRef="#ctx1" brushRef="#br0" timeOffset="-214431.75">2851 7664 2270 0,'-8'11'75'0,"0"4"-48"0,1 3 8 16,-1 4-11-16,2 2 85 0,-1 2 18 0,-1 3-3 0,3 2 3 16,-1 1-34-16,3 0-35 0,3-3-2 15,2-2-15-15,3-2-38 0,5-2-9 0,2-2-4 0,3-3-1 16,3-2-12-16,2-3-22 0,3-2-19 15,1-4-3-15,1-2-87 0,2-6-93 0,2-4-19 16,7-6-54-16,1-4-365 0</inkml:trace>
  <inkml:trace contextRef="#ctx1" brushRef="#br0" timeOffset="-213230.02">7288 6356 2253 0,'-4'-4'226'0,"0"-1"-65"0,4 5 100 15,0 0-242-15,0 0-17 0,0 0-42 0,9-7 21 16,1 9 0-16,3 1 10 0,3 2 3 0,-2-3 1 16,5 6 1-16,2 1 0 0,-1-1 8 0,2 0-5 15,-1 0 3-15,1 0-4 0,-3-2 2 16,-1 2 7-16,-2-1-6 0,-2-2 8 0,-2 2-4 0,-3-2 2 16,0 0 6-16,-4 0-2 0,0-1 17 0,-5-4 3 15,0 0 2-15,0 1 0 16,0-1 6-16,0 1-7 0,1 17-2 0,-1-18-3 15,-12 10-16-15,3-4-7 0,-1 0 0 0,0 1-2 16,-3 1-2-16,-1 0-4 0,-1 0 3 0,-2 0-4 0,-1-1 6 0,0 0-2 16,-2 1 0-16,3-1-2 15,-1-1 6-15,4 0-4 0,1-1 3 0,2 0-3 16,2-1 4-16,1 0-2 0,8-4-4 0,-1 0 1 0,1 0-10 0,-1 0-3 16,1 1 0-16,0-1-2 0,0 1 0 0,0-1 4 15,11 11 3-15,0-11 0 0,0-1 3 16,4 0 5-16,0-1-1 0,4 1 3 0,1-1 0 0,1 1 0 15,1 0 1-15,-2 1-1 0,-1 0-5 16,-1 1 8-16,-1 0-2 0,-4 1 5 0,0 2-6 16,-3-1 4-16,-1 0 2 0,-3 2 2 15,-2 0 5-15,-4-5 4 0,0 0-3 0,4 18 4 0,-6-9-5 16,-2 2-10-16,-4 2 7 0,-2 3-8 16,-2 0-1-16,-3 2-58 0,0 1-26 0,-2 0-20 15,-1 0-168-15,-2 1-197 0</inkml:trace>
  <inkml:trace contextRef="#ctx1" brushRef="#br0" timeOffset="-212948.18">7031 7011 2859 0,'0'0'144'0,"0"0"-101"16,10 2-8-16,3-2-25 15,4 0 12-15,5-1 33 0,3-1-13 0,1 0 15 0,3-2-45 16,5 0-3-16,2-1 2 0,3-1-3 0,-2 0-1 16,-2 0 0-16,2-1-3 0,-1 1 1 15,1 0-5-15,-2 0 9 0,-4 0-6 0,-2 0 7 0,-3-1-10 16,0 2 4-16,-3-1 6 0,0 1-1 16,0 0-5-16,-4 0 4 0,-2 0-5 0,-3 0 5 15,-2 2-7-15,-2 0-20 0,-2 2-21 0,-8 1-8 16,1 0-132-16,-1 0-87 0,0 0-20 0,1 0-33 15,-1 0-182-15</inkml:trace>
  <inkml:trace contextRef="#ctx1" brushRef="#br0" timeOffset="-212715.45">7277 7159 2642 0,'-7'5'254'0,"2"1"-142"0,-3 1-24 0,3 2-27 0,1 1-10 16,0 2 8-16,0 2-5 0,0 2 0 16,0 2-48-16,-1 2 2 0,1 0-5 0,0 2 5 0,0 1-3 15,0 1 2-15,-2 1-1 16,1-1 1-16,0-1-8 0,1-2-4 0,0-1-5 0,2-3-2 16,0-1-44-16,1-1-49 0,2-2-5 0,1-2-16 15,-1-3-44-15,-1-8-21 0,0 0 3 0,0 0-11 16,20 2-32-16,-9-13-76 0</inkml:trace>
  <inkml:trace contextRef="#ctx1" brushRef="#br0" timeOffset="-212422.69">7524 7201 2312 0,'0'0'250'0,"0"1"-133"0,-9 21-15 0,7-10-31 16,-1 3-7-16,0 3 12 0,1 1-2 0,-1 2 0 0,1 1-44 15,1 0-18-15,0 0-1 0,2-3-5 16,1 0-4-16,2-4-2 0,1-2-3 0,0-3-1 16,2-2 3-16,-1-3-2 0,0-2 11 0,2-3-5 15,-1-1 33-15,1-3 29 0,0-2-2 0,1-2 12 16,0-2 1-16,-1-2-18 0,0-1 1 0,-1-2-6 16,1 0-3-16,0-2-17 0,0 0 2 0,-1-1-9 0,-1-1-14 15,-2 3 0-15,0-1-7 16,-4 0 6-16,0 1-5 0,-2 0 5 0,-2 1-1 15,-1 3 1-15,-1 0-6 0,-1 2-21 0,0 2-4 0,-1 1-8 16,0 2-26-16,-2 1-46 0,0 2-15 0,-3 3-19 16,-2 1-143-16,-2 4-311 0</inkml:trace>
  <inkml:trace contextRef="#ctx1" brushRef="#br0" timeOffset="-209152.7">4380 5133 1288 0,'-4'-3'85'0,"4"3"-4"15,-1 0 31-15,0 0-44 0,1 0-24 0,0 0-31 0,-1 0-9 16,1-1-4-16,0 1 4 0,0-1 2 0,0 1 8 16,5-17-1-16,-5 17 3 0,1 0 2 15,19-5 9-15,-12 3-1 0,1 1 3 0,0 0 2 0,1 2-3 16,1-2 4-16,-1 2-4 0,2 0 0 16,1 1 0-16,0 1-2 0,2 1 2 0,2 2 1 15,1-3-3-15,3 0-3 0,1 0 0 0,2 0-5 0,-1 2-4 16,1-3 4-16,0 1-5 15,1 0 0-15,0-2 0 0,2 1 0 0,2-1 1 0,1-1 1 16,3 2-7-16,-2-1 4 0,-1 0-5 16,1 1-1-16,3-1 4 0,0 0-9 0,2 1 7 0,1-1-5 15,-2 2-1-15,-2 1 3 0,1-1-4 0,1 2-2 0,0-2 1 16,1-1 0-16,-3 0 2 0,-2 1 0 0,1-1 1 16,-2 1 0-16,2-3-1 15,-1 1-1-15,-2 0 3 0,-1-1 0 0,-3 1 1 0,0-1 2 0,-3 0-7 16,0 0 2-16,1 0-2 0,-1 0 12 0,-1 0-9 15,-2-1 0-15,-1 1-2 16,-3 0 4-16,-1 1-10 0,-1 0 1 0,-3 0-13 16,-1 0-62-16,-1 1-78 0,-2-1-34 0,0 0-22 15,-6-1-225-15</inkml:trace>
  <inkml:trace contextRef="#ctx1" brushRef="#br0" timeOffset="-208723.77">4642 6212 2168 0,'0'0'59'0,"0"0"7"0,0 0-114 0,12-2 19 16,2 2-2-16,3-1 12 0,3 0 19 0,2 1 1 15,2 0-1-15,4 2 1 0,1 0-9 0,0-1 11 16,1 1-3-16,-2-1 5 15,-1 1-11-15,0 1 9 0,2-1 4 0,4 2 3 16,-1 0 19-16,2-3-2 0,-2 1 0 0,-3 0-1 0,2-1-6 0,1 1-8 16,1-1 2-16,2 0-3 0,-1 0-3 0,-4-1-6 15,0 1 2-15,-3 0-3 16,1-1 1-16,-2 1 4 0,2 1-5 0,-2-1 4 0,-1 1-7 16,-2 1 4-16,-1 0-2 0,-2 1 0 0,0-2-34 0,0 1-110 15,0 0-20-15,0 2-46 16,0 0-236-16</inkml:trace>
  <inkml:trace contextRef="#ctx1" brushRef="#br0" timeOffset="-208320.48">4604 7822 2757 0,'0'0'98'0,"0"0"-80"16,0 0-19-16,0 0-28 0,17 7-32 0,-7-6 77 15,9-1-4-15,5 0 18 0,1 1-30 0,3-1 3 0,3 0-3 16,3-1 3-16,4-1 2 0,2-1-4 16,-1 0 6-16,3 0-7 0,1-1-1 0,1 1 1 15,2-1-1-15,-1 1 2 0,-1-1 1 0,1 0 7 0,1 1-1 0,-2 1 3 16,-1-1 7-16,-1 1-4 0,-1 1 3 16,1-1-4-16,0 2 5 0,-2 0-16 0,-3 0 3 0,2 2-6 15,-1-1 3-15,2 0-1 0,-1 0-3 0,-2 1-12 16,0-2-137-16,2 0-240 0,1 0-122 15</inkml:trace>
  <inkml:trace contextRef="#ctx1" brushRef="#br0" timeOffset="-198434.62">4257 3229 1882 0,'-8'-6'77'0,"1"1"-33"0,0 1-3 0,7 4-14 15,-1 0-26-15,1 0-3 0,-1-1 1 0,-15-7-5 16,16 8-4-16,-1-1 7 0,-15-12-1 0,16 13 4 0,-1 0 0 16,-18-7 8-16,19 7 2 0,-17-5 3 0,7 2 18 15,-1 0 15-15,0 1-1 0,-2-1 6 16,2 1 6-16,-1-1-2 0,-1 0 3 0,1 0-3 15,0 1-3-15,0-1-2 0,1 0-5 0,0 1 1 16,0 0-20-16,1 0-7 0,0 2-1 0,0 0-2 16,0 0-3-16,1 1-4 0,0 0-1 15,0 1 0-15,1 2-3 0,0-2-8 0,-1 1 4 16,1 0-4-16,0 1 2 0,1 1 5 0,-3 0-4 16,1 2 5-16,0 0-5 0,0 2-4 0,1 1 5 0,0 1-4 15,1 0 8-15,-1 1-3 16,1 0-3-16,0 1 1 0,1 0 0 0,-1 1-3 0,1 0 2 15,0 0-3-15,-1 0 8 0,2 0-4 0,0 0 2 0,1 3-3 16,-2 2 3-16,1 0 0 0,0 2 1 16,-1 0-2-16,1 1 4 0,0 2-1 15,0 2 2-15,1-1-3 0,-1 0-6 0,0 2 4 16,1 2-1-16,-1 2 3 0,0 3-5 0,1 0 1 16,-2-1-2-16,2 1 3 0,0 1 0 0,-1 2 5 0,0 0-5 0,1 1 3 15,0-1-2-15,2 1-1 16,-1 1 5-16,2 0-5 0,0 1-2 0,0-2 0 15,1 0 1-15,0 1 1 0,0 1 3 0,0 2-2 16,0 0 0-16,0-1-1 0,-2 1 0 0,1 2-1 0,1 1 1 16,-1 1 0-16,0 1 1 0,-1 1 2 0,0 1-1 15,0 2 1-15,0-2-4 0,-1 2 1 16,0-1 0-16,2 2 0 0,-1-1 3 0,0 1 0 16,2-1 2-16,-1 0-2 0,1 1-3 0,0-1 2 0,-1 1-2 0,2 0 1 15,-1 2-1-15,1 1 3 16,-1 0-2-16,2 0 2 0,0 1-6 0,-1 0 6 0,1 0-5 0,0-1 3 15,0 0-1-15,0 2-2 0,-1 0 8 0,2-1-6 16,1 0 4-16,1 2-4 0,1-1 0 0,-1-1 0 16,2 0 3-16,-1-2 0 0,3 0-2 0,2-1 0 15,-1-1 2-15,2 1-3 0,-2-2 5 16,2-2-4-16,-1 1 3 0,1-2-2 16,0 1-2-16,1-1 0 0,1 0 4 0,-1 0-1 15,-1-1 4-15,2-1-2 0,0 0 1 0,0 0-6 16,2-2 0-16,0 1 0 0,2-2 9 0,1 1-5 0,0-3 2 15,1-1-4-15,-1-2 2 0,2-1 2 16,0-1-1-16,0-1 1 0,2-1-2 0,2 0-1 16,1-4 4-16,2-1-2 0,0 1 5 0,0-3-3 0,-1 1 1 15,0 0-1-15,2-2 5 0,2 1-2 0,1-2 0 0,1 0-1 16,1 0-3-16,-3 0 3 0,1-1-2 0,1 0 2 16,1-1-1-16,1-1 1 15,2 0 2-15,-2-2-2 0,0-1 2 0,1-2 6 16,1-2-5-16,2-2 5 0,1-1-1 0,-1 0 0 0,-1-1 5 15,2-1-3-15,2-1-6 0,1 0-2 16,2-1-9-16,-1-1 5 0,0 1-5 0,2 0 6 16,1 0-2-16,-1-1 2 0,1 0-4 0,1 1 2 15,2-1 3-15,1 0-3 0,-1-1-3 0,2 2 8 0,0-3-2 16,3 1 4-16,0 0-5 0,1-1 7 16,1-1 0-16,1-3 2 0,1 2 0 0,1-3 3 15,0 1-1-15,0-2 2 0,4 0-7 0,-2 0 6 0,0-2-5 16,3-1 6-16,0 0-6 0,0-1-10 0,2-2 1 15,3-1-4-15,-1-1-2 0,0 0 0 0,5-3 2 16,-3 0 0-16,0 0 3 0,4-1-1 0,-1-2-1 16,-1 0 1-16,4 0 1 0,-2-2-4 15,0 0 7-15,4-3-4 0,-2-1 8 0,1-2-9 16,2-1-1-16,-3-1-1 0,0-1 3 0,3 0-2 16,-3-1 0-16,4 0-1 0,-2 0 0 0,-2-2 2 15,2 0-2-15,-3 0 1 0,-2 0 4 0,3-1-3 16,-2 2 3-16,-3-1-4 0,2-2 4 0,-2 1-4 15,-3-2 5-15,3 1-4 0,-3-1 6 0,0 0-3 16,3-2-4-16,-5-1 1 0,1-2-2 0,0-2 0 16,-2 1 6-16,-2 0-3 0,-2 0 3 0,3-1-6 15,-4-1 3-15,0 0-3 0,-2 1 6 0,-1-2-3 16,-2 0-3-16,-2 0 0 0,-2-1-1 0,-1 1 4 0,-2 1 3 16,-1-1 0-16,-4-1-4 0,-1 1 3 15,-2-3-2-15,-1 1 3 0,0-1-1 0,-1-2-5 0,-2 0 5 16,-1-1-5-16,0-1 1 0,-1-2 3 15,0 0-4-15,-3-3 4 0,-2 0-2 0,-4 2 1 16,0 1-2-16,-3 2 3 0,-1 1 3 0,-2 1-7 16,-2 1 4-16,-2 0-4 0,-2 0 6 0,-3 0 2 15,-3 1-2-15,0-1 1 0,-3-2-1 0,0 0-6 16,-2 0 4-16,-1 0-4 0,-1 0 8 0,0 0-1 0,-2 0 1 16,-2 1-3-16,0 0-5 0,-1 0 5 15,-2 2 0-15,1 1 2 0,-3 1 3 0,-2 0 0 16,0 1 0-16,-3 0 0 0,-2 0-3 0,-1 3 4 15,1 0-8-15,-5 2 7 0,2 1-7 0,-3-1 2 16,-2 2 5-16,-2 2-4 0,0 0-5 0,-4-1 3 16,-1 1-5-16,-1 1 2 0,-1 0-5 0,-1 0 0 15,-2 1 4-15,-1 0-3 0,-3 0 1 0,2 0-2 16,-2 0 4-16,1 1-3 0,-1 0 9 0,-2 0-6 16,1 2-1-16,-1-1-2 0,0 0 5 0,1-1-2 15,0 0 4-15,-2 2-3 0,2-1 5 0,-2 2-6 16,1 0 0-16,1 1-3 0,-2-1 3 0,0 2 0 15,0 0-1-15,-1 0 0 0,1 2-4 0,-4 0 0 16,1 0 3-16,-1 2-2 0,1 2-1 0,0-1 3 16,-1 2-4-16,0 0 3 0,-2-1-5 0,4 0 8 15,-1 0-4-15,0 1 4 0,-1 0-3 0,1 0 2 16,0-1 1-16,1 0 1 0,0 1-1 0,-1 2 0 0,0 1-2 16,1-1 1-16,0 1-3 0,-1-1 3 15,-1 0 1-15,0 1 0 0,1-1 0 0,-1 3-1 16,1-1 0-16,0 1 1 0,-1 0 0 15,2-1 0-15,-1 1-2 0,-1 1 1 0,2 0 0 0,0 1-1 16,1-1 2-16,-2 2-2 0,0-2-1 0,1 0 2 0,0 0 1 16,1-1 0-16,0 2 0 0,1-1 0 15,-1 0 0-15,1 0 0 0,2 1-1 0,-2-2 3 16,1 2-6-16,0-1 5 0,1 1 0 0,0-1-1 16,1 0 1-16,-1-1-2 0,2 1 1 0,-2 2-3 15,2-2 2-15,1 3-2 0,-1 0 6 0,1 0-4 16,-1 0 4-16,1 0-3 0,0 0 7 0,0 1-7 15,2 0-2-15,-2 0-2 0,1 0 4 0,0 0 0 16,0-1 3-16,1 1-2 0,0 1-1 0,0-2 1 16,-1 2-1-16,1 0 1 0,2-1-1 0,-1 1-1 15,1-1-2-15,-1 1 1 0,-1 1-1 0,0 0 4 0,0-1 2 16,1 1 0-16,0 1-1 0,0 0-2 16,-1 2 0-16,-1 0 0 0,1-1 0 0,0 1-3 15,0 0 1-15,1 1-1 0,0 1 3 0,-1 0-2 16,-1 0 2-16,1-2 0 0,0 1 1 0,-1-1 1 15,0 1-5-15,0 2 3 0,0-2-1 16,0 2 1-16,0-1 2 0,0 0-2 0,-1-1 0 16,-3 0-2-16,3 3 3 0,-1-1-1 0,0 1 0 0,2 1-2 15,-4-2 1-15,1 3 0 0,1 0 4 0,0 2-7 16,0 0 1-16,0 0-3 0,-3 0 11 0,0 0-9 16,2 0 4-16,-1-1-6 0,1 1 9 0,0-1-3 15,-2-1 1-15,3 1-1 0,0-1 3 0,1-1-3 16,1 1 1-16,-1-1-2 0,-1-1 3 0,1 1 6 15,1-1 0-15,0 1 2 0,1 0-7 0,-1 1-1 16,-3 1 1-16,2 1 1 0,1 0-1 0,-1 1-1 16,2 1-5-16,-2 0 3 0,-1 0-3 0,0 0 0 15,3 0 4-15,-1-1-1 0,1 2 6 0,0-2-5 16,0 1 2-16,1 0-3 0,2-1 0 0,3 1 3 16,0-1-1-16,3 0 3 0,1 0-5 0,0 1 0 15,1-1-3-15,1 0 2 0,3 0-6 0,1 1-9 16,3 0-10-16,1 0-6 0,0 1-100 0,1 0-122 15,1 0-23-15,1 2-47 0,1-1-238 0</inkml:trace>
  <inkml:trace contextRef="#ctx1" brushRef="#br0" timeOffset="-183016.45">7245 2713 178 0,'0'0'161'16,"0"0"165"-16,0 0 1 0,-1 0-44 15,1 0-70-15,-1-1-110 0,0 1 31 0,1-1-42 0,0 1-5 0,-22-8 6 16,22 8-4-16,0 0 1 15,0 0-26-15,-1 0-14 0,1 0 1 0,-17 6-7 0,17-6-9 0,0 0-22 16,0 0-3-16,0 0-5 16,-1 0-2-16,1 0 17 0,-1 0 0 0,1 1 8 15,0-1 20-15,-1 1-1 0,1-1 5 0,0 0-6 16,0 1-12-16,0-1-8 0,0 1-1 0,1-1-2 16,-1 1-1-16,20 12-2 0,-20-13-2 0,1 0 1 15,16 2-4-15,-17-2-3 0,1 0-3 0,17 3 0 0,-18-3-2 16,0 0 12-16,18 2-5 0,-18-2 7 0,0 0-5 15,22 0 2-15,-22 0 4 16,1 0-3-16,20-5-1 0,-20 5-7 0,-1 0 2 0,23-2-4 16,-23 2 1-16,1 0-4 0,20-3-2 0,-20 3 0 15,0 0-2-15,19-1 7 0,-20 1-4 0,1 0 4 16,21 2 2-16,-22-2-2 0,16 0 6 0,-15 0-5 16,-1 0 5-16,23 0-1 0,-23 0-5 0,0 0 2 15,22 1-4-15,-22-1 1 0,1 0 0 0,20 0 0 16,-21 0-6-16,0 0 4 0,19 0 1 0,-19 0-1 15,1 0-6-15,15 2 2 0,-16-2-1 0,1 0 3 16,15-1-6-16,-16 1 8 0,1 0-6 0,15-2 7 0,-16 2-7 16,1 0 1-16,15-3 0 0,-16 3 1 15,0 0 0-15,17 1 1 0,-17-1 0 0,1 0 0 0,-1 0 5 16,18 4 3-16,-18-4-4 0,0 0 2 16,0 0-10-16,1 0 7 0,17 5-1 0,-18-5 4 0,0 0-7 15,1 0 7-15,-1 0-2 0,1 0 3 16,16 4-3-16,-17-4-4 0,0 0 2 0,0 0-3 15,0 0 3-15,0 0 4 0,1 0-2 0,-1 0 3 16,0 0-6-16,1 0-1 0,-1 0 0 0,1 0 0 16,0 0 1-16,-1 0-20 0,0 0-11 0,0 0-9 15,0 0-73-15,0 0-71 0,0 0-17 0,1 0-28 16,0 0-140-16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21981" y="62407"/>
            <a:ext cx="236410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837" y="62407"/>
            <a:ext cx="35544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592899"/>
            <a:ext cx="4210685" cy="1052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1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tags" Target="../tags/tag3.xml"/><Relationship Id="rId7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8.xml"/><Relationship Id="rId7" Type="http://schemas.openxmlformats.org/officeDocument/2006/relationships/image" Target="../media/image17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6.png"/><Relationship Id="rId5" Type="http://schemas.openxmlformats.org/officeDocument/2006/relationships/slide" Target="slide1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12.xml"/><Relationship Id="rId7" Type="http://schemas.openxmlformats.org/officeDocument/2006/relationships/image" Target="../media/image2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16.xml"/><Relationship Id="rId7" Type="http://schemas.openxmlformats.org/officeDocument/2006/relationships/image" Target="../media/image2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20.xml"/><Relationship Id="rId7" Type="http://schemas.openxmlformats.org/officeDocument/2006/relationships/image" Target="../media/image24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4" Type="http://schemas.openxmlformats.org/officeDocument/2006/relationships/tags" Target="../tags/tag21.xml"/><Relationship Id="rId9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24.xml"/><Relationship Id="rId7" Type="http://schemas.openxmlformats.org/officeDocument/2006/relationships/image" Target="../media/image2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4" Type="http://schemas.openxmlformats.org/officeDocument/2006/relationships/tags" Target="../tags/tag25.xml"/><Relationship Id="rId9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customXml" Target="../ink/ink2.xml"/><Relationship Id="rId4" Type="http://schemas.openxmlformats.org/officeDocument/2006/relationships/image" Target="../media/image1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r>
              <a:rPr sz="1400" spc="17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355/555</a:t>
            </a:r>
            <a:endParaRPr sz="1400">
              <a:latin typeface="Book Antiqua"/>
              <a:cs typeface="Book Antiqu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and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Statistics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for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4648" y="1715668"/>
            <a:ext cx="1829601" cy="469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Times New Roman"/>
                <a:cs typeface="Times New Roman"/>
              </a:rPr>
              <a:t>B</a:t>
            </a:r>
            <a:r>
              <a:rPr lang="en-US" altLang="zh-CN" sz="1100" dirty="0">
                <a:latin typeface="Times New Roman"/>
                <a:cs typeface="Times New Roman"/>
              </a:rPr>
              <a:t>aocheng Geng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15</a:t>
            </a:r>
            <a:r>
              <a:rPr sz="800" dirty="0">
                <a:latin typeface="Century"/>
                <a:cs typeface="Century"/>
              </a:rPr>
              <a:t>,</a:t>
            </a:r>
            <a:r>
              <a:rPr sz="800" spc="60" dirty="0">
                <a:latin typeface="Century"/>
                <a:cs typeface="Century"/>
              </a:rPr>
              <a:t> </a:t>
            </a:r>
            <a:r>
              <a:rPr lang="en-US" sz="800" spc="-20" dirty="0">
                <a:latin typeface="Century"/>
                <a:cs typeface="Century"/>
              </a:rPr>
              <a:t>02/24/2025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A2555B-5DCC-80E8-3937-F1C192C00F97}"/>
              </a:ext>
            </a:extLst>
          </p:cNvPr>
          <p:cNvSpPr txBox="1"/>
          <p:nvPr/>
        </p:nvSpPr>
        <p:spPr>
          <a:xfrm>
            <a:off x="933450" y="2416175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Programs!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3209" y="62407"/>
            <a:ext cx="1002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1337856"/>
            <a:ext cx="155092" cy="155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9890" y="1305915"/>
            <a:ext cx="1842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Generating</a:t>
            </a:r>
            <a:r>
              <a:rPr sz="1100" spc="409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Random</a:t>
            </a:r>
            <a:r>
              <a:rPr sz="1100" spc="409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Times New Roman"/>
                <a:cs typeface="Times New Roman"/>
                <a:hlinkClick r:id="rId3" action="ppaction://hlinksldjump"/>
              </a:rPr>
              <a:t>Numbers</a:t>
            </a: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640814"/>
            <a:ext cx="155092" cy="1550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9254" y="1615087"/>
            <a:ext cx="105473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>
              <a:lnSpc>
                <a:spcPct val="100000"/>
              </a:lnSpc>
              <a:buClr>
                <a:srgbClr val="EDEDE5"/>
              </a:buClr>
              <a:buSzPct val="72727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Times New Roman"/>
                <a:cs typeface="Times New Roman"/>
                <a:hlinkClick r:id="rId5" action="ppaction://hlinksldjump"/>
              </a:rPr>
              <a:t>Statistics</a:t>
            </a: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959212"/>
            <a:ext cx="155092" cy="15509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89890" y="1940873"/>
            <a:ext cx="6673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7" action="ppaction://hlinksldjump"/>
              </a:rPr>
              <a:t>Program</a:t>
            </a:r>
            <a:r>
              <a:rPr lang="en-US" sz="1100" spc="425" dirty="0">
                <a:solidFill>
                  <a:srgbClr val="525200"/>
                </a:solidFill>
                <a:latin typeface="Times New Roman"/>
                <a:cs typeface="Times New Roman"/>
                <a:hlinkClick r:id="rId7" action="ppaction://hlinksldjump"/>
              </a:rPr>
              <a:t> </a:t>
            </a:r>
            <a:r>
              <a:rPr sz="1100" spc="-50" dirty="0">
                <a:solidFill>
                  <a:srgbClr val="525200"/>
                </a:solidFill>
                <a:latin typeface="Times New Roman"/>
                <a:cs typeface="Times New Roman"/>
                <a:hlinkClick r:id="rId7" action="ppaction://hlinksldjump"/>
              </a:rPr>
              <a:t>1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58215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Copyright</a:t>
            </a:r>
            <a:r>
              <a:rPr spc="3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 dirty="0">
                <a:solidFill>
                  <a:srgbClr val="FFFFFF"/>
                </a:solidFill>
                <a:latin typeface="Book Antiqua"/>
                <a:cs typeface="Book Antiqua"/>
              </a:rPr>
              <a:t>Copyright</a:t>
            </a:r>
            <a:r>
              <a:rPr sz="1200" spc="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Book Antiqua"/>
                <a:cs typeface="Book Antiqua"/>
              </a:rPr>
              <a:t>Statement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Materials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prepared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70" dirty="0">
                <a:latin typeface="Times New Roman"/>
                <a:cs typeface="Times New Roman"/>
              </a:rPr>
              <a:t>and/or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protected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by </a:t>
            </a:r>
            <a:r>
              <a:rPr sz="1100" dirty="0">
                <a:latin typeface="Times New Roman"/>
                <a:cs typeface="Times New Roman"/>
              </a:rPr>
              <a:t>copyright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law.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intended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enrolled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term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not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further </a:t>
            </a:r>
            <a:r>
              <a:rPr sz="1100" dirty="0">
                <a:latin typeface="Times New Roman"/>
                <a:cs typeface="Times New Roman"/>
              </a:rPr>
              <a:t>disseminated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permission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instructor.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90955">
              <a:lnSpc>
                <a:spcPct val="100000"/>
              </a:lnSpc>
              <a:spcBef>
                <a:spcPts val="135"/>
              </a:spcBef>
            </a:pPr>
            <a:r>
              <a:rPr dirty="0"/>
              <a:t>Python</a:t>
            </a:r>
            <a:r>
              <a:rPr spc="114" dirty="0"/>
              <a:t> </a:t>
            </a:r>
            <a:r>
              <a:rPr spc="-10" dirty="0"/>
              <a:t>calls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64704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35441"/>
            <a:ext cx="3053080" cy="128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7695">
              <a:lnSpc>
                <a:spcPct val="125299"/>
              </a:lnSpc>
              <a:spcBef>
                <a:spcPts val="100"/>
              </a:spcBef>
            </a:pPr>
            <a:r>
              <a:rPr sz="1100" spc="35" dirty="0">
                <a:latin typeface="Times New Roman"/>
                <a:cs typeface="Times New Roman"/>
              </a:rPr>
              <a:t>docs.python.org/3/library/random.html lib/random.py</a:t>
            </a:r>
            <a:endParaRPr sz="1100" dirty="0">
              <a:latin typeface="Times New Roman"/>
              <a:cs typeface="Times New Roman"/>
            </a:endParaRPr>
          </a:p>
          <a:p>
            <a:pPr marL="12700" marR="5080">
              <a:lnSpc>
                <a:spcPct val="125299"/>
              </a:lnSpc>
            </a:pPr>
            <a:r>
              <a:rPr sz="1100" dirty="0">
                <a:latin typeface="Times New Roman"/>
                <a:cs typeface="Times New Roman"/>
              </a:rPr>
              <a:t>random.random()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14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125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[0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1] </a:t>
            </a:r>
            <a:r>
              <a:rPr sz="1100" dirty="0">
                <a:latin typeface="Times New Roman"/>
                <a:cs typeface="Times New Roman"/>
              </a:rPr>
              <a:t>random.randint(a,b)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integer </a:t>
            </a:r>
            <a:r>
              <a:rPr sz="1100" dirty="0">
                <a:latin typeface="Times New Roman"/>
                <a:cs typeface="Times New Roman"/>
              </a:rPr>
              <a:t>random.uniform(a,b)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15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140" dirty="0">
                <a:latin typeface="Lucida Sans Unicode"/>
                <a:cs typeface="Lucida Sans Unicode"/>
              </a:rPr>
              <a:t> </a:t>
            </a:r>
            <a:r>
              <a:rPr sz="1100" spc="-75" dirty="0">
                <a:latin typeface="Times New Roman"/>
                <a:cs typeface="Times New Roman"/>
              </a:rPr>
              <a:t>[</a:t>
            </a:r>
            <a:r>
              <a:rPr sz="1100" b="0" i="1" spc="-75" dirty="0">
                <a:latin typeface="Bookman Old Style"/>
                <a:cs typeface="Bookman Old Style"/>
              </a:rPr>
              <a:t>a,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b="0" i="1" spc="-110" dirty="0">
                <a:latin typeface="Bookman Old Style"/>
                <a:cs typeface="Bookman Old Style"/>
              </a:rPr>
              <a:t>b</a:t>
            </a:r>
            <a:r>
              <a:rPr sz="1100" spc="-110" dirty="0">
                <a:latin typeface="Times New Roman"/>
                <a:cs typeface="Times New Roman"/>
              </a:rPr>
              <a:t>]</a:t>
            </a:r>
            <a:r>
              <a:rPr sz="1100" dirty="0">
                <a:latin typeface="Times New Roman"/>
                <a:cs typeface="Times New Roman"/>
              </a:rPr>
              <a:t> random.seed(s)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Reset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seed</a:t>
            </a: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374736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584769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794802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004834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214867"/>
            <a:ext cx="63233" cy="63233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</a:t>
            </a:fld>
            <a:r>
              <a:rPr dirty="0"/>
              <a:t>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9839" y="62407"/>
            <a:ext cx="1087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FFFFFF"/>
                </a:solidFill>
                <a:latin typeface="Book Antiqua"/>
                <a:cs typeface="Book Antiqua"/>
              </a:rPr>
              <a:t>Programming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16546"/>
            <a:ext cx="1927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estimate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π</a:t>
            </a:r>
            <a:r>
              <a:rPr sz="1100" spc="-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76395" y="1121232"/>
            <a:ext cx="1455420" cy="1455420"/>
            <a:chOff x="1576395" y="1121232"/>
            <a:chExt cx="1455420" cy="1455420"/>
          </a:xfrm>
        </p:grpSpPr>
        <p:sp>
          <p:nvSpPr>
            <p:cNvPr id="5" name="object 5"/>
            <p:cNvSpPr/>
            <p:nvPr/>
          </p:nvSpPr>
          <p:spPr>
            <a:xfrm>
              <a:off x="1583989" y="1128826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01" y="0"/>
                  </a:move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83989" y="1128826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720013"/>
                  </a:move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close/>
                </a:path>
              </a:pathLst>
            </a:custGeom>
            <a:ln w="15189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83989" y="1128832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0"/>
                  </a:moveTo>
                  <a:lnTo>
                    <a:pt x="1440014" y="1440014"/>
                  </a:lnTo>
                  <a:lnTo>
                    <a:pt x="0" y="1440014"/>
                  </a:lnTo>
                  <a:lnTo>
                    <a:pt x="0" y="0"/>
                  </a:lnTo>
                  <a:lnTo>
                    <a:pt x="1427365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9/27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9839" y="62407"/>
            <a:ext cx="1087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FFFFFF"/>
                </a:solidFill>
                <a:latin typeface="Book Antiqua"/>
                <a:cs typeface="Book Antiqua"/>
              </a:rPr>
              <a:t>Programming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76395" y="864171"/>
            <a:ext cx="1455420" cy="1455420"/>
            <a:chOff x="1576395" y="864171"/>
            <a:chExt cx="1455420" cy="1455420"/>
          </a:xfrm>
        </p:grpSpPr>
        <p:sp>
          <p:nvSpPr>
            <p:cNvPr id="4" name="object 4"/>
            <p:cNvSpPr/>
            <p:nvPr/>
          </p:nvSpPr>
          <p:spPr>
            <a:xfrm>
              <a:off x="1583989" y="871766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01" y="0"/>
                  </a:move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3989" y="871766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720013"/>
                  </a:move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close/>
                </a:path>
              </a:pathLst>
            </a:custGeom>
            <a:ln w="15189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83989" y="871771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0"/>
                  </a:moveTo>
                  <a:lnTo>
                    <a:pt x="1440014" y="1440014"/>
                  </a:lnTo>
                  <a:lnTo>
                    <a:pt x="0" y="1440014"/>
                  </a:lnTo>
                  <a:lnTo>
                    <a:pt x="0" y="0"/>
                  </a:lnTo>
                  <a:lnTo>
                    <a:pt x="1427365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5844" y="2454071"/>
            <a:ext cx="423862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circle,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10/27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76395" y="853389"/>
            <a:ext cx="1455420" cy="1455420"/>
            <a:chOff x="1576395" y="853389"/>
            <a:chExt cx="1455420" cy="1455420"/>
          </a:xfrm>
        </p:grpSpPr>
        <p:sp>
          <p:nvSpPr>
            <p:cNvPr id="4" name="object 4"/>
            <p:cNvSpPr/>
            <p:nvPr/>
          </p:nvSpPr>
          <p:spPr>
            <a:xfrm>
              <a:off x="1583989" y="860983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720001" y="0"/>
                  </a:move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83989" y="860983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720013"/>
                  </a:moveTo>
                  <a:lnTo>
                    <a:pt x="1438483" y="672673"/>
                  </a:lnTo>
                  <a:lnTo>
                    <a:pt x="1433952" y="626149"/>
                  </a:lnTo>
                  <a:lnTo>
                    <a:pt x="1426516" y="580539"/>
                  </a:lnTo>
                  <a:lnTo>
                    <a:pt x="1416270" y="535935"/>
                  </a:lnTo>
                  <a:lnTo>
                    <a:pt x="1403309" y="492434"/>
                  </a:lnTo>
                  <a:lnTo>
                    <a:pt x="1387727" y="450130"/>
                  </a:lnTo>
                  <a:lnTo>
                    <a:pt x="1369620" y="409119"/>
                  </a:lnTo>
                  <a:lnTo>
                    <a:pt x="1349083" y="369494"/>
                  </a:lnTo>
                  <a:lnTo>
                    <a:pt x="1326210" y="331350"/>
                  </a:lnTo>
                  <a:lnTo>
                    <a:pt x="1301096" y="294784"/>
                  </a:lnTo>
                  <a:lnTo>
                    <a:pt x="1273837" y="259889"/>
                  </a:lnTo>
                  <a:lnTo>
                    <a:pt x="1244526" y="226760"/>
                  </a:lnTo>
                  <a:lnTo>
                    <a:pt x="1213259" y="195493"/>
                  </a:lnTo>
                  <a:lnTo>
                    <a:pt x="1180130" y="166181"/>
                  </a:lnTo>
                  <a:lnTo>
                    <a:pt x="1145236" y="138921"/>
                  </a:lnTo>
                  <a:lnTo>
                    <a:pt x="1108669" y="113807"/>
                  </a:lnTo>
                  <a:lnTo>
                    <a:pt x="1070526" y="90933"/>
                  </a:lnTo>
                  <a:lnTo>
                    <a:pt x="1030901" y="70396"/>
                  </a:lnTo>
                  <a:lnTo>
                    <a:pt x="989889" y="52288"/>
                  </a:lnTo>
                  <a:lnTo>
                    <a:pt x="947584" y="36707"/>
                  </a:lnTo>
                  <a:lnTo>
                    <a:pt x="904083" y="23745"/>
                  </a:lnTo>
                  <a:lnTo>
                    <a:pt x="859479" y="13499"/>
                  </a:lnTo>
                  <a:lnTo>
                    <a:pt x="813867" y="6062"/>
                  </a:lnTo>
                  <a:lnTo>
                    <a:pt x="767343" y="1531"/>
                  </a:lnTo>
                  <a:lnTo>
                    <a:pt x="720001" y="0"/>
                  </a:lnTo>
                  <a:lnTo>
                    <a:pt x="672660" y="1531"/>
                  </a:lnTo>
                  <a:lnTo>
                    <a:pt x="626137" y="6062"/>
                  </a:lnTo>
                  <a:lnTo>
                    <a:pt x="580527" y="13499"/>
                  </a:lnTo>
                  <a:lnTo>
                    <a:pt x="535924" y="23745"/>
                  </a:lnTo>
                  <a:lnTo>
                    <a:pt x="492423" y="36707"/>
                  </a:lnTo>
                  <a:lnTo>
                    <a:pt x="450120" y="52288"/>
                  </a:lnTo>
                  <a:lnTo>
                    <a:pt x="409108" y="70396"/>
                  </a:lnTo>
                  <a:lnTo>
                    <a:pt x="369484" y="90933"/>
                  </a:lnTo>
                  <a:lnTo>
                    <a:pt x="331341" y="113807"/>
                  </a:lnTo>
                  <a:lnTo>
                    <a:pt x="294776" y="138921"/>
                  </a:lnTo>
                  <a:lnTo>
                    <a:pt x="259881" y="166181"/>
                  </a:lnTo>
                  <a:lnTo>
                    <a:pt x="226753" y="195493"/>
                  </a:lnTo>
                  <a:lnTo>
                    <a:pt x="195487" y="226760"/>
                  </a:lnTo>
                  <a:lnTo>
                    <a:pt x="166176" y="259889"/>
                  </a:lnTo>
                  <a:lnTo>
                    <a:pt x="138917" y="294784"/>
                  </a:lnTo>
                  <a:lnTo>
                    <a:pt x="113803" y="331350"/>
                  </a:lnTo>
                  <a:lnTo>
                    <a:pt x="90930" y="369494"/>
                  </a:lnTo>
                  <a:lnTo>
                    <a:pt x="70393" y="409119"/>
                  </a:lnTo>
                  <a:lnTo>
                    <a:pt x="52287" y="450130"/>
                  </a:lnTo>
                  <a:lnTo>
                    <a:pt x="36705" y="492434"/>
                  </a:lnTo>
                  <a:lnTo>
                    <a:pt x="23744" y="535935"/>
                  </a:lnTo>
                  <a:lnTo>
                    <a:pt x="13498" y="580539"/>
                  </a:lnTo>
                  <a:lnTo>
                    <a:pt x="6062" y="626149"/>
                  </a:lnTo>
                  <a:lnTo>
                    <a:pt x="1531" y="672673"/>
                  </a:lnTo>
                  <a:lnTo>
                    <a:pt x="0" y="720013"/>
                  </a:lnTo>
                  <a:lnTo>
                    <a:pt x="1531" y="767354"/>
                  </a:lnTo>
                  <a:lnTo>
                    <a:pt x="6062" y="813877"/>
                  </a:lnTo>
                  <a:lnTo>
                    <a:pt x="13498" y="859488"/>
                  </a:lnTo>
                  <a:lnTo>
                    <a:pt x="23744" y="904091"/>
                  </a:lnTo>
                  <a:lnTo>
                    <a:pt x="36705" y="947592"/>
                  </a:lnTo>
                  <a:lnTo>
                    <a:pt x="52287" y="989896"/>
                  </a:lnTo>
                  <a:lnTo>
                    <a:pt x="70393" y="1030908"/>
                  </a:lnTo>
                  <a:lnTo>
                    <a:pt x="90930" y="1070533"/>
                  </a:lnTo>
                  <a:lnTo>
                    <a:pt x="113803" y="1108676"/>
                  </a:lnTo>
                  <a:lnTo>
                    <a:pt x="138917" y="1145243"/>
                  </a:lnTo>
                  <a:lnTo>
                    <a:pt x="166176" y="1180138"/>
                  </a:lnTo>
                  <a:lnTo>
                    <a:pt x="195487" y="1213267"/>
                  </a:lnTo>
                  <a:lnTo>
                    <a:pt x="226753" y="1244534"/>
                  </a:lnTo>
                  <a:lnTo>
                    <a:pt x="259881" y="1273845"/>
                  </a:lnTo>
                  <a:lnTo>
                    <a:pt x="294776" y="1301105"/>
                  </a:lnTo>
                  <a:lnTo>
                    <a:pt x="331341" y="1326220"/>
                  </a:lnTo>
                  <a:lnTo>
                    <a:pt x="369484" y="1349093"/>
                  </a:lnTo>
                  <a:lnTo>
                    <a:pt x="409108" y="1369631"/>
                  </a:lnTo>
                  <a:lnTo>
                    <a:pt x="450120" y="1387738"/>
                  </a:lnTo>
                  <a:lnTo>
                    <a:pt x="492423" y="1403320"/>
                  </a:lnTo>
                  <a:lnTo>
                    <a:pt x="535924" y="1416282"/>
                  </a:lnTo>
                  <a:lnTo>
                    <a:pt x="580527" y="1426528"/>
                  </a:lnTo>
                  <a:lnTo>
                    <a:pt x="626137" y="1433964"/>
                  </a:lnTo>
                  <a:lnTo>
                    <a:pt x="672660" y="1438496"/>
                  </a:lnTo>
                  <a:lnTo>
                    <a:pt x="720001" y="1440027"/>
                  </a:lnTo>
                  <a:lnTo>
                    <a:pt x="767343" y="1438496"/>
                  </a:lnTo>
                  <a:lnTo>
                    <a:pt x="813867" y="1433964"/>
                  </a:lnTo>
                  <a:lnTo>
                    <a:pt x="859479" y="1426528"/>
                  </a:lnTo>
                  <a:lnTo>
                    <a:pt x="904083" y="1416282"/>
                  </a:lnTo>
                  <a:lnTo>
                    <a:pt x="947584" y="1403320"/>
                  </a:lnTo>
                  <a:lnTo>
                    <a:pt x="989889" y="1387738"/>
                  </a:lnTo>
                  <a:lnTo>
                    <a:pt x="1030901" y="1369631"/>
                  </a:lnTo>
                  <a:lnTo>
                    <a:pt x="1070526" y="1349093"/>
                  </a:lnTo>
                  <a:lnTo>
                    <a:pt x="1108669" y="1326220"/>
                  </a:lnTo>
                  <a:lnTo>
                    <a:pt x="1145236" y="1301105"/>
                  </a:lnTo>
                  <a:lnTo>
                    <a:pt x="1180130" y="1273845"/>
                  </a:lnTo>
                  <a:lnTo>
                    <a:pt x="1213259" y="1244534"/>
                  </a:lnTo>
                  <a:lnTo>
                    <a:pt x="1244526" y="1213267"/>
                  </a:lnTo>
                  <a:lnTo>
                    <a:pt x="1273837" y="1180138"/>
                  </a:lnTo>
                  <a:lnTo>
                    <a:pt x="1301096" y="1145243"/>
                  </a:lnTo>
                  <a:lnTo>
                    <a:pt x="1326210" y="1108676"/>
                  </a:lnTo>
                  <a:lnTo>
                    <a:pt x="1349083" y="1070533"/>
                  </a:lnTo>
                  <a:lnTo>
                    <a:pt x="1369620" y="1030908"/>
                  </a:lnTo>
                  <a:lnTo>
                    <a:pt x="1387727" y="989896"/>
                  </a:lnTo>
                  <a:lnTo>
                    <a:pt x="1403309" y="947592"/>
                  </a:lnTo>
                  <a:lnTo>
                    <a:pt x="1416270" y="904091"/>
                  </a:lnTo>
                  <a:lnTo>
                    <a:pt x="1426516" y="859488"/>
                  </a:lnTo>
                  <a:lnTo>
                    <a:pt x="1433952" y="813877"/>
                  </a:lnTo>
                  <a:lnTo>
                    <a:pt x="1438483" y="767354"/>
                  </a:lnTo>
                  <a:lnTo>
                    <a:pt x="1440014" y="720013"/>
                  </a:lnTo>
                  <a:close/>
                </a:path>
              </a:pathLst>
            </a:custGeom>
            <a:ln w="15189">
              <a:solidFill>
                <a:srgbClr val="FF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83989" y="860988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1440014" y="0"/>
                  </a:moveTo>
                  <a:lnTo>
                    <a:pt x="1440014" y="1440014"/>
                  </a:lnTo>
                  <a:lnTo>
                    <a:pt x="0" y="1440014"/>
                  </a:lnTo>
                  <a:lnTo>
                    <a:pt x="0" y="0"/>
                  </a:lnTo>
                  <a:lnTo>
                    <a:pt x="1427365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5844" y="2443302"/>
            <a:ext cx="409067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11/27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5024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8883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10604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12700" marR="2973705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12325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12700" marR="2973705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31405"/>
            <a:ext cx="4090670" cy="14046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12700" marR="2973705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289560" marR="2725420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731405"/>
            <a:ext cx="4141470" cy="15767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50800" marR="2986405" algn="just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327660" marR="2738120" algn="just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200" spc="104" baseline="27777" dirty="0">
                <a:latin typeface="Century"/>
                <a:cs typeface="Century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731405"/>
            <a:ext cx="4141470" cy="174878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50800" marR="2986405" algn="just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327660" marR="2738120" algn="just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200" spc="104" baseline="27777" dirty="0">
                <a:latin typeface="Century"/>
                <a:cs typeface="Century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marL="604520">
              <a:lnSpc>
                <a:spcPct val="100000"/>
              </a:lnSpc>
              <a:spcBef>
                <a:spcPts val="35"/>
              </a:spcBef>
            </a:pPr>
            <a:r>
              <a:rPr sz="1100" spc="45" dirty="0">
                <a:latin typeface="Times New Roman"/>
                <a:cs typeface="Times New Roman"/>
              </a:rPr>
              <a:t>circleCount++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731405"/>
            <a:ext cx="4141470" cy="20929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circle,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divide.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10,000</a:t>
            </a:r>
            <a:endParaRPr sz="1100">
              <a:latin typeface="Times New Roman"/>
              <a:cs typeface="Times New Roman"/>
            </a:endParaRPr>
          </a:p>
          <a:p>
            <a:pPr marL="50800" marR="2986405" algn="just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circleCount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Loop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 marL="327660" marR="2738120" algn="just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x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random(-</a:t>
            </a:r>
            <a:r>
              <a:rPr sz="1100" spc="-20" dirty="0">
                <a:latin typeface="Times New Roman"/>
                <a:cs typeface="Times New Roman"/>
              </a:rPr>
              <a:t>1,1)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200" spc="104" baseline="27777" dirty="0">
                <a:latin typeface="Century"/>
                <a:cs typeface="Century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1:</a:t>
            </a:r>
            <a:endParaRPr sz="1100">
              <a:latin typeface="Times New Roman"/>
              <a:cs typeface="Times New Roman"/>
            </a:endParaRPr>
          </a:p>
          <a:p>
            <a:pPr marL="604520">
              <a:lnSpc>
                <a:spcPct val="100000"/>
              </a:lnSpc>
              <a:spcBef>
                <a:spcPts val="35"/>
              </a:spcBef>
            </a:pPr>
            <a:r>
              <a:rPr sz="1100" spc="45" dirty="0">
                <a:latin typeface="Times New Roman"/>
                <a:cs typeface="Times New Roman"/>
              </a:rPr>
              <a:t>circleCount++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Times New Roman"/>
                <a:cs typeface="Times New Roman"/>
              </a:rPr>
              <a:t>endloop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print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circleCount/Count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135"/>
              </a:spcBef>
            </a:pPr>
            <a:r>
              <a:rPr dirty="0"/>
              <a:t>Characteristics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Random</a:t>
            </a:r>
            <a:r>
              <a:rPr spc="25" dirty="0"/>
              <a:t> </a:t>
            </a:r>
            <a:r>
              <a:rPr spc="-10" dirty="0"/>
              <a:t>Variable</a:t>
            </a:r>
            <a:r>
              <a:rPr spc="30" dirty="0"/>
              <a:t> </a:t>
            </a:r>
            <a:r>
              <a:rPr i="1" spc="150" dirty="0">
                <a:latin typeface="Verdana"/>
                <a:cs typeface="Verdana"/>
              </a:rPr>
              <a:t>X</a:t>
            </a:r>
          </a:p>
        </p:txBody>
      </p:sp>
      <p:pic>
        <p:nvPicPr>
          <p:cNvPr id="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000366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14882"/>
            <a:ext cx="7899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Mean</a:t>
            </a: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257973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1172502"/>
            <a:ext cx="92392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02640" algn="l"/>
              </a:tabLst>
            </a:pPr>
            <a:r>
              <a:rPr sz="1100" dirty="0">
                <a:latin typeface="Times New Roman"/>
                <a:cs typeface="Times New Roman"/>
              </a:rPr>
              <a:t>Variance</a:t>
            </a: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1545107"/>
            <a:ext cx="63233" cy="6323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02932" y="1459623"/>
            <a:ext cx="155892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7640" algn="l"/>
              </a:tabLst>
            </a:pPr>
            <a:r>
              <a:rPr sz="1100" spc="50" dirty="0">
                <a:latin typeface="Times New Roman"/>
                <a:cs typeface="Times New Roman"/>
              </a:rPr>
              <a:t>Standard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deviation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25844" y="1849653"/>
            <a:ext cx="3067685" cy="650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letters</a:t>
            </a:r>
            <a:endParaRPr sz="1100" dirty="0">
              <a:latin typeface="Times New Roman"/>
              <a:cs typeface="Times New Roman"/>
            </a:endParaRPr>
          </a:p>
          <a:p>
            <a:pPr marL="1354455">
              <a:lnSpc>
                <a:spcPct val="100000"/>
              </a:lnSpc>
              <a:spcBef>
                <a:spcPts val="930"/>
              </a:spcBef>
            </a:pPr>
            <a:r>
              <a:rPr sz="1100" b="0" i="1" dirty="0">
                <a:latin typeface="Bookman Old Style"/>
                <a:cs typeface="Bookman Old Style"/>
              </a:rPr>
              <a:t>µ</a:t>
            </a:r>
            <a:r>
              <a:rPr sz="1100" b="0" i="1" spc="8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average)</a:t>
            </a:r>
            <a:endParaRPr sz="1100" dirty="0">
              <a:latin typeface="Times New Roman"/>
              <a:cs typeface="Times New Roman"/>
            </a:endParaRPr>
          </a:p>
          <a:p>
            <a:pPr marL="130175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σ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sigma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standard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deviation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8/27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6" name="Picture 35" descr="\documentclass{article}&#10;\usepackage{amsmath}&#10;\pagestyle{empty}&#10;\begin{document}&#10;&#10;&#10;$\mu_X = \frac{\sum_{i=1}^n x_i}{n}$&#10;&#10;\end{document}" title="IguanaTex Bitmap Display">
            <a:extLst>
              <a:ext uri="{FF2B5EF4-FFF2-40B4-BE49-F238E27FC236}">
                <a16:creationId xmlns:a16="http://schemas.microsoft.com/office/drawing/2014/main" id="{DF202C9B-A7BD-94BA-F2B1-90775218D54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53" y="882056"/>
            <a:ext cx="860266" cy="213024"/>
          </a:xfrm>
          <a:prstGeom prst="rect">
            <a:avLst/>
          </a:prstGeom>
        </p:spPr>
      </p:pic>
      <p:pic>
        <p:nvPicPr>
          <p:cNvPr id="40" name="Picture 39" descr="\documentclass{article}&#10;\usepackage{amsmath}&#10;\pagestyle{empty}&#10;\begin{document}&#10;&#10;&#10;$\sigma_X^2 = \frac{\sum_{i=1}^n (x_i-\mu_X)^2}{n}$&#10;&#10;\end{document}" title="IguanaTex Bitmap Display">
            <a:extLst>
              <a:ext uri="{FF2B5EF4-FFF2-40B4-BE49-F238E27FC236}">
                <a16:creationId xmlns:a16="http://schemas.microsoft.com/office/drawing/2014/main" id="{D580867B-7CD1-BF9F-4816-06DF5B677B4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00" y="1131380"/>
            <a:ext cx="1299448" cy="238063"/>
          </a:xfrm>
          <a:prstGeom prst="rect">
            <a:avLst/>
          </a:prstGeom>
        </p:spPr>
      </p:pic>
      <p:pic>
        <p:nvPicPr>
          <p:cNvPr id="42" name="Picture 41" descr="\documentclass{article}&#10;\usepackage{amsmath}&#10;\pagestyle{empty}&#10;\begin{document}&#10;&#10;&#10;$\sigma_X = \sqrt{\frac{\sum_{i=1}^n (x_i-\mu_X)^2}{n}}$&#10;&#10;\end{document}" title="IguanaTex Bitmap Display">
            <a:extLst>
              <a:ext uri="{FF2B5EF4-FFF2-40B4-BE49-F238E27FC236}">
                <a16:creationId xmlns:a16="http://schemas.microsoft.com/office/drawing/2014/main" id="{4EACD888-230F-E422-31EE-D8B90B8049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384" y="1369443"/>
            <a:ext cx="1734366" cy="33184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35"/>
              </a:spcBef>
            </a:pPr>
            <a:r>
              <a:rPr dirty="0"/>
              <a:t>Program</a:t>
            </a:r>
            <a:r>
              <a:rPr spc="25" dirty="0"/>
              <a:t> </a:t>
            </a:r>
            <a:r>
              <a:rPr dirty="0"/>
              <a:t>1</a:t>
            </a:r>
            <a:r>
              <a:rPr spc="25" dirty="0"/>
              <a:t> </a:t>
            </a:r>
            <a:r>
              <a:rPr spc="-10" dirty="0"/>
              <a:t>Random</a:t>
            </a:r>
            <a:r>
              <a:rPr spc="30" dirty="0"/>
              <a:t> </a:t>
            </a:r>
            <a:r>
              <a:rPr spc="-30" dirty="0"/>
              <a:t>Hands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10" dirty="0"/>
              <a:t>Bridge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78623"/>
            <a:ext cx="4324350" cy="51962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Usually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games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lang="en-US" sz="1100" spc="50" dirty="0">
                <a:latin typeface="Times New Roman"/>
                <a:cs typeface="Times New Roman"/>
              </a:rPr>
              <a:t>poker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shuffled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times,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thinking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randomly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ordered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deck,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dealt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randomly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ordered.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13/27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4259" y="62407"/>
            <a:ext cx="2179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Completely</a:t>
            </a:r>
            <a:r>
              <a:rPr spc="-5" dirty="0"/>
              <a:t> </a:t>
            </a:r>
            <a:r>
              <a:rPr dirty="0"/>
              <a:t>Random</a:t>
            </a:r>
            <a:r>
              <a:rPr spc="-5" dirty="0"/>
              <a:t> </a:t>
            </a:r>
            <a:r>
              <a:rPr spc="-35" dirty="0"/>
              <a:t>Hands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40968"/>
            <a:ext cx="4248785" cy="1576705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762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experiments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experiments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produce </a:t>
            </a:r>
            <a:r>
              <a:rPr sz="1100" dirty="0">
                <a:latin typeface="Times New Roman"/>
                <a:cs typeface="Times New Roman"/>
              </a:rPr>
              <a:t>completely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conducted,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them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do </a:t>
            </a:r>
            <a:r>
              <a:rPr sz="1100" spc="50" dirty="0">
                <a:latin typeface="Times New Roman"/>
                <a:cs typeface="Times New Roman"/>
              </a:rPr>
              <a:t>not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exactly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shuffles.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hands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randomly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ordering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have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suit,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lang="en-US" sz="1100" spc="-10" dirty="0">
                <a:latin typeface="Times New Roman"/>
                <a:cs typeface="Times New Roman"/>
              </a:rPr>
              <a:t>4-4-4-</a:t>
            </a:r>
            <a:r>
              <a:rPr lang="en-US" sz="1100" dirty="0">
                <a:latin typeface="Times New Roman"/>
                <a:cs typeface="Times New Roman"/>
              </a:rPr>
              <a:t>1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5-5-3-</a:t>
            </a:r>
            <a:r>
              <a:rPr sz="1100" spc="-50" dirty="0">
                <a:latin typeface="Times New Roman"/>
                <a:cs typeface="Times New Roman"/>
              </a:rPr>
              <a:t>0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much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common.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explanations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why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not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very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14/27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9391" y="62407"/>
            <a:ext cx="9296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FFFFFF"/>
                </a:solidFill>
                <a:latin typeface="Book Antiqua"/>
                <a:cs typeface="Book Antiqua"/>
              </a:rPr>
              <a:t>Assignment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7648" y="1506270"/>
            <a:ext cx="30130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Book Antiqua"/>
                <a:cs typeface="Book Antiqua"/>
              </a:rPr>
              <a:t>Caution!</a:t>
            </a:r>
            <a:r>
              <a:rPr sz="1200" spc="100" dirty="0">
                <a:latin typeface="Book Antiqua"/>
                <a:cs typeface="Book Antiqua"/>
              </a:rPr>
              <a:t> </a:t>
            </a:r>
            <a:r>
              <a:rPr sz="1200" spc="-55" dirty="0">
                <a:latin typeface="Book Antiqua"/>
                <a:cs typeface="Book Antiqua"/>
              </a:rPr>
              <a:t>Horrendous</a:t>
            </a:r>
            <a:r>
              <a:rPr sz="1200" dirty="0">
                <a:latin typeface="Book Antiqua"/>
                <a:cs typeface="Book Antiqua"/>
              </a:rPr>
              <a:t> </a:t>
            </a:r>
            <a:r>
              <a:rPr sz="1200" spc="-30" dirty="0">
                <a:latin typeface="Book Antiqua"/>
                <a:cs typeface="Book Antiqua"/>
              </a:rPr>
              <a:t>equation</a:t>
            </a:r>
            <a:r>
              <a:rPr sz="1200" spc="5" dirty="0">
                <a:latin typeface="Book Antiqua"/>
                <a:cs typeface="Book Antiqua"/>
              </a:rPr>
              <a:t> </a:t>
            </a:r>
            <a:r>
              <a:rPr sz="1200" dirty="0">
                <a:latin typeface="Book Antiqua"/>
                <a:cs typeface="Book Antiqua"/>
              </a:rPr>
              <a:t>on next </a:t>
            </a:r>
            <a:r>
              <a:rPr sz="1200" spc="-10" dirty="0">
                <a:latin typeface="Book Antiqua"/>
                <a:cs typeface="Book Antiqua"/>
              </a:rPr>
              <a:t>slide!!!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15/27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23975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Assignment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94817"/>
            <a:ext cx="44075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up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fifteen </a:t>
            </a:r>
            <a:r>
              <a:rPr sz="1100" dirty="0">
                <a:latin typeface="Times New Roman"/>
                <a:cs typeface="Times New Roman"/>
              </a:rPr>
              <a:t>times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described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below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permutation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deck.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Calling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1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fifteen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runs.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2641" y="1293329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44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444" y="1979955"/>
            <a:ext cx="4383405" cy="1052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computation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Cambria"/>
                <a:cs typeface="Cambria"/>
              </a:rPr>
              <a:t>correlation</a:t>
            </a:r>
            <a:r>
              <a:rPr sz="1100" b="1" spc="280" dirty="0">
                <a:latin typeface="Cambria"/>
                <a:cs typeface="Cambria"/>
              </a:rPr>
              <a:t> </a:t>
            </a:r>
            <a:r>
              <a:rPr sz="1100" b="1" dirty="0">
                <a:latin typeface="Cambria"/>
                <a:cs typeface="Cambria"/>
              </a:rPr>
              <a:t>coefficient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detail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course.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correlation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coefficient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measure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close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spc="50" dirty="0">
                <a:latin typeface="Times New Roman"/>
                <a:cs typeface="Times New Roman"/>
              </a:rPr>
              <a:t> then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completely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independent.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7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b="0" i="1" spc="10" dirty="0">
                <a:latin typeface="Bookman Old Style"/>
                <a:cs typeface="Bookman Old Style"/>
              </a:rPr>
              <a:t>i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200" b="0" i="1" spc="27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equal,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2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−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y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backward,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2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y</a:t>
            </a:r>
            <a:r>
              <a:rPr sz="1200" spc="-30" baseline="-10416" dirty="0">
                <a:latin typeface="Century"/>
                <a:cs typeface="Century"/>
              </a:rPr>
              <a:t>53</a:t>
            </a:r>
            <a:r>
              <a:rPr sz="1200" i="1" spc="-30" baseline="-10416" dirty="0">
                <a:latin typeface="Arial"/>
                <a:cs typeface="Arial"/>
              </a:rPr>
              <a:t>−</a:t>
            </a:r>
            <a:r>
              <a:rPr sz="1200" b="0" i="1" spc="-30" baseline="-10416" dirty="0">
                <a:latin typeface="Bookman Old Style"/>
                <a:cs typeface="Bookman Old Style"/>
              </a:rPr>
              <a:t>i</a:t>
            </a:r>
            <a:endParaRPr sz="1200" baseline="-10416" dirty="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16/27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2" name="Picture 31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7449E617-BC65-B8B9-1EB8-CED41788FFA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424675"/>
            <a:ext cx="4080438" cy="39745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C1CE97B0-C291-2A0E-4F62-80FD51A9DE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663575"/>
            <a:ext cx="4080438" cy="39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08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23975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Assignment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25844" y="1351978"/>
            <a:ext cx="614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Note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65" dirty="0">
                <a:latin typeface="Times New Roman"/>
                <a:cs typeface="Times New Roman"/>
              </a:rPr>
              <a:t>that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57864" y="1352908"/>
            <a:ext cx="33439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Times New Roman"/>
                <a:cs typeface="Times New Roman"/>
              </a:rPr>
              <a:t>   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75" dirty="0">
                <a:latin typeface="Times New Roman"/>
                <a:cs typeface="Times New Roman"/>
              </a:rPr>
              <a:t>but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other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5844" y="1524063"/>
            <a:ext cx="429958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pieces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formula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since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8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squares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digits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produces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17/27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49" name="Picture 48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0A53B96A-A0A3-FA5B-0D00-C4399101BC6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05" y="731825"/>
            <a:ext cx="4080438" cy="397450"/>
          </a:xfrm>
          <a:prstGeom prst="rect">
            <a:avLst/>
          </a:prstGeom>
        </p:spPr>
      </p:pic>
      <p:pic>
        <p:nvPicPr>
          <p:cNvPr id="51" name="Picture 50" descr="\documentclass{article}&#10;\usepackage{amsmath}&#10;\pagestyle{empty}&#10;\begin{document}&#10;&#10;$\sum_{i=1}^n iy_i$&#10;&#10;&#10;\end{document}" title="IguanaTex Bitmap Display">
            <a:extLst>
              <a:ext uri="{FF2B5EF4-FFF2-40B4-BE49-F238E27FC236}">
                <a16:creationId xmlns:a16="http://schemas.microsoft.com/office/drawing/2014/main" id="{BDD00CF8-B25A-1FE1-9686-9773FDD3C6A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15" y="1359856"/>
            <a:ext cx="527050" cy="164207"/>
          </a:xfrm>
          <a:prstGeom prst="rect">
            <a:avLst/>
          </a:prstGeom>
        </p:spPr>
      </p:pic>
      <p:pic>
        <p:nvPicPr>
          <p:cNvPr id="53" name="Picture 52" descr="\documentclass{article}&#10;\usepackage{amsmath}&#10;\pagestyle{empty}&#10;\begin{document}&#10;&#10;$\sum_{i=1}^n i = \sum_{i=1}^n y_i = 1378$&#10;&#10;&#10;\end{document}" title="IguanaTex Bitmap Display">
            <a:extLst>
              <a:ext uri="{FF2B5EF4-FFF2-40B4-BE49-F238E27FC236}">
                <a16:creationId xmlns:a16="http://schemas.microsoft.com/office/drawing/2014/main" id="{75AF8DB0-4C70-3063-8421-BE3843257A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2249791"/>
            <a:ext cx="1680682" cy="1731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9391" y="62407"/>
            <a:ext cx="9296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FFFFFF"/>
                </a:solidFill>
                <a:latin typeface="Book Antiqua"/>
                <a:cs typeface="Book Antiqua"/>
              </a:rPr>
              <a:t>Assignment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18/27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5" name="Picture 24" descr="IguanaTex Bitmap Display&#10;&#10;\documentclass{article}&#10;\usepackage{amsmath}&#10;\pagestyle{empty}&#10;\begin{document}&#10;&#10;&#10;$r = \frac{n\sum_{i=1}^n i y_i - 1378^2}{\sqrt{(n\sum_{i=1}^n i^2 - 1378^2)(n\sum_{i=1}^n y_i^2 - 1378^2)}}$&#10;&#10;\end{document}">
            <a:extLst>
              <a:ext uri="{FF2B5EF4-FFF2-40B4-BE49-F238E27FC236}">
                <a16:creationId xmlns:a16="http://schemas.microsoft.com/office/drawing/2014/main" id="{6FD11C80-1536-19D2-BBBA-3A06D181DCF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42" y="927752"/>
            <a:ext cx="3380956" cy="41999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3825">
              <a:lnSpc>
                <a:spcPct val="100000"/>
              </a:lnSpc>
              <a:spcBef>
                <a:spcPts val="135"/>
              </a:spcBef>
            </a:pPr>
            <a:r>
              <a:rPr dirty="0"/>
              <a:t>First</a:t>
            </a:r>
            <a:r>
              <a:rPr spc="260" dirty="0"/>
              <a:t> </a:t>
            </a:r>
            <a:r>
              <a:rPr spc="-25" dirty="0"/>
              <a:t>Run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Given</a:t>
            </a:r>
            <a:r>
              <a:rPr spc="145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deck</a:t>
            </a:r>
            <a:r>
              <a:rPr spc="14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cards</a:t>
            </a:r>
            <a:r>
              <a:rPr spc="145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[]</a:t>
            </a:r>
            <a:r>
              <a:rPr spc="150" dirty="0"/>
              <a:t> </a:t>
            </a:r>
            <a:r>
              <a:rPr dirty="0"/>
              <a:t>with</a:t>
            </a:r>
            <a:r>
              <a:rPr spc="145" dirty="0"/>
              <a:t> </a:t>
            </a:r>
            <a:r>
              <a:rPr dirty="0"/>
              <a:t>52</a:t>
            </a:r>
            <a:r>
              <a:rPr spc="150" dirty="0"/>
              <a:t> </a:t>
            </a:r>
            <a:r>
              <a:rPr dirty="0"/>
              <a:t>entries,</a:t>
            </a:r>
            <a:r>
              <a:rPr spc="150" dirty="0"/>
              <a:t> </a:t>
            </a:r>
            <a:r>
              <a:rPr dirty="0"/>
              <a:t>produce</a:t>
            </a:r>
            <a:r>
              <a:rPr spc="150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new</a:t>
            </a:r>
            <a:r>
              <a:rPr spc="145" dirty="0"/>
              <a:t> </a:t>
            </a:r>
            <a:r>
              <a:rPr dirty="0"/>
              <a:t>deck</a:t>
            </a:r>
            <a:r>
              <a:rPr spc="155" dirty="0"/>
              <a:t> </a:t>
            </a:r>
            <a:r>
              <a:rPr spc="-25" dirty="0"/>
              <a:t>by </a:t>
            </a:r>
            <a:r>
              <a:rPr dirty="0"/>
              <a:t>dividing</a:t>
            </a:r>
            <a:r>
              <a:rPr spc="120" dirty="0"/>
              <a:t> </a:t>
            </a:r>
            <a:r>
              <a:rPr spc="50" dirty="0"/>
              <a:t>the</a:t>
            </a:r>
            <a:r>
              <a:rPr spc="120" dirty="0"/>
              <a:t> </a:t>
            </a:r>
            <a:r>
              <a:rPr dirty="0"/>
              <a:t>deck</a:t>
            </a:r>
            <a:r>
              <a:rPr spc="120" dirty="0"/>
              <a:t> </a:t>
            </a:r>
            <a:r>
              <a:rPr dirty="0"/>
              <a:t>into</a:t>
            </a:r>
            <a:r>
              <a:rPr spc="13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dirty="0"/>
              <a:t>pieces,</a:t>
            </a:r>
            <a:r>
              <a:rPr spc="120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[1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/>
              <a:t>26]</a:t>
            </a:r>
            <a:r>
              <a:rPr spc="120" dirty="0"/>
              <a:t> </a:t>
            </a:r>
            <a:r>
              <a:rPr spc="50" dirty="0"/>
              <a:t>and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cards</a:t>
            </a:r>
            <a:r>
              <a:rPr spc="-50" dirty="0"/>
              <a:t>[27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20" dirty="0"/>
              <a:t>52], </a:t>
            </a:r>
            <a:r>
              <a:rPr spc="50" dirty="0"/>
              <a:t>then</a:t>
            </a:r>
            <a:r>
              <a:rPr spc="60" dirty="0"/>
              <a:t> </a:t>
            </a:r>
            <a:r>
              <a:rPr dirty="0"/>
              <a:t>pick</a:t>
            </a:r>
            <a:r>
              <a:rPr spc="60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[1],</a:t>
            </a:r>
            <a:r>
              <a:rPr spc="65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[27],</a:t>
            </a:r>
            <a:r>
              <a:rPr spc="60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[2],</a:t>
            </a:r>
            <a:r>
              <a:rPr spc="60" dirty="0"/>
              <a:t> </a:t>
            </a:r>
            <a:r>
              <a:rPr spc="30" dirty="0"/>
              <a:t>then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[28],</a:t>
            </a:r>
            <a:r>
              <a:rPr spc="40" dirty="0"/>
              <a:t> </a:t>
            </a:r>
            <a:r>
              <a:rPr spc="-20" dirty="0"/>
              <a:t>etc.</a:t>
            </a:r>
          </a:p>
          <a:p>
            <a:pPr marL="12700" marR="224154">
              <a:lnSpc>
                <a:spcPct val="102600"/>
              </a:lnSpc>
            </a:pPr>
            <a:r>
              <a:rPr dirty="0"/>
              <a:t>Do</a:t>
            </a:r>
            <a:r>
              <a:rPr spc="145" dirty="0"/>
              <a:t> </a:t>
            </a:r>
            <a:r>
              <a:rPr dirty="0"/>
              <a:t>this</a:t>
            </a:r>
            <a:r>
              <a:rPr spc="150" dirty="0"/>
              <a:t> </a:t>
            </a:r>
            <a:r>
              <a:rPr spc="55" dirty="0"/>
              <a:t>up</a:t>
            </a:r>
            <a:r>
              <a:rPr spc="145" dirty="0"/>
              <a:t> </a:t>
            </a:r>
            <a:r>
              <a:rPr spc="55" dirty="0"/>
              <a:t>to</a:t>
            </a:r>
            <a:r>
              <a:rPr spc="145" dirty="0"/>
              <a:t> </a:t>
            </a:r>
            <a:r>
              <a:rPr dirty="0"/>
              <a:t>15</a:t>
            </a:r>
            <a:r>
              <a:rPr spc="145" dirty="0"/>
              <a:t> </a:t>
            </a:r>
            <a:r>
              <a:rPr dirty="0"/>
              <a:t>times,</a:t>
            </a:r>
            <a:r>
              <a:rPr spc="150" dirty="0"/>
              <a:t> </a:t>
            </a:r>
            <a:r>
              <a:rPr dirty="0"/>
              <a:t>calculating</a:t>
            </a:r>
            <a:r>
              <a:rPr spc="145" dirty="0"/>
              <a:t> </a:t>
            </a:r>
            <a:r>
              <a:rPr spc="50" dirty="0"/>
              <a:t>the</a:t>
            </a:r>
            <a:r>
              <a:rPr spc="150" dirty="0"/>
              <a:t> </a:t>
            </a:r>
            <a:r>
              <a:rPr dirty="0"/>
              <a:t>value</a:t>
            </a:r>
            <a:r>
              <a:rPr spc="14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b="0" i="1" dirty="0">
                <a:latin typeface="Bookman Old Style"/>
                <a:cs typeface="Bookman Old Style"/>
              </a:rPr>
              <a:t>r</a:t>
            </a:r>
            <a:r>
              <a:rPr b="0" i="1" spc="125" dirty="0">
                <a:latin typeface="Bookman Old Style"/>
                <a:cs typeface="Bookman Old Style"/>
              </a:rPr>
              <a:t> </a:t>
            </a:r>
            <a:r>
              <a:rPr dirty="0"/>
              <a:t>for</a:t>
            </a:r>
            <a:r>
              <a:rPr spc="150" dirty="0"/>
              <a:t> </a:t>
            </a:r>
            <a:r>
              <a:rPr dirty="0"/>
              <a:t>each</a:t>
            </a:r>
            <a:r>
              <a:rPr spc="145" dirty="0"/>
              <a:t> </a:t>
            </a:r>
            <a:r>
              <a:rPr spc="-10" dirty="0"/>
              <a:t>shuffle. </a:t>
            </a:r>
            <a:r>
              <a:rPr dirty="0"/>
              <a:t>Answer</a:t>
            </a:r>
            <a:r>
              <a:rPr spc="85" dirty="0"/>
              <a:t> </a:t>
            </a:r>
            <a:r>
              <a:rPr spc="50" dirty="0"/>
              <a:t>the</a:t>
            </a:r>
            <a:r>
              <a:rPr spc="90" dirty="0"/>
              <a:t> </a:t>
            </a:r>
            <a:r>
              <a:rPr dirty="0"/>
              <a:t>following</a:t>
            </a:r>
            <a:r>
              <a:rPr spc="85" dirty="0"/>
              <a:t> </a:t>
            </a:r>
            <a:r>
              <a:rPr spc="-10" dirty="0"/>
              <a:t>questions: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720453"/>
            <a:ext cx="110658" cy="110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0812" y="170529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63306"/>
            <a:ext cx="399859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 </a:t>
            </a:r>
            <a:r>
              <a:rPr sz="1100" spc="75" dirty="0">
                <a:latin typeface="Times New Roman"/>
                <a:cs typeface="Times New Roman"/>
              </a:rPr>
              <a:t>(That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value?)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3825">
              <a:lnSpc>
                <a:spcPct val="100000"/>
              </a:lnSpc>
              <a:spcBef>
                <a:spcPts val="135"/>
              </a:spcBef>
            </a:pPr>
            <a:r>
              <a:rPr dirty="0"/>
              <a:t>First</a:t>
            </a:r>
            <a:r>
              <a:rPr spc="260" dirty="0"/>
              <a:t> </a:t>
            </a:r>
            <a:r>
              <a:rPr spc="-25" dirty="0"/>
              <a:t>Run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Given</a:t>
            </a:r>
            <a:r>
              <a:rPr spc="145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deck</a:t>
            </a:r>
            <a:r>
              <a:rPr spc="14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cards</a:t>
            </a:r>
            <a:r>
              <a:rPr spc="145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[]</a:t>
            </a:r>
            <a:r>
              <a:rPr spc="150" dirty="0"/>
              <a:t> </a:t>
            </a:r>
            <a:r>
              <a:rPr dirty="0"/>
              <a:t>with</a:t>
            </a:r>
            <a:r>
              <a:rPr spc="145" dirty="0"/>
              <a:t> </a:t>
            </a:r>
            <a:r>
              <a:rPr dirty="0"/>
              <a:t>52</a:t>
            </a:r>
            <a:r>
              <a:rPr spc="150" dirty="0"/>
              <a:t> </a:t>
            </a:r>
            <a:r>
              <a:rPr dirty="0"/>
              <a:t>entries,</a:t>
            </a:r>
            <a:r>
              <a:rPr spc="150" dirty="0"/>
              <a:t> </a:t>
            </a:r>
            <a:r>
              <a:rPr dirty="0"/>
              <a:t>produce</a:t>
            </a:r>
            <a:r>
              <a:rPr spc="150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new</a:t>
            </a:r>
            <a:r>
              <a:rPr spc="145" dirty="0"/>
              <a:t> </a:t>
            </a:r>
            <a:r>
              <a:rPr dirty="0"/>
              <a:t>deck</a:t>
            </a:r>
            <a:r>
              <a:rPr spc="155" dirty="0"/>
              <a:t> </a:t>
            </a:r>
            <a:r>
              <a:rPr spc="-25" dirty="0"/>
              <a:t>by </a:t>
            </a:r>
            <a:r>
              <a:rPr dirty="0"/>
              <a:t>dividing</a:t>
            </a:r>
            <a:r>
              <a:rPr spc="120" dirty="0"/>
              <a:t> </a:t>
            </a:r>
            <a:r>
              <a:rPr spc="50" dirty="0"/>
              <a:t>the</a:t>
            </a:r>
            <a:r>
              <a:rPr spc="120" dirty="0"/>
              <a:t> </a:t>
            </a:r>
            <a:r>
              <a:rPr dirty="0"/>
              <a:t>deck</a:t>
            </a:r>
            <a:r>
              <a:rPr spc="120" dirty="0"/>
              <a:t> </a:t>
            </a:r>
            <a:r>
              <a:rPr dirty="0"/>
              <a:t>into</a:t>
            </a:r>
            <a:r>
              <a:rPr spc="13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dirty="0"/>
              <a:t>pieces,</a:t>
            </a:r>
            <a:r>
              <a:rPr spc="120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[1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/>
              <a:t>26]</a:t>
            </a:r>
            <a:r>
              <a:rPr spc="120" dirty="0"/>
              <a:t> </a:t>
            </a:r>
            <a:r>
              <a:rPr spc="50" dirty="0"/>
              <a:t>and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cards</a:t>
            </a:r>
            <a:r>
              <a:rPr spc="-50" dirty="0"/>
              <a:t>[27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20" dirty="0"/>
              <a:t>52], </a:t>
            </a:r>
            <a:r>
              <a:rPr spc="50" dirty="0"/>
              <a:t>then</a:t>
            </a:r>
            <a:r>
              <a:rPr spc="60" dirty="0"/>
              <a:t> </a:t>
            </a:r>
            <a:r>
              <a:rPr dirty="0"/>
              <a:t>pick</a:t>
            </a:r>
            <a:r>
              <a:rPr spc="60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[1],</a:t>
            </a:r>
            <a:r>
              <a:rPr spc="65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[27],</a:t>
            </a:r>
            <a:r>
              <a:rPr spc="60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[2],</a:t>
            </a:r>
            <a:r>
              <a:rPr spc="60" dirty="0"/>
              <a:t> </a:t>
            </a:r>
            <a:r>
              <a:rPr spc="30" dirty="0"/>
              <a:t>then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[28],</a:t>
            </a:r>
            <a:r>
              <a:rPr spc="40" dirty="0"/>
              <a:t> </a:t>
            </a:r>
            <a:r>
              <a:rPr spc="-20" dirty="0"/>
              <a:t>etc.</a:t>
            </a:r>
          </a:p>
          <a:p>
            <a:pPr marL="12700" marR="224154">
              <a:lnSpc>
                <a:spcPct val="102600"/>
              </a:lnSpc>
            </a:pPr>
            <a:r>
              <a:rPr dirty="0"/>
              <a:t>Do</a:t>
            </a:r>
            <a:r>
              <a:rPr spc="145" dirty="0"/>
              <a:t> </a:t>
            </a:r>
            <a:r>
              <a:rPr dirty="0"/>
              <a:t>this</a:t>
            </a:r>
            <a:r>
              <a:rPr spc="150" dirty="0"/>
              <a:t> </a:t>
            </a:r>
            <a:r>
              <a:rPr spc="55" dirty="0"/>
              <a:t>up</a:t>
            </a:r>
            <a:r>
              <a:rPr spc="145" dirty="0"/>
              <a:t> </a:t>
            </a:r>
            <a:r>
              <a:rPr spc="55" dirty="0"/>
              <a:t>to</a:t>
            </a:r>
            <a:r>
              <a:rPr spc="145" dirty="0"/>
              <a:t> </a:t>
            </a:r>
            <a:r>
              <a:rPr dirty="0"/>
              <a:t>15</a:t>
            </a:r>
            <a:r>
              <a:rPr spc="145" dirty="0"/>
              <a:t> </a:t>
            </a:r>
            <a:r>
              <a:rPr dirty="0"/>
              <a:t>times,</a:t>
            </a:r>
            <a:r>
              <a:rPr spc="150" dirty="0"/>
              <a:t> </a:t>
            </a:r>
            <a:r>
              <a:rPr dirty="0"/>
              <a:t>calculating</a:t>
            </a:r>
            <a:r>
              <a:rPr spc="145" dirty="0"/>
              <a:t> </a:t>
            </a:r>
            <a:r>
              <a:rPr spc="50" dirty="0"/>
              <a:t>the</a:t>
            </a:r>
            <a:r>
              <a:rPr spc="150" dirty="0"/>
              <a:t> </a:t>
            </a:r>
            <a:r>
              <a:rPr dirty="0"/>
              <a:t>value</a:t>
            </a:r>
            <a:r>
              <a:rPr spc="14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b="0" i="1" dirty="0">
                <a:latin typeface="Bookman Old Style"/>
                <a:cs typeface="Bookman Old Style"/>
              </a:rPr>
              <a:t>r</a:t>
            </a:r>
            <a:r>
              <a:rPr b="0" i="1" spc="125" dirty="0">
                <a:latin typeface="Bookman Old Style"/>
                <a:cs typeface="Bookman Old Style"/>
              </a:rPr>
              <a:t> </a:t>
            </a:r>
            <a:r>
              <a:rPr dirty="0"/>
              <a:t>for</a:t>
            </a:r>
            <a:r>
              <a:rPr spc="150" dirty="0"/>
              <a:t> </a:t>
            </a:r>
            <a:r>
              <a:rPr dirty="0"/>
              <a:t>each</a:t>
            </a:r>
            <a:r>
              <a:rPr spc="145" dirty="0"/>
              <a:t> </a:t>
            </a:r>
            <a:r>
              <a:rPr spc="-10" dirty="0"/>
              <a:t>shuffle. </a:t>
            </a:r>
            <a:r>
              <a:rPr dirty="0"/>
              <a:t>Answer</a:t>
            </a:r>
            <a:r>
              <a:rPr spc="85" dirty="0"/>
              <a:t> </a:t>
            </a:r>
            <a:r>
              <a:rPr spc="50" dirty="0"/>
              <a:t>the</a:t>
            </a:r>
            <a:r>
              <a:rPr spc="90" dirty="0"/>
              <a:t> </a:t>
            </a:r>
            <a:r>
              <a:rPr dirty="0"/>
              <a:t>following</a:t>
            </a:r>
            <a:r>
              <a:rPr spc="85" dirty="0"/>
              <a:t> </a:t>
            </a:r>
            <a:r>
              <a:rPr spc="-10" dirty="0"/>
              <a:t>questions: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720453"/>
            <a:ext cx="110658" cy="110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0812" y="170529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63306"/>
            <a:ext cx="399859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 </a:t>
            </a:r>
            <a:r>
              <a:rPr sz="1100" spc="75" dirty="0">
                <a:latin typeface="Times New Roman"/>
                <a:cs typeface="Times New Roman"/>
              </a:rPr>
              <a:t>(That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value?)</a:t>
            </a:r>
            <a:endParaRPr sz="1100">
              <a:latin typeface="Times New Roman"/>
              <a:cs typeface="Times New Roman"/>
            </a:endParaRPr>
          </a:p>
          <a:p>
            <a:pPr marL="12700" marR="30543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order?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many </a:t>
            </a:r>
            <a:r>
              <a:rPr sz="1100" spc="-10" dirty="0">
                <a:latin typeface="Times New Roman"/>
                <a:cs typeface="Times New Roman"/>
              </a:rPr>
              <a:t>shuffles?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381" y="2102558"/>
            <a:ext cx="110658" cy="1106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0812" y="208741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3825">
              <a:lnSpc>
                <a:spcPct val="100000"/>
              </a:lnSpc>
              <a:spcBef>
                <a:spcPts val="135"/>
              </a:spcBef>
            </a:pPr>
            <a:r>
              <a:rPr dirty="0"/>
              <a:t>First</a:t>
            </a:r>
            <a:r>
              <a:rPr spc="260" dirty="0"/>
              <a:t> </a:t>
            </a:r>
            <a:r>
              <a:rPr spc="-25" dirty="0"/>
              <a:t>Run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Given</a:t>
            </a:r>
            <a:r>
              <a:rPr spc="145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deck</a:t>
            </a:r>
            <a:r>
              <a:rPr spc="14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cards</a:t>
            </a:r>
            <a:r>
              <a:rPr spc="145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[]</a:t>
            </a:r>
            <a:r>
              <a:rPr spc="150" dirty="0"/>
              <a:t> </a:t>
            </a:r>
            <a:r>
              <a:rPr dirty="0"/>
              <a:t>with</a:t>
            </a:r>
            <a:r>
              <a:rPr spc="145" dirty="0"/>
              <a:t> </a:t>
            </a:r>
            <a:r>
              <a:rPr dirty="0"/>
              <a:t>52</a:t>
            </a:r>
            <a:r>
              <a:rPr spc="150" dirty="0"/>
              <a:t> </a:t>
            </a:r>
            <a:r>
              <a:rPr dirty="0"/>
              <a:t>entries,</a:t>
            </a:r>
            <a:r>
              <a:rPr spc="150" dirty="0"/>
              <a:t> </a:t>
            </a:r>
            <a:r>
              <a:rPr dirty="0"/>
              <a:t>produce</a:t>
            </a:r>
            <a:r>
              <a:rPr spc="150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new</a:t>
            </a:r>
            <a:r>
              <a:rPr spc="145" dirty="0"/>
              <a:t> </a:t>
            </a:r>
            <a:r>
              <a:rPr dirty="0"/>
              <a:t>deck</a:t>
            </a:r>
            <a:r>
              <a:rPr spc="155" dirty="0"/>
              <a:t> </a:t>
            </a:r>
            <a:r>
              <a:rPr spc="-25" dirty="0"/>
              <a:t>by </a:t>
            </a:r>
            <a:r>
              <a:rPr dirty="0"/>
              <a:t>dividing</a:t>
            </a:r>
            <a:r>
              <a:rPr spc="120" dirty="0"/>
              <a:t> </a:t>
            </a:r>
            <a:r>
              <a:rPr spc="50" dirty="0"/>
              <a:t>the</a:t>
            </a:r>
            <a:r>
              <a:rPr spc="120" dirty="0"/>
              <a:t> </a:t>
            </a:r>
            <a:r>
              <a:rPr dirty="0"/>
              <a:t>deck</a:t>
            </a:r>
            <a:r>
              <a:rPr spc="120" dirty="0"/>
              <a:t> </a:t>
            </a:r>
            <a:r>
              <a:rPr dirty="0"/>
              <a:t>into</a:t>
            </a:r>
            <a:r>
              <a:rPr spc="13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dirty="0"/>
              <a:t>pieces,</a:t>
            </a:r>
            <a:r>
              <a:rPr spc="120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[1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/>
              <a:t>26]</a:t>
            </a:r>
            <a:r>
              <a:rPr spc="120" dirty="0"/>
              <a:t> </a:t>
            </a:r>
            <a:r>
              <a:rPr spc="50" dirty="0"/>
              <a:t>and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cards</a:t>
            </a:r>
            <a:r>
              <a:rPr spc="-50" dirty="0"/>
              <a:t>[27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20" dirty="0"/>
              <a:t>52], </a:t>
            </a:r>
            <a:r>
              <a:rPr spc="50" dirty="0"/>
              <a:t>then</a:t>
            </a:r>
            <a:r>
              <a:rPr spc="60" dirty="0"/>
              <a:t> </a:t>
            </a:r>
            <a:r>
              <a:rPr dirty="0"/>
              <a:t>pick</a:t>
            </a:r>
            <a:r>
              <a:rPr spc="60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[1],</a:t>
            </a:r>
            <a:r>
              <a:rPr spc="65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[27],</a:t>
            </a:r>
            <a:r>
              <a:rPr spc="60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[2],</a:t>
            </a:r>
            <a:r>
              <a:rPr spc="60" dirty="0"/>
              <a:t> </a:t>
            </a:r>
            <a:r>
              <a:rPr spc="30" dirty="0"/>
              <a:t>then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[28],</a:t>
            </a:r>
            <a:r>
              <a:rPr spc="40" dirty="0"/>
              <a:t> </a:t>
            </a:r>
            <a:r>
              <a:rPr spc="-20" dirty="0"/>
              <a:t>etc.</a:t>
            </a:r>
          </a:p>
          <a:p>
            <a:pPr marL="12700" marR="224154">
              <a:lnSpc>
                <a:spcPct val="102600"/>
              </a:lnSpc>
            </a:pPr>
            <a:r>
              <a:rPr dirty="0"/>
              <a:t>Do</a:t>
            </a:r>
            <a:r>
              <a:rPr spc="145" dirty="0"/>
              <a:t> </a:t>
            </a:r>
            <a:r>
              <a:rPr dirty="0"/>
              <a:t>this</a:t>
            </a:r>
            <a:r>
              <a:rPr spc="150" dirty="0"/>
              <a:t> </a:t>
            </a:r>
            <a:r>
              <a:rPr spc="55" dirty="0"/>
              <a:t>up</a:t>
            </a:r>
            <a:r>
              <a:rPr spc="145" dirty="0"/>
              <a:t> </a:t>
            </a:r>
            <a:r>
              <a:rPr spc="55" dirty="0"/>
              <a:t>to</a:t>
            </a:r>
            <a:r>
              <a:rPr spc="145" dirty="0"/>
              <a:t> </a:t>
            </a:r>
            <a:r>
              <a:rPr dirty="0"/>
              <a:t>15</a:t>
            </a:r>
            <a:r>
              <a:rPr spc="145" dirty="0"/>
              <a:t> </a:t>
            </a:r>
            <a:r>
              <a:rPr dirty="0"/>
              <a:t>times,</a:t>
            </a:r>
            <a:r>
              <a:rPr spc="150" dirty="0"/>
              <a:t> </a:t>
            </a:r>
            <a:r>
              <a:rPr dirty="0"/>
              <a:t>calculating</a:t>
            </a:r>
            <a:r>
              <a:rPr spc="145" dirty="0"/>
              <a:t> </a:t>
            </a:r>
            <a:r>
              <a:rPr spc="50" dirty="0"/>
              <a:t>the</a:t>
            </a:r>
            <a:r>
              <a:rPr spc="150" dirty="0"/>
              <a:t> </a:t>
            </a:r>
            <a:r>
              <a:rPr dirty="0"/>
              <a:t>value</a:t>
            </a:r>
            <a:r>
              <a:rPr spc="14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b="0" i="1" dirty="0">
                <a:latin typeface="Bookman Old Style"/>
                <a:cs typeface="Bookman Old Style"/>
              </a:rPr>
              <a:t>r</a:t>
            </a:r>
            <a:r>
              <a:rPr b="0" i="1" spc="125" dirty="0">
                <a:latin typeface="Bookman Old Style"/>
                <a:cs typeface="Bookman Old Style"/>
              </a:rPr>
              <a:t> </a:t>
            </a:r>
            <a:r>
              <a:rPr dirty="0"/>
              <a:t>for</a:t>
            </a:r>
            <a:r>
              <a:rPr spc="150" dirty="0"/>
              <a:t> </a:t>
            </a:r>
            <a:r>
              <a:rPr dirty="0"/>
              <a:t>each</a:t>
            </a:r>
            <a:r>
              <a:rPr spc="145" dirty="0"/>
              <a:t> </a:t>
            </a:r>
            <a:r>
              <a:rPr spc="-10" dirty="0"/>
              <a:t>shuffle. </a:t>
            </a:r>
            <a:r>
              <a:rPr dirty="0"/>
              <a:t>Answer</a:t>
            </a:r>
            <a:r>
              <a:rPr spc="85" dirty="0"/>
              <a:t> </a:t>
            </a:r>
            <a:r>
              <a:rPr spc="50" dirty="0"/>
              <a:t>the</a:t>
            </a:r>
            <a:r>
              <a:rPr spc="90" dirty="0"/>
              <a:t> </a:t>
            </a:r>
            <a:r>
              <a:rPr dirty="0"/>
              <a:t>following</a:t>
            </a:r>
            <a:r>
              <a:rPr spc="85" dirty="0"/>
              <a:t> </a:t>
            </a:r>
            <a:r>
              <a:rPr spc="-10" dirty="0"/>
              <a:t>questions: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720453"/>
            <a:ext cx="110658" cy="110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0812" y="170529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63306"/>
            <a:ext cx="3998595" cy="9563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 </a:t>
            </a:r>
            <a:r>
              <a:rPr sz="1100" spc="75" dirty="0">
                <a:latin typeface="Times New Roman"/>
                <a:cs typeface="Times New Roman"/>
              </a:rPr>
              <a:t>(That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value?)</a:t>
            </a:r>
            <a:endParaRPr sz="1100">
              <a:latin typeface="Times New Roman"/>
              <a:cs typeface="Times New Roman"/>
            </a:endParaRPr>
          </a:p>
          <a:p>
            <a:pPr marL="12700" marR="30543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order?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many </a:t>
            </a:r>
            <a:r>
              <a:rPr sz="1100" spc="-10" dirty="0">
                <a:latin typeface="Times New Roman"/>
                <a:cs typeface="Times New Roman"/>
              </a:rPr>
              <a:t>shuffles?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total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15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enough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381" y="2102558"/>
            <a:ext cx="110658" cy="1106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0812" y="208741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381" y="2484662"/>
            <a:ext cx="110658" cy="1106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0812" y="2469515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3825">
              <a:lnSpc>
                <a:spcPct val="100000"/>
              </a:lnSpc>
              <a:spcBef>
                <a:spcPts val="135"/>
              </a:spcBef>
            </a:pPr>
            <a:r>
              <a:rPr dirty="0"/>
              <a:t>First</a:t>
            </a:r>
            <a:r>
              <a:rPr spc="260" dirty="0"/>
              <a:t> </a:t>
            </a:r>
            <a:r>
              <a:rPr spc="-25" dirty="0"/>
              <a:t>Run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Given</a:t>
            </a:r>
            <a:r>
              <a:rPr spc="145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deck</a:t>
            </a:r>
            <a:r>
              <a:rPr spc="145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cards</a:t>
            </a:r>
            <a:r>
              <a:rPr spc="145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[]</a:t>
            </a:r>
            <a:r>
              <a:rPr spc="150" dirty="0"/>
              <a:t> </a:t>
            </a:r>
            <a:r>
              <a:rPr dirty="0"/>
              <a:t>with</a:t>
            </a:r>
            <a:r>
              <a:rPr spc="145" dirty="0"/>
              <a:t> </a:t>
            </a:r>
            <a:r>
              <a:rPr dirty="0"/>
              <a:t>52</a:t>
            </a:r>
            <a:r>
              <a:rPr spc="150" dirty="0"/>
              <a:t> </a:t>
            </a:r>
            <a:r>
              <a:rPr dirty="0"/>
              <a:t>entries,</a:t>
            </a:r>
            <a:r>
              <a:rPr spc="150" dirty="0"/>
              <a:t> </a:t>
            </a:r>
            <a:r>
              <a:rPr dirty="0"/>
              <a:t>produce</a:t>
            </a:r>
            <a:r>
              <a:rPr spc="150" dirty="0"/>
              <a:t> </a:t>
            </a:r>
            <a:r>
              <a:rPr spc="50" dirty="0"/>
              <a:t>a</a:t>
            </a:r>
            <a:r>
              <a:rPr spc="150" dirty="0"/>
              <a:t> </a:t>
            </a:r>
            <a:r>
              <a:rPr dirty="0"/>
              <a:t>new</a:t>
            </a:r>
            <a:r>
              <a:rPr spc="145" dirty="0"/>
              <a:t> </a:t>
            </a:r>
            <a:r>
              <a:rPr dirty="0"/>
              <a:t>deck</a:t>
            </a:r>
            <a:r>
              <a:rPr spc="155" dirty="0"/>
              <a:t> </a:t>
            </a:r>
            <a:r>
              <a:rPr spc="-25" dirty="0"/>
              <a:t>by </a:t>
            </a:r>
            <a:r>
              <a:rPr dirty="0"/>
              <a:t>dividing</a:t>
            </a:r>
            <a:r>
              <a:rPr spc="120" dirty="0"/>
              <a:t> </a:t>
            </a:r>
            <a:r>
              <a:rPr spc="50" dirty="0"/>
              <a:t>the</a:t>
            </a:r>
            <a:r>
              <a:rPr spc="120" dirty="0"/>
              <a:t> </a:t>
            </a:r>
            <a:r>
              <a:rPr dirty="0"/>
              <a:t>deck</a:t>
            </a:r>
            <a:r>
              <a:rPr spc="120" dirty="0"/>
              <a:t> </a:t>
            </a:r>
            <a:r>
              <a:rPr dirty="0"/>
              <a:t>into</a:t>
            </a:r>
            <a:r>
              <a:rPr spc="13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dirty="0"/>
              <a:t>pieces,</a:t>
            </a:r>
            <a:r>
              <a:rPr spc="120" dirty="0"/>
              <a:t> </a:t>
            </a:r>
            <a:r>
              <a:rPr b="0" i="1" spc="-55" dirty="0">
                <a:latin typeface="Bookman Old Style"/>
                <a:cs typeface="Bookman Old Style"/>
              </a:rPr>
              <a:t>cards</a:t>
            </a:r>
            <a:r>
              <a:rPr spc="-55" dirty="0"/>
              <a:t>[1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dirty="0"/>
              <a:t>26]</a:t>
            </a:r>
            <a:r>
              <a:rPr spc="120" dirty="0"/>
              <a:t> </a:t>
            </a:r>
            <a:r>
              <a:rPr spc="50" dirty="0"/>
              <a:t>and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cards</a:t>
            </a:r>
            <a:r>
              <a:rPr spc="-50" dirty="0"/>
              <a:t>[27</a:t>
            </a:r>
            <a:r>
              <a:rPr spc="-10" dirty="0"/>
              <a:t> </a:t>
            </a:r>
            <a:r>
              <a:rPr spc="-35" dirty="0">
                <a:latin typeface="Lucida Sans Unicode"/>
                <a:cs typeface="Lucida Sans Unicode"/>
              </a:rPr>
              <a:t>−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spc="-20" dirty="0"/>
              <a:t>52], </a:t>
            </a:r>
            <a:r>
              <a:rPr spc="50" dirty="0"/>
              <a:t>then</a:t>
            </a:r>
            <a:r>
              <a:rPr spc="60" dirty="0"/>
              <a:t> </a:t>
            </a:r>
            <a:r>
              <a:rPr dirty="0"/>
              <a:t>pick</a:t>
            </a:r>
            <a:r>
              <a:rPr spc="60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[1],</a:t>
            </a:r>
            <a:r>
              <a:rPr spc="65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[27],</a:t>
            </a:r>
            <a:r>
              <a:rPr spc="60" dirty="0"/>
              <a:t> </a:t>
            </a:r>
            <a:r>
              <a:rPr dirty="0"/>
              <a:t>followed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[2],</a:t>
            </a:r>
            <a:r>
              <a:rPr spc="60" dirty="0"/>
              <a:t> </a:t>
            </a:r>
            <a:r>
              <a:rPr spc="30" dirty="0"/>
              <a:t>then </a:t>
            </a:r>
            <a:r>
              <a:rPr b="0" i="1" spc="-35" dirty="0">
                <a:latin typeface="Bookman Old Style"/>
                <a:cs typeface="Bookman Old Style"/>
              </a:rPr>
              <a:t>card</a:t>
            </a:r>
            <a:r>
              <a:rPr spc="-35" dirty="0"/>
              <a:t>[28],</a:t>
            </a:r>
            <a:r>
              <a:rPr spc="40" dirty="0"/>
              <a:t> </a:t>
            </a:r>
            <a:r>
              <a:rPr spc="-20" dirty="0"/>
              <a:t>etc.</a:t>
            </a:r>
          </a:p>
          <a:p>
            <a:pPr marL="12700" marR="224154">
              <a:lnSpc>
                <a:spcPct val="102600"/>
              </a:lnSpc>
            </a:pPr>
            <a:r>
              <a:rPr dirty="0"/>
              <a:t>Do</a:t>
            </a:r>
            <a:r>
              <a:rPr spc="145" dirty="0"/>
              <a:t> </a:t>
            </a:r>
            <a:r>
              <a:rPr dirty="0"/>
              <a:t>this</a:t>
            </a:r>
            <a:r>
              <a:rPr spc="150" dirty="0"/>
              <a:t> </a:t>
            </a:r>
            <a:r>
              <a:rPr spc="55" dirty="0"/>
              <a:t>up</a:t>
            </a:r>
            <a:r>
              <a:rPr spc="145" dirty="0"/>
              <a:t> </a:t>
            </a:r>
            <a:r>
              <a:rPr spc="55" dirty="0"/>
              <a:t>to</a:t>
            </a:r>
            <a:r>
              <a:rPr spc="145" dirty="0"/>
              <a:t> </a:t>
            </a:r>
            <a:r>
              <a:rPr dirty="0"/>
              <a:t>15</a:t>
            </a:r>
            <a:r>
              <a:rPr spc="145" dirty="0"/>
              <a:t> </a:t>
            </a:r>
            <a:r>
              <a:rPr dirty="0"/>
              <a:t>times,</a:t>
            </a:r>
            <a:r>
              <a:rPr spc="150" dirty="0"/>
              <a:t> </a:t>
            </a:r>
            <a:r>
              <a:rPr dirty="0"/>
              <a:t>calculating</a:t>
            </a:r>
            <a:r>
              <a:rPr spc="145" dirty="0"/>
              <a:t> </a:t>
            </a:r>
            <a:r>
              <a:rPr spc="50" dirty="0"/>
              <a:t>the</a:t>
            </a:r>
            <a:r>
              <a:rPr spc="150" dirty="0"/>
              <a:t> </a:t>
            </a:r>
            <a:r>
              <a:rPr dirty="0"/>
              <a:t>value</a:t>
            </a:r>
            <a:r>
              <a:rPr spc="145" dirty="0"/>
              <a:t> </a:t>
            </a:r>
            <a:r>
              <a:rPr dirty="0"/>
              <a:t>of</a:t>
            </a:r>
            <a:r>
              <a:rPr spc="145" dirty="0"/>
              <a:t> </a:t>
            </a:r>
            <a:r>
              <a:rPr b="0" i="1" dirty="0">
                <a:latin typeface="Bookman Old Style"/>
                <a:cs typeface="Bookman Old Style"/>
              </a:rPr>
              <a:t>r</a:t>
            </a:r>
            <a:r>
              <a:rPr b="0" i="1" spc="125" dirty="0">
                <a:latin typeface="Bookman Old Style"/>
                <a:cs typeface="Bookman Old Style"/>
              </a:rPr>
              <a:t> </a:t>
            </a:r>
            <a:r>
              <a:rPr dirty="0"/>
              <a:t>for</a:t>
            </a:r>
            <a:r>
              <a:rPr spc="150" dirty="0"/>
              <a:t> </a:t>
            </a:r>
            <a:r>
              <a:rPr dirty="0"/>
              <a:t>each</a:t>
            </a:r>
            <a:r>
              <a:rPr spc="145" dirty="0"/>
              <a:t> </a:t>
            </a:r>
            <a:r>
              <a:rPr spc="-10" dirty="0"/>
              <a:t>shuffle. </a:t>
            </a:r>
            <a:r>
              <a:rPr dirty="0"/>
              <a:t>Answer</a:t>
            </a:r>
            <a:r>
              <a:rPr spc="85" dirty="0"/>
              <a:t> </a:t>
            </a:r>
            <a:r>
              <a:rPr spc="50" dirty="0"/>
              <a:t>the</a:t>
            </a:r>
            <a:r>
              <a:rPr spc="90" dirty="0"/>
              <a:t> </a:t>
            </a:r>
            <a:r>
              <a:rPr dirty="0"/>
              <a:t>following</a:t>
            </a:r>
            <a:r>
              <a:rPr spc="85" dirty="0"/>
              <a:t> </a:t>
            </a:r>
            <a:r>
              <a:rPr spc="-10" dirty="0"/>
              <a:t>questions: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720453"/>
            <a:ext cx="110658" cy="110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0812" y="170529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63306"/>
            <a:ext cx="3998595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 </a:t>
            </a:r>
            <a:r>
              <a:rPr sz="1100" spc="75" dirty="0">
                <a:latin typeface="Times New Roman"/>
                <a:cs typeface="Times New Roman"/>
              </a:rPr>
              <a:t>(That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at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value?)</a:t>
            </a:r>
            <a:endParaRPr sz="1100">
              <a:latin typeface="Times New Roman"/>
              <a:cs typeface="Times New Roman"/>
            </a:endParaRPr>
          </a:p>
          <a:p>
            <a:pPr marL="12700" marR="30543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order?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many </a:t>
            </a:r>
            <a:r>
              <a:rPr sz="1100" spc="-10" dirty="0">
                <a:latin typeface="Times New Roman"/>
                <a:cs typeface="Times New Roman"/>
              </a:rPr>
              <a:t>shuffles?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total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15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enough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order?</a:t>
            </a:r>
            <a:endParaRPr sz="1100">
              <a:latin typeface="Times New Roman"/>
              <a:cs typeface="Times New Roman"/>
            </a:endParaRPr>
          </a:p>
          <a:p>
            <a:pPr marL="12700" marR="10223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it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appear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return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original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relatively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shuffles?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381" y="2102558"/>
            <a:ext cx="110658" cy="1106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0812" y="208741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381" y="2484662"/>
            <a:ext cx="110658" cy="1106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0812" y="2469515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381" y="2694695"/>
            <a:ext cx="110658" cy="11065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0812" y="2679547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4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0873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Second</a:t>
            </a:r>
            <a:r>
              <a:rPr spc="-25" dirty="0"/>
              <a:t> Run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30236"/>
            <a:ext cx="4277360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First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always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last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will </a:t>
            </a:r>
            <a:r>
              <a:rPr sz="1100" dirty="0">
                <a:latin typeface="Times New Roman"/>
                <a:cs typeface="Times New Roman"/>
              </a:rPr>
              <a:t>always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shuffling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next </a:t>
            </a:r>
            <a:r>
              <a:rPr sz="1100" dirty="0">
                <a:latin typeface="Times New Roman"/>
                <a:cs typeface="Times New Roman"/>
              </a:rPr>
              <a:t>deck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card</a:t>
            </a:r>
            <a:r>
              <a:rPr sz="1100" spc="-35" dirty="0">
                <a:latin typeface="Times New Roman"/>
                <a:cs typeface="Times New Roman"/>
              </a:rPr>
              <a:t>[27],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card</a:t>
            </a:r>
            <a:r>
              <a:rPr sz="1100" spc="-35" dirty="0">
                <a:latin typeface="Times New Roman"/>
                <a:cs typeface="Times New Roman"/>
              </a:rPr>
              <a:t>[1],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etc.,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last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two </a:t>
            </a:r>
            <a:r>
              <a:rPr sz="1100" dirty="0">
                <a:latin typeface="Times New Roman"/>
                <a:cs typeface="Times New Roman"/>
              </a:rPr>
              <a:t>cards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card</a:t>
            </a:r>
            <a:r>
              <a:rPr sz="1100" spc="-40" dirty="0">
                <a:latin typeface="Times New Roman"/>
                <a:cs typeface="Times New Roman"/>
              </a:rPr>
              <a:t>[52]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spc="-30" dirty="0">
                <a:latin typeface="Bookman Old Style"/>
                <a:cs typeface="Bookman Old Style"/>
              </a:rPr>
              <a:t>card</a:t>
            </a:r>
            <a:r>
              <a:rPr sz="1100" spc="-30" dirty="0">
                <a:latin typeface="Times New Roman"/>
                <a:cs typeface="Times New Roman"/>
              </a:rPr>
              <a:t>[26].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Answer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questions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First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Run.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21/27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3808" y="62407"/>
            <a:ext cx="8610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Third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Run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1494777"/>
            <a:ext cx="37941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Repeat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First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000000"/>
                </a:solidFill>
                <a:latin typeface="Times New Roman"/>
                <a:cs typeface="Times New Roman"/>
              </a:rPr>
              <a:t>Run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deck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cards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10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104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imes New Roman"/>
                <a:cs typeface="Times New Roman"/>
              </a:rPr>
              <a:t>members.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22/27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2940" y="62407"/>
            <a:ext cx="942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Fourth</a:t>
            </a:r>
            <a:r>
              <a:rPr sz="1400" spc="2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Run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1598028"/>
            <a:ext cx="39255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Repeat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Second</a:t>
            </a:r>
            <a:r>
              <a:rPr sz="1100" spc="1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5" dirty="0">
                <a:solidFill>
                  <a:srgbClr val="000000"/>
                </a:solidFill>
                <a:latin typeface="Times New Roman"/>
                <a:cs typeface="Times New Roman"/>
              </a:rPr>
              <a:t>Run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5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deck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cards</a:t>
            </a:r>
            <a:r>
              <a:rPr sz="1100" spc="1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00"/>
                </a:solidFill>
                <a:latin typeface="Times New Roman"/>
                <a:cs typeface="Times New Roman"/>
              </a:rPr>
              <a:t>104</a:t>
            </a:r>
            <a:r>
              <a:rPr sz="110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Times New Roman"/>
                <a:cs typeface="Times New Roman"/>
              </a:rPr>
              <a:t>members.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23/27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Programming</a:t>
            </a:r>
            <a:r>
              <a:rPr spc="35" dirty="0"/>
              <a:t> </a:t>
            </a:r>
            <a:r>
              <a:rPr dirty="0"/>
              <a:t>Style</a:t>
            </a:r>
            <a:r>
              <a:rPr spc="35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10" dirty="0"/>
              <a:t>Computation</a:t>
            </a:r>
            <a:r>
              <a:rPr spc="3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i="1" spc="-50" dirty="0">
                <a:latin typeface="Verdana"/>
                <a:cs typeface="Verdana"/>
              </a:rPr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6627"/>
            <a:ext cx="41402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above,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writing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run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can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178699"/>
            <a:ext cx="1162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substitute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1378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6072" y="1177878"/>
            <a:ext cx="55499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lang="en-US" sz="1100" b="0" i="1" spc="3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6388" y="1177878"/>
            <a:ext cx="16656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will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350784"/>
            <a:ext cx="3431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recalculate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hand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104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cards.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702854"/>
            <a:ext cx="4288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sumi</a:t>
            </a:r>
            <a:r>
              <a:rPr sz="1100" b="0" i="1" spc="204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-85" dirty="0">
                <a:latin typeface="Bookman Old Style"/>
                <a:cs typeface="Bookman Old Style"/>
              </a:rPr>
              <a:t>sumi</a:t>
            </a:r>
            <a:r>
              <a:rPr sz="1100" b="0" i="1" spc="-21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=1378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874926"/>
            <a:ext cx="10934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sumi</a:t>
            </a:r>
            <a:r>
              <a:rPr sz="1100" b="0" i="1" spc="114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3286" y="1887720"/>
            <a:ext cx="55499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24/27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5" name="Picture 24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BC9A4DB2-2075-87B9-0809-03F90D5F4C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003" y="1201006"/>
            <a:ext cx="374796" cy="149533"/>
          </a:xfrm>
          <a:prstGeom prst="rect">
            <a:avLst/>
          </a:prstGeom>
        </p:spPr>
      </p:pic>
      <p:pic>
        <p:nvPicPr>
          <p:cNvPr id="28" name="Picture 27" descr="IguanaTex Bitmap Display&#10;&#10;\documentclass{article}&#10;\usepackage{amsmath}&#10;\pagestyle{empty}&#10;\begin{document}&#10;&#10;$\sum_{i=1}^n y_i$&#10;&#10;&#10;\end{document}">
            <a:extLst>
              <a:ext uri="{FF2B5EF4-FFF2-40B4-BE49-F238E27FC236}">
                <a16:creationId xmlns:a16="http://schemas.microsoft.com/office/drawing/2014/main" id="{1ABB3A78-47BE-B15D-D991-8EC6763D87F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49" y="1194792"/>
            <a:ext cx="434127" cy="163905"/>
          </a:xfrm>
          <a:prstGeom prst="rect">
            <a:avLst/>
          </a:prstGeom>
        </p:spPr>
      </p:pic>
      <p:pic>
        <p:nvPicPr>
          <p:cNvPr id="29" name="Picture 28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D9B844D5-B2DF-613B-6E6B-9F712F7AAFC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671" y="1913710"/>
            <a:ext cx="374796" cy="149533"/>
          </a:xfrm>
          <a:prstGeom prst="rect">
            <a:avLst/>
          </a:prstGeom>
        </p:spPr>
      </p:pic>
      <p:pic>
        <p:nvPicPr>
          <p:cNvPr id="30" name="Picture 29" descr="IguanaTex Bitmap Display&#10;&#10;\documentclass{article}&#10;\usepackage{amsmath}&#10;\pagestyle{empty}&#10;\begin{document}&#10;&#10;$\sum_{i=1}^n y_i$&#10;&#10;&#10;\end{document}">
            <a:extLst>
              <a:ext uri="{FF2B5EF4-FFF2-40B4-BE49-F238E27FC236}">
                <a16:creationId xmlns:a16="http://schemas.microsoft.com/office/drawing/2014/main" id="{9F1AF802-B431-9B35-D34E-BA335829B33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239" y="1919176"/>
            <a:ext cx="434127" cy="16390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Programming</a:t>
            </a:r>
            <a:r>
              <a:rPr spc="35" dirty="0"/>
              <a:t> </a:t>
            </a:r>
            <a:r>
              <a:rPr dirty="0"/>
              <a:t>Style</a:t>
            </a:r>
            <a:r>
              <a:rPr spc="35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10" dirty="0"/>
              <a:t>Computation</a:t>
            </a:r>
            <a:r>
              <a:rPr spc="3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i="1" spc="-50" dirty="0">
                <a:latin typeface="Verdana"/>
                <a:cs typeface="Verdana"/>
              </a:rPr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6627"/>
            <a:ext cx="41402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above,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writing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run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can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178699"/>
            <a:ext cx="11626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substitute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1378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6072" y="1177878"/>
            <a:ext cx="55499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lang="en-US" sz="1100" b="0" i="1" spc="3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6388" y="1177878"/>
            <a:ext cx="16656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will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350784"/>
            <a:ext cx="3431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recalculate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hand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104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cards.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702854"/>
            <a:ext cx="4288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sumi</a:t>
            </a:r>
            <a:r>
              <a:rPr sz="1100" b="0" i="1" spc="204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b="0" i="1" spc="-85" dirty="0">
                <a:latin typeface="Bookman Old Style"/>
                <a:cs typeface="Bookman Old Style"/>
              </a:rPr>
              <a:t>sumi</a:t>
            </a:r>
            <a:r>
              <a:rPr sz="1100" b="0" i="1" spc="-21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=1378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874926"/>
            <a:ext cx="10934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sumi</a:t>
            </a:r>
            <a:r>
              <a:rPr sz="1100" b="0" i="1" spc="114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3286" y="1887720"/>
            <a:ext cx="55499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24/27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5" name="Picture 24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BC9A4DB2-2075-87B9-0809-03F90D5F4C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003" y="1201006"/>
            <a:ext cx="374796" cy="149533"/>
          </a:xfrm>
          <a:prstGeom prst="rect">
            <a:avLst/>
          </a:prstGeom>
        </p:spPr>
      </p:pic>
      <p:pic>
        <p:nvPicPr>
          <p:cNvPr id="28" name="Picture 27" descr="IguanaTex Bitmap Display&#10;&#10;\documentclass{article}&#10;\usepackage{amsmath}&#10;\pagestyle{empty}&#10;\begin{document}&#10;&#10;$\sum_{i=1}^n y_i$&#10;&#10;&#10;\end{document}">
            <a:extLst>
              <a:ext uri="{FF2B5EF4-FFF2-40B4-BE49-F238E27FC236}">
                <a16:creationId xmlns:a16="http://schemas.microsoft.com/office/drawing/2014/main" id="{1ABB3A78-47BE-B15D-D991-8EC6763D87F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49" y="1194792"/>
            <a:ext cx="434127" cy="163905"/>
          </a:xfrm>
          <a:prstGeom prst="rect">
            <a:avLst/>
          </a:prstGeom>
        </p:spPr>
      </p:pic>
      <p:pic>
        <p:nvPicPr>
          <p:cNvPr id="29" name="Picture 28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D9B844D5-B2DF-613B-6E6B-9F712F7AAFC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671" y="1913710"/>
            <a:ext cx="374796" cy="149533"/>
          </a:xfrm>
          <a:prstGeom prst="rect">
            <a:avLst/>
          </a:prstGeom>
        </p:spPr>
      </p:pic>
      <p:pic>
        <p:nvPicPr>
          <p:cNvPr id="30" name="Picture 29" descr="IguanaTex Bitmap Display&#10;&#10;\documentclass{article}&#10;\usepackage{amsmath}&#10;\pagestyle{empty}&#10;\begin{document}&#10;&#10;$\sum_{i=1}^n y_i$&#10;&#10;&#10;\end{document}">
            <a:extLst>
              <a:ext uri="{FF2B5EF4-FFF2-40B4-BE49-F238E27FC236}">
                <a16:creationId xmlns:a16="http://schemas.microsoft.com/office/drawing/2014/main" id="{9F1AF802-B431-9B35-D34E-BA335829B33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239" y="1919176"/>
            <a:ext cx="434127" cy="163905"/>
          </a:xfrm>
          <a:prstGeom prst="rect">
            <a:avLst/>
          </a:prstGeom>
        </p:spPr>
      </p:pic>
      <p:sp>
        <p:nvSpPr>
          <p:cNvPr id="5" name="object 18">
            <a:extLst>
              <a:ext uri="{FF2B5EF4-FFF2-40B4-BE49-F238E27FC236}">
                <a16:creationId xmlns:a16="http://schemas.microsoft.com/office/drawing/2014/main" id="{BFD070A3-045F-61EC-04EF-16AB9FDFD652}"/>
              </a:ext>
            </a:extLst>
          </p:cNvPr>
          <p:cNvSpPr txBox="1"/>
          <p:nvPr/>
        </p:nvSpPr>
        <p:spPr>
          <a:xfrm>
            <a:off x="125844" y="2227008"/>
            <a:ext cx="1664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Similarly,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sumisq</a:t>
            </a:r>
            <a:r>
              <a:rPr sz="1100" spc="-65" dirty="0">
                <a:latin typeface="Times New Roman"/>
                <a:cs typeface="Times New Roman"/>
              </a:rPr>
              <a:t>.</a:t>
            </a:r>
            <a:endParaRPr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2864574"/>
      </p:ext>
    </p:extLst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2440" y="62407"/>
            <a:ext cx="15233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spc="-20" dirty="0"/>
              <a:t> </a:t>
            </a:r>
            <a:r>
              <a:rPr dirty="0"/>
              <a:t>Good</a:t>
            </a:r>
            <a:r>
              <a:rPr spc="-15" dirty="0"/>
              <a:t> </a:t>
            </a:r>
            <a:r>
              <a:rPr spc="-25" dirty="0"/>
              <a:t>Advice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26732"/>
            <a:ext cx="4226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Close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300480"/>
            <a:ext cx="3977004" cy="437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67205">
              <a:lnSpc>
                <a:spcPts val="844"/>
              </a:lnSpc>
              <a:spcBef>
                <a:spcPts val="95"/>
              </a:spcBef>
              <a:tabLst>
                <a:tab pos="2936240" algn="l"/>
              </a:tabLst>
            </a:pPr>
            <a:r>
              <a:rPr sz="800" dirty="0">
                <a:latin typeface="Century"/>
                <a:cs typeface="Century"/>
              </a:rPr>
              <a:t>	</a:t>
            </a:r>
          </a:p>
          <a:p>
            <a:pPr marL="12700">
              <a:lnSpc>
                <a:spcPts val="1205"/>
              </a:lnSpc>
            </a:pPr>
            <a:r>
              <a:rPr sz="1100" spc="60" dirty="0">
                <a:latin typeface="Times New Roman"/>
                <a:cs typeface="Times New Roman"/>
              </a:rPr>
              <a:t>Python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course).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sqsum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sumi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spc="-335" dirty="0">
                <a:latin typeface="Lucida Sans Unicode"/>
                <a:cs typeface="Lucida Sans Unicode"/>
              </a:rPr>
              <a:t>∗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sumi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This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reduces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computation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95" dirty="0">
                <a:latin typeface="Bookman Old Style"/>
                <a:cs typeface="Bookman Old Style"/>
              </a:rPr>
              <a:t> </a:t>
            </a:r>
            <a:r>
              <a:rPr sz="1100" spc="30" dirty="0">
                <a:latin typeface="Times New Roman"/>
                <a:cs typeface="Times New Roman"/>
              </a:rPr>
              <a:t>to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94" y="1117555"/>
            <a:ext cx="42549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77389" algn="l"/>
                <a:tab pos="3146425" algn="l"/>
              </a:tabLst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70" dirty="0">
                <a:latin typeface="Times New Roman"/>
                <a:cs typeface="Times New Roman"/>
              </a:rPr>
              <a:t>that,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sumi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lang="en-US" sz="1100" i="1" spc="60" dirty="0">
                <a:latin typeface="Bookman Old Style"/>
                <a:cs typeface="Times New Roman"/>
              </a:rPr>
              <a:t> 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lang="en-US" sz="1100" b="0" i="1" spc="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sumsq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spc="130" dirty="0">
                <a:latin typeface="Bookman Old Style"/>
                <a:cs typeface="Bookman Old Style"/>
              </a:rPr>
              <a:t> </a:t>
            </a:r>
            <a:r>
              <a:rPr lang="en-US" sz="1100" b="0" i="1" spc="130" dirty="0">
                <a:latin typeface="Bookman Old Style"/>
                <a:cs typeface="Bookman Old Style"/>
              </a:rPr>
              <a:t>   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correct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78221E60-AA34-558B-7C1F-F4335BA1D1F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67" y="1137688"/>
            <a:ext cx="374796" cy="149533"/>
          </a:xfrm>
          <a:prstGeom prst="rect">
            <a:avLst/>
          </a:prstGeom>
        </p:spPr>
      </p:pic>
      <p:pic>
        <p:nvPicPr>
          <p:cNvPr id="23" name="Picture 22" descr="\documentclass{article}&#10;\usepackage{amsmath}&#10;\pagestyle{empty}&#10;\begin{document}&#10;&#10;$\sum_{i=1}^n i^2$&#10;&#10;&#10;\end{document}" title="IguanaTex Bitmap Display">
            <a:extLst>
              <a:ext uri="{FF2B5EF4-FFF2-40B4-BE49-F238E27FC236}">
                <a16:creationId xmlns:a16="http://schemas.microsoft.com/office/drawing/2014/main" id="{4B26DECD-1CB3-359B-852A-7C65E50E62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608" y="1137689"/>
            <a:ext cx="428821" cy="151945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r=\frac{n\sum_{i=1}^n i y_i - sqsum}{n* sumsq - sqsum}$&#10;&#10;&#10;\end{document}" title="IguanaTex Bitmap Display">
            <a:extLst>
              <a:ext uri="{FF2B5EF4-FFF2-40B4-BE49-F238E27FC236}">
                <a16:creationId xmlns:a16="http://schemas.microsoft.com/office/drawing/2014/main" id="{91892219-C762-B4F8-28FD-DD350D56EAC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997" y="1834422"/>
            <a:ext cx="1746249" cy="311726"/>
          </a:xfrm>
          <a:prstGeom prst="rect">
            <a:avLst/>
          </a:prstGeom>
        </p:spPr>
      </p:pic>
      <p:pic>
        <p:nvPicPr>
          <p:cNvPr id="26" name="Picture 25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75D1BBF6-5A34-5F81-7299-86B7D8F3740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96" y="2805283"/>
            <a:ext cx="3362249" cy="32749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2440" y="62407"/>
            <a:ext cx="15233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Some</a:t>
            </a:r>
            <a:r>
              <a:rPr spc="-20" dirty="0"/>
              <a:t> </a:t>
            </a:r>
            <a:r>
              <a:rPr dirty="0"/>
              <a:t>Good</a:t>
            </a:r>
            <a:r>
              <a:rPr spc="-15" dirty="0"/>
              <a:t> </a:t>
            </a:r>
            <a:r>
              <a:rPr spc="-25" dirty="0"/>
              <a:t>Advice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26732"/>
            <a:ext cx="4226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Close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1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right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300480"/>
            <a:ext cx="3977004" cy="437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67205">
              <a:lnSpc>
                <a:spcPts val="844"/>
              </a:lnSpc>
              <a:spcBef>
                <a:spcPts val="95"/>
              </a:spcBef>
              <a:tabLst>
                <a:tab pos="2936240" algn="l"/>
              </a:tabLst>
            </a:pPr>
            <a:r>
              <a:rPr sz="800" dirty="0">
                <a:latin typeface="Century"/>
                <a:cs typeface="Century"/>
              </a:rPr>
              <a:t>	</a:t>
            </a:r>
          </a:p>
          <a:p>
            <a:pPr marL="12700">
              <a:lnSpc>
                <a:spcPts val="1205"/>
              </a:lnSpc>
            </a:pPr>
            <a:r>
              <a:rPr sz="1100" spc="60" dirty="0">
                <a:latin typeface="Times New Roman"/>
                <a:cs typeface="Times New Roman"/>
              </a:rPr>
              <a:t>Python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course).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sqsum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sumi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spc="-335" dirty="0">
                <a:latin typeface="Lucida Sans Unicode"/>
                <a:cs typeface="Lucida Sans Unicode"/>
              </a:rPr>
              <a:t>∗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sumi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This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reduces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computation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r</a:t>
            </a:r>
            <a:r>
              <a:rPr sz="1100" b="0" i="1" spc="195" dirty="0">
                <a:latin typeface="Bookman Old Style"/>
                <a:cs typeface="Bookman Old Style"/>
              </a:rPr>
              <a:t> </a:t>
            </a:r>
            <a:r>
              <a:rPr sz="1100" spc="30" dirty="0">
                <a:latin typeface="Times New Roman"/>
                <a:cs typeface="Times New Roman"/>
              </a:rPr>
              <a:t>to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494" y="1117555"/>
            <a:ext cx="42549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77389" algn="l"/>
                <a:tab pos="3146425" algn="l"/>
              </a:tabLst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70" dirty="0">
                <a:latin typeface="Times New Roman"/>
                <a:cs typeface="Times New Roman"/>
              </a:rPr>
              <a:t>that,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sumi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lang="en-US" sz="1100" i="1" spc="60" dirty="0">
                <a:latin typeface="Bookman Old Style"/>
                <a:cs typeface="Times New Roman"/>
              </a:rPr>
              <a:t> 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lang="en-US" sz="1100" b="0" i="1" spc="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sumsq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spc="130" dirty="0">
                <a:latin typeface="Bookman Old Style"/>
                <a:cs typeface="Bookman Old Style"/>
              </a:rPr>
              <a:t> </a:t>
            </a:r>
            <a:r>
              <a:rPr lang="en-US" sz="1100" b="0" i="1" spc="130" dirty="0">
                <a:latin typeface="Bookman Old Style"/>
                <a:cs typeface="Bookman Old Style"/>
              </a:rPr>
              <a:t>   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correct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663" y="1980871"/>
            <a:ext cx="29063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100" dirty="0">
                <a:latin typeface="Times New Roman"/>
                <a:cs typeface="Times New Roman"/>
              </a:rPr>
              <a:t>Then,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just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52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104.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IguanaTex Bitmap Display&#10;&#10;\documentclass{article}&#10;\usepackage{amsmath}&#10;\pagestyle{empty}&#10;\begin{document}&#10;&#10;$\sum_{i=1}^n i$&#10;&#10;&#10;\end{document}">
            <a:extLst>
              <a:ext uri="{FF2B5EF4-FFF2-40B4-BE49-F238E27FC236}">
                <a16:creationId xmlns:a16="http://schemas.microsoft.com/office/drawing/2014/main" id="{78221E60-AA34-558B-7C1F-F4335BA1D1F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67" y="1137688"/>
            <a:ext cx="374796" cy="149533"/>
          </a:xfrm>
          <a:prstGeom prst="rect">
            <a:avLst/>
          </a:prstGeom>
        </p:spPr>
      </p:pic>
      <p:pic>
        <p:nvPicPr>
          <p:cNvPr id="23" name="Picture 22" descr="\documentclass{article}&#10;\usepackage{amsmath}&#10;\pagestyle{empty}&#10;\begin{document}&#10;&#10;$\sum_{i=1}^n i^2$&#10;&#10;&#10;\end{document}" title="IguanaTex Bitmap Display">
            <a:extLst>
              <a:ext uri="{FF2B5EF4-FFF2-40B4-BE49-F238E27FC236}">
                <a16:creationId xmlns:a16="http://schemas.microsoft.com/office/drawing/2014/main" id="{4B26DECD-1CB3-359B-852A-7C65E50E62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608" y="1137689"/>
            <a:ext cx="428821" cy="151945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r=\frac{n\sum_{i=1}^n i y_i - sqsum}{n* sumsq - sqsum}$&#10;&#10;&#10;\end{document}" title="IguanaTex Bitmap Display">
            <a:extLst>
              <a:ext uri="{FF2B5EF4-FFF2-40B4-BE49-F238E27FC236}">
                <a16:creationId xmlns:a16="http://schemas.microsoft.com/office/drawing/2014/main" id="{91892219-C762-B4F8-28FD-DD350D56EAC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399" y="2276927"/>
            <a:ext cx="1746249" cy="311726"/>
          </a:xfrm>
          <a:prstGeom prst="rect">
            <a:avLst/>
          </a:prstGeom>
        </p:spPr>
      </p:pic>
      <p:pic>
        <p:nvPicPr>
          <p:cNvPr id="26" name="Picture 25" descr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 title="IguanaTex Bitmap Display">
            <a:extLst>
              <a:ext uri="{FF2B5EF4-FFF2-40B4-BE49-F238E27FC236}">
                <a16:creationId xmlns:a16="http://schemas.microsoft.com/office/drawing/2014/main" id="{75D1BBF6-5A34-5F81-7299-86B7D8F3740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43" y="2976787"/>
            <a:ext cx="3362249" cy="32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98921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4B36D-2A20-E1CB-9F4C-84C1C02F7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4E4C4A-432D-8666-4C14-0696490F08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1050" y="53975"/>
            <a:ext cx="3670986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25" dirty="0"/>
              <a:t>Design your shuffling method: 10 bonus points </a:t>
            </a:r>
            <a:endParaRPr spc="-25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EA38EAB-F1D8-6229-A3B6-33D76C44E702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5A5DB09-9C00-8D7B-513B-1590497666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B2637A9-2DE0-42F2-5D7B-4402311F642F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561159047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ext on a white background&#10;&#10;Description automatically generated">
            <a:extLst>
              <a:ext uri="{FF2B5EF4-FFF2-40B4-BE49-F238E27FC236}">
                <a16:creationId xmlns:a16="http://schemas.microsoft.com/office/drawing/2014/main" id="{8E199341-6A07-49AA-7BD5-03ABFDCEF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8" y="434975"/>
            <a:ext cx="4610100" cy="99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57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1AD0-804B-274A-61A6-1A9AE708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91A9060-76D9-4180-F704-3EC8A8710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975"/>
            <a:ext cx="4610100" cy="8121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B4E4E0-3BA7-7BE9-576F-F4E2BBCD9E63}"/>
                  </a:ext>
                </a:extLst>
              </p14:cNvPr>
              <p14:cNvContentPartPr/>
              <p14:nvPr/>
            </p14:nvContentPartPr>
            <p14:xfrm>
              <a:off x="1134531" y="581366"/>
              <a:ext cx="134280" cy="29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B4E4E0-3BA7-7BE9-576F-F4E2BBCD9E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5531" y="572366"/>
                <a:ext cx="1519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1D60B2-B5BB-B1DF-8DEC-10693E4AA567}"/>
                  </a:ext>
                </a:extLst>
              </p14:cNvPr>
              <p14:cNvContentPartPr/>
              <p14:nvPr/>
            </p14:nvContentPartPr>
            <p14:xfrm>
              <a:off x="188280" y="456840"/>
              <a:ext cx="3790080" cy="2889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1D60B2-B5BB-B1DF-8DEC-10693E4AA5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920" y="447480"/>
                <a:ext cx="3808800" cy="290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563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93.2133"/>
  <p:tag name="ORIGINALWIDTH" val="1184.102"/>
  <p:tag name="LATEXADDIN" val="\documentclass{article}&#10;\usepackage{amsmath}&#10;\pagestyle{empty}&#10;\begin{document}&#10;&#10;&#10;$\mu_X = \frac{\sum_{i=1}^n x_i}{n}$&#10;&#10;\end{document}"/>
  <p:tag name="IGUANATEXSIZE" val="2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15.7105"/>
  <p:tag name="ORIGINALWIDTH" val="1723.285"/>
  <p:tag name="LATEXADDIN" val="\documentclass{article}&#10;\usepackage{amsmath}&#10;\pagestyle{empty}&#10;\begin{document}&#10;&#10;&#10;$\sigma_X^2 = \frac{\sum_{i=1}^n (x_i-\mu_X)^2}{n}$&#10;&#10;\end{document}"/>
  <p:tag name="IGUANATEXSIZE" val="20"/>
  <p:tag name="IGUANATEXCURSOR" val="13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74.2032"/>
  <p:tag name="ORIGINALWIDTH" val="1955.756"/>
  <p:tag name="LATEXADDIN" val="\documentclass{article}&#10;\usepackage{amsmath}&#10;\pagestyle{empty}&#10;\begin{document}&#10;&#10;&#10;$\sigma_X = \sqrt{\frac{\sum_{i=1}^n (x_i-\mu_X)^2}{n}}$&#10;&#10;\end{document}"/>
  <p:tag name="IGUANATEXSIZE" val="20"/>
  <p:tag name="IGUANATEXCURSOR" val="13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746.1567"/>
  <p:tag name="LATEXADDIN" val="\documentclass{article}&#10;\usepackage{amsmath}&#10;\pagestyle{empty}&#10;\begin{document}&#10;&#10;$\sum_{i=1}^n iy_i$&#10;&#10;&#10;\end{document}"/>
  <p:tag name="IGUANATEXSIZE" val="20"/>
  <p:tag name="IGUANATEXCURSOR" val="9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2256.468"/>
  <p:tag name="LATEXADDIN" val="\documentclass{article}&#10;\usepackage{amsmath}&#10;\pagestyle{empty}&#10;\begin{document}&#10;&#10;$\sum_{i=1}^n i = \sum_{i=1}^n y_i = 1378$&#10;&#10;&#10;\end{document}"/>
  <p:tag name="IGUANATEXSIZE" val="20"/>
  <p:tag name="IGUANATEXCURSOR" val="12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19.1976"/>
  <p:tag name="ORIGINALWIDTH" val="3374.578"/>
  <p:tag name="LATEXADDIN" val="\documentclass{article}&#10;\usepackage{amsmath}&#10;\pagestyle{empty}&#10;\begin{document}&#10;&#10;&#10;$r = \frac{n\sum_{i=1}^n i y_i - 1378^2}{\sqrt{(n\sum_{i=1}^n i^2 - 1378^2)(n\sum_{i=1}^n y_i^2 - 1378^2)}}$&#10;&#10;\end{document}"/>
  <p:tag name="IGUANATEXSIZE" val="20"/>
  <p:tag name="IGUANATEXCURSOR" val="184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674.9156"/>
  <p:tag name="LATEXADDIN" val="\documentclass{article}&#10;\usepackage{amsmath}&#10;\pagestyle{empty}&#10;\begin{document}&#10;&#10;$\sum_{i=1}^n y_i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674.9156"/>
  <p:tag name="LATEXADDIN" val="\documentclass{article}&#10;\usepackage{amsmath}&#10;\pagestyle{empty}&#10;\begin{document}&#10;&#10;$\sum_{i=1}^n y_i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674.9156"/>
  <p:tag name="LATEXADDIN" val="\documentclass{article}&#10;\usepackage{amsmath}&#10;\pagestyle{empty}&#10;\begin{document}&#10;&#10;$\sum_{i=1}^n y_i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674.9156"/>
  <p:tag name="LATEXADDIN" val="\documentclass{article}&#10;\usepackage{amsmath}&#10;\pagestyle{empty}&#10;\begin{document}&#10;&#10;$\sum_{i=1}^n y_i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6.2205"/>
  <p:tag name="ORIGINALWIDTH" val="666.6667"/>
  <p:tag name="LATEXADDIN" val="\documentclass{article}&#10;\usepackage{amsmath}&#10;\pagestyle{empty}&#10;\begin{document}&#10;&#10;$\sum_{i=1}^n i^2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20.21"/>
  <p:tag name="ORIGINALWIDTH" val="1793.776"/>
  <p:tag name="LATEXADDIN" val="\documentclass{article}&#10;\usepackage{amsmath}&#10;\pagestyle{empty}&#10;\begin{document}&#10;&#10;$r=\frac{n\sum_{i=1}^n i y_i - sqsum}{n* sumsq - sqsum}$&#10;&#10;&#10;\end{document}"/>
  <p:tag name="IGUANATEXSIZE" val="20"/>
  <p:tag name="IGUANATEXCURSOR" val="13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2.4709"/>
  <p:tag name="ORIGINALWIDTH" val="582.6772"/>
  <p:tag name="LATEXADDIN" val="\documentclass{article}&#10;\usepackage{amsmath}&#10;\pagestyle{empty}&#10;\begin{document}&#10;&#10;$\sum_{i=1}^n i$&#10;&#10;&#10;\end{document}"/>
  <p:tag name="IGUANATEXSIZE" val="20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6.2205"/>
  <p:tag name="ORIGINALWIDTH" val="666.6667"/>
  <p:tag name="LATEXADDIN" val="\documentclass{article}&#10;\usepackage{amsmath}&#10;\pagestyle{empty}&#10;\begin{document}&#10;&#10;$\sum_{i=1}^n i^2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20.21"/>
  <p:tag name="ORIGINALWIDTH" val="1793.776"/>
  <p:tag name="LATEXADDIN" val="\documentclass{article}&#10;\usepackage{amsmath}&#10;\pagestyle{empty}&#10;\begin{document}&#10;&#10;$r=\frac{n\sum_{i=1}^n i y_i - sqsum}{n* sumsq - sqsum}$&#10;&#10;&#10;\end{document}"/>
  <p:tag name="IGUANATEXSIZE" val="20"/>
  <p:tag name="IGUANATEXCURSOR" val="13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96.7004"/>
  <p:tag name="ORIGINALWIDTH" val="4072.741"/>
  <p:tag name="LATEXADDIN" val="\documentclass{article}&#10;\usepackage{amsmath}&#10;\pagestyle{empty}&#10;\begin{document}&#10;&#10;&#10;$r = \frac{n\sum_{i=1}^n i y_i - (\sum_{i=1}^n i)(\sum_{i=1}^n y_i)}{\sqrt{(n\sum_{i=1}^n i^2 - (\sum_{i=1}^n i)^2)(n\sum_{i=1}^n y_i^2 - (\sum_{i=1}^n y_i)^2)}}$&#10;&#10;\end{document}"/>
  <p:tag name="IGUANATEXSIZE" val="20"/>
  <p:tag name="IGUANATEXCURSOR" val="240"/>
  <p:tag name="TRANSPARENCY" val="True"/>
  <p:tag name="LATEXENGINEID" val="0"/>
  <p:tag name="TEMPFOLDER" val="C:\temp\"/>
  <p:tag name="LATEXFORMHEIGHT" val="356.25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M2AVRSERJEAQ-585345103-43135</_dlc_DocId>
    <_dlc_DocIdUrl xmlns="c01506f5-305e-4c16-814a-34df78f45099">
      <Url>https://uab365.sharepoint.com/sites/provost/cas/departments/cis/_layouts/15/DocIdRedir.aspx?ID=M2AVRSERJEAQ-585345103-43135</Url>
      <Description>M2AVRSERJEAQ-585345103-43135</Description>
    </_dlc_DocIdUrl>
  </documentManagement>
</p:properties>
</file>

<file path=customXml/itemProps1.xml><?xml version="1.0" encoding="utf-8"?>
<ds:datastoreItem xmlns:ds="http://schemas.openxmlformats.org/officeDocument/2006/customXml" ds:itemID="{0DF5F518-6069-43D9-AAB7-E16FF1FE58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44DB55-155F-49A1-AC3C-DBFCF5CBFB67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C32001CA-7F52-4DCF-AC58-C14E12C0F8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D656B6F-D477-4756-B889-BD41DC1FF3D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2898</TotalTime>
  <Words>2279</Words>
  <Application>Microsoft Office PowerPoint</Application>
  <PresentationFormat>Custom</PresentationFormat>
  <Paragraphs>264</Paragraphs>
  <Slides>37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Book Antiqua</vt:lpstr>
      <vt:lpstr>Bookman Old Style</vt:lpstr>
      <vt:lpstr>Cambria</vt:lpstr>
      <vt:lpstr>Century</vt:lpstr>
      <vt:lpstr>Lucida Sans Unicode</vt:lpstr>
      <vt:lpstr>Times New Roman</vt:lpstr>
      <vt:lpstr>Verdana</vt:lpstr>
      <vt:lpstr>Office Theme</vt:lpstr>
      <vt:lpstr>PowerPoint Presentation</vt:lpstr>
      <vt:lpstr>Introduction</vt:lpstr>
      <vt:lpstr>Copyright Statement</vt:lpstr>
      <vt:lpstr>Python calls</vt:lpstr>
      <vt:lpstr>PowerPoint Presentation</vt:lpstr>
      <vt:lpstr>PowerPoint Presentation</vt:lpstr>
      <vt:lpstr>Programming</vt:lpstr>
      <vt:lpstr>Programming</vt:lpstr>
      <vt:lpstr>Programming</vt:lpstr>
      <vt:lpstr>Programming</vt:lpstr>
      <vt:lpstr>Programming</vt:lpstr>
      <vt:lpstr>Programming</vt:lpstr>
      <vt:lpstr>Programming</vt:lpstr>
      <vt:lpstr>Programming</vt:lpstr>
      <vt:lpstr>Programming</vt:lpstr>
      <vt:lpstr>Characteristics of a Random Variable X</vt:lpstr>
      <vt:lpstr>Program 1 Random Hands in Bridge</vt:lpstr>
      <vt:lpstr>Completely Random Hands</vt:lpstr>
      <vt:lpstr>PowerPoint Presentation</vt:lpstr>
      <vt:lpstr>Assignment</vt:lpstr>
      <vt:lpstr>PowerPoint Presentation</vt:lpstr>
      <vt:lpstr>Assignment</vt:lpstr>
      <vt:lpstr>PowerPoint Presentation</vt:lpstr>
      <vt:lpstr>First Run</vt:lpstr>
      <vt:lpstr>First Run</vt:lpstr>
      <vt:lpstr>First Run</vt:lpstr>
      <vt:lpstr>First Run</vt:lpstr>
      <vt:lpstr>Second Run</vt:lpstr>
      <vt:lpstr>Repeat the First Run with a deck of cards with 104 members.</vt:lpstr>
      <vt:lpstr>Repeat the Second Run with a deck of cards with 104 members.</vt:lpstr>
      <vt:lpstr>Programming Style for the Computation of r</vt:lpstr>
      <vt:lpstr>Programming Style for the Computation of r</vt:lpstr>
      <vt:lpstr>Some Good Advice</vt:lpstr>
      <vt:lpstr>Some Good Advice</vt:lpstr>
      <vt:lpstr>Design your shuffling method: 10 bonus points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9</cp:revision>
  <dcterms:created xsi:type="dcterms:W3CDTF">2023-02-06T16:19:47Z</dcterms:created>
  <dcterms:modified xsi:type="dcterms:W3CDTF">2025-02-24T16:46:09Z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2023-02-06T00:00:00Z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aa7433e2-7c35-401a-8787-6906de24637c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2025-02-13T17:36:37Z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2b3d63a8-358d-4487-9ce5-607e2dfae1ed</vt:lpwstr>
  </property>
  <property fmtid="{D5CDD505-2E9C-101B-9397-08002B2CF9AE}" pid="15" name="MSIP_Label_ae7542bc-63e5-412b-b0a0-d9586028a7d0_ContentBits">
    <vt:lpwstr>0</vt:lpwstr>
  </property>
</Properties>
</file>