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2-17T19:34:29.3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2-17T19:34:35.025"/>
    </inkml:context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3321 13873 0,'0'0'0,"0"0"16,0 0-16</inkml:trace>
  <inkml:trace contextRef="#ctx1" brushRef="#br1">3569 1297 2034 0,'0'0'91'0,"0"0"-9"0,0 0 14 15,0 0-26-15,0 0 6 0,0 0-9 0,0 1 13 16,11 35-19-16,-11-36 16 0,-14 27-21 0,14-6-2 16,-2 3-9-16,2 2-22 0,-1 2-7 0,1 2-1 15,0 5-3-15,1-1 4 0,-2 1 3 0,2 2 4 0,-1 3-2 16,-1 5 4-16,-1 6-7 0,1 2-1 16,-2 3-2-16,3-1-2 0,-1-3-5 0,0-3-4 0,3-3 0 15,-1-1-7-15,-1-6 8 0,0 1 0 0,0-3 2 16,-1-4-7-16,0-2-1 0,1-4 1 15,0-5-2-15,0-2 0 0,0-20-110 0,0 2-7 0,0-2-46 16,0 1-109-16,0 0-95 0,0-1-182 0</inkml:trace>
  <inkml:trace contextRef="#ctx1" brushRef="#br1" timeOffset="283.49">3503 1261 1807 0,'0'0'331'16,"0"-1"-213"-16,0 0-67 16,0 0 2-16,0 0 47 0,0 0-25 0,0 0 7 15,6-36-16-15,-6 37-6 0,1 0-16 0,0 0-4 0,44 6-4 16,-44-6-23-16,33 11 4 0,-13-3 0 0,1 1 4 16,4 3 24-16,3 5-7 0,-1 0 4 0,3 4-7 15,-1 0-4-15,-4 2 18 0,0 1 0 0,-2 1 5 16,-5 0-7-16,-5 2-3 0,-3-1 2 15,-5 2-1-15,-4-1 4 0,-5-1-9 0,-6 1-6 16,-7 6-1-16,-3 0-15 0,-6 6-6 0,-4 2 2 0,-5-2-2 16,-1 1 3-16,-3-5-7 0,1-4-5 0,5-2-4 15,1-6-76-15,6-3-132 16,0-2-26-16,1-7-49 0,2 1-212 0</inkml:trace>
  <inkml:trace contextRef="#ctx1" brushRef="#br1" timeOffset="896.33">4655 1153 1223 0,'0'0'159'0,"0"-1"85"0,-1 0 29 0,0 0-94 0,0 1-12 0,0-1-14 15,-36-28-4 1,37 29-6-16,0 0-38 0,-1 0-11 0,-42-3-6 0,43 3-3 16,0 0-22-16,-1 1-5 0,-41 32 2 0,42-33-3 15,-1 1-10-15,-32 37-9 0,22-18 0 0,2 8-4 16,-2 4-6-16,-2 5-12 0,1 6 2 0,1 3-5 16,1 3-5-16,-2-2 4 0,3 3-3 0,-2 2 4 15,2 4 2-15,1 5 0 0,2 3-4 0,1 2 2 16,2-3-11-16,3-2-4 0,1-4 2 0,2-7-2 15,2 0 2-15,2-3-2 0,1 0 0 0,2 0-1 0,1-2-3 16,1-8-5-16,-1-1-5 0,3-8 1 0,0-3-21 16,0-8-196-16,1-1-5 0,1-8-89 15,0-1-206-15</inkml:trace>
  <inkml:trace contextRef="#ctx1" brushRef="#br1" timeOffset="1579.01">5084 1660 1960 0,'0'0'113'0,"-1"0"201"16,0-1-240-16,0 0 24 0,1 1-10 0,0-1 10 15,0 0-28-15,6-38-12 0,-6 39 7 0,2 0-10 16,36-19-8-16,-16 13-10 0,-3-2-6 0,4 1 1 0,0 2 0 0,2-1-10 15,-1 3 5 1,-4 2-7-16,1 0 4 0,-3 2 7 0,-4 3-3 0,-1 0 5 16,-13-4-7-16,0 0 8 0,1 1-4 0,-1 0 4 15,8 43-12-15,-20-28-7 0,-6 0 2 16,-4 6-3-16,-7 5 3 0,-6 0-6 0,-2 5-3 0,-3-1-1 16,2 1-5-16,6-1 1 0,3-1 0 0,6-4 0 15,4 0-3-15,2-4 0 0,2 0 3 0,6-3-1 16,0-3 4-16,6 1-14 0,2-2 3 0,2-2-7 15,-1-13 12-15,0 1-1 0,1 0-1 0,37 40 1 0,-20-31 2 16,1-4-5-16,5-2 4 0,5 0-6 0,2-1 2 16,8 1 5-16,2-2-3 0,2-1 4 15,0 0-5-15,-4 0 0 0,0-2 3 0,-6 2 0 16,-2-1 3-16,-5 1-3 0,-2 2 1 0,-4-2-1 16,-4 1 5-16,0-1-128 0,-16-1 7 0,1 0-60 0,38 0-69 0,-39 0-122 15,1 0-18 1</inkml:trace>
  <inkml:trace contextRef="#ctx1" brushRef="#br1" timeOffset="1851.08">5654 1526 2243 0,'0'0'239'0,"0"0"-146"0,0 0-23 0,0 0-18 15,0 0 47-15,0 0-11 0,0 1 1 0,0 0-8 16,7 43-19-16,-7-44-24 0,23 30-2 0,-8-15-9 16,2 4-13-16,5 0-2 0,0 2-1 0,1 3-2 15,1 0 1-15,1 3-9 0,1-2 6 0,1 4-7 16,-2-2 2-16,0 2-1 0,-2-2 2 0,-2-2-1 0,0 1-1 16,0-5 4-16,-1-1-8 0,-2-4 5 15,2 0-2-15,-3-5-2 0,-2-1-1 0,-15-10-13 0,1 0-115 16,0 0-109-16,40 13-26 0,-41-13-29 0,1 0-121 15</inkml:trace>
  <inkml:trace contextRef="#ctx1" brushRef="#br1" timeOffset="2043.63">6097 1374 1622 0,'-10'-10'264'0,"1"1"-73"0,9 9 81 0,-1 0-180 16,0-1 52-16,0 0-10 0,0 0-16 0,0 1 0 15,-41 0-56-15,28 16-19 0,0 4 3 0,-2 8-11 16,-1 2-15-16,-6 7-6 0,-2 3 0 0,-4 4-2 16,-2 1-8-16,-2 6-2 0,0 3-1 0,-2 3 2 0,0 1-1 15,3-4-1-15,2-2-1 0,3-9 0 0,4-5-5 16,6-6-180-16,0-6 5 0,7-2-83 0,2-4-127 16</inkml:trace>
  <inkml:trace contextRef="#ctx1" brushRef="#br1" timeOffset="2243.46">6166 1712 2214 0,'0'0'100'0,"0"0"-57"0,0 0-1 16,0 0-3-16,1 0 76 0,-1 1-21 0,1 0-3 0,35 29-9 0,-36-30-30 0,1 0-20 15,0 0-4 1,34 19-7-16,-35-19-23 0,1 0 4 0,47 10-2 0,-28-7 3 15,0-1-5-15,-1-1-3 0,2 1 0 0,0-1-2 16,-3-1 3-16,3-1-98 0,-2-2-32 0,-2-1-45 16,3 1-281-16</inkml:trace>
  <inkml:trace contextRef="#ctx1" brushRef="#br1" timeOffset="2800.95">6733 1256 2564 0,'0'0'46'0,"0"0"-4"16,0 0 1-16,0 0 3 15,0 0 18-15,0 0-6 0,0 0-6 0,0 1 0 16,6 41-25-16,-4-22-17 0,-2 4 0 0,1 3-7 16,-1 2 0-16,-1 4 2 0,-1 1-1 0,-1 1 2 15,1 0-6-15,1 0 0 0,-1-2 3 0,2-3-1 16,1 3-2-16,4-3-5 0,2-3 1 0,5 0-5 15,1-6-3-15,4-4-5 0,1-1 0 0,2-6 0 0,-1-4 9 16,3-4 1-16,0-3-1 0,0-5 3 0,1-3 7 16,-2-4-4-16,-2-2 4 0,-1-2-3 0,1-2 9 0,-2-4-3 15,0 0 3 1,1 0-3-16,-2-1 2 0,1 1 6 0,-1 1-2 0,-4-2 4 16,-2-1-1-16,-4-2 12 0,1 0-1 0,-3 2 7 15,-3 0 22-15,-1 5 8 0,-2-1 1 16,-3 3 1-16,0 1-2 0,-3 2-16 0,0 1 3 15,-1 2-9-15,0 2-2 0,9 10-5 0,0 0 4 16,-1 0-4-16,0 0-6 0,0 0-17 0,0 0 1 0,1 0-7 16,-2 0-2-16,1 1 4 0,-34 38-4 0,31-16 4 15,0 6-4-15,-1 3-7 0,3 5 4 0,-2 3-5 16,1 3 5-16,-2 3 6 0,0 8-5 0,-2 8 6 16,-2 5-6-16,3 6 0 0,-3-4 0 0,2-3 0 15,-1-3 2-15,2-1 0 0,-2 2 0 0,0 1 0 0,1-1-1 16,-2-3 2-16,1-6 1 0,0-9 0 0,-1-4 2 15,-1-9 1-15,0-1-3 0,0-5 3 0,-2 0 8 16,0-1 7-16,-3-6 1 0,1-4 0 16,-3-2-1-16,-3-5-18 0,-1-3-4 0,-3-5-8 15,-1-3-43-15,0-4-52 0,-5-4-14 0,2-8-21 16,-3-4-130-16,-2-7-167 0,3-6-65 0</inkml:trace>
  <inkml:trace contextRef="#ctx1" brushRef="#br1" timeOffset="4284.55">8179 1588 1557 0,'-6'-11'138'0,"0"2"51"0,6 9 33 0,0-1-70 0,-1 0 4 15,0 0-6-15,0 0-4 0,-40-29-8 0,41 30-38 16,-43-8-9-16,21 11-4 0,2 6-1 0,-2-2-19 0,-2 1-18 16,2 4-1-16,-3-2-8 0,-2 3-12 0,-1 1-3 15,-2-3 1-15,0 3-1 0,0 2 5 16,-1 0-12-16,1 2 1 0,-3-1-6 0,5 2 3 15,-2-1-13-15,4 2 2 0,0 0-5 0,5-2 2 16,1 0-1-16,3-2 2 0,5 0-2 0,2-1-1 16,2-3 1-16,8-12 1 0,0 1-1 0,0 0-3 15,-3 39 0-15,3-40 0 0,1 1 1 0,29 24 1 0,-11-17 0 16,3-2-6-16,5-1 4 16,0 0-5-16,3-2 2 0,-1 2 5 0,3 0-3 15,-2 0 7-15,0 0-6 0,-3-2 1 0,-2 0-4 0,-2 0 5 0,-3 0 0 16,-2 0 3-16,0 1-1 0,-1 0 3 0,-4-1-5 15,2-1 1-15,-3 2-2 0,0-1-4 0,-12-3 4 16,1 0-3-16,0 0 3 16,38 10-5-16,-39-10-99 0,1 0 3 0,0 0-47 15,0 0-85-15,-1 0-112 0,41-4-25 0,-41 4-67 16,1 0-479-16</inkml:trace>
  <inkml:trace contextRef="#ctx1" brushRef="#br1" timeOffset="4543.89">8481 1504 1467 0,'0'0'230'0,"0"0"68"0,0 0 112 0,0 0-303 0,-1 0 30 0,0 0-22 16,0 0 6-16,0 0-17 0,0 0-25 0,1 0-25 15,-1 0-2-15,1 1-10 0,-19 36-31 0,19-37 12 16,3 35-5-16,-1-18 8 0,0 0-2 0,2 5-5 15,-2 0-2-15,0 5 0 0,0 6 0 0,-2 3-2 16,0 2 4-16,-1 3-4 0,0 0-8 16,1-3 2-16,-1 0-6 0,1-2 4 0,-1-5-6 0,1-3-2 15,0-7-1-15,0 1-3 16,2-2-18-16,-1-5-134 0,-1-15 1 0,0 1-60 0,0 0-113 0,19 36-140 16,-19-37-79-16</inkml:trace>
  <inkml:trace contextRef="#ctx1" brushRef="#br1" timeOffset="4884.85">8803 1075 2090 0,'0'0'265'0,"0"0"-166"16,0 0-28-16,0 0-18 0,0 0 55 0,0 0 2 15,1 0-8-15,0 0 0 0,0 1-41 0,34 33-19 16,-35-34 2-16,17 34-11 0,-7-15-19 16,-1 7 5-16,2 1-5 0,0 9 4 0,1 3-3 0,-2 4 7 15,1 3-1-15,0 4 4 0,0 0 10 0,3-1 11 16,-1-1-1-16,-2 2 3 16,2 4-11-16,-5 8-6 0,0 6 2 0,-3 2-3 15,-3-3 0-15,-1-5-3 0,-3-3-5 0,-1 0 2 16,-3 3-1-16,-5 5-15 0,-2 1 7 0,0-2-10 15,-7-7 3-15,0-5-1 0,0-6-4 0,-7-3 2 16,0 0-4-16,-4-2-44 0,-2-3-19 0,-5-11-22 16,1-3-173-16,0-8-243 0,-2-4-150 0</inkml:trace>
  <inkml:trace contextRef="#ctx1" brushRef="#br1" timeOffset="5747.62">12566 1225 1694 0,'0'0'193'0,"0"0"57"16,0 0 1-16,0-1-212 0,0 0-9 0,0 0 36 15,0 0-1-15,1 0 6 0,0 0-26 0,27-45-13 16,-11 43-7-16,6 2-2 0,0 2-23 0,3 4 3 15,2 0-1-15,1 6 2 0,-2 2-4 0,1 4 3 16,-1 7 3-16,1 1 0 0,0 5 7 0,0 4 11 16,-1 5-5-16,-5 2 6 0,-1 3-10 0,-6 0 8 15,0 0-1-15,-4 0 3 0,-2-1-3 16,-3 2 0-16,-2 0-2 0,-1 3 0 0,0-3-5 16,1-4-7-16,-1-5 4 0,1-5-4 0,-1-7 2 0,2-6-1 15,0-4-3-15,-5-14 1 0,0 0-9 0,1 0-3 16,0 0-3-16,0 0-1 0,43 2-17 0,-32-16 4 15,1-5-13-15,1-6 3 0,-1-6-75 16,-1-4-74-16,0-6-7 0,-2-2-26 0,-1-3-48 0,2 1-202 16</inkml:trace>
  <inkml:trace contextRef="#ctx1" brushRef="#br1" timeOffset="5962.89">13189 1094 2039 0,'0'0'80'0,"-1"0"88"0,0 1-130 0,-40 24 90 0,41-25-7 16,-1 1 31-16,-42 33-35 0,25-21-32 0,-3 8-10 16,-2 2-7-16,-1 5-29 15,-4 3-4-15,-1 5 3 0,-4 3-3 16,0 1 2-16,-2 2-14 0,3 1 2 0,4-2-7 0,1-1-11 16,4-4-4-16,-1-2-3 0,1-1 0 0,3 0-7 0,2-2 1 15,0 1-37-15,4-6 5 0,1-1-194 0,5-4-115 16,3-4-28-16</inkml:trace>
  <inkml:trace contextRef="#ctx1" brushRef="#br1" timeOffset="6114.98">13329 1620 2222 0,'3'18'21'0,"1"2"7"16,0 2 26-16,0 4-2 0,-3-1 107 0,-2 5-84 15,-2 0 0-15,-6 4-33 0,1-2-36 0,0-3-54 16,-3-2-55-16,3-2-19 0,1-7-333 16</inkml:trace>
  <inkml:trace contextRef="#ctx1" brushRef="#br1" timeOffset="6749.88">14386 888 2643 0,'0'0'0'0,"-1"0"-5"15,0 1 13-15,0 0 1 0,-32 43 76 0,33-44-28 0,0 1-1 16,-12 45-12-16,10-25-26 16,2 1-9-16,-2 1-4 0,2 2 0 0,0-1 0 15,0 1 4-15,0 0 0 0,-1 2 1 0,-1 2 8 16,1 0-2-16,-1-1 5 0,4-4-5 0,0-1-9 0,1-7 4 16,4 0-11-16,3-5 5 0,1-1-18 0,5-6-10 15,0-1 3-15,4-5-5 0,1-3 3 0,3-9 11 16,5-2 3-16,-1-2 2 0,2-5 2 0,1 1 0 15,-3-2 0-15,-2-1 2 0,-2 2 7 16,-2-1 0-16,1 1-3 0,-4 2 1 0,-3-1-3 16,-2 4 13-16,-1 0 3 0,-4 3 7 0,0 3 51 0,-9 12-3 15,0-1 10-15,0 0-12 0,0 0-9 0,0 1-21 16,0-1-1-16,0 0-7 0,0 0-13 0,-1 1-10 16,0 0 0-16,-36 3-4 0,37-3-2 15,-12 34 5-15,8-13 0 0,2 5 3 0,-3 4-2 0,3 12-6 16,-2 9-2-16,0 14 0 0,0 8-6 0,0 7 4 15,-2-3 2-15,0 6 0 0,-1 6 7 0,-4 1-4 16,3 5 2-16,-3-9-2 16,1-7 3-16,1-4-4 0,0-2-2 0,4 6 0 15,2 1 0-15,2-6 80 0,-2-5-29 0,-2-15 40 0,-2 0-68 0,0-3-9 16,-2-3 1-16,-1-3-3 0,-2-5 13 0,-1-6-2 16,-4-6 7-16,-1-7-5 0,-1-5 12 0,-2-5-4 15,-1-3-4-15,-5-6-2 0,-2-1-31 0,-4-5-5 16,-2-5-6-16,-1-7 1 15,-1-7-29-15,-1-8-28 0,-3-8-16 0,-2-7-9 0,-3-1-93 0,3-1-137 16,1 1-5-16,6 1-73 0,9 3-279 0</inkml:trace>
  <inkml:trace contextRef="#ctx1" brushRef="#br1" timeOffset="7167.44">16383 1146 1844 0,'-16'-1'175'0,"1"-2"42"0,-4 0 6 0,-1-1-142 0,-1 2-7 16,-3 1 44-16,2 4-5 0,-5 1 1 0,1 1-76 16,-13-7-23-16,11 8-2 0,-2 7-6 0,4 3 0 0,-2 3-4 15,2 4 3-15,0 6-2 16,1 6 4-16,2 6-8 0,1 6 5 0,5 3-4 16,3 2 12-16,2-6 0 0,5 2-2 0,5-7 0 15,2 1 1-15,6-2 3 0,3-2-3 16,6 2 3-16,2-6-11 0,5-5-5 0,4-2-1 0,3-4-4 0,2-5-13 0,2-4 0 15,-2-3-3-15,2-4 2 0,0-3-4 16,-1-2 5-16,0-3-2 0,0-4 4 16,1-2 6-16,-2-2-3 0,1-1-34 0,-5-1 5 15,-1 0-139-15,-7 2-59 0,-2-1-2 0,-3 2-34 16,-14 8-141-16</inkml:trace>
  <inkml:trace contextRef="#ctx1" brushRef="#br1" timeOffset="7349.1">15862 1548 1470 0,'-28'3'825'0,"5"4"-612"0,6 2-158 15,6 1-42-15,2 3 60 0,9-13 41 0,0 1-7 0,0 0 12 16,0 0-48-16,24 40-33 0,1-31 0 0,6-2-14 16,7 0-29-16,3 0-4 0,2-5-5 0,-1 0 3 0,-1-1-1 0,-1-1 0 15,-3-1-3-15,4 0 1 16,0-5-10-16,6-1-84 0,5 1-13 15,4-5-40-15,2 1-165 0,3-2-454 0</inkml:trace>
  <inkml:trace contextRef="#ctx1" brushRef="#br1" timeOffset="7650.37">17029 885 1506 0,'-18'0'532'0,"5"0"-405"0,13 0-103 15,-2 0-24-15,1 0 57 0,0 0 13 0,0 1 5 0,1 0-4 16,0 0-10-16,9 36-23 0,11-32 7 16,7 0-13-16,7-1 4 0,3 0 2 0,5-1-8 0,4 1 2 15,4-1-32-15,1 0 8 0,-2 1-6 0,-3 1 6 16,-2-1-7-16,-3 0 0 15,-3 0 4-15,-7-1-3 0,0 1 0 0,-5-1-2 16,-1-1 2-16,-1 1-3 0,0 0-12 0,-3 0-95 16,0 1-5-16,-6-2-35 0,-15-2-69 0,1 0-62 0,0 0-50 0</inkml:trace>
  <inkml:trace contextRef="#ctx1" brushRef="#br1" timeOffset="7947.47">17291 1069 1624 0,'-23'4'106'0,"4"1"249"15,1 1-331-15,4 2 105 0,3 0-11 0,-1 3 46 16,2 2-12-16,1 0-63 0,1 0-3 0,1 1-21 16,2 3-18-16,0 4 3 0,1 2 3 0,1 9-1 15,-2 2 5-15,0 6-15 0,-1 4 2 0,-2 1-5 16,1 2 2-16,-2-1-17 0,1-1-2 0,0 0-5 16,-1 2-3-16,-2 5-10 15,0 0 2-15,1 3-6 0,0-3 0 0,1-4 1 0,1-2 3 0,0-7-2 16,1-3-2-16,1-6 3 0,0 0-3 15,3-3 3-15,1 1-3 0,2 0-4 0,1-2 1 16,3-2-4-16,0-3-11 0,3-2 12 16,1-1-2-16,4-4 6 0,1-1-6 0,2-4-5 0,4-3-5 15,4-2 1-15,-1-1-4 0,2-3 5 0,3-2 1 16,1-4 0-16,3 0 0 0,3 0 2 0,-1-2-9 16,-2 0-5-16,0-1-124 0,-1 1-96 0,0-1-34 0,0-1-27 15,3-2-203-15</inkml:trace>
  <inkml:trace contextRef="#ctx1" brushRef="#br1" timeOffset="8400.84">18032 1393 2116 0,'-11'-5'140'0,"11"5"-62"0,-1 0 10 0,0 0-13 16,-38-2 72-16,39 2-51 0,-1 1-4 16,-34 30-18-16,23-14-38 0,-1 6-9 0,1 1-6 15,0 4 1-15,1 3-12 0,0 1 3 0,0 2 2 0,2 3-1 16,1 2 0-16,2 0 1 0,4 3-2 0,3-6 1 15,3-5-6-15,5-4-7 0,3-4 0 0,3-5-2 16,1-3-1-16,1-5-12 0,3-3 6 0,1-7-8 16,2-1 16-16,2-6-8 0,2-3 5 15,-1-7-7-15,3-1 16 0,-2-5 0 0,4-3 4 16,-1-1-1-16,-1-4 10 0,0 2 16 0,-3-2-4 0,-4 1 8 16,-2 3-4-16,-9-2 14 0,-5 4-4 0,-6-1 7 15,-4-2-9-15,-6 3-9 16,-3 0 0-16,-2 2-3 0,-5 3-9 0,0 4-28 0,-2 5 0 15,-3 2-12-15,2 6-13 0,-2 3-26 16,0 4 1-16,2 5-16 0,-2 1-40 0,1 5-60 0,0 0-10 16,3 2-21-16,-1-2-70 0,6 2-165 15</inkml:trace>
  <inkml:trace contextRef="#ctx1" brushRef="#br1" timeOffset="8550.54">18652 1831 1383 0,'0'0'132'0,"0"0"460"16,1 1-590-16,30 35 101 15,-31-36-7-15,0 1 37 0,17 47-24 0,-19-28-42 0,-3 1-13 16,-2 2-9-16,-4-2-36 0,-4 2-22 0,-1 1-47 0,-4-6-5 16,3 0-261-16</inkml:trace>
  <inkml:trace contextRef="#ctx1" brushRef="#br1" timeOffset="8867.9">19590 1308 1999 0,'0'0'392'0,"0"0"-318"0,0 0-43 16,0 0-43-16,0 1 100 0,-13 39 7 0,13-21-8 16,0 2 1-16,-1 4-58 0,2 1-15 0,-1 4 0 0,0 3-6 15,0 2-9-15,-5-2 8 0,1 2-6 0,-3 0 7 16,0 1-4-16,0 3-2 15,0-1 2-15,-2-4-3 0,1-3 3 0,1-8-65 0,3-3-12 0,1-5-28 16,3-15-110-16,0 1-100 0,0 0-10 16</inkml:trace>
  <inkml:trace contextRef="#ctx1" brushRef="#br1" timeOffset="9314.91">20030 940 2318 0,'-16'5'251'0,"1"2"-208"0,1 2-47 16,3 3-18-16,1 0 51 0,3 2 30 0,-1 3 1 0,1-2 3 15,4 0-36-15,2-1-21 0,1-14 5 0,0 1-9 16,0 0 5-16,24 36 3 0,-9-26 2 0,6 2 2 16,1-5 5-16,1-2-1 0,6 0-5 15,4 0 2-15,2 0-8 0,8-2 2 0,1 5-1 0,0-4 2 16,1 2 8-16,-1 0-7 0,1 0 1 0,-4 0-3 15,-1 1-2-15,-1 1-2 0,-3 0 3 16,-3 0-3-16,1 0 7 0,-3 1-3 0,-4 0 0 16,-3 1-1-16,-3 3 5 0,-4 2 6 0,-4-1 2 15,-5 3 1-15,-1 2 7 0,-4 0-9 0,-1 3 6 16,-4 0-7-16,-1 0 6 0,0 1-7 0,-2-1-2 0,-1 2-2 16,-1-2-3-16,0 0-1 0,-1 1 2 0,-2-5-2 15,-1 7 1-15,0 0-7 0,-1 3 2 0,-2 3-4 16,-2 1 1-16,2 0 2 0,0 2-4 0,0-1 3 15,0 0-1-15,1-1-2 16,1-2-1-16,3 1 0 0,1-2 0 0,0-1 3 16,2-2 0-16,1 0 0 0,0 0-4 0,1 0 1 0,-1-1-2 0,0 1 2 15,0-1 0-15,1 2 0 0,0-1 1 0,1-3-1 16,1-1-9-16,-2-2-105 0,1-1 18 0,-3-5-50 16,6-15-6-16,0 0-41 15,0 1 0-15,-16 37-17 0,16-38-24 0,0 0-192 0</inkml:trace>
  <inkml:trace contextRef="#ctx1" brushRef="#br1" timeOffset="9494.7">20121 2456 1331 0,'-27'3'147'16,"0"2"501"-16,0 0-643 0,1 1 97 0,2 0 11 15,4-1 39-15,4 2 93 0,16-7-94 0,-1 0-4 16,0 1-37-16,0 0-70 0,0 0 3 16,1 0 0-16,0 0 4 0,26 32 19 0,-1-28 3 0,3 2-2 15,5-1-2-15,3-2-29 0,6 3-24 16,0 1 1-16,3 1-7 0,-1 2 2 0,-4 2-6 15,2 0 3-15,-3 4-4 0,0 2-1 0,2 0-6 16,1-1-19-16,9 0-7 0,3-1-176 0,10-2-253 0,6-3-94 16</inkml:trace>
  <inkml:trace contextRef="#ctx1" brushRef="#br1" timeOffset="19180.12">3600 11535 523 0,'0'0'282'15,"-1"0"148"-15,0 0 15 0,0 1-347 0,0 0-19 16,0 0 1-16,-1 0 13 0,2 0-12 0,-27 37 31 16,27-38-8-16,0 0-5 0,0 0-3 0,0 0-29 15,0 1-4-15,0 0-6 0,0 0 1 0,0 0-11 16,0 0-10-16,1-1 5 0,0 1-8 0,35 21-4 15,-36-22-2-15,0 0-1 0,1 0 0 0,0 0 2 16,42 9-3-16,-43-9 3 0,1 0-4 0,41 4 1 0,-20-2-1 16,0-2 1-16,3 2-1 0,2-3-3 0,0 0-11 15,6-1 2-15,0 0-4 0,1 2-1 0,4-1-1 0,-3 0-3 16,0 0 2-16,2 0-4 16,0 1-2-16,5 0 0 0,6 2 0 0,2-2-5 15,4 2 5-15,-1 0-2 0,2 0 2 0,-2 1-1 0,1-1 1 16,4 1 3-16,4-3 1 0,7 0 7 15,6 0 0-15,0 0-1 0,-4 1 1 0,0 1-5 16,2 0 1-16,4 2 0 0,6-1 1 0,1 0 1 16,-1 1-6-16,-1 4 0 0,0 0-2 0,3 2-1 0,3 0 0 15,5-3 0-15,-2 0 0 0,-2 1 4 0,4-3-4 16,2 1 0-16,6-2 0 0,0 0-1 16,1 0 3-16,1 0 1 0,3-3 1 0,4 2-1 15,-4-3-1-15,4 1 1 0,1 0 0 0,1 0 6 0,1 1-5 16,-1 1 1-16,3 0-4 0,0 0 4 15,0-1-1-15,-2-2-1 0,3 4 1 0,2 0 6 0,-1-2 21 16,1 2-2-16,1-2 6 0,-1-1-20 0,1 1-3 16,0 0-6-16,-1 0 3 0,0 0-4 15,4 1 2-15,-3 0-2 0,1-1 1 0,-1 1-5 0,-1 0 3 16,0-1 2-16,-1 1-1 0,2-1 2 0,1-1-2 16,-2 0 0-16,-1 0 0 0,0 0-1 0,0 0 18 15,0-1-4-15,-3 0 8 0,-3 0-8 0,0 0-2 16,-1 0-2-16,-5-1 1 0,1 1-5 0,-4 0-4 15,2 1 1-15,-7 1-2 0,-7 0 2 0,2 0 0 16,-6-1-3-16,1 1 2 0,-5 0-3 0,-9 1-3 16,-9 0 3-16,-3 0-3 0,-1 0-1 15,-4 0 9-15,-2 0-3 0,-7-1 4 0,-6 1-14 0,-6 0-39 16,-4-2-11-16,-6 1-16 16,-3 0-109-16,-6-2-85 0,-16 0-6 0,1 0-32 0,0 0-75 15,40-5-188-15</inkml:trace>
  <inkml:trace contextRef="#ctx1" brushRef="#br1" timeOffset="19507.91">12613 11517 2088 0,'0'0'165'0,"0"0"-62"16,1-1 9-16,36-24-29 16,-37 25-13-16,1 0 4 0,40-8-6 0,-41 8 4 0,1 0-14 0,38 8-16 15,-39-8 6-15,31 15-10 0,-14-4-4 0,0 0 13 16,1 2-3-16,0 2 9 0,4 4 8 0,-2-1 0 16,1 3 1-16,0 3-1 0,-3-1-6 0,-3 5-9 15,-1 3-3-15,-5 4 0 0,-5 3-8 16,-4 2-5-16,-4 1-5 0,-7 5-1 0,-2-1-20 15,-8-1-1-15,-2-1-3 0,-6-4 1 0,0 0-7 16,-1 0-32-16,0-3-22 0,-2-1-13 0,-3-7-155 16,-6-6-143-16,-1-2-59 0</inkml:trace>
  <inkml:trace contextRef="#ctx1" brushRef="#br1" timeOffset="20529.73">4687 4377 2590 0,'0'0'158'0,"0"0"4"0,0 0-2 0,0 0-153 16,0 0-11-16,1 0 1 0,0 0-1 0,34 9 4 15,-35-9 7-15,0 0-5 0,0 1 2 0,1 41-3 16,-1-40-2-16,0-2-5 0,-10 48 1 0,5-28-2 15,2 0-1-15,1 1 10 0,0 2-2 0,2 0 5 16,1 3 3-16,1 3 4 0,3 3 1 0,0 2 2 0,1 5 0 16,0 1 0-16,2 5 2 0,2 0-1 0,-1 2 4 0,-2 3-9 15,1 4-1-15,-2 5-2 0,1 6 2 0,0 3-2 16,1 2 11-16,0-1-6 16,1 2 26-16,-2 3-10 0,2 5 0 0,-1 5-3 15,1 1-3-15,0-3-8 0,0 3 2 0,0 5-4 16,1 4-3-16,-1 3-2 0,1-4-3 0,-2 5 1 15,-2 1 1-15,-1 3-5 0,-1 5 6 0,-1-5-5 16,-1 5 7-16,0 2 41 0,-1 2-16 0,-1-2 22 0,0-1-43 16,1 3-4-16,-1-1-1 0,-1 2-1 0,0 0-6 15,-1 2 3-15,-1 0 0 0,-1 2 2 0,-2-1-3 0,-1 2 2 16,-1 0-3 0,0 0 4-16,-1-1-1 0,0 2-4 0,0 1 1 0,2-2-3 15,-1 2 0-15,2-1 2 0,-1-1 1 0,1 1 0 0,1-3-3 16,0 0 6-16,1 0-9 0,2 1 7 15,-1-1-7-15,2 0 5 0,-2 2 0 0,0 0 2 0,0 1-2 0,-2 3-3 16,1-2 2-16,-2 0-2 0,1-1 7 16,0-1-4-16,0-2 4 0,1-2-3 0,2-1 22 15,0-2-11-15,2-1 2 0,0-3-7 0,0 1-7 0,0-7-2 16,0-1 6 0,2-1-3-16,-1-1 5 0,2 1-3 0,-1-4-5 15,1-2 2-15,0-1-3 0,0 1 1 0,2-2 4 0,-1-5-1 16,0-5 5-16,-1-2-3 0,1-4-1 0,-1-4-2 0,0 1-6 15,-1-3 8-15,-1-2-4 0,0-5 7 16,-1-3-7-16,0-2 2 0,-1-5 0 0,-1-3 0 16,-1-3-2-16,2-7-14 0,0-2-8 0,1-9-8 0,0-2-85 15,0-25-153-15,0 1-23 0,0 0-67 16,0 0-319-16</inkml:trace>
  <inkml:trace contextRef="#ctx1" brushRef="#br1" timeOffset="21113.67">4663 4254 1984 0,'0'0'67'0,"0"0"-22"0,0 0 6 0,0 0 1 15,0 0-4-15,0 0 11 0,0 0 9 0,0 0-2 16,0 1 21-16,-1 0-20 0,0 0 1 0,-40 39-9 16,41-40-16-16,-1 1 0 0,0 1 0 15,-39 43 0-15,27-29 6 0,-1-1-10 0,-3 4-1 16,1 1-5-16,-4 1-23 0,-1 1 4 0,-1-1-5 16,-3 2 4-16,1 2-13 0,-2 3 2 0,1 2-3 15,-1 0 2-15,1 1-2 0,-2-5 3 0,2 1 0 16,1-5 1-16,1-2-7 0,3-3-72 0,5-3-4 15,1-5-31-15,14-9-66 0,0 0-78 0,-1 0-11 0,1 0-51 16,0 0-309-16</inkml:trace>
  <inkml:trace contextRef="#ctx1" brushRef="#br1" timeOffset="21326.55">4669 4186 1996 0,'0'0'88'0,"0"0"-3"0,2 0 1 0,-1 0-3 0,40-11-11 15,-41 11 17-15,0 0-3 16,1 0 8-16,0 1-4 0,39 32-11 0,-40-33-6 16,27 25-1-16,-7-11-20 0,2 2 4 0,4 2 0 15,3 1 1-15,2 0-10 0,2 3-14 0,0 0-2 0,0 0-3 16,-1 0 8-16,0-3-5 16,2 2 4-16,3-2-7 0,2-4-10 0,2 0-10 0,-3-1 3 0,-1-1-5 15,-2 0 3-15,-3 1-4 0,-4 0-1 0,-2-3-12 16,-4 0-136-16,-1-1-482 15</inkml:trace>
  <inkml:trace contextRef="#ctx1" brushRef="#br1" timeOffset="23763.94">4851 5325 1491 0,'0'0'167'16,"0"0"66"-16,0 0 13 0,0 0-136 0,0 0-26 0,0 0-27 15,0 0 10-15,0 0-7 0,0 0 18 0,0 0-26 16,0 0-2-16,0 0-8 16,0 0-14-16,1 0-2 0,0 0 1 0,43 2 0 15,-44-2 11-15,1 0-4 0,39-1 2 0,-39 1-2 16,34-1-2-16,-16-1-5 0,1 1 5 16,2-2-5-16,1-1 1 0,5-1-10 0,3 1-6 15,4-1 1-15,2-1-8 0,0 0-3 0,3 1 1 0,3 2-2 16,0-1 0-16,-1 1 2 0,-1-1-2 0,2 1 2 0,-3 0-1 15,6 0-3-15,2 0 5 0,6 0-5 16,3 0 5-16,1 0-2 0,2 0-2 0,-4-1 0 0,-1 0-1 0,-1 1 0 16,0 1 1-16,5 0 0 0,4 1 1 0,2 0 1 15,1 1 2-15,-3 0-1 16,-4 0 4-16,-1 1-1 0,3 0 7 0,3 0-3 16,6 1 15-16,2 0-14 0,0 0 0 0,-7 0-5 15,-1 1-4-15,0 0 1 0,2-1 2 0,5 2-2 16,1-1-3-16,-3 0 0 0,-4 2 1 0,-3-2 1 15,0 1 4-15,4-1-6 0,1 2-1 0,3-1-1 16,-1 1 2-16,-5 0 1 0,1 0 1 0,-2-1 0 16,0 1 0-16,5-2-3 0,3 2 1 0,2 0-2 15,-4-1 2-15,-6 1 2 0,-1-1 2 0,4 0-2 0,1 0-9 16,4 0 9-16,0 2-6 0,-6-1 8 0,-2 1-3 0,-4-2 1 16,-1 0 1-1,5 2-1-15,2-4-3 0,3 2 1 0,-1 0 0 16,-4-1 1-16,-3 1-2 0,-3 1 2 0,1-1-2 0,4 0 2 15,2 1 4-15,1-3-5 0,-3 1 2 0,-4-1-2 16,-4 0 2-16,-2 1-4 0,-1 0 2 16,3 1-3-16,3 0 4 0,-1-2 3 0,0-1 1 15,-4-1-2-15,-1 0-7 0,-4 0 3 0,-4 0 1 16,0 0 0-16,-1-1 2 0,4 1 2 0,3-2-4 0,1 1 3 16,-2-2-2-16,-5-1-1 0,0 2 1 0,-4 0-1 15,-2 0 2-15,-3 2-2 0,-5-2 1 0,-3 1-1 0,2 1 4 16,-4-5 3-16,2 4-5 0,0 1 5 0,-1-3-5 15,-3 3 0-15,-1-1 3 0,-4-2-1 0,1 2 5 16,-3-3-4-16,-1 1-1 0,-14 3-1 16,1 0 2-16,0 0 4 0,39-3 1 0,-40 3 0 15,0 0-6-15,1 0-3 0,0 0 3 0,0 0-3 16,39 2 3-16,-40-2-3 0,0 0 1 0,2 0-1 16,-2 0 3-16,1 0 0 0,36 4-4 0,-37-4 3 15,0 0-9-15,1 0 6 0,-1 0 0 0,2 0 2 16,33-1 3-16,-35 1-4 0,0 0 2 0,1 0-2 0,0 0 0 15,1 0 2-15,33 20-4 0,-35-20 2 16,0 0-1-16,1 0 0 0,0 0-1 0,0 0 0 0,41 16 0 16,-42-16 1-16,1 0 1 0,0 0 0 0,41 6-6 15,-41-6 8-15,30 1-9 16,-13 0 9-16,2 1-8 0,-1-2 4 0,1 1 4 0,1 1-2 16,-1-2 5-16,-1 0-8 0,-1 0 2 0,-1 0-4 15,1 0 6-15,-2 2-2 0,0-2-1 0,-2 2 0 16,1 0 5-16,-2-2-5 0,0 2 3 0,-1-1-4 15,1 1 3-15,-13-2 3 0,0 0-3 0,1 0 2 16,38 10-3-16,-39-10 2 0,0 0-1 0,1 0 1 0,0 1 5 16,0 0-6-16,35 42 1 15,-36-43-2-15,0 0-1 0,0 1 1 0,17 39 1 16,-17-40-1-16,0 1 3 0,12 40 0 0,-12-41-1 0,0 1 0 16,6 45-5-16,-6-44 3 0,0-2 1 0,3 52 1 15,-3-51 4-15,3 37-4 0,-2-16 1 0,-1-1-3 16,1 2 2-16,-1-2 1 0,1 1-1 0,0 3 1 15,-1-3 3-15,0 4-1 0,-1 0 3 0,0 2-3 0,0 5 1 16,0 5-3-16,-1 0-2 0,1 3 0 0,0 3-1 16,-1 0 4-16,2-1 0 15,-1-1 3-15,-1 0-5 0,2-1-1 0,-2 3 1 16,0 7-1-16,2 0 5 0,-3 4-5 0,1 1 0 16,-2-3-1-16,0 0 2 0,1-2-2 0,-1-1 3 15,2 4-4-15,0 2 1 0,0 4 1 0,0 2 1 16,2-2 1-16,-2-1-1 0,2-2-2 0,0-2 0 0,0 0-1 15,1 4 3-15,0 3-1 0,-1 2 0 0,1 1-1 16,-1-2 10-16,2-2-10 0,1-2 4 0,-3 1-5 16,0 3 3-16,1 4-2 0,-2 3 1 0,1-2-2 15,1-2 6-15,-1-3-5 0,1-1 3 0,1 1-3 16,-2 3 5-16,1 5-6 0,1-1 2 0,1 0-2 16,-1-4 7-16,-1 3-3 0,-2 0-2 0,-2 2 0 15,1 2-2-15,2 0 2 16,-1-1-1-16,1-4 2 0,-1 1 0 0,0 1 0 15,-1 3 5-15,-2 1-2 0,0 0 7 0,0-5 14 16,-1-1-11-16,-1 1 12 0,0 2-15 0,-2 4-5 0,0 0 3 16,-1-3-5-16,1-4 2 0,2 1-1 0,-2-1-3 15,-1 0 1-15,0 4-4 0,2-3 3 0,1-2 3 16,2-6 0-16,0-3 0 0,0 1 0 0,2-2-1 16,-2 2 0-16,1 0-2 0,3-5 6 0,-1-1-1 15,0-6 1-15,0-4-4 0,1-3-2 0,0-2 3 0,-1 0-2 16,1-3 0-16,-1 2 1 0,-1-3-5 15,1-2 3-15,0-3-3 0,1-1 2 0,0-4 0 0,0-2 0 16,-1-2-2-16,0-2-48 0,-1 0-23 0,-1-6-24 16,1 2-241-16,0 0-386 0</inkml:trace>
  <inkml:trace contextRef="#ctx1" brushRef="#br1" timeOffset="24781.19">13513 11753 30 0,'0'0'925'15,"0"0"-340"-15,-2 0 467 0,1 0-870 0,0 0-40 0,0 0-46 16,0 0-7-16,1 0-1 0,0 1 6 0,0 0-28 16,0 0-12-16,-3 37-8 0,3-38 1 0,0 1-20 0,18 42 3 15,-9-26-6-15,2 4 6 16,-2 4 0-16,-5-5-4 0,12 8 1 0,0 2-3 16,2 2-2-16,-2 0-6 0,1-1 0 0,1-6-3 15,-1 4-6-15,0-2 0 0,-1 3-1 0,-1 5 0 16,-1 0-2-16,-1-2-5 0,3 0 0 0,-6-2-3 15,3-2 8-15,-2-1-3 0,-2-3 3 0,1-2-4 16,-1-2 2-16,-1-3-23 0,1-4-8 0,-9-14-9 0,0 1-48 0,1 0-41 16,0 0 1-1,0 0-20-15,0 0-47 0,0-1-68 0,0 0-14 16,34-26-24-16,-28 4-127 0</inkml:trace>
  <inkml:trace contextRef="#ctx1" brushRef="#br1" timeOffset="24961.14">13874 11860 1541 0,'1'-15'147'0,"0"0"198"16,-1 2-117-16,0 13-46 0,0-1-10 0,0 0-11 16,0 0-17-16,0 0-38 0,0 0 1 0,0 1-19 15,-1 0-27-15,-28 27 2 0,14-3-3 0,-2 4 1 16,-1 5-8-16,0 6-18 0,-2-1 0 0,-5 5-8 16,0-1-20-16,-5 2-7 0,2 4 0 0,-5 3-1 15,0 3-2-15,-4 0-84 0,3-4-20 0,-1-4-35 16,3-3-170-16,5-6-163 0,3-3-155 0</inkml:trace>
  <inkml:trace contextRef="#ctx0" brushRef="#br1" timeOffset="31220.02">7644 9193 0,'0'0'0,"0"0"16,0 0-16,24-27 15,-24 25 1,5-3-1,-5 2-15</inkml:trace>
  <inkml:trace contextRef="#ctx1" brushRef="#br1" timeOffset="28241.29">3573 3730 715 0,'0'0'372'0,"0"0"-145"0,0-1 197 0,0 0-278 0,0 0-18 16,0 0 5-16,0 0-46 0,0 0-2 15,0 0-9-15,0 0-18 0,0 0-17 0,0 0-2 16,0 1-4-16,0 0-1 0,0 0-12 0,3 31 7 16,-3-10-9-16,0 2 13 0,-1 2-2 0,1 2-1 15,-3-2-1-15,6 4 2 0,-3-6-13 16,0-1 3-16,4 1-9 0,0-5-15 0,-1-1 6 16,4 2-3-16,0-10 5 0,-7-9-3 0,1 1 5 15,0 0 2-15,0 0 1 0,39 28 2 0,-40-29-4 0,33-2-5 16,-17-2 1-16,6-7-4 0,-1 3-1 0,-1-5 0 15,4-4 0-15,0-4-5 0,-1-4 6 0,-1-2 5 16,-1-1-1-16,-2-2 0 0,-2 2 0 0,-2-4-2 16,-2 3 4-16,-1-1 3 0,-3 4 15 15,-2 0 6-15,-3 3 3 0,0 1 17 0,-3 2-9 0,-1 4-2 16,0 4-2-16,-2-2 3 0,-2 2-4 0,-1 0 5 16,5 12-5-16,0 0-11 0,0 0-6 0,-1 0-6 15,0 0 1-15,0 0-14 0,0 0-1 0,-35 8 0 16,36-8-1-16,-9 33 4 0,4-7 6 15,1 6 2-15,1 6 0 0,0 3-4 0,0 6-1 16,3 3-3-16,0 6 3 0,0-2 4 0,-1 6 1 16,0 2 9-16,-1 4-3 0,0 6 20 0,-2-3 8 0,-1-2-7 15,-1-9 7-15,-1-3-4 0,0-2 0 0,-2-1 0 16,-2 2-3-16,0-3-10 0,0-6-4 16,-2-5 2-16,0-6-4 0,-2-5-12 0,-2-5 4 15,-1-4-4-15,-2-4 5 0,1-1-1 0,-1-3-3 16,2-2 7-16,-2-5-7 0,0 0 0 0,0 0-61 15,-2-5-14-15,-2-4-29 0,-3-1-159 0,-1-2-284 16,0-7 690-16</inkml:trace>
  <inkml:trace contextRef="#ctx1" brushRef="#br1" timeOffset="29463.05">11659 11415 1094 0,'0'0'310'15,"0"0"-102"-15,0 0 158 0,0 0-207 0,0 0-32 0,2 0-13 0,-1 0-6 16,0 0-15-16,-1 0 16 0,0 0-37 0,0 0-12 15,0 0-3-15,0 0-3 0,0 0-12 0,0 0 14 16,0 1-4-16,-19 42 6 0,19-43-13 0,0 1-10 16,-13 38 0-16,13-39-5 0,0 1-15 0,-9 51-7 15,5-32 1-15,1 2-2 16,1-2 0-16,-2 1-4 0,2-2-3 0,1 0 2 16,1 1 3-16,0-2-6 0,0 1 1 0,0-2-5 0,1-3-7 15,2 1-88-15,-1 1-7 0,3-1-38 0,0-1-92 16,0 3-37-16,0-2-19 0,3 3-18 0,-3 1-189 15</inkml:trace>
  <inkml:trace contextRef="#ctx1" brushRef="#br1" timeOffset="29670.88">11698 12122 1469 0,'0'0'126'0,"0"0"258"16,0 0-237-16,0 1-6 0,0 0 7 0,0 0-5 0,-12 42 36 15,12-43-40-15,0 1 7 0,-2 44-25 0,1-25-34 0,0 4-23 16,1 1 3-16,-1 1-9 0,1 2 0 16,0 2-13-16,-2-1-5 0,2 2-5 0,0-3-22 15,-1 2-11-15,0-4 3 0,0 1-7 0,-1-2-21 0,-1 2-133 16,0-2-20-16,-1 5-57 0,-1 0-230 0</inkml:trace>
  <inkml:trace contextRef="#ctx1" brushRef="#br1" timeOffset="30994.75">3890 5417 1316 0,'0'0'118'0,"0"0"32"0,0 0 21 0,0 0-85 0,0 0 7 16,0 0 50-16,0 0-4 16,0 0 9-16,0 0-34 0,-1 0-32 0,1 0-3 0,0 0-10 15,-1 2-15-15,0-2 0 0,0 1-2 0,-20 34 0 16,21-35-2-16,0 1-12 0,0 0-1 15,-15 46-4-15,15-47-6 0,0 1 2 0,-16 44-3 0,11-27 1 16,-1 2-9-16,2-1-8 0,-1 2 0 0,2-1-2 16,0 0 4-16,0 0-9 0,0 2 4 0,0-1-7 15,0 0 5-15,-1-2-5 0,2-3 1 0,0 0-2 16,0-1-1-16,2-15 2 0,0 1 2 0,0 0 1 16,0 0-2-16,1 34 6 0,-1-35-4 15,0 0 5-15,0 0-2 0,0 0-13 0,0 0 1 0,0 0-6 16,1-1-3-16,0 0 2 0,26-37 0 0,-27 37 0 15,15-32 1-15,-7 13 11 0,0-1-5 0,0-2 6 16,-1 0-1-16,2 0 1 0,-1 1 0 0,0 0 1 16,1 1 4-16,-2 2-7 0,1-2 6 0,-3 0-6 15,1-1 5-15,-1 0 3 0,1 5-4 0,-3 1 3 16,1 3 5-16,0 3 0 0,-4 10 4 0,0 0-2 16,0-2 12-16,0 1 5 0,0 0-3 0,0 0 2 0,0 0-3 15,0 0-4-15,0 0 2 16,0 0-3-16,0 0-1 0,0 1-17 0,0 0 4 15,0 0-7-15,-1 0 1 0,0 1 1 0,0 0 1 16,-28 48 0-16,25-30-2 0,0 6 5 0,-2-2-3 0,0 1 4 16,2 0-6-16,-2-1 2 0,1 0-4 0,-2 0 3 15,2 2 6-15,-1-3-5 0,2 1 2 0,0-3-4 16,1-3-2-16,0-2 4 0,3-15-2 0,0 1 3 16,0 0 0-16,0 0 1 0,0 0 2 0,0 0-3 15,0 0-4-15,0 0-8 0,0 0 4 0,0 0-3 16,0-1-2-16,0 0 0 0,0-1-4 0,19-32 4 15,-12 13-4-15,0-3 9 0,1-2-4 0,-2-2 7 16,1 0 1-16,-2-3 0 0,-1 0 1 16,-1-4 0-16,-2 1 1 0,2 6 0 0,-1 3 0 15,0 8-1-15,-2 16 5 0,0-1 3 0,0 0 1 0,0 0 0 16,0 0 6-16,0 0 0 0,0 0-5 0,0 1 2 16,0-2-9-16,0 2-2 0,-1 0 3 0,-21 21-3 15,14 0 3-15,-1 8-3 0,1 6 2 0,0 1-3 16,0 5 7-16,1 0 0 0,-2 2 3 0,1-2-3 15,0-1-2-15,1-6-4 0,1-2-1 0,2-4-1 16,1-2-6-16,2-2-265 0,0-1-48 0,2 2 25 16,7 2 1004-16</inkml:trace>
  <inkml:trace contextRef="#ctx1" brushRef="#br1" timeOffset="41037.32">3002 2848 1704 0,'-13'7'37'0,"3"0"-24"0,10-7 11 15,-1 0 25-15,0 1 10 0,1 0-17 0,-2 0 17 0,-30 39-20 16,32-40 22-16,-1 0-31 16,0 1 3-16,0 0-13 0,0 0-4 0,-19 39-11 15,20-40-1-15,0 1-2 0,0 0 1 0,0 0 15 0,9 39-2 16,-9-40 8-16,0 0 4 0,1 0-4 0,0 0 3 0,0 1-4 16,42 18-4-16,-43-19 7 0,1 0-1 15,38 3 3-15,-38-3-7 0,-1 0 5 0,53 0-8 0,-52 0 8 16,35-4-11-1,-16 3-7-15,3 1 6 0,4 2-6 0,-2-2 3 0,5 1-7 16,-1 2 2-16,3 0-3 0,1 1-1 0,-2 0 0 16,2-1-3-16,-2 2 2 0,2 0-1 0,0-1 2 15,0 3 1-15,1-4 0 0,0 1 1 0,4-1-6 0,1-5 4 16,4 0-3-16,3-1 7 0,2 2 5 16,0-1-4-16,-2-1 6 0,-1 2 7 0,-1 1-8 15,-4 0 3-15,0 1-5 0,-2 0-4 0,4 1-1 16,6 0 2-16,3 1-3 0,-2 2-4 0,-2-2 3 0,-1 1-5 15,-2-1 4-15,1-1-2 0,-3-1 0 0,2 1 5 0,1-3-4 16,6 1 1-16,6 0 0 16,2-2-1-16,0 1 2 0,-3 1 8 0,-5-2-5 15,1 3 5-15,0 0-5 0,1-1 1 0,5-1-3 16,1-1-3-16,2 0 0 0,-1-1-2 0,-5 3 0 0,-2 0 1 16,-2-1 0-16,0 1 2 0,6 1 5 15,2-2 0-15,2 1 1 0,3-2-1 0,-4-2 8 16,-3 0-6-16,-1-1 6 0,-2 1-8 0,5 1-1 15,4 3 1-15,3-1-1 0,2-2 1 0,-5-3 1 16,-2 3-1-16,-5-1 0 0,2 1-4 0,3 2 1 16,4-2-1-16,3 2 1 0,-1-2 5 0,-6 2-1 0,-2-3 5 15,-3 3-3-15,1 1 3 0,2-1-5 16,4 1-3-16,-1-3 1 0,2-3-4 0,-3 4 0 0,-4-1-1 16,-2-1 0-16,0 0-1 0,3 0 6 0,2-2-3 15,2 0 4-15,1 1-3 0,-5 1-3 16,-3-1 5-16,-4 2-4 0,-3 0 2 0,1 0 0 15,2 0 0-15,2 1 2 0,3 0 14 0,-3 2-9 0,-3 1 3 16,-4-1-5-16,-4 2 5 0,1 1-10 0,-4-2 6 16,-1 2-7-16,3-1 5 0,1-2-5 0,3 1-1 0,0 1-1 15,0 0 3 1,-4-1-1-16,0-1 0 0,-4 0 0 0,-2-1 1 0,-2 1-1 16,0 0 0-16,0 0-1 0,-3-1 0 0,3 0 3 15,-2 1 1-15,2-1 1 0,2 2 2 0,-5-1-5 16,1 0-3-16,-4 0 0 0,2-1 2 0,-3 0 1 15,1 0 3-15,-4-2-1 0,1 1 0 0,-2 0-3 16,-1-2 0-16,1 2 0 0,-2-1 6 0,-2 1-8 16,1 0 3-16,-4 1-4 0,1-3 10 0,3 2-9 15,-1 0 8-15,0 0-8 0,2-1 6 0,-4 1-3 16,0 1-3-16,0-1 2 0,-1 1 1 0,-3-2 5 16,-12 3-2-16,0 0 2 0,1 0-7 0,44-6 6 0,-45 6-1 15,0 0 2-15,0 0-3 0,2 0 1 16,-1 0-1-16,37-7 1 0,-38 7-2 0,0 0-2 15,0 0 3-15,0 0-3 0,0 0 2 0,1 0-1 16,0 0-5-16,0 0 1 0,0 0-23 0,-1 0-49 16,0 0-11-16,0 0-20 0,0 0-96 0,0 0-142 15,0-1-52-15</inkml:trace>
  <inkml:trace contextRef="#ctx1" brushRef="#br1" timeOffset="48351.99">4815 2874 1331 0,'0'0'21'0,"0"0"-38"0,0 1 3 0,0 0 2 16,0 0 9-16,0 0-6 0,20 38 5 15,-20-39-5-15,0 0 40 0,0 0 12 0,1 1 5 16,0 0 1-16,39 35 18 0,-40-36 17 0,1 0 0 16,37 21 6-16,-23-12-6 0,2-2-31 0,3 2-1 15,2-2-12-15,5-2-19 0,-1-3-9 0,5 1 2 0,6 2-5 16,1 0-1-16,5-1 13 0,3-1-6 0,0-3 8 15,2 0-6-15,-3 1 13 16,0 1 4-16,0 1 3 0,0 0 11 0,3-2-8 0,4 2-1 16,5-1-2-16,2-2-14 0,1 1 1 0,0 1-8 0,-3-2 4 15,-1 1-12-15,3-3-5 16,1-1 5-16,4 1-4 0,3-3 4 0,1 3-4 0,-2 0-2 16,-4-4 0-16,-2 2-2 0,2 2 8 0,4-4-7 0,3 4 7 15,0-1-7-15,-1-1 5 0,-5 1 5 0,-4 2-2 16,3-2 0-16,1 1-4 0,1-1 1 0,4-1 0 15,-5 0 6-15,0 0-9 16,-4 0 7-16,-3 2-8 0,-1-2 3 0,4 2 4 0,2-1-6 16,1-1 5-16,0 3-1 0,-8-3-4 0,-3 1 4 15,-5 2-4-15,-4-3 4 0,1 4-6 0,-3-1 4 16,1 0-3-16,1 1 9 0,-4 1-6 16,-3-1-3-16,-3 0 0 0,-4 1 5 0,-3-1-4 15,-3 2 3-15,-3 2-3 0,-2-2 6 0,-17-2 2 0,1 0 3 16,0 0 0-16,0 0 8 0,35 18 6 0,-36-18 2 0,0 0 1 15,0 0-1-15,0 0 1 16,0 0-6-16,-2 0 3 0,1 1-14 0,-42 16-6 0,42-17-5 16,-34 1 0-16,14-1-8 0,-4 2 7 0,-2-2 0 15,-4 0 3-15,-3 2-4 0,-2 0-1 16,-4 0 0-16,0-2 0 0,2 0-5 0,-2-1 4 16,-2 1-6-16,-3 2 4 0,-6 0-22 0,-7 0-9 0,-5 3 4 15,-5-1-7-15,-2 0 3 0,1 1-4 0,-1 1-1 16,-3 1 1-16,-5 1 17 0,-8 0 10 15,1-1 4-15,-1-2 0 0,5 3 10 0,0-1 7 16,-3-2-1-16,-1 2 1 0,1-2-9 0,0 1 4 16,2 0-4-16,1 0 4 0,-5 3 0 0,0 0-2 0,0 1 4 15,5 2-4-15,1 0-1 0,-2-1 1 0,-5 0-3 16,2 1 1-16,1-1 0 0,6 0-2 0,2 0 3 16,-3-1-3-16,0 0 1 0,0 0 9 15,6-2-1-15,8 0 5 0,7-2-1 0,3-4 3 16,0 1 2-16,2-2-1 0,0 0 1 0,2-3-2 15,5-2-4-15,8 0 3 0,6-1-8 0,9-2-1 16,3 1-3-16,6-2 1 0,2 1-2 0,12 7-14 16,0 0 6-16,-1 0-10 0,0-2-2 0,1 1 4 15,-9-37-3-15,9 38 5 0,1 0 2 0,0-1 4 16,46-31 3-16,-24 24-1 0,2-1 4 0,7-3-5 16,5 3-1-16,6-1-2 0,3-2-4 0,5 0 7 15,-2 1-3-15,2 2 5 0,-1 0-1 16,2 3 0-16,3 0-1 0,5 1 0 0,6 1 0 0,2-1 4 15,1-2-2-15,-3 2 4 0,2 2 4 0,1 2-3 16,3 1 6-16,8 0-6 0,2 0 3 0,-3-3-4 16,1 4 1-16,-3 2-1 0,6-1 5 0,4 1-2 0,3-2-2 15,-2-3 1-15,-3 1 1 0,3 1-1 0,3 0-1 16,4 1-1-16,1-1-3 0,-6 0 11 16,-1-1-4-16,4 1 7 0,2-1-5 0,1-2 4 15,-6 3 3-15,-2-2 0 0,1 4 0 0,3 1-5 16,0-3 3-16,-5 1-2 0,-8-1 8 0,1 0-5 15,0 0 2-15,2 1-3 0,0 1 9 0,-7-1-10 16,-7 2-1-16,-4 1-2 0,3-3 0 0,0 1-3 16,-3 2 4-16,-3-4-3 0,-8 4 2 0,-4 0-4 15,-6 2 1-15,-7 0-1 0,-5-1 5 0,-1-1 1 16,-7 2 0-16,-3 0 0 0,-1 1-3 0,-7-2 6 16,2-2-1-16,-14-3 3 0,0 0-3 0,1 0-29 0,1 1-10 15,-2 0-11-15,0 0-59 0,0 0-80 0,0 0-7 16,0 0-41-16,-3 34-173 0</inkml:trace>
  <inkml:trace contextRef="#ctx1" brushRef="#br1" timeOffset="57758.92">4923 3090 1006 0,'0'0'96'0,"0"1"23"15,0 0 7-15,0 0-105 0,-6 34 16 0,6-35 18 16,0 0 19-16,0 1-12 0,0 0 54 0,0 0-4 16,0 0-3-16,1-1-5 0,0 0-32 0,0 0-7 15,45 14-3-15,-46-14-1 0,1 0-16 0,47-1-4 16,-47 1 5-16,0 0-4 0,53-1 1 0,-31 1-11 15,2 0-6-15,7 0-1 0,1-1-21 0,3 0-3 0,2 0 4 16,2-3-3-16,2-1 0 0,-2-1 5 16,5 2 2-16,-2 0 3 0,0 1 17 0,4 0-3 0,1-3-5 15,8 1 3-15,1-1-5 0,1-1-11 0,0 3 5 16,-5 0-7-16,1 4 0 0,-5-1-3 0,1 1 1 16,3 0-2-16,1-1-1 0,5 0 6 0,1-2-5 0,0 2 4 15,0-2-3-15,-2 1 0 16,2 1 1-16,1-3-1 0,4-1 4 0,4-1-3 0,0-2 5 15,-1 0-4-15,-4 2 11 0,-3-1-6 0,2 1 4 16,1 0-5-16,2 3 4 0,-1-2-9 0,-1 0 6 0,-6 2-6 16,-3-1 4-16,-7 2-5 0,-1 2-3 15,1-4 1-15,-1 1 5 0,0-1-3 16,-3-2 2-16,-5 1-3 0,-3 0 10 0,-4 1-6 0,-5 1 3 16,-4-2-5-16,-4 2 5 0,-4 0 1 0,-15 3 7 15,1 0-3-15,0 0 19 0,0 0 19 0,0 0-5 16,0 0 8-16,-1 0-20 0,0 0-5 0,0-1-1 0,-1 1-2 15,-41-15-7-15,22 13-5 0,-1 0 1 0,-5-1 0 16,0 0 1-16,-4 0-4 16,-2-1 3-16,-5-2-3 0,-1 1-5 0,-2 2-3 15,0-1-4-15,0 1 3 0,-1 1-4 0,-3 1 0 16,-4 0-3-16,-7 2 2 0,-3 0-3 0,-9 2-7 0,0 1 3 0,0 1-5 16,-1-1 8-16,2 2 5 0,-1 0 0 0,-6 1 2 15,-2-2-2-15,3 2-2 0,0-1 1 0,4-2-2 16,1 3 7-16,-3 0-4 15,-2 2 0-15,-5 0-1 0,1 2 1 0,4-2 3 16,1 2 0-16,3 0 0 0,-3 2-3 0,-1 1-1 16,1 0 0-16,0-3 0 0,7 1-1 0,6-1 4 0,4 1-2 0,2 4 3 15,0-2-7-15,1 0 6 16,2 0-2-16,6-2 4 0,1-3-4 0,8-1 0 0,5 0 0 0,5-2 0 16,4-1-4-16,4 0 1 15,16-5-2-15,-1 0 0 0,0 0-8 0,0 0-34 16,0 0 7-16,0 2-16 0,0-2 3 0,1 1 28 15,0 0-4-15,31 21 13 0,-5-21-2 0,7-2-2 16,9-1 2-16,8 1-1 0,3-1 10 0,4-1 0 16,2 0-1-16,-2 0 2 0,0 1 4 0,5 2-5 15,5-1 4-15,7 1-3 0,4-1 5 0,0 1 1 0,-2 1-2 16,1 0 2-16,1 2 2 0,8 1-1 0,2-1 1 16,0 1-1-16,-2 1 1 0,0 0 0 0,2 1 0 15,3-2 0-15,2 1 0 0,-6 1 2 0,-1 0-2 16,-1 1 3-16,1-2-4 0,2-1 0 15,-2 1 1-15,-9 0 0 0,-2 0 0 0,-3-1 5 16,-1-1-3-16,0 0 3 0,-2-1-8 0,-10 0 6 16,-5-1 0-16,-9 0 3 0,-6-1-6 0,-6 1 9 0,-4-1-4 15,1 0 7-15,-5 0-6 0,-3 0 15 0,-22 0 0 16,1 0 9-16,0 0 28 0,0 0 11 16,-1 0-9-16,0 0 7 0,-20-15-21 0,-4 8-18 15,-4-2 7-15,-4 1-12 0,2-1-6 0,-7-2-5 16,-1 1 3-16,-7-2-4 0,-3 2-8 0,-5-2 2 15,-5 0-3-15,-4 1 3 0,-2-1-8 0,1 2 3 0,-2 1-6 16,-1 2 5-16,-6-1-3 16,-11 2-2-16,2-3-1 0,-2 3 1 0,2 1-1 0,-2-3 2 15,-5 3-1-15,-7-3 0 0,3 3-4 0,3 2 10 16,1-1 1-16,6 0 3 0,-3 1 2 0,3-1-8 16,4 0 6-16,8 3-5 0,4-1 10 0,8 1-8 15,0 0-1-15,1 0-1 0,3 0 2 0,5 0-1 0,5 1-2 0,8-2 0 16,7 3-4-16,7-1 4 15,4-3-2-15,7 5 2 0,11-2-5 0,-2 0-6 16,2 0-3-16,-1 0-3 0,0 0-19 0,1 0 2 0,0 0 3 16,0 0 0-16,0 0 11 0,33 9 13 0,-12-9-8 15,12 2 7-15,0-2-18 0,13-1 15 16,3 1 2-16,3-2 3 0,2 2 6 0,-1 0-8 16,-1-1 7-16,1 0-7 0,0 1 7 0,4 0 5 15,6 0-6-15,3 2 5 0,2-2-1 0,-1 0-2 16,-3 0 2-16,-1 0-2 0,0 0-1 0,4 0 3 15,5 0 0-15,2-2 1 0,0 2-1 0,-7 2 0 16,0 1-1-16,0 0 1 0,2 1 0 0,4-4 0 16,-1 0 0-16,-1 1 1 0,-6 0 8 0,-2 2-6 0,-1 0 2 15,3-1-2-15,1 2 1 0,-1-2 3 0,-4 1-2 16,-7 1 1-16,-4-2-1 0,-7 4-5 16,1 0 4-16,-4 1-3 0,0 0 3 0,-1-1 1 15,-3-2 1-15,-3 1 0 0,-3 0 3 0,-5 0-2 16,-4 0 4-16,-3 1-3 0,-6-1 12 0,-12-5-2 15,0 0 2-15,1 0-1 0,1 0 4 0,-2 1 4 16,0-1-7-16,0 0 0 0,0 0-63 0,0 0-91 16,0 0-18-16,0 0-29 0,-2 0-119 0,-37-14-190 15</inkml:trace>
  <inkml:trace contextRef="#ctx1" brushRef="#br1" timeOffset="62850.01">4523 3199 2203 0,'0'0'36'0,"0"0"-10"0,0 0 23 0,0 0 48 16,0 0 21-16,0 0-24 0,-1 0 0 0,1 0-2 0,0 0-6 15,-1-1-41-15,0 0 11 0,0 0-19 0,1 0 20 16,0 0-23-16,0 0 0 0,13-37-9 0,-13 38-16 16,0 0 2-16,1-1-3 0,0 0 4 0,43-37-1 0,-44 38-4 15,1-1-1-15,37-26-1 0,-18 20 1 16,2-2 2-16,7 4-3 0,2-3 2 0,-1-2-7 0,0 1 5 15,2-3-4-15,0 4 3 0,1 2-9 0,1 1 4 16,-2 1 1-16,1 1 0 0,-1-3 1 16,0 2 0-16,1 2-1 0,2-1 0 15,7 2 2-15,2 0 4 0,2-2-6 0,3 1 4 16,0 1-4-16,1 1 0 0,-3-1 5 0,1 1-3 16,-1-2 2-16,5-1-3 0,4 3 2 0,4-3-3 15,2 0-2-15,1 1 5 0,-2-2 1 0,-4 1 7 16,-1 1 46-16,2 0-38 0,1-2 16 0,8 3-26 15,-1-2 2-15,0 2-2 0,-2 0-4 0,-5 0 2 16,-3 1-7-16,1-1 3 0,3 1 0 0,2-2-1 0,3 2-4 0,-1 0 1 16,-2 1 2-16,-4 1 1 0,0 0 4 0,0 1-6 15,1-1 0-15,3 0 0 16,0-1 5-16,-1 2-2 0,-6-3-2 0,-5 2 0 16,-3 2 6-16,-3-1-3 0,0 0-2 0,1 2 0 15,-1-2 0-15,-3 3-1 0,-2 0 6 0,-2 1-5 0,-4-4-1 16,-4 1-255-16,-2-1-33 0,-4-3-124 15,-3 0-570-15</inkml:trace>
  <inkml:trace contextRef="#ctx1" brushRef="#br1" timeOffset="63781.69">18081 6354 2347 0,'-10'4'54'0,"10"-4"18"0,-1 0 0 0,1 0 0 15,0 0 17-15,0 0 7 0,0 0-6 0,0 0-15 0,35-9-16 16,-12 0-7-16,8-5 0 0,1-1-8 16,-7-14-8-16,14 14 2 0,3 1-3 0,2 1-1 15,0 0-7-15,3 2-6 0,-5 2 2 0,-1 2-11 16,-6 3 5-16,-2 1-2 0,-3 3 3 0,-2 2-4 15,-2 0 5-15,-4 3-4 0,-2 2 3 0,-3 1-10 0,-2 0 2 16,-4 1 4-16,-5 6-2 0,0 0-2 0,-6 4-4 16,-2 1 1-16,-5 3-2 0,-3-1 2 0,-5 4-10 15,0 1 3-15,-2 2-3 0,-1 0 6 0,3 3-4 16,-1-1-1-16,5 0-2 0,1-2-1 0,4-2 1 16,5-3 1-16,1-2 0 0,1-2 3 0,6-5 2 15,0-1-2-15,8-1 4 0,0-2-1 0,4-2 3 16,5 0 1-16,-1-5 0 0,5 1-5 0,0-5 0 15,2-1 1-15,0-1-1 0,2-2 2 0,-2-2 1 16,0 0-2-16,-4-1 1 0,0-1-2 16,-2-1 5-16,-1 0-2 0,-2 1-1 0,-3-1-43 0,-2 0-73 15,1 1-17-15,-3-2-25 0,2 1-110 0,1 0-95 16,-4 0-32-16</inkml:trace>
  <inkml:trace contextRef="#ctx1" brushRef="#br1" timeOffset="64088.64">19099 6138 2425 0,'0'0'80'0,"0"0"35"0,0 0-73 0,0 0 86 16,0 0-10-16,0 0 32 0,1 1-26 0,0 0-43 15,28 40-6-15,-29-41-15 0,1 1-36 0,27 47 8 16,-17-27-4-16,-1 3 4 0,3 0-10 0,0 0-9 15,2 0 1-15,-1 1-5 0,1-1-3 16,3 3 3-16,0 2 2 0,0 0-2 0,1-1 2 0,0 1-7 16,-1-4 2-16,0-2-2 0,-1-1 4 15,-2-4-6-15,2 0 3 0,-5-3-4 0,0-4 8 16,-12-11-36-16,1 0-8 0,0 1-17 0,0 0-80 0,36 17-64 16,-37-18-7-16,0 0-23 0,0 0-64 0,1-1-154 15,0 0-185-15</inkml:trace>
  <inkml:trace contextRef="#ctx1" brushRef="#br1" timeOffset="64282.27">19560 6055 1351 0,'0'-1'720'0,"0"0"-472"0,0 0-82 16,0 0-54-16,-15-35 109 16,15 36-76-16,-1 0-1 0,0 0-30 15,-43 19-40-15,26-6-23 0,-3 4 6 0,-3 5-12 16,-1 2 1-16,-2 5-11 0,-5 2 1 0,-1 2-5 0,-2 3-15 15,-3 2-9-15,3 1 2 0,0-1-3 0,1-2-2 16,8-2-4-16,0-4-3 0,3 1-1 0,8-2-24 0,1-5-105 16,2-2-11-16,6-7-40 0,2-1-97 0,4-14-53 15,0 1-24-15,0 0-48 16,1 0-481-16</inkml:trace>
  <inkml:trace contextRef="#ctx1" brushRef="#br1" timeOffset="64554.61">19587 6401 983 0,'-16'-1'135'0,"16"1"346"16,0 0 227-16,-1 0-598 0,-42 2 97 0,43-2-15 16,-2 0 10-16,2 0-25 0,-1 0-67 0,0 0-45 15,0 0 1-15,1-1-16 0,0 0-15 0,8-36-1 16,-8 37-7-16,1-1 4 0,46-21-14 0,-25 18-3 15,0 0-2-15,2 0 0 0,3-1-5 0,-1 2-3 16,2 2 2-16,1 0-3 0,1 2-1 0,-3-1-1 16,1 0 0-16,-4 2-1 15,1 0 0-15,-4-1 5 0,0 1-1 0,-4-2 2 0,-1 0-8 0,-16 0-97 16,1 0-15-16,0 0-43 0,43-4-184 0,-44 4-267 16</inkml:trace>
  <inkml:trace contextRef="#ctx1" brushRef="#br1" timeOffset="65148.42">20208 5997 1881 0,'0'0'89'0,"0"-1"61"15,0 0 38-15,8-38 6 0,-8 39 19 0,0 0-65 16,0 0-6-16,1 0-15 0,0 0-55 0,-1-1-27 16,1 1 3-16,0 0-9 0,0 0 4 0,0 0-10 0,1 1 0 15,-2 0-5-15,35 47-12 0,-32-26-1 0,0-1-4 16,1 2 3-16,-2 1-2 0,-1-1 0 16,1 2-2-16,0-1 1 0,1-2-5 0,0 0-5 15,1-2 3-15,2-3-4 0,1-2 3 0,0-2 0 16,4-4-2-16,2-1 1 0,1-1 3 0,2-5 9 15,3-5 2-15,3-2 2 0,1-3 5 0,2-2-5 16,2-2 1-16,-2-4-2 0,1-2-6 0,-3 0 7 16,1-1-4-16,0-1 6 0,3 0 1 0,-3-2-8 15,-1 1 0-15,-2 0-2 0,-5 2 3 0,-3 1-1 16,-2 2 2-16,-4 1-2 0,-2 0 3 0,-3 4-5 16,-2 11 4-16,0-1-4 0,0 0 4 0,0 0-8 15,-18-41 1-15,18 42-3 0,-1 0 11 0,0 0 5 16,-34-9 0-16,35 9 0 0,-1 0-9 0,0 0-6 15,-37 14-3-15,38-14 1 0,-1 1-7 0,-24 40 1 16,18-20 0-16,-1 7 0 0,-1 3-1 0,-1 5 1 16,1 4-3-16,-4 5 1 0,3 5-4 0,-1 2 8 0,-1-1 0 15,4 2 2-15,-1 0-1 16,-1 3 0-16,0 3 1 0,0 3-1 0,0-2 0 0,3-4 1 16,2-2-1-16,0-7 0 0,1-1-2 15,0-2 4-15,-1 0 2 0,0-2 2 0,1-1-2 0,-1-4-3 16,0-5-1-16,0-2-1 0,-2-5 0 0,-1-3 0 15,0-1 0-15,-4-7 0 0,-1-1 0 0,-1-3 0 16,0-2 0-16,-3-5 0 16,-2-1 0-16,-2-2 0 0,-3-4 0 0,-1-6-1 0,-3-2-19 15,-2-6-81-15,-3-8-18 0,-2-5-31 0,-2-7-133 0,-1-2-254 16</inkml:trace>
  <inkml:trace contextRef="#ctx1" brushRef="#br1" timeOffset="65571.57">21314 6374 2168 0,'0'0'182'16,"0"0"-76"-16,0 0 110 0,-1 0-18 0,1 0-27 15,0 0 28-15,-1 0-87 0,0 0-4 0,1 0-17 16,0-1-40-16,0 0-16 0,0 0 1 0,26-34-8 15,-26 35-6-15,1 0-4 0,45-19 0 0,-27 11-1 16,1-1-7-16,1 0-1 0,3 2-4 0,3 1 2 16,2 0-7-16,0 0 2 0,6-2 0 0,-1 0 1 15,2 1 1-15,-3 0-5 0,1 2 1 0,-1 0-1 16,-4 1 6-16,-2 0-6 0,-3 0-18 0,-6 3-2 16,0 1-92-16,-5 0-62 0,-13 0-13 0,1 0-22 15,0 0-95-15,0 0-120 0,0 1-117 0</inkml:trace>
  <inkml:trace contextRef="#ctx1" brushRef="#br1" timeOffset="65849.21">21278 6565 1660 0,'-13'2'154'0,"13"-2"503"16,-1 0-644-16,0 0 118 0,0 0-21 0,0 0 52 15,0 0-37-15,0 1-39 0,1 0-4 0,0-1-12 16,0 0-22-16,33 15-1 0,-10-18-4 0,5-1 1 0,2-1-18 15,4-1 12-15,1 0-8 0,1 1 8 16,2-1-9-16,0 1-10 0,3 0-1 0,0 0-4 0,-1 4-5 0,-1 0 0 16,-1 0 1-16,-3 1-2 15,0-2-4-15,-6 1 5 0,-1 1-3 0,-3-1 2 16,-3 1-11-16,0 0 7 0,-3 0 4 0,-3-1 1 16,-1 1-2-16,-15 0 2 0,1 0-9 0,0 0 2 15,0 0-34-15,35-13-50 0,-36 13-9 0,0 0-19 0,0 0-93 0,0-1-116 16,0 0-28-16,0 0-71 0,0 0-493 15</inkml:trace>
  <inkml:trace contextRef="#ctx1" brushRef="#br1" timeOffset="66287.35">22548 5918 2134 0,'0'0'158'0,"0"0"-66"0,0 0 102 16,0 0 31-16,0 0-38 0,0 0 29 0,0 1-98 15,0 0-7-15,5 37-13 0,-7-19-31 0,-12-7-1 16,10 13 3-16,1 6-1 0,0 2 0 0,-1 5-17 16,-2 4-4-16,1 5-3 0,-1 5-8 0,2 3-18 15,-1-1 0-15,-2 4-8 0,0 2-10 0,-3 3 0 16,3 7 0-16,-2-2 0 0,5 0 0 0,-2-9 0 15,2-1 0-15,4-2 0 0,0-3 0 0,1 0 0 16,-1-4 0-16,0-5 0 0,0-5 0 0,0-4 0 16,1-3 0-16,0-7 0 0,1-2 0 0,-2-5-124 0,0-18-29 15,0 0-60-15,0 1-322 16</inkml:trace>
  <inkml:trace contextRef="#ctx1" brushRef="#br1" timeOffset="68005.87">18281 7438 2008 0,'0'0'61'0,"0"0"-21"0,0 0 37 0,0 0 22 0,1 0-8 0,0 0 9 16,47 14-8-16,-48-14-14 0,1 0 6 0,53 4-48 15,-33-2-11-15,4-2 5 16,1 0-8-16,4 2-3 0,-6-8 13 0,11 8-1 16,-2 0 8-16,1 0 9 0,3 1-9 0,0 1 0 15,5-2-3-15,1 2-7 0,0-3 3 0,3 0-2 0,2 0 0 16,2 0-14-16,-1-2-1 0,1 1-5 0,3 0 3 16,2-1-7-16,3 0-1 0,4 0-1 15,-3-1 1-15,-1 1 6 0,0 0 3 0,-2 2 7 0,0 2-2 16,0 1 8-16,2 0-9 0,0-1-2 0,0 2 0 15,-1 0 4-15,-4 0 2 0,-2 0 3 0,-4-1-2 0,-1 0-4 16,0-1-5-16,1-2 0 16,3-1 0-16,0-1 1 0,0-1-7 0,-2 0-1 0,-3-1-2 15,-1 0 2-15,-4-1 0 0,0 0 2 0,0 3-1 0,1-1-1 16,5 2 21 0,3 0-9-16,-3 0 12 0,-2 2-18 0,-3 0 2 0,0 0-1 15,1 1 1-15,-2-1 5 0,1 1-3 0,-1 0 1 0,1 1-3 16,3-3-3-16,2 3-1 0,0-2 0 0,-3 0-2 15,-4 1-2-15,-3-1 2 0,0 2-3 16,-2-1 2-16,1 0-9 0,-5-1 2 0,-3 1 3 0,2-1 1 16,-2 0 2-16,3 0-2 0,2 1-4 0,1 0 2 0,-2 0 2 15,1 1-4-15,0-1 1 16,-1 1-3-16,-1 0 1 0,1 0 0 0,-1 0 5 0,-2 0-5 16,2 2 0-16,-4 0 3 0,1 0-2 15,-3 0 3-15,-4-1-6 0,3 1 4 16,-3 1-1-16,3 0 3 0,1-2-4 0,-2 2 0 0,0-1 0 0,-3-2-1 15,-1 1-1-15,0 0-32 0,0-1-12 0,-3 0-13 16,1-1-83-16,-2-2-90 16,0-1-15-16,-2-3-38 0,0 0-159 0</inkml:trace>
  <inkml:trace contextRef="#ctx1" brushRef="#br1" timeOffset="72304.57">18476 7559 642 0,'0'0'27'0,"-1"0"0"0,0 0 15 15,0-1 10-15,0 0 16 0,-1 0 20 0,-34-24 5 0,36 25-4 16,0 0 9-16,-1-1 6 0,0 0 4 0,1 0-1 16,-2 0-8-16,1 0-31 0,0 0 1 0,0 0-10 15,0 0 9-15,1 1-20 0,0-1 1 0,0 0-9 16,0 0-9-16,0 0-7 0,0 0 4 0,1 0-5 16,0 1-1-16,0 0 4 0,42-2-3 0,-43 2 6 15,1 0 11-15,39 23-2 0,-21-15 3 0,2-1-4 16,0-1-6-16,0 0 1 0,1-1-5 0,5 0 4 15,3-1-1-15,7-1-13 0,1-1 6 0,1 0-9 16,2 0 1-16,0 0-4 0,-4 0-4 0,3 1 0 16,-5-2-7-16,0 1 0 0,1-1 0 0,0-1 0 15,2 0 6-15,7 0 0 0,-2 0 6 0,3-1-2 16,-1 0 8-16,-3-1 5 0,0 1-6 16,-3-1 6-16,-3 1-11 0,2-1 6 0,-3 0-4 15,-1 0 5-15,3 0-9 0,1 1-1 0,2-1-3 0,4 2 2 16,-3-2-1-16,-1 0-5 0,-1 1 2 0,-3 0-4 15,-1 1-2-15,-1 0 4 0,-1 0-1 0,-1 0 3 16,-1-1 2-16,5 1-1 0,4 0 0 0,2 0-2 16,2 1-4-16,-2-1 1 0,-1 0 1 0,-3 0 1 15,-2 0 3-15,-3 1-4 16,-1 1 3-16,-3-1-3 0,0 1-1 0,1 2 3 0,-1 0-3 16,3 2 2-16,0-1-2 0,2 0 4 0,2 2-3 15,-4-1 3-15,-1 2-4 0,-5-1 0 0,0-1 3 16,-3 2 0-16,0-2-3 0,-3 0 5 0,1 0-4 15,-1 0 4-15,-1 0-9 0,1-2 5 0,3 1-1 0,0-1 2 16,1-1-5-16,3 0 0 0,2 0 3 0,0-1 0 16,3 0 1-16,-2 0 4 0,2-1-5 0,-5 3 6 15,0 0-4-15,-6-2 1 0,0 4 1 0,-2-3-1 16,-1 2 2-16,1 2-6 0,-2-4 2 16,0 2-2-16,1-2 2 0,-3-1 4 0,0-1-4 15,2 0 4-15,-2-1-5 0,3 1 4 0,-2 1-2 0,1-2 2 16,3 2 5-16,-1-2-2 0,2-1 2 0,2 1-3 15,-3-3 4-15,4 2-4 0,-2-1 2 16,1 2-3-16,-2 0-2 0,-2 0 2 0,0 0-3 0,-2 1 3 16,-3-1 0-16,3 2 4 0,-5-2-2 0,-12 0 2 15,1 0-9-15,0 0 5 0,35 2 2 0,-36-2-1 16,0 0-4-16,0 0-41 16,1 0-13-16,0 0-21 0,0 0-142 0,0 0-108 0,0 0-72 15</inkml:trace>
  <inkml:trace contextRef="#ctx1" brushRef="#br1" timeOffset="75512.64">18446 7586 483 0,'0'0'281'15,"0"1"-121"-15,0 0 149 0,0 0-254 0,0 0 25 16,-7 36 22-16,7-37 20 0,0 0-3 0,0 0-3 15,1 1-27-15,-1-1-26 0,1 0-1 0,38 11-11 16,-38-11-26-16,0 0 27 0,45-6-6 0,-27 2 13 0,1 1-5 0,-1-1-11 16,1 1-2-16,-1 0-3 0,4 1-3 15,0 2 8-15,1-1 1 0,2 1 2 0,-3 0-4 0,1-1-21 16,0 1 2-16,2 0-8 0,2 0-5 0,0-1 2 16,3 1-2-16,0-3 3 0,0 1-4 0,1 0-9 15,-2 0 4-15,1 0-4 16,1-1 8-16,2 1-8 0,4 0 3 0,2 1-4 0,0 1 3 15,2-1 1-15,0 1-3 0,-4 1 2 0,3 0 0 16,-2 1 0-16,0-1 2 0,-1 1-2 0,0 0 3 16,3-1-8-16,3 0 6 0,4-1-6 0,2 0 3 15,1 0 4-15,-2 0-5 0,-1 0 4 0,-1 0 1 16,-3 0-3-16,2 1 2 16,-1 0-3-16,4 0 3 0,2 0 0 0,3 0 3 0,0 0-1 15,-2-1-1-15,-1 0 6 0,-1 0-5 0,-3 0 4 16,1 0-3-16,3 0-2 0,3-2-2 0,5 0-1 15,-1 0-4-15,0-1 4 0,-2 1 1 0,-5-1 2 16,0 0 2-16,-1 1 3 0,1 0-2 0,5 1 1 16,2 0-5-16,-3 0 2 0,-1 1 3 0,-4 0-2 15,-3 1 2-15,-3 0-1 0,1-1-1 0,1 1 1 0,2-1 0 16,3 0 1-16,0-1-5 0,-1 0 5 0,-3 1-1 0,-3-1-7 16,-4 1 5-16,-4 0-5 0,-1 0 9 0,-3 0-6 15,2 1 1-15,-1 1-2 0,1 1 5 0,1-1-7 16,-1 1 5-16,0 1-5 15,0-1 6-15,-5 0-3 0,0 0 0 0,-2 0-2 16,0 0 7-16,-4 2-6 0,2-2 1 0,-2 0-2 16,-2 1 5-16,1 0-6 0,-1-1 4 0,0 0-4 15,-2 1 12-15,0-1 33 0,2 0-8 0,0 0 15 16,1 0-22-16,-1 0-17 0,-1 0 3 0,-2-1-6 16,1 1-3-16,-1-1 1 0,-2 1-3 0,-2 0 2 15,2-2-5-15,-2 0 6 0,-2 0-5 0,1-1 6 16,-13 0-6-16,1 0 4 0,0 0-3 0,0 0 2 15,37 4-5-15,-38-4 5 0,0 0-1 0,0 0 3 16,1 0 4-16,0 0-2 0,0 0 6 0,-1 0-10 16,0 0-62-16,0 0-96 0,0 0-21 0,0 0-28 15,0 0-117-15,0 0-273 0</inkml:trace>
  <inkml:trace contextRef="#ctx1" brushRef="#br1" timeOffset="78631.87">18419 8207 1253 0,'-11'-4'267'0,"11"4"127"16,-1 0 26-16,0 0-287 0,-39 7-13 0,39-7-1 0,0 0-2 15,-38 8-5-15,39-8-19 0,-1 0-34 16,-38 28-2-16,29-12-13 0,-1 2-15 0,-2 4-1 16,-1 0-3-16,3 8 1 0,-2 5-15 0,0 6 8 15,0 9 0-15,0 2 3 0,4 4 6 0,2-2 2 16,3 0-5-16,5-6 2 0,3-5-9 0,3-4 0 15,3-1 3-15,2-4-2 0,4-1-4 0,-1-5-27 16,3-5-13-16,2-5-12 0,-1-2-107 0,4-4-154 16,3-3-22-16,1-5-69 0,3-5-297 0</inkml:trace>
  <inkml:trace contextRef="#ctx1" brushRef="#br1" timeOffset="80962.59">18596 7501 2423 0,'0'0'76'0,"0"0"-32"0,0 0 12 0,0 0-8 15,0 0 6-15,-1 0 32 0,0 0-8 16,0 0 8-16,1 0-39 0,0 0 1 0,0 1-5 15,1 0 4-15,39 19-10 0,-13-20-10 0,4 2 0 0,8 0-4 16,5-1-3-16,2-1-1 0,1 0-3 0,3-1 1 16,1 1-8-16,-2-2-5 0,0 1 1 0,7 0-2 15,2-2 1-15,1 0 1 16,1-1-2-16,-6-1 1 0,-4 0 2 0,-6 1 1 0,-3 0 3 16,-5 0-2-16,-5 0-2 0,-6 1-7 0,-2 1-19 15,-4 2 1-15,-4 0-87 0,-15 0-62 0,0 0-9 16,1 0-24-16,-1 0-79 0,0 0-147 0,0 0-131 0</inkml:trace>
  <inkml:trace contextRef="#ctx1" brushRef="#br1" timeOffset="81275.38">18614 7566 1744 0,'0'0'291'0,"0"0"-228"0,0 0 40 0,-1 0-57 16,0 0 83-16,1 0-15 0,0 0 6 0,0 0-11 16,0 0-23-16,0-1-36 0,1 0-1 0,45-27-11 15,-24 21 1-15,3 1-6 0,2-2 3 0,4 1-3 16,-1-1 12-16,4 2-9 16,0 0-1-16,1 1-5 0,3 0-19 0,-2 3 4 0,1 0-2 0,-1 2 3 15,0 0-3-15,2 0-1 0,1 2-4 16,1-1 2-16,1 1-4 0,1 0 2 0,-3-1 0 15,-3 0 0-15,-2 0-6 0,-7-1 2 0,1 1 2 16,-5 1 0-16,-3-2 5 0,-2 0-9 16,-5 0-11-16,-13 0-3 0,1 0-69 0,0 0-64 0,36 1-11 0,-37-1-23 15,0 0-86-15,0 0-88 16,0 0-64-16</inkml:trace>
  <inkml:trace contextRef="#ctx1" brushRef="#br1" timeOffset="81581.89">18709 7619 2016 0,'-17'0'48'0,"17"0"16"16,-1 0 4-16,-1 0 10 0,2 0 42 0,-1 0-3 0,0 0-11 16,1 0 1-16,0 0-53 0,0 0-9 0,1 0-2 15,44-12-1-15,-20 6-1 0,3-1-6 0,3-1 0 0,4 2-3 16,3-1-3-16,0-1 4 0,1 2-1 0,2 0 2 15,-2-1 6-15,-1 0-6 0,2 1 3 0,4 1-6 16,-2 0-10-16,3 2-8 16,-2-1-3-16,-2 0 0 0,-2 0 1 0,-3 0-11 0,-2 1 8 0,-2 0-9 15,-2 0 11-15,-5 2-4 0,-2 0 1 0,-6 0-2 16,-1 1-1-16,-1 0-2 16,-1 1-7-16,-14-1-1 0,1 0-59 0,0 0-54 0,0 0-8 15,0 0-19-15,1 0-64 0,-2 0-75 0,0 0-45 16,0 0-44-16,0 0-489 0</inkml:trace>
  <inkml:trace contextRef="#ctx1" brushRef="#br1" timeOffset="88090.89">18919 8352 2271 0,'-1'0'59'0,"0"0"-12"0,0 0 38 0,0 0 68 0,0 0-25 15,0 0 6-15,0 0-38 0,1 0-5 0,0 0-4 16,27-1-50-16,-15-5-14 0,15 6 1 0,1 4-6 15,2 4 0-15,-2 2-1 0,-2 1 1 0,4 5 0 16,0 1 3-16,1 2-3 0,3 5-2 0,-1 3 1 16,1-1-2-16,-3 1 0 0,-1 2-2 0,-1 1 1 0,-3 0-1 15,-3-2-3-15,-2-1 2 0,-2-2-3 16,0-1 2-16,-5 0 2 0,-2-3-4 16,-1-3 3-16,-3 2-1 0,-2-5-6 0,-2-1 6 0,-4-14-9 0,0 1-22 15,0 0-56-15,4 34-4 0,-4-35-20 0,0 0-47 0,0 0-67 16,-1 0-2-1,0 0-31-15,0 0-93 0</inkml:trace>
  <inkml:trace contextRef="#ctx1" brushRef="#br1" timeOffset="88471.14">19485 8320 1822 0,'0'0'109'0,"0"0"44"0,0 0-1 15,0 0 21-15,0 0 36 0,0-1-49 0,-1 1-10 0,0 0-21 16,0 0-80-16,-45 6 5 0,31 5 0 0,-3 7 3 16,-1 0-1-16,-3 5-22 0,-2 2-3 0,-2 1-6 15,-1 3-4-15,-1 1-5 0,0 3 0 0,-1 0-2 16,2-2-7-16,3 2-1 0,0-5 0 0,8-2-1 0,0-3-9 16,3-6-19-16,3-1-11 0,2-3-8 15,1-5-93-15,7-8-96 0,0 0-11 0,0 0-35 0,0 0-101 16</inkml:trace>
  <inkml:trace contextRef="#ctx1" brushRef="#br1" timeOffset="90191.3">19762 8474 469 0,'0'0'452'0,"0"0"-190"0,0 0 246 16,0 0-357-16,0 0-12 0,0 0 21 0,-1 0-37 16,0 0-1-16,0 0-7 0,0 0-21 0,0-1-15 15,0 0-2-15,1 0-5 0,0 0-9 0,0 0-4 16,0 0-4-16,0 0 0 0,1 0-6 0,0 0-17 15,44-20 2-15,-45 21-9 0,1 0-12 0,39-5-6 16,-40 5-3-16,2 0 0 0,42-7-2 0,-44 7-2 16,1 0 3-16,40-1-3 0,-41 1 6 0,1 0-4 15,36-2-1-15,-37 2 1 0,1 0 1 0,0 0-3 0,39-8 2 16,-40 8-3-16,1 0-7 0,0 0-73 16,0 0 2-16,0 0-33 0,35-7-43 0,-36 7-64 0,0 0-21 0,1 0-30 15,0 0-216-15</inkml:trace>
  <inkml:trace contextRef="#ctx1" brushRef="#br1" timeOffset="90541.91">19838 8624 1592 0,'0'0'78'0,"0"0"40"16,0 0-13-16,0 0 31 0,0 0 32 0,0 0-18 0,-1 0-11 16,1 0-4-16,0 0-51 0,0 0-9 0,0 0-1 15,0 0-3-15,0 0-6 0,0 0-14 16,0 0 4-16,1 0-9 0,0 0-16 0,44-7-20 16,-45 7 2-16,0 0-6 0,2 0 11 0,45-10-12 15,-47 10 4-15,1 0-8 0,40-7 3 0,-41 7-4 16,1 0 1-16,43-5-1 0,-44 5 9 0,1 0-5 15,38-8-3-15,-39 8 0 0,1 0-2 0,35-6 1 16,-36 6 3-16,1 0 0 0,35-3 4 0,-36 3-5 16,0 0-1-16,1 0-1 0,37-2-17 0,-38 2-80 15,0 0-9-15,1 0-32 0,0 0-83 0,0 0-94 16,0 0-62-16</inkml:trace>
  <inkml:trace contextRef="#ctx0" brushRef="#br1" timeOffset="97153.17">24869 11930 0,'-17'25'0,"0"-1"15,-5 3-15,0-2 16,0-3-16,2-2 16,3-3-1,-5 5-15,-3 5 16</inkml:trace>
  <inkml:trace contextRef="#ctx1" brushRef="#br1" timeOffset="94149.37">20456 8455 224 0,'0'0'665'0,"0"0"-288"0,0 0 361 15,0 0-589-15,0 0-12 0,0 0 25 0,0 0-44 16,0 0-10-16,0 0-6 0,-1 1-53 0,0-1-6 16,0 1-4-16,-35 32 2 0,36-33 3 0,0 1-1 15,-14 41-4-15,14-41 2 0,-11 35-7 0,7-15-3 16,0 1 5-16,3 2-4 0,-1-3 4 0,1 0-11 15,4-3-3-15,1-2-3 0,0-2-10 16,-4-14 5-16,0 0 1 0,1 1 0 0,0 0-8 0,0 0 6 16,38 21-6-16,-39-22 6 0,1 0-8 0,0 0-3 15,44-25 7-15,-31 13-5 0,1-3 9 0,1-1 3 0,-2-3-5 16,1 1 5-16,-2-1-10 0,1-1 6 0,-1 0 2 16,0 0 1-16,3 0-4 15,-6 2 7-15,0-2-3 0,-2 3 7 0,-4 2 2 0,-1 1 6 16,-4 0 0-16,-4 1 1 0,0 3 0 0,5 10-4 15,-1 0-6-15,0-1 2 0,-38-17-12 0,38 18-8 0,0 0 2 16,-47 6-5-16,47-6-9 16,-30 14-3-16,14-5-12 0,0 1 0 0,-1-1-66 15,2 0-77-15,0-1-17 0,2-1-29 0,3 1-134 16,11-8-209-16</inkml:trace>
  <inkml:trace contextRef="#ctx1" brushRef="#br1" timeOffset="94311.99">20816 8681 1143 0,'0'15'575'0,"0"-15"-386"15,0 1-65-15,3 38-39 0,-3-39 106 0,0 1-93 16,0 0-9-16,-10 38-29 0,10-39-43 0,0 0-55 0,0 0-6 16,0 0-28-16,0 0-92 0,0 0-98 15,0 0-18-15</inkml:trace>
  <inkml:trace contextRef="#ctx1" brushRef="#br1" timeOffset="94659.84">21140 8332 1648 0,'0'0'73'0,"0"0"104"0,-2 0-54 0,1 1 50 15,-27 36 6-15,28-37 4 0,0 0-32 0,-1 1-24 16,-27 44-2-16,28-45-11 0,0 1-25 0,0 0-16 15,-22 38 1-15,22-39-9 0,0 1-27 0,-3 35-8 16,3-36-4-16,0 1-1 0,5 36-7 0,-5-37-4 16,0 1-4-16,20 38 0 0,-20-39-5 15,1 1-3-15,31 39 4 0,-32-40-4 0,31 26-1 0,-16-13 4 16,3 1-5-16,-1 1 2 0,-1-1 1 0,0-2-4 16,1-2 3-16,-2 4-4 0,-1-4 6 15,0 2 0-15,0 1-4 0,-2-5 2 0,-2 4 1 16,-10-12 3-16,1 1 4 0,0 0-3 0,0 0 9 0,31 44-1 15,-32-45 5-15,0 1-4 0,0 0 5 0,-8 40-4 16,8-41-6-16,-1 1 2 0,0 0-11 0,-46 46-15 16,29-38-2-16,-2 0-9 0,-1-1-31 0,-2-6-79 15,-1 1-8-15,-2-3-35 0,-2-2-120 0,2-1-92 16,-2-6-207-16</inkml:trace>
  <inkml:trace contextRef="#ctx1" brushRef="#br1" timeOffset="94830.75">21093 8436 1821 0,'0'0'91'0,"1"0"164"0,0 0-189 0,45 1 78 15,-45-1-25-15,36 1 32 0,-17 0-96 0,1-3-24 16,-2 2 0-16,1 0-10 0,1-1-15 0,0 1-1 16,-1-2 0-16,0 0 0 0,0 2-1 0,-1 0-6 15,1 2-13-15,0 0-5 0,1 0-109 16,-1-1-112-16,0 1-57 0</inkml:trace>
  <inkml:trace contextRef="#ctx1" brushRef="#br1" timeOffset="95009.93">21839 8856 2825 0,'0'0'76'15,"0"1"-43"-15,3 34 6 0,-3-35-10 0,0 1 44 16,-10 45-27-16,10-46-3 0,-1 1-17 0,-31 35-100 16,32-36-184-16,-1 0-45 0,-39 9-70 0,40-9-379 15</inkml:trace>
  <inkml:trace contextRef="#ctx1" brushRef="#br1" timeOffset="95798.91">22806 8329 1848 0,'0'0'70'0,"0"0"36"0,0-1 41 0,0 0 21 16,0 0 33-16,0 0-69 0,0 0-3 0,0 0-27 16,0 0-49-16,-1 0-3 15,0 1 1-15,0 0-1 0,0 1-2 0,-22 36-5 16,16-17 0-16,4 6-1 0,0 1-4 0,1 5-6 15,1-2-5-15,1 3 0 0,1 0-12 0,1-2-4 16,2-2-1-16,2-5-2 0,1-5-4 0,1-2-3 16,3-5 1-16,1-1-3 0,2-5-13 0,1-2-8 15,1-3-2-15,4-4-2 0,0-3-5 0,2-5 8 0,1-4 3 0,0-3 2 16,1-2 11-16,2-3 1 0,3 0 1 0,-3 2-1 16,0-2 10-16,-4 5 0 0,-1-3 1 0,-4 1-2 15,0 3 2-15,-6 0 9 16,0 0-1-16,-3 2 4 0,-3 2-2 0,-5 13 21 15,0-1-3-15,0 0 10 0,4-35-2 0,-4 36-9 0,0 0 2 0,0 0-4 16,-1-1-4-16,0 0-17 0,-1 0-1 0,2 1-5 16,-38-2-2-16,38 2-5 15,0 0 4-15,-20 39-2 0,13-22 10 0,0 6-3 16,-1 2 0-16,3 3 0 0,-1 2 6 0,0 3-2 0,-2 2-4 16,1 3 1-16,1 1-3 0,-2 1 1 0,1-3 4 15,-2 2-4-15,1 1-4 0,-1 1 5 0,-1 5 1 16,-1-3 2-16,1 0 4 0,-2-3-2 0,1 2-3 15,-2-5 2-15,1-2 2 0,-3-4 5 0,4-2 0 0,-1-4 0 16,-1-1 2-16,1-3-4 16,-1-4 3-16,-1-2-4 0,0-4 4 0,-1-1-14 15,-1-3-10-15,2-5-3 0,-1 0-42 0,-2-2-27 16,2-6-10-16,-2-4-13 0,0-3-87 0,1-5-52 16,2-5-30-16,1-5-21 0,1-6-242 0</inkml:trace>
  <inkml:trace contextRef="#ctx1" brushRef="#br1" timeOffset="96032.17">23344 8570 255 0,'37'11'1463'16,"-18"-7"-439"-16,1 0-947 0,-2 0 10 15,1-2 29-15,-14-4-25 0,15 3-10 0,0-1-6 16,0-2-37-16,6-4-15 0,-3 1-2 0,6 0-6 15,0-1-13-15,-1 1-1 16,-1-1 1-16,0 1-2 0,-2 2 3 0,-4-1 1 16,1 2-4-16,-3 1 0 0,-1 0-36 15,-2 0-112-15,-16 1-3 0,1 0-47 0,0 0-90 0,0 0-145 0,0 0-143 16</inkml:trace>
  <inkml:trace contextRef="#ctx1" brushRef="#br1" timeOffset="96213.91">23259 8852 2651 0,'0'0'44'0,"0"1"1"0,0 0-16 15,0 0 21-15,0 0 38 0,1 0 1 0,38 25-8 16,-39-26-2-16,35-3-58 0,-16 1-14 0,1 0-3 0,1-4-4 16,0 1-14-16,6-4-10 0,3 0 1 15,6-3-4-15,2-1-5 0,4 2-107 16,1-4-4-16,2 0-47 0,-3-1-109 0,-4-4-206 15</inkml:trace>
  <inkml:trace contextRef="#ctx1" brushRef="#br1" timeOffset="96533.63">24270 8532 2030 0,'0'0'103'0,"-1"0"-44"0,0 1-5 15,-45 26 3-15,46-27 72 0,-31 22 18 0,15-9-6 0,-1 1 6 16,0 2-33-16,2 2-19 0,0 0-6 0,1 3-6 15,0 1-38-15,4-2-8 0,2 1-8 0,2-4 0 16,5-2-22-16,1-15-5 0,0 1 3 0,1 0-5 16,25 39 0-16,-26-40 2 0,2 0-1 15,40 9 4-15,-24-11 2 0,3 1 4 0,1-2 1 0,3-5 1 16,3 1-5-16,-2-5 0 0,3 2 1 0,-1-1 1 16,-2-2 3-16,-1 0-3 15,0-4-1-15,-3 2 0 0,-2 0 5 0,-2 1 3 0,-6 1 0 0,-2-2 2 16,-1 3 12-16,-7-1-1 0,-2-3 4 0,-5 0-3 15,-4 0 2-15,-2 0-30 16,-2-1 4-16,-5 2-12 0,1 1-6 0,-2 2-26 16,-3 2-4-16,-2-1-10 0,-2 2-37 0,-2 2-12 0,0-2-8 15,1 2-4-15,3-2-68 0,2-1-89 0,4 2-26 16,6 0-48-16,4-5-351 0</inkml:trace>
  <inkml:trace contextRef="#ctx1" brushRef="#br1" timeOffset="96769.63">24693 8291 2424 0,'20'8'27'0,"4"3"128"0,-3-1-20 0,0-1 56 16,-2 5-35-16,-5-3-30 0,0 5-7 0,-2 0-8 16,0 3-26-16,-1 2-8 0,-2 1 0 0,0 5-5 15,-2 0-13-15,-3 4-11 0,0 2-1 0,-3 2-3 16,0 6-14-16,-1-2-13 0,-1 2-2 0,1-1-3 15,-5 0-1-15,-3 2-3 0,-1 1 2 0,-4 3-4 16,-1-3-4-16,-2-1 5 0,-2-3-10 0,-2-1 5 16,-2-3-34-16,-3-5-92 0,-3-2-14 0,-2-7-39 15,-3-3-155-15,-4 1-431 16</inkml:trace>
  <inkml:trace contextRef="#ctx1" brushRef="#br1" timeOffset="97442.15">17978 9742 2884 0,'-17'1'68'0,"3"-2"-37"0,14 1 35 15,-1 0-99-15,1 0-1 0,0 0-4 0,0 0 24 0,0 0 0 16,1 0 10-16,0 0 11 0,41-18-4 0,-17 16 1 16,4 0-4-16,1-2 0 0,1 1-4 0,2-2 2 15,6 3-4-15,4 1 4 0,7-4-2 0,3 0 3 16,3 0-1-16,3 3 13 0,1-2 1 0,0 1 3 16,9 0 0-16,6-4 11 0,7 0-14 0,6 0 7 15,-1-1-9-15,4 0 2 0,8 0-3 0,4 1-1 0,5-1 0 16,-1 1-1-16,0 3 4 0,3-2-5 15,3 3 5-15,1 1 9 0,-1 2 8 16,0 0-1-16,2 1 1 0,1 0-13 0,0 2 1 16,2 0 2-16,-1-1-2 0,3 1-5 0,2-2 8 15,3 0-7-15,2-1 8 0,0 1-8 0,6-1 1 16,0 0 1-16,1 1-1 0,0-1-1 0,3 0-7 16,-2 1 1-16,-4 1-2 0,7 2-2 0,-4 2 10 0,-4-3 17 15,0 5-3-15,2-1 37 0,-5 1-31 16,1 2 1-16,0 0-9 0,-3-1 8 0,-1 1-14 15,-2-1 4-15,-2-1-6 0,1 1 6 0,-3-2-9 16,0 1 0-16,-7-1-3 0,-4-1-1 0,1 1 3 16,-3-2-2-16,0 0 3 0,-10 1 0 0,-2-4-3 15,-3 2 2-15,-4-2-3 0,-2-2-6 0,-11 2 1 16,-9 3-1-16,-9-1 2 0,-2 1 9 0,-6-2-10 16,-3-5 0-16,-5 2-7 0,-5-1-41 0,-8 1-119 15,-7-3-26-15,-6-2-45 0,-13 5-189 0</inkml:trace>
  <inkml:trace contextRef="#ctx0" brushRef="#br1" timeOffset="103434.71">22642 12927 0,'0'0'0,"36"-54"0,-36 54 0</inkml:trace>
  <inkml:trace contextRef="#ctx1" brushRef="#br1" timeOffset="98415.69">18412 7532 512 0,'0'-1'462'0,"0"0"-208"0,5-37 255 0,-5 38-401 0,0-1-7 15,1 0 29-15,26-34-34 16,-27 35-1-16,1 0-6 0,0 0-16 0,0-1-20 16,40-31-4-16,-40 32-2 0,1 0 1 0,42 2 1 15,-44-2 1-15,1 0-1 0,44 6-6 0,-23-5-3 16,-2 2 5-16,7 0-4 0,0-1 4 0,4-3-5 0,5 2-8 16,3 0 2-16,4-1-12 0,1 0-13 15,0 0 5-15,2 0-8 0,1 0 5 0,0 0-6 16,1-2 3-16,6 0-5 0,0 1 4 0,6 0 5 15,0 1 1-15,0 1 1 0,0 1-4 0,-3-2 7 16,0 2-4-16,5-2 6 0,3 2-2 0,5-1 6 16,3-1-1-16,-4 2 2 0,-3-2-3 0,4 0-2 15,2-1-2-15,6-1 1 0,2 2-1 0,0-2-4 16,-4 1-1-16,-2-1-2 0,3 1-5 0,1-1-3 16,5 1 2-16,-3 1-2 0,-3 0 5 0,-7-1-2 15,0 3-1-15,3 0-1 0,3 0-4 0,0 0-1 16,0 2 1-16,-9-1-1 0,2 1 7 0,2-1-2 15,3 0 1-15,8 0-3 0,-3-2-1 0,-6 0 8 16,-1 0-5-16,0 0 6 0,5 1-8 0,4-2 2 16,-2 0 3-16,-5-2-1 0,-4-1-4 0,-2 0 0 15,3 1-3-15,3 0 2 0,3 0 2 0,-3 0 0 16,-1-1-1-16,-9 2 1 0,2-1 0 0,3 0-1 0,1 0 0 16,3-2-1-16,-3 1 2 0,-7 0 2 15,-4 1-2-15,-5 2 1 0,-1-2 0 0,2 2-3 16,3-1 4-16,-4-1-4 0,-2 2 8 0,-8 1-6 15,-6 1 2-15,-6 2-3 0,-3-1 8 0,-4 0-1 16,-4 0 1-16,-1-1-2 0,-2 3 4 0,-5-1-6 16,-13-4 2-16,1 0-4 0,0 0-14 0,0 1-41 15,0 0-11-15,0 0-15 0,0 0-85 0,0 0-120 0,0 0-23 16,-1 0-67-16,-6 30-401 0</inkml:trace>
  <inkml:trace contextRef="#ctx1" brushRef="#br1" timeOffset="101790.71">8298 11657 1384 0,'0'0'89'0,"0"0"56"16,0 0 23-16,0 0-8 0,0 0-12 0,0 0-16 15,0 0-10-15,0 0 10 0,0 0-44 0,0 0-2 16,0 0-4-16,0 1 2 0,0 0-8 0,0 36-14 16,0-37-3-16,0 1-3 0,-5 40-13 0,5-40-9 15,2 32 0-15,-2-14-4 0,3 0-8 0,-2-1-5 16,1 1 1-16,0-1-3 0,0-3 2 0,-1-2-5 15,-1-13 6-15,0 1-5 16,0 0 4-16,0 0 1 0,8 34 0 0,-8-35 3 0,0 0 0 16,0 0 3-16,0 0-3 0,0 0 4 0,0 0 1 0,0 0-18 15,0 0 4-15,0-1-11 0,0 0-7 0,14-37 6 16,-14 38-1-16,0-1 2 0,11-48 3 0,-8 27 4 16,0 1 0-16,-1-4 1 15,0 1 4-15,-1-5-6 0,-1 1 0 0,0 6-3 16,0 1 5-16,-2 4-2 0,0 0 1 0,1 0-2 0,-2 0-6 15,0 3 3-15,0 0-5 0,3 14 3 0,0-1-6 0,0 0-5 16,-1 0 5-16,0 0-4 16,1 0 14-16,-2 0-10 0,1 1 7 0,0 0-7 15,0 0 8-15,0 0-9 0,0 0 2 0,-30 36-4 0,30-17 8 0,-1 2-2 16,1 0 1-16,0 3-4 0,-1 1-2 0,0-1 5 16,0 6 2-16,0-2 1 0,-1 2 7 0,0-2-8 15,-1 0 2-15,3-3-2 16,-1-2 5-16,1-3-1 0,1-2-3 0,0-4 2 15,0-14 1-15,0 1 3 0,0 0 1 0,0 0 1 0,0 0 7 16,0 0-4-16,0 0-3 0,1 0-1 0,0 1-9 16,0-2 1-16,0 0-3 0,-1-2 3 0,38-33-5 15,-34 18 4-15,1-3 0 0,-1 0-1 0,0-1-2 0,2-2 4 16,-3 0 0-16,-1-3 2 16,3 1 4-16,-3-1-6 0,0 1 4 0,1 6-5 0,-2-2 1 15,0 7 1-15,-1 0 2 0,0-1-1 0,-1 4 2 16,1 11 1-16,0 0-7 0,0-2 3 0,0 1-1 0,-14-36 0 15,14 37 1-15,0 0-1 0,0 0-2 0,0 0 0 16,0 0-1-16,0 0-1 0,-1 2-5 16,0-2 4-16,-16 48 0 0,17-31 0 0,0 2-2 15,0 5 6-15,-1-4-1 0,1 6 1 16,-1 1 1-16,0-1 4 0,1 3 0 0,-1-2 2 16,0-1-6-16,1-4 1 0,0 0 2 0,0-5-1 0,0 0-2 15,0-4 11-15,0-13-4 0,0 1 8 0,0 0 0 16,0 0 0-16,0 0 1 0,0 0-2 0,0 0-3 15,0-1-11-15,0 0 0 0,0 0-4 0,0 0 0 0,0-1 0 16,12-38 0-16,-12 38 1 16,5-33 7-16,-2 14-4 0,-1 1 1 0,0-1-2 0,0 0 7 0,-1-1-4 15,-1-1 3-15,0 0-5 0,-2 0 1 0,2 2-1 16,-2 0 0-16,2 2 0 16,-1 2 3-16,-1 2-3 0,2 14 0 0,0-1 0 0,0 0-1 0,-5-38-2 15,5 39-2-15,0 0 0 0,0 0 3 16,0 0-2-16,0 0 1 0,0 0-3 0,0 0-7 15,0 0 3-15,0 1 2 0,-10 35 1 0,10-35 1 0,0 35 5 16,0-15-7-16,0-1 5 0,0 6-7 0,1-2 12 16,0 4-2-16,0-2 4 0,0 0-4 0,1 1 0 15,-1-2 2-15,1-1 0 0,-1-2-6 0,1-2 8 16,1-1-1-16,0-4 6 0,-3-15-5 0,0 1 5 16,0 0-4-16,0 0 5 0,11 35-3 15,-11-36-7-15,0 0-3 0,0 0-2 0,0 0-5 0,0 0 3 16,0 0-1-16,0-1 0 15,17-35 0-15,-17 35 1 0,0 0 3 0,4-43-2 0,-4 43 6 0,0-34-2 16,0 14 1-16,-3-1-1 0,0-1 4 0,-1-1-7 16,1-2 5-16,-1 0-5 0,0 2 2 0,0-2 3 15,0 6-2-15,-2-1 2 0,1 5-1 0,1 0 3 16,-1 1-3-16,2 4 2 0,3 11-5 0,0-1-1 16,0 0 4-16,0 0-1 0,-1 0 11 15,0 1-6-15,0-2 1 0,1 1-4 0,-2 0-3 16,1 0-9-16,0 1 4 0,0 0-5 0,0 1 0 0,-25 52 7 15,26-32-4-15,0 2 6 0,0 4 1 0,2 1-2 16,-2 0 2-16,1 0-3 0,0 1 5 0,0-1 7 16,1 2-6-16,-1-5 7 0,2 0-10 0,-1-3 5 15,1-2 3-15,1-4 1 0,0 0 2 0,-4-16 8 16,0 1 1-16,0 0 2 0,0 0 1 0,1 0-7 16,-1 0-3-16,1 0-2 15,0 0-12-15,0-1-3 0,0 0-2 0,0 0 0 16,1-1 1-16,34-36 4 0,-36 36-2 0,3-34 3 0,0 16-3 0,-1-4 6 15,0-1-1-15,-1-1 1 0,0 0-1 16,-1-2 1-16,0-1 2 0,0-1 0 0,1 2-2 0,0 2 2 16,1 4-2-16,-2 4 2 0,0 1-2 15,-2 3 3-15,2 13-4 0,0-1 1 0,0 0-7 0,0 1 7 16,0-1 0-16,0 0 4 0,0 0-2 0,0 0 1 16,-1 0-5-16,1 0 2 15,-1 1-14-15,0 0 8 0,0 1 1 0,0 0 1 0,-16 47 4 16,15-30 0-16,1 2 1 0,-1 3 0 0,0-4 2 15,1 3-1-15,-2-1 0 0,1-3 0 0,0 2-1 0,0-3 6 16,1-1-2-16,0-2 3 0,1-14-4 0,0 1 9 16,0 0-4-16,0 0 5 0,0 0-1 0,0 0-15 15,0 0 5-15,0 0-8 16,0 0 4-16,0 0-5 0,0-1-3 0,0 0 1 0,0 0 8 16,0-1-4-16,0 0 4 0,8-42-6 0,-8 42 2 15,3-33 8-15,-3 15-4 0,0-3 5 0,0-3-5 16,-4-2 2-16,0-1 2 0,0 2 1 0,-1 0-7 0,0 0 2 15,0 0 0-15,-1 1 3 0,0 1-2 0,1 6-1 16,0 3-5-16,5 15 1 0,0-1-4 0,0 0 8 16,0 0-1-16,-1 0 3 0,0 0-2 0,0 1-8 15,0 0 5-15,0 0-8 0,0 1 11 0,-16 44 0 16,17-24-2-16,0-2 1 16,0 1 3-16,0 1 0 0,0-1-1 0,0 3 0 0,0-1 2 15,0 2 1-15,-1 1 2 0,0-1-3 0,1 1-7 0,0-1 8 16,-1 0-4-16,1-3 5 0,0 0-6 0,1-2 4 15,0-4 2-15,1-1 0 0,-2-14-1 0,0 1 5 16,0 0-8-16,0 0 3 0,0 1-22 0,0-2 1 16,0 1 0-16,1 0 0 0,0 0-3 0,0-1-4 15,0 0-2-15,0 0 0 0,0 0 5 16,0-1 5-16,26-39 2 0,-27 40 1 16,4-36 11-16,-3 16-2 0,0 0 0 0,2 0-3 0,-2 1-10 15,3 3-7-15,1 2 6 0,-5 14-5 0,0 0 7 0,0-1 16 16,0 0-5-16,0 0 9 0,1 0 5 0,0 1-2 15,0 0 7-15,0 0-2 0,0 1 22 0,0 0-16 16,32 46 8-16,-33-46-11 0,4 36 7 16,-1-14-4-16,-2 0-4 0,1 2 3 0,-2-1-1 15,-1 0-14-15,1-2 6 0,-1-1-7 0,1 0 9 0,-2-4-49 16,-1 0-31-16,1-2-30 0,-1-2-309 16</inkml:trace>
  <inkml:trace contextRef="#ctx1" brushRef="#br1" timeOffset="107840.46">18349 10633 1036 0,'0'0'85'0,"0"0"66"15,-1-1 26-15,0 0-13 0,0 0-13 0,0 0-16 16,-28-34-11-16,29 35 16 0,0 0-19 0,-1 0-12 15,0 0-6-15,0 0-2 0,-37-5-24 0,38 5-5 16,0 0-4-16,-1 1-2 0,0 0-16 0,-33 41-6 16,34-42 3-16,0 1-5 0,-22 51-2 0,13-28-12 15,1 4-2-15,1 7-3 0,0 3-9 0,-1 2-3 16,3 5 5-16,1 1-3 0,1 1 5 0,2 1 0 16,0-1-2-16,3 0 0 0,1-6-10 0,4 2 3 15,2-3-5-15,1-2 4 0,0-1-8 0,0-7-187 0,2-2-34 16,4-3-78-16,4-3-308 0</inkml:trace>
  <inkml:trace contextRef="#ctx1" brushRef="#br1" timeOffset="108218.08">18771 10781 2015 0,'0'0'293'0,"0"0"-189"15,0 0-23-15,0 0-32 0,0 0 41 0,1 1 16 0,0 0-10 16,36 46 7-16,-26-29-41 0,3 1-21 16,-1 4 0-16,5 3-6 0,0 4 6 0,0 1 1 15,1 1 0-15,-1-1-1 0,-1 2 3 0,2-2-15 0,-2-2 3 16,-1-1-7-16,2 0-10 0,-3-1-7 16,0 2 2-16,-2-3-3 0,0 0-2 0,2-3 7 15,0-1-9-15,-3-4 8 0,1-1-4 0,-3-7-13 0,-10-10-6 16,0 1-12-16,0 0-80 0,2 0-79 0,-1 0-12 15,0 0-29-15,34 12-110 0,-35-13-208 16</inkml:trace>
  <inkml:trace contextRef="#ctx1" brushRef="#br1" timeOffset="108409.91">19264 10683 1540 0,'0'0'400'0,"0"0"-235"0,0 0-37 16,-1 0-35-16,0 0 24 0,0 0 0 15,-38-2-7-15,39 2 2 0,-27 22-33 0,11-5-25 16,-3 1-1-16,-2 6-7 0,1 3 1 0,-2 5-8 16,-1 1 2-16,2 6-6 0,-2 1-17 0,0-1-10 15,-1 2-1-15,1-5-2 0,2-2-5 0,3-5-111 16,2-5-15-16,5-4-46 0,1-3-150 0,10-17-182 0</inkml:trace>
  <inkml:trace contextRef="#ctx1" brushRef="#br1" timeOffset="108623.29">19282 10933 1708 0,'15'-2'182'0,"1"1"-3"0,1 0-14 15,0 2 6-15,-3 0-43 0,0 3 16 0,-1-1-17 0,-13-3 13 16,1 0-58-16,0 0-24 16,43 7 1-16,-44-7-10 0,1 0-17 0,41-2-8 15,-42 2-2-15,1 0-1 0,43-11-11 0,-44 11-2 16,1 0-2-16,43-15 1 0,-44 15 1 0,1 0-3 15,46-14 2-15,-46 14-5 0,0 0-36 0,45-14-72 0,-46 14-13 16,1 0-23-16,34-13-82 0,-35 13-85 16,0 0-52-16</inkml:trace>
  <inkml:trace contextRef="#ctx1" brushRef="#br1" timeOffset="108824.75">19382 11132 1546 0,'0'0'256'0,"0"0"-117"15,0 1 35-15,0 0-62 0,0 0 33 0,0 0 1 16,4 37-6-16,-4-38 1 0,0 0-50 0,39 11-40 0,-20-10-7 16,2-1-9-16,1-2-20 0,2 1 2 0,-1 0-3 15,0-2 2-15,-1 3-8 0,2-5 2 16,2 2 0-16,4-3 2 0,1-1 1 0,2 1-30 16,-3-6-12-16,1 2-16 0,-2-1-119 0,-2 0-143 15,-2 3-38-15</inkml:trace>
  <inkml:trace contextRef="#ctx1" brushRef="#br1" timeOffset="109057.09">20079 10702 2116 0,'0'0'212'0,"0"0"-110"15,0 0-1 1,0 0-28-16,0 0 35 0,0 0 38 0,0 1-19 0,0 0 20 0,-2 46-54 0,2-46-25 0,2 34 1 0,0-14-10 15,-1 3-3-15,-1 3-6 0,-1 3-3 16,-1 1-3-16,0 4-19 0,0 3-2 0,-2-1-2 16,-1 5-1-16,0-1-13 0,-3-2-1 0,1-1-2 15,0-5 1-15,-1-3 2 0,1-1-37 0,2-5-17 16,1-2-19-16,-1-2-154 0,5-20-155 16,0 2-40-16</inkml:trace>
  <inkml:trace contextRef="#ctx1" brushRef="#br1" timeOffset="109217.99">20413 11190 2681 0,'0'0'48'0,"0"1"37"16,1 0 3-16,19 40 11 0,-20-41 13 0,-2 35-49 0,-5-13 2 15,-2-1-22-15,-2-2-31 0,-3-2-33 0,1-2-43 16,-2-3-12-16,2-3-265 0,13-9-403 0</inkml:trace>
  <inkml:trace contextRef="#ctx1" brushRef="#br1" timeOffset="109824.96">21204 10684 2559 0,'0'0'71'0,"0"0"31"16,-1 1-20-16,0 0 30 0,0 0 7 0,-17 44-27 15,18-45-6-15,0 1-11 0,-7 39-54 0,7-40-6 16,0 1-4-16,-4 50 0 0,4-50-2 0,-1 35-2 16,0-17 7-16,2 2-5 0,-1-2 8 0,4 1-1 15,0-1-5-15,0-4 2 0,2-1-13 0,0-1 11 16,3-2 3-16,-1-4 3 0,3 0-2 0,2-4 15 16,0-2-9-16,2-3 9 0,3-4-22 0,3-2-8 15,-1-5-1-15,4-2-4 0,2-2-4 0,-1-3 6 16,2-1 1-16,-2 0 2 0,-1 0 5 0,-1 0-4 15,-1 2 1-15,-1-1-1 0,-1 0 3 0,-3 1 0 16,1 4 0-16,-5 1-1 0,-2 2 2 0,-11 12-1 16,0-1 2-16,0 0-3 0,1 0-7 0,0 0 7 15,-1 0-8-15,0 0 7 0,0 0-12 0,0 0 8 16,0 1 3-16,-1 0 1 0,0 0 2 0,-1 1 0 16,-34 35-2-16,36-35 2 0,-15 33 3 0,8-10-10 0,2 2 3 15,-1 2-5-15,0 0 7 0,3 5-1 0,-3 3-1 16,5 4-1-16,0 3-2 0,0-1 2 0,-1-3 2 15,-2 2-1-15,2 1 3 0,-1 2-1 16,-1 1 6-16,0 1-3 0,-1-2 7 0,-2-1-3 16,0-2 0-16,-4-3 1 0,0-2 5 0,0-7 8 15,-4-2-3-15,1-6 5 0,0-2 5 0,-4 0-3 16,-1-2 3-16,0-5-5 0,-3-3-14 0,1-4-30 16,0-2-6-16,-2-6-11 0,0-2-34 0,-2-5-72 15,1-3-1-15,0-2-34 0,-4-7-87 0,2-4-184 0,-3-11-241 16</inkml:trace>
  <inkml:trace contextRef="#ctx1" brushRef="#br1" timeOffset="110107.75">22095 10837 2519 0,'12'6'77'0,"-1"0"-20"0,3-1-52 0,-1 0 115 0,-1 2-19 16,-1-1 54-16,-11-6-3 0,0 0-56 16,1 1-5-16,0 0-22 0,36 28-47 0,-37-29-6 15,0 0 0-15,1 0-2 0,0 0 0 0,42 9-2 16,-43-9-1-16,1 0-2 0,34 3-8 0,-35-3 2 16,1 0 0-16,42-1 1 0,-42 1 0 0,1 0 0 15,47-5-1-15,-48 5 1 0,0 0-2 0,48-7-10 0,-49 7-15 16,1 0-4-16,0 0-87 0,41-11-93 15,-42 11-8-15,1 0-36 0,0 0-90 0,0 0-243 16</inkml:trace>
  <inkml:trace contextRef="#ctx1" brushRef="#br1" timeOffset="110321.91">22058 11268 2358 0,'0'0'74'0,"0"1"4"15,0 0-7-15,0 0 18 0,1 0 55 0,0 0-22 16,44 27-8-16,-22-30-8 0,2-2-52 0,3-2-19 0,4-2 2 16,-1-1-9-16,0 0-8 0,-2-2-10 0,2 3 1 15,-3 0-3-15,1 2 5 16,-2-1-7-16,-3-1 2 0,1 2-4 0,-1-3 2 0,-1 2 1 16,3 1-4-16,-2 0 1 0,3-1-25 15,-1-1-77-15,0-2-15 0,-2-5-29 0,-3 6-114 0,0-3-71 0,-1 0-62 16</inkml:trace>
  <inkml:trace contextRef="#ctx1" brushRef="#br1" timeOffset="110555.78">23000 10869 2026 0,'0'0'117'0,"0"0"224"0,0 0-259 16,0 0 61-16,0 0-9 0,0 0 24 0,0 0-18 0,0 1-38 15,0 0 3-15,-1 36-18 0,1-37-24 0,0 1-11 16,-2 46-4-16,-4-27-3 0,3 4-18 0,-1 3-15 0,-2 2-1 16,0-1-5-16,1 2 0 0,-1-4-7 0,2-2 6 15,-1-1-8-15,0-4-6 0,0-1-79 16,2-3-9-16,3-15-30 0,0 1-72 16,0 0-60-16,0 0-5 0,0 0-27 0,1 0-85 0</inkml:trace>
  <inkml:trace contextRef="#ctx1" brushRef="#br1" timeOffset="110836.8">23660 10510 2410 0,'8'15'113'15,"5"2"206"-15,-2 3-308 0,4 1 71 16,-1 2 5-16,-1 2 26 0,-3-3 40 0,0 1-32 15,-3 0-5-15,-1 4-13 0,-1 4-44 0,0-1-16 16,-1 3-1-16,-1 1-6 0,-2 3-12 0,0 1-7 16,-5 2 0-16,-1 5-3 0,-2-2-5 0,-2 0-4 15,-2 0 3-15,-1-1-3 0,-2 2 1 0,-1 2-1 16,-1-1-1-16,-1 1 1 0,-1-1-2 0,-2-1 2 16,1 1-1-16,-3-4 0 0,0-1-2 0,-2-5-17 15,-4-5-13-15,-2 1-6 0,-1-2-78 0,-2 1-144 16,-2-1-46-16,-5-2 53 0,-8 2 824 0</inkml:trace>
  <inkml:trace contextRef="#ctx1" brushRef="#br1" timeOffset="112323.31">11601 11643 217 0,'0'0'-13'0</inkml:trace>
  <inkml:trace contextRef="#ctx1" brushRef="#br1" timeOffset="113144.96">11629 11787 595 0,'0'0'230'0,"0"0"-45"15,0 0 110-15,0-1-65 0,0 0-35 0,0 0-24 0,0 0-40 16,0 0-3-16,0 0-4 0,0 0-35 0,0 0-6 16,0 0-7-16,0 0 1 15,0 0-19-15,0 0 13 0,-1 0-6 0,0 1 7 0,0 0-10 16,0 0-11-16,0 0 1 0,0 0-7 0,0 0-14 0,0 0-17 15,1 0 0-15,-2 0-7 0,1 0-7 0,0-1 4 16,1 0-2-16,-9-34 1 0,9 35-8 0,0-1 1 16,22-42-2-16,-22 42 3 0,0 0 2 0,29-47 4 15,-19 33 0-15,-1 1 1 0,-1 0 6 16,-8 14 5-16,0-1 0 0,0 0 3 0,0 0 16 0,0 0-3 16,0 1-1-16,0 0-4 0,0 0-22 0,0 0 6 15,-1 1-3-15,0 0 5 0,-32 40-2 0,33-41-7 16,-1 1 1-16,-19 42-3 0,20-43 0 0,0 1 5 15,-7 42-1-15,7-43 3 0,0 1-2 0,0 0 1 16,2 40-1-16,-2-41-1 0,0 0-1 0,0 0-3 16,0 2 0-16,0-2-7 0,0 1-76 0,0 0-280 15,0 0-97-15</inkml:trace>
  <inkml:trace contextRef="#ctx1" brushRef="#br1" timeOffset="114396.68">11828 5305 422 0,'0'0'496'0,"0"0"-222"0,0 0 265 15,0 1-520-15,0 0 29 0,-4 39 22 0,4-40 45 0,0 1 2 0,1 44 3 16,-1-27-18-16,-13-10-33 0,10 10-5 0,0-5-8 16,3-13-13-16,0 1 3 15,0 0 1-15,0 0-1 0,-1 39 1 0,1-40-4 16,0 0-1-16,0 0-2 0,1 0-8 0,0 0-3 16,0 0-1-16,0 0-2 0,35-22-7 0,-36 22-4 0,0-1 3 0,1 0-2 15,22-43 1-15,-23 44 3 16,0-1-4-16,0 0 6 0,17-41 5 0,-17 42 3 15,0-1 1-15,0 1 0 0,0-1-2 0,0 0-3 16,0 0-4-16,0 0 0 0,-1 0-19 0,0 0-6 16,0 0 1-16,-37-5-4 0,38 6-5 0,-1 1 4 15,-25 40 6-15,17-22-1 0,-1-1 14 0,5 2-10 16,0 1-4-16,0-2 0 0,2 0-1 0,2-2-2 16,1-1 4-16,3-1-4 0,-3-15 4 0,0 1 0 15,1 0-2-15,0 0 2 0,38 31 3 0,-39-32 1 0,1 0 4 16,36-10-2-16,-22-1 4 0,-1-5-2 15,5 1-2-15,-1-5 2 0,0 0 4 0,2 0-5 16,-5 0 3-16,3 1-5 0,-5 0 7 0,-2 0 0 0,-2-1 1 0,-4 3-1 16,2 0 4-16,-6 2 9 15,-1 1-2-15,-3 1 4 0,-4 1-8 0,-2 4-6 16,-2 0-2-16,-4 4-3 0,-1 3-13 0,-1 2 0 0,-3 3-2 16,2 5 2-16,0 0-2 0,-1 4-4 0,4 3 1 15,2 1-2-15,3 4 4 0,3 0 6 0,0 2 0 16,1-1 2-16,1 1-2 0,-2-2 1 15,3-1 0-15,3 0 0 0,1-1 4 0,3-4-3 16,-3-15 0-16,0 1-2 0,0 0-1 0,0 0 7 16,17 35 0-16,-17-36 3 0,0 0-4 0,1 0 6 0,-1-1-1 15,39-36 2-15,-24 21-7 0,2-4-1 0,0-3-1 16,3 2 0-16,-2-4 2 0,0 2-1 16,0 2 1-16,-2 1-1 0,-2 3 3 0,-1-1 4 15,-2 1-2-15,-4 2 3 0,-3 1 5 0,-4 14-2 16,0-1 1-16,0 0-2 0,0 0-4 0,-1 0-16 15,0 0 2-15,-35-16-8 0,25 29 2 0,-3 6 3 0,-2 2 2 16,0 6 0-16,-2-1 5 0,-1 5-4 16,1-1 1-16,1 0-1 0,0 3 3 0,6 1 1 0,-2-2 1 15,6-2-1-15,-1-4 2 0,0-4 4 0,5-3-4 16,3-18 4-16,0 1-9 0,0 0 3 0,0 0 3 16,0 0-1-16,1 0 1 0,38 8 5 0,-21-22-2 15,4-3 4-15,2-3-4 0,2-2-2 0,-1-2 2 16,-2-1-2-16,-1-1 1 0,-3-1 2 15,0 3 2-15,-3 5 0 0,-1-1 4 0,-3 3 5 16,-3 3-5-16,-4-4 6 0,-2 3 0 0,-3 14-3 16,0-1 2-16,0 0-5 0,0 0-9 0,-1 0-7 15,0 0 1-15,-41-8-3 0,42 9-1 0,-26 26 8 16,11-10-5-16,1-2 6 0,1 3-8 0,-1-2 8 16,1-2 1-16,0 1 4 0,3 0-1 0,0-1 0 15,10-13 0-15,0 1 2 0,-1 0 7 0,0 0-4 16,0 0 4-16,0 0-4 0,1 0 4 0,0 0-7 15,0 0 6-15,0 0-6 0,0-1 7 0,0 0-10 16,0 0-2-16,0 0-1 0,0 0 6 0,-1 0-14 16,0 0-18-16,0 0-9 0,0 0-142 0,0 1-234 15,-37 27-90-15</inkml:trace>
  <inkml:trace contextRef="#ctx1" brushRef="#br1" timeOffset="118636.95">13246 3925 1758 0,'0'0'40'0,"0"0"-43"16,0 0 5-16,0 0 19 0,1 0 10 0,0-1 83 0,0 0-5 15,0 0 21-15,0 1-21 16,-1-1-42-16,0 0-1 0,0 0-14 0,0 1-8 15,0 0-4-15,0 0 1 0,0 0-2 0,-1 0 2 0,0 0-13 16,0 0 1-16,-37 20-6 0,38-20 1 16,-1 0-10-16,0 1 4 0,0 0-7 0,-40 32 2 0,41-33 1 15,-1 1-3-15,0 0 2 0,-34 34-4 0,35-35-4 16,-1 1 5-16,0 0-5 0,-37 31 1 0,38-32-1 16,-1 2-2-16,-31 38 1 0,21-22 3 0,0-1 1 15,-2 1-1-15,-1-1 1 0,0 2-3 0,2 0-2 16,-1-3 0-16,-2 2 1 0,1-1-1 0,0-1-2 15,2 1 1-15,1-1-2 0,1-1 2 16,0 1 2-16,0 0-4 0,1-1 2 0,-1-2-2 0,-2 1 0 16,4-2 0-16,1 1 2 0,7-13 0 15,0 1 0-15,-1 0 3 0,-23 43-2 0,24-44 4 0,0 1-1 16,-21 38-3-16,21-39 1 0,0 2-6 0,-1-2 3 16,-24 41 2-16,25-41 1 0,0 1 0 0,-19 44 0 15,19-45 3-15,0 1-2 0,-20 40-3 0,20-41 1 16,0 1-2-16,-19 34 3 0,19-35 5 0,0 1-5 15,-2 0 3-15,-29 42-4 0,31-43 3 0,-1 1 7 0,0 0 0 16,-30 46 2-16,31-47-5 16,-1 1 3-16,0 0-3 0,-29 44 3 0,30-45-8 15,-1 1 5-15,0 0-3 0,-27 39 4 0,28-40 7 0,0 1-9 16,-1 0 4-16,-26 41-7 0,27-42 1 0,0 1 4 16,-1 1-5-16,0-2 3 0,-33 39-9 0,34-39 6 15,0 1 0-15,-1 0 2 0,0 0-1 0,-30 39-7 16,31-40 0-16,0 0-3 0,-1 1 7 0,0 0 0 15,-33 38 1-15,34-39-3 0,0 1-5 16,-22 36 9-16,22-37-6 0,0 1 7 0,-26 37-6 16,26-38-2-16,-1 1 2 0,-27 34-2 0,28-35 5 15,-2 1-7-15,-19 36 6 0,21-37-7 0,0 1 6 0,-1 0 3 16,-26 42-2-16,27-43 2 0,-1 0-5 0,1 1 1 16,-30 43-1-16,30-44 2 0,0 1 0 15,0 0 0-15,-28 42-1 0,28-43 0 0,-1 1 1 0,0 0-2 16,-31 40 3-16,32-41-2 0,-1 0 11 0,0 1 5 15,-38 33 2-15,27-22 1 0,-3 0 2 0,1 1-11 16,-1 1-5-16,-1-3 0 0,1 6-3 0,0 0-1 16,-2 2 5-16,0 3-3 0,2 0 2 0,-2 0-7 15,0-1 4-15,-2-1-4 0,3 0 9 0,-1-1-6 16,-2 0-2-16,7 0 0 0,-3 1 5 0,1 0-4 16,3-2 3-16,0 0-4 0,-2 1 2 0,1-2 3 15,1 0-3-15,-1 1 2 0,3-2-5 0,-4 2 1 16,-2-1 3-16,1-2-2 0,0 1 0 0,-1-4 5 15,1 5 0-15,2 2 2 0,-1 1 2 0,3 2-2 0,-3-2-4 16,0 0 2-16,0-1 6 0,0 0-14 16,-1 1 10-16,-1-1-10 0,0 3 9 0,-1-1-2 15,0-1-5-15,-1 2 3 16,0-1-2-16,-2 1-1 0,0 1 0 0,0-2-1 0,-2 2 2 0,2-1 3 16,3-1-2-16,-2 0 2 0,0 0-4 0,1 1-2 15,-1 3 2-15,-3 2 0 0,2 2-2 0,-2 2 2 16,-2-1-2-16,1 0 3 0,-1 1 1 0,-2 0-2 15,1 0 0-15,0 0-2 0,1 0 0 16,1-1 3-16,0-2 3 0,-1 0-1 0,1-1-3 0,-1-1 1 16,0 3-2-16,0 1 1 0,-1 2-3 0,5 4 4 15,0-3-1-15,0-1 3 0,0 2-7 0,-2-2 7 16,-2 2-1-16,1 0 3 0,-2-1-9 0,-1-2 4 16,2 0-2-16,-1-3 4 15,0 1 3-15,0 4-4 0,0 0 0 0,-1 4-1 0,-1-1-1 0,-1 2-1 16,-2-1 2-16,2 0-1 0,0 1 2 0,0 1 0 15,0-3-2-15,1 2 1 16,-1 0 0-16,-1-1 1 0,-2 6 1 0,-2 0-1 0,-1 3-1 16,-1 1 0-16,0-1-3 0,-1 1 3 0,0 1 2 0,1-2-2 15,-3 1 3-15,3-2-3 0,0 0-9 0,1 1 10 16,4 2-1-16,-2 0 4 0,0 2 3 0,-1-1-7 16,-1-1 0-16,-2-2-1 0,2 1 0 0,-2-3 1 15,0 2 0-15,1 2 1 0,-3-1 7 0,1 1-10 16,1 1 2-16,2-2-4 0,3 1 4 0,2-2 6 15,1-1-6-15,-3-3 4 0,0-1-9 0,-2 6 3 16,0-4 2-16,1 4-1 16,0 0 1-16,1-1 4 0,1 1-3 0,0-3 2 0,-1-2-3 15,1-1-2-15,1 0 3 0,4 0-2 0,-1 0 1 0,2 5 0 16,-1-3 0-16,-2-1 0 0,1 0 5 0,0-3 1 16,1 1 0-16,-2-5 0 0,4 2-2 0,-3-2 4 15,1 0-4-15,3 0 2 16,-1-1-5-16,2 1-2 0,-1 2 3 0,-1-1-2 0,0-2 6 15,0 2-3-15,-1-4-2 0,2 3 0 16,2-1-2-16,0-2 2 0,2 2 4 0,-1-5 0 0,1 2-1 16,3-1 1-16,-3 2-5 0,2 0 4 0,-1 1-2 15,-1 1 4-15,-1-1 0 0,1 0 2 0,0-1-5 16,0 1-5-16,2-2 2 0,1 1-4 0,-2 0 7 16,0 0-2-16,0 0 2 0,2-1-3 0,-2 1 5 0,-1-2-3 15,1 3 2-15,-1 0-2 0,0 1 3 16,0 0-2-16,1-2 1 0,-2 1-1 15,1-3-1-15,2 3 1 0,0-1-1 0,3-2 2 16,-3 1 1-16,6-2-4 0,-3-1 1 0,-2 0-2 16,3 1 0-16,-4-1 3 0,1 4-2 0,0-1 2 15,0 1-5-15,1-1 1 0,1-1 3 0,-1-1-2 16,0 0 7-16,1 2-6 0,1-2 0 0,-2 1-1 0,0-1 0 16,-1 3 0-16,1-5-1 0,-1 2 1 0,1 1-2 15,-1 2 4-15,0 3-3 0,-1-1 2 0,-1 1-2 0,0-1 0 16,1 1 5-16,0-3-4 15,3 1 3-15,-2-2-3 0,3 0-1 0,1 1 0 16,-2-5 3-16,2 4-2 0,-1-4 3 0,1 0-3 16,2-1-1-16,-1 2 1 0,-1 0 0 0,2 2 1 15,0 0 3-15,-1-2-1 0,1 0-3 0,-3 0 2 0,1-2 0 16,1 3-2-16,0-1 3 0,-1 0-2 0,2-1 6 16,-2 1-8-16,-2-2 1 0,2-3-2 0,0 0 5 15,-3-2-2-15,3 2-1 0,-4-2-1 0,1 5-3 16,0 1 4-16,1-4 0 0,0 5 2 0,0-3-2 15,0 2-1-15,0-4 1 0,2 0-2 16,-2-1 6-16,3-2-2 0,-1 0 1 0,1-4-4 16,1 0-13-16,1-3-112 0,7-13-22 0,0 1-48 15,-1-1-242-15</inkml:trace>
  <inkml:trace contextRef="#ctx1" brushRef="#br1" timeOffset="119225.67">8506 11077 63 0,'-6'-9'112'0,"6"9"162"0,0-1 45 16,0 0 30-16,-1 0-48 0,0 0-116 0,0 0-4 0,0 0-10 16,-38-32-24-16,38 33-18 0,0 0-6 15,0 0-4-15,-40-1-26 0,41 1-1 0,0 0-2 0,-1 1-1 16,0 0-13-16,-34 42-9 0,25-30-4 0,2 4 0 16,-2 1-4-16,0 1 3 0,0 2 1 0,-2 4-1 15,3 2-14-15,-3 1-14 0,1 4 1 0,0 2-4 16,0 4-4-16,0 1 1 0,-1 2-3 0,0 3 2 15,-2-2-15-15,0 3-4 0,0-1-3 0,-3 5 1 0,-1 3 5 16,1 4-8-16,-4 4 4 0,1 2-7 0,0-1 0 16,-1 1 6-16,2-7-5 0,3 0 5 0,-1 1-8 15,1-1 3-15,1 4 3 0,3-3 1 16,-4-6-3-16,5-8 2 0,2-3-7 0,2-9 5 16,1 0 0-16,1-7-7 0,-2-6-8 0,7-17-3 15,0 1-50-15,0 0-24 0,-1 0-5 0,0 0-11 16,0 0-68-16,0-1-58 0,1 0-16 0,-9-16-19 0,17-5-105 15</inkml:trace>
  <inkml:trace contextRef="#ctx1" brushRef="#br1" timeOffset="119486.47">8305 11426 908 0,'0'0'1082'0,"0"0"-704"0,0 0-253 16,0 0 3-16,0 0-74 0,-1 0 3 0,0 1 0 16,-38 47 5-16,26-23 30 0,-3 5-18 0,-4 7-3 15,-1-1-10-15,0 4-30 0,-1 3-12 0,1-1 5 0,-1 7-8 16,-3 0 0-16,1 3 13 0,-1 1-5 16,4 1 8-16,0-1-11 0,3 0 0 0,3-4-7 0,-1 0 4 15,1-1-8-15,-1 0-5 0,-2-1 5 0,2-5-5 16,-1-3-2-16,5-7-25 0,1-2-25 15,2-8-6-15,0-3-127 0,2-8-40 0,7-11-7 16,0 0-14-16,0 0-59 0,0 0-3 0,0 0-77 0</inkml:trace>
  <inkml:trace contextRef="#ctx1" brushRef="#br1" timeOffset="121103.19">12746 4303 391 0,'0'0'32'0,"0"-1"69"0,-1-37 36 0,1 38 25 0,0-1 24 15,0 0-7-15,0-34-3 0,0 35 5 0,0 0-15 0,0-1-34 16,0 0-1-16,0 0-13 0,-11-34-29 0,11 35-13 16,0 0-5-16,0 0-1 15,0 0-16-15,0 0-1 0,0 0-1 0,0 0 0 16,0 0 0-16,0 1-1 0,0 0 1 0,-1 0-3 0,-22 42-19 16,23-43-2-16,0 1-4 0,-17 38 2 15,17-39-7-15,0 1-6 0,-20 44 5 0,20-44-4 16,0 0 9-16,-25 50 6 0,17-31-3 0,-2-1 3 15,-1 0-8-15,0 1-3 0,-1 0-2 0,1 2-2 16,-3 3-7-16,0 2-4 0,0 1 1 0,0-1-1 16,-1 1 4-16,1-4-7 0,0 2 4 0,3-2-4 15,-1 1-1-15,1-1 0 0,2-1-1 0,0 1 2 16,1-3 8-16,1 0-6 0,-1-2 0 0,-2-1-2 16,0 0 4-16,-1 0 1 0,2-1 4 0,1 0-2 15,0-3 27-15,-2 2 21 0,0-2-5 0,-1 5 6 16,-1-1-35-16,2 2-14 0,-2 2 1 0,2-3-5 15,-1 2 8-15,0-1 0 0,1 0-3 0,-4 1 1 16,0 1-7-16,-1-1 0 0,0 3 1 0,-1 0 0 16,0 0-1-16,-2 1 0 0,1-2 0 0,-1 2 0 15,1-5-2-15,0 4-1 0,-1-2-1 0,1 0 1 16,0 4 6-16,-1-2-3 0,-1 3 4 0,0-2-5 16,0 3-1-16,-2-4 1 0,4-1-1 0,-1 2 2 15,0-2 0-15,2 3 2 0,-2-2-1 0,-2 2 1 16,0-1 1-16,-2 0-2 0,-2 1 0 0,1-5-1 15,-1 3 1-15,2-4-4 0,-1 3-1 0,1 2 0 16,1 1 4-16,-2 3 0 0,0-1 4 0,-2 1-3 16,2-1 4-16,-1 2-5 0,0-2 2 0,-1 3-2 15,0-1-2-15,1 0 5 0,-1 1-5 16,3-3 6-16,0 1-6 0,-2-2 1 0,3 0-1 0,-2 0 0 16,-1 2 3-16,-1 1-3 0,-1 2 2 0,-2-1-3 0,1 3 1 15,0 1 1-15,-1-1-1 0,-1 2 0 16,-3-1-1-16,3 3 2 0,-3-4 3 15,4 2-1-15,1-2-4 0,-1 1 1 0,3 3 0 16,-4 3 0-16,-1 2-1 0,1 0 5 0,-1 0-3 16,0 2 4-16,0-4-9 0,-1 0 3 0,2 1-3 15,-2-2 3-15,0-2 0 0,-1 3 2 0,1 1 0 0,-1 2 1 16,4 4-1-16,0-1-1 0,4-1 2 16,-2 0-2-16,-1 3 1 0,-4-5 1 0,1-3-1 15,0 3 1-15,0 0 0 0,-1 2 4 0,1 3-5 0,-1 0 4 0,-1-1-3 16,-1-2 1-16,0 2 2 15,3-2-3-15,0-4 0 0,1 1-4 0,1-1 2 0,1 4-3 16,-1 3 7-16,1 2-2 0,-4 1 1 16,-2-3 0-16,0 1 3 0,-1-3 4 0,2 0-1 0,-1-1 1 15,0 0-10-15,-1 1 3 0,2 2 0 0,1 2 3 16,1-1-4-16,0-2-1 0,2 1 3 0,2-5-1 0,-2 1-1 16,0-2 4-16,-2 0-7 0,-3 6 4 15,2-3-3-15,0 6 2 0,-3-2 1 0,3 0 0 16,-2-2-4-16,-1-2 2 0,3 1-4 15,1-4 3-15,4 1 0 0,1 1 0 0,1-1 5 16,0 4-4-16,-1-2 0 0,2-2 6 0,0 0-6 16,1 0 5-16,-1-5-5 0,1 1-1 0,-1-1 1 15,-2 1-2-15,1 2 3 0,-1 2 1 0,1 2 0 16,-1 2 1-16,0-1-4 0,-1-1 0 0,1-2 1 16,2-3 0-16,3 1 0 0,2-3 8 0,-2-1 0 0,1 2 2 15,2 0 3-15,0 1-14 0,-1 1 4 0,1-1-5 16,0-1 8-16,1 1-2 0,-3-2-2 0,3 0 0 15,-1-1-3-15,0-3 8 0,1 1-5 0,-1-1 5 16,0 2-14-16,0 1 6 0,1 3 2 16,-1-1 3-16,0-1 10 0,1 0-15 0,-3-1 7 15,1 1-8-15,0-2 7 0,0 0-4 0,1 1-1 0,1-3-1 16,3 3 4-16,-1 3-3 0,1-1 0 0,1 3-1 16,-1-1 0-16,-1-1 5 0,1 0-2 0,0-1 2 0,1 1-6 15,-2-2 0-15,2 0 0 16,-2 0 1-16,2 1 1 0,-3 4 2 0,0 1-1 0,0 2 1 15,2-1-5-15,-2-1 4 0,-1-1 0 16,2-1 2-16,0 0-4 0,0 0 1 0,1 1-2 16,-1 2 1-16,0 2-1 0,-1 1 2 0,-1 1 1 15,-1-2 1-15,0 1-4 0,0 1 1 0,-1 0 1 16,1-5 2-16,1 1-1 0,0 0 0 0,1-3-1 0,1 3 1 16,0-3-2-16,2-2 0 0,0-5-1 0,5-3-1 15,-4-3-4-15,3-5-41 16,0-3-17-16,0-6-15 0,8-16-128 0,0 1-104 15,-1 0-19-15,0 0-43 0,0 0-236 0</inkml:trace>
  <inkml:trace contextRef="#ctx1" brushRef="#br1" timeOffset="121501.28">8307 11486 2146 0,'0'0'365'0,"0"0"-185"16,0 0 5-16,0 0-44 0,-1 0-80 0,0 1-39 15,0 0 4-15,-36 36-12 0,27-22 26 0,-2 2-19 0,-5 6 4 16,-2 2-10-16,0 4-6 0,-5 4-8 0,-2 2 7 15,-1 8-6-15,-4 0 5 0,-1 5 0 0,1 4 1 0,1 3 0 16,3 3 7-16,-1-2-7 0,1 5 7 0,-4 3-4 16,-1 3 22-16,-2 7 3 0,-1 2 1 15,0 4 2-15,-3-1-2 0,-1 7-3 0,-1 0 1 16,-3 5-2-16,4 3-8 0,3-5 0 16,1 6-2-16,4-1 3 0,-4 2 5 0,-1 7 3 15,-1-4-3-15,-1 1 1 0,-1 0-5 0,0 1-2 16,0 3-2-16,1-11-1 0,2 1-13 0,1-2-2 0,2-2-3 15,2 1 0-15,3-5-3 0,2-10-1 0,-2 0 2 0,2-10-6 16,-3-2-61-16,3-6-195 16,4-8-48-16,0-7-84 0,5-4-529 0</inkml:trace>
  <inkml:trace contextRef="#ctx1" brushRef="#br1" timeOffset="122511.83">13241 4664 697 0,'-13'-3'397'15,"-1"4"201"-15,3-1 10 0,11 0-469 0,-1 0-49 0,0 0 22 16,0 0 4-16,0 1-7 0,0 0-28 0,-37 12-38 16,38-13 0-16,0 0-14 0,1 0-6 0,37 9 5 15,-19-9 1-15,4-1 0 0,3-1-6 0,3-1-3 16,0-1-2-16,3 1 2 0,0 2 1 0,0-1-4 16,0 3 2-16,-1 1-4 0,-2 0-5 0,-4 2-4 15,-2 1 0-15,-2 2-1 16,-3 2 4-16,-5-3 0 0,-1 3 0 0,-12-9-1 0,0 1 8 15,1 0-6-15,17 41 4 0,-18-42-5 0,0 1 0 0,-17 40 1 16,6-26-3-16,-4 1 3 0,-1-1-3 0,-4 3-7 16,0-4 5-16,-2 2-5 0,1 0 1 15,2 0 0-15,-1-1-4 0,1 1 2 0,2-4 1 0,2 1 2 16,4-3 0-16,2 1 1 0,9-11-8 0,0 1-3 16,0 0-2-16,0 0 1 0,0 0 1 0,0 0 1 15,2 0 4-15,35 34-2 0,-36-35 5 0,36 3-2 16,-15-2 1-16,2-2-2 0,1-2 4 0,-2 0-1 15,2 0 0-15,-1-1 0 0,-2 1 0 0,0-1 0 16,-1 0 2-16,-2-1-11 0,-1-1-108 0,-3-2-104 16,1 3-13-16,-2-2-28 0,2 0-68 0,-1 2-156 15</inkml:trace>
  <inkml:trace contextRef="#ctx1" brushRef="#br1" timeOffset="122768.24">13901 4667 1723 0,'0'0'330'0,"0"0"-204"16,0 0-4-16,0 0-51 0,0 0 60 0,0 0-19 15,0 0 1-15,0 0-9 0,0 1-18 0,7 42-27 16,-7-42 6-16,7 35-12 0,-1-15 13 0,2 2-16 16,2 1 3-16,0-2-9 0,1 0-18 0,3-3-9 15,0-2-8-15,2 1 3 0,1-4-7 0,2-1-3 16,-1 2 0-16,1-4-2 0,1 0 1 0,-2-3 2 15,0 2-2-15,0-6 1 16,-4 0-2-16,2-2-60 0,-16-2-6 0,1 0-30 0,0 0-93 16,40-6-33-16,-41 6-10 0,1 0-9 0,0 0-54 15,0-1 1083-15</inkml:trace>
  <inkml:trace contextRef="#ctx1" brushRef="#br1" timeOffset="122972.53">14225 4632 1607 0,'0'0'264'0,"0"0"-147"0,0 0 45 0,-1 0-102 0,0-1 93 0,0 0 16 16,0 0 4-16,1 1-6 0,-1-2-54 0,0 2-67 15,0 0 0-15,-43 9-23 0,31 7-9 0,-4 5 12 16,-1 2 0-16,-2 2 2 0,-3 4-12 0,-1 0-7 16,-1 2-3-16,0 0-1 15,2-2-8-15,2-2 3 0,2-4-1 0,5-3 0 16,1 1-36-16,5-3-129 0,-1-4 3 0,9-14-56 0,0 1-94 15,0 1-263-15</inkml:trace>
  <inkml:trace contextRef="#ctx1" brushRef="#br1" timeOffset="123189.56">14244 4839 2030 0,'0'0'48'0,"1"0"98"16,0 0-31-16,38-5 55 15,-39 5-46-15,1 0-22 0,0 0-6 0,44 4-6 0,-45-4-38 0,1 0-15 16,-1 0-6-16,45 12-2 0,-45-12-20 0,1 0-1 16,38 10-3-16,-39-10 1 0,1 0-10 0,42 5 7 15,-43-5-5-15,1 0 5 0,49-3-2 0,-30 1-53 16,0 0-10-16,-2-3-24 16,1-1-84-16,-2-2-63 0,2-1-14 0,0-2-35 15,-1-1-213-15</inkml:trace>
  <inkml:trace contextRef="#ctx1" brushRef="#br1" timeOffset="123708.05">14721 4365 2213 0,'0'0'54'0,"0"0"75"16,0 0-25-16,0 0 44 0,0 0-22 0,0 0-40 15,0 0 4-15,0 0-21 0,0 0-20 0,-9 40 7 16,9-40-5-16,0 1 5 15,-3 46-13-15,6-27-17 0,0-1 0 0,1-2-7 16,0-2-13-16,-1-1-1 0,2 3-5 0,2-4 2 16,-7-13-5-16,0 1 0 0,1 0 3 0,0 0 0 0,42 37 0 0,-43-38-1 15,1 0-2-15,44 1 3 0,-44-1 3 0,34-11-2 16,-13 4-1-16,-4-3-2 0,2-2-2 0,2 0 5 16,-3 0-1-16,0 1 2 0,-1 0 1 0,-2 0 1 15,0-2 3-15,-1 3-2 16,-1-2-1-16,-4 2 6 0,-1 0 0 0,-9 10 2 0,0-1 1 15,0 0 5-15,0 0 0 0,14-37 2 0,-14 38-1 0,0 0-5 16,0 0 5-16,0-1-3 16,-1 0 10-16,0 0-3 0,0 0-3 0,0 0 0 15,0 0-5-15,0 0-6 0,-34-13 0 0,35 14-2 16,0 1 3-16,0 0-2 0,-20 46 2 0,14-27-4 16,0 4 1-16,-2 4 11 0,1 1-4 0,-1 8 5 15,-2 2-6-15,0 6-3 0,0 2-3 0,1 2 1 16,0 2-3-16,0-2 6 0,0-2-1 0,1 1 3 15,1-2-3-15,2 3 3 0,-1 0-2 0,0-2 1 0,2-1-4 0,1-4 4 16,-2-2-1-16,1-4 1 0,0-2-5 0,0-6 1 16,1-3-2-16,-2-4 3 0,1-5 1 15,-4 1-8-15,-1-5 9 0,2-2-8 0,7-10 9 0,-1 0-3 16,0 1-8-16,0 0 2 0,-42 19-35 0,43-20-27 16,-1-1-3-16,-42-23-12 15,24 11-40-15,0-1-58 0,-2 0-11 0,-2-7-26 0,-3-6-135 16</inkml:trace>
  <inkml:trace contextRef="#ctx1" brushRef="#br1" timeOffset="124168.35">15328 4671 2215 0,'0'0'130'0,"0"0"34"16,0 0-52-16,0 0 74 0,0 0-93 0,-1 0-40 15,0 0 0-15,0 0-13 0,1 0 2 0,0 0 4 0,0 0 1 16,0 0-2-16,30 10-10 0,-10-11-3 15,1 0-7-15,2 0 3 0,3-2-14 0,0 0-1 16,3 0 0-16,-3 1-1 0,0-1-6 0,-3 1-3 16,-2-1 2-16,-3 1-2 0,0-1 8 0,-4 0-8 15,-2 2-1-15,-12 1-5 0,1 0-35 0,0 0-100 16,0 0-2-16,36-10-41 0,-37 10-76 0,0 0-72 16,0 0-58-16</inkml:trace>
  <inkml:trace contextRef="#ctx1" brushRef="#br1" timeOffset="124389.72">15314 4836 1630 0,'0'0'491'0,"-1"0"-334"16,0 1-47-16,0 0-50 0,0 0 74 0,-12 35 6 16,13-36-3-16,0 0-1 0,1 1-34 0,37 22-34 0,-22-19 1 15,5-1-14-15,0-3-17 0,0 0-19 0,1-3-1 16,0 2-6-16,-1 0-6 15,0 0 1-15,-1 1-2 0,1-3 1 0,-1 1-4 16,0-1-9-16,0-4-34 0,0 0 3 0,-2 0-145 0,0-3-61 16,-1 2-2-16,-1-2-28 0,3 1-73 0</inkml:trace>
  <inkml:trace contextRef="#ctx1" brushRef="#br1" timeOffset="124607.95">16083 4391 2101 0,'0'0'392'0,"0"0"-278"16,0 0-18-16,0 0-56 0,0 0 108 0,0 1-6 15,0 0 5-15,12 42-11 0,-12-43-37 0,7 36-26 16,-2-16-1-16,1 9-7 0,1 0-4 0,2 9-14 16,-3 3 2-16,3 8-7 0,-3 7-7 0,-1 6-16 15,1 2 1-15,-3 2-6 0,-3 1-1 0,-1 4-9 16,-5 3 1-16,0-1-5 0,0-2-1 0,0-9-34 15,5-7-35-15,-2-5-13 0,3-4-241 0,1 2-325 16</inkml:trace>
  <inkml:trace contextRef="#ctx1" brushRef="#br1" timeOffset="129086.87">4489 3077 1733 0,'-19'-9'13'0,"2"5"-6"0,17 4 7 0,-1 0-13 16,-1 0-6-16,2 0-5 0,-1 0-47 0,0 0 20 16,1 0-23-16,0 0 59 0,0 0 12 0,0 0 8 0,1 0 2 15,0 0 13-15,47-12-16 0,-29 11 2 16,0 0-5-16,1 1 11 0,3 0-4 16,1 0 7-16,5-1-5 0,0 3 23 0,4 0-26 15,1 1 13-15,0 1-16 0,2-1 7 0,-1 0 3 0,1 1-7 16,1-1 7-16,-1 1 2 0,0-3-4 0,2 2 1 0,5 0-5 15,3-3-11-15,7 5-2 0,4-5-5 0,3 1 3 16,3-1-6-16,-2-1 5 0,0 1 4 0,1 1-2 16,3 2-2-16,7 0 1 0,2-2-3 15,3-2 2-15,-2 1-6 0,-6 0 4 0,0 1-5 0,5 1 5 16,3 0-1-16,5-2 3 16,-2 2-2-16,-6 0 3 0,0 2 18 0,3 0 6 15,1-2 0-15,8 0-1 0,-4 0-21 0,-3 0 0 16,0 1-3-16,1-3 1 0,3-1-5 0,5-1 7 15,-2-2 1-15,-6 4 0 0,-1-3-6 0,-2-2 0 16,1 2 0-16,3-2 0 0,-6 2 5 0,-12 2-5 0,-3 0 1 16,-12 3-3-16,-3-1 10 0,-1 1-8 0,-3 1 4 0,-2 1-6 15,-3 1 7-15,-7 2-3 16,-5-2 4-16,-5-3-4 0,-3 0 6 0,-16-2 22 0,1 0-1 16,0 0 10-16,0 0 24 0,0 0-51 0,-1 0-5 0,0-1-21 15,-12-31-72-15,-10 16-46 0,-6 3-2 0,-14-5-29 16,-13 0-170-16</inkml:trace>
  <inkml:trace contextRef="#ctx1" brushRef="#br1" timeOffset="129581.56">4833 3084 2917 0,'-51'-18'71'0,"6"3"-62"16,4 3-8-16,11 2-10 0,4 3 9 0,9 1-27 0,17 6-8 16,-1 0-9-16,0 0-19 0,0 0 27 0,1 0 2 15,0 0 5-15,0 0-20 0,0 0 2 0,20 4-6 0,4 2 8 16,5 0 15-16,5-3 20 15,2-1 3-15,2-2 4 0,4 2 4 0,0 3 1 16,1 0 4-16,-3 0-2 0,2-1 7 0,5 0 0 16,5-3-1-16,10-1 1 0,5 0-5 0,5-3-3 15,1 1-1-15,-2 1 0 0,0-3-2 0,8 1 6 16,5-2 0-16,9 1 4 0,-1-1 2 0,-4-4-4 16,3 1 0-16,3-2-2 0,4 2-1 0,1 2-7 15,-7 1 3-15,-1 4-3 0,1-2 3 0,4 3 1 16,-1 2-2-16,-9-2 1 0,-4 2 1 0,0 2-3 0,2-2 3 15,3 3-3-15,-2 0 4 0,-11 0-3 16,-1-4 4-16,-4 2-2 0,0 1 9 0,3-3 1 16,-6 1-2-16,-9 0 2 0,-4 1-3 0,-7 1 2 0,-7-2-2 15,-2 2 2-15,-2-4-1 0,-4 1-5 16,1 4 4-16,-5 0-4 0,-3 1-1 0,-6-2 7 16,-5 2-4-16,-13-6 5 0,0 0 6 0,1 0 21 15,0 0 1-15,0 0 3 0,-1 0-34 0,0 0-87 16,0 0-10-16,-30-8-31 0,2-2-73 0,-10-2-251 15</inkml:trace>
  <inkml:trace contextRef="#ctx1" brushRef="#br1" timeOffset="130073.17">4671 3117 3161 0,'-40'-27'-17'0,"8"5"-9"16,8 7 53-16,24 15-56 0,-1 0-18 0,0 0-77 0,1 0 22 15,0 0-38-15,14-4 59 0,12 10 40 0,5 2-3 0,5 0 14 16,6 2 1-16,4 1 7 15,6 2 3-15,2-1 0 0,0-2 4 0,0 3-2 16,0-2 4-16,3-1-3 0,4 1 12 0,8-4 26 0,1-2-6 16,-1 0 13-16,-3 1-11 0,-4 0 2 15,1 0 2-15,9-2-1 0,7-4 3 0,7 0-7 16,-3-2 1-16,-3-3-4 0,5 1-5 0,6-2-4 16,6-2-1-16,2-1-1 0,-6-3-3 0,-2 0 3 15,1-2 1-15,4 4-1 0,0-1-2 0,-10 3 7 16,-3 1-4-16,-2 2 5 0,0 0-6 0,3-1 2 15,-4 3-4-15,-11 0 4 0,0 3 0 0,-4 6-7 16,-1-5 6-16,-1 0-6 0,-1-1 9 0,-7 0-3 16,-3 3-2-16,-8 3-1 0,-6 0 2 0,-7-2 1 0,-5 3 2 15,-3 0-1-15,-3 0-3 16,-3 1 8-16,-17-8-4 0,1 0 8 0,0 0 11 0,0 1 11 16,36 22-8-16,-37-23 2 0,0 0-78 0,0 0-76 15,-1 0-26-15,-35 13-29 0,11-12-240 0</inkml:trace>
  <inkml:trace contextRef="#ctx1" brushRef="#br1" timeOffset="130589.41">4588 3173 255 0,'-34'-32'1149'0,"7"7"-481"0,8 8 598 16,6 5-1308-16,13 12 1 0,0 0-19 0,0 0-111 0,0 0 63 0,35-16-77 0,-7 13 141 0,11 3 23 0,6 4 7 0,1 3 3 0,6 5 11 0,-12-12-4 15,18 10 1-15,1 5-2 0,-1-2 2 0,-4 5 3 16,1 2 0-16,2-5 0 0,2-2 0 0,2-4-11 16,1-1-1-16,-3-3-5 15,0 0-23-15,-3-5 60 0,1 0-11 0,6-2 29 16,3-3-14-16,8-3-11 0,2-1 1 0,-2-1-4 16,-1 0-1-16,1 0-5 0,4 0-2 0,6 1 1 0,3-1 1 0,-5 0-3 15,-4 4 1-15,-4 0-2 0,1-1 2 16,2 2-1-16,0-2-1 0,-5 1 0 0,-5 5-2 15,-10-2 3-15,0 3 2 0,0-1 0 0,0-5-1 16,3 2 0-16,-2-2-1 0,-3 1 1 0,-5-3 0 0,-6 2 0 16,-2-3 0-16,-3 3 1 0,-2 0 6 0,-3 0-6 15,-2 2 3-15,-8 1-5 0,2 1 8 0,-7 0 13 16,-2 1 2-16,-17 1 6 16,1 0 9-16,0 0-1 0,0 0-20 0,0 0 5 0,-1 0-86 15,0 0-21-15,0 0-11 0,-33-16-6 16,7 9-66-16,-9-2-142 0,-6-2-118 0</inkml:trace>
  <inkml:trace contextRef="#ctx1" brushRef="#br1" timeOffset="131099.75">4805 3285 2617 0,'-48'-32'451'16,"6"7"-351"-16,11 4-68 0,9 9-48 0,8 2-5 0,14 10-83 16,0 0 8-16,0 0-35 0,0 0 11 0,35-10 47 15,-7 10 8-15,8 0 11 0,5 0 16 0,5-2 19 16,3 0-1-16,2-1 7 0,-1 0 2 0,-2-1 0 15,1 0 1-15,1-2 0 16,6 1 5-16,3 2 18 0,-2-1-2 0,-3 2 11 16,-2 0 11-16,-6 2-12 0,1-3 4 0,4 4-8 15,5-1-7-15,10-2-3 0,5 1 2 0,2-3-2 0,-2-2-6 0,0 2 1 16,2-2-3-16,5-1 2 16,6 0 1-16,4-2-2 0,-4 2 2 0,-5-1-2 0,0 3 3 15,3 0-4-15,2-3 1 0,2 3-2 16,-8-1 5-16,-9 1 3 0,-1 1-6 0,0-3 4 0,2 4-5 0,4-1-2 15,0 1 3-15,-9 1-2 16,-3-2 2-16,-1 0 3 0,0 1 1 0,4 0 0 16,1 0-3-16,-2 3 3 0,-5-3-6 0,-8-1 3 0,-5 3 0 15,-7-4-1-15,-1 4 4 0,-6 0-4 0,0 0 10 16,-4 0-2-16,0 0 3 0,-8 0-3 16,1 0 1-16,-4-1 20 0,-17 2-5 0,0 0 10 15,2 0 2-15,-1 0-7 0,0 0-8 0,-1-1-5 16,1 0-61-16,0 0-32 0,-1 0-1 0,-3-37-13 0,-15 29-45 15,-11-3-97-15,-7 0-40 0</inkml:trace>
  <inkml:trace contextRef="#ctx1" brushRef="#br1" timeOffset="131450.54">5633 3130 2812 0,'-12'-13'27'0,"12"13"-112"0,0-1 33 0,0 0-57 0,0 0 71 16,39-20-11-16,-6 18 5 0,16 4-7 15,8-1 22-15,6 0 15 0,1 1 6 0,5-1 0 16,5 3 1-16,11-2 4 0,5 1-2 0,2-2 3 15,-3 2 4-15,4-2-3 0,4-4 1 0,5-3-1 16,2-5-2-16,-4 2-7 0,4-3 1 0,3 2-4 0,2-2-2 16,0-1 18-16,1 0-1 0,1-1 10 0,2 1 1 15,1 0-8-15,-1 2-4 0,0 2 0 16,1-1-1-16,-2 4 4 0,-3 1 0 0,-4 3-1 0,1 2-8 16,-2 2 4-16,-2 4 1 0,-7 2 0 15,-1 1-2-15,-1 1-97 0,2 0-78 0,-4 1-25 16,-3-1-431-16</inkml:trace>
  <inkml:trace contextRef="#ctx1" brushRef="#br1" timeOffset="140093.4">18845 11900 16 0,'0'0'542'0,"-1"-1"-195"0,0 0 266 0,0 0-545 0,-39-28-9 15,40 29-33-15,-1-1 20 0,0 0-6 0,0 0 8 16,0 1-22-16,0-1 0 0,0 0 3 0,0 0-2 16,-34-21 11-16,35 22 1 0,0 0-1 0,0 0 0 15,0 0-7-15,0 0 8 0,0 0 0 0,0 0 4 16,0 0 11-16,0 0-5 0,1 0 6 0,0 0-5 15,41 9 10-15,-42-9-10 0,1 0 0 0,42 8-3 16,-25-5-3-16,3 0 2 0,0-1-3 16,2 1 3-16,1 1-7 0,1 0-13 0,2 0 4 15,1 1-9-15,-1 0-15 0,0 0 0 0,3 1-8 0,0-1 7 16,2 0 2-16,3 0-4 0,-3 1 5 0,-2-2-6 16,-2 1 5-16,0 0-2 0,-3-2-2 0,-2 0 0 15,-1-2-3-15,-1 0-66 0,0 0-7 0,-2-1-28 16,1-1-114-16,1-1-106 0,1-1-49 0</inkml:trace>
  <inkml:trace contextRef="#ctx1" brushRef="#br1" timeOffset="140496.22">21063 12299 3206 0,'0'0'109'0,"0"0"24"15,0 0-121-15,0 0-43 0,0 0 0 0,0 0-16 16,0 0 2-16,1 0-13 0,0 0 11 15,45-4-9-15,-25 11 30 0,4 3 14 0,4-1-3 0,5 3 6 16,1 1 2-16,1 0 3 0,2 0 3 16,1 0 0-16,2-1 18 0,0 0 4 0,-2-2 7 15,5-2-2-15,-2-1 16 0,2 1 1 16,2-1 0-16,-3-1 1 0,-3 2-4 0,-2-2-1 0,-1 1 1 16,-4-2-1-16,0 1-3 0,-1 3-3 0,-3 0 0 0,-2-2-1 15,1 1-15-15,-3-1-9 0,-2-2-5 0,1 2 1 16,-2 0-7-16,-1-1 3 0,1 0-10 0,-4-1 1 15,-2-5-61-15,-1 1-77 16,-15-1-14-16,1 0-30 0,0 0-128 0,39-9-259 0</inkml:trace>
  <inkml:trace contextRef="#ctx1" brushRef="#br1" timeOffset="144778.01">4547 3268 2130 0,'-12'-14'52'0,"3"2"-61"0,9 12-9 0,0-1 6 0,0 0-32 16,0 0-26-16,-8-37 0 16,8 38-1-16,0 0 29 0,0-1 39 0,0 0-4 0,1 0 16 0,0 0 12 15,0 1-6-15,34-9 7 0,-35 9-8 16,0 0 8-16,1 0 10 0,0 0 6 0,38 18 1 15,-39-18 8-15,1 0 1 0,0 0-6 0,45 17 5 16,-30-13-10-16,5-1 1 0,0-1-5 0,5 1 3 16,1-1-7-16,2-1-6 0,2 1 5 0,3-1-7 0,-1 0-7 15,1 0-3-15,-1-1-4 0,-3 0 2 16,0 1-7-16,1-1 7 0,-3 0-2 0,2 0 4 16,1 1 1-16,-2-1-8 0,2 0 3 0,-3 0-4 15,0 0 6-15,-4 0-4 0,-2 0 2 0,0 1-3 16,-4 0 3-16,-1 0 3 0,-2 0 0 0,-15-1 1 15,1 0 0-15,0 0-32 0,1 0-6 0,33-3-12 16,-35 3-47-16,0 0-32 0,0 0 0 0,0 0-14 16,0 0-27-16,-1-1 31 0,0 0-7 0,0 0 15 15,-35-28-33-15,36 29-308 0</inkml:trace>
  <inkml:trace contextRef="#ctx1" brushRef="#br1" timeOffset="145139.76">6638 3316 3191 0,'0'0'70'0,"0"0"-130"0,0 0-35 0,0-1-37 0,0 0-31 16,0 1 75-16,34-12-22 0,-8 17 32 0,5 1-8 15,-9-8 70-15,13 10 2 0,1-1 18 16,0-1-5-16,-2-2-9 0,2 1 1 0,-3 0-3 0,-1-1 8 0,-4-1 2 16,-2 0 2-16,-3-1 0 0,3 0 0 0,-5-2 3 15,-1 1 2-15,1-1 4 16,-2 1 16-16,-1-2-16 0,-1 2 4 0,-1-1-9 15,-2 1 0-15,-1-1-4 0,-13 0 5 0,1 0-4 16,0 0 6-16,39 6-56 0,-40-6-22 0,2 0-17 16,-1 0-113-16,0 0-51 0,38 7-19 0,-39-7-38 15,1 0-371-15</inkml:trace>
  <inkml:trace contextRef="#ctx1" brushRef="#br1" timeOffset="145943.32">8578 3281 255 0,'-15'-6'1211'0,"1"2"-543"0,14 4 656 0,-1 0-1684 0,1 0 20 0,0 0-162 0</inkml:trace>
  <inkml:trace contextRef="#ctx1" brushRef="#br1" timeOffset="152061.99">10202 7855 152 0,'0'0'76'0,"-1"0"-31"0,0 0-41 0</inkml:trace>
  <inkml:trace contextRef="#ctx1" brushRef="#br1" timeOffset="152112.14">10125 7868 5 0,'0'0'1'15,"-1"0"4"-15,0 1 6 0,-42 10-10 0,43-11-1 0</inkml:trace>
  <inkml:trace contextRef="#ctx1" brushRef="#br1" timeOffset="156895.35">5187 2986 812 0,'-14'-10'456'0,"-1"0"-200"0,3-1 238 0,3 4-501 0,9 7-7 0,0 0-3 0,-1 0-23 16,0 0-7-16,1 0-2 0,0 0-12 0,-1-1 63 15,0 0-2-15,0 1 23 0,0 0 6 0,1 0-6 16,0 0 2-16,0 0-1 0,1 0 18 0,39 21-11 15,-23-12 4-15,4 1-7 16,4 2 0-16,2-5-2 0,1 0-1 0,3 4 0 0,-1-3-3 16,0 3-9-16,2 2 3 0,0-3-4 15,1-3 10-15,1 2-4 0,2-3 3 0,4-4-4 0,4 3-2 0,5-4-2 16,1-2 3-16,3 2-2 16,0-1 2-16,-1-2-4 0,1 2 4 0,-2-3-3 0,3 0 6 15,2-5-11-15,7 4-2 0,2-1-2 0,0 2 1 16,-2 3 0-16,-3-2-1 0,-2 1 1 0,1 2-4 0,3-1 0 15,3-1-1-15,0 1 0 0,-3-2 1 0,-5 2 7 16,-4 0-4-16,-3 1 3 0,-3 3-6 0,0-3 2 16,1 3 4-16,1-4-2 15,-1 2-3-15,-3-2 6 0,0 2-5 0,-5 0 5 16,-3-2-6-16,-3 4 3 0,-1 1 2 0,-4-5-1 0,-2 5 7 0,-2-5 4 16,-3 0 1-16,-1 2 1 15,-1-3 3-15,-3 3-3 0,-1 0 5 0,-16-2-4 16,1 0 5-16,0 0 2 0,0 0-4 0,35-5 2 15,-36 5-10-15,0 0 5 0,0 0-2 0,0 0 3 0,0 0-6 16,0 0-8-16,0 0-9 0,0 0-3 0,0 0-71 0,0 0-133 16,0 0-27-16,-1 0-66 0,0 0-423 0</inkml:trace>
  <inkml:trace contextRef="#ctx1" brushRef="#br1" timeOffset="159679.41">5806 5327 582 0,'0'0'98'0,"0"0"17"0,0 0 7 0,0 0-23 15,0 0-64-15,0 0-23 0,0 0-4 0,0 0 1 16,0 0 9-16,0-1-8 0,0 0 1 0,0 1-6 16,0 0 0-16,0 0-4 0,0 0 4 0,0 0-5 0,0 0 0 15,0 0 1-15,0 0 0 0,0 0 1 16,0 0-3-16,0 0 1 0,0 0 4 0,-2 0 0 0,2 1 3 15,-1 0 6-15,0 0 1 0,0 0 4 0,0 0 13 0,0 0-6 16,0 0 1-16,0 0-3 0,0 0 1 16,-38 37-13-16,39-38-1 0,0 0-4 0,-1 1-1 15,0 0-7-15,-27 36 3 0,28-37-4 16,0 1 3-16,-20 35-5 0,20-36 4 0,0 1-3 0,-21 44 8 16,13-27-6-16,-1 3-1 15,1-1-2-15,2 2 2 0,-5 0 3 0,2 0 1 0,-2 1 1 16,-1-1-1-16,1 2 8 0,-2 0-2 0,2 0 4 0,-1 2-2 15,1-2-8-15,3 2 1 0,-3 0-3 16,-2 1-5-16,0-2 5 0,0 5 1 16,-1-1 1-16,3 2 5 0,1 2-6 0,-1 1-2 0,2-1-1 15,-1 1 5-15,0 0-2 0,1-2 4 0,2-2-4 16,0-1 3-16,0-1 1 0,0-1-2 0,1 0 1 16,0-1-2-16,-1 0 4 0,0-1-3 0,0 2 3 15,-1 1-7-15,0 3 5 0,-1-1 0 0,1 1 2 16,0-2-8-16,0 0 2 0,0-1 1 0,-1 1 0 15,1-1 4-15,0 0 0 0,1-3-1 0,-1 1 1 16,-1-3-5-16,-1 1 4 0,1 0-1 0,0-1 4 16,1 1-11-16,-2 1 10 0,1 2-6 0,0-1 8 15,2 1-6-15,1-4 1 0,-2-2 2 0,2-1-2 16,1-1 5-16,-2-2-35 0,0 0-5 0,2-1-18 16,2-3-80-16,1 1-245 0</inkml:trace>
  <inkml:trace contextRef="#ctx1" brushRef="#br1" timeOffset="161565.96">7021 5284 1189 0,'0'0'51'0,"0"0"-22"16,0 0 24-16,0 0-75 0,0 0 7 0,0 0-2 15,0 0 9-15,0 0 2 0,0 0-1 0,0 0 7 16,0 0 0-16,0 0 3 0,0 0-3 0,0 0 1 0,0 0-2 16,-1 1 1-16,1 1-1 0,-2-2 3 0,1 1 8 15,0 0-3-15,-33 36 4 0,34-37-7 16,0 0 5-16,0 0-6 0,-1 1 6 0,-1 0 6 15,2 0-7-15,-27 38 10 0,27-39-10 0,0 1 5 0,0 0 3 16,-19 39-5-16,19-40 3 0,0 1-12 16,-1 0 7-16,-25 46-4 0,26-46 4 0,-16 32-4 15,7-13 0-15,1 2 4 0,-2 1-3 0,0 0-4 16,0 0 3-16,1 0-5 0,-1 2 6 0,0-1-1 16,-2 4-2-16,0-2 0 0,0 3-1 15,-2-2-10-15,1 2 6 0,1 0-5 0,0-1 7 0,-1 3 1 0,-2 2 2 16,0 1-3-16,-1 4 0 0,-2 0-5 15,-1 0 0-15,-1-2 8 0,2 3-5 0,-1-2 5 0,3 0-3 16,-1 2 1-16,0-2-1 0,0 1 3 0,0 5-9 16,-3-2 6-16,1 5-7 0,0 0 4 0,-3 1 2 15,3 1-2-15,-2-1 3 16,0-1 0-16,1-1-4 0,-1 2 0 0,0 0 1 0,-1 3 1 16,-2 4 7-16,1 0-3 0,-2 1 5 15,0-1-9-15,-1-4 1 0,-1-1-1 0,2 0 2 0,0-3 5 16,5 3-3-16,-4 3 2 0,1 0-2 0,3 2-2 15,-3-3-1-15,3 0 1 0,-2-3-3 16,-1-1 2-16,2-1 5 0,-1 1-1 0,2 4 4 0,-1 2 0 0,-1 1-3 16,1-2 4-16,-3-1-5 15,1-5-4-15,-3 0 5 0,2-1-5 0,-1-1 5 0,0 1-8 16,4 4 4-16,0-1 2 0,0 1 4 0,1-1 20 0,-3-2-4 16,-1-2 6-16,5-1-6 15,-1-2 0-15,-1 2 2 0,3-1-2 0,-2 1 3 0,2 2-1 16,-2 2-5-16,0 0 3 0,2-1-4 0,-2-2 4 15,3-1-4-15,0-2-6 0,0 1 2 16,0-3-8-16,0-4 7 0,1 3 1 0,-2 0 2 16,1 2 5-16,2 6-3 0,-1-6 1 0,2-2-4 15,0-1-14-15,0-2 5 0,0-3-4 0,0 2 3 16,3-2-12-16,1 1 7 0,2 1-6 0,-3-4 1 0,2 3-68 0,0-3-119 16,-1-2-48-16</inkml:trace>
  <inkml:trace contextRef="#ctx1" brushRef="#br1" timeOffset="162535.73">8001 5462 997 0,'0'0'47'0,"0"-1"-27"0,0 0 2 0,24-43-27 15,-24 44-17-15,1-1 22 0,-1 0-5 0,41-30 10 0,-41 31 5 16,0-1 10-16,0 0-3 0,0 0 6 0,0 1-2 16,1-1 7-16,-1 0 2 0,0 0 2 0,0 0 14 15,0 0-16-15,0 1-3 0,0 0-7 0,0 0-19 0,0 0-1 16,0 1 2-16,5 34-3 0,-5-35-2 0,0 1 3 15,-12 50 3-15,4-29 2 16,0 2 6-16,-3 3 6 0,2-1-4 0,-2 5 6 16,1 0-4-16,2 2-1 0,-3-1-1 0,-1 1-1 15,-2 2-7-15,-3 0-9 0,1 4 3 0,2-1-5 16,-3 5 7-16,1 5-2 0,-1 3 1 0,-1 4-2 16,0 1 0-16,-2 2 0 0,-1 0-5 0,-1 1 3 15,-1 3 1-15,0 4 0 0,-3 4 1 0,1 2-1 16,-4-1-1-16,0-2 0 0,-4-2 4 0,3 0-2 15,2 0 8-15,-2 5-6 0,5 2 2 0,-4-2-4 16,2 1 0-16,-3-2 5 0,2 1 0 0,-3 1 4 16,1 1-3-16,-2 2-4 0,0-3 1 0,-3-2-1 0,-1 0 7 0,0 3-1 15,-2 0-3-15,3 6 2 16,2-2-2-16,1-4 5 0,0-1-5 0,-1 1 5 16,1-1-9-16,-1 0 2 0,2 1 3 0,0-7-1 15,1 1 4-15,-3-2 28 0,-2 2-14 16,-1 2 16-16,-2-3-28 0,0 3-2 0,7-5 1 0,-1-2-2 15,3-1-3-15,1 1 6 0,-2 2-2 0,0-1 2 16,2-1-8-16,0-1 7 0,2-4-1 0,0-3 3 16,2-2-2-16,-1 1 0 0,1 1-2 0,-1 1 2 15,0 0 1-15,-1-4 14 0,1 1-2 16,1-3 6-16,0 0-5 0,3 1-4 0,-2 1 2 0,3 1-2 16,1 1-3-16,1 2-3 0,-1-4-3 15,-1-1 1-15,2-2-7 0,-1-1 1 0,2-1-5 0,0-2 2 16,2 1-3-16,1 0 5 0,-2-2 1 0,2 1 2 15,-1-6 6-15,0-1-8 0,-1-1 5 0,-1-3-7 0,2-1 2 16,0 1 1-16,0-3-3 0,1 0 1 0,0-1 0 16,2 1-3-16,-1 0 0 0,2 1 0 15,0-4-9-15,2-1-49 0,2-4-11 0,-1-4-19 16,3 0-79-16,0-5-146 0,5 0-113 0</inkml:trace>
  <inkml:trace contextRef="#ctx1" brushRef="#br1" timeOffset="163454.51">8536 5678 1207 0,'0'0'128'0,"0"0"16"15,-1-1-2-15,0 0-100 16,1 0-43-16,-2 1-11 0,2 0 2 0,-1 0 0 15,1 0 12-15,-1-1-1 0,0 1-1 0,0 0-1 16,0 0-1-16,0 0-3 0,0 1 7 0,-31 36-4 0,32-37-1 0,-9 32 6 16,3-12-4-16,0 2 4 0,-1 4-2 15,0-1-5-15,-1 3 3 0,4 2-4 0,-2 0 5 0,-2 3-8 16,4 6 0-16,1 4-2 0,-2 3 10 0,-2 2-8 16,4 3 3-16,-5 4-6 15,2 2 10-15,0 8-7 0,-4 3 5 0,-1 6-7 16,0 3 6-16,-2 2-2 0,-1 0 2 0,-1 5-2 15,1 2-2-15,-3 6 7 0,1 3-5 0,-2-1 6 16,2 3-1-16,-4 2 2 0,1 2 0 0,-1 2 2 16,-1-3 0-16,-2 3 1 0,-3-1 2 0,-3-1-3 0,-2 2-2 15,2-1 0-15,1 3-3 0,2 0 2 0,0 0 2 16,2-2-1-16,-4-2 4 0,3 1-3 0,0 1 0 16,-2-3 3-16,2 0-1 0,-3-1 1 15,3 3-7-15,-4-3 9 0,1-4-2 0,-2-4 7 16,0 0 15-16,1-1-11 0,1 0 8 0,1-3-10 0,3-7-3 15,0-3 0-15,2 3 2 0,0-1 1 16,0 0 36-16,1 0-3 0,-1-6 5 0,1-3-7 16,2-5-11-16,-2 3 2 0,3-6-9 0,-1 0 4 0,0 1-18 15,1-6-9-15,-2 1 5 0,0-1-6 0,1-3 4 16,-2 2 0-16,-1-1-5 0,1-4 2 16,0 3-3-16,-1-6 3 0,4-1 1 0,2-6-1 15,1 1-3-15,3-4-26 0,0-4-15 0,2 0-14 0,-1-5-135 16</inkml:trace>
  <inkml:trace contextRef="#ctx1" brushRef="#br1" timeOffset="165968.14">9200 5470 182 0,'0'0'568'0,"0"-1"-211"0,0 0 281 0,0 0-590 0,-4-35-19 15,4 36-38-15,0-1 1 0,0 0 4 16,1 0 2-16,0 0 4 0,15-45-6 0,-16 46-1 0,0 0-3 16,0 0-1-16,0 0 2 0,1 0-2 0,0 0 3 15,0 0 6-15,0 0 1 0,0 0-1 0,0 1 1 16,0 0-9-16,22 40 8 0,-23-41-3 0,0 1 3 16,0 0-1-16,13 36 6 0,-13-37 0 0,8 31 4 15,-4-12-5-15,-1 2 3 0,1-2-4 0,-1 4 4 16,1 1 0-16,0 2-5 0,0 3 2 15,0 4-4-15,-1 2-1 0,1 3 1 0,-1 1-2 0,1 2 2 16,0-1-8-16,0 7 11 0,0 1-5 16,-2 4 6-16,3 5-4 0,0-2-5 0,0 1 6 0,1-2-4 15,-1 0 8-15,-1 0-2 0,1 3 2 0,-1 5-3 16,-1 1-1-16,-1 2 4 0,0-2-3 0,0-6 2 16,0-1-1-16,0 0 0 0,0 3 4 0,0 2-2 15,0 1 6-15,0 0-1 0,2-1-4 16,0-2 3-16,-3-1-6 0,2 1 5 0,-3 2-1 15,-1 2 1-15,-1 2-8 0,0-2 9 0,-5-3-9 16,3-2 9-16,2-3-9 0,-1 1 0 0,1 5 2 0,2-2 0 16,-1 1 3-16,1-4 17 0,0-6-9 0,-2-6 9 15,4 1-17-15,0-2-2 0,0 0 2 0,0 2-3 16,-2-2 3-16,0 3-3 0,0-1 8 0,0 1-6 16,-3-1 1-16,0-3-1 0,-1-2-4 15,0-1 2-15,-1-6 5 0,0-5-6 0,1-2 0 0,0-3-5 16,2-1-34-16,0-4-99 0,-1-2-25 0,3-16-51 15,0 1-368-15</inkml:trace>
  <inkml:trace contextRef="#ctx1" brushRef="#br1" timeOffset="166682.1">10220 5530 1655 0,'0'0'91'0,"0"0"-20"0,0 0-7 0,-1 0-43 15,0 0-50-15,0 0-13 0,0 0 1 16,0 0 8-16,1 0 29 0,-1 0 3 0,0 1 1 16,1 0 0-16,-11 47-3 0,11-29-4 0,1 2-5 15,-1 4 2-15,2 3 0 0,0 5 3 0,-1 1 1 16,2 2 0-16,0 3 8 0,1-1 5 0,0 1-1 16,3 6 0-16,-1 0-7 0,1 5 3 0,0 4 4 15,-1 1-1-15,0 1 4 0,1-1 3 0,-1 0-2 0,-1 3 4 16,2 3 1-16,-5 4-4 0,2 3 1 0,-2-1-1 15,1 0 4-15,1-3-1 0,-2-2 0 16,0 0-1-16,-2 1 0 0,0-2 0 0,-1 2-4 0,-1-7 1 16,2-4-13-16,0-6 9 0,1-5-3 0,-1-3 6 15,0-5-7-15,0-5-1 0,0 0-1 16,-1-7-1-16,0-2-21 0,1-19-81 0,0 1-6 16,0 0-32-16,1 39-86 0,-1-40-180 0</inkml:trace>
  <inkml:trace contextRef="#ctx1" brushRef="#br1" timeOffset="167113.04">10887 5341 2192 0,'0'0'74'15,"0"0"25"-15,0 0-110 0,0 0-52 0,0 0 10 0,0 0-21 16,0 0 26-16,0 0 28 0,0 1-3 0,11 40 12 15,-7-24 7-15,2 5-10 0,0 0 3 16,1 8-5-16,0 2 1 0,2 7 4 0,0 3 1 0,1 1 1 16,0-1 8-16,1 2 0 15,-1 0 0-15,0-1 1 0,-1 1 2 0,-2 0 8 0,3 5 0 0,-1 1 2 16,-2 2 2-16,1 3 1 0,-1-4-3 16,0-2 3-16,0-3-13 0,1-3 0 0,1-2-1 15,-1-2 1-15,0-2 2 0,-2 3-1 16,1 0-1-16,-1-4 0 0,-1 1-3 0,0-7 6 15,-1-2 1-15,0-5 1 0,1-1-10 0,0-5-37 0,-5-17-16 16,0 1-12-16,0-1-102 0,0 1-63 0,0 0-38 16</inkml:trace>
  <inkml:trace contextRef="#ctx1" brushRef="#br1" timeOffset="167397.46">11272 5551 1558 0,'0'0'500'0,"0"-1"-359"16,0 1-102-16,0 0-29 0,0 0-63 0,0 0-6 0,0 0 8 16,0 1-2-16,-2 38 52 0,4-21 1 0,3 3 3 0,-1 6-3 15,1 1 0-15,1 6-4 0,0 3 1 0,0 0-3 16,3 3 1-16,-2-1 4 15,0 3-3-15,-1 5 4 0,-1-1-7 0,0 2 10 16,0-2-3-16,-1-3 5 0,-2-4-3 0,1 0 0 0,-1-4-2 16,-1-4 1-16,-1 0-1 0,-1-5-75 15,-1-2-5-15,0 0-40 0,0-2-153 0</inkml:trace>
  <inkml:trace contextRef="#ctx1" brushRef="#br1" timeOffset="167683.15">10496 5647 2761 0,'0'0'23'0,"0"0"-70"0,0 1-13 15,0 0-16-15,3 50-13 0,5-27 63 0,5 4-1 0,3 1 22 16,0 2-1-16,2 2-5 0,1 3-1 0,4 4 1 16,0 4 2-16,2 7-4 0,-2 6-40 0,1 3 15 15,-2 6-98-15,-5 1 36 16,-2 4 9-16,-6 9 2 0,-3 7-12 0,-6 4-50 0,-2 4-27 0,-5 3-41 16,-3 4-461-16</inkml:trace>
  <inkml:trace contextRef="#ctx1" brushRef="#br1" timeOffset="171195.27">4807 2815 1027 0,'-22'-7'558'0,"1"0"-246"0,8 4 291 16,13 3-627-16,-2 0-9 0,2 0-5 0,-1 0-52 16,1 0 10-16,0 0-17 0,0 0 50 0,0 0 38 15,0 0 1-15,25 31 12 0,-8-16 4 0,-1 3-11 16,3 3-1-16,1 0-3 15,2 3 7-15,-2 0 10 0,0-2 3 0,1 3 3 16,-1-4 13-16,-2-4 8 0,0 2-3 0,-1-5 5 16,4 1 1-16,-1-1 8 0,5-2-2 0,5-1 2 15,0 0-10-15,9-3-11 0,5 2 0 0,7-5-6 0,1 1-8 16,3 0-8-16,-1-2 2 0,3 2-5 16,3-1 2-16,7-2-1 0,7 2 2 0,4-4-3 0,0 4-2 15,-2 0 3-15,-1 1-2 0,2 0 4 0,4-1-1 16,2-2-2-16,1 0 2 0,-5 0 0 0,-3 1-3 15,3-2 3-15,1-1 0 0,6-1 3 0,-2 0 5 16,-4-1-7-16,-1 0-1 0,2 0-1 0,3-1 11 0,1 1 0 16,0-1 0-16,-8 0 0 15,-1 1 1-15,0-2-2 0,1-1 0 0,3 1-2 16,-3 0-5-16,-8-2 4 0,-4 2 0 0,-2-2 1 16,-1 1 1-16,2 1-6 0,-3-1 3 0,-4-1-5 15,0 4 1-15,-10-3 5 0,-5 1-5 0,-4 3 5 16,-6-3 1-16,-3 3-5 0,0 2 4 0,-8-2-4 15,1 1 12-15,-7-1 9 0,-15 0 4 0,1 0 1 16,0 0 14-16,0 0 7 0,0 0-4 0,-1-1 3 16,0 0-18-16,-10-33-12 0,-8 24-1 0,-3-1-5 0,-2-1-13 15,-1 1 1-15,-5-3-4 0,-4 4 1 16,-1 0-2-16,-7-1 0 0,-1 2-5 0,-8-3 3 16,-4 1-8-16,-4 1-2 0,-1 1-1 0,-1 0-2 15,0-1-7-15,3 1 2 0,-7-1 2 0,-6 4 1 16,-6-2 11-16,1 2 0 0,-2-3-5 0,2 1 1 0,3 4-8 15,-8-2 7-15,-4 2 3 0,-2 1 0 0,1-1 5 0,3 2-2 16,0 0 5-16,-1-1-5 16,-6 1 10-16,4-1-3 0,2-1 4 0,5 1-4 15,2 0-1-15,-4 0 3 0,-5 1-4 0,4 1 3 16,0 1-1-16,5 0 1 0,2 1 0 0,-5 1 0 0,-3 0 3 0,4 2 0 16,3 1 3-16,6 1-2 0,5 0 0 0,1 1 1 15,-3-1-1-15,-1 1 1 0,4-1-1 16,5 1-1-16,6 0 0 0,7-2-1 0,4 3 0 0,1-3 4 15,3 0-5-15,3 0 5 16,-1 0-6-16,6-1 3 0,0 0 0 0,6-2 1 0,1 1-2 16,5-2-4-16,4 2 0 0,13-3-2 0,-1 0-12 15,0 0 5-15,0 0-11 0,0 0 8 0,1 0-14 16,0 0 11-16,0 0 3 0,1 0 2 16,34 15 11-16,-11-13-3 0,2 1 5 0,4-1-4 15,4 0 4-15,3 3 1 0,2 0-2 0,2 1 1 0,0-2 0 16,4 2 4-16,6-2-4 0,8 2 3 0,5 0-7 15,6-2 6-15,-1-1 0 0,1 1 3 16,-2 2-4-16,5-1-1 0,6-1 3 0,2-2-1 16,6-1 1-16,-3 4 3 0,0 1-4 0,2-3 4 15,4 1-9-15,5 0 5 0,0-1-3 0,-3 4 4 16,0 0-5-16,3-5 3 0,5 3 1 0,0 0 0 16,-5-1 1-16,3 2 0 0,3 1-1 0,2-3 0 0,-1-3-1 15,-3-1 5-15,2 0 2 0,1-2 0 16,1 0 2-16,-3-2-5 0,-6-2 1 0,4-1-3 0,1 1-2 15,2-2 7-15,-4 3-6 0,-5 1 6 16,-1-1-6-16,-3 4-1 0,1-3 1 16,-7 3-2-16,-5 1-6 0,-9 3 5 0,-2-2-2 15,-3 2 4-15,-3-1-4 0,-2 3 2 0,-4 2 1 0,-7-1-1 16,-6 2-2-16,-8-2 0 0,-3 3 0 0,-4 0 0 0,-5-2-2 16,-1 4-23-16,-3-2-16 0,-5 1-8 0,2 1-118 15,-3-1-153-15,-4-1-45 16</inkml:trace>
  <inkml:trace contextRef="#ctx1" brushRef="#br1" timeOffset="174065.06">3166 3067 479 0,'0'0'147'0,"0"0"64"16,-1-1 2-16,0 0-184 0,0 0-24 0,0 0-5 16,0 0-4-16,0 0 0 0,0 0-8 0,-29-37 22 0,30 38-4 15,0 0 10-15,0 0 2 0,0 0-11 0,-1 0 1 0,0 1-4 16,0 0 3-16,1 0-5 15,-37 37 9-15,37-38-5 0,0 0 33 0,0 0 31 16,-1 0-6-16,0 0 14 0,0 0 0 0,0 0-10 16,0 0 2-16,0 0-7 0,0 0-10 0,0 0-3 15,0 0 4-15,0 0-4 0,0 0 7 0,0 0-21 0,-1 0 6 16,2 0-12-16,-1 0 5 0,0 0-18 16,0 0 2-16,0 0-7 0,0 0-4 15,0 0-13-15,1 0-1 0,-1 0-4 0,0 0 3 0,0 0-3 16,1 0 2-16,0 0-1 0,0 1 9 0,0 0 0 15,0 0 3-15,0 0-1 0,1 0 7 0,0-1 8 16,0 1 1-16,-1 0 4 0,40 24 8 0,-40-25 9 16,1 0-6-16,0 0 5 0,36 0-7 0,-37 0-9 15,1 0 2-15,46 0-7 0,-47 0-3 0,37-1-6 16,-18-1 2-16,5 0-3 0,0 3 2 16,3-1 6-16,1 1-8 0,3-1 7 0,-1-1-1 0,5 2-9 15,-1-1 11-15,1 0-11 0,1 0 6 0,-1-4 4 16,6 3-5-16,4-1 4 0,3-1-1 0,3 0 0 15,-2 1 2-15,-1 0 0 0,-3 1 11 0,-1 1-5 16,-3-3 1-16,1 2-3 0,-1 2-3 0,6-3-6 0,2 2 3 16,3-3-5-16,0-2 6 0,-1 4-6 15,0-1 3-15,-3 2-4 0,-1 0 4 0,-2-2-5 16,-3-1 1-16,5 1-1 0,3-1 4 0,1 0-2 16,2 1-1-16,-8-1 0 0,-2 1-1 0,-8-1-5 0,-2 1 6 15,-5 1-6-15,-3 0 8 0,-3 3-1 16,-3 2-2-16,-2-4 2 0,-3 3-1 0,-1-1 5 15,0-1 0-15,-13-1 3 0,1 0 6 0,0 0-4 16,0 0-2-16,35 14 0 0,-36-14-5 0,0 0 11 16,0 0 0-16,0 0 3 0,0 0 0 0,0 0 14 15,0 0-5-15,0 0 7 0,0 0-13 0,-1 0 7 16,0 0-7-16,-43 3 6 0,43-3-16 0,0 0-1 16,-52-2-3-16,29 2 1 0,0 3-6 0,-7-4-4 15,-2 3 2-15,-5 2-4 0,-6-3-2 0,-6 1 5 16,-5 1-7-16,-2-1 6 0,2 2-5 0,2 0-3 15,2 1 5-15,-3-3-3 0,-4 3-7 0,-8-3 10 16,-3 3-9-16,-2 0 9 0,2-2-3 0,6 3 1 16,1-1 0-16,-1 1 0 0,-3 1 6 0,0-3-7 15,-3 2 5-15,6-2-6 0,6 2 10 0,8-3-6 16,1 0 0-16,2 1-1 0,-3-2 4 0,-1 1-4 16,1 2 1-16,1-2-3 0,0 2 4 0,8-2 3 15,0-1-2-15,8 1 1 0,3 0-9 0,3 0 3 0,1-1-4 16,4-1 4-16,0-2-6 0,4 0-1 15,3 0 0-15,14 1-3 0,-1 0-9 0,0 0-9 16,0 0-1-16,0 0-2 0,0 0 8 16,0 0-8-16,0 0 7 0,0 0-8 0,1 0 11 0,0 0 7 15,0 0-2-15,1 0 4 0,40-13 6 0,-19 11 5 16,1 0-3-16,3-1 2 0,3 2 1 0,6-1-5 16,1-2 6-16,6 1-6 0,2-3-3 0,7 4 7 15,1 1-1-15,1-1 4 0,-1 1-4 0,-3-1 7 16,1 2-7-16,2 2 6 0,2-2 0 0,8 1-4 0,3-1 1 15,2 0-2-15,0 1 1 0,-3 0-2 16,-2-1 4-16,5 0-3 0,7-1 9 0,5-1-5 16,3-6 4-16,-5 2-5 0,-3-1 1 0,6 0 1 15,3 1 0-15,6-2 1 0,4 3 6 0,-6 0-7 16,-3-2 1-16,3 2-1 0,4-2 1 0,3 0 4 0,1 0-2 16,-5 1 3-16,0 4-4 15,5-3-1-15,3 3-1 0,0-1 0 0,-6-2 0 16,1 4 0-16,1-4 0 0,4 0 0 0,2 3 0 15,-7-4 1-15,1 2 0 0,2-1 1 0,1-1-2 0,0-1 0 16,-3-1 1-16,0 3 1 0,1-1 11 0,3 0-7 16,1-3 6-16,-8 2-7 0,-1-1 2 0,2 3-4 15,2-1-1-15,1-1 0 0,-4 1 0 0,-8 1 0 16,2 0 1-16,0 1 1 0,1 0-3 0,-6-1 6 16,-5 1-3-16,-6 0 3 0,0 1-7 15,0 2 4-15,1-1-3 0,-1-1 6 0,-6 1 5 0,-6-1-9 0,-4 2 2 16,-4-1-5-16,1 1 2 0,2 0 2 0,1-1 3 15,-3 2-2-15,-3-1-1 0,-4-1 4 16,-4 0 1-16,-5 1 1 0,-2 0-1 0,-6 0-3 16,-3 0 0-16,-1 0 0 0,-5 0-2 0,0 1 4 15,-1 0 0-15,-2 0 2 0,-1 0 2 0,-13 0-1 16,2 0-3-16,-2 0 0 0,1 0-8 0,0 0-98 16,0 0 7-16,0 0-51 15,0 0-125-15,-1 0-401 0</inkml:trace>
  <inkml:trace contextRef="#ctx1" brushRef="#br1" timeOffset="182020.26">10810 14506 2590 0,'-10'-7'149'0,"10"7"-19"0,-1 0-2 16,0 0-58-16,0 0-77 0,0 0-29 16,0 0-2-16,0 0 11 0,-17 25 24 0,14-11-15 15,11 17 2-15,0 9-6 0,4 7 12 0,-4 13 1 16,0 4 7-16,2 8-3 0,-4-1 9 0,3 10-4 15,0 3-2-15,-7 7-2 0,7 5 8 0,-7-7-3 16,2 3-1-16,-1-5-1 0,-3-4 1 16,0-9 3-16,-2-7 1 0,3-13-2 0,0-6-3 0,3-11-96 15,-1-6-8-15,-2-6-44 0,2-7-152 0,0-4-233 16</inkml:trace>
  <inkml:trace contextRef="#ctx1" brushRef="#br1" timeOffset="182337.28">10997 14568 2371 0,'0'0'409'0,"0"0"-293"16,0 0 0-16,0 0-43 0,1 0-94 0,33 4 12 16,-12 2-7-16,4 6 10 0,5 2 5 0,1 3-1 15,1 2 2-15,0 4-1 0,0 3-4 0,-1 0 4 16,-2 1-5-16,-3 0 6 0,-4-1 8 0,0 0-11 15,-3 0 9-15,-4-1-7 0,-2 1 12 0,-5-5 2 16,-5 3-6-16,-1-2 7 0,-3-5 15 0,-1 2 13 16,-6-4 2-16,-5 0 0 15,-1 4-8-15,-7 2-9 0,0 2 0 0,-5 2-4 0,-4-1-14 16,-6 3 3-16,-4 0-4 0,-6 2 3 0,-3-2-22 16,-1-1-40-16,-2-2-2 0,2-5-14 0,4-2-24 0,8-7-5 15,4-2-8-15,7-5-1 0,6-2-53 0,20-1-74 16,-1 0-22-16,0 0-25 0,0-1-156 15</inkml:trace>
  <inkml:trace contextRef="#ctx1" brushRef="#br1" timeOffset="182642.16">12141 14526 2470 0,'0'0'245'0,"0"0"-98"16,0 0-25-16,0 0-21 15,0 0-81-15,0 0 15 0,0 0-1 0,0 0 5 0,-1 1-14 16,-31 40 0-16,15-24-8 0,-2 7 6 0,-2 3-16 16,-1 5 4-16,-1 2 3 0,-2 4 0 0,-1-1-5 0,0 3-1 15,2 1-1-15,4 1 2 0,1 1 6 16,3-2 1-16,2 6-3 0,0 4 1 16,2 3-9-16,3 5-6 0,3 2 1 0,3-1-3 15,1-1 0-15,6-2-4 0,1 0 0 0,6 0-1 0,1 1-1 0,0-3-1 16,1-3 0-16,2-9 1 0,0-5-1 0,4-8-44 15,1-3 3-15,4-6-22 16,1-5-35-16,1-8 3 0,2-6-8 0,1-6 4 16,2-6-51-16,0-7-67 0,1-9-42 0,4-10-36 0,1-6-462 0</inkml:trace>
  <inkml:trace contextRef="#ctx1" brushRef="#br1" timeOffset="182908.49">12398 14861 2902 0,'0'0'500'0,"0"0"-391"0,0 0-1 0,0 0-39 16,0 1-109-16,11 34 4 0,3-18-2 0,7 8 8 16,1 1 28-16,3 4-2 0,1 4-4 0,1 6 2 0,4 2-7 15,2 2 3-15,3-1 4 0,0-1-1 0,-1 0 2 16,-3-3 2-16,-3 1 3 0,-2-5 0 15,-1-3 1-15,1-2 5 0,-3-3-6 0,0-3 8 16,-3-1-6-16,-3-2-1 0,-3 1 1 0,-1-1-2 0,-3-3 2 16,-1-1-20-16,0-4-28 0,-10-13-1 15,0 1-125-15,1-1-35 0,0 1 6 0,0 0-21 16,0-1-60-16,0 0-290 0</inkml:trace>
  <inkml:trace contextRef="#ctx1" brushRef="#br1" timeOffset="183113.59">12901 14814 2998 0,'-22'7'225'0,"3"3"-149"0,-3 3-14 0,3 2-39 0,3 5-36 0,-1 5 5 16,0 2 2-16,-2 4 3 0,-2 3 4 0,-1 1-6 15,0 1-1-15,2 1-2 0,-1-1 1 0,4 0-32 16,-2 0-21-16,1-5-7 0,3 0-102 15,-1-3 4-15,-1-3-11 0,3-2 4 0,-1-5-56 0,0-2-139 16,1-1-169-16</inkml:trace>
  <inkml:trace contextRef="#ctx1" brushRef="#br1" timeOffset="183568.47">12912 15022 2933 0,'-19'-6'195'16,"-1"-2"-105"-16,0 4 6 0,0-3-50 0,4 3-61 0,16 4 6 16,-1 0-4-16,-35 12 6 15,20-1-6-15,0 5-21 0,-2 9 3 0,0 7-10 0,2 7 6 16,1 6 8-16,2 2 7 0,4 4 1 0,2 0 26 16,4-5 3-16,2-3-3 0,3-6 3 0,4-7 2 15,1-5 5-15,4-2 2 0,0-8 0 0,3 0 6 0,2-4-4 16,1-5 2-16,3-7-3 0,-1-7-3 0,5-6-6 15,5-5-3-15,3 2-2 16,2-7-7-16,1-2-2 0,0-3 8 0,-5-4-5 16,-5 0 19-16,-7 1 13 0,-6-1-6 0,-7 0 11 15,-3 1 8-15,-7 1-10 0,-4 4 4 0,-6 1-9 16,-5 5-13-16,-4 6-19 0,-5 3-2 0,-4 9-8 0,-3 4-29 16,1 6-26-16,2 8-16 0,1 4-7 0,3 1-111 0,-1 6-84 15,0-2-22-15,5 1-27 0,3-2-161 0</inkml:trace>
  <inkml:trace contextRef="#ctx1" brushRef="#br1" timeOffset="183959.15">13276 14881 1465 0,'21'-12'133'0,"3"-1"219"16,2 3-170-16,3-3-65 0,2 1 0 0,1 0-25 15,1 1-27-15,-1-2-23 0,1 2-1 0,-3 0-7 0,1 1 16 16,-1 1 13-16,-1 1 1 0,-1 1 2 0,0-1-11 0,1 4-3 15,-1 0-6-15,4 2 3 16,-3 2-9-16,1 4-7 0,0 1-1 0,-8 2-5 16,-1 1-10-16,-6 1-4 0,0 4 4 0,-5 3-5 15,-3 1-3-15,-6 2 10 0,-3 5-4 0,-6 3 8 16,-5 6 6-16,-6 3-6 0,-5 2 2 0,-7 1-5 16,-2 0-7-16,-2 2 1 0,0 1-5 0,2-2 2 15,1-1-9-15,1-2 2 0,1-2 0 0,0-2 1 16,0-1 2-16,2-4-6 0,2-1 6 0,4-5-4 15,2-1 2-15,6-3 2 0,3-3-6 0,4-1 4 16,7-14-11-16,0 1-10 0,0 0-4 0,1 0 0 16,34 34 1-16,-6-32 15 0,4-1-5 0,9-2 7 15,5-3-9-15,3-4 2 0,2-1 3 0,6-2-1 16,2-2 4-16,0 0-3 0,-1 0 1 0,-6-2-3 16,-2 1-3-16,-6 1-76 0,-3-2 6 0,-3 0-34 15,-1-1-37-15,-1-3-83 0,4 2-11 0,3-4-41 16,2-2-206-16</inkml:trace>
  <inkml:trace contextRef="#ctx1" brushRef="#br1" timeOffset="184192.57">14498 14664 3214 0,'0'0'113'15,"0"1"28"-15,5 36-125 0,7-9-36 0,7 7 2 0,5 9-12 16,6 5 27-16,-1 1 0 0,2-2 4 0,-1 2-2 16,2-2-5-16,0 2-1 0,2 1 0 0,2-4-1 15,-3 0 6-15,2-7-11 0,-6-4-26 16,-4-4 8-16,-3-6-57 0,-3-4 22 0,-2-6 7 0,-4-3-4 16,-13-13-33-16,2 0-34 0,-1 1-17 0,0-1-11 0,37 9-135 15</inkml:trace>
  <inkml:trace contextRef="#ctx1" brushRef="#br1" timeOffset="184392.61">14975 14552 2634 0,'-13'5'450'0,"-6"6"-259"0,-4 3 8 0,-3 8-70 15,-1 5-108-15,-3 12-16 0,-2 4 2 0,0 12-4 16,-3 3 5-16,-1 3-4 0,2 1-3 15,-4 0 2-15,2 2 3 0,1-3-8 0,0 1 2 16,2-5-4-16,-1-6 4 0,4-4-42 0,-1-7-5 0,4-10-18 0,-1 0-78 16,6-9-82-16,2-2-24 15,4-5-30-15,16-14-173 0</inkml:trace>
  <inkml:trace contextRef="#ctx1" brushRef="#br1" timeOffset="184658.47">14904 14892 2905 0,'0'0'154'16,"0"0"228"-16,0 0-325 0,0 0-77 0,0 0 5 0,0 0-28 16,1 0 18-16,37 17 1 0,-20-15-8 0,6 0 1 15,4-1-27-15,5-1 28 0,2-1 4 0,2-1 8 16,-1 1 14-16,-3-2 5 0,-2 0-1 15,-1 1 3-15,-1-1 0 0,1 0 22 0,3 2-1 0,-5-1 9 16,0 1-5-16,-6 1-9 0,-2 0-5 0,-1 0 1 16,-3 1-11-16,-2 0-1 0,0 0-3 15,-14-1-1-15,1 0-40 0,1 0-232 0,32 11-8 0,-34-11-104 16,0 0-278-16</inkml:trace>
  <inkml:trace contextRef="#ctx1" brushRef="#br1" timeOffset="185392.22">15736 14561 2665 0,'0'0'495'0,"0"0"-335"0,0 0-70 0,0 0-57 16,0 0-115-16,0 0 13 0,0 0-5 0,1 0 16 0,0 0 45 15,34 11-6 1,-35-11 10-16,1 0-8 0,0 0 21 0,0 1 6 0,0 0-1 16,28 43 4-16,-29-44 5 0,-6 32 10 0,1-8 3 15,-2 4 2-15,-3 1 11 0,-1 4-11 0,-1 1 4 0,0 1-8 16,3-1-5-16,0 0-10 16,2-4-7-16,1-3 1 0,2-5-8 0,1-5 0 0,3-1 1 0,3-2-1 15,1-2 2-15,-4-12-8 0,0 0 3 0,0 1-4 16,1-1 7-16,0 0 1 0,39 8 0 0,-24-18 1 15,2-1 0-15,3-5 0 0,0-4 3 0,3-3-2 16,1-1 3-16,-3-5-3 16,-1 1-3-16,-1-4 0 0,-1 0-7 0,0 0 7 0,0-1 3 15,-3 1-1-15,-1 2-2 0,-2 2 5 0,0 0-5 16,-4 7 7-16,0 2 2 0,-4 2-4 0,1 6 1 16,-6 11-3-16,0-1 7 0,0 0-6 0,1 0-4 0,0 0-1 15,0 0-10-15,0 0 11 0,0 1 3 0,0 0 0 16,36 7-1-16,-32 10-2 15,1 6-1-15,0 7-1 0,1 5-3 0,-2 8-1 0,0 4 3 16,-1 7-1-16,0 3 5 0,-1 6 0 0,0 5-1 16,-3 6 3-16,-4 5 5 0,1 6 2 0,-3-3-1 15,2-5 3-15,0-3 3 0,-1-6-2 16,0 0 0-16,-3-5 0 0,4-6 1 0,-1-3 3 0,-3-6 0 16,2-8 2-16,-2-2 5 0,-1-8-7 0,1-2 3 15,0-11-4-15,0 1 6 0,-1 0 9 0,-1-6 3 0,-1 0 2 16,-1-4 0-16,-1-5-19 0,-2-1 3 0,-2-3-8 15,-1-1-2-15,-1-5-10 0,-2 1 3 0,0-4-5 16,-2-2 3-16,-2-1-6 16,0-2-2-16,-3 0-1 0,0-2-3 0,3-1 0 0,1-5-2 15,3 1 2-15,3 2 2 0,3 2 2 0,2 1 0 16,6 2 2-16,2 1 3 0,5 14-8 0,0-1 3 16,0 0-4-16,12-40 7 0,2 25-7 0,4 0 5 15,6-4-6-15,8-2 8 0,6-2 5 0,5-3-2 16,5 1 2-16,-2-3-7 0,0 2 3 0,-1-1 1 0,-4 6 1 15,-4 3 4-15,-4 2-4 16,-3 4 3-16,-3 0-3 0,-3 1 1 0,-3 5 0 0,-3 3-5 16,-6-2-2-16,-12 6-45 0,2 0-134 0,-1 0-19 15,0 0-53-15,0 0-214 0</inkml:trace>
  <inkml:trace contextRef="#ctx1" brushRef="#br1" timeOffset="186320.57">17061 14771 2198 0,'0'0'315'15,"0"0"-94"-15,-1 0 147 0,0 0-287 16,-34 7-27-16,35-7-44 0,-1 0-2 16,-36 13-3-16,22-2 6 0,-4 3-11 0,-7-1-5 0,0 0 5 15,-1 2-6-15,-1 1 9 0,-1 0-3 0,-1 0 0 0,2 0 0 16,1-1 5-16,0-2 1 16,8-1 7-16,2-2 0 0,0 1 28 0,3-2-5 0,2-2 0 0,12-7-3 15,-1 0 1-15,0 0-15 0,0 1 3 0,0 0-8 16,0 0-6-16,-20 43-15 0,21-44 4 15,0 1-7-15,22 35 9 0,-8-19-2 16,6 3 1-16,4-3-1 0,3 3-3 0,4 0-2 16,4-3 2-16,4 0-2 0,-3-1 2 0,-1 0 5 0,1-2-5 15,-4 0 6-15,-2-1 1 0,-1-1-2 0,-1 0 0 16,-3 0-3-16,-2 0-5 0,1-1-46 0,-1-2-16 0,-1 0-14 16,0-4-82-16,0-2-9 0,1-1-4 0,3-4-7 15,1-2-64-15,0-6-70 0,2-5-46 0</inkml:trace>
  <inkml:trace contextRef="#ctx1" brushRef="#br1" timeOffset="186571.68">17688 14527 1786 0,'0'0'197'0,"0"0"423"15,0 0-435-15,-1 0-105 0,0 0 0 0,0 0-33 16,0 0 1-16,0 0-10 0,0 1 0 0,-30 41-6 15,31-20-25-15,1 6-1 0,0 7-3 0,3 7 3 16,-3 3-5-16,1 5-1 0,1 1 0 0,0 0-1 16,-1-1 8-16,1-2-4 15,-1-1 2-15,-2-3-4 0,2 1 2 0,-1-4-3 16,0-4 0-16,1-4-1 0,1-5-1 0,-3-4-5 0,5-6 0 16,0-2-11-16,-1-3-105 0,-4-13-145 15,0 0-11-15,1 0-54 0,0 0-156 0</inkml:trace>
  <inkml:trace contextRef="#ctx1" brushRef="#br1" timeOffset="186892.58">18122 13915 2806 0,'0'0'117'15,"0"1"121"-15,0 0-228 0,16 45-57 0,-2-20 16 0,5 9-24 16,4 6 64-16,2 7-7 16,0 5 5-16,1 4-7 0,1 2-2 0,1 4 2 15,0-1 1-15,1 1 1 0,-2 2-1 0,-1 5 1 16,-3 5-2-16,-2 3 1 0,-1 3 6 0,-4-6 25 16,-2 5 1-16,-3 1 10 0,-5 3 22 0,-3 4 9 15,-4-4 3-15,-4-1 2 0,-4-3-6 0,-3 3-23 0,-5-1-3 16,-4 1-8-16,-1-5-17 0,-2-8-9 0,-2 0-2 15,-3-3-2-15,-4-1-4 0,0-1-9 16,-5-9 4-16,-2-6-10 0,-1-7-35 0,-3-7-72 16,0-5-7-16,-3-8-26 0,-2-3-69 0,4-9-73 15,-1-4-26-15,4-8-48 0,1-13-481 0</inkml:trace>
  <inkml:trace contextRef="#ctx1" brushRef="#br1" timeOffset="187110.44">19061 14740 2948 0,'15'1'186'0,"1"0"-117"16,-1 1 8-16,5 3-47 0,6 1-23 0,9 3 29 16,3 3-16-16,0 0 21 0,-2 0-29 0,-2 1-7 15,2 0 2-15,-1-1-5 0,3 0 3 0,-3 1-8 0,-2-1-2 16,-3 0-3-16,-4-2-9 0,-3-2-53 0,0-2 2 0,-5-1-22 15,1 1-27-15,-4-1-28 0,-1-1-21 0,-14-4-9 16,1 0-144-16,0 0 1004 0</inkml:trace>
  <inkml:trace contextRef="#ctx1" brushRef="#br1" timeOffset="187305.11">18854 15406 2343 0,'0'0'393'0,"0"0"-112"0,0 1 70 16,0 0-224-16,1 1-104 0,39 28-21 0,-17-21-2 0,10 0-5 16,2 0-2-16,5-3-21 0,1-1 0 0,5-5-4 15,4 1 13-15,5-3-53 0,2 0-9 0,-3 0-26 16,-3-3-119-16,-3-3-177 16,3 1-71-16</inkml:trace>
  <inkml:trace contextRef="#ctx1" brushRef="#br1" timeOffset="187691">20819 13878 1935 0,'0'0'402'0,"0"0"-136"0,0 0 194 0,0 0-376 16,0 0-19-16,0 0-35 0,0-1-2 0,20-19-5 0,1 24 5 15,6 0-12-15,4-1 2 0,2-1 5 0,8 0-3 16,3 2-6-16,4-2 0 16,1 0-7-16,3 1 5 0,-2-2-2 0,-1-1-8 15,-3 0 4-15,-4-2-6 0,-2 0 4 0,-6-1-2 16,-2-1-1-16,-4 1 0 0,-3-1-7 0,-4 1-69 0,0-1-22 16,1 1-26-16,-3-1-165 0,-4 0-131 0,-15 4-101 15</inkml:trace>
  <inkml:trace contextRef="#ctx1" brushRef="#br1" timeOffset="187942.22">20595 14267 3329 0,'0'0'108'0,"0"0"38"0,0 0-171 0,22 8-9 0,5-1 5 16,12 1 0-16,4-1 46 0,5 1-7 0,3-2-5 0,3-1 0 15,5-2-12-15,3-2 2 0,3-1 3 16,2 0-2-16,0-1 4 0,-3-1 0 0,-3 0 2 0,-8 2-1 16,-2-2-1-1,-7 1 0-15,-3 0 0 0,-2 0 0 0,-1-1 2 0,-3 0-1 16,-2 0-1-16,-4-1-1 0,-2 0-13 0,-3 1-65 16,-4-1-6-16,-6 0-25 0,0 0-74 0,-14 3-58 15,1 0-13-15,0 0-22 0,0-1-125 0</inkml:trace>
  <inkml:trace contextRef="#ctx1" brushRef="#br1" timeOffset="188188.71">21046 13658 1921 0,'0'0'314'0,"0"0"74"16,-1 0 84-16,0 0-318 0,0 0-194 0,-34 27 1 0,34-3 3 15,-1 3 5-15,1 9 48 0,1 5-15 0,0 4 1 16,3 4-4-16,0 1-1 0,1 1 0 0,0 3 0 0,0 0-1 16,1 4 2-16,-2 1-2 15,1-2 3-15,-3-1-2 0,4-4 2 0,-2-7 0 16,0-2 0-16,0-6 0 0,0-1-6 0,0-6 1 16,2-1-2-16,-3-4-5 0,1-4-68 0,1-4-93 15,-4-17-31-15,0 1-24 0,0 0-150 0</inkml:trace>
  <inkml:trace contextRef="#ctx1" brushRef="#br1" timeOffset="188734.98">21368 13795 2257 0,'0'0'159'0,"-1"0"408"0,0 1-555 0,-40 30-63 16,25-12 8-16,-2 8-23 0,-3 6 37 0,-1 8 28 15,-3 0-5-15,1 7 11 0,0 4-5 0,2 3 6 16,3 3 3-16,3-3-1 0,6-4-8 0,4-8-7 0,4-2 3 15,3-9-3-15,2-4 17 16,6-6 10-16,0-3 0 0,4-6 5 0,2-2 7 0,5-5-5 16,1-4 4-16,3-4-5 0,2-3 7 0,1-6-9 15,3-4 1-15,1-5-4 0,1-3-7 0,0-2 31 16,1-3-3-16,-4-4 14 0,-3 2 0 0,-6-1-4 0,-2 0-2 16,-5-2-1-16,-3 0-9 0,-7 0-2 0,-4-1-1 15,-4 5 0-15,-3 2 1 0,-4 6-25 16,-3 3 4-16,-4 1-12 0,-5 3-2 0,-3 7-27 15,-3 2-1-15,-3 8-16 0,-4 2-63 0,-2 11-217 16,-2 6-56-16</inkml:trace>
  <inkml:trace contextRef="#ctx1" brushRef="#br1" timeOffset="189755.43">22694 14046 2237 0,'0'0'210'0,"-2"-1"37"0,2 0 5 0,-40-41-100 15,40 42-93-15,-31-38-27 0,19 23 3 0,-2-3 3 0,1 1 7 0,-2-1-18 16,3 0-1-16,-2-3-7 0,2 2-10 16,-1-3-5-16,0 0-3 0,5 1 1 0,-4 0 0 15,2-1 0-15,0 4 7 0,-1 1-4 16,2 1 15-16,-3 2-3 0,0 1-1 0,2 2 1 16,-4 1 8-16,2 3-11 0,-1 5 4 0,-1 5-9 0,1 4-9 0,-1 5-10 15,-1 2-1-15,1 9-3 0,-1 5-9 0,1 6 4 16,0 9-3-16,1 2 5 15,3 2 3-15,4-2 5 0,2-1-2 0,3-2 3 0,1-5-7 0,3-2-2 16,3-1 1-16,1-6-2 16,2 1-11-16,0-10-21 0,1-1 6 0,0-5-6 15,1-3 47-15,1-5 2 0,1-3 2 0,4-2-1 16,-1-4 1-16,3-6-4 0,3-3 2 0,-1-6-5 16,2-1-5-16,-4-2 12 0,3-2-1 0,-3 1 7 15,-1-3 0-15,-2 0 6 0,-4 1-2 0,-3 1 4 16,-2-1 0-16,-4 2-2 0,-1 2 0 15,0 1-1-15,1 6-1 0,-3 14 4 0,0-1 6 0,0 0-1 16,0 0 8-16,0 0-10 0,0 1-7 0,-1-1-1 16,0 1-19-16,0 0-15 0,-32 12 6 0,27 10-8 15,-1 2 8-15,-1 7 4 0,5 1 0 0,1 1 3 16,3 4 6-16,5-2-4 0,0-1 0 0,5-1-7 16,2-1-50-16,2-8-48 0,4-1-4 0,3-5-14 0,-2-6-16 15,5-3 32-15,-2-4-14 0,-2-5 18 16,1-5-36-16,-2-5-41 0,-1-2 9 0,-2-8-16 15,-1-1 43-15,-3-2 105 0,-1-5-9 0,-1 0 46 16,-4 0 29-16,0-1 18 0,1 0 2 16,-3-1 5-16,1-2 14 0,-1-2 23 0,2-2-9 0,-1 0 8 15,1 1-54-15,0 1 12 0,-1 5 3 0,0 1 10 16,-1 5 62-16,0 3 14 0,2 4-4 0,-3 2 2 16,-4 14-43-16,0-1-29 0,0 0 0 0,0 1-11 15,0-2-6-15,0 2-19 0,0 0 0 0,0 0-7 0,0 0-6 16,8 32-1-16,-11-8-2 15,2 5 2-15,-3 2 2 0,3 4-1 0,-2 3 4 0,0-2-4 16,0-2 9-16,1 0-5 0,0-5 5 0,2-3-5 16,0-2-4-16,0-3 20 0,0-5 5 0,0-16 8 0,0 1 32 15,0 0-10-15,0 0-4 0,14 34-2 16,-14-35-13-16,0 0-10 0,0 0 1 16,2 0-5-16,40-17-3 0,-29 4-4 0,2-2 0 15,5-3-3-15,4-2-4 0,4-5-10 0,4-3-1 0,2-7-4 0,2-3 2 16,0-3-19-16,-2-1-6 0,-4 5-7 15,-3 0-45-15,-6 8 28 0,-1 3-13 16,-2 5 12-16,-3-1-68 0,1 2-97 0,1 3-9 0,-1 0-37 16,3 2-105-16</inkml:trace>
  <inkml:trace contextRef="#ctx1" brushRef="#br1" timeOffset="190109.15">23371 13793 1418 0,'-8'12'125'16,"-2"4"299"-16,2 0-350 0,2 1-34 0,0 3 7 15,4-1-12-15,0 0 33 0,2-1-21 0,2-1-4 0,2-4-8 16,1 0-26-16,-5-13 22 0,1 0 3 16,0 1 7-16,40 18-4 0,-40-19-5 0,0 0 0 15,48-5 0-15,-30-2 7 0,-2-5-2 0,3 0 0 16,-1-1 0-16,-1-4 7 0,0 0-8 0,1 0 1 0,-3-2-2 16,0 0-1-16,-4 0 8 0,0-1-3 0,-5-1 4 15,0 2-11-15,-3 0-3 0,-1 0 0 0,-2 2-2 16,-2-2-6-16,-2 5-6 15,3 14 2-15,0-1-4 0,-17-35-3 0,17 36-10 0,-1-1-4 16,-36-20-3-16,20 21-15 0,-5 4 3 0,-2 3 0 16,-1 3 1-16,2 4 5 0,0 0-3 0,3 7-1 0,3 2 1 15,3 1 9-15,2 5 2 0,-2 0 7 16,6 4-2-16,0-1 8 0,3 0-7 0,4 1 1 16,2-2-3-16,2 0-4 0,3-2-9 0,1-2 0 0,4 0-2 15,2 0-5-15,-3-2-12 0,6-1-39 0,0-5 10 0,2-2-116 16,6-2 21-16,1-4-8 15,3-5 3-15,5-2-83 0,-2-6-69 0,2-3-97 16</inkml:trace>
  <inkml:trace contextRef="#ctx1" brushRef="#br1" timeOffset="190541.02">23886 14074 436 0,'20'-18'108'0,"2"-4"271"16,-2 3-191-16,-2-2 3 0,1-3 0 0,-2 0 0 16,1-3-14-16,-2 0-38 0,0-4-5 0,0 3-13 15,-4 0-41-15,-4 2 6 0,-1 0 1 0,-6 3 3 16,-1 4 11-16,-4 2-18 0,0 1 2 0,-2 3-10 15,-1-1-15-15,-3 4-9 16,-3 3-9-16,0 1 0 0,1 6-38 0,0 1-10 0,-3 1 2 16,-1 7-5-16,-2-2 15 0,3 6-7 0,-1 4 3 0,0 5-3 15,1 5 4-15,-4 3-3 0,-2 4 1 0,0 3-1 16,-2 2 4-16,3 2-2 0,1 0-1 0,2-3 0 16,3-3 0-16,4-2-1 15,3-4 0-15,2-1 0 0,3-5-5 0,2-6-5 16,1 2-2-16,-1-19 0 0,0 0 12 0,1 1 5 0,-1 0 4 15,42 18-3-15,-41-19-1 0,32-13-9 0,-13 0-1 16,2-5-3-16,0-4 6 0,3 1 2 0,0-2 4 16,2 2-2-16,0 0 3 0,0-4-2 0,1 0 3 0,-3-3-1 15,-1 1-1-15,-3 1 7 0,-2 3-4 0,-5 3 4 16,-3 3-2-16,-3 5 4 0,-8 12-1 0,0-1 2 16,0 0 11-16,0 0-2 0,0 0 6 0,0 0-5 15,0 0-3-15,0 1-12 0,0 0-5 0,0 0-2 16,0 1-14-16,3 36 8 0,-6-14 0 0,-1 5 2 15,1 5-1-15,1-1 5 16,-1 4-2-16,3-1 4 0,0 1-2 0,1 0-2 0,3 0-1 16,2-2-1-16,1-4-10 0,2-3-24 0,1-1-20 15,2-5-7-15,0-3-114 0,2-2-106 0,2-4-14 16,2-2-55-16,1-4-312 0</inkml:trace>
  <inkml:trace contextRef="#ctx1" brushRef="#br1" timeOffset="191130.11">24773 13148 2070 0,'0'0'351'0,"0"0"-153"0,-1-1 33 0,0 0-140 15,0 1-98-15,-34-11 10 0,35 11-3 0,0 0 5 16,-1 1 2-16,0 0-10 16,-37 36 4-16,38-37-5 0,-1 1 4 0,-27 44-1 0,15-26 0 15,0 5-1-15,-2 1 5 0,-4 7 0 0,-4 3 2 16,2 5-1-16,-5 5 15 0,-2 3 7 0,2 1 3 16,0 4 1-16,1 5 6 0,4 5-1 0,-1 5 1 15,4 0-2-15,3-2-11 0,4-3-23 16,3 0 5-16,5 0-10 0,2 1-1 0,5 0-4 15,1-5-5-15,4-4 2 0,1-4-9 0,6-8 2 0,0-3-2 16,3-4 2-16,-1-7-13 0,4-2-121 0,4-3 14 16,1-7-56-16,6 0-34 0,5-10-206 15</inkml:trace>
  <inkml:trace contextRef="#ctx1" brushRef="#br1" timeOffset="191828.04">26561 13430 3190 0,'0'0'68'0,"0"0"-82"15,0 0 3-15,0 0-23 0,0 1 46 0,1 0-7 16,29 41-1-16,-19-27-3 0,1 2-11 0,4 5 0 16,4 1-2-16,2 3 2 0,2-2 10 0,2 1 0 15,-1 3 2-15,-1-1-2 0,0 3 5 0,-3-1 0 16,-3 0 3-16,0 0 0 0,-3-1 13 0,0 0 12 16,-2 0 2-16,-2-1 2 0,-1 2-1 0,-2-3-6 0,-1 4-1 15,0-2-1-15,-3 0-15 0,-3 4 6 0,-1 0-5 16,-5 5 6-16,-2 2-7 0,-2 3 0 15,-5-1 0-15,0 1-1 0,-5 2-5 0,-7 1 8 16,-1 2-5-16,-7-3 7 0,-4 0-4 0,-2 1 5 16,-3 1-4-16,1 2 2 0,1-2-10 0,2-6 3 15,-1-3-3-15,3-3 2 0,2-2-7 0,3-2 0 16,4-3 0-16,2-2 0 0,4-3 0 0,2-5-39 16,1 2-11-16,1-3-17 0,1-4-105 0,1 4-152 15,1-1-35-15,1-1 67 0,-1 3 1163 0</inkml:trace>
  <inkml:trace contextRef="#ctx1" brushRef="#br1" timeOffset="193106.11">22013 14911 2124 0,'-18'-4'118'0,"1"-1"-19"0,-3 1-7 0,3-1-56 0,4 1-45 16,13 4 1-16,-1 0 5 0,0 0 1 0,0 0 7 15,0 0 7-15,0 0-4 0,0 0 6 0,0 0 13 16,0-1 3-16,1 1 3 0,0 0 0 0,1 0 12 16,0 0 3-16,47-7-1 0,-47 7 1 0,35 9 2 15,-12-4-6-15,2-1 2 0,5 3-6 16,5-1-17-16,4 3-16 0,8 0 2 0,2-2-6 15,5 1-1-15,2-1 4 0,6 0-6 0,6 1 5 16,6-3-6-16,5-1 4 0,1 1 0 0,3-1 2 16,-1 0-3-16,10-1 6 0,2-2 6 0,4-1-1 15,1-2 12-15,0 2 7 0,2-1-7 0,2-2 7 16,1 3-8-16,-5 0 6 0,0 2-2 0,5 3 3 0,1-2-9 16,3 0-7-16,-3 2-1 0,2-2-2 15,-1 2 0-15,0-1-7 0,-1 1 2 0,-2 0-3 16,3 0-1-16,-2 2-1 0,-1-1-1 0,-5-1 1 15,0 2 4-15,5-4 7 0,-1 0 5 0,0 3 0 16,-5-3 19-16,0 1-14 0,-1-1 4 0,-3-3-8 16,-2 0 0-16,-9 1-3 0,-3 0 3 0,-4 1-3 15,0-1 2-15,-4-1-2 0,-5 1-3 0,-7 1 2 16,-3 1-2-16,-5 0-9 0,-2-1 3 0,-2-1-5 16,-4 0 5-16,-1 0-6 0,-2-1 0 0,-1 2-1 0,-4 0 5 15,-3-1-7-15,-3 2 5 0,-2-1-7 0,-2-1 5 16,-4 0-11-16,1 0-15 0,-6-1-2 0,-1 3-62 15,-1 0-90-15,-15-3-11 0,1 0-39 0,0 0-149 0,39 12 932 16</inkml:trace>
  <inkml:trace contextRef="#ctx1" brushRef="#br1" timeOffset="194005.58">22486 15708 2482 0,'0'0'228'0,"-1"0"-78"0,-36-19 107 16,37 19-256-16,-1-1-2 0,-37-29-24 0,37 29 23 16,0 0 2-16,-34-40 5 0,35 41 2 0,-1-1-8 15,-30-37 0-15,31 38-2 0,-1-1 11 0,-26-36-8 16,27 37 7-16,-1-1-8 0,0 0 11 0,0 0 15 0,-43-27-6 15,44 28 9-15,-1 0-15 0,-37 7-23 16,38-7-5-16,-29 17-7 0,12 1-18 0,-1 7-1 16,2 4 5-16,-1 8-2 0,1 2 20 0,2 1 15 15,3 1 0-15,3 0 4 0,3-4-5 0,3-3 3 16,2-1-7-16,2-7 6 0,3-3-7 0,2-6 16 16,1-3-1-16,2-5 7 0,1-1 0 0,3-5-15 15,0-2-3-15,5-2-6 0,2-5-12 0,4-2 6 16,0-6 3-16,2-7 1 0,0-1 8 0,-1-5 2 0,1-2-1 15,-2-1 2-15,-3-2-4 0,0 2-12 16,-1 1 3-16,-4 1-6 0,0 1 20 0,-3 2 2 0,-3 0 5 16,-2 4-1-16,0-1 3 0,-1 7 6 15,-4 1 1-15,-4 14 0 0,0 0-3 0,0-2 4 16,0 1-3-16,0 0 2 0,0 0-13 0,0 1-1 16,0 0 0-16,0 0-1 0,0 1 0 0,12 44-1 0,-11-20-4 15,3 6 3-15,-1 3 1 16,1 2 1-16,0 2 0 0,0-1 0 0,0 0 0 15,3-3-1-15,1-4-3 0,3-6-1 0,-1-3-12 16,2-6-37-16,0 1-4 0,3-4-16 0,2-1-61 0,-1-5-74 16,1-3-8-16,1-7-32 0,1-3-129 0</inkml:trace>
  <inkml:trace contextRef="#ctx1" brushRef="#br1" timeOffset="194335.38">23001 15376 2763 0,'0'0'146'0,"0"0"-109"16,0 1-16-16,0 0-19 0,2 44 5 0,5-27 1 0,1 2 1 15,1 2-2-15,-1 3-5 0,2 3-7 0,2 5 3 16,-2 5-5-16,3-2 7 0,-4 0 0 16,0-2 0-16,-5-2 0 0,0-2 2 15,-2-2 3-15,-2-2 2 0,2-2 0 0,-2-5 9 0,-2-2 2 16,1-3 6-16,1-14-1 0,0 1 24 15,0 0-8-15,0 0-2 0,0 0-2 0,0 1-9 16,0-2-6-16,0 1-3 0,0 0-3 0,0 0-17 0,0-1 6 16,0 0-6-16,0-1 5 0,8-38-11 0,1 14 6 15,2-2-2-15,4-4 3 0,2-1 1 16,3-3-2-16,3-2 1 0,2-2-2 0,1 1-3 16,1 2 2-16,-4 5 1 0,0 4-2 0,-1 3-10 0,-2 3-29 15,1 1-11-15,-3 0-11 0,-2 2-75 0,2 2-60 16,-1 3-11-16,1 0-23 0,1 4-106 0,0 2-159 15</inkml:trace>
  <inkml:trace contextRef="#ctx1" brushRef="#br1" timeOffset="194708.9">23616 15656 997 0,'-12'21'302'0,"-1"1"-131"0,2 0-9 16,1 0-38-16,2-3-25 0,1 0 11 15,3-2-8-15,1-3 7 0,3-14-35 0,0 1-13 16,0-1-1-16,0 1-4 0,2 0-13 0,-2 0-10 15,1 0 0-15,42 26-4 0,-43-27 2 0,1 0 6 16,40-21 0-16,-23 11 2 0,1-2-6 0,-2-2-3 16,2-1-4-16,-2-1 2 0,-1-3-11 0,1 1-2 15,0-1 5-15,-1 0-3 0,-1-2 0 0,-1 0-3 16,0-1-4-16,-3 2 2 16,-2 0 0-16,-5 0 8 0,0 2-3 0,-3 3 5 15,-1 15 0-15,0-1 5 0,0 0-3 0,-6-35 2 0,6 36-8 16,0 0-11-16,-1-1 0 0,0 0-4 0,-45-22-7 0,28 24-11 15,-3 3-2-15,-1 5-3 0,1 2-1 16,-1 5 2-16,0 1 4 0,1 5-2 0,1 6-1 0,3 6 8 16,-1 3-5-16,3 3 8 0,1 1 7 0,5 2 11 15,-1 1 2-15,5-1 1 0,2-1-11 0,3-6-3 16,4-1-3-16,1-5 0 0,2-1-7 0,1 0-4 16,2-1-2-16,3-4-4 0,2-1-43 0,2-5-40 15,1-4-9-15,3-3-12 0,0-3-54 0,1-1-69 16,2-3-25-16,0-4-46 0,0-4-451 0</inkml:trace>
  <inkml:trace contextRef="#ctx1" brushRef="#br1" timeOffset="195237.87">24275 15706 2509 0,'0'0'117'0,"0"0"143"0,-1-1-224 0,0 0-31 15,0 0 6-15,-35-29-12 0,36 30 6 0,0 0-5 16,-1-2-7-16,0 1 1 0,0 0-12 0,-35-37 11 16,36 38 0-16,0-1 5 0,-1 0 5 0,0 0 18 15,-36-39-1-15,37 40 6 0,-1 0 4 0,0-1-8 16,-39-25 0-16,40 26-4 0,-1 0-15 0,-42-9 0 16,42 9-3-16,0 0 2 15,-44 7-2-15,29 1-6 0,-1 5 0 0,2 2-4 0,0 4 0 0,1 3 1 16,0 3-3-16,0 2 3 0,1 1-2 0,0 4 11 15,1 0 0-15,0 2 3 0,2 2 1 0,3-3-4 16,3 0 0-16,1-5-1 16,1-8 6-16,3-2-2 0,3-1 3 0,-2-5-3 0,-2-12 6 0,0 1-9 15,1 0 0-15,0 0-5 0,43 28-6 0,-44-29-8 16,31-6 4-16,-13-7-4 0,4 0 7 0,3-3 10 16,2 0-1-16,-1-5 3 0,3 0 0 0,-3-4 2 15,-1-1-3-15,-2-1 3 0,0-2-2 0,-3-1 2 16,0-2 3-16,-2 1-1 0,-2-1 8 0,-4 3-4 15,0-1 0-15,-4 4 0 0,-1 1 8 0,-2 6 9 16,-3 5 3-16,-2 14 1 0,0-1 6 0,0 0 1 16,0 0-1-16,0 0 1 15,0 0-6-15,-1 0-13 0,0 0-4 0,-35-12-5 16,36 13-24-16,-21 31-14 0,9-7 3 0,0 9-4 16,-1 2 13-16,3 7 8 0,0 3 2 0,3 3 3 0,2-1 6 0,4-4-1 15,1-4-5-15,2-2 1 16,3-6-12-16,3 0-47 0,2-1-12 0,-1-4-17 15,3 0-86-15,1-5-71 0,0-3-10 0,1-4-32 0,2-2-145 16</inkml:trace>
  <inkml:trace contextRef="#ctx1" brushRef="#br1" timeOffset="195502.27">24617 15461 2679 0,'0'0'317'16,"-1"0"-231"-16,0 0-12 0,0 1-68 0,-39 27-32 0,40-28 16 15,-17 32-1-15,8-13 5 0,-1 4-3 0,-1 0-11 16,1 6-1-16,1 5-1 0,0 3 11 0,0 3 7 16,-3 2 1-16,0 6 1 0,-1 1 13 0,2 0 21 15,1 3-1-15,2-2 5 0,2 2-9 0,4 0-24 16,0-5-4-16,4-5-9 0,2-4-28 0,2-8-10 15,4-3-34-15,3-6 6 16,4-1-123-16,6-7-33 0,7-3-10 0,6-6-21 16,8-6-155-16</inkml:trace>
  <inkml:trace contextRef="#ctx1" brushRef="#br1" timeOffset="195857.31">26624 15660 1475 0,'0'0'240'0,"0"0"77"0,1 1 66 0,35 27-255 0,-36-28-129 16,24 31 32-16,-8-11 0 0,2 2 14 0,-1 2 16 15,-2 2-11-15,1 0 0 0,-2 3-3 0,-2 0 13 16,-1 1 10-16,-2 0 4 0,-6 2-1 0,-3 4-8 16,0 3 11-16,-7 2-13 0,-2 4 9 0,-4 0-33 15,-1 1-16-15,-7-1 0 0,-3-2-7 0,0-3-10 16,-7-5-20-16,2-5-8 0,-3-3-10 0,-1-1-81 15,-2-7-87-15,-7-2-18 0,-4-6-29 0,0-1-142 16</inkml:trace>
  <inkml:trace contextRef="#ctx1" brushRef="#br1" timeOffset="196184.99">25203 15544 2636 0,'0'0'222'0,"0"0"-183"0,0 1-24 0,-18 36-37 16,18-37-1-16,-6 35 29 0,4-11 1 0,0 4 8 15,-1 3-13-15,2 3 5 0,0 3 1 0,1 6 3 16,0 4 12-16,0 1 17 0,-2 2 0 0,0 5 6 16,-1 2 4-16,-1 6-17 0,0-2 0 0,1-5-6 15,-1-6-13-15,2-8-10 0,1-5-3 0,0-7-2 16,1-3-1-16,1-4-35 0,0-5-8 0,0-4-15 0,-1-14-75 16,0 0-49-16,0 1-15 0,0 0-15 0,0 0-77 15,0-1-193-15</inkml:trace>
  <inkml:trace contextRef="#ctx1" brushRef="#br1" timeOffset="196605.72">25153 15582 2757 0,'0'0'270'0,"0"0"-193"0,-1 0-20 0,0 0-48 0,0 1-42 0,0 0 4 16,0 0 0-1,0 0 3-15,-19 35 4 0,20-36-8 0,1 0 3 0,0 1-2 16,46 25 16-16,-26-21 10 0,4 0-3 0,4-2 5 16,2-1 3-16,5-1 2 0,2-1-2 0,-2 0 1 15,4 0 2-15,0-1 7 0,-2 1 3 0,1-1 0 16,-2 1 0-16,-5 0-4 0,1 1 0 0,-3 0-3 16,-1 2-4-16,-1-3 3 0,-2 3-2 0,-5-1 3 15,-1-1 2-15,-3 2-10 0,-3 0 5 0,-1 0-5 16,-13-3 6-16,0 0-1 0,1 0-4 0,0 0 2 15,0 1-4-15,0 0 3 0,0 0 1 0,0 0 2 0,30 37 4 16,-31-38 4-16,0 1-2 16,0 0 3-16,-16 49-1 0,16-50-8 0,-13 35 3 15,5-15-5-15,0 3-3 0,-1 0-4 0,1 1 4 0,1 1-3 16,-2 1 3-16,2 1 0 0,-1-1-5 0,1 2 3 16,0 1 2-16,-3 3 5 0,2 0-5 0,1-1 2 15,-1-1-2-15,3-2-4 0,-2 0 4 0,0-3-7 16,1 1-38-16,-1-1-54 0,3-1-12 15,-2-1-16-15,-1-3-64 0,1 1-115 0,-1 1-31 0</inkml:trace>
  <inkml:trace contextRef="#ctx1" brushRef="#br1" timeOffset="196804.56">25203 16433 2537 0,'0'0'432'0,"0"0"-266"0,0 0 39 16,0 0-134-16,0 0-62 0,0 0 2 0,1 0-3 0,0 1 4 16,50 19-6-16,-25-16-2 0,4-1-4 0,5-1 2 15,4-2 0-15,8 1-1 0,4 0 4 16,2 1-4-16,0-1 1 0,-3-1-5 16,0 0-5-16,-2-3-7 0,-1 1-85 0,-1 0-246 0,1-3-99 15</inkml:trace>
  <inkml:trace contextRef="#ctx1" brushRef="#br1" timeOffset="198415.43">22041 16470 1704 0,'0'0'283'0,"-1"0"-92"16,0 0 133-16,0 0-286 0,0 0-18 0,1-1-35 0,-2 0 8 15,1 0-1-15,0 1 7 0,0-1-1 16,-37-25-6-16,38 26 2 0,0 0-5 0,1 0-7 0,-1 0 11 16,52-17-5-16,-31 14 8 0,-1-1 6 15,1 1-2-15,2-3 1 0,0 4-3 0,2 1 3 16,-2-2 3-16,0 3 8 0,0 0-4 0,0 1 14 0,-1 1-14 16,1 1 1-16,0-1-4 0,2 0 6 0,-1-1-5 15,4 0 4-15,1 1-4 0,3-1 12 0,5 3-15 16,4-2 4-16,7-1-7 0,0 1-4 0,4-6 1 15,0 0-5-15,-2-4 4 0,2 2 0 16,1 1 3-16,1 1 0 0,5 0 1 0,-2-1 0 0,0 0 0 16,-2 2 2-16,-5 1 1 0,-1 0 5 0,0 2-8 0,-2 0 1 15,1 2-2-15,3 0-2 16,1-1 4-16,4 1-2 0,-1 1 1 0,-1 0 1 0,-2-1-2 16,-1 1 1-16,-1 0-1 0,1 0 4 0,4-1-4 15,2 1 1-15,-1-1-3 0,1 1 3 0,-5 1 4 16,-3 0-2-16,-1 2 3 0,-1-2-5 0,0 1 5 15,1-1-2-15,4 1 3 0,-1-1 8 0,3 1 4 16,-3 0 3-16,-3-1-2 0,-1 2-2 16,-1 0-1-16,-1 0-1 0,0 2 0 0,2 1-10 15,0-2 1-15,2 2-1 0,2 0 1 0,-2-1-4 0,-3 1 2 16,0-1-2-16,-3-1 2 0,2 0-2 0,-2-1-1 16,0 0 5-16,6 1-3 0,4 1 10 0,1-2 15 15,3 1-5-15,-4-2 8 0,-3-1 0 0,-2 1-14 16,-1 1 7-16,-2 0-10 0,0 1 3 15,1 1-9-15,2-1 2 0,-1 0-3 0,-1-2-3 16,-2 0 0-16,-3 2-2 0,-2 0 0 0,0 1-2 0,1 0 3 16,-1-1-2-16,0 0 3 0,1-1-4 0,2-2 1 15,1-1 7-15,1 1-1 0,0 0 22 0,-2-2-2 16,-1 0-1-16,-3-1-1 0,0 1-15 0,-1-1 2 16,-3-1-7-16,0 1 6 0,0 0-6 0,0 1 7 15,0-1-4-15,1 1 5 0,-4-1-5 0,-2 0-5 16,-2 1 6-16,-5 0-5 0,0 0 6 0,-2-1-9 15,-3-1 2-15,-1 1-3 0,-2-1 6 0,0 3-3 16,-14-3 1-16,1 0-3 16,0 0-1-16,40 3 2 0,-41-3 1 0,0 0 0 0,1 0-3 15,0 0-72-15,0 0-11 0,-1 0-29 0,2 0-109 0,-1 0-234 16,0 1 829-16</inkml:trace>
  <inkml:trace contextRef="#ctx1" brushRef="#br1" timeOffset="200329.2">22627 16649 859 0,'-15'0'19'0,"1"1"-187"16</inkml:trace>
  <inkml:trace contextRef="#ctx1" brushRef="#br1" timeOffset="200850.9">22281 16307 2059 0,'0'0'160'0,"-1"0"-108"16,0 0-7-16,-39-6-32 0,40 6-18 0,0 0 16 15,-1 0 5-15,0 0 3 0,0 0 1 0,-1 1 4 16,2 0-2-16,-1 0 3 16,0 0-9-16,0 0 1 0,0 0 0 0,1 0 1 15,0 0 9-15,1 0-8 0,35 33-1 0,-15-32-3 0,4 0-1 16,0 0-9-16,5-1 4 0,3 1-6 15,1-1 3-15,-1-1-6 0,4 5-2 0,4-2-2 16,3 3 4-16,0 1 0 0,0-1 1 0,-1 4 0 0,-2 0-1 16,-1 1 8-16,1 0 1 0,1-1 5 0,1 1 0 15,4-2 11-15,5 1-5 0,3-4 6 0,2 0-1 16,2 1-7-16,0-1 3 0,1 1-5 0,-1 0-7 0,7-3 3 16,1 0-8-16,4 0 6 0,2-3-9 0,-2 3-2 15,0-1 4-15,-5-2-3 0,5 5 4 0,3-4-4 16,1 3 0-16,2-1-1 0,0 0 7 0,-6-1-5 15,0 3 2-15,3 1-3 0,2-2 7 0,0 2 29 16,1-1-11-16,-3 1 15 0,-1-1-18 0,0 0-7 16,3-1 5-16,-2 1-7 15,1 0-3-15,-4 2 0 0,-7-1-1 0,-4 2 0 16,1-1-12-16,-3 1 8 0,0 0-3 0,-1 0 7 0,-4 1-6 0,-6 0 5 16,-2 0-5-16,-6 0 5 0,-3-2-7 0,-3 1 1 15,-6-1 3-15,-2-1-2 0,-2 0 5 0,-3-2-4 16,-4 0-19-16,-16-5 1 0,1 0-94 0,-1 0-57 15,2 0-11-15,-1 0-21 0,-1 0-94 0,-9 6 999 16</inkml:trace>
  <inkml:trace contextRef="#ctx1" brushRef="#br1" timeOffset="201316.34">22236 16448 2326 0,'0'0'401'15,"0"0"-365"-15,0 0-15 0,0 0-8 16,0 0-99-16,30-12 14 0,-5 12 1 0,10-2 12 0,3 0 39 0,9-3 2 15,6 0 2-15,9-1 1 0,7 0-1 0,8 0 31 16,5-1-5-16,3-1 16 16,6-1 9-16,8 0-1 0,5-3-2 0,6 2 0 15,-3-1-10-15,6-1-4 0,0 1 3 0,3 0-2 16,1 0 0-16,0 3-8 0,0 1-1 0,-1 2-2 16,0 2-4-16,-3 3 7 0,0 4 3 0,-1 2 4 0,-2 2 26 15,-3 2 7-15,-1 1-5 0,-1 1 4 0,2 0-17 0,-2 2-9 16,-4 0-5-16,2-1-1 0,-2 1-9 0,-3-1-3 15,-4 0 3-15,-6 0-4 16,2-4 2-16,-4 1-3 0,0-2 5 0,-10-2-4 16,-5 1-1-16,-5 1 5 0,-4-2-6 0,-3 3 7 15,-3-1-6-15,-7-2 5 0,-5 5-3 0,-8-4 3 0,-5 1-4 16,-4 0 3-16,-5-1-7 0,-4-2 2 0,-6 2-46 16,-12-7-64-16,1 0-11 0,0 0-24 0,0 1-85 0,-1 0-138 15,0 0-152-15</inkml:trace>
  <inkml:trace contextRef="#ctx1" brushRef="#br1" timeOffset="201635.11">22784 16450 3332 0,'0'0'55'16,"0"0"-86"-16,0 0-13 0,33-3-23 0,-3 5-19 0,21 3 56 15,15-1-1-15,18 1 20 16,8-2 0-16,11-3 5 0,6 0 3 0,17-3 1 16,9-5 5-16,10 0-7 0,11-2 4 0,3 0-6 15,-1 0 6-15,13 0 6 0,-3 2-8 0,0 3 6 0,7 0-4 0,-16 3-1 16,-5 2 4-1,-6 1-3-15,-9 3 7 0,-12 4-3 0,-9 3 0 0,-8 4-1 16,-6-1 2-16,-6 3-2 0,-4-1-2 0,-13-3-5 16,-2 0-72-16,4-3-216 0,2-3-38 0</inkml:trace>
  <inkml:trace contextRef="#ctx1" brushRef="#br1" timeOffset="205602.89">6769 5624 779 0,'0'0'-5'0,"-1"0"-3"0,0 0-2 16,0 0-4-16,0 0 2 0,0 0 0 0,-34 12 18 15,35-12 5-15,0 0 6 0,-1 1 29 0,-49 25 0 16,36-9-4-16,-2 1 0 0,-2 2-29 0,1-2 0 0,2 2 2 16,-1 1-3-16,1 2-11 0,3 0 3 0,-4 1 1 15,1 6 3-15,-1 3 24 0,-1 6 18 0,-3 7-3 16,-1 5 9-16,0 5 5 0,-7 4-1 0,4 2 3 15,-3 3-3-15,-1 4 4 0,-1 5-6 16,1 6-1-16,-1 6-3 0,1 0-16 0,-1 4-4 0,1 5-5 0,-3 5 1 16,3 5-17-16,-2 6 3 15,4 2-7-15,-1 4 4 0,1 1-7 0,0 1-4 16,1 1 3-16,0-1-4 0,1-1-4 0,-2-3 6 16,0-5 0-16,2-7 3 0,-2-1 3 0,2-7-4 15,-2-10 2-15,3-7-2 0,-2-6 2 0,1-2 0 16,-1-1-10-16,0-5-2 0,4-5-84 0,1-6-102 0,3-5-10 15,2-7-61-15,3-3-372 0</inkml:trace>
  <inkml:trace contextRef="#ctx1" brushRef="#br1" timeOffset="205925.57">7799 6133 775 0,'-18'-9'372'0,"2"4"163"0,1 3-16 16,4 8-585-16,1 6-21 0,3 10 31 0,-1 6 6 0,2 13 1 15,0 11 15-15,-15-3 17 0,11 21-6 0,-4 9 9 16,-2 4-3-16,-3 7 11 0,0 5 2 0,-2 7 1 16,-2 4 3-16,-2 4 2 15,0 4-2-15,-1 0 1 0,3 0-2 0,-4-1 3 16,2-3-2-16,3-4 4 0,0-6 1 0,4-7-3 16,1-4-1-16,5-13-8 0,1-9-98 0,5-13-246 15</inkml:trace>
  <inkml:trace contextRef="#ctx1" brushRef="#br1" timeOffset="206175.75">8831 6477 2961 0,'-15'7'0'0,"1"9"-12"0,1 9-29 16,2 8-4-16,8 10 36 0,5 8-74 0,6 11 31 0,5 9-212 0,-6-7 21 0,11 18 16 0,4 4-18 0,0 1-87 0</inkml:trace>
  <inkml:trace contextRef="#ctx1" brushRef="#br1" timeOffset="208183.96">5098 5206 4 0,'-7'-8'13'0,"-4"-1"6"15,0 2 7-15,-3 0 44 0,1 1-24 0,1 3-8 0,-6 0-42 16,2 2-11-16,-4 2-3 0,-1 2-49 0,-14-9 46 15,12 13 13-15,0 2 21 0,1 2 141 0,-4-4 43 16,5-1 0-16,1-2 6 0,5-1-65 0,15-3-65 16,-2 0-9-16,1 0-17 0,-39-2-19 0,40 2 19 15,0 0-1-15,-1 0 5 0,0 0-17 0,0 0-18 16,0 0 3-16,0 0-7 0,0 1 13 0,0 0 6 16,-15 35-6-16,16-36 5 0,0 1-9 0,0 49-1 15,2-28 0-15,2 1-2 0,-4 3-6 0,0-1-1 16,2 4 5-16,-1-5-4 0,0 2 8 0,1 3-5 15,-1 1-1-15,1 2-1 0,-1 0-12 0,1-3 6 16,0 3-2-16,0-1 4 0,0 2-7 0,-1-1-1 16,2 1 1-16,0 2-1 0,-1-1 8 0,-1 1-7 15,0 0 1-15,-1 2-3 0,-1 2 0 0,0 3 3 16,1 0 2-16,0 2 1 0,0 0 5 0,0 1 4 16,2-2-4-16,1-2 3 0,1 4-14 0,-1 2 1 15,0 2-2-15,0 4 2 0,0 0 5 0,-1 5-6 16,0 2 5-16,-1 0-5 15,-1 0 2-15,0 4 2 0,-1 1-7 0,-2 5 5 0,1 2-1 0,-1-3-4 16,1-2 7-16,-1 0-6 0,0 2 8 0,0 0-7 16,-1 3 1-16,2-1-2 0,-1-1 2 0,1-5 2 15,-1-1-2-15,2 2 4 16,0 2-6-16,-1 4 4 0,0 2-2 0,-1-2 4 16,1-2-2-16,-1 3-2 0,-1 2 1 0,-2 4-1 0,0 3 8 15,-1 1 20-15,0 0-7 0,-1-6 10 0,2 5-18 16,-1 2-7-16,1 1-2 0,1 3 0 0,-1-2-2 0,4-1-3 15,-1 3 1-15,-1-2-2 0,4 2 3 0,-1-1 1 16,1-6 1-16,3 0-1 0,-2 1 1 0,-1-1-2 16,1 0-1-16,-1-3 0 15,1-4 0-15,2 5 1 0,-2 0 1 0,-1 2 0 16,0 0 0-16,-1-4 1 0,-4-3 1 0,3 2 1 0,-1-1 2 0,-2 1 14 16,0 0-10-16,0-7 10 0,-1-5-18 15,3-2 4-15,2-3 1 0,-6-5 1 0,4 1-3 16,-2-9 7-16,1-1-3 0,2-6 5 0,1-2-2 0,-2-1-4 15,1-5 4-15,2-1-4 0,-3 0 14 0,3-3 10 16,-2 0-1-16,0-2 4 0,1-1-11 0,0 0-9 16,1 1-3-16,-1-2-2 0,1 0-4 15,3 1-6-15,-1-2 0 0,1-2-2 0,0-1 5 16,1-2-7-16,1 0 3 0,3-3-5 0,1 1 5 0,1-3 0 16,1-1 0-16,3-2 0 0,1 0 2 0,4-2 3 15,3-1-1-15,0-2 1 0,3-1-9 0,0-3 9 16,3 0-7-16,1-2 6 15,2-1-4-15,0 1 0 0,0-2 2 0,0 0-2 16,-1 1-1-16,1 0-1 0,0 0 1 0,7 1-1 0,1 0-1 0,5 2 5 16,1-1-2-16,2 1 1 15,2 0-4-15,-1 1 3 0,1 0 2 0,-3-2 0 16,2 0-4-16,3-1-3 0,2-2 2 0,9 1-1 16,0 0 1-16,3-1 5 0,1-2-2 0,-4 0 2 0,-1-1 0 15,2 1-2-15,4-1 0 0,3 0-1 0,4 1 1 16,-3-1 0-16,-4 3 0 0,-2 0 1 0,2 0-1 0,3 1 0 15,4-1-1-15,3 1 1 0,-2 1-5 0,-2 1 4 16,-1 0-4-16,3-1 4 0,3-1 1 0,4 0-2 16,0 0 2-16,-3 1 0 0,-1 1 5 0,3 0-5 15,2 0 2-15,4 0-4 16,-1 1 0-16,-7 1 4 0,0 1-1 0,3 0 3 16,0 0-2-16,5 1-4 0,-5 0 2 0,-4 1-3 0,1 2 7 15,3-1-3-15,2-1 2 0,5 1-2 0,-5-3-1 0,-2 0 0 16,0 1-1-16,5-1 1 0,1-1 2 0,3 0-2 15,-5 1 0-15,-3-2 0 0,1 2 6 0,1 0-8 16,3 1 2-16,-2 1-4 0,-6 2 9 0,-3-1-6 16,1 2 2-16,3 0-3 0,2-1 2 0,-2 0 3 15,-5 1-1-15,-2 0 0 16,2 1-3-16,3-2 1 0,3 1 1 0,-1-2 2 16,-1 1 0-16,-5-2 2 0,2 0 1 0,1-1 0 15,1 0 0-15,0 1 0 0,-3-2-3 0,-4 1 3 16,-1-2-3-16,0-1 7 0,1 0-2 0,0-1 3 0,-4 0 7 15,-4-1 7-15,-2 0-2 0,-3-2 2 0,2 1-16 0,0-1 1 16,-1-1-2-16,-1 0 2 0,-3 2-2 0,-5-1-1 16,-5 1 1-16,-5 1-2 15,-4-1-6-15,-4 3 10 0,0 0-7 0,-4 1 9 16,0 2-4-16,-4 0-3 0,-4 1-8 0,-3 1-10 16,-5 0-150-16,-13-5-196 0,0 0 805 0</inkml:trace>
  <inkml:trace contextRef="#ctx1" brushRef="#br1" timeOffset="209588.57">4749 5421 1717 0,'0'0'75'0,"0"0"-53"16,0 0 43-16,0 0-124 0,0 0 12 0,0 0 15 0,0 0 9 16,0 0 2-16,0 1 0 0,38 23 21 0,-38-24 7 15,22-8-3-15,0 7 3 0,3-2-10 16,0-5 4-16,5 2 0 0,0-2 1 0,2-3-10 0,-2 3 24 16,1-4-4-16,1 2 12 0,1 3-6 0,4-3 9 15,2 2-4-15,3 1 6 0,2-3-2 16,1 5-5-16,1-2 0 0,2 0-2 0,0 1-13 0,0-1-1 15,5 1-4-15,4 0 1 0,6 3-4 0,4-1 4 16,1 0-1-16,1 1 3 0,-2-1-8 0,1 3 4 16,4-1-1-16,5 1 2 0,3 0-2 0,1 0-1 15,-5 0 2-15,0 1-1 0,4-3 1 0,0 1 3 16,6-2-3-16,-1-1 2 0,-2 0-7 16,1 0 0-16,4 0 4 0,3-1-2 0,5-1 1 0,-2 1 29 15,-1 1-14-15,3-1 18 0,2 1-30 0,2 0 0 16,-1 1 1-16,-5 2-1 0,5 1 0 0,-1 0-1 15,4 0-3-15,-6 1 1 0,0-1-6 16,1 1 8-16,3-1 0 0,0 0 3 0,1 0-3 0,-3-2 1 16,0-1-1-16,4-1 1 0,1 0-3 15,-6-1 3-15,0 2-2 0,-1-2 2 0,3 0-3 16,0 2 0-16,-7-1 3 0,1 3-2 0,-2-2 1 0,0 2 4 16,1 1-4-16,-7 1 5 0,-3-1-6 0,-2 1 1 15,3 1 0-15,0 1 1 0,1 0 1 0,-6 3-3 16,-8 0 0-16,-1 2 0 0,1 1 1 0,-2-1-1 15,2 5 2-15,-5 0-2 0,-4 2 5 0,-5 1-2 16,-4 0-3-16,0 2 1 0,0 1 3 0,3-4-4 16,-1 3 6-16,-2-2-6 15,-3 0 5-15,-4 2-5 0,-1-1 3 0,-4-1-3 0,0-1 0 0,-4-1 6 16,-1 0-6-16,1 1 4 16,0-1-2-16,0 2 0 0,-1 2 3 0,-5 1-3 0,0 2-6 15,-4 2 4-15,-2 0-3 0,-2 3 3 0,-1 2 6 16,-3 0-1-16,-3 4 1 0,-2 2-1 0,-3 1 2 15,0 6-4-15,-2-1 2 0,0 3-3 0,-1 2-6 16,1 3-2-16,-2 3-3 0,-1 6 2 0,-1 1-1 16,0 4-3-16,1 1 2 0,3 1-2 0,-1 0-3 0,1 6 7 15,-2 4-4-15,-4 5 5 0,3 7 2 16,-2-2-1-16,1 4-2 0,2 5 0 0,-4 3 6 16,-1 6-3-16,-1 0 5 0,0 3-2 15,0 0 6-15,-3 4-3 0,-1 1 3 0,-2-1-3 0,3 1 8 16,-4 0-6-16,0 0 1 0,0-2-3 15,2-1-8-15,1-1 8 0,3 4-3 0,0-2 4 16,-4-1-9-16,3 3 7 0,-2 0-1 0,-1 4 4 0,2-3 3 16,-3 4-6-16,0 0 5 0,0 0-5 15,-3 0 1-15,-2-1 26 0,-2-1-7 0,-1 0 15 16,-1-1-1-16,-2-5-2 0,-1-3-2 0,2-7 0 0,0 1-10 0,1-7-7 16,0-4 2-16,3 1-4 0,-1-4-4 0,1 1 3 15,0-7-5-15,2-4 2 0,1-3-12 16,0 0 7-16,1-3-2 0,-1-1 5 0,1-1-6 15,-2-4 15-15,3-2-1 0,1-4 7 0,0-1 14 16,1-2 0-16,-2 0-2 0,1-3 1 0,0 1-7 0,2-3-11 16,2-4 6-16,-1-3-8 0,2-2-5 0,0 1-6 15,1-1 0-15,-2-4-1 0,2-2 4 0,-1-2-4 16,1-1 2-16,1 0-2 16,-1-1 0-16,0-5 3 0,0 0-5 0,0-4 3 15,0-1-8-15,0-5-19 0,0-13-8 0,0 2-7 0,0-2-61 16,0 1-37-16,0 0-23 0,0 0-13 0,0 0-164 15</inkml:trace>
  <inkml:trace contextRef="#ctx1" brushRef="#br1" timeOffset="212009.8">11697 6049 107 0,'-3'-13'33'0,"1"-3"9"0,2 3-11 0,3-4-89 0,3 0-14 16,0-2 43-16,-1 0-14 0,3 0 37 0,-5-1 9 16,-6-10 105-16,8 11-28 0,-2 4 53 0,1 4-34 0,-4 11-14 15,0-1 2-15,0 0-9 0,13-42-18 0,-13 43-6 16,0-1-8-16,0 1 2 0,0-1 1 15,13-39 0-15,-13 40 3 0,0 0-6 0,0 0-20 16,0 0 2-16,0 0-2 0,0 0 5 16,0 0 22-16,0 0-10 0,0 1 6 0,-16 38-8 0,4-24-3 15,-2 6-1-15,-1 0-3 0,-1-1 1 16,-2 5-1-16,-1 1-15 0,0 4 2 0,-3 4-7 16,-1-1-3-16,0 2-7 0,-1 1 6 0,-2 1-6 0,0 1-1 15,-2-1 5-15,-3 2-5 0,3 1 5 16,1 1-5-16,2-3 0 0,-1 3-1 0,1 1 2 15,-4-1 5-15,0 5-5 0,-1 3 3 0,-1 0-5 16,-4 2-1-16,1-2 8 0,-2-2 2 0,-1 1 2 16,-2 3 11-16,-1 2 1 0,2 2-6 0,-1 0 3 15,2 0-15-15,3 0 2 0,-1-1-1 0,0-3 1 16,1-1-9-16,1 3-3 0,-1 2 3 0,2 2-2 16,-2 0 3-16,-1 0 3 0,-2-1-4 0,0-1 2 15,2-1 0-15,0-1-2 0,3 0 2 0,-2 5-2 0,-1 2 4 16,-1 1 0-16,0 2 1 0,-1-6 0 0,-1 0 2 15,0-3-4-15,-2 0-3 0,1 4 1 16,-3 1 2-16,1 2-1 0,4 0 3 0,0-4-4 0,3 0-1 16,-1 1 0-16,-1 0-1 0,-3 3 1 0,0 4 0 15,-3 1 1-15,-1-1 3 0,-2 0-3 0,2-1-4 16,1-2 3-16,3 3-2 0,1 1 3 0,2 3-1 16,0 1 1-16,1-4 3 0,-2-2 0 15,1-1-3-15,-2 4-3 0,0 3-1 0,-1 0 0 16,-1 1 9-16,0-2-6 0,0-3 5 0,0-1-5 15,3 3 1-15,1 0-1 0,0 0-4 0,1-1 3 0,-1-4 5 0,3-4-5 16,-1-1 4-16,1 1-3 16,1-2 5-16,-3 1-6 0,2 2-1 0,0-3-1 15,-1 2 11-15,0-2-4 0,5 1 6 0,0-3-6 16,3 2 4-16,0 1-4 0,-3-1-4 0,2 2 1 16,-3-4-1-16,3-3 1 0,0-5 1 0,2-2 2 0,2-4 6 15,1-2-5-15,2-2 0 0,0-3-2 0,2-6 2 16,0 0-1-16,3-3 7 0,2-4-6 0,3 0 4 15,0-3-7-15,-1-3 3 0,4-3-2 0,1 1 14 0,6-13 4 16,0 1-2-16,0 0 2 16,-16 39-7-16,16-40-13 0,0 1 3 0,0 0-4 15,0 0 0-15,9 42-5 0,-9-43 0 0,0 0-2 16,1 1 1-16,35 25 1 0,-36-26 2 0,1 0-1 0,48 12 2 16,-31-11 2-16,4-1 0 0,2 2 2 0,-1-1 8 15,4-2-5-15,-1-2 7 0,3-1-6 0,0 0 6 0,2-1-7 16,-1 1-4-16,3 1 0 0,-1-1-4 15,1 0 6-15,5 0-2 0,3 0 4 0,2 0-9 0,2 1 4 16,1 0-2 0,0-1 2-16,0 2-1 0,2-2-2 0,-1 0 4 0,-1 0-3 15,3 1 3-15,3-1 6 0,2 0-4 0,4 1 5 16,1-1-3-16,-1 1-1 0,-1 0 0 0,0-1 0 16,-2 1-4-16,4 1 0 0,4-2 0 0,3 1 1 15,2 0 5-15,1 0-6 0,-4-1 3 0,-2 1-3 16,0 1-1-16,1-1 1 0,3 1 0 0,2 1 0 15,-1 0 4-15,-3 1-1 0,-5 0 3 0,-2 0-1 16,2 1 21-16,4 1-9 0,4 0-2 0,2 0-4 0,-1 1-6 16,-5-1 4-16,-2 0 2 0,-1 0 0 15,2-2 7-15,-1 0 3 0,3 1-2 16,-2-1 0-16,-5 0-6 0,-5 0 3 0,-1 0 0 16,-5 0 2-16,-1 0-3 0,2 0 3 0,1 0 0 15,1 0 0-15,-2-1-13 0,-4 1 5 0,-4-2-7 16,-1 1 6-16,-2-1-6 0,-4 0 2 0,0 1 2 15,-4-1 0-15,-1 0 1 0,-3 1-1 0,1 0-1 16,-4-1 0-16,1 1-4 0,-5-1-174 0,-1 1-14 16,-3 0-88-16,-14 1-365 0</inkml:trace>
  <inkml:trace contextRef="#ctx1" brushRef="#br1" timeOffset="212676.48">11932 5798 4 0,'-16'-18'672'0,"2"2"-286"0,3 2 348 16,1 2-724-16,10 12-3 0,0 0-8 0,0 0-3 16,0 0-6-16,0 0 2 0,0 0-13 0,-1 0 26 15,0 0-3-15,-19 20 12 0,22 5-12 0,2 4-2 16,0 5-1-16,-1 8-2 0,0 5-3 16,1 10 6-16,-3 4-1 0,-1 7 3 0,0 5-2 15,-4 0 5-15,-1 4 1 0,1 6 2 0,-1 5 0 16,-2 7 7-16,2-1-1 0,0 2 3 0,-2 4 3 15,4 4 0-15,-3 4 1 0,4 4 0 0,1 0-6 0,1 7-6 16,4 4-6-16,-2 1 1 0,1 7-5 16,2 3 1-16,-3-1 1 0,4 8-1 0,-2-1 5 15,0-1-1-15,1 2-1 0,-3 0 0 0,2-2-2 16,-1-4 3-16,1 2-1 0,2-7 3 0,-1-3 16 16,3 4 11-16,2-5 2 0,-2 0 4 0,1-1 14 0,0 1-11 15,-1 0 0-15,0-3-9 0,-3-1-22 0,-2-2-1 16,-2-2 5-16,-1 0-5 15,-1 1 7-15,-3-2-11 0,-2-2-2 0,0-5-3 0,-1-2 2 0,-1-3 2 16,-1-9 3-16,2-3-2 0,-1-5 5 16,2-3 4-16,-1-5 4 0,3-9-1 0,-2-6 2 15,5 0-8-15,0 1-3 0,-1-2 0 0,3 1-6 16,0-5-5-16,2-5 1 0,5 0-4 0,0 1-13 0,2 3-214 16,3-1-51-16</inkml:trace>
  <inkml:trace contextRef="#ctx1" brushRef="#br1" timeOffset="214394.88">27609 15189 2299 0,'0'0'129'0,"-1"0"-21"0,0 0-5 0,0 0-52 16,-37-9-54-16,38 9-1 0,0 0 0 0,0 0 6 0,1 0 2 16,0-1 5-16,40-19-2 0,-20 17 4 0,3 1 0 0,1-2-9 15,1 0 7-15,1 0-7 16,-1 0 4-16,2 2-1 0,0 2-7 0,1 0 4 0,1-1-1 0,0-1 0 15,0 2 1-15,0 0-2 0,-1 0 0 16,-4 0 0-16,1 0 3 0,-2-2-2 0,-1 2-6 0,-2 0-90 16,-1 0-18-16,0 0-35 15,-2 0-168-15</inkml:trace>
  <inkml:trace contextRef="#ctx1" brushRef="#br1" timeOffset="214605.02">27810 15652 3336 0,'0'0'120'0,"0"0"-106"0,0 0-10 0,0 0-29 0,2 0-27 16,43 16 37-16,-23-11-8 0,3-2 18 0,2 0-7 15,2 1-8-15,-1-2 2 0,3 0-5 0,1-1 1 16,-1 0 5-16,1-1 4 0,-1 1-2 0,0-1-34 15,-3-1-176-15,1 0-17 0,-2-2-70 0,1-3-211 16</inkml:trace>
  <inkml:trace contextRef="#ctx1" brushRef="#br1" timeOffset="-214450.57">28503 13836 395 0,'0'0'954'15,"0"0"-408"-15,0 0 493 0,-1 0-1078 0,0 0 6 16,0 1-16-16,1 0 39 0,-14 35 4 0,14-36 6 0,0 1 8 16,0 39 2-16,5-18-2 0,2 1 2 15,1 1-8-15,0 2 0 0,1 0 4 0,-1 3-2 0,0 2 9 16,-2-2-7-16,-2 4 2 0,-1 2-3 15,-2 3 1-15,-2 2 3 0,-1 1-4 0,0 1 2 0,-2 0-7 16,-1-3 2-16,1-2 1 16,0 0 1-16,1-3-1 0,0-2-1 0,0 1 1 0,1-3-1 15,-1-2 5-15,2-4-4 0,-1-1-15 0,2-2-2 0,-1-4-111 16,1 0-75-16,0-2-7 16,0-15-26-16,0 1-86 0</inkml:trace>
  <inkml:trace contextRef="#ctx1" brushRef="#br1" timeOffset="-214170">28861 14243 2316 0,'0'0'391'0,"0"0"-150"0,0 0 51 15,0 0-190-15,-1 0-101 0,0 0 16 0,1 0-7 16,0 0 9-16,0 1-10 0,0 0-1 0,0 0 2 0,0 0-2 15,1 0-7-15,30 39 0 0,-13-34-1 0,2 1 0 16,3-1 0-16,1 0 0 0,3 0 1 0,1-2-1 16,1 0-4-16,-2-2 5 0,-1 1-1 0,-1 0 3 15,-2-1-4-15,0 1 2 0,0 0 0 0,-4-1 2 16,1 0-3-16,-3 0 4 0,2 1-5 0,1 0 2 16,-3 0-8-16,1 0-65 0,-2 0-11 0,-1 0-26 15,-15-3-117-15,1 0-140 0,0 0-53 0</inkml:trace>
  <inkml:trace contextRef="#ctx1" brushRef="#br1" timeOffset="-212221.76">11842 5742 1793 0,'-4'-13'54'0,"4"13"-33"0,0-1-1 0,0 0-4 15,0 0-16-15,0 0-6 16,0 0 3-16,0 0-2 0,-1 0 5 0,-32-41-14 0,33 42 1 16,-1 0-5-16,0 0 9 0,-36 7-1 15,37-7 2-15,-1 0-1 0,-42 9 9 0,43-9 4 0,-1 0 6 16,-34 9 1-16,35-9 28 0,-1 0-2 0,0 0 0 16,-35 21-3-16,36-21-7 0,-1 1-3 0,-30 37 2 0,18-20-4 15,-2 3-7-15,0 3-1 0,-1 1-2 0,-1 3 1 16,-1 2-7-16,-1 4-4 0,0 9-3 0,-4 2 1 15,-1 2 2-15,-2 3-2 0,-4 0 0 0,3 3-2 16,-1 2 2-16,-4 0-1 16,1 2 1-16,-6 5-1 0,-3 2 4 0,-4 5-4 0,-1 0 1 15,-6 1-3-15,-2-3 0 0,-1 6 6 16,-2 2-3-16,2 3 6 0,0 3-3 0,-2-4-2 0,-1 0 0 16,0 1-1-16,-3-1 0 0,0 1 0 0,3 0 2 0,1-4-2 15,2 0 1-15,2 1 0 0,-1 1 0 0,-3 3 0 16,-3 1 1-16,-5-2 2 0,3-4-2 0,2-2 1 15,3 2-3-15,3 2-1 0,-2 1 0 0,-1 2-1 16,-2-6 2-16,-1-3 0 0,1-1 0 0,0 4 0 16,4 1 12-16,2 1-10 15,1-1 3-15,0-5-5 0,-3-1 1 0,-4 4 3 16,-2 1-1-16,1 3 1 0,0-3-2 0,8-2 0 0,3-4 11 16,1-2-4-16,2 1 39 0,-3-1-27 0,2-1 5 15,-4-2-14-15,1-3-9 0,2-1 3 0,1-2-6 0,5-2 6 16,3 1-1-16,1 2 1 0,2-1 0 0,-3 1 0 15,1-2-6-15,-1-4 5 0,0 0-3 0,0-2 4 16,1-3 1-16,0-1 14 16,2-2-1-16,5 1 6 0,2 1-2 0,6-4-10 15,2-1-1-15,0-4-3 0,4-3 1 0,0-1-11 0,2-1 5 16,3-4-6-16,2 0 2 0,2-5 8 0,-1-2-4 16,4-4 5-16,0 2-1 0,3-2-10 0,0 2 4 15,1-3-5-15,3 0 4 0,-1 0-2 0,2-2 0 16,1 1 1-16,0 0 0 0,1 0-4 0,1 0-2 0,1-1-1 15,1 0-1-15,2 1-1 0,-1 1 5 0,4 1-3 16,-2-2 6-16,3 1-4 0,0 0-4 0,1-1-1 16,1-1-4-16,4 2 3 0,1-2 2 0,5-2 0 15,1 1 4-15,0-3-2 0,2 1 3 16,1-1-2-16,-2-1 7 0,2 1 0 16,-1-3-6-16,-1 1 4 0,0 4-4 0,-2 0 5 15,2 2 1-15,-1-1 0 0,0-1-7 0,3 1 7 16,0 0 0-16,6 3 3 0,-2-1-9 0,1 0 5 15,1 0-4-15,-1-2 5 0,1 2-1 0,0-3-6 16,-2 2 5-16,1-1-4 0,0-2 4 0,0 1 0 16,0-3 0-16,3 1 0 0,4 1 7 0,2-1-4 15,5 0 1-15,-2 0-2 0,-3 0 6 0,-3 2-9 0,-1 0 3 0,0 3-4 16,-4-4-1-16,0 1 5 0,5 2-3 16,4 0 3-16,4-1-3 0,3-1 0 0,1-3 2 15,-1 0 1-15,1 0 13 0,0-3-5 0,-3 0 2 16,5-5-4-16,5 2 6 0,3-2 2 15,4-1 6-15,-3 0-4 0,-2-2-2 0,-6 2-3 16,-2 1 0-16,0 0-1 0,1 2-5 0,6 2 0 16,0 1-3-16,0 3 2 0,-5 1-2 0,-3-1-39 15,-3 4-62-15,5 2-11 0,5 4-375 0</inkml:trace>
  <inkml:trace contextRef="#ctx1" brushRef="#br1" timeOffset="-210718.33">8424 11978 1500 0,'-35'-13'82'16,"3"-1"12"-16,3 1 13 0,8 1-8 0,2 2-23 0,4-2-17 15,4 0-3-15,3 1 1 0,0-1-14 0,7 11-3 16,0 0-5-16,0 0 1 0,0 0-13 0,0 1-14 16,-27-36-2-16,28 36-5 0,0 0-9 15,0 0 5-15,0 0-1 0,2 0 3 16,37-6 7-16,-39 6-7 0,37 1 7 0,-14 0-6 0,3-1 13 15,2 0 2-15,2 0 4 0,3-1-2 16,5-1 11-16,4 1 0 0,4 1-5 0,4-1 3 0,2 2-11 16,0 1-6-16,0 2-1 0,-1 2-1 15,-1 0-8-15,3 2 4 0,3 1 2 0,7-1-1 16,1 1-7-16,3 0 6 0,-2 1-4 0,-3-1 4 0,-3 0-2 16,-3 0 1-16,6-2 1 0,1 0-1 15,4 2-2-15,1-4 3 0,-6 0 3 0,-6-2 6 0,0 0 77 0,-2-2-56 16,3 1 20-16,5-2-39 0,0 0-4 0,-1 0-4 15,-4-1 2-15,-6-1-2 0,-5-1 7 16,-4 0-2-16,-3 0 4 0,-1-1-3 0,3 1 0 0,-4-1 2 16,-3 1-2-16,-5 1-1 0,-6 1-34 15,-3 1-87-15,-3 0-7 0,-4 1-32 0,-13-1-91 0,1 0-187 16</inkml:trace>
  <inkml:trace contextRef="#ctx1" brushRef="#br1" timeOffset="-210351.49">8702 11740 2246 0,'-50'-24'388'0,"4"3"-300"0,1 3-3 0,11 6-19 0,8 7-66 0,9 2-12 16,17 3-1-16,-1 0-3 0,0 0-13 0,0 0-21 16,1 0 2-16,0 0-4 0,15-1 23 0,11 7 10 15,3-1 1-15,9 1 2 16,7 0 6-16,6-1 1 0,3 1 2 0,1 0 0 16,2 4 2-16,1-4 5 0,4 5-1 0,8-2 1 0,2-2 1 15,1 4 2-15,-3-4-4 0,-5 1 3 16,-1 4 4-16,2-5 1 0,3 0 2 0,4 1-2 15,1-1-3-15,-7-2-1 0,-4 2 4 0,-4 1-3 0,0-2 5 16,6 2 0-16,3-1 3 0,-1 1 1 0,-2 1 7 16,-6 1-201-16,-7 0-9 0,0 3-97 15,0-2-320-15</inkml:trace>
  <inkml:trace contextRef="#ctx1" brushRef="#br1" timeOffset="-209919.08">9387 12741 868 0,'-14'-1'358'0,"0"5"164"16,-1 1 3-16,3 6-451 0,2-1-60 0,1 4 15 16,1 1 0-16,0 3 8 0,-1 1-6 0,-12-1-24 15,16 9 1-15,-2 6-7 0,1-2 1 0,-2 2-5 16,0-3 3-16,2 0-2 16,0-1 12-16,0-5-15 0,2-3-18 0,1 0-3 15,-1-4-92-15,1-3-56 0,3-14-26 0,0 1-29 0,0 0-279 0</inkml:trace>
  <inkml:trace contextRef="#ctx1" brushRef="#br1" timeOffset="-209687.66">9590 12405 2320 0,'0'0'191'15,"0"0"-131"-15,-2 0-1 0,1 0-45 0,0 0-25 16,0 0 6-16,0 1 0 0,0 0 4 0,-14 48 4 15,17-22-8-15,-2 3 2 0,0 4-5 0,-2 5 2 16,2 4-1-16,0 4 3 0,-1 7-1 0,0 3 4 16,-2 2 1-16,0 2 1 0,-1 3 1 0,2-4 1 15,-2 1-1-15,0 2-2 0,0 0 0 0,-3 1 0 0,2-4 1 16,-1-4 1-16,2-5-3 0,3-7-64 16,0-8-85-16,2-5-19 0,2-9-27 0,1-2-131 0</inkml:trace>
  <inkml:trace contextRef="#ctx1" brushRef="#br1" timeOffset="-209392.32">9758 12955 1187 0,'0'0'622'0,"0"0"-389"0,0 0-58 0,0-1-81 0,0 0-73 16,0 0-9-16,0 0-1 0,22-34 0 0,-22 35 23 15,1 0-4-15,0 0-1 0,46-19-1 0,-47 19-6 16,1 0-12-16,50-13 4 0,-30 10-7 0,0 2 3 15,2 1-7-15,-1 2 2 0,-1 4-3 0,0 2 10 16,-5 3-3-16,3 2 2 0,-6 2-2 0,-1 0 4 16,-3 5 2-16,-2 3-4 0,-4-2 2 0,-3 5-7 15,-6 1-4-15,-4 0 2 0,-7 7-4 16,-5 3 0-16,-4 5 5 0,-4 0 1 0,-2-4 2 0,9-2 15 0,0-9 33 16,6-2-3-16,5-8 14 0,0-2-2 0,12-15 6 15,0 1-8-15,0 0 4 0,0 0-33 0,0 0-14 16,0 0-4-16,1 0-3 0,47 12-20 15,-21-19-1-15,10-1-25 0,11-4-8 16,10-3-276-16</inkml:trace>
  <inkml:trace contextRef="#ctx1" brushRef="#br1" timeOffset="-208006.54">29940 13837 1795 0,'0'0'105'0,"0"0"55"0,0 0 35 16,0 0-8-16,0 0-8 0,0 0-54 0,0 0-6 16,0 0-5-16,0 0-23 0,-1 0-29 15,0 0 1-15,0 0-12 0,0 1-9 0,0 0-14 16,-35 31-2-16,36-32-4 0,0 1-15 0,-16 41-7 16,10-22 0-16,-2-1 0 0,0 4 0 0,-2 1-5 15,1 0 2-15,0 0-2 0,-1-1 9 0,0 2-4 16,-1 0 2-16,3 3-2 0,-1-1 2 0,-1-3-8 15,1-1 3-15,5-3-13 0,-1-2-83 0,-2-4-90 16,7-14-28-16,0 1-20 0,0 0-116 0,0 0 1043 0</inkml:trace>
  <inkml:trace contextRef="#ctx1" brushRef="#br1" timeOffset="-207694.93">30112 13609 2115 0,'0'0'103'0,"0"0"33"16,0 0-18-16,0 0 21 0,0 0-40 0,0 0 1 15,0 0-7-15,0 0 2 0,0 1-28 0,0 0-17 16,6 45 1-16,-7-28-7 0,-1 2-10 0,-2 1-15 16,0 2 5-16,0 1-9 0,1 0-5 0,-2 7 1 0,0-1-6 15,-1 6 5-15,-1 0-6 16,-1 2 1-16,-2 2 2 0,0 1-1 0,-2 1 6 0,-1 4-4 15,0 3-3-15,-2 2 1 0,2-2-6 0,-3-3 1 16,1-1-1-16,2-7 0 0,2-3-1 16,2-5 1-16,1-4 0 0,2-7 0 0,2-2-25 0,4-17-39 15,0 1-1-15,0 0-15 0,0 0-16 0,0 0-12 0,-1 0-6 0,1 0-5 16,-15 34-48-16,15-35-40 16,0 0-18-16,0 0-18 0,0 0-156 0</inkml:trace>
  <inkml:trace contextRef="#ctx1" brushRef="#br1" timeOffset="-207289.63">30132 14180 2040 0,'0'0'80'0,"0"0"55"15,0 0-13-15,1 0 28 0,0 0-25 0,0 0-14 16,37-7-9-16,-38 7-2 0,0 0-40 0,0 0-18 15,0 0-1-15,0 0-4 0,1 0 5 0,0 1-5 0,0 0 2 16,26 36-3-16,-27-37-4 0,0 1 0 0,0 0-4 16,21 44 4-16,-21-45-5 0,0 1-2 0,19 37-4 15,-19-38 1-15,0 1-10 0,10 37 2 16,-10-38 3-16,0 1-2 0,-2 35 7 0,2-36-10 16,0 1-2-16,-22 36-3 0,22-37-7 0,-23 26-3 15,8-13 1-15,-3-3-2 0,0 1 2 0,1 0-3 16,-2-1 5-16,3 2-4 0,3 0 1 0,-1-6 5 15,2 2-7-15,12-8 6 0,-1 0-4 0,0 0 2 16,1 1 2-16,-2 0 0 0,1 0 6 0,0 0-4 16,0 0-3-16,1 0 0 0,0 0 3 0,0 0-5 15,0 0 6-15,1 0-7 0,38 15-1 0,-39-16 4 16,1 0-5-16,42-3 5 0,-43 3-4 0,2 0 2 16,45-2-1-16,-47 2-4 0,1 0-43 0,39 1-65 15,-40-1-22-15,1 0-21 0,38 3-131 0,-39-3-127 16,1 0-107-16</inkml:trace>
  <inkml:trace contextRef="#ctx1" brushRef="#br1" timeOffset="-206930.01">30469 13938 2376 0,'0'0'176'0,"0"0"-44"16,0 0-2-16,0 0-12 0,0 0-4 0,0 0-20 16,0 0-4-16,0 0-8 0,0 1-35 0,-1 0-12 15,-17 40-5-15,18-41-1 0,0 0-18 0,0 1-7 16,0 0-1-16,0 0-2 0,-16 35-4 0,16-36-19 16,0 0-15-16,0 0-7 0,0 0-107 0,0 0-157 15,0 0-37-15</inkml:trace>
  <inkml:trace contextRef="#ctx1" brushRef="#br1" timeOffset="-206357.13">30987 13792 1321 0,'0'0'130'0,"0"-1"1"16,-1 0-12-16,-20-38 9 0,21 39-9 0,0-1 4 16,-1 0-2-16,-21-35 0 0,22 36-19 0,0 0 10 15,0-1-1-15,0 0 4 0,0 0-9 0,0 0-23 0,0 1-5 16,0-2-5-16,0 1-23 0,0 0 1 15,0 1 0-15,0 0 1 0,0 0-5 0,0 1-7 0,0 0-1 16,4 43-1-16,-4-43-1 16,-1 40 1-16,-1-15 0 0,0 2-1 0,0 4-9 15,-3 2-3-15,1 1-4 0,0 0 1 0,1 0-7 16,-1-1-2-16,1 2 3 0,0 2-3 0,1 2 0 16,0-2-7-16,0-2-1 0,0-1-1 0,1-2 3 15,1-1-6-15,-2 0 5 0,2-2-5 0,-1-1 4 16,0-5-5-16,0 0 1 0,1-2-1 0,-2-5 6 0,2-1-5 15,0-16-1-15,0 1-4 0,0 0-13 0,0 0-27 16,0 34-4-16,0-35-11 0,0 0-50 0,0 0-90 16,0 0-18-16,0 0-34 0,0 0-158 0</inkml:trace>
  <inkml:trace contextRef="#ctx1" brushRef="#br1" timeOffset="-205858.12">31265 14023 2041 0,'0'0'87'0,"0"0"97"0,0 0-118 0,0 1 43 15,0 0-4-15,1 0 13 0,0 0-29 0,27 35-18 16,-28-36-5-16,0 0-5 0,0 1-31 0,0 0-13 15,0-1-3-15,0 1-3 0,0 0-4 0,2 0-4 16,-1 0 2-16,0 0-7 0,29 36-66 0,-30-37-124 16,0 0-32-16,0 0-44 0,1 0-242 0</inkml:trace>
  <inkml:trace contextRef="#ctx1" brushRef="#br1" timeOffset="-205480.15">32002 13611 2518 0,'0'0'86'0,"0"0"37"16,0 0-12-16,0 0 20 0,0 0-17 0,0 1-14 16,0 0-5-16,0 0-6 15,6 42-32-15,-6-43-22 0,0 1 0 0,-10 51-7 16,6-29-9-16,-2 2-7 0,-1 2 0 0,1 1-1 15,-1-1-2-15,2-1-9 0,2-2 4 0,1-4-4 16,-1 2 1-16,3-3-5 0,0-2 0 0,0-17-8 16,0 1-75-16,0 0-86 0,5 43-17 0,-5-44-23 15,0 1-85-15,0 0-135 0,0 0-190 0</inkml:trace>
  <inkml:trace contextRef="#ctx1" brushRef="#br1" timeOffset="-205207.56">31681 14090 2314 0,'0'0'92'0,"-1"0"24"16,1 0-18-16,-1 0 25 0,0 0-3 0,0 0-26 15,0 0-4-15,-1 0-10 0,2 0-36 0,0 0-9 16,0 0 7-16,0 0-5 0,0 0 18 0,0 0-21 16,2 0 5-16,49-6-9 0,-27 6 4 0,5 2-16 15,2-3 0-15,1 1-5 0,0-1 0 0,-2-1-4 16,-1 2 0-16,-3 0-1 0,1-1-6 0,1 2 0 15,-1 0-1-15,3 1 1 0,-4-1 5 0,0-1-9 16,-4 1 2-16,1-1-4 0,-2-1-1 0,-1 1-65 16,-1 0-3-16,-4 2-29 15,0-2-89-15,-15 0-89 0,1 0-12 0,0 0-36 16,0 0-176-16</inkml:trace>
  <inkml:trace contextRef="#ctx1" brushRef="#br1" timeOffset="-204839.69">31885 14264 2205 0,'0'0'113'15,"-1"0"20"-15,0 0-27 0,0 0 28 0,0 0-25 16,0 0-5-16,1 1-4 0,0 0-1 0,0-1-25 16,1 0-2-16,0 0-3 0,43 15 1 0,-44-15-14 0,1 0-12 15,49-1 6-15,-49 1-8 0,35 0 1 16,-35 0-17-16,0 0-2 0,43 10-6 15,-44-10-11-15,1 0 6 0,0 0 0 0,36 20 4 0,-37-20 2 0,0 0-10 16,0 1 1-16,0 0-4 0,0 0 1 0,-9 35-4 16,9-36 2-16,-1 0-3 15,-34 26-2-15,35-26-11 0,-2 1 1 0,-43 28-5 16,28-18 1-16,1 1 5 0,1 2-1 0,0-2 4 0,2-1 4 16,3 0-5-16,10-11 1 0,0 1-2 0,-1 0 10 15,0 0-3-15,-17 35 1 0,18-36-3 0,0 0 11 0,0 0-3 16,1 0 5-16,34 12-5 15,-35-12 4-15,1 0-1 0,46-1 1 0,-46 1-1 16,35 0-8-16,-17 0 0 0,0 0-3 0,-1 0 3 16,0-3-7-16,0 1-44 0,-3-2 0 0,-1 1-20 15,0 1-35-15,0-2-59 0,0 1-16 0,-3-2-22 16,-1-3-129-16,-1 1-267 0</inkml:trace>
  <inkml:trace contextRef="#ctx1" brushRef="#br1" timeOffset="-204055.52">29751 14806 1975 0,'0'0'98'0,"-1"0"136"0,0 0-154 0,0 0 16 16,-36 13-7-16,37-13 5 0,0 0-34 15,-1 0 1-15,0 1-2 0,0 0-1 0,1 0-21 0,-1 0-15 16,-22 36 0-16,23-37-6 0,0 0-3 0,0 1 8 16,0 0-1-16,34 38 3 0,-16-29 1 0,6 0 12 15,7-3-2-15,7 0 6 0,6-2 0 16,4-1-8-16,2 1-1 0,0-5-3 15,1 1-4-15,-1 1-14 0,-3-2 5 0,2 0-7 0,3 0 4 16,0 0-7-16,0 0 4 0,-2 1-6 0,-3 0 4 16,-4 0 1-16,-1 1-4 0,-1-2 2 0,-2 2-3 0,-3-2 7 15,2-1-2-15,1 0 3 0,2-2-6 0,4-1-1 16,0-1 2-16,-1-3-2 0,-2 3 8 0,-3 0-11 16,1 0 6-1,-1 1-7-15,-3-2 6 0,2 1-2 0,-1 0 0 0,2 0 0 16,5 0 4-16,0 1-5 0,-1 0-2 15,-1 1 0-15,-2 0 1 0,-3-1 2 0,0 1 0 16,-4 0-2-16,-1 1-2 0,-2 1 1 0,-4-1 3 0,1 1 0 16,-3 0 3-16,2 0-3 0,-1-1 0 0,4 2-2 0,-3 0-2 0,2 0 1 15,-1 0 3-15,-3 2 0 16,0 0 4-16,-2-1-8 0,1 2-2 0,-1-1-2 16,3 1 2-16,-2-1 5 0,0-1-1 0,4-1 3 15,-1 1-2-15,-2 0 5 0,0-1 1 0,-1 0 1 16,0 0 7-16,3 1 0 0,-2-1-2 0,-1-2 1 15,-1 1 2-15,-2-1 3 0,0 1-3 0,-2 1 1 16,-1-2-11-16,-1 2 1 0,1-1 2 0,-1 0-2 0,-1 1-5 16,2 0 4-16,1 0-7 0,-2 0 5 0,2 0-3 15,-1 1-1-15,-2 0 6 16,0 0-5-16,0 0 1 0,1 0 0 0,-3 0-5 16,-13-1 2-16,0 0-1 0,1 0-66 0,39 0-15 15,-40 0-31-15,1 0-189 0,0 0-315 0</inkml:trace>
  <inkml:trace contextRef="#ctx1" brushRef="#br1" timeOffset="-201146.07">28997 15593 718 0,'-1'0'276'0,"0"-1"-89"0,-41-24 133 0,42 25-234 0,-1 0-18 16,-40-19-21-16,40 19-10 0,0 0-3 0,-46-16 1 16,46 16-17-16,-44-18 14 0,27 10 1 0,0 3 7 15,2 0 24-15,3-1-6 16,13 6 6-16,-1 0-6 0,0 0 10 0,-38-16 12 15,39 16-2-15,0 0 6 0,-1 0 2 0,0 0-11 16,-1 0 2-16,2 0-8 0,-1 0-24 0,1 0-22 16,0 0-3-16,0 0-3 0,0 0 6 0,0 0-16 15,1 0 10-15,-1 0-12 0,47 6 12 0,-29-2-1 16,4 0-4-16,5-1 3 0,3 1 0 0,5-2-5 16,3-2 2-16,2 0-4 0,1 0-8 0,-1-1 0 15,1 1 0-15,0 2 0 0,-3 0 0 0,5 1 2 16,1 0-2-16,6-1 3 0,3-2-5 0,3 3 5 15,0 0 0-15,-1 3 3 0,-2-2-1 0,1-1 2 0,0 1 3 16,2-3 0-16,8 3 21 0,4-2-15 16,3-1 5-16,1 1-8 0,-5-1 2 0,-3 2-9 15,1 0 0-15,4 0-3 0,4 0-1 0,2 1-2 16,-4 2 5-16,-8-1-4 0,-3 2 6 0,-2-1-7 16,4-1 2-16,5 2-2 0,3-1 9 0,0 1 22 15,-4-1-9-15,-3-1 14 0,0 1-12 0,6-3 5 16,5-1-5-16,4 0 2 0,2-2-15 0,-9-1 4 0,-4-2-1 15,-4 1 1-15,1 0-14 0,6 0 3 0,-2 0-1 16,-5 0 2-16,-2 2 4 0,-9 0-6 16,-2 1 1-16,-3 0-2 0,-1 0-2 0,3 0 3 15,1 0 0-15,1 1 2 0,-1 0-3 0,-5 0 3 16,-3 1-4-16,-2-1 4 0,-2 0-4 0,0-1-1 16,-5 2 2-16,1-1-2 0,-1 1 2 0,-3 0-3 15,1 1 1-15,-4 1-5 0,0-1-31 0,-5 1-68 16,-4 1-12-16,-3 0-21 0,-15-6-77 0,1 0-129 0,0 1-52 15</inkml:trace>
  <inkml:trace contextRef="#ctx1" brushRef="#br1" timeOffset="-200825.12">30974 16161 3011 0,'-16'1'88'0,"1"0"-15"0,0 3-81 0,15-4-12 16,-1 0 2-16,0 0-4 0,0 1-4 0,-36 27-15 15,37-28-1-15,0 1-4 0,0 0 5 0,-14 43 19 16,12-24-2-16,1 3 8 0,-1 3 7 0,-1 4 24 15,0 5-2-15,-1 0 11 0,-3 5 6 0,0 7 10 16,-2 1 0-16,1 4 1 0,-3 1-9 0,-1-3-12 0,1 3 2 16,-1-5-7-16,4-1-15 0,1-7 6 15,1-1-6-15,2-4 4 0,-2-2-35 0,3-1-166 16,0-4-17-16,0-1-74 0,0-5-284 0</inkml:trace>
  <inkml:trace contextRef="#ctx1" brushRef="#br1" timeOffset="-200394.96">28350 17462 2672 0,'-13'1'115'0,"2"1"-43"16,11-2-3-16,-1 0-59 0,0 0-31 0,0 1-10 16,0 0-2-16,0 0 1 0,0 0-10 0,0 0 8 15,-32 35 6-15,33-36 2 0,0 0 32 0,0 1 3 16,0 0 4-16,1 0 0 0,0 0 9 0,44 35-4 0,-45-36-2 16,1 0 0-16,45 20-8 0,-27-15-10 15,1 0 2-15,-1 1-4 0,1-1 8 16,-3 0 1-16,0-1-5 0,0 0 0 0,-1 0-42 0,-3 2-123 15,-1-1-7-15,-12-5-52 0,1 0-151 16</inkml:trace>
  <inkml:trace contextRef="#ctx1" brushRef="#br1" timeOffset="-200174.67">28247 17886 2588 0,'0'0'110'0,"0"0"140"0,0 0-241 0,0 0 9 15,0 1-8-15,0 0 8 0,0 0-8 0,0 0-5 16,0 0 8-16,29 36-7 0,-11-31 9 0,4-1-3 16,8 0-1-16,3 1 0 15,1 0 0-15,2-1 1 0,-2 1 2 0,-1 0-1 16,-1-2-2-16,-2 0-3 0,-3-2-3 0,-2 3 3 16,-3-3-8-16,-1 3 2 0,-1-2 0 0,-3-1 0 0,-1 0-24 0,-2-1-121 15,-3 1-7-15,3-1-46 0,-1-1-95 0,1-3-313 16</inkml:trace>
  <inkml:trace contextRef="#ctx1" brushRef="#br1" timeOffset="-199681.06">29227 16899 3116 0,'0'0'104'0,"0"0"28"0,0 0-132 0,0 0-23 16,0 0 2-16,0 0-8 0,0 0 3 0,0 0 0 16,0 1-4-16,0 0 1 0,1 0-9 0,0 0 14 15,43 34 2-15,-27-32 5 16,1 2 13-16,2-2 1 0,-3 2 6 0,1 0-3 16,0 2 8-16,-3-2-3 0,1 2 1 0,-1 1-1 0,-4 1-1 0,1 0 5 15,-2 1-6-15,0 2 7 0,-1-3-5 0,-2 2-3 16,0-1 4-16,-2 1-4 15,-5-11-2-15,0 1-11 0,0 0-6 0,10 39 1 16,-10-40 2-16,0 1 5 0,0-1 7 0,-12 46-3 16,12-46 10-16,0 1-3 0,-25 34 3 0,25-35-4 15,-27 27-1-15,11-15 6 0,1 2 1 0,0-2 3 0,1 0-1 16,1-1 2-16,3-2-1 0,10-9 2 0,-1 1 8 16,0 0-14-16,0 0-1 0,0 0-4 15,-24 35-4-15,25-36-3 0,0 0 5 0,0 0-4 0,1 0 5 16,0 1 0-16,40 15 0 0,-41-16 0 0,1 0 8 0,48 4-8 15,-48-4 5-15,0 0-5 0,46 6 7 0,-47-6 4 16,1 0-5-16,40 18 5 0,-41-18 4 0,1 1-4 16,0 0 6-16,33 35-7 0,-34-36 2 0,0 1-2 15,6 35-3-15,-11-16 1 0,-1 2-11 0,-4 4-20 16,-3 2-5-16,-2-4-8 16,-3 3-40-16,1-4-61 0,-3 0-2 0,-1-3-27 15,-2-1-75-15,-2-2-161 0</inkml:trace>
  <inkml:trace contextRef="#ctx1" brushRef="#br1" timeOffset="-199390.63">28858 17838 3162 0,'0'0'136'0,"-1"0"-107"0,0 0-14 0,0 1-18 0,1 0 13 0,0 0-17 16,0 0 1-16,0 0-9 0,27 32 4 0,-2-27 2 15,1-4 2-15,8-2-1 0,2 3 6 0,3-3 14 16,2 2-4-16,0-4 8 0,1-1 2 0,4-1 1 16,5 0 5-16,7 1-4 15,3-4 2-15,1 2-5 0,-2 0 0 0,-3-1-1 16,-3 3-7-16,-3-1-3 0,-2-2-4 0,1 4 2 16,1-3 1-16,1 3 1 0,-1 1-3 0,-6-2 2 15,-2-1-2-15,-5 0-2 0,-4 2 3 0,-3-2-3 0,-2 3-1 16,-8 0-46-16,1-4-21 0,-6 1-15 15,-1 1-132-15,0-1-66 0,-3 1-26 0,-12 3-26 16,0 0-229-16</inkml:trace>
  <inkml:trace contextRef="#ctx1" brushRef="#br1" timeOffset="-198960.12">29488 18022 3079 0,'0'0'100'0,"-1"0"24"0,0 0-139 15,0 0 5-15,-37-4-7 0,38 4 6 0,0 0-23 16,-1 0-12-16,0 0 7 0,0 0-5 0,1 0 35 16,-36 15 8-16,36-15-5 0,-1 0 5 0,0 1 1 0,0 0 7 15,-43 41 6-15,44-42 0 0,-24 31 13 0,13-14-3 16,0 0-2-16,4 3-2 0,-1 0-15 15,1 1-2-15,1 2-2 0,2 1 0 0,0 0 0 0,2-2-2 16,2 2 1-16,0-5-2 0,2-1 0 16,4 0 8-16,0-1-5 0,3-2 8 15,2 1-8-15,0 0 6 0,2-2-1 0,4-1 4 0,1-2-3 0,2-4 7 16,2 2-6-16,-1-6 6 16,3 2-13-16,0-2 0 0,0 0 3 0,1-2-2 15,0 0-1-15,1-1 0 0,-3-1 0 0,2 1 0 16,-1-3 7-16,-3 1-10 0,4 1 4 0,-4-2-4 15,5 0 2-15,0-2 1 0,-1 0-3 0,3-2 3 16,-2 1-4-16,0 0-6 0,0-1 1 0,-4 0-2 16,-2-2-3-16,-2 0-61 0,-3 1 0 0,-3 0-28 15,-2-1-67-15,-10 9-63 0,0 0-21 0,1-1-24 16,-1 0-200-16</inkml:trace>
  <inkml:trace contextRef="#ctx1" brushRef="#br1" timeOffset="-198743.14">29840 18032 2330 0,'0'0'156'0,"-1"0"337"0,0 0-447 0,-45 14-15 15,46-14-2-15,-1 1-2 0,0 0 8 0,-37 39-20 16,28-24 6-16,1 3-11 0,0 2 12 16,2 5-9-16,-1 1 8 0,0 6-6 15,0-2 15-15,-1 3-6 0,-3 2 1 0,4-4-1 16,-4 4 14-16,5-2-5 0,-3 2 2 0,-1 4-5 0,1-3-18 0,-1 1-9 15,2 1 4-15,-1-1-5 0,-2 2 1 16,0-1-33-16,0-3-33 0,0 2-10 0,-3-2-206 0,-1 7-189 16,-3 2-163-16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7T19:40:09.6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4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2-17T19:40:11.945"/>
    </inkml:context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16476 8596 810 0,'-28'0'153'0,"0"0"-19"0,4 1 66 16,1 2-51-16,5-1-24 0,0 0-27 0,3 0-31 15,15-2 2-15,-1 0-8 0,0 0-22 0,-35-9-27 0,36 9-6 16,0 0-6-16,0 0-24 0,0 0 0 16,0 0 5-16,1 1-2 0,0 0 21 0,42 25 6 0,-43-26 3 15,1 0 2-15,50 9 13 0,-32-7 15 0,2 1 5 16,3-2 4-16,3 0 18 0,-1-2-17 16,4 0 3-16,1-1-8 0,1-1 0 0,3 0 0 15,-1 0-5-15,8 0 2 0,4-1-22 0,3 0-8 0,6 0 1 0,-2 0-3 16,1 1-1-16,-4-1-6 15,-1 1 1-15,-6 0-3 0,2 2 0 0,-2 0 3 0,-1 0 2 16,1 1 1-16,-3 1 7 0,-6 1-5 16,-4 0 0-16,-2 1-2 0,-3 1 3 0,-3-1-3 15,0-1 3-15,-3 1-4 0,-2 0 8 0,-2 0 0 16,-2 0-3-16,-13-3 2 0,1 0 1 0,0 0-2 16,0 0-3-16,0 0-4 0,-1 0-49 0,36 4-23 0,-36-4-17 15,0 0-3-15,0 0-63 0,0-1-21 16,-1 0 3-16,0 0-9 0,-36-43 16 0,37 44 61 0,-1-1-10 15,-37-39 25-15,27 24-26 0,4-3-290 16</inkml:trace>
  <inkml:trace contextRef="#ctx0" brushRef="#br0" timeOffset="827.34">17468 8327 1473 0,'-6'-13'122'0,"6"13"4"0,0 0-4 16,0 0-75-16,-1 0-58 0,0 0-6 0,0 0-5 16,0 0 12-16,0 0 5 0,0 0 0 0,1 1 1 0,0 0-1 0,-12 47 5 15,18-32-2-15,2 4 2 16,2 1 0-16,2-3 1 0,1 0 6 15,4 0-4-15,1-3 6 0,1 4-3 0,1-3 7 0,1-1 2 16,-1 1 0-16,0-2 5 0,0 0 1 0,-3-1-2 16,0 2 1-16,-1-1 3 0,-3-2 8 0,-3 0-1 0,-3 0 4 15,-4 1 5-15,-3 2-12 0,-3 2 4 0,-7-1-8 16,-5 1-12-16,-5 7-6 0,-1 0-3 0,-2 5 1 16,-1 4-9-16,-2-1-60 0,-1 6-11 0,-1-2-28 15,-3 0-143-15</inkml:trace>
  <inkml:trace contextRef="#ctx0" brushRef="#br0" timeOffset="1299.61">16431 10628 1516 0,'0'0'122'0,"0"0"-26"16,0 0-21-16,0 0-77 0,0 1-53 0,25 30 108 16,-5-18-4-16,7 0 31 0,3 2-33 0,-2-11-3 15,13 8-3-15,6 1 1 0,3-3-2 0,6 2-18 16,3 2 4-16,5-3-9 0,0 2-3 0,-3-2-2 16,-3-2 1-16,-1 5-1 15,1-2 6-15,1 0 5 0,3 1-4 0,-4-3 6 16,-2 0 2-16,-6-2-15 0,-3 1 9 0,-7-1-11 15,0-2 0-15,-4-1-4 0,-2 0 0 0,2-3-1 16,-1-1 4-16,-3-1-9 0,-2-1 0 0,-6-2-6 0,-4-2-22 16,-4-1-38-16,-4 0-4 0,-12 6-12 0,0-1-38 15,0 0-67-15,8-49-13 0,-18 29-31 16,-3-7-175-16</inkml:trace>
  <inkml:trace contextRef="#ctx0" brushRef="#br0" timeOffset="1483.43">17640 10563 813 0,'-8'-24'134'0,"-4"3"45"0,1 3 27 0,2 5-98 0,9 13-63 0,0-1 9 16,0 0-16-16,-1 0 11 0,1 0-37 15,0 1-16-15,0 0 4 0,0 0-9 0,0 0-5 16,32 26-8-16,-12-9 2 0,6 2-3 0,4 2 12 16,1 0 9-16,2 1 2 0,0 1 4 0,-1 1 33 0,-2 0 31 15,-2 0 1-15,-2 2 10 16,-4 1 7-16,-1 0-5 0,-3 1 2 0,-5 0-2 0,-2-1-1 0,-4 1-15 16,-4 1-5-16,-6 2-6 15,-1-1-35-15,-10 5-5 0,-3 0-7 0,-8 3-2 16,-3 2-70-16,-11 7-265 0</inkml:trace>
  <inkml:trace contextRef="#ctx1" brushRef="#br0">5153 15598 0,'0'0'0,"0"0"15,0 0-15,0 0 16,0 0 0,0 0-16,0 0 15</inkml:trace>
  <inkml:trace contextRef="#ctx0" brushRef="#br1" timeOffset="7971.45">24526 1624 1257 0,'0'0'284'16,"0"0"-155"-16,0 0 169 0,0 0-263 0,0 0 8 0,0 0 44 15,33 9-20-15,-11-6-6 0,6-2-3 16,4 3-16-16,-6-15-8 0,16 11 5 0,1 0-7 0,4-1-3 0,-7-1 6 16,0 2-5-16,0 4 5 0,-3-1-10 0,-2 2-7 15,0-1 0-15,-3 0-2 0,-2 4-2 16,-6-2-1-16,-4 5 1 0,-5 3-1 0,-4-1 6 0,-4 2 7 16,-3 1-2-16,-6 2 2 15,-4 4-4-15,-6 0 0 0,-3 4-3 0,-9 3 1 16,-3 1-1-16,-8 0-8 0,1 2 0 0,-2 0-5 0,2-3-3 0,5 3 2 15,3-4 0-15,6-4 0 16,9-1-9-16,3-4-7 0,5 0 0 0,4 0-2 16,2-2-12-16,4-1 10 0,4-1-3 0,7-5 7 15,2-1 4-15,7-3 2 0,6-1 0 0,5-1 0 16,3-3-1-16,4-1-2 0,0-3 5 0,-1-1-3 16,0-2 7-16,-5-2 2 0,0 2-2 0,-7-4 4 15,0 1 2-15,-1-2-29 0,-1-3-46 0,-2 2-11 0,-2-3-276 16,-2 2-288-16</inkml:trace>
  <inkml:trace contextRef="#ctx0" brushRef="#br1" timeOffset="8236.41">25494 1497 1983 0,'0'0'83'0,"0"0"-34"0,1 1-12 0,32 35 22 0,-33-36 102 15,28 27-56-15,-13-12-4 0,2 5-17 0,-1-2-7 16,3 4-30-16,0 1 2 0,1 2-13 0,1 6-10 16,1 2-13-16,-3 2 2 0,2 1-6 0,-2-1-3 15,-1-1 4-15,1 1-5 0,-2-3 4 0,1 2-8 16,-3-7 3-16,1-1 1 0,0-5 0 0,1-3-5 0,2-2 3 16,0-3 3-16,-1-4-1 0,0 0 10 0,-2-6-45 15,-1-2-17-15,-2 0-20 16,0-6-129-16,0 0-98 0,-4-3-34 0,2-4-49 0,-1-4-389 0</inkml:trace>
  <inkml:trace contextRef="#ctx0" brushRef="#br1" timeOffset="8438.33">26025 1505 1890 0,'0'0'59'0,"0"0"36"0,-1 0-7 0,0 1 78 15,-37 26-8-15,38-27 20 0,-25 28-67 16,9-9-23-16,-2-1-3 0,-4 7-11 0,0 0-33 15,-1 4-9-15,1 8-5 0,-1 3-2 0,-2 1-20 0,-3 3 1 16,-2 1-4-16,2-2 4 0,-3-1-1 16,4-5-5-16,0-3 2 0,5-5-4 0,3-2-3 15,4-4-71-15,4-1-12 0,4-4-31 0,3-3-120 0,4-15-96 16,0 2-62-16</inkml:trace>
  <inkml:trace contextRef="#ctx0" brushRef="#br1" timeOffset="8785.19">25950 1903 1755 0,'0'0'7'0,"0"0"135"0,1 0-31 0,0-1 67 15,45-22-58-15,-26 19-17 0,0 0-14 0,1 0 2 16,3 1-39-16,-1 1-1 0,2 1-2 0,0 1 2 16,0 0 1-16,1-1-15 0,-1 1 0 0,2 0-6 15,-3 0-1-15,2 0-22 0,0-1 5 0,2 1-11 16,-2 0 10-16,3-1-7 0,-1 1-2 0,-2-1-1 15,0 1-2-15,-5-1 4 0,-2 0 1 0,-3-1 0 16,-16 2-4-16,0 0-62 0,1 0-18 0,-1 0-26 0,2 0-137 0,-1 0-106 16,0 0-77-16</inkml:trace>
  <inkml:trace contextRef="#ctx0" brushRef="#br1" timeOffset="9306">26798 1448 1977 0,'0'0'14'0,"0"-1"161"0,1 0-45 0,0 0 82 16,0 0-83-16,0 0-17 0,0 0-15 0,0 0 0 16,0 0-55-16,0 1-2 0,0 0-7 0,0 0 3 15,0 1-10-15,12 41-9 0,-16-20 2 0,-4 3-5 16,-1 1-7-16,0 0-4 0,-1-1 5 0,1 1-4 15,-1 2 4-15,2-4-5 0,2 1-3 0,2-6 1 16,2-3-4-16,2-1-11 0,-1-15 5 0,0 1-6 0,0 0 5 16,2 0 5-16,39 18-2 0,-41-19 3 15,33-17 4-15,-12 4-2 0,3-5 2 0,0-3-1 0,3 0 5 0,-2-2-3 16,2 4 1-16,-2-3-1 0,-3 0 1 16,-1 0 7-16,-2 0-4 0,-3-1 5 0,-1 0-6 0,-3-2 2 15,-3 2-1-15,-1 2 1 0,-2 0 1 0,-1 4 8 16,-1 1 0-16,-2 3 2 0,-2 13 0 15,0-1 21-15,0 0-7 0,0 0 11 16,0 0-13-16,0 1-25 0,0-1 10 0,0 1-13 0,0 0 17 16,0 0 1-16,0 1-1 0,-14 48 1 0,13-27-4 15,1 5 3-15,0 3-2 0,-1 4 2 16,-1 1-10-16,-1 3-2 0,0 2 0 0,-1 6 0 0,-3 3 2 0,-1 6-3 16,-2 1 0-16,-1-3-1 0,-1 0 1 0,-1-4-4 15,0-5 2-15,0 2-1 16,0-5 7-16,0 1-6 0,-1-1 0 0,0-2-2 15,-1-3 1-15,0-2 7 0,-1-3 3 0,-1-6 1 16,1-2 4-16,-2-5 0 0,0-3 1 0,1-6 0 16,0-3-3-16,0-1-35 0,2-5-8 0,-3-7-12 0,2-1-60 15,-2-4-69-15,-1-5-6 0,0-5-25 0,1-5-55 0,3-4-132 16,5-4-49-16</inkml:trace>
  <inkml:trace contextRef="#ctx0" brushRef="#br1" timeOffset="9556.37">27326 1698 2033 0,'12'-2'48'0,"4"2"-30"0,1-2 53 16,4 1 46-16,2 2 6 0,0-1 4 0,-1 1-26 0,1 3-34 15,-3-1 0-15,1-3-16 0,1 1-29 16,0-1 3-16,0-2-7 0,1 5 3 0,0-2-13 15,-2-2-4-15,0 1 3 0,-4 2-3 0,0 0-2 16,-1 2 5-16,-3 0 0 0,-13-4 1 0,1 0-1 0,0 0-37 16,0 0-21-16,36 16-12 15,-37-16-115-15,0 0-30 0,0 0-6 0,0 0-11 16,0 0-66-16</inkml:trace>
  <inkml:trace contextRef="#ctx0" brushRef="#br1" timeOffset="9734.9">27462 1852 1596 0,'-13'10'100'0,"3"2"12"0,0-2-14 0,10-10 29 0,0 1 35 0,0 0-74 16,-8 38 2-16,8-39-26 0,1 1 2 0,0 0-4 15,47 34-4-15,-26-27 0 0,-3-1-25 0,5-2-16 16,2 1-2-16,-2-2-6 0,1-1-9 0,-1-2 5 16,1 0-1-16,-3-1 2 0,0 0-1 0,3-1-5 15,-1-3 0-15,5-3-3 16,2-1-37-16,3-2-163 0,-1-1 2 0,2-2-72 15,1 1-137-15</inkml:trace>
  <inkml:trace contextRef="#ctx0" brushRef="#br1" timeOffset="9975.54">28240 1561 1796 0,'0'0'80'0,"0"0"177"0,0 0-207 0,0 0 82 16,0 0 2-16,0 0 21 0,0 1-24 0,-8 35-35 15,8-36-1-15,0 1-15 16,-6 34-31-16,8-17-4 0,0 1-11 0,3 2 3 16,-4 4-28-16,1 1-4 0,1 2 2 0,-1 3-2 15,-1-1 2-15,1 2-6 0,-1 0 2 0,1 3-3 16,1-3 0-16,-1 0 3 0,1 0-3 0,-1-2 3 16,1-1-3-16,0-2-2 0,-1-2 3 0,2-2-5 0,0-1-15 0,3 0-126 15,-1-3-5-15,-2-5-51 16,-4-14-99-16,0 1-215 0</inkml:trace>
  <inkml:trace contextRef="#ctx0" brushRef="#br1" timeOffset="10552.14">24746 2744 2705 0,'0'0'31'0,"0"0"-93"0,0 0 24 0,1 1 20 16,48 19 48-16,-24-15 36 0,3-3 1 15,4 2-11-15,6 0-6 0,5 1-15 0,6-1-4 16,5 3-2-16,2 0 4 0,-5-6 4 0,18 9 0 16,2 2-2-16,4 0-23 0,9-5-7 0,4 1-1 0,11-3-1 15,4-1 2-15,0-2-1 0,7-1 2 16,2-1 0-16,3 0 12 0,5-1 9 0,3 0 4 0,0 1 2 15,3-1 12-15,0 1-10 0,1 0 4 16,-1 0-6-16,3 0 9 0,-2 2 0 0,-1 1-6 0,-4 1 3 16,-2 0-15-16,-6 2 1 0,-1 0 0 0,-2 3-1 15,-4 0-12-15,-4 1 21 0,-2-1-9 16,-3-1 12-16,1 0-23 0,-8 1-5 0,-3-2-1 0,2 3-1 16,2 2-4-16,-1-2-2 0,-3 0 5 0,-14 1-4 15,-1-7 1-15,3 4 5 0,-3 0-5 0,1-2 7 16,-5 3-5-16,-10-3 1 0,-7 2-5 0,-9 0 3 15,-5-3-3-15,-6 1 5 0,-5-1 4 16,-7-3-1-16,-2 1 2 0,-18-3 1 0,1 0-3 0,0 0 1 16,0 0-20-16,0 0-88 0,0 0-24 0,0 0-33 15,0 0-189-15,0 0-193 0,39-26 784 0</inkml:trace>
  <inkml:trace contextRef="#ctx0" brushRef="#br1" timeOffset="12523.92">24791 3057 108 0,'0'-1'660'0,"-1"0"-293"0,0 0 349 16,-18-35-706-16,19 36 30 15,0 0 18-15,0-1 20 0,0 0 11 0,0 0-12 16,15-36-4-16,-15 37-29 0,0-1-3 0,0 0-8 15,0 0-4-15,1 0 6 0,0 0-2 0,0 0 3 16,41-35-11-16,-42 36 3 0,1 0-7 0,38-17 4 0,-39 17-16 0,1 0 10 16,43-17-1-16,-26 12 2 15,4-3-5-15,0 1 2 0,4 1-3 0,-1 1 2 16,3 1-10-16,1 1 8 0,-2 1-2 0,4 0 5 16,-2 1 4-16,2 0-13 0,0 1 3 0,0 0-7 15,2 2 1-15,-1 0-3 0,6-1 1 0,4 1-2 0,1-1-1 16,9 0 0-16,-2-1 0 0,2 0 1 15,2 0 4-15,-4 0-5 0,1 0 1 0,-2 0-2 16,1 0 4-16,4-1-2 0,5 0 2 0,1 0 1 16,2 1 42-16,-3 0 7 0,-3 1 1 0,0 0-5 15,-1 0-37-15,5 0-4 0,4 0-1 0,5 0-1 16,3 1 1-16,-2-1 1 0,-3-1 2 0,1 0-2 0,3-1-2 16,9-1 2-16,1-1-5 0,3-2 5 0,-4 0-1 0,-1-2-4 15,3 0 4 1,4 0-4-16,3-1 1 0,-2-1 0 0,-5 1-2 0,2 0 2 15,-1-2-8-15,5 1 9 0,1-1-4 0,-5 1 6 16,-6 0-7-16,4 3 3 0,-1-1 2 0,4-1 1 16,1 3 5-16,-9-2-5 0,-3 1 0 0,-3 0-2 15,4 1 2-15,3-2-5 0,-2 2 5 0,-6 1-4 16,-8 1 5-16,-5 0-5 0,-2-1-1 0,-3 2-1 16,0-1 2-16,-4 1 1 0,-1 2-1 0,-7 2 2 15,-2 0 4-15,-5 2-6 0,-5-3 5 0,-5 2-5 16,-3 1 10-16,-2 0-5 0,-18-4 2 0,1 0-2 15,0 0 4-15,0 0-46 0,0 0-9 0,0 0-24 16,1 0-123-16,-1 0-109 0,0 0-34 0,-1 0-53 0,0 0-449 16</inkml:trace>
  <inkml:trace contextRef="#ctx0" brushRef="#br1" timeOffset="13701.57">25324 2985 1503 0,'0'0'127'0,"0"0"-65"0,-1 0 76 0,1 0-89 16,0 0-3-16,0 0 22 0,0 0-22 0,1-1-2 16,35-23-4-16,-17 18-9 0,-12-13-13 0,20 9-2 0,2 3-3 15,2-1-1-15,5-2 9 16,2 1 5-16,5 2 0 0,3 0 1 0,0 1 7 15,5 1-7-15,1 2 8 0,4 0 3 0,8-1-3 16,6 0-4-16,11 1-1 0,4-1-14 0,-3 1-2 16,6 1 0-16,6 0-2 0,6 0-2 0,6 1 15 15,0-1 6-15,-1 2 3 0,2-2 11 0,3 2-22 16,-2 1 1-16,-5 2-7 0,1 1-4 0,0-1-1 16,2 2-3-16,-7 2 1 0,-7-1-4 0,1 2-2 15,-2 0-1-15,-1 1 0 0,-5 0 8 0,-15-2 1 16,-4 1 3-16,0 0-1 0,-2-1 11 0,3-1-1 0,-7 0-3 15,-8-1 0-15,-5 1-14 16,-5-2-3-16,-2 1 1 0,-9 0-2 0,1 0 6 0,0 1-3 16,-4-2 5-16,1 1-5 0,-4 0 2 0,-5 0 3 15,-2-1-1-15,-18-4 3 0,1 0 5 0,0 0 0 16,1 0-8-16,-2 0-3 0,1 0-84 0,0 0-82 0,0 0-18 16,0 0-28-16,-1 0-144 0</inkml:trace>
  <inkml:trace contextRef="#ctx0" brushRef="#br1" timeOffset="14509.93">27112 3281 1211 0,'0'0'219'0,"0"0"79"15,0 0 18-15,0 0-241 0,0 1 4 0,0 0 25 0,-8 40 2 16,8-41-14-16,0 1-29 0,-9 38-20 0,10-16 1 16,1 3-8-16,1-1 4 0,-3-3 0 0,1 0 1 0,-1-1-2 15,0-1-11-15,1-2-12 0,0-2 1 16,0-3-3-16,1-1 1 0,-2-12-6 0,0 1-1 16,0 0-2-16,1 1 0 0,0-2-9 0,0 1 2 15,45 16-6-15,-46-17 7 0,34-15 1 0,-13 6-1 16,0 0 2-16,4-5 5 0,-3-1-7 0,-1-1 4 0,3-2-4 15,-2 0 3-15,2-2-2 16,3 3 2-16,-3-1-1 0,1 0 9 0,-2 3-2 0,-3 2 0 16,-4-3-1-16,-3 2 6 0,-3 4-5 0,-10 10 5 15,0-1-5-15,1 0 9 0,0 0 16 0,0 0-2 0,-1 0 7 16,2 0-3-16,-2 0-24 0,0 0 8 0,0 0-13 16,0 1 7-16,0 0-7 0,0 0 1 0,0 1-3 15,4 45 6-15,-7-23 1 0,0 4-1 0,1 0 0 16,-3 4-7-16,1 3 2 15,-1 5 1-15,-1 7 0 0,-2 2-1 0,-2 8 5 0,-1 1-2 16,0 4 4-16,0-3-2 0,0-5 4 0,-1-5 1 0,-2-3 1 16,2 0 0-16,1 2-6 15,-1-1 0-15,-2-2-2 0,2-3 9 0,-1-3-8 16,2-4 4-16,0-7-6 0,-3-1 7 0,1-6 7 0,0-2 1 0,0 1 2 16,1-8 2-16,-3 0-2 15,1-4-3-15,1-7 1 0,-1 3-10 0,-3-4-21 16,0-5 1-16,-2-2-13 0,-2-5-30 0,0-1-29 15,-2-3-7-15,0-5-10 0,2-2-57 0,2-1-81 0,4 0-3 16,7 3-31-16,2 0-64 0</inkml:trace>
  <inkml:trace contextRef="#ctx0" brushRef="#br1" timeOffset="14766.84">27774 3721 1770 0,'0'0'289'0,"0"0"-172"0,0 0 93 16,0 0-218-16,1 0 144 0,0 0-4 0,0 0 23 15,40 15-25-15,-41-15-22 0,1 0-45 0,0 0-5 16,48 3-14-16,-47-3-24 0,33-3-3 16,-16 0-4-16,3 0 0 0,-2 0-5 0,0 1-5 0,0-1 4 0,-2 0-6 15,1 2 5-15,-1-1-5 0,-2 2 2 0,1 0-3 16,-3-2-5-16,1 0 5 0,-2 0-1 15,0 0 1-15,-13 2-16 0,1 0-133 0,0 0 10 16,35-13-60-16,-36 13-48 0,0 0-86 0,0 0-31 16</inkml:trace>
  <inkml:trace contextRef="#ctx0" brushRef="#br1" timeOffset="14989.61">27797 3873 924 0,'0'0'137'0,"0"0"154"0,0 1 161 16,-1 0-386-16,-18 37 140 0,19-38-45 15,0 1 13-15,0 0-33 0,11 36-29 0,-11-37-14 16,0 1 0-16,1 0-8 0,40 33-23 0,-20-27 3 0,2-1-8 16,4-1 4-16,1-2-16 0,5-2-10 0,1-1 2 0,1 1-8 15,0-1-17-15,-1 0-4 0,-1-1-5 16,-1-4 2-16,-3 2-11 0,-3-2 9 0,-2 0-6 0,-3 4 8 16,-1-3-6-16,-2 3-1 0,-1-1-5 0,-3-1-7 15,-14 3-97-15,1 0-123 0,0 0-36 0,34-10-42 16,-35 10-236-16</inkml:trace>
  <inkml:trace contextRef="#ctx0" brushRef="#br1" timeOffset="15504.69">28838 3456 2089 0,'0'0'70'0,"0"0"-7"16,0 0 61-16,0 0 7 0,0 0 6 0,0 0-11 15,0 0-39-15,0 1-26 0,0 0-2 16,-8 37-10-16,8-38-23 0,-7 34 1 0,4-11 0 0,-1 3-1 16,-2 4-11-16,-1 3-2 0,-1 5-2 0,-3 0 1 15,1 3 1-15,4 2 2 0,-2 0-5 0,5 1 2 16,-1-2-8-16,-1-5 3 0,0-3 0 16,-1-3-1-16,2-1-9 0,1 1 4 0,-1-1-1 15,4-7 3-15,-1 0 2 0,1-5-10 0,1-5-19 0,-1-13-6 16,0 0-124-16,0 0-110 0,0 0-9 0,0 0-46 15,0 0-143-15</inkml:trace>
  <inkml:trace contextRef="#ctx0" brushRef="#br1" timeOffset="15723.92">29024 3737 1561 0,'0'0'257'0,"0"0"-183"0,0 0 77 16,0 0-111-16,0 0 165 0,0 0-60 0,0 0 13 15,0 1-33-15,0 0-10 0,1 0-38 0,-1 0 1 16,37 31-16-16,-37-32-17 0,1 0-11 0,36 8 1 0,-36-8-4 16,0 0-8-16,49 8-10 0,-49-8 1 15,36 4-3-15,-19-3 0 0,0 0-8 0,-1 0 1 16,0 1-3-16,3 0 5 0,0-1-4 0,1-1-1 16,0 0-1-16,-2 0 5 0,-2 0-2 0,-2 0 1 0,-15 0-4 15,1 0-32-15,0 0-170 0,34-11-10 16,-35 11-76-16,0 0-214 0</inkml:trace>
  <inkml:trace contextRef="#ctx0" brushRef="#br1" timeOffset="16285.24">29778 3554 1839 0,'0'0'107'0,"0"0"70"16,0 0-30-16,0 0 42 0,0 0-58 0,0 0-24 15,0 0-6-15,0 1-5 0,0 0-17 0,0 0-21 16,1 0 1-16,0 0-8 0,44 33-7 0,-28-28-19 16,3 1-1-16,-3-1-7 0,4 1-10 0,-1-1 3 15,-1 2-1-15,0 1 1 0,-1 4-5 0,-3-1 2 16,0 1-2-16,-4 0 3 0,0 1 1 0,-5 3 7 0,-1 1 0 16,-5 0 3-16,-3 2 1 0,-3 0 0 0,-3 0-5 0,-3 0 2 15,-2 0-9-15,-2 1-3 0,-4-2 6 0,-2-1-5 16,1-1-3-16,-2-2 5 0,2 3-6 0,0-7 6 15,1 1-6-15,6 0-3 16,-1-6 1-16,5 5-3 0,10-11 6 0,0 0-3 0,-1 1 0 16,0 0-3-16,0 0-1 0,-27 36-1 0,28-37 0 15,0 0-1-15,0 0-6 0,0 0 5 0,1 1 1 16,1 0 3-16,44 24 5 0,-45-25 5 0,33 3-5 0,-12-3 5 16,0 0-4-16,3-1-3 15,-1 0 0-15,2 1-2 0,-2-1-5 0,1 0 7 16,-1-1-3-16,-3 1 4 0,0 0-1 0,-3-3 0 15,-1-1 0-15,0-3 0 0,1 3-12 0,-3-5-84 16,0 2-14-16,-1-1-34 0,-1-1-112 0,0 0-70 0,3-4-14 0,1-4-40 16,3 0-256-16</inkml:trace>
  <inkml:trace contextRef="#ctx0" brushRef="#br1" timeOffset="16540.84">30440 3538 1849 0,'0'0'122'0,"0"0"49"0,0 0-36 0,0 0 38 15,0 0-73-15,0 0 2 0,0 0-6 0,0 0 5 16,0 1-22-16,0 0-20 0,9 38-6 0,-9-39-4 16,19 27-21-16,-6-12-8 0,1 1-2 0,2 4-2 15,2-2 4-15,3 3 2 0,1 1 0 0,1 1-1 16,0 0-5-16,2 2-6 16,-2 1 3-16,-1 0-4 0,3 1 1 0,-2 2 1 15,2-1-5-15,0-1 3 0,-1-1-7 0,-2-4 2 16,-2 0 0-16,-1-4-1 0,-2-1-4 0,-3 2 6 15,1-5-5-15,-2 2 5 0,-1-3-11 0,-2-4 10 16,-10-9-4-16,0 0 0 0,1 0-60 0,0 0-58 0,0 0-5 16,0 0-20-16,1 0-54 0,-2 0-87 15,1 0-14-15,-1-1-38 0,12-36-184 0</inkml:trace>
  <inkml:trace contextRef="#ctx0" brushRef="#br1" timeOffset="16736.2">30939 3590 1847 0,'0'0'108'0,"0"0"87"0,-2 0-3 0,1 0-50 16,-36 1 6-16,37-1-27 0,-2 1-22 0,-35 27-4 16,20-12-3-16,1 2-4 0,-2 2-20 0,-2 1-3 15,0 0-3-15,-1 6-2 0,-3 1-21 0,2 4 5 16,-2 5-5-16,6 1 4 0,-2-1-17 0,-2 0-16 0,3-7 1 16,2-3-8-16,3-3-4 0,3-4-3 15,4 0 0-15,2-6-3 0,5-14-29 0,0 1-158 16,0 0-19-16,0 0-66 0,0 0-215 0</inkml:trace>
  <inkml:trace contextRef="#ctx0" brushRef="#br1" timeOffset="21510.86">30533 4386 131 0,'0'0'49'0,"0"0"79"0,0 0 22 16,0 0-65-16,0 0 22 0,0 0-38 0,0 0 8 16,0 0 0-16,-1 0 71 0,0 0-9 0,0 0 2 15,0 0-8-15,0 0-19 0,0 0-24 0,-34 6 2 16,35-6-10-16,0 0-8 0,0 0-11 0,0 0-2 16,0 0-5-16,0 0-12 0,0 0-3 0,0 0 0 15,0 1-2-15,0 0 2 0,0 0 0 0,0 0-1 0,0 0 0 16,0 0-10-16,1 0-2 15,0-1 0-15,0 0 0 0,40 14 6 0,-41-14-12 16,1 0 7-16,0 0-9 0,35 3 9 0,-36-3-7 0,1 0 1 16,0 0-2-16,45 3-1 0,-46-3-6 0,1 0 0 15,40 6-1-15,-41-6-5 0,1 0 5 0,46 6-4 16,-46-6 3-16,35 0-12 0,-15 1 1 16,0 1 3-16,2 0 0 0,-5-1 4 0,0-1-3 15,0 3 1-15,-3-3-1 0,-1 3 4 0,-14-3-3 16,0 0 5-16,2 0-4 0,39 6 2 0,-41-6-3 0,0 0 3 15,1 0-1-15,0 0 2 0,0 0-1 0,0 0-1 16,0 0 0-16,0 0 3 0,0 0 0 0,34 7 0 0,-35-7 1 16,0 0 1-16,0 0-2 15,0 0-2-15,0 0 0 0,0 0 6 0,0 0-3 16,0 0 6-16,0 0-6 0,0 0-6 0,0 0-2 16,0 0-2-16,0 0 2 0,0 0 0 0,0 0 1 15,0 0-4-15,-1 0 4 0,0 0-6 0,0 0 1 16,-39-14-1-16,40 14 1 0,-2 0-2 0,1 0-7 15,-46 3 5-15,46-3-5 0,-35 2 5 0,14-2-1 0,-2 2-3 16,-1 0 3-16,0-1 4 0,0-2 4 16,4 0 1-16,1-1 2 0,2 0-6 0,1 2 4 0,2-3 1 15,0 1 2-15,15 2 2 0,-1 0 0 0,0 0-3 16,-44-10 1-16,45 10-9 0,-1 0 7 0,0 0-4 16,0 0 6-16,0 0-7 0,-37-20 2 15,38 20 0-15,0 0 0 0,0 0-2 0,0 0-4 16,-1 0 1-16,0 0-3 0,0 0 4 0,0 0-13 15,0 0 3-15,1 0-5 0,0 0 4 0,0 0 13 0,0 0-6 16,0 0 8-16,0 0 0 0,0 0 0 0,0 0 0 16,1 0-1-16,0 0 1 0,0 0-2 0,45 16 0 15,-46-16 0-15,0 0 4 0,43 8-2 0,-43-8 0 0,1 0 0 16,47 10 3-16,-48-10-5 0,1 0 0 16,50 5-1-16,-31-2 4 0,1 0 0 15,1 1 3-15,0-3-3 0,1 0-3 0,0 2 0 16,-1-3 2-16,-3 1-1 0,1 3 3 0,-3-4-1 15,0 0-1-15,0 1 1 0,-2 0 0 0,-2-1 5 16,-13 0-2-16,1 0 2 0,0 0 1 0,40 2 0 16,-41-2 2-16,0 0-1 0,0 0 0 0,0 0 3 15,1 0-3-15,0 0 2 0,-1 0-3 0,0 0 4 16,0 0-2-16,0 0 3 0,0 0-2 0,0 0-7 16,0 0-1-16,0 0-2 0,0 0-2 0,0 0-8 15,0 0-4-15,0-1-6 0,0 0-36 0,0 0-39 16,-1 0-2-16,0 1-15 0,1-2-31 0,-29-39-59 15,29 41-10-15,0 0-28 0,0-1-148 0</inkml:trace>
  <inkml:trace contextRef="#ctx0" brushRef="#br1" timeOffset="22167.38">30642 4477 881 0,'0'0'69'0,"1"0"113"0,34-1-28 15,-35 1 39-15,2 0-137 0,42-9 25 16,-43 9-19-16,0 0 18 0,46-3-49 0,-47 3-13 16,1 0 2-16,45-3-6 0,-45 3-8 15,0 0 12-15,48-1-10 0,-49 1 11 0,1 0-10 16,39-7 0-16,-40 7 1 0,1 0-1 0,0 0 4 0,36-5-2 15,-37 5 4-15,0 0-4 0,0 0 0 0,0 0 1 16,1 0-4-16,0 0 2 0,-1 0-16 0,0 0-70 16,0 0 1-16,0 0-32 0,0 0-68 0,0-1-110 15,0 0-111-15</inkml:trace>
  <inkml:trace contextRef="#ctx0" brushRef="#br1" timeOffset="22463.25">30686 4476 144 0,'0'0'29'0,"0"0"-11"15,1 0 107-15,0 0-88 0,35-8 15 0,-36 8-38 0,1 0 38 16,0 0 23-16,0 0 2 0,39-8 5 0,-40 8 6 16,0 0-22-16,1 0 6 0,0 0-14 0,0 0-7 0,0 0-20 15,37-12 1-15,-38 12-8 0,0 0-16 16,0 0-7-16,0 0 2 0,0 0-5 0,0 0-27 16,0 0-188-16,0 0-58 0</inkml:trace>
  <inkml:trace contextRef="#ctx0" brushRef="#br1" timeOffset="24836.7">30646 4464 386 0,'0'0'43'0,"0"0"107"0,0 0-40 0,-1 0 51 16,0 0-125-16,0 0 60 0,0 0-18 0,0 0 32 15,0 0-20-15,1 0-14 0,-2 0 1 0,1 0-7 16,0 0-13-16,0 0-7 0,0 0 1 0,0 1-3 16,0 0-9-16,0 0-9 0,0 0 0 0,0 1-1 15,1-2 13-15,0 1-9 0,0 0 8 0,0 0-10 16,0 0-5-16,1 0-8 15,0 0-2-15,39 20-2 0,-40-21-10 0,1 0 6 0,37 2-5 16,-38-2 6-16,1 0-4 0,43-4-1 0,-44 4 3 0,1 0-2 16,48 2 4-16,-48-2-8 0,0 0 3 0,44 1-4 15,-45-1 5-15,1 0-2 0,0 0 2 0,40 3-3 16,-41-3 9-16,0 0-5 0,1 0 0 0,0 0-4 16,-1 0-12-16,2 0-75 0,-1 0-4 0,0 0-30 15,0 0-77-15,0 0-179 16</inkml:trace>
  <inkml:trace contextRef="#ctx0" brushRef="#br1" timeOffset="25919.88">29028 4909 1323 0,'0'0'24'0,"0"0"36"0,0 1 24 0,0 0 14 15,-9 38 27-15,9-39-38 16,0 1-8-16,0 0 7 0,17 45-15 0,-17-46-11 0,0 0-1 15,21 30-3-15,-7-16-10 0,-1 1-8 0,0 3-4 16,2 0 0-16,-1 0 0 0,2 3 4 0,-2-3-1 16,1 1 1-16,2 3-10 0,-3-1 4 0,1 3 4 15,0 0-1-15,1-1 5 0,-2 0-7 0,3-1-4 0,0-1-1 16,1-2-14-16,-1 1 0 0,1-2-4 0,-1-1 2 16,-2-2-3-16,-1-1 4 15,-2-2-1-15,0 3 1 0,-3-1 1 0,-1-2 4 16,-8-12 0-16,0 1 0 0,1 0 5 0,0 0 0 15,0 0 2-15,0 0-1 0,0 1 9 0,0-2-8 0,1 1-5 0,-2 0-6 16,1-1-50-16,0 0-23 0,-1 0-8 0,0-1-6 16,0 0-49-16,-1-37-19 15,1 38-11-15,0-1-5 0,-16-36-63 0,16 37-93 0,0 0-74 0</inkml:trace>
  <inkml:trace contextRef="#ctx0" brushRef="#br1" timeOffset="26207.23">29474 5075 1602 0,'0'0'17'0,"0"0"107"0,0 0-6 0,0 0 42 16,0 0-10-16,-1 0-22 0,0 1-12 0,0 0 2 16,0 0-23-16,-39 26-12 15,40-27-6-15,-1 1-2 0,0 0-18 0,-43 34-19 16,27-24-2-16,-2 1-6 0,-2 0-9 0,-1 3-6 0,-1 1 5 15,-1 0-7-15,3 3-5 0,-1 0-4 16,0-1-1-16,0 3-1 0,0-2 2 0,4 1-4 0,-2 0 1 16,1 0-1-16,1-3 5 0,-1-2-4 0,0 0 1 0,3-2-3 15,2-1-2-15,2 1-72 0,12-13-4 0,-1 0-29 16,0 1-53-16,0 0-37 0,0 0-23 0,0 0-18 16,0 0-201-16</inkml:trace>
  <inkml:trace contextRef="#ctx0" brushRef="#br1" timeOffset="26438.46">29514 5234 793 0,'0'0'108'0,"0"0"227"0,1 0 199 0,0 0-505 16,35 4 122-16,-36-4-30 0,1 0 23 0,0 0-30 15,36 11 0-15,-37-11-41 0,1 0 0 0,0 0-18 16,35 9-18-16,-36-9 1 0,1 0-4 0,0 0 2 15,44 7-14-15,-45-7-12 0,1 0 4 0,0 0-6 16,43 2 0-16,-44-2-1 16,2 0 2-16,-1 0-1 0,38-2 4 0,-39 2 1 15,0 0-8-15,1 0 2 0,38-4-44 0,-39 4-127 16,0 0-10-16,0 0-50 0,0 0-131 0</inkml:trace>
  <inkml:trace contextRef="#ctx0" brushRef="#br1" timeOffset="26618.33">29509 5428 1401 0,'0'0'234'0,"0"0"-179"0,0 0 63 0,0 1-53 15,0 0 153-15,0 0-70 0,0 0-1 0,23 35-24 16,-23-36-16-16,1 0-43 0,34 15-2 0,-35-15-17 16,1 0-32-16,40 7 3 0,-41-7-4 0,1 0 3 15,40-1-15-15,-41 1 8 16,1 0 0-16,44-4 5 0,-45 4-6 0,1 0-36 0,41-13-26 15,-24 7-12-15,0-3-158 0,4 0-166 0,2-1-119 16</inkml:trace>
  <inkml:trace contextRef="#ctx0" brushRef="#br1" timeOffset="26956.05">30051 5194 1795 0,'0'0'93'15,"-1"0"-34"-15,0 0 185 0,-35 19-77 0,36-19 25 0,-1 0-48 16,0 1-12-16,-26 35-61 16,27-36-1-16,0 1-20 0,0 0-10 0,-18 43-11 15,18-44 1-15,0 1-6 0,1 34-6 0,-1-35-8 0,0 1 0 16,0 0-2-16,20 36-3 0,-20-37-2 0,0 0 2 16,1 0-2-16,36 13 2 0,-37-13 4 15,1 0 0-15,40-4 1 0,-41 4-2 0,1 0 1 16,43-24-3-16,-27 13 1 0,-2 0-2 0,0-1 5 0,0-1-1 0,-4-1 2 15,0-1-1-15,-4 2 10 0,-1 2 5 16,-6 11 0-16,0-1 5 0,0 0 5 0,4-43-7 0,-4 44 5 16,0-1-18-16,-1 0-8 0,0 0-3 0,-42-38-3 15,43 39-15-15,-1 0-6 0,-39-8 1 0,39 8-3 16,0 0-12-16,-48 4-71 0,48-4-1 0,0 0-32 16,-46 13-70-16,47-13-155 0,-1 0-83 0</inkml:trace>
  <inkml:trace contextRef="#ctx0" brushRef="#br1" timeOffset="27155.72">30364 5423 1924 0,'0'0'71'0,"0"1"113"0,0 0-26 0,0 0 43 16,0 0-99-16,16 34-18 0,-16-35-11 0,0 1-4 15,0 0-39-15,0 0-15 16,-12 35 6-16,12-36-9 0,0 0 4 0,-1 1-34 16,0 0-19-16,-37 30-15 0,38-31-127 0,-1 0-76 15,0 1-36-15</inkml:trace>
  <inkml:trace contextRef="#ctx0" brushRef="#br1" timeOffset="30544.72">29221 5417 1788 0,'0'0'75'0,"1"0"137"0,35-8-233 0,-12 6 72 0,5 0-7 16,3-2 33-16,4 1 10 0,2 3-25 0,-2-1-1 16,3 3-12-16,-1 2-25 0,0 1 5 0,-2 0-5 0,1 1 4 15,-2-2-15-15,0-1 4 0,3 4-7 16,-1-4 6-16,2-2-8 0,2-1-3 0,-2 0 5 15,-1-1-4-15,-1 2 2 0,-4 2 3 0,-2-3-4 16,-6 0 5-16,0-2 0 16,-6 0 0-16,-2 1 4 0,-1 1-5 0,-3 1-5 0,-13-1-76 0,1 0-13 15,-1 0-32-15,2 0-123 0,-1 0-165 0</inkml:trace>
  <inkml:trace contextRef="#ctx0" brushRef="#br1" timeOffset="30816.1">29619 5321 1358 0,'0'0'217'0,"0"0"-110"15,0 0 87-15,0 0-208 0,0 1 95 0,0 0 22 16,0 0 5-16,1 0-1 0,43 35-28 0,-24-31-13 16,3-1 1-16,7 2-5 0,4-2 2 0,5 1-4 15,3-2-4-15,-1-1 0 0,0 1-22 0,0-3-6 16,-2 1-5-16,-3 3 0 0,-1-4-14 0,-3 1 1 0,0-1-2 15,-3 0 1-15,2 0-3 0,0 0 6 0,2-3-5 16,1-2 5-16,0 1-10 0,-3 2 7 0,-5 0 1 16,-3-1 0-16,-6 1-20 0,-17 2-50 0,1 0-12 15,0 0-18-15,-1 0-81 0,1 0-65 16,0 0-21-16,-1 0-31 0,0 0-240 0</inkml:trace>
  <inkml:trace contextRef="#ctx0" brushRef="#br1" timeOffset="34509.32">29305 3441 518 0,'0'0'255'0,"0"0"163"0,0 0 31 0,0 0-319 0,-2 0 14 15,1 0-25-15,0 0-3 0,0 0-21 0,1 0-45 16,-1 0-20-16,-29 27-3 0,29-3-5 0,-2-3-7 0,1-2 1 16,1 2 6-16,-2 2-2 0,2 4 0 0,-2 3-5 15,0 4-2-15,-3-3 0 0,-2 4 2 16,-1 0 5-16,-1 1-3 0,2 2 3 0,2-2-2 15,-4-5-11-15,2 0 6 0,2-4-7 0,0-1 3 0,2-3 1 16,1-3-8-16,1 1 6 0,0-3-5 0,1-4 0 16,1-14 6-16,0 1-5 0,0 0-3 15,0 0 6-15,0 0-4 0,0 0 5 0,0 0-1 16,0 0 6-16,1 0-1 0,-1-1 1 0,2 0-8 16,37-22-11-16,-32 1-4 0,1 0-3 0,-1-3-13 15,0-2 3-15,0-1 3 0,-2-3-1 0,2 2 3 16,-3-5 17-16,-1 3-2 0,3-2 6 0,-4 3 3 0,0-2-4 15,1 2 3-15,-3 1-3 0,2 0 9 16,-1 1-2-16,-2-1 2 0,-1 3-1 0,0 2 5 16,-1 5-10-16,-2 2 4 0,2 2-4 0,3 14 13 0,0-1 6 15,0 0-3-15,0 0 2 0,-1 0-17 0,0 0-12 16,1 1-3-16,-1 0-4 0,0 0-4 0,0 1 7 16,-22 44-3-16,22-21 5 0,0 2-1 0,-2 8 7 15,-1-2 0-15,1 1 2 0,-3 3 1 0,1 0 1 16,2-2 4-16,0 2-4 0,2-6-2 15,1 0-241-15,-2-2-6 0,2-3-120 0,2 4-375 16</inkml:trace>
  <inkml:trace contextRef="#ctx0" brushRef="#br1" timeOffset="37878.69">27682 3612 1892 0,'0'0'130'16,"0"0"-92"-16,0 0 77 0,0 0-230 0,1 0 43 0,0 0 29 15,50-1 59-15,-29 5 7 0,4 3 0 0,3 0-16 16,-11-16 5-16,17 16 8 0,2-4 0 16,0-1 19-16,2 6-26 0,2-1-1 0,0-1-8 0,0 1 3 15,0-6-3-15,3 3 4 0,1-2-1 16,1-2 7-16,4 0-1 0,2-2-24 0,1-1-1 0,1 0-175 0,-5-3-152 15,-2 5-183-15</inkml:trace>
  <inkml:trace contextRef="#ctx0" brushRef="#br1" timeOffset="38223.71">28720 3842 1500 0,'-11'-7'239'0,"11"7"-74"16,-1 0 115-1,-1 0-315-15,2 0 50 0,-1 0 17 0,0 0 10 0,1 0-7 16,0 0-13-16,0 0-12 0,0 0-1 0,0 1-4 15,1 0-4-15,46 25 7 0,-23-20 0 0,6 2 2 16,4 0-4-16,5 0-4 0,1-1 4 0,4 1-3 16,-1-2 14-16,-2 0-8 0,1 2 0 0,-1-3-3 15,-1 2-6-15,0 0 9 0,1 1-6 0,1-4 8 16,0-1-6-16,-1 0-2 0,1-3 4 0,-5 4-3 16,-3-4 12-16,-5 1-46 0,-5-1-15 0,-4-1-18 15,-4 1-106-15,-16 0-76 0,0 0-75 0</inkml:trace>
  <inkml:trace contextRef="#ctx0" brushRef="#br1" timeOffset="38478.07">27769 3615 1473 0,'-49'3'237'0,"6"6"-117"0,7 0-34 0,12 3 7 16,3-1 55-16,7 0-81 0,4 0 2 0,8 0-31 0,5 3-14 0,8 1-6 15,11 0 10-15,11 2-3 0,9 1 41 0,13-3 22 16,11-1-7 0,20-5 11-16,9 0-18 0,12-4-42 0,6 1 5 0,9-2-21 15,6 2-15-15,2 2 5 0,5 1-2 0,1 2 3 16,-4 0 3-16,-5 1-6 0,-6-4 2 0,-12-3-3 16,-5-1 4-16,-16-4 6 0,-13 2 2 0,-19-1 1 15,-13-2-7-15,-10 0-50 0,-9-2-20 0,-24 3-20 16,1 0-128-16,-1 0-97 0,-13-8-44 0</inkml:trace>
  <inkml:trace contextRef="#ctx0" brushRef="#br1" timeOffset="38739.22">27076 3878 2337 0,'10'13'-70'0,"9"2"76"0,11-1-10 0,13 1 46 16,9-1 75-16,18-5 15 0,14 0-5 0,18-3 2 16,10-2-58-16,9 3-33 0,8-2-6 0,5 2-8 15,4 3-17-15,8 3 4 0,-1 1-3 0,-8 6 3 16,3 2-9-16,-6-3 3 0,-7 8-3 0,-9-7 4 16,-5 3 1-16,-11-2 1 0,-3-5 2 0,-3-1-1 0,-13-3-3 15,-16-3 4-15,-7-2 1 16,-15-2 2-16,-5-2 4 0,-7-3-99 0,-10-1-14 15,-23 1-45-15,1 0-155 0</inkml:trace>
  <inkml:trace contextRef="#ctx0" brushRef="#br1" timeOffset="40307.29">30220 1866 1527 0,'0'0'53'0,"0"0"6"15,0 0 22-15,0 1-23 0,0 0 30 0,3 45 4 16,-3-45-13-16,-3 36 2 16,3-13-53-16,-12-9-2 0,9 11 4 0,2 2-2 15,-3 0 23-15,0-6-6 0,0 2 2 0,1-1-4 16,-1 1-10-16,1 1-7 0,-1 0 0 0,1-6-3 15,3 0-4-15,1-3-10 0,1-3 1 0,2 0-4 0,-4-13-5 16,0 1-1-16,0 0 0 0,0 0-1 16,1 0 1-16,40 32-6 0,-41-33 0 0,1 0-2 0,43-13 4 15,-27 3-1-15,4 0-1 0,0-2 0 16,-1 0-3-16,0-3 10 0,-2 0 0 0,-1 2 4 16,1 0-5-16,-2 0 1 0,-2-2-1 0,1-1 1 15,-2-3-1-15,0 2-1 0,-1-1 3 0,0 4-1 0,0 0 12 16,-1-3-10-16,-2 3 2 0,-1 1-4 0,-1-1 10 0,-3 3 16 15,-4 11 2-15,0-1 5 0,0 0 14 0,0 0 0 16,1-37 0-16,-1 38-1 0,0 0-3 0,0 0-13 16,0 0 6-16,0 0-9 15,-1 0-7-15,0 0-6 0,0 0-5 0,0 0 2 16,0 0-6-16,0 0-2 0,0 0 3 0,0 1-4 16,-34 33 1-16,35-34 3 0,0 1-3 0,-14 41 4 15,9-22-1-15,0-1-1 0,1 5-1 0,-2 6 1 16,-1 0-3-16,0 7-2 0,-2 0 2 0,0 1-2 15,1 2 6-15,0 1-5 0,1 1 3 0,0-3-5 16,0-2 2-16,0-2-1 0,0-1 1 0,0 1-1 16,1 0 1-16,-2 3-1 0,1 2 0 0,0 0 0 15,0-1 3-15,0-1-2 0,-1-3 3 0,2-2-1 16,0-3 5-16,2-4-1 0,-1-3-2 0,2-2 2 16,1-4-1-16,-1-1 1 0,3 0 1 0,0-16-2 15,0 1-5-15,0 0 2 0,-5 37-3 0,5-38 3 16,0 0 1-16,0 1 1 0,0 0 4 0,0 0-3 15,0 0 1-15,-13 37 4 0,13-38-6 0,0 0 6 0,0 0-5 16,0 0 2-16,0 0-3 16,-1 1 2-16,0 0-2 0,-1 0 1 0,2-1 0 0,-1 0-1 15,0 0 2-15,0 0-9 0,0 0 1 0,0 0-6 16,0 0-4-16,0 0-1 0,0 0 4 0,0 0-3 16,0-1-1-16,0 0 10 0,0 0-7 0,0 0 8 15,0 0-9-15,0 0 5 0,0 0-3 0,0 1 2 16,-26-36-19-16,27 36-1 0,0 0-6 0,0-1 3 15,0 0-11-15,-2-37-23 0,2 38 7 0,0-1-11 16,10-43 24-16,-5 21 10 0,0-3 5 0,-1-4 1 16,-1-2 18-16,-2-6 11 0,0 0-3 0,-2-1 6 15,0-3-1-15,-2 0 4 0,-3 2 7 0,3 4-2 16,-1 2 25-16,1 7 0 0,-2 1 1 0,0 3-3 16,2 6-4-16,3 1-4 0,0 16-1 0,0 0-2 15,0-1-16-15,0 1-18 0,0 0 0 0,0 0-7 16,-12 18-1-16,9 2 8 0,-1 4-3 0,1 4 5 0,-4 1 6 15,7 2 2-15,-3-2 0 0,2-4 0 16,3 1 1-16,3-4-3 0,3-1-1 0,5-4-1 16,5-2 5-16,3-5-4 0,2-2 4 0,1-3-5 15,0-3-2-15,-1-1-88 0,-3-1-40 0,-3 0-28 16,-17 0-231-16</inkml:trace>
  <inkml:trace contextRef="#ctx0" brushRef="#br1" timeOffset="41346.54">30485 3021 985 0,'0'0'37'0,"0"0"60"0,0 0 34 16,-1 0 23-16,0 1 29 0,0 0-43 0,0 0 0 16,-40 32-10-16,41-33-30 0,0 0-15 0,-45 3-2 15,45-3-2-15,-1 0 0 0,-41 8-20 16,41-8-1-16,0 0-5 0,-50 5 5 0,50-5-5 15,-35 1 0-15,36-1-2 0,-2 0-5 0,-47-10-1 16,49 10 3-16,-1 0-4 0,0 0-12 0,-42-23-6 0,43 23-3 0,-1-1-1 16,0 0-14-16,-35-41-6 15,36 42 0-15,-1-1-2 0,0 0-2 0,-30-45-1 16,31 46-4-16,0-1 1 0,0 0 0 0,-1 0-11 0,-22-39 4 16,23 40-10-16,0-1-22 0,0 0-140 0,0 0-9 15,-4-36-58-15,4 37-156 0</inkml:trace>
  <inkml:trace contextRef="#ctx0" brushRef="#br1" timeOffset="41596.36">30939 2295 2350 0,'0'0'50'0,"0"0"-49"15,0 0 22-15,0 0 31 0,0 0 17 0,0 1 0 16,0 0 34-16,1 0-48 16,0 0 3-16,35 25-22 0,-36-26-22 0,2 0-8 15,40 3 4-15,-42-3-6 0,1 0-4 0,46 5 5 16,-47-5-6-16,1 0 6 0,45 6-7 0,-46-6-1 16,1 0 1-16,45 5-1 0,-46-5 4 0,1 0-2 15,46-1-27-15,-47 1-2 0,1 0-188 0,42-2-121 16,-43 2-70-16</inkml:trace>
  <inkml:trace contextRef="#ctx0" brushRef="#br1" timeOffset="41791.58">30965 2595 1685 0,'0'0'220'0,"0"1"-118"0,1 0-34 16,32 41 8-16,-33-42 67 0,1 1-15 15,41 21-16-15,-42-22 0 0,1 0-67 0,45 10-29 16,-45-10-5-16,0 0-6 0,48-7-2 0,-30-1-8 0,-1 3 6 16,-1-4-6-16,0-2 4 0,1 0-137 0,1 0-16 15,0-2-56-15,-1 0-181 0</inkml:trace>
  <inkml:trace contextRef="#ctx0" brushRef="#br1" timeOffset="42145.22">31355 2219 1447 0,'0'0'249'0,"0"0"-211"16,0 0 36-16,0 0-24 0,0 0 95 0,0 0-12 15,0 0-4-15,2 1-3 0,-1 0-31 0,48 23-35 16,-29-17-1-16,4 2-11 0,2 0 3 0,3 0-7 0,1 1-3 0,0 2-3 16,-2 2-18-16,-1 3-9 15,-5 1 5-15,-1 2-6 0,-1 1 5 0,-3 2 0 0,0 1-2 16,-6 1 3-16,-4-1 3 0,-6-3-8 0,-2 5 7 15,-9-2-6-15,-1 1 19 0,-6 2-4 0,-2-3-2 0,-1 1-2 16,-1-2-10-16,-1 1-13 0,-1 0-8 0,0-3-3 16,-1-1-35-16,1-2 24 15,3-2-2-15,0 0 11 0,2-2 13 0,3-2-4 16,2-1 3-16,13-11-6 0,0 1-4 0,-2 0-8 16,2 1-4-16,-9 36 0 0,9-38-3 0,1 0 17 15,36 12 2-15,-15-10 4 0,2 1 16 0,-1-2-3 16,5 0 0-16,-2-1-2 0,3 0-3 0,-3 0-5 15,-1-2 1-15,3 0-2 0,-2-2 3 0,1-1-6 0,3-1-2 16,-5-2-18-16,2 0-182 0,-3-1-142 16,-4-1-89-16</inkml:trace>
  <inkml:trace contextRef="#ctx0" brushRef="#br1" timeOffset="42411.64">31929 2263 1010 0,'0'0'907'0,"0"0"-640"16,0 0-218-16,0 0 13 0,0 0 56 0,0 1 9 0,16 39-9 15,-16-39 6-15,8 37-54 0,-2-14-44 0,-1 1-4 16,3 4-7-16,4-1 13 0,-1 1-7 0,3 0 3 16,0 0-5-16,3 0-6 0,0 5-2 15,0-5-6-15,-2 6 4 0,1 0-5 0,2 0-2 16,-1 1 6-16,-1-2-5 0,3-1 10 0,-3-6-7 15,2 0 0-15,1-5-3 0,-4-2 0 0,-1-6-10 16,-2-2-36-16,-12-12 5 0,0 0-154 16,1 1-65-16,0 0-28 0,-1-1-37 0,2 0-357 0</inkml:trace>
  <inkml:trace contextRef="#ctx0" brushRef="#br1" timeOffset="42628.27">32270 2404 1992 0,'0'0'76'0,"-1"0"-18"0,0 0 135 0,0 0-29 15,0 0 24-15,-36-13-35 0,37 13-22 0,-1 0-63 0,0 0 0 16,-38 25-24-16,25-13-21 0,-1 6-5 0,0 1 1 16,-2 3-3-16,-2 1-9 0,-3 2-1 0,-1-1-5 15,-1 0 4-15,1 1-1 0,-1-4 3 16,2 4-4-16,2-2-3 0,4 0-78 0,1-4-112 15,4-4-15-15,11-15-39 0,0 1-117 0</inkml:trace>
  <inkml:trace contextRef="#ctx0" brushRef="#br1" timeOffset="42839.8">32252 2580 1970 0,'0'0'79'0,"0"0"64"15,39 13 11-15,-39-13 11 0,2 0-3 0,44 7-48 16,-28-5-4-16,5 1-19 0,1-1-48 16,2 3-3-16,2-1-7 0,-3-1 1 0,1 4-25 0,-1 0-6 15,-3 2 4-15,-1 1-4 0,-2-3 1 0,-3 1 2 16,1 0-6-16,-2-1 4 0,2 2-3 0,-3-1-4 16,0-1-8-16,-14-7-7 0,2 0-98 0,-2 0-81 15,1 1-16-15,0 0-24 0,35 14-89 0</inkml:trace>
  <inkml:trace contextRef="#ctx0" brushRef="#br1" timeOffset="43179.19">32831 2347 1663 0,'0'0'48'0,"0"0"107"0,0 0-30 16,0 0 57-16,0 0-47 0,0 0 4 15,-1 0-15-15,1 1 5 0,-2 0-57 0,1 0-19 16,-25 40 3-16,26-41-8 0,0 0 4 0,0 1-19 0,-3 48-2 16,3-48-4-16,0 0-5 0,-4 49-13 0,4-49 4 15,0 0-7-15,-5 52 5 0,0-32-2 16,2 1-1-16,-3 7 1 0,1 1 11 0,0 4-4 16,-2 6 3-16,2 1-4 0,-1 2 15 0,-3 2-2 15,-1 2 5-15,1-4-6 0,-1 1-8 0,6-4-2 16,-1-4-5-16,3 1 2 0,0-2-10 0,1 1 3 15,3-1-1-15,-1-5 1 0,3-4-5 0,-1-3 4 16,0-3-3-16,1-2 1 0,-2-2-7 0,-2-16 3 16,0 1-19-16,0 0 2 0,0 0-137 15,0 0-68-15,0 0-29 0,0 0-20 0,0-1-202 0</inkml:trace>
  <inkml:trace contextRef="#ctx0" brushRef="#br1" timeOffset="43809.57">29768 3361 2481 0,'0'0'129'16,"0"0"-103"-16,0 0 96 0,0 0-102 0,0 0 2 15,1 0 53-15,0 0 7 0,42 6-10 0,-43-6 11 16,1 0-40-16,30 7-30 0,-7 2 3 0,5 1-10 16,7 0 9-16,4 1 4 0,5 0 4 0,2 1 0 15,4 1 10-15,1-1 1 16,8 1-2-16,11-1 2 0,5-1 1 0,7-3-2 16,1 0 0-16,-3-1-2 0,9 2-10 0,3-4-2 15,6 2-1-15,-1 0-1 0,-7 2-5 0,1 1 6 0,1-4-2 0,4 0 4 16,0 0 0-16,-12 1-17 0,-3 2 11 0,0-2-14 15,0 0 9-15,1-2-1 16,-5 1-8-16,-10-2 6 0,-3-1-9 0,0 2 9 16,1-3-2-16,1 2 4 0,-1-1-9 0,-3 3-3 15,-6-2 5-15,-7 1-2 0,-2 0 6 0,-4 2-3 0,2 2-2 16,1 0 0-16,-3 2 0 0,0-1 1 0,-7 3 1 0,-5-1-1 16,1-1 1-16,-7 1 2 0,1 1-4 0,-5-1 4 15,0-1 0-15,-2-2-6 0,-6 1 6 0,0-2-6 16,-14-8 9-16,0 0-8 0,1 1 4 15,0 0-5-15,0 0-3 0,0 0-36 0,24 35-5 0,-25-36-13 16,0 0-45-16,0 0-41 0,0 0-11 0,0 0-16 16,0 0-96-16,0 0-135 0,0 0-84 0</inkml:trace>
  <inkml:trace contextRef="#ctx0" brushRef="#br1" timeOffset="50074">30785 5325 722 0,'0'0'415'15,"-1"0"-170"-15,0 0 229 0,0 0-288 0,0 0-47 16,0 0 9-16,0 1-67 0,0 0-6 0,-19 46 3 16,20-47 4-16,-7 21-13 0,10-3 5 0,1 3-10 15,5 0-5-15,1-3-10 0,3 4 0 0,4 1-3 16,1 0-2-16,1 1-11 0,3 2-1 0,1-1-5 15,1 1-14-15,-1-3-2 0,-1 2-3 0,0-1 2 0,-1-1 0 16,-3-1-3-16,-1-3 4 0,-2 0-4 16,-1-2 2-16,-3-2 4 0,0-3-4 0,-3 1 4 15,-8-13 0-15,0 0-34 0,0 1-16 0,0-1-15 16,0 1-112-16,0-1-38 0,0 0-4 0,0 0-13 0,0 0-57 16,0-1-169-16</inkml:trace>
  <inkml:trace contextRef="#ctx0" brushRef="#br1" timeOffset="50271.57">31045 5395 1573 0,'0'0'31'0,"0"-1"133"0,1 0-31 0,17-34 63 15,-18 35-42-15,0 0-16 0,0 0-4 0,0 0-9 16,0 0-61-16,0 0-13 0,0 1-2 0,0 0-2 16,-16 40 6-16,16-41-4 0,-25 32-2 0,11-11-1 15,-1 0-15-15,-3 5-16 0,-4 2 1 0,-1 0-7 16,-1 5-4-16,-2-2-1 0,-2 1-3 0,3-2 1 15,-3-2-7-15,3-4-85 0,3-4-23 0,4-4-31 0,5-3-157 16,5-3-100-16,8-10-94 0</inkml:trace>
  <inkml:trace contextRef="#ctx0" brushRef="#br1" timeOffset="50458.06">31089 5523 1682 0,'15'1'129'0,"2"0"49"0,-2 4-8 0,1-1 12 15,-2 0-51-15,-2 4-3 0,1-3-9 0,-1 3-1 16,1 0-63-16,0-2-17 0,0 1 2 0,-13-7-8 0,1 0-13 16,40 8-7-16,-40-8-3 0,-1 0 0 0,48 4 3 15,-48-4-9-15,1 0 4 0,38-3-5 16,-39 3 5-16,1 0-59 0,0 0-11 0,40-3-25 0,-41 3-104 16,0 0-61-16,0 0-18 15,0 0-29-15,0 0-225 0</inkml:trace>
  <inkml:trace contextRef="#ctx0" brushRef="#br1" timeOffset="50616.69">31156 5737 700 0,'0'0'99'0,"0"0"219"0,0 1 203 0,0 0-458 0,2 0 156 16,26 42-108-16,-28-43 20 16,1 0-54-16,0 1-16 0,45 23-31 0,-45-24 2 0,1 0-12 0,43 1-12 15,-44-1 6-15,0 0-3 0,45-13 3 0,-45 13-17 16,31-18-95-16,-15 6-5 0,1-1-39 15,0-3-95-15,0 1-223 0</inkml:trace>
  <inkml:trace contextRef="#ctx0" brushRef="#br1" timeOffset="50888.98">31577 5567 489 0,'0'0'613'16,"0"0"-317"-16,0 0-91 0,0 0-20 16,0 0-30-16,0 0-42 0,-1 0 4 0,-1 0-17 15,2 1-3-15,-37 32-25 0,37-33 3 0,-1 1-10 0,-23 36 3 16,24-37-5-16,0 1-1 0,-18 45-2 15,18-45-12-15,0 0-19 0,-6 42 0 16,6-43-8-16,0 1-14 0,0 0 5 0,1 0-4 0,24 36 6 16,-25-37 7-16,0 0-7 0,2 0 6 0,47-5-6 15,-49 5 1-15,1 0-5 0,44-24 3 0,-30 13-4 16,3 0-1-16,-2 2 5 0,-2-2-2 0,-1 0 5 16,-2 0 8-16,-2 2 5 0,-9 9-1 0,0-1 3 0,0 0 6 15,15-34-9-15,-15 35 3 0,0-1-6 0,0 0-5 16,-1 0-42-16,0 0-7 0,0 0-16 0,-38-35-66 15,39 36-71-15,0 0-17 0,-1 0-26 0,-40-10-132 16</inkml:trace>
  <inkml:trace contextRef="#ctx0" brushRef="#br1" timeOffset="51057.91">31827 5741 1762 0,'3'18'36'0,"0"-2"138"0,-1 1-30 16,-2-1 58-16,-2 0-86 0,-2-2-57 0,4-14 3 0,0 1-25 16,0 1-24-16,0-2-36 0,0 1-4 0,0-1-16 15,0 0-50-15,0 0-64 0,0 0-20 0,1-1-28 16,24-42-205-16</inkml:trace>
  <inkml:trace contextRef="#ctx0" brushRef="#br1" timeOffset="51370.04">32019 5521 790 0,'0'0'539'0,"0"-1"-267"0,0 0-92 16,0 0 3-16,0 1-17 0,0 0-28 0,-1 0-9 0,1 0-3 15,-1 0-19-15,0 0-15 0,0 1-1 0,-38 27-5 16,39-28-12-16,0 1-22 0,-8 34 1 0,8-35-9 16,0 1-12-16,0 0-20 0,8 40 6 0,-8-41-10 15,0 1-5-15,0 0 6 0,18 41-6 16,-18-42 6-16,0 1-7 0,16 40 3 0,-16-41-3 15,0 1 3-15,22 44 1 0,-22-45-5 0,0 1 2 0,25 45-2 16,-25-46 10-16,1 1-9 0,23 39 7 0,-24-40-8 16,1 1 13-16,0 0-7 0,29 44 6 0,-30-45-6 15,0 1 8-15,1 0 1 0,0 0-2 0,22 41 2 16,-23-42-1-16,0 0-8 0,0 1 7 0,0 0-6 16,1 34 11-16,-1-35-1 0,0 0-4 15,0 1 3-15,-1 0 0 0,0 0-6 0,-39 32 3 0,40-33-7 16,-1 0-31-16,-49 10-93 0,27-9-13 0,-4-1-35 15,-1-3-114-15,1 0-56 0,-1-4-96 0</inkml:trace>
  <inkml:trace contextRef="#ctx0" brushRef="#br1" timeOffset="51540.25">32018 5579 1738 0,'12'-1'142'0,"2"-2"47"16,2 1-7-16,0 1 10 0,2-1-69 0,-3 0-39 0,-15 2 2 15,1 0-21-15,36-5-44 0,-37 5-8 0,1 0 0 16,37-11-3-16,-38 11-3 0,1 0-1 0,36-15-24 16,-37 15 4-16,1 0-131 0,0 0-137 0,34-17-39 0</inkml:trace>
  <inkml:trace contextRef="#ctx0" brushRef="#br1" timeOffset="52333.05">29986 3232 1574 0,'0'0'52'0,"-1"0"9"0,0 0 21 0,0 0-7 16,1 0 22-16,-2 0-4 0,2 0-1 0,0 0 0 15,0 0-14-15,0 0-30 0,0 0-5 0,2 0-8 16,33 10-11-16,-13-7-3 0,3 2 0 0,4-1-3 16,2 2-7-16,2-1-4 0,2 2 5 0,3 0-5 15,0-1 5-15,3-2-7 0,-2-1 0 0,-2 0-2 16,0 1 4-16,-7-2 4 0,-1 1 0 0,-6 0 2 16,-3-1-3-16,-6 1 10 0,-14-3-2 0,0 0 5 15,0 0 10-15,0 0-10 0,0 0-4 16,0 0-3-16,0 0-26 0,0 0-12 0,-43 6 0 0,19-6-4 15,-3 1-9-15,-3 3 19 0,-2-4-4 0,-5 3 10 16,2-1 9-16,-1 0-1 0,5 0 3 0,4 0-1 16,4-1 0-16,5 0 8 0,2 1-4 0,16-2 6 15,-1 0-13-15,1 0-3 0,-1 0-8 0,0 1 4 16,1 0-19-16,0 0 13 0,-3 35 4 0,3-36 2 16,1 1 5-16,35 23 1 0,-17-17-77 0,8 0 13 15,8-2-396-15</inkml:trace>
  <inkml:trace contextRef="#ctx0" brushRef="#br1" timeOffset="53149.92">32763 5361 677 0,'0'0'320'0,"0"0"197"0,0 0 33 15,-1 0-456-15,0 0 18 0,0 0-22 0,0 0-2 16,0 0-7-16,0 0-2 0,0 0-35 0,0 1-1 16,-32 39-13-16,33-39-10 0,0 0-12 0,-15 41 6 0,15-41-8 15,-9 34-5-15,6-17 8 0,-3 1-9 0,2-2 9 16,-1 0-7-16,0-4 4 0,5-13-1 0,0 1 0 15,0 0-10-15,0 0 3 0,7 36-2 0,-7-37 4 0,0 0 0 16,1 0 5 0,34-8-2-16,-19 0 3 0,1-3-2 0,3-4 1 0,0 1 2 0,-3-2-1 15,0-1 3-15,1 1 5 16,-3 2-3-16,-2 0 3 0,0 0-4 0,-4 1 6 0,-1 2-3 0,-2-2 3 16,-6 13-7-16,0-1 9 0,0 0 9 0,11-37 0 15,-11 38 22-15,0 0-8 16,0-1-2-16,0 0-1 0,0 1-1 0,0-1-22 0,0 0 1 15,0 1-10-15,0 0-6 0,0 0-11 0,0 0 2 0,-1 0-4 16,0 1 0-16,-14 42 2 0,15-24 0 0,0 4 1 16,0 4 6-16,-1 5-2 0,-2 4 6 0,-2 4-5 15,0 3 7-15,-5 1 1 0,-1 1-3 16,0 0 2-16,-3-1 1 0,-1-4-1 0,-3 0 3 0,2 1-2 16,-4 1 4-16,1-2-2 0,1-2 3 0,-1-5-2 15,1-4 6-15,2-6 1 16,1-3-3-16,1-6 2 0,-1-3 0 0,5-5-34 15,10-6-9-15,-1 0-14 0,0 0-65 0,0 0-28 0,0 0-8 16,0-1-9-16,-21-40-56 0,22 22-74 0,3-4-19 16,4-3-51-16,4-4-414 0</inkml:trace>
  <inkml:trace contextRef="#ctx0" brushRef="#br1" timeOffset="53340.08">32917 5647 897 0,'10'-3'341'0,"-10"3"-112"0,2 0-52 16,-2 0 11-16,1 0-18 0,37-2-22 0,-38 2-11 15,0 0-3-15,2 0-45 0,-1 2-16 0,36 17-2 16,-37-19-5-16,0 0-23 0,41 11-12 0,-41-11-6 0,1 0-1 16,41 6-13-16,-42-6-5 0,1 0 4 0,39 3-4 15,-40-3 1-15,1 0 0 0,0 0-8 0,0 0-4 16,39 14-97-16,-40-14-71 16,0 0-9-16,0 0-17 0,0 1-14 0,0 0-75 15,0 0-27-15</inkml:trace>
  <inkml:trace contextRef="#ctx0" brushRef="#br1" timeOffset="53707.15">33010 5827 1483 0,'0'0'72'0,"-2"1"36"0,2 0 46 0,-1 0 4 0,0 0 13 15,-28 39-14-15,29-40-29 0,0 1-49 0,0 0-6 16,0 0-15-16,0 0-27 0,7 35-11 0,-7-36-4 0,1 0-4 16,0 0-18-16,43 3 8 15,-43-3-1-15,35-6 4 0,-17-2 1 0,2 0 0 0,-1-4 4 16,-1 0-3-16,2-1-2 0,2-1-30 0,-2 3 6 0,-1 0-12 15,-1-1 13-15,-4 2-1 0,1-1 3 0,-2 0-2 16,0 0 0-16,-3 1 18 0,-11 10-2 16,0 0 8-16,1-1 5 0,0 0 3 15,0 0 5-15,0 1 0 0,-1 0 16 0,0 0-16 0,0 0 4 16,0 0-7-16,0 1 8 0,0 0 9 16,-19 38-9-16,19-39 8 0,0 1-16 0,-17 37 18 0,17-38-5 0,0 1 7 15,-14 38-23-15,14-39-10 16,0 1 4-16,0 0-6 0,1 0 3 0,0 0 4 15,36 31 2-15,-37-32 1 0,0 0 3 0,42-3 0 16,-41 3-4-16,32-5 3 0,-13 1-6 0,-1 3 6 0,-2-5-1 16,-1 6 2-16,-2-1 0 0,-14 1 10 15,1 0 2-15,0 0 6 0,-1 0 22 0,0 0-22 16,0 0-12-16,0 0-8 0,-1-1-75 0,0 0-65 16,-43-32-12-16,29 20-29 0,-2 0-130 0,1-3 878 0</inkml:trace>
  <inkml:trace contextRef="#ctx0" brushRef="#br1" timeOffset="54208.22">29878 6567 2124 0,'0'0'187'0,"0"0"-110"0,0 0 112 15,0 0-196-15,0 0 11 0,0 0 34 0,1 0 32 16,0 0-7-16,41-6 12 0,-24 10-28 0,-5-9-23 16,14 12-8-16,7 5-2 0,4 2-13 0,3 2 0 0,3 0 2 15,6 3-2-15,6 0 6 0,10-1 6 16,8 0 9-16,7-1-2 0,5 0 21 0,5-4-18 15,12 0-2-15,10 0-5 0,5-2-8 0,10 0 2 16,2-1-2-16,3-1 3 0,1-1-4 0,2 2-2 16,-5 2-1-16,-6 1 0 0,-2 2 2 0,-11-3 3 15,-4 1-4-15,-8 1 1 0,-6 1-7 0,-16 0 8 16,-10-1-4-16,-15-3-2 0,-8 2-85 0,-9 0-130 0,-6 0-31 16,-9-2-49-16,-8 0-303 0</inkml:trace>
  <inkml:trace contextRef="#ctx0" brushRef="#br1" timeOffset="54924.82">17355 9961 2792 0,'-20'-3'96'0,"7"-1"-52"0,13 4-9 0,0 0-56 0,0 0-18 0,0-1 10 16,0 0 6-16,0 0 3 15,28-38 10-15,-28 39 5 0,0-2-7 0,1 1 7 16,50-24-11-16,-28 23 6 0,3 1-5 0,6 1 5 15,1 2-10-15,1-2 5 0,5 2-7 0,1-3 5 16,4 1-2-16,8-3 29 0,3 0 2 0,9-1 8 16,2-1 1-16,1 0 4 0,-2-1-1 0,4 1 2 0,5-1-10 15,5 0-10-15,6 0 3 0,-1 1-4 16,-3 0 2-16,2 1-1 0,0 2 0 0,6-1 1 16,2 1-1-16,-3-1 1 0,-2 1-4 0,2-1 2 15,5 0-5-15,3 0 11 0,0 2 20 16,-4-1-4-16,3 0 43 0,5 2-45 0,3-4-4 0,2 2-11 15,-1-1-3-15,5-1 0 0,3-1-4 0,3-1 1 16,1 1-1-16,3 0-1 0,2 1 2 0,2-1-2 16,6 2 2-16,1-3 0 0,2 3 2 0,-1 2-2 15,3-1 0-15,1 2-1 0,-4 0-1 0,4 0 7 16,-1 1 84-16,-3 0-35 0,1-1 17 16,0 1-32-16,-2-1-26 0,-1 3-1 0,-5-2 1 15,3-1-2-15,-2 2 1 0,-2-3-9 0,-3 1 5 16,-10 2-6-16,-3 1 4 0,-5-3-6 0,-4 3 1 15,-9 3-3-15,-12 0-1 0,-7 4 4 0,-4-4-1 0,-6 1 2 16,-3 1 3-16,-11 1-4 0,-9-1 4 0,-9-3-3 16,-7-1 7-16,-21-4-9 0,1 0-10 15,0 0-2-15,0 0-68 0,0 0-112 0,-1 0-11 16,-11-8-45-16,-10-1-134 0</inkml:trace>
  <inkml:trace contextRef="#ctx0" brushRef="#br1" timeOffset="55406.66">18037 9654 977 0,'-15'-4'467'15,"15"4"225"-15,0 0-10 0,0 0-701 0,6-13-32 16,20 12 13-16,8 1 4 0,7 0 3 0,0-1 25 16,-11-10-5-16,18 12 4 0,9 0-4 0,6 0 2 15,9-1 8-15,1 0-5 0,5 1 6 0,3 0-8 16,5 1 6-16,4 0-2 0,3 2 4 0,0 2-3 15,4-3 25-15,5 2 0 0,8-3 10 16,1-1 7-16,3-2 5 0,2 0-2 0,8-2 4 0,1 1-7 0,9-3-12 16,-1 0 0-16,2 1-4 0,4 0-6 0,3 3-11 15,-3 0 4-15,4 1-6 0,1-2 6 16,0 2 1-16,-4 2-6 0,4 0 4 16,-2 3-4-16,-4-2 3 0,1-1 0 0,2 0 1 15,-3 2-7-15,-1 0 2 0,3 1 3 0,-1-1-3 0,-3-1-2 16,2-1 0-16,1-1 0 0,-7 0 1 0,-2-1 1 15,-2 0 0-15,-4 0 0 0,-8 0 2 16,-1 1 2-16,-8-1-7 0,-6 1 2 0,-2 0-8 16,1-1-58-16,-3 0-491 0,-7 0 912 0</inkml:trace>
  <inkml:trace contextRef="#ctx0" brushRef="#br1" timeOffset="56873.24">30519 7022 947 0,'0'0'228'0,"-1"0"-78"0,0-1 123 0,0 0-101 16,0 0-24-16,-35-19 7 0,36 20-45 15,0 0-5-15,0 0-4 0,0 0-33 0,-1 0-24 16,0 0-1-16,0 1-6 0,0 0-6 0,-8 49 2 15,16-28 2-15,3 5 0 0,1 1 6 0,-1 3-1 16,2-1-3-16,2-1 0 0,1 0-9 0,-2-2-12 16,3-1 7-16,-1-1-8 0,-1-4 13 0,-2-1-13 0,2 1 1 15,0-2-6-15,0 3-2 0,-1 0-1 0,0-3 0 16,-1 3-1-16,-1-3-3 0,-1-3-1 0,-1 2 1 16,-1-1 0-16,2-1 5 0,-4-3-1 15,0-1 2-15,-6-12-1 0,0 1-4 0,0 0 14 0,0 0-27 16,0 0 10-16,0 0-117 0,0 0-93 15,1-1-9-15,0 0-37 0,0 0-120 0</inkml:trace>
  <inkml:trace contextRef="#ctx0" brushRef="#br1" timeOffset="57058.66">30782 7214 1732 0,'0'0'70'0,"0"0"85"0,0 0-105 0,0 0 79 16,0 0-6-16,0 0 28 0,-1 0-22 0,0 0-33 15,0 0-5-15,-34 4-12 0,35-4-30 0,-1 1-8 16,-37 31 0-16,22-17-4 0,-1 2-11 0,-1 1-20 0,-3 2 5 16,-2 1-10-16,0 1 0 0,-3 3 1 15,1 0-4-15,1 2 0 0,1-2-36 0,2-7-163 0,3 1-1 16,4-5-69-16,2-3-135 0</inkml:trace>
  <inkml:trace contextRef="#ctx0" brushRef="#br1" timeOffset="57254.15">30764 7373 1359 0,'16'-5'234'0,"8"4"-151"16,1-1 40-16,5 2-28 0,-1-1 97 0,0 0-35 15,1 0 3-15,-3 0-14 0,-1 0-10 0,-3-1-58 16,0 1 1-16,-1 0-22 0,1-2-21 0,-1 1-17 0,-3-3-4 16,-1 0-4-16,0 1-4 0,-6-2 1 15,1 1-3-15,-13 5 3 0,1 0 1 0,0 0-38 0,1 0-14 16,34-8-18-16,-36 8-125 0,0 0-35 15,0 0-11-15,0 0-6 0,0 0-30 0,-1 1-146 0</inkml:trace>
  <inkml:trace contextRef="#ctx0" brushRef="#br1" timeOffset="57418.89">30983 7447 642 0,'0'0'92'0,"0"0"239"0,-1 0 149 0,0 0-381 0,0 2 68 0,0-2-14 0,-1 1 8 15,-19 34-17-15,21-35-33 0,0 0-27 0,0 2 0 16,0-2-11-16,2 1-14 0,31 35-34 15,-33-36 6-15,1 0-19 0,39 7-15 0,-39-7 4 16,0 0-5-16,50-9 6 0,-32 2 3 0,0-3-19 16,2-3-19-16,-1 1-12 0,1-1-156 0,2-1-95 15,1 1-22-15,3-2-59 0,-1 0-485 0</inkml:trace>
  <inkml:trace contextRef="#ctx0" brushRef="#br1" timeOffset="57638.42">31554 7088 1342 0,'0'0'452'0,"0"0"-319"16,0 0-45-16,0 0-42 0,0 1 84 0,2 0 16 0,16 40-7 15,-18-41 9-15,0 1-23 0,5 49-38 0,-4-30 2 16,-1 5-13-16,-3-1 7 16,0 2-23-16,2 1 1 0,-4-2-11 0,2 1-13 0,-1 4-18 0,-3-2 1 15,4 3-8-15,0-2-3 0,0-3-7 16,2-3 1-16,-1-5-3 15,2-2-7-15,0-16-42 0,0 1-29 0,0 0-13 0,0 0-182 0,10 34-155 16,-10-35-54-16</inkml:trace>
  <inkml:trace contextRef="#ctx0" brushRef="#br1" timeOffset="57785.99">31794 7626 1639 0,'0'0'65'0,"0"0"1"0,0 0 86 0,0 1 3 0,1 0 17 15,0 0-16-15,18 42-5 0,-19-43-64 0,0 1-4 16,-2 0-24-16,-26 37-48 0,28-38-68 0,0 0-25 16,-1 0-29-16,0 0-206 0</inkml:trace>
  <inkml:trace contextRef="#ctx0" brushRef="#br1" timeOffset="58523">32467 7203 1311 0,'0'0'384'0,"0"0"-224"15,-1-1-43-15,0 0-24 0,0 0 45 0,0 0-21 16,0 0-1-16,0 0-8 0,0 0-35 0,0 1-35 16,0 0-1-16,0 0-11 0,0 1-3 0,-33 39 4 15,30-19-1-15,-2 4 1 0,1-2-4 16,-1-1-10-16,0-2 1 0,1-3-5 0,1 2-2 0,2 2-7 15,1-3 0-15,2-3 0 0,-1-15-1 0,0 1-5 16,0 0 0-16,1 0-1 0,0 0 2 16,42 29 4-16,-43-30-4 0,1 0 3 0,44-21 2 0,-27 10 4 15,-1-3 2-15,-1 2-1 16,1-1 2-16,-1 0-2 0,-2 0 2 0,-5 0-1 0,0-1 1 16,-3 0 7-16,1 1-2 0,0-3 3 15,-5 6 5-15,2-5-12 0,-1 0 7 0,0 4-8 16,-3 11 6-16,0-1-1 0,0 0-4 0,0 0 4 0,5-37 1 15,-5 38 10-15,0 0-3 0,0 0 4 0,0 0-14 16,0 0-7-16,0 0-2 0,0 0-1 0,0 0-7 0,0 1 4 16,-17 41 0-16,13-22 2 0,0 1-4 0,3 2 5 15,-1 8-5-15,-3 2 5 0,-1 6 0 0,-2 8-2 16,-3 1 5-16,0 3-3 0,-1-1 6 0,-4-1-1 16,-1-3-2-16,-2-5 1 0,-1 0 0 0,2-3 6 15,-4 1-2-15,0 1 3 0,1-4-6 0,1-7 1 16,1-4 4-16,1-7-2 15,1-4 0-15,3-6-83 0,14-8 7 0,-1 0-38 0,0 0-40 0,0 0-56 16,-35-15-16-16,36 14-18 0,0-35-114 0</inkml:trace>
  <inkml:trace contextRef="#ctx0" brushRef="#br1" timeOffset="58707.85">32680 7401 1930 0,'0'0'84'0,"1"0"6"15,37 16-10-15,-20-6 15 0,0-1 7 16,1 2 4-16,1-3-9 0,-3 1 4 0,0-2-50 0,-1 1-28 16,0-2-6-16,-4 0-5 0,2-2-7 0,-14-4 0 15,1 0 0-15,0 0-1 0,36 14 5 0,-37-14-6 16,0 0-15-16,1 0-4 16,0 0-107-16,1 1-93 0,-2 0-15 0,1 0-36 0,0 0-155 15</inkml:trace>
  <inkml:trace contextRef="#ctx0" brushRef="#br1" timeOffset="58875.83">32709 7697 802 0,'0'0'992'0,"0"0"-727"0,0 0-179 0,0 0-49 0,2 0 75 0,34 10-33 0,-35-10 3 16,0 0-15-16,46-4-34 15,-46 4-21-15,0 0-3 0,48-23-4 0,-32 13-1 16,0-2-26-16,1-2-15 0,0 0-10 0,-3-1-98 0,1 0-78 15,-1 0-17-15,-1 3-35 16,1 0-218-16</inkml:trace>
  <inkml:trace contextRef="#ctx0" brushRef="#br1" timeOffset="59035.73">33132 7407 1544 0,'0'0'169'0,"0"-1"7"0,1 0-14 0,0 0 12 0,0 0-24 0,-1 0-37 15,0 0 1-15,0 0-17 0,0 1-32 0,0 0-1 16,-1 1 3-16,-29 33 0 15,23-13 14-15,-4 1-20 0,2 7-4 0,-3 1-6 16,-2 5-29-16,0 2-11 0,-2 0-3 0,-1-1-3 16,2-4-8-16,-2-4-33 0,2-3-35 0,1-3-9 15,0-3-212-15,2 2-82 0,0-3-70 0</inkml:trace>
  <inkml:trace contextRef="#ctx0" brushRef="#br1" timeOffset="59437.57">30775 8044 2719 0,'0'0'18'15,"0"0"-102"-15,0 0 45 0,0 0-58 0,19 20 112 0,7-15 12 16,5 0 3-16,7 1 4 0,2-1 10 0,6-2-26 16,5 1 2-16,3-1-11 0,2 1-2 0,12-1-3 15,4-1 2-15,9-1-1 16,3 1 16-16,-2-2 10 0,-3 0-2 0,6 0 3 16,6 0-8-16,1 0-7 0,6 0 1 0,-4 0-4 15,-1 1-1-15,4 0 49 0,2-1-20 0,0-2 27 16,-3-2-39-16,-4 0-2 0,-1 0-2 0,-4 0-3 15,-2 1-9-15,-13 2-6 0,-9 1 2 0,-5 0-3 16,-4 0 6-16,-4 0-3 0,-1 0-4 0,-10 0 1 16,-4 2-4-16,-7 0 0 0,-3 0 4 0,-3 0-5 0,-3-1-17 15,-4 1-106-15,-2-1-10 0,-13-1-40 16,1 0-109-16,0 0-108 0,1 0-110 0</inkml:trace>
  <inkml:trace contextRef="#ctx0" brushRef="#br1" timeOffset="59837.59">31208 6558 1614 0,'-20'-1'72'0,"3"1"103"0,-1 4-160 0,5 1 18 15,3 5 2-15,3 2 5 0,4 1 5 16,1 2-13-16,4 1 5 0,9 5-8 0,4 0-4 0,7 0-6 16,8 4-2-16,5-2 1 0,8-1 13 0,6-2 17 15,7-3-2-15,4-1 8 0,3 1 2 0,1-6 2 16,4 2 0-16,11-2 0 0,2-1-15 0,11 3-2 15,2-1-5-15,-2 1 1 0,-1 1-15 0,2-1-14 16,2 2 1-16,-6-2-5 0,-5 2 5 0,-6 0-6 16,-4-3 9-16,-4 0-7 0,-1-1 2 0,-7-2 3 15,-5 1-4-15,-8 0 4 0,-8-2-5 0,-8 0 5 16,-4-1 1-16,-4-2 2 0,-2-1 2 0,-7-3 0 16,1 0-14-16,-17-1-1 15,1 0-112-15,0 0-180 0,38-11-36 0</inkml:trace>
  <inkml:trace contextRef="#ctx0" brushRef="#br1" timeOffset="66666.81">30029 3309 2300 0,'0'0'39'0,"0"0"-109"16,0 0-19-16,0 0 0 0,0 0-21 0,0 1 73 16,15 33-3-16,-2-15 20 0,3 2 7 0,-10-11-4 15,14 14 5-15,0-1-2 0,2-1 34 0,0-11 2 0,1 2 2 16,5 0 0-16,3-3 16 0,2-2 11 16,6-3-2-16,0-1 3 0,-2-1-15 0,1 0 3 15,-2-1 3-15,-1 2-1 0,1 0-1 0,-1 1-17 16,2 5 0-16,0-3-6 0,1 1 2 0,5-2-7 15,6 3-1-15,5 2-4 0,2 0-9 0,1-1 4 16,0 1-1-16,-2-1 4 0,0 2-7 0,2-1 1 0,3-1 2 16,4-1 1-16,3 0-3 0,-1 0 10 0,-4 1-5 15,-3-1 10-15,-5 0 8 0,0-2-8 16,2 1 2-16,2-2-5 0,2 0-2 0,-2 2 5 0,-2 1-5 16,-4 2 2-16,-3-1-9 0,-2 0 7 15,-2 0-2-15,1 1 3 0,0 0-8 0,3-1-2 16,-2 1 3-16,-2-2-2 0,-3 2 3 0,-5-2 0 0,-2-2-1 15,-5-1 0-15,2 0 0 0,-3-2 3 16,-2 0 0-16,1-2 2 0,-7-1 2 0,-2 1 5 16,0-1-2-16,-8 0 3 0,-11-1 3 0,1 0 16 15,0 0-1-15,0 0 8 0,0 0 22 0,0 0 5 0,0 0 7 16,-1 0-6-16,0 0-9 0,0 0-40 0,-28-9-2 16,5 2-15-16,-1 1-7 0,-3-2-7 0,-2-1 1 15,-3-2-3-15,-3 1 5 16,-5 0-7-16,-6-2 4 0,-2 0-7 0,-5-1-4 0,-5-2 2 15,1 1 0-15,-7-1 0 0,0 0 3 0,-1 2 4 16,-6-1 1-16,-6 1 0 0,-2 1-1 0,-4-1 8 16,0 1-3-16,-1-1 5 0,1-1-1 0,-8 3-1 15,-1-2-1-15,1-1 0 0,1 0 0 0,4-1-6 0,-5 3-1 16,-2-1-2-16,0 1-5 0,2 3 7 16,0 0 0-16,-4 4 2 0,-6 2-5 15,2 1 3-15,1 1 2 0,4 1-1 0,2 2 8 16,1 2 2-16,3 4-2 0,12-2 2 0,8-2-2 0,9-1 1 15,7-3 1-15,5 2 0 0,5 2-3 0,9-1 9 16,3-1-6-16,8 5 7 0,5-3-1 0,17-4-25 16,-1 0-2-16,1 1-12 0,0 0-22 0,6 45 26 15,14-31-6-15,7 1 13 0,6 2 4 0,6 4 2 16,5-1 6-16,6 1-4 0,1-1 2 0,6-2 13 16,3-1-3-16,11-2 7 0,8-1 2 0,4-3-1 15,0 0 0-15,0-3 0 0,7-2 8 0,9-1-3 16,5-2 3-16,4-2-5 0,1-2-2 0,6 0 3 15,2-3-2-15,1 1 1 0,0 0-9 0,-4 0 0 16,-2 1 4-16,-4 1-2 0,-6 2 6 0,-8 2 3 16,-2 3-4-16,-4 2 4 0,-1 0-5 0,-10 3 1 15,-5 0 0-15,-4 0 0 0,-2 2-7 0,-2 1 3 16,0-2-1-16,-7-2 3 0,-2 2-1 16,-7-4 0-16,-4 1 1 0,-6 2 0 0,-6-4 7 0,-4-1-3 15,-3 0 5-15,-6-5-2 0,1 0 14 16,-4-1 20-16,-16-1-3 0,0 0 9 0,1 0-2 0,0 0 15 15,-1 0-3-15,1 0 8 0,-1 0-7 0,0 0-25 16,0 0-3-16,0 0-10 0,-1 0-46 0,1-1-61 16,-51-24-14-16,33 17-20 0,-4 1-96 0,-4-1-129 15,-3-5-96-15</inkml:trace>
  <inkml:trace contextRef="#ctx0" brushRef="#br1" timeOffset="70842.53">24874 2800 2771 0,'-18'-11'69'0,"-2"4"-71"0,2 3-16 0,5 4-43 0,13 0-15 0,0 0 0 16,0 0 5-16,0 0 4 0,0 1 42 0,0-1 7 16,0 1-2-16,1 0 4 15,28 39-1-15,-29-40 4 0,27 17 7 0,-9-8-2 16,-1 1 32-16,2 1 10 0,3 1-1 0,2-1 4 15,5 1-2-15,2 0-6 0,4 2-1 0,2-2-3 16,3-1-11-16,-1 0-3 0,1-1 1 0,1 0-2 0,0-1-1 16,1-5-3-16,4 2 2 0,8-5-2 15,3 1 3-15,4-3 6 0,3-2-2 0,-2-2 1 0,0-2-14 16,-3 0 7-16,3 0-5 0,6 0 6 0,1-2-2 16,5 3-3-16,-4 0-1 15,-5 2-2-15,-3 2-5 0,-1 2 5 0,4 1 2 0,6 1 1 16,2 1 1-16,-2 1-1 0,-3 2-3 0,-4 0 1 15,0 1-1-15,6-2 5 0,6-2-3 0,4 0 3 16,-2 0 2-16,-6 0 16 0,0-1 0 0,2-2 3 16,3 0-6-16,5 0-16 0,-2 1 4 0,-6 1-7 15,-6 0 8-15,-2-2 0 0,3 1-2 0,2 2 0 16,0-1-7-16,-3 2 8 0,-6 0-3 0,-10-1 4 0,-6 3 2 16,-4 0 0-16,-1-2 0 0,2-1 4 15,-1 0 56-15,-1-2-38 0,-1 1 21 0,-5 0-33 16,-2 0-9-16,-3 0 0 0,-1 0-4 0,-2 0 3 15,-1-1-2-15,-3-2-7 0,1 2 9 0,-2-1-8 16,-3-3 10-16,1 4-7 0,-5-4 2 0,2 2-1 16,2 0 8-16,-4-1-2 0,2 2 1 0,-3 1-2 15,-1 2 2-15,-13-3-3 0,0 0 2 0,1 0-2 0,-1 0-4 16,38-2 1-16,-38 2-3 0,0 0 0 0,0 0-26 16,0 0-51-16,1-1-16 15,-1 0-18-15,0 0-130 0,0 0-230 16</inkml:trace>
  <inkml:trace contextRef="#ctx0" brushRef="#br1" timeOffset="83738.13">13234 3954 1346 0,'-14'-10'295'0,"2"1"-122"0,12 9 144 16,0 0-398-16,-1 0-1 0,1 0-27 0,-1 0 56 16,0 1 2-16,-16 35 19 15,17-36 32-15,0 0 1 0,-1 1 3 0,0 0-1 16,-26 39 3-16,27-40 7 0,-1 1 1 0,-36 31 3 15,36-32 12-15,0 0 19 0,-45 24 2 0,45-24 8 16,0 0 16-16,-46 14-22 0,46-14 3 0,0 0-12 0,-49 8-8 0,49-8-7 16,0 0 0-16,-44 4-2 0,45-4-5 15,-1 0-8-15,-38 11-8 16,39-11 2-16,-1 0-12 0,-35 18 7 0,36-18 0 0,-1 0 3 16,0 1-1-16,-40 28-3 0,41-29 3 0,-1 1-4 15,-35 32-5-15,36-33 7 0,-1 1-2 0,-35 38 3 16,22-24-8-16,0 0 8 0,-1 1-2 0,1-1 5 15,0 0-12-15,1-2 7 0,2 1-4 0,-3-1 5 16,3-1-2-16,2-2 5 0,9-10 4 0,-1 1 0 16,0 0 11-16,0 0-4 0,-33 42 2 0,34-43-4 0,0 0-6 15,-1 1-3-15,0 0-1 0,0 0 1 0,-31 34 1 16,32-35 5-16,0 1 0 0,-1 0 0 0,-24 35-4 16,25-36-6-16,0 1 2 0,-1 0-2 0,-27 39 0 15,28-40 5-15,-1 1-2 0,-22 35 2 16,23-36-7-16,-1 1 2 0,-23 40-1 0,24-41 4 15,0 1 9-15,-22 46-4 0,22-46 3 0,-1 0-5 16,-23 50 1-16,19-32-4 0,-4 1 2 0,4 0-3 0,-4 1 3 0,1 1-2 16,1-2-4-16,1 2 0 15,0-3-1-15,-1 2 1 0,-4 0 4 0,1-1-3 16,0 2-5-16,0 0 7 0,0 2-2 0,-1 4 5 16,1 1-3-16,-4-1 0 0,1-1 2 0,-1 2 1 15,-1 0 10-15,0 4-3 0,-1 0-1 0,-1-1 0 16,1 0 4-16,-2-2-10 0,0 0 4 0,1 0-6 15,-1 2-4-15,-1 2 2 0,1 5 0 0,-3 5 0 16,-1 0 5-16,0 3-5 0,-2 0 1 0,0-3-3 16,-1 3-2-16,1-6 4 0,4 0-2 0,-1-1 4 15,-1 2-4-15,-4 4 1 0,-1 1 3 0,-2 2-1 0,2 1 1 16,-1-1-1-16,2-2-3 0,-2-3 0 0,1 1-3 16,0-4 1-16,-2 4 2 0,0 6 1 0,-1 0 5 15,-1 7-5-15,1 1-2 0,-3-2-1 0,5-1-2 16,-2-1 2-16,1-3 2 0,-1 6 1 15,-4 4 2-15,-1 3-3 0,-1 6 0 0,0-3 0 16,-1-3 2-16,-1-3 2 0,-2 1-4 0,2 5 1 16,1 4-3-16,4 4 4 0,-3-2 1 0,2-5 1 15,-1-5-4-15,-4 4-2 0,0-1 2 0,-3 8-1 16,-1 2 4-16,-2-4 0 0,-2-5-1 0,2-2 0 16,-1-1-2-16,3 5 8 0,0 3 0 0,0-3 3 15,0 0-3-15,-4-7 0 0,0 0 3 0,-2 1 0 16,0 3 4-16,0 5-6 0,2 0-3 0,5-4 0 15,2-2-5-15,3-4 4 0,2 1-1 0,-3 6 1 16,-1 3-9-16,0 2 7 0,-2-3-3 0,2-5 5 16,0-3-7-16,-1 3 4 0,-1 5 0 0,1 3 2 0,4 4-2 15,0-6-1-15,1-7-1 0,1 1 0 16,-3 3 0-16,0 6 0 0,-2 3 0 0,0-2 0 16,2-5 4-16,-1-5-4 0,-1 2 2 0,1 4-3 15,1 4 1-15,-1 2 4 0,5-2-4 0,-1-6 3 16,2 0-6-16,-2 2 5 0,-5 2-1 15,0 3 3-15,2-2-4 0,-3-6 1 0,0 0 2 0,1-2 0 16,-3 1-4-16,1 8 2 0,3 0-3 16,3-3 2-16,3-4 3 0,-1-4-1 0,-1-1 9 15,0 1-7-15,-1 4 7 0,1 0-7 0,0-1 0 16,0-4-2-16,1-3 0 0,-1-3 2 0,4 2-2 16,2 3 1-16,1 0-3 0,2 2 3 0,1-3-1 15,1-6 1-15,1-4-4 0,0-4 0 0,0 1 2 16,2-2 1-16,-1 2 2 0,1 1 2 0,-1-5 1 0,0 0 1 15,2-5 11-15,2-5-4 0,-1 0 1 0,2-5-3 16,0 2-2-16,0-2 0 0,1-6-4 0,2 1 4 16,-2-1-11-16,3 1 3 0,-1 4 0 0,3-2 2 15,-1-2-1-15,0-2-1 0,1-1 1 0,1-2-1 16,0-1 3-16,-1 0-6 0,4-2 3 0,-1-2-3 16,3 0 7-16,-1-2-6 0,0 1-1 15,-1-3 0-15,1 0-1 0,0 2-2 0,5-13-1 16,0 1-2-16,0 0-2 0,-17 38-65 0,17-39-29 0,0 1-23 15,-1 0-195-15,-20 44-320 0</inkml:trace>
  <inkml:trace contextRef="#ctx0" brushRef="#br1" timeOffset="84643.19">13094 4131 2821 0,'-16'-17'102'0,"0"6"-98"0,2 4-33 0,3 9-51 0,1 4-56 16,0 7 71-16,-2 4 0 0,-3 6 22 0,-4 7 15 15,-19-8 12-15,6 21 4 0,-2 5 1 0,-1-1 3 16,1 0-5-16,0-1-1 0,-2 1-1 15,-3 1-2-15,-1-1 18 0,2 4 4 0,1 1 7 0,0 2 16 16,-2 0-5-16,1-3 3 0,-4-1-4 0,-1 2 9 16,1 1-9-16,1 7 1 0,-1 7-4 0,-1 3 0 0,-6 0-6 15,-3 0-1-15,-4 3-2 0,-2 5-10 0,0 8 0 16,-2 4 1-16,-1 0 2 0,1-6 2 0,-4 3-5 16,1 1 3-16,-5 7-3 15,-1 0 6-15,-2-8 12 0,2 1-4 0,4 1 7 0,-1 5-4 16,0 1-3-16,-5-5 1 0,1-1-1 0,3 0 1 0,-2 5-2 15,1 5-1-15,-2-5-1 0,-1 2-7 0,-7 4-3 16,0 3-1-16,4 5 0 0,0-2 2 0,3 2-1 16,-1 0 1-16,-6 6-1 0,-3-4-1 0,2 1 0 15,3-1 0-15,3-1 0 0,2 3 7 0,-4-3-4 16,-4 1-1-16,3 1 0 0,2 0 0 0,4-1-1 16,4 0 3-16,0 2-3 0,-4 2 3 0,-1 2 4 15,1-2-1-15,4 0 1 0,1 0-4 16,5-1 7-16,-4 2-2 0,1-1 5 15,0 1 6-15,1-2-4 0,5-2-1 0,4-2-2 16,3 1-9-16,4 1 0 0,1-4-1 0,1-2 1 16,-2 1-4-16,-1 1 3 0,0-4 0 0,0-1 1 15,0-1-2-15,1-1 8 0,3 2 2 0,3-8 3 0,3-2 18 0,-1 0-6 16,1-1 3-16,-3 3-5 16,-2-4-8-16,2-7 3 0,-1-2-9 0,2 0 7 0,-2 0-8 15,4-1-8-15,5-5 7 0,1-9-9 16,4-4 9-16,1 1-6 0,-3 0 1 0,0 3-3 15,0-2 0-15,-3 0 1 0,0-5-1 0,0-4 0 0,1-1-4 16,-1 2-16-16,0 5-34 0,-1 3-10 0,3 3-282 16</inkml:trace>
  <inkml:trace contextRef="#ctx0" brushRef="#br1" timeOffset="86091.07">17591 7483 2588 0,'-14'-11'112'0,"1"3"-78"16,13 8-40-16,-1 0-93 0,0 0-92 0,1 0 79 15,0 0-19-15,0 0 67 0,0 0 39 0,0 0 7 16,1 0 7-16,0 0 0 0,46 15 32 0,-47-15 8 0,1 0-1 16,41 23 3-16,-42-23 5 0,33 16 19 15,-17-8 0-15,3 0 6 0,3 2-2 0,0-1-16 0,2 0-6 16,7 0-4-16,-1 0-16 0,4-2-5 0,3 2 2 0,1 0-4 15,1-1-1-15,3-2-6 0,4 1 3 0,3-1-3 16,5-2 1-16,7 0-2 0,1 0 0 0,4-1-1 16,-2-1 1-16,-1 0-2 15,0-1 0-15,5 1 0 0,3 2 4 0,3 1-2 16,1 0-1-16,-4 1 0 0,-1-1 6 0,-2 1 3 16,6 1 0-16,4 0 1 0,3 0-1 0,2 1-5 15,-2-1 1-15,3-1-3 0,2-1-4 0,8-1-1 16,0-1 4-16,1-2-2 0,1 1 3 0,3-2-3 15,1 0 1-15,3 0-1 0,0 1 5 0,-5-1 8 16,3 1-2-16,-1-1 3 0,0 2 2 0,-4 1-11 16,-4 1 3-16,1 0-6 0,3-1 0 0,-2 1 5 15,-2 1-5-15,-4 1 4 0,2-1-7 0,4 2 5 16,0-2 2-16,-2 0 1 0,-5 0 2 0,2-4-3 0,4 2-2 16,2-3 1-16,-2-1 1 0,-3-2 4 15,-5-1-1-15,3-2 2 0,1 1 0 0,-1-4 7 16,-5-1 2-16,-4 0-1 0,0-1 1 0,1-2-9 15,2-1 5-15,-4-1-7 0,-5-2 8 0,-4-1-7 16,-2-1-1-16,-1-2-3 0,1-1-2 0,-2-3 4 16,-4 0 3-16,-4-2-1 0,-3 1 10 0,-5-2-2 15,-5-2 0-15,1 1 1 0,-3 0 1 0,1-1 1 0,0 4 0 16,-6-3 0-16,-1 0-1 0,-2-4 0 0,-6 0-2 16,-1-2 1-16,-3-2 4 0,-2 0 0 15,-5-3 7-15,-1-3-6 0,-3 1 2 0,-1-1 1 16,-3 2-4-16,-2 2 4 0,-4-4-10 0,-3-1 5 15,-2-4-3-15,-4-5 4 0,0-1-7 0,-4-3 1 0,-3-1-1 16,0 1-1-16,-5 4-6 0,-1-1-2 16,-3 0-2-16,-5-2 1 0,0-3-6 0,-6-4 0 0,-4-2 0 15,-4 6-2-15,-5 2-3 16,-4 2 2-16,-2 2 1 0,-5-6 1 0,-4-2-3 0,-6-2 0 16,-7 2-3-16,-7 4 2 0,-1 3-8 0,-5 7 10 0,-1 1-5 15,-3 2 6-15,-8-2-9 0,-1 1 2 16,-2 2-2-16,-3 2 1 0,-4 1-5 0,-6 6 5 15,-6 2-4-15,-3 5 4 0,-2 6 0 0,-3 3 6 16,1 5 2-16,-4 2-1 0,0 2-6 0,2 3 1 16,-4 0 0-16,-4 5 1 0,2 1 4 0,-4 2-2 15,0 5-3-15,-2 3 1 0,-2 2 3 0,-2 5-3 16,-3 3 4-16,2 5-4 0,0 5 2 0,-2 5 1 16,2 1-1-16,1 4 1 0,1 2 2 0,1 1-3 15,4 1-1-15,0-2 0 0,2 1 2 0,3 0 5 0,4 3 0 16,2 6 2-16,2 6-6 15,4 4 9-15,5 2-5 0,5-4 9 0,3-2-10 16,3-2 1-16,6 4 4 0,7 4-2 0,5 4 0 16,8 4-3-16,-2-4 0 0,9-1-2 0,3-4 0 0,9 1-1 0,8 5-3 15,4 4 3-15,1 5-1 0,3-8-8 16,7-1 2-16,5-9-5 0,4 1-6 16,8 0 2-16,4 1 3 0,9-1 1 0,5-5 15 15,8-7-7-15,7-2 7 0,9-10-5 0,2 0 13 16,11-8-4-16,1-1 2 0,12 1-2 0,2 0 7 0,6 1-9 15,4-1 0-15,7-3-2 0,7-1 0 0,9-3 0 16,8 0-4-16,-2-2 0 0,3 0-2 0,8-1 4 16,4-2 2-16,8-1 0 0,1-2 0 0,1-2-1 15,3-1 1-15,2-4-1 0,-1 1-2 0,1-1-1 16,-3-2 1-16,-1 0 0 0,-1 0 4 0,-4 0-1 16,1 2 0-16,-2-1-7 0,1-1-73 15,0 1-374-15,4 0-103 0</inkml:trace>
  <inkml:trace contextRef="#ctx0" brushRef="#br1" timeOffset="97191.45">4944 12925 808 0,'-11'-11'510'0,"0"1"-205"16,1 2 258-16,10 8-539 0,-1 0-10 15,0 0-15-15,1 0-35 0,-2-1-3 0,1 1-9 16,0 0-16-16,0 0 28 0,0 0-6 0,0 0 14 16,0 0 0-16,-34 25-5 0,35-25 12 0,0 1-7 15,-6 39 33-15,6-40 15 0,0 1-1 0,-6 45 6 16,6-46 8-16,0 1 10 0,-4 47 1 0,3-30 3 16,1 0-2-16,-3-3-5 0,2 3 0 0,0 3-2 15,0 3-8-15,-1 3 3 0,-1 1-5 0,-1 6 3 16,1 0-15-16,-2 5-10 0,-1 6 1 0,0 3-3 15,-1 4-4-15,1-2-1 0,-1 3-4 0,2 1 2 16,-1-1-1-16,2 4 7 0,1-2-1 0,2-1 3 16,2-2 2-16,2 2 3 0,1-3 1 15,0 0 1-15,1 1 7 0,0 0 8 0,0 5 5 16,0 3-1-16,1 2-1 0,-3 4-7 0,1-1-2 0,-1 8-2 16,-1 4-8-16,-2 3-10 0,0 6 4 0,0-1-5 15,-1 0 12-15,0-1-10 0,-1 1 4 0,1-3-4 16,0 2 13-16,1-8 0 0,0-4 0 15,2-2 0-15,0-2-3 0,0 0-4 0,2 0 3 0,-3 0-4 16,2-5 7-16,1-1 6 0,-1 1-2 0,0-2 3 16,1 2-5-16,-2 4-6 0,1 1 0 0,0-4-2 15,0-1 2-15,-1-1-5 0,0 0 3 0,-1 2-4 16,0 2-2-16,0 2 5 0,-1-3-3 0,1 0 4 16,-1-4-4-16,0 0 2 0,-1-3 0 0,-1 1 0 15,1 1-5-15,0 0 7 0,-1 0 13 0,-1-2-2 16,1-2 37-16,-1-3-33 0,-1 1 4 0,0-1-13 15,-1 1 3-15,0 0-6 0,-1-1-2 0,1-2-1 16,0-2-8-16,1-1 2 0,-1-4-1 16,2-2 2-16,-1 0 0 0,1-4 3 0,-1 1-1 0,0-2 1 15,0-2-1-15,0-4-2 0,1-3-12 0,0-3-1 16,1-4-81-16,1-2-115 0,1-4-28 0,0-15-46 16,0 1-263-16</inkml:trace>
  <inkml:trace contextRef="#ctx0" brushRef="#br1" timeOffset="98460.46">8539 11534 1200 0,'-12'1'256'0,"0"4"-105"0,0 3 131 0,2 2-270 16,0 7 3-16,0-3-6 0,-3 5 23 0,-1 3 4 16,0 1 5-16,1 3 20 0,-1-1-1 0,-3 1-5 15,0-1 1-15,-1 1-21 0,1 1-6 0,-1 1 2 16,0 2-4-16,-2 4-6 0,-9-9-4 0,5 16-3 16,-3 4 1-16,-2 0 0 0,-4-6-3 0,-2 4 7 15,-2-1-4-15,-1 1 31 0,0 3 5 0,-3 2-1 16,5 1-1-16,0 0-16 0,-1-2-6 15,-1 2-1-15,0-1-1 0,-1 2-3 0,-5 3-12 0,-2 3 6 0,-2 4-8 16,-1 0 2-16,1 3-6 0,0-1 2 0,-1-2-2 16,-1 3 6-16,-2 0 3 0,-3 4-1 0,-1 5 3 15,0-1 3-15,1 1-6 0,3-3 0 0,0-1-4 16,-1 2-4-16,-3 3 1 0,1 1 1 0,-2 3 0 16,0-1-5-16,-1-6 1 0,0 2 0 0,3 1 1 15,2 2-1-15,-2-2 3 0,0 1-5 0,-3-3 4 16,-1-3-6-16,-1 1 30 0,2 2-7 0,4-1 14 15,-1 0-23-15,3-4-5 0,0-3 3 0,-3 1-3 16,-1 2-1-16,-3 3-3 16,0 2-2-16,-2 0 0 0,3-1-1 0,3-2 5 15,0-1-4-15,1-3 4 0,-2 2-6 0,-1 3 2 0,0-2 4 16,2-2 0-16,3-1 4 0,5-7-4 16,3 3 2-16,2-2-3 0,0 2 0 0,1 3 1 15,-1-3-3-15,0-3 1 0,1-1-3 0,-2-5 0 0,0-1 3 0,2 3-1 16,2-3 5-16,7 3-1 0,2-2-2 0,1-3 3 15,-1-2 6-15,2-1-2 16,0-4 1-16,3-5-2 0,1 0 0 0,2-4-8 0,1-1-1 16,1 1-1-16,2-5 2 0,0 3-5 15,-1-2 4-15,3 1-5 0,1-4 5 0,-3 1 0 16,5-3-1-16,1-1-3 0,-1 0-36 0,3-2-72 0,1-2-20 16,0-1-23-16,2-2-122 0,3-2-113 15,4-13-34-15</inkml:trace>
  <inkml:trace contextRef="#ctx0" brushRef="#br1" timeOffset="98964.49">5893 15333 1652 0,'0'0'439'0,"-1"0"-313"0,-34-7-14 0,35 7-89 16,-1 0-7-16,-35-1-3 0,36 1-6 0,-1 0 1 15,-43 12-22-15,23-3 12 0,-1 2-2 0,-3 4 5 16,-3 3-2-16,0 4-2 0,-5 4 3 0,0 2-1 16,0 3 1-16,-2 6-11 0,-1 6-1 15,-6 7-2-15,-4 3 6 0,-4 7 10 0,-5 2 3 16,-7 3 4-16,0 0 19 0,3 5 35 0,1-2-5 0,10 1 14 15,1 0-17-15,0-3-28 0,1-2-1 0,-1-1-10 16,-3 0-14-16,1 2 2 16,1-1-3-16,3 1 0 0,4-3-8 0,2 0 7 0,3-3-15 15,1-4 8-15,-1 0-48 0,4-7 2 0,0-1-1 0,5-5 2 16,1-6 18-16,3-4-3 16,3-6-6-16,2-5-4 0,3-2-56 0,2-5-55 0,3-2-29 15,10-12-29-15,0 0-321 0</inkml:trace>
  <inkml:trace contextRef="#ctx0" brushRef="#br1" timeOffset="99828.4">4058 11865 2229 0,'0'0'50'0,"0"0"-37"15,-1-1-11-15,0 0-3 0,0 0-25 0,0 0-50 16,0 1 14-16,-1 0-22 0,2 0 52 0,-26 27 16 16,22-3 4-16,0 6 3 0,0 1 5 0,-2 4 1 15,2-3 0-15,1 2 2 0,0-6 2 0,3 0 1 16,0-2 3-16,1-3-3 0,2 1 4 0,1-7 5 16,0-3 4-16,-4-14 1 0,0 0 18 0,1 1 10 15,0-1 6-15,1 0 3 0,41 9 18 0,-43-9 2 16,22-24-6-16,-8 7 3 0,-2-8-14 0,0-1-4 0,-3 0 0 15,-1-2-2-15,-1 4-13 0,-3-1-4 16,2 1-4-16,-4 0 2 0,-4 1-5 0,-2 3-11 16,-3 2 3-16,1 3-6 0,-5 1-5 0,0 4-6 0,-2 2-7 15,-1 2 0-15,1 2-34 16,-3 3-28-16,0 1-3 0,-2 5-9 0,-2 2-18 16,-3 7-86-16,0 2-26 0,1 8-36 0,-2 2-239 0</inkml:trace>
  <inkml:trace contextRef="#ctx0" brushRef="#br1" timeOffset="100339.87">3014 17206 2558 0,'0'0'175'0,"-1"0"-29"16,1 0-20-16,-1 0-119 0,1 0-73 0,0 0 33 15,0 0 2-15,33-8 15 0,-9 5 12 0,-10-5 3 16,12 4-1-16,0-2 2 0,3 0 6 0,-2-2-6 16,6 1 2-16,0 0-3 0,0-2 6 0,-1 1-3 15,-2 2 1-15,-2 1-2 16,-1-2 2-16,-5 2-7 0,0 0-3 0,-4 0-3 0,-1-1-26 0,-2 1-27 16,-2 0-11-16,1-4-8 15,-2 1-66-15,0-1-72 0,3 0-29 0,-3-4-49 16,2-1-467-16</inkml:trace>
  <inkml:trace contextRef="#ctx0" brushRef="#br1" timeOffset="100563.3">3796 16510 2464 0,'0'0'93'0,"-1"0"99"0,0 0-220 0,1 0 25 15,-2 1-13-15,1 0 16 0,-30 43-20 0,34-25-8 16,-2 5 5-16,2 5-4 0,-1 3 27 0,0 3-10 15,1 5 5-15,0 6-7 0,0 3 0 0,0 5 15 16,-2 1-1-16,-1 1 7 0,0 3 0 0,-2 2-17 16,-1 4 2-16,-2 1-7 15,0 1 1-15,2-4-10 0,0-1-3 0,1-2-13 0,2-3-133 16,-1-1-122-16,2-1-58 0</inkml:trace>
  <inkml:trace contextRef="#ctx0" brushRef="#br1" timeOffset="102077.55">4910 16315 1459 0,'0'0'82'0,"0"0"-7"0,-2 0 8 0,1 0-42 0,0 0-10 15,-44 6-1-15,45-6 0 0,0 0-3 0,0 0-12 16,0 0 4-16,0 0-2 0,0 0 3 0,0 0-3 16,0 1-3-16,0 0-2 0,-14 38 0 0,14-39-1 15,0 1 7-15,-9 45 2 0,4-27 2 16,2 1 7-16,-2-2 4 0,2 0-6 16,1 0 4-16,0-3-16 0,1-2-3 0,1-13 2 0,0 0-2 0,0 1 15 15,0 0-5-15,0 0 0 0,0 0-2 0,0-1-5 0,0 0-9 16,0 0 4-1,0-1-7-15,13-41 6 0,-10 21 1 0,-2-5-2 0,0-1 2 16,0-1 4-16,-1-1 13 0,0 2 1 0,-2 2 4 0,0 1 11 0,1 4-4 16,0 1 3-16,-1 4-6 15,2 15-15-15,0-1-4 0,0 0-4 0,0 0 0 16,0 1-11-16,0-2-17 0,0 1-4 0,-1 0-4 16,0 1-5-16,0 0-11 0,0 0 4 0,0 1-6 15,-28 40 16-15,26-19 13 0,0 2 5 0,0 1 2 0,1 1 10 16,0-1-2-16,1 2 0 0,1-6-1 15,0 0-4-15,1-2 2 0,1-4 1 0,2 2 2 16,2-1 4-16,0-3-5 0,-6-13 5 0,0 1-3 16,1 0 15-16,0 0 9 0,35 25-5 0,-36-26 7 15,1 0 3-15,0 0 11 0,45-22-1 0,-30 6 1 16,0-4-16-16,-1-2-6 0,1-4 0 0,1-1-3 16,0-3 3-16,-2 0-6 0,0-2 0 0,-2 0-1 15,-2-1 0-15,-3 3 1 0,1 1 0 0,-2 4 0 16,-1 0 3-16,-3 6-2 0,-1 0 2 15,-3 2-2-15,0 3 3 0,1 14-5 0,0-1-7 0,0 0 0 16,-2 1-22-16,-42-29-6 0,43 29-3 0,0 0-3 16,-52 8-34-16,32 3 20 0,-3 3-8 0,-4 5 12 15,0 2-5-15,-3 3 18 0,0 3 4 16,1 2 5-16,1 3 23 0,1 0 2 0,3 3 1 16,3 0-1-16,0 0-7 0,7-1 3 0,1-1-7 0,5 0 3 15,0-2-3-15,7-1-8 0,1 0 7 0,0-5-8 16,4 0 5-16,2-8-1 0,0-4-7 0,-5-13 3 15,1 0-13-15,35 14 12 0,-35-14 5 0,36-8 2 16,-17-3 15-16,1-7 10 0,1-4 4 0,-1-5 2 16,0-7 8-16,1-1-10 0,-2-3 1 15,1-3-4-15,-2 3-3 0,-2-2-8 0,-1 1 4 16,-4 5-4-16,-1 2 10 0,-5 4-6 0,0 4 1 16,-1 4-2-16,-3 4-8 0,-2 16 9 0,0-1-6 15,0 0 7-15,0 0-2 0,0 0-11 0,0 0 3 0,0 0-7 16,-1 0-5-16,0 1-8 0,-35-10 0 0,36 10-2 15,0 1 13-15,-35 36 12 0,23-20-1 0,1 1 5 16,-1 1-10-16,2 1 3 0,0-3-2 16,2 1 1-16,1-1-11 0,2-1-3 0,1-1 4 15,4-15-2-15,0 1 5 0,0 0-12 0,-1 34-21 0,1-35 2 16,0 0-78-16,0 0-62 0,1 1-15 0,0 0-32 16,44 21-185-16</inkml:trace>
  <inkml:trace contextRef="#ctx0" brushRef="#br1" timeOffset="106049.26">8097 11849 1917 0,'-6'-13'148'0,"-2"-2"-7"0,1 1-10 0,2-3-85 16,1-1-67-16,1-1 0 0,3-2 1 0,0 0 8 0,0 1 14 15,-10-8 17-15,6 11 4 0,-1 2 7 0,1 1 24 16,-3 2-7-16,7 12-4 0,0-1-4 0,0 0-26 15,-1 0-13-15,-38-21 1 0,39 22-5 0,0 0-4 0,-1 0 4 16,-42 20-2-16,43-20 2 16,-1 1-7-16,-26 39 14 0,21-21-2 0,3 2 8 0,-2-2 2 0,3 0 1 15,0 0 1-15,2-3-1 0,3 2-14 0,4-4-2 16,3-2 0-16,5-3 1 0,2-5 4 0,1-3 7 16,6-1-2-16,4-5 4 0,3-3 1 0,3-3 0 15,1-5 0-15,0-3-2 0,-2-4 3 0,-2-5-3 16,-1 6 5-16,-3-6-5 15,-2 5 6-15,-5 0 7 0,-2-1-4 0,-3 1 5 16,-3-1-6-16,0 4 13 0,-2 1-7 0,-5 2 9 16,-1 4-5-16,-4 13 12 0,0-1 1 0,0 0 4 15,0 0 3-15,0 0-26 0,0 0-1 0,0 0-12 0,-1 0-30 16,0 0-18-16,-43-13-1 0,28 28-5 0,-2 3 12 16,-2 6 18-16,-2 2 2 0,-1 5 5 15,0 1 2-15,-1 5 9 0,1 0 0 0,-1 1 3 16,2-2-3-16,5-2 4 0,-1-1-5 0,6-5 5 15,-1-3-1-15,7-5-2 0,0-4 0 0,6-15-1 16,0 1 5-16,0 0-7 0,0 0-2 0,0 0-2 16,0 0-9-16,1 0 13 0,0-1 0 0,41-2 3 15,-23-15-4-15,3-5 9 0,3-6 2 0,2-4 4 16,2-4 3-16,2-3 6 0,1-1-2 0,-2-1 5 0,1 1-5 0,-5 0-11 16,1 2-2-16,-1 0-3 0,-2 5-5 0,-1 7 4 15,-4 4 6-15,-4 6 0 0,-15 16 24 0,1 0 19 16,0 0-6-16,0 0 7 15,0 0-31-15,-1 0-23 0,4 24-2 0,-16-3-7 16,-2 5 7-16,0 2-5 0,2 3 3 0,-1 1-3 16,-1 1 5-16,2-2 0 0,4 1 2 0,1-4-2 15,4-4-7-15,2-2-138 0,1-2-9 0,2-3-60 0,5-1-182 16</inkml:trace>
  <inkml:trace contextRef="#ctx0" brushRef="#br1" timeOffset="106593.44">11980 5691 2574 0,'-19'-16'89'15,"-1"5"-64"-15,1 3-14 0,4 5-32 16,15 3-41-16,-1 0-12 0,0 0 2 0,-39 22 1 16,30-7 14-16,-8-4 32 0,8 14-6 0,1 2 15 15,1-1-2-15,1-2 0 0,3-1 3 0,3-1-1 16,2 1 7-16,2-4 4 0,3 0-5 0,2-2 4 16,-1 1-7-16,4-1 5 0,-1 2 3 0,1-3-1 15,3 1 1-15,0-2-28 0,4 3-33 0,4-3-9 16,2 1-227-16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7T19:43:50.97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2753 924 1580 0,'0'0'-21'0,"0"0"2"0,0-1-2 0,-1 0 102 16,0 0 15-16,0 0 33 0,0 0 16 0,0 0-6 0,0 0 6 15,-35-22-8-15,35 23-25 0,0 0-4 16,0 0-11-16,0 0-46 0,0 0-12 16,-34 13-2-16,35-13-2 0,0 1-5 0,1 47 1 15,2-22-1-15,1 8 1 0,3 5 6 0,-2 3-4 16,-1 3 1-16,0 7-4 0,-2 4-5 0,-3 9-13 15,2 4 3-15,1 5-6 0,-2-5 1 0,1 3 1 16,-1 2-1-16,-2 1 1 0,-3 5 0 0,2-2-5 16,-2-5 0-16,1-6-1 0,4-2-1 0,0-4-3 0,-2-1-1 0,2-4 0 15,-1-6 0 1,1-7-1-16,1-9 1 0,1-7-2 0,-1-6-5 0,3-6-101 16,-4-15-2-16,0 0-40 0,0 0-48 0,1 0-20 15,0 0-12-15,30-18-18 0,-21-10-179 0</inkml:trace>
  <inkml:trace contextRef="#ctx0" brushRef="#br0" timeOffset="311.39">2782 1095 1949 0,'0'0'168'0,"-1"0"-105"15,0 0-23-15,0 1-5 0,-1 0 50 0,-28 40-7 0,30-41 3 16,0 1-7-16,0 0-12 0,9 37-8 0,-9-38 3 15,25 28-7-15,-12-16-17 0,7 2-18 0,1-2 0 16,3-1-4-16,4-1 16 0,1 1-13 0,3-1 7 16,0 0-8-16,-1-2 10 0,-1 0-2 15,-2 0-1-15,0-1-1 0,-1 4-7 0,-1 0 2 16,-1 1-1-16,-3 2 2 0,0-1 0 0,-3 4 7 16,-3 0 4-16,-4 1 0 0,-2 2 9 0,-7 2 3 15,-2 2-2-15,-5 4 4 0,-6 1-5 0,-4 2-3 0,-6-1 0 16,-5-1-2-16,0 2-8 0,-5 3 3 0,4 0-8 15,0 1 6-15,-2-3-10 0,3-6-21 0,-1 0-9 0,1-5-9 16,3-3-58-16,1-1-94 16,1-4-7-16,2-1-42 0,3-3-130 0,5 0-392 15</inkml:trace>
  <inkml:trace contextRef="#ctx0" brushRef="#br0" timeOffset="760.58">3884 1230 1534 0,'0'0'592'0,"-1"0"-416"15,0-1-83-15,0 0-39 0,-34-21 92 0,35 22-45 0,0 0-1 16,-1 0-19-16,0 1-31 0,-40 25-17 0,30-13-2 15,-2 7-6-15,-2 3-10 0,0 6 2 0,1 3-1 16,-1 5-1-16,1 6-5 0,0 4 11 0,2-2 1 16,1 3 5-16,2 1 6 15,1 1-9-15,3 7 1 0,1 1-5 0,-2 0-10 0,3 2-4 0,0-6-3 16,3-2 1-16,2-3 1 0,-1-4-8 0,1-4 4 16,0-1-6-16,2-1 5 0,1-2-8 0,2-1 1 15,-1-5-11-15,3-4-85 0,1-5-175 0,1-4-30 16,2-3-64-16,2-4-254 0</inkml:trace>
  <inkml:trace contextRef="#ctx0" brushRef="#br0" timeOffset="1412.9">4589 1138 770 0,'0'0'410'15,"0"0"199"-15,-1 0 7 0,0 0-525 0,0 0-39 0,0-1 11 16,0 1 4-16,0 0-11 16,0 0-17-16,0 0 17 0,0 1-4 0,-34 42 5 0,30-14-22 0,-2 11 17 15,-2 7 0-15,-6 9 6 0,-4 6 3 16,-3 5-13-16,-3-2 1 0,-1 5-5 0,-3 2-10 0,0 3-11 16,-3 3-9-16,2-2 1 0,1-6-10 0,2-11-1 15,0-6 1-15,4-6-2 0,4-4-4 0,3-4-26 16,2-4-25-16,6-9-11 15,0-4-172-15,8-22-108 0,0 1-15 0,0 0-58 16,0-1-349-16</inkml:trace>
  <inkml:trace contextRef="#ctx0" brushRef="#br0" timeOffset="1634.66">4583 1079 1945 0,'0'0'176'16,"0"0"-70"-16,0 0-13 0,0-1-5 0,0 0 20 15,0 1-24-15,0 0 1 0,1 0-10 0,0 1-5 0,14 37-4 16,-14-11 4-16,2 6-4 0,1 6-7 0,0 9-2 16,-2 0-8-16,0 3 5 0,1 5-22 15,2 0-13-15,2-2 0 0,4-2-5 0,-2 1-10 16,2 2 0-16,2 2-1 0,0 1 0 16,2-2-2-16,2-6-1 0,1-5-3 0,-1-7 2 0,-1-4-5 0,0-7-125 15,-1-4 1-15,-3-1-59 0,-3-6-113 0,0-1-129 16,-3-1-75-16</inkml:trace>
  <inkml:trace contextRef="#ctx0" brushRef="#br0" timeOffset="1866.23">4426 1664 1935 0,'-18'-6'130'0,"-1"4"323"0,3-2-412 0,16 4 92 15,-1 0-18-15,-1 0 39 0,2 0-45 0,-1 0-29 16,0 0-2-16,0 0-11 15,1 0-24-15,0 0-22 0,0 1-3 0,37 17-6 16,-14-15-12-16,3 1 5 0,1 0-1 0,-2-1 2 16,0 3-3-16,0 0-3 0,0-2 0 0,4 2-2 15,5-2-6-15,2-1-98 0,3 0-28 0,3 0-41 16,0 1-229-16</inkml:trace>
  <inkml:trace contextRef="#ctx0" brushRef="#br0" timeOffset="2350.19">5916 1579 1063 0,'-15'-6'143'0,"2"1"300"15,2 0-254-15,11 5 17 0,-1 0-10 0,0-1 12 0,0 0-14 0,0 0-35 16,-35-38-5-16,36 39-12 0,0-1-35 0,0 0-7 16,0 0-5-16,1-38-1 0,-1 39-17 0,0 0-11 15,0 0-1-15,0-1-5 0,0 0-14 0,-1 0-20 16,0 1 7-16,0 0-12 0,-39-9-11 0,40 9 4 16,-1 0-11-16,-39 18 9 0,23-9-6 0,-2 1-9 15,0 1 8-15,-2 2-8 0,2 1 2 0,0 0-1 16,1 0-2-16,2 1 3 15,1-2 2-15,3 1-6 0,3 2-1 0,1-1-2 16,1 0 6-16,3 0-10 0,0 3 7 0,4-1-8 0,2 1 6 16,2 0-9-16,1-2-1 0,2 0-2 15,4-1 0-15,3-1 0 0,4-1-2 0,8-3 1 0,1 0-7 0,9-1 14 16,0-2-3-16,0-1 8 0,1 1 7 0,-5 0 0 16,-2 0 3-16,-4 0-2 0,-5 3-5 0,-5 0 12 15,-4 2 1-15,-4 0 5 0,-4-1 10 16,-4 4 7-16,-5 0-4 0,-3 3 4 15,-4-1-15-15,-5 2-3 0,-5-3 1 0,-1 0-2 16,-5 0 2-16,1-1-6 0,-4-2-1 0,-2-5 0 16,0 2 2-16,-3-4-21 0,1 0-11 0,1-3-11 15,6-1-87-15,4-2-134 0,3-2-21 0,6 1-53 16,1-4-201-16</inkml:trace>
  <inkml:trace contextRef="#ctx0" brushRef="#br0" timeOffset="2716.45">6590 1040 1171 0,'-21'6'165'15,"7"3"286"-15,0-1 227 0,14-8-626 0,-1 0-4 16,0 1 44-16,0 0-10 0,-20 46 20 16,21-47-17-16,0 1-19 0,13 47 6 0,-3-30-13 0,2 4 0 15,5 2-3-15,3 3-5 0,3 1 1 0,5 3-17 16,0 2-6-16,0 0 2 0,-1 3-3 16,-1 0 7-16,1 2 4 0,-2 0-6 0,-1 0 3 0,-3 1-16 15,-1 4-11-15,-1 3 5 0,-5 6-6 0,-1 5 4 16,-6 2 1-16,-2-1 1 0,-5-2 0 0,-5-2-6 15,-2-4 5-15,-5 1 0 0,-6 4 1 16,-3 2-3-16,-6 5-2 0,-3-4-1 0,-3-6 1 16,-3-5 3-16,-2-7-30 0,-1-5-15 0,-1-4-12 15,0-3-105-15,6-3-91 0,0-2-13 0,3-7-30 16,5-4-73-16,6-8-498 0</inkml:trace>
  <inkml:trace contextRef="#ctx0" brushRef="#br0" timeOffset="2976.77">7269 1515 2819 0,'0'0'15'0,"0"0"0"0,0 0 7 0,0 0 3 0,0 1 60 0,0 1-15 15,0-2 0-15,1 1-9 0,0 0-29 0,37 33-10 16,-38-34 4-16,1 0-7 15,46 10-8-15,-27-8 4 0,2 3-11 0,-3-3 9 0,5 4-11 0,-1-1-3 16,1-2 3-16,6 1-4 0,1-3 3 0,5 1 1 16,4 1-4-16,-3-2 2 15,0 1-8-15,-2-2 5 0,-3 2 1 0,-2-1-7 0,-4 0-83 0,-6-1-138 16,-1 2-25-16,-5 1-44 0,-14-3-152 0</inkml:trace>
  <inkml:trace contextRef="#ctx0" brushRef="#br0" timeOffset="3199.94">7247 2053 2161 0,'-11'6'127'0,"11"-6"317"0,0 0-463 16,0 0 30-16,0 1 1 0,0 0 15 0,1-1 28 0,42 14 17 16,-20-17-6-16,7 0 9 0,1 0-23 0,4-3-16 15,-3 1 2-15,3 1-7 0,4-2 2 0,1 3-5 16,0-1-3-16,1 2-1 0,-4 1-9 0,-3-1-5 15,-4 2-4-15,-5 1 0 0,0 1-3 0,-5 0 3 16,-4 1 3-16,-2 1-4 16,-14-4-12-16,1 0-163 0,0 0-15 0,0 0-70 0,0 0-193 15</inkml:trace>
  <inkml:trace contextRef="#ctx0" brushRef="#br0" timeOffset="4099.66">8697 1037 474 0,'6'-15'121'16,"0"-1"107"-16,-1 1 30 0,-1 3-21 0,-4 12-28 0,0-1-35 16,0 0 6-16,10-40-10 0,-10 41-18 15,0-1-12-15,0 0-3 0,-12-35-3 0,12 36-13 16,0 0-18-16,0 0-5 0,0 0-7 0,0 0-25 0,0 0-21 15,-1 0 5-15,0 0-12 16,0 0-6-16,1 0-6 0,-39 29 0 0,39-29-3 0,-17 32-7 0,7-14-6 16,1 2-2-16,-1 4-1 0,-1-1-5 0,0 3-1 15,0-1 3-15,1-3-2 0,1 0 0 0,1-3 2 16,1 2-3-16,5 3 4 16,0-2 1-16,5 1-3 0,3-2-1 0,1-2 0 0,5-1-3 0,3-3 0 15,1-2-1-15,4-4 1 16,3-2-1-16,5-5-6 0,4 0 3 0,4-3-4 15,1-3 7-15,-1-2 1 0,0-4 0 0,-1-2 1 16,-1 3 3-16,-1-3-4 0,0 5 2 0,-3-1-2 0,-1 1 3 16,-3 3 3-16,-4 2-5 0,-3 0 1 15,-4 1-18-15,-15 1-130 0,1 0 10 0,0 0-60 0,0 0-67 16,0 0-115-16,0 0-36 0</inkml:trace>
  <inkml:trace contextRef="#ctx0" brushRef="#br0" timeOffset="4296.75">9026 1054 2027 0,'-7'-9'103'0,"-2"1"111"0,9 8-100 16,0 0 32-16,0 0-8 0,-1 0 10 0,0 0-56 15,0 0-18-15,0 0-5 0,-36 17-5 0,37-17-18 16,-18 33-6-16,9-10-2 0,-1 0-2 0,-1 1-14 16,-2 8-11-16,-2-1 1 0,3 8-5 0,1 0-2 15,0-3-4-15,0 2 3 0,2-5-3 0,0-3 0 16,1-3-7-16,1 0-32 0,2-2 1 0,-1-1-157 0,1-4-41 15,0 0-25-15,-1-1-5 16,0 2-92-16</inkml:trace>
  <inkml:trace contextRef="#ctx0" brushRef="#br0" timeOffset="4533.35">8346 1838 1697 0,'-20'2'128'0,"1"1"310"0,2 1-366 0,2-2 76 16,1 1-10-16,14-3 31 0,-1 0-28 0,0 0-58 15,0 0-5-15,0 0-20 0,0 1-33 0,1 0-7 16,9 22 2-16,13-20-2 0,5 1 4 0,5-4-4 16,2 0 5-16,6 0-5 15,3-3 8-15,9-1-3 0,4-1 0 0,9-1-3 16,0 1-12-16,0-2-1 0,0 0-4 0,-2 0 2 16,2-1-5-16,1 2 2 0,1-2-4 0,-4 0 2 15,-2 2 0-15,-8 1 2 0,-5 1 5 0,-9 1-4 0,-4 1-3 0,-5 2-129 16,-1 0 4-16,-7 2-55 0,-4 2-70 0,-18-4-88 15,1 0-23-15</inkml:trace>
  <inkml:trace contextRef="#ctx0" brushRef="#br0" timeOffset="4866.01">8897 1983 1733 0,'-15'4'281'0,"2"-1"-103"0,0 0 90 0,13-3-221 15,-1 0 85-15,0 0-3 0,0 1 7 0,1 0-14 16,-38 34-47-16,38-35-24 0,0 0-2 0,0 1-8 16,-10 38-15-16,10-23-8 0,0 2-5 0,1-6 1 0,1 4-1 0,0 4-10 15,0 0 8-15,1 6-8 0,-2-1-2 0,1 4 6 16,-1-1-8 0,-1 2 6-16,1-1-6 0,0 1 4 0,0-1-2 0,2-2 3 0,2-3-9 0,1 1 1 15,1-5 2-15,3-1-2 16,0-2-14-16,0-4-30 0,5 0 11 0,1-4-12 0,1 2 41 0,5 1-9 15,0-7 0-15,2-2-2 16,3 0 14-16,-4-2-1 0,2 0 8 0,-6 3-4 16,-3-4 5-16,-16 0 10 0,1 0 0 0,0 0 8 15,0 0 22-15,0 0 3 0,-1 0-5 0,0 0-1 0,0 1-40 16,-31 16-45-16,9-12-7 0,0-2-16 16,-6 0-45-16,2 0-48 0,-2-6 3 0,-1-2-20 15,2-2 0-15</inkml:trace>
  <inkml:trace contextRef="#ctx0" brushRef="#br0" timeOffset="5044.83">8671 2152 1814 0,'17'-9'161'0,"4"-2"19"0,4 3-13 0,1-3 17 16,0 4-29-16,0 2-40 0,-1 2-10 0,-1 1-9 0,-1-1-30 16,2 0-26-16,-2-3 1 0,0 4-12 0,2 1-18 15,1 1-4-15,3 0 1 0,0-2-2 16,1 1-4-16,-1-3-4 0,1-1-1 0,3 0 0 15,-2 1 1-15,2-1-70 0,1 3-9 0,-1 0-32 16,-1-4-130-16,6-1-178 0,4-4-55 0</inkml:trace>
  <inkml:trace contextRef="#ctx0" brushRef="#br0" timeOffset="5217.06">10034 1803 2049 0,'0'0'122'0,"0"0"306"16,0 0-439-16,0 1 63 0,1 0-10 0,0 0 27 0,33 40-42 16,-34-41-18-16,1 0-9 0,0 0 0 0,36 20-32 15,-37-20-104-15,0 0-9 0,1 0-40 0,37 10-72 16,-38-10-271-16</inkml:trace>
  <inkml:trace contextRef="#ctx0" brushRef="#br0" timeOffset="5367.53">10114 2321 2200 0,'-4'23'232'0,"2"3"-135"15,-1 1-9-15,-1 4-26 16,-2 0 33-16,-6-1-46 0,-4 1-5 0,-3 1-13 0,-4-4-14 16,-1 0-125-16,1-5-55 0,0-4-64 0,2 1-503 15</inkml:trace>
  <inkml:trace contextRef="#ctx0" brushRef="#br0" timeOffset="5864.96">11386 1185 2018 0,'0'0'193'0,"-1"0"-71"16,0 0 102-16,0 0-126 0,0 0-4 0,-1 0 7 0,2 0-36 15,-1 1-4-15,-18 36-11 0,25-16-21 0,-15-3-5 16,14 11 2-16,1 10-1 0,-4 6 16 0,1 8 2 15,1 3 5-15,-4 3-4 16,3 2-1-16,-4 5-12 0,-2 5-2 0,-1 4-4 16,-3-1-17-16,2-6 3 0,0-6-5 0,0-10 4 0,2-4-8 0,-2-9-1 15,0-3 1-15,1-4-2 0,2-5 0 0,-1-4-30 16,-1-5-19-16,4-18-13 16,0 1-134-16,0 0-71 0,-1-1-21 0,0 0-34 15,-29-16-261-15</inkml:trace>
  <inkml:trace contextRef="#ctx0" brushRef="#br0" timeOffset="6113.42">11225 1266 2060 0,'0'0'73'0,"0"-1"64"0,0 0-143 0,0 0 39 16,0 1 4-16,0-1 17 0,1 0 40 0,0 0-14 16,45-18-3-16,-46 19-7 15,1 0-35-15,54 9-1 0,-32-1 2 0,5-1-1 16,3 3 15-16,4 2 0 0,1-1 4 0,0 3-3 15,0 1 7-15,-4 2-9 0,-1 4-6 0,-5 0-1 0,-2 2-7 0,-5-1-1 16,-4 0 2-16,-4 1-2 16,-2 0 1-16,-5 2 2 0,-5-2 0 0,-6 2 0 0,-6-1-2 15,-5-1-12-15,-6 3 8 0,-6-1-10 16,-3 4 2-16,-7 1-4 0,-3 0-8 0,-2-3-1 16,1-1-52-16,1-5-114 0,3-3-14 0,4-3-43 15,0-1-134-15</inkml:trace>
  <inkml:trace contextRef="#ctx0" brushRef="#br0" timeOffset="6428.86">12264 1189 1899 0,'-9'-8'104'0,"9"8"111"0,-1 0-76 0,0 0 20 16,-37-1-4-16,38 1 4 0,-1 0-43 0,-44 20-34 16,26-7-1-16,1 4-12 0,-2 6-9 0,0 0-9 15,1 5-1-15,-1 5-5 16,1 3-18-16,2 5-7 0,-1 4-4 0,0 3 0 16,1-2-5-16,2 4-5 0,1 3 4 0,1 3-5 15,4 3 1-15,0 3-6 0,0-2-1 0,7-4-2 16,1-5-3-16,7-6-9 0,2-7 6 0,1-5-7 15,5 2 0-15,1-4-12 0,3-1-4 0,1-6-6 0,2-5-61 0,1-6-84 16,2-6-12-16,4-5-28 0,1-9-65 16,4-12-207-16</inkml:trace>
  <inkml:trace contextRef="#ctx0" brushRef="#br0" timeOffset="7115.58">12693 1346 2485 0,'0'0'74'0,"0"0"17"16,0 0-80-16,-1 1 72 0,0 0-1 0,-21 48 25 16,18-29 6-16,0 3-19 0,-1 4-6 0,1 2-6 0,-1 6-35 15,-1 1-13-15,1 1-2 0,-4 3-4 16,-1 4-13-16,0 5-4 0,0 3-5 0,0 1 3 16,-2-4-2-16,2-2-5 0,-1-5 3 0,2-10-5 15,1-3-4-15,3-6 3 0,3-6-1 0,2-17-2 16,0 1-38-16,0 0-59 0,0 0-2 0,0 0-18 15,0-1 11-15,0 0-7 0,14-12-7 0,-5-10-4 16,-1-5-45-16,-1-2 26 0,0-2 1 0,-3-5 11 0,-1-2 32 0,-1-2 23 16,-1-5 7-16,0-5 8 15,0 3 42-15,3-3 15 0,1 6 8 0,1 11 5 0,1 2 51 16,0 11 70-16,-1 2-3 0,1 4 23 0,0 1-30 16,-7 13-19-16,0-1-9 0,1 0 0 0,0 0-10 0,0 0 3 15,38-35-6-15,-39 36 1 16,1 0-23-16,0 0-7 0,44-7 5 0,-45 7-4 15,1 0 7-15,44 5 0 0,-45-5-7 0,1 0 2 16,47 18-12-16,-30-9-2 0,1 2 3 0,-2 0-5 16,0 2-10-16,-1 0 5 0,-3 0-5 0,-4-1 4 15,1 1-9-15,-5-1 7 0,-2 1-4 0,-3 0 5 0,-3-1-7 16,-4-2-7-16,-2 3 4 0,-3 1-6 0,-5 1 2 16,-5 1 2-16,-1 3 0 0,-3 2 0 0,1-1-10 15,-1 5 2-15,0-1-2 0,-2 0 3 0,-1-2-3 16,1-2-3-16,0-1 0 0,3-3 0 15,3-3 5-15,6-2-2 0,3-2-4 0,13-9 0 16,0 0-11-16,-1 0-3 0,0 0-2 0,1 0-1 16,0 0-9-16,0 0 10 0,0 0 0 0,1 0 3 15,45-10-3-15,-22 3 6 0,2-1-1 0,3 0 2 16,0 1 0-16,1 0-1 0,-3-1 2 0,0 2-2 16,1 2 4-16,2 0 4 0,-1 1 0 0,1 3 2 15,-7 0 22-15,-1 3 0 0,-2 2 6 0,-6 1-5 16,-14-6 0-16,1 1-1 0,0 0-3 0,19 42 1 15,-22-26-7-15,-9 3 5 0,-1 2-2 0,-4 4 1 16,-6 2-13-16,-4 0 5 0,-3-1-5 0,-2 2 6 16,-1-5-3-16,3 6-6 0,0-4 6 0,2-1-6 0,2-1-1 0,0-5-55 15,1-3-14-15,1-5-21 0,5-3-101 0,0-4-115 16,3-1-26-16,15-3-66 16,-1 0-436-16</inkml:trace>
  <inkml:trace contextRef="#ctx0" brushRef="#br0" timeOffset="7616.67">13969 1511 2426 0,'0'0'60'0,"0"0"67"0,0-1-9 0,0 0 36 0,0 0 17 16,0 0-56-16,-1 0 2 0,0 0-21 0,0 0-19 15,-27-35-18-15,28 36-8 0,0 0-1 16,-1 0-17-16,0 0-10 0,-42 1-1 0,43-1-5 16,-1 0-6-16,-37 15-9 0,38-15 6 0,-1 1-7 15,-42 27 3-15,27-17 1 0,0 0-6 0,2-1 2 0,-1 2-6 16,-1 2 6-16,3 2-1 0,0-1 4 0,-2-1-2 0,0 0-5 15,-1-2 3-15,3 1-4 0,2-1 5 0,2 1-13 16,1 1 5-16,4-1-8 0,4-13 1 16,0 1-8-16,0 0-6 0,6 40 0 15,-6-41-11-15,1 1 31 0,0 0-7 0,45 36 15 0,-27-27-6 16,1-2 1-16,3 0 2 0,0-2-1 16,2-2 2-16,9-2 0 0,1 1 2 0,5 0 0 15,3 0 10-15,0-2 4 0,-2 1 0 0,-3 0-1 0,-3 1-4 0,-6 2 6 16,-4 1-2-16,-7 2 3 0,-6 0 4 0,-12-8 9 15,0 1 5-15,0 0-2 16,4 43-3-16,-16-28-5 0,-4 1-5 0,-6 4 2 16,-5 0-6-16,-7-2-3 0,-3 1-2 0,-1-2-1 15,-2-4-10-15,2 0-40 0,1-6-6 0,2-4-14 16,4-3-44-16,3-3-65 0,6 0 0 0,1-3-30 0,1-1-56 16,6-4-141-16,-1-4-132 0</inkml:trace>
  <inkml:trace contextRef="#ctx0" brushRef="#br0" timeOffset="7882.35">14369 1095 2471 0,'14'1'40'0,"1"2"12"0,3 1 10 0,2 4 10 16,-2 2 75-16,-1 1-33 0,-2 1 1 0,-2 0-12 15,-1 6-10-15,3 4-27 0,0 1-4 0,0 7-9 16,-1 0-16-16,0 5 11 0,0 1 1 0,1 0 2 15,-2 3-6-15,3 0-16 0,-3-1-3 0,0 5-4 16,-3-4-4-16,0 1 3 0,0 2 0 0,-5 2 1 16,1 5-2-16,-3 2-12 0,-2 2 6 0,0-2-8 15,-2-2 5-15,-3-4-4 0,-3 0 1 0,-2-4 0 16,-5 1 3-16,-3 2 0 0,-5 2-2 0,-6 1 1 0,-1-2-3 16,-5-6-48-16,-2-5-21 0,0-8-23 0,-1-3-173 15,-3-7-178-15,-2-3 593 0</inkml:trace>
  <inkml:trace contextRef="#ctx0" brushRef="#br0" timeOffset="8169.36">15275 1366 3084 0,'17'38'20'0,"-17"-38"-7"0,1 1-1 0,37 20 1 0,-22-18 0 0,3 0 0 0,6-1-3 0,0 0-2 0,5 0-4 0,2-1 1 15,0-1-4-15,0-3-3 0,-2 1 2 0,0-1-5 16,-2-1-6-16,-2-3 10 0,-2 1-3 0,-6 0-2 15,0 1-68-15,-2 0-145 0,-5 1-14 16,-11 4-51-16,1 0-115 0</inkml:trace>
  <inkml:trace contextRef="#ctx0" brushRef="#br0" timeOffset="8346.86">15227 1821 2343 0,'0'0'89'0,"0"1"-65"0,0 0 16 15,-3 42-13-15,3-43 150 0,0 1-63 0,2 0 10 0,43 37-37 16,-23-31-53-16,2-2-18 0,4-2 1 0,-2-1-9 16,3-2-8-16,0 0-4 0,1-4-3 0,1-2-1 15,0-4-8-15,1-1-40 0,1-1-35 0,-2-4-20 16,-1 0-265-16</inkml:trace>
  <inkml:trace contextRef="#ctx0" brushRef="#br0" timeOffset="8850.1">16453 725 255 0,'0'0'1035'0,"0"0"-478"0,0 0 546 0,0 0-1187 0,0 0 64 16,1 1 37-16,0 1 44 0,34 38 1 0,-35-40-14 15,1 1-39-15,0-1 7 0,0 1 2 0,49 26 2 16,-49-27-1-16,0 0-3 0,45 23-5 0,-46-23 3 16,1 0-3-16,43 27-1 0,-44-27 1 0,1 1-1 15,0 0 7-15,30 38 13 0,-31-39-3 0,0 1 5 16,3 36-13-16,-3-37-2 0,0 1-1 0,-25 40 2 15,14-26 6-15,-5 2-12 0,-2 1 7 0,-3 1-9 16,-4-1-1-16,-1 0-7 0,0-1 1 0,1-3-2 16,0 1 3-16,3 2 0 0,2-2-2 0,3-3 2 15,2 2-4-15,4-4 1 0,3 2-1 0,3 0 1 16,5-12-7-16,0 1-3 0,0 0-1 0,0 0-1 16,0 0-4-16,0 0 6 0,30 39-2 0,-29-40 4 15,35 7 3-15,-12-6 6 0,4-1 1 0,3 0 3 0,0-1 1 16,2 1 1-16,-4 0 3 0,1 1 0 0,-4 2 9 15,-2 1-5-15,-4 2 0 0,-4 1-2 16,-1 2 4-16,-8-1 0 0,3 4 3 0,-8-1-3 16,1 3-1-16,-4 4-10 0,-4 0 3 0,-4 0-4 15,-4 0 0-15,-3-1-12 0,0-2-19 0,-1 0-1 0,-3-1-87 0,1-1-75 16,-3-2-29 0,-1-3-30-16,-2 2-214 0</inkml:trace>
  <inkml:trace contextRef="#ctx0" brushRef="#br0" timeOffset="9101.49">15988 1692 2595 0,'0'0'63'15,"0"0"-25"-15,0 0 18 0,0 0-1 0,0 1 128 16,0 0-72-16,0 0 8 0,0 0-34 16,1 0-31-16,33 19-1 0,-14-18-6 0,6-2 3 0,1-1-26 0,8-2 10 15,-1 0-9-15,4-5 9 0,7 2-9 0,5-3-2 16,4-2 0-1,4 2-2-15,0-2-14 0,0 3-6 0,-2-1 2 16,-3-1-2-16,2 1 3 0,1 0 0 0,1 0-4 0,0 2 1 16,-6 0-7-16,-8 1 6 0,-4 4 0 15,-10 0 1-15,-5 0-9 0,-5 2-94 0,-5-1-3 16,-14 1-38-16,0 0-63 0,0 0-43 0,0 0-17 0,0 0-14 0,0 0-89 16</inkml:trace>
  <inkml:trace contextRef="#ctx0" brushRef="#br0" timeOffset="9444.74">16590 1850 1894 0,'-14'7'92'0,"-1"1"177"16,2 1-235-16,2 1 150 0,2-1-29 0,1 2 64 15,1-1-81-15,7-10-45 0,0 1-4 0,0 0-15 16,-16 39-26-16,16-40-13 0,0 1-2 0,-5 40-3 16,5-41-4-16,0 1-2 0,-2 45 3 0,2-46-4 15,0 0-1-15,-1 40-14 0,1-40 5 0,0 1-6 16,6 38 5-16,-6-39-6 0,0 1-2 0,12 43-1 15,-12-44 0-15,14 35-6 0,-7-18 2 16,2 4-4-16,0-2 6 0,1-1-1 0,1 0-4 16,-2-1-1-16,2 0-9 0,-1-2 15 0,3 0-1 0,2-2 5 15,-2-1-11-15,4-2 4 0,2-2-3 0,-1-1 4 16,0-3 0-16,3 2-5 0,-1-2 9 0,0 0-5 16,-3 0 9-16,-4 0 5 0,-13-4-3 0,1 0 4 15,0 0 5-15,0 2 16 0,0-2-1 0,-1 1 7 0,2 41-3 16,-17-30-15-16,-4-1 2 0,-4 1-7 15,-1-1-5-15,-3 0-12 0,1 0-9 16,1 0-3-16,-1-2-37 0,-3-4-31 0,-2-2-15 16,-5-4-11-16,-2 0-91 0,1-5 8 0,-2-4-75 15,-5-1 21-15,0-8-324 0</inkml:trace>
  <inkml:trace contextRef="#ctx0" brushRef="#br0" timeOffset="9633.37">16285 2081 1479 0,'13'-7'95'15,"0"0"165"-15,3 3-134 0,3-3 64 0,0 4-12 0,4-3 19 16,1 0-76-16,2 3-22 0,4-1-5 0,0 2-4 16,2-1-22-16,1-1-17 0,-2 0-7 0,-1 2-5 15,-1 0-41-15,3-3 5 0,0 1 0 16,5-1 4-16,3-1-6 0,-1 1-5 0,2-2-1 0,0-1-2 16,0-1-3-16,-2-2-194 0,3-2 0 0,-1-1-86 0,4-3-152 15</inkml:trace>
  <inkml:trace contextRef="#ctx0" brushRef="#br0" timeOffset="9794.12">17810 1724 2414 0,'0'0'62'0,"0"0"10"0,1 1-49 15,0 0 94-15,38 33-22 0,-39-34 32 0,1 0-106 16,0 1-22-16,36 25 0 15,-37-26-12-15,0 0-51 0,1 0-106 0,0 0-4 16,40 1-38-16,-41-1-54 0,0 0-496 0</inkml:trace>
  <inkml:trace contextRef="#ctx0" brushRef="#br0" timeOffset="9912.78">17871 2185 1642 0,'-16'34'166'0,"1"1"-120"0,-2 1-20 0,-2 4-20 15,-2-5-6-15</inkml:trace>
  <inkml:trace contextRef="#ctx0" brushRef="#br0" timeOffset="10364.82">19761 930 1914 0,'-20'7'359'0,"5"1"132"0,2 4-12 0,7 5-524 16,0 3-24-16,5 10 82 0,-1 3-13 0,-1 8 37 15,2 2-19-15,-16-11-13 0,10 15 2 0,2 4-3 0,-2 5 28 16,1 8-18-16,0 4 7 0,-2 0-12 15,-1-2-2-15,2 4 0 0,-3 3 2 16,2 6 0-16,1 2 9 0,-5-5-3 0,4-3-1 16,-2-9 0-16,-1-3-5 0,-1-2-7 15,-1-2 3-15,1-6-4 0,1-7 10 0,-1-11-13 0,0-6-18 0,0-10-6 0,1-4-120 16,11-13-72-16,-1 0-15 0,0 0-23 0,0 0-102 16</inkml:trace>
  <inkml:trace contextRef="#ctx0" brushRef="#br0" timeOffset="10632.85">19502 1030 1859 0,'0'0'268'0,"0"0"-231"0,0 0-38 0,0 0-23 0,0 0 101 16,0 0-8-16,0 1 3 0,1 0-10 0,41 41-23 15,-22-33-6-15,0 0 1 16,11-2-4-16,4 0-8 0,6 1 1 0,7 1-2 15,1-1 3-15,-1-2 0 0,-2-2-4 0,-2 2 6 0,-2 1-1 16,-3 4 41-16,-4 1-8 0,0 0 7 0,-6 0-10 16,-2-1 6-16,-6 5 27 0,-2 2-9 0,-10 1 12 15,-3 3-29-15,-8 3-10 0,-7 3-8 0,-10 5 0 16,-7 1-21-16,-7 3 0 0,-4 3-2 0,-2-1 1 16,-3-5-2-16,-6-1-11 0,-4-1-12 0,-4-4-6 15,1 2-86-15,2-1-85 0,0-4-7 0,8-3-40 16,1-3-148-16</inkml:trace>
  <inkml:trace contextRef="#ctx0" brushRef="#br0" timeOffset="11011.49">20778 991 2463 0,'0'0'150'0,"-1"0"-99"0,0 0 9 0,-42 0-18 16,43 0 124-16,-1 1-61 0,-37 26 5 0,20-12-32 15,0 3-53-15,-1 6-10 0,2 2-4 0,-3 6-1 16,-1 0-3-16,0 9 2 0,0 10 2 16,2 9 0-16,-1 4 7 0,3 4 10 0,2 0-4 0,4-2 5 15,3 4-14-15,2 0-3 0,2 3-2 0,4-1-1 16,2-7-9-16,6-9-4 0,2-8-7 0,3-13 0 16,3 2-16-16,1-9-11 0,1-2 4 0,1-2-13 15,0-5-67-15,5-5-213 0,3-5-25 0</inkml:trace>
  <inkml:trace contextRef="#ctx0" brushRef="#br0" timeOffset="12084.4">21247 1518 4 0,'0'0'119'0,"-1"0"-22"16,0 0 64-16,0 0 49 0,-36-18-42 0,37 18-2 0,0 0-58 15,-1 0-2 1,0-1-3-16,0 0-6 0,-40-30-4 0,41 31-5 15,0 0 0-15,0 0-8 0,0-1-2 0,-1 0-1 0,0 0 1 16,0 0 6-16,-23-34 10 0,24 35 4 0,0 0 0 16,0-1 0-16,-1 0-5 0,-28-36 0 0,29 37-2 0,-1-1-4 15,0 0-7-15,0 0-4 0,-42-35 0 16,43 36-13-16,-2 0-6 0,1-1 3 16,-35-20-4-16,36 21 0 0,-2 0-10 0,2 0-2 0,-1 0-5 15,-36 1-26-15,37-1-2 0,-1 1-5 0,1 0 3 16,-44 43-11-16,30-23-6 0,-2 5-2 0,-1 4-1 15,0 0-4-15,-1 2 4 0,0 5 1 0,0-1 2 0,4 4-1 0,2 1 2 16,2 0-3 0,5-1 4-16,2-1 0 0,4-6 6 0,3-4-2 0,5-4 3 15,2-6-12-15,2-4 4 0,3-6-4 0,1-4 3 16,3-3-7-16,0-5 0 0,3-5 3 0,-1-5-2 16,2-4 6-16,0-4 4 0,-2-4 2 0,3-2 0 15,-3-6 2-15,3 0 1 0,0-2-4 0,3-1 3 0,-2 5 2 16,1 1 0-16,-3 2 5 0,-6-1-5 0,-3-3 2 15,-2 1 2-15,-2 2 3 0,-4 2-2 16,0 3 7-16,-2 2 4 0,-3 4-2 0,-2 18 2 0,0-1-6 16,0 0 10-16,0 0 1 15,0 0 3-15,0 0-4 0,0 0-11 0,0 0-7 0,-2 1 1 16,1 0-6-16,0 1-9 0,-37 37 5 0,31-15-7 16,1 3-1-16,1 4 9 0,0 1-3 0,1 2 4 0,1 3-1 15,2-4 1-15,1 2 1 0,1-1-1 0,2 1 2 16,2 0-2-16,1-2-1 0,3-3 0 0,-1-5-9 15,5-4 5-15,-3-3-3 0,3-6 4 0,-1-2 1 0,1-5-4 16,0-2-3 0,-1-4-6-16,1-3-54 0,0-4-76 0,0-4-8 0,-2-3-28 15,1-3-77-15,1 0-82 0,-2-3-46 0</inkml:trace>
  <inkml:trace contextRef="#ctx0" brushRef="#br0" timeOffset="12314.74">21422 1274 1413 0,'0'0'156'16,"-1"0"564"-16,0 0-719 0,-1 0 155 0,-33 9-32 0,35-9 70 16,0 0-84-16,0 0-37 0,0 1-9 0,0 0-5 15,13 36-3-15,-13-37-10 0,1 1 6 0,43 22-9 0,-25-16-7 16,3-1-10-16,1-1-2 16,4 0-4-16,3-1-10 0,4-1-9 0,0-2 4 15,0 1-5-15,1-2 7 0,-3 0-4 0,0 0-6 0,-2-2 3 16,-2 1-1-16,-4-2 0 0,-2 1 2 0,-6-1-4 0,0-1-26 15,-16 4-85-15,1 0-1 0,0 0-36 0,0 0-70 16,35-20-68-16,-36 20-5 0,0 0-37 0,0-1-184 16</inkml:trace>
  <inkml:trace contextRef="#ctx0" brushRef="#br0" timeOffset="12477.33">21755 1108 2066 0,'-14'12'-18'0,"-1"2"117"0,-1 1-21 0,-3 8 54 15,0 7-47-15,-1 7-29 0,-1 6 1 16,0 4-7-16,1 2 16 0,-2 5-25 0,3-1 7 0,2 1-13 16,1-2-1-16,8-2-9 0,2-3-10 0,6-4 1 15,1-1-19-15,4-8-30 0,3-4 1 0,5-7-13 16,1-5-14-16,7-7-10 0,2-3-5 0,4-8-5 16,4-4-51-16,0-9-333 0</inkml:trace>
  <inkml:trace contextRef="#ctx0" brushRef="#br0" timeOffset="12850.41">22662 928 1351 0,'-15'-3'207'0,"15"3"74"15,-1 0 148 1,0 0-384-16,0 0 105 0,-41 21-8 0,42-21-1 0,-21 33-15 16,9-14-68-16,1 9-14 0,1 0-2 0,-5 5-7 15,1 1-24-15,-4 6-6 0,2 5-1 0,-1 9-1 16,-2 7 1-16,2 4 0 0,0 1 3 0,-1-2-3 15,3-8-4-15,2-2 3 0,2-2-7 0,3-3 5 16,4 1-8-16,4-7-6 0,2-6 0 0,2-9-3 0,3-3-9 16,1-7-17-16,-1-6 1 15,-7-12-8-15,0 0-10 0,2 0 20 0,47 3-4 0,-34-15 3 16,-2-4-98-16,2-4-124 0,2-2-48 0</inkml:trace>
  <inkml:trace contextRef="#ctx0" brushRef="#br0" timeOffset="13580.03">22628 1510 1626 0,'0'0'268'16,"-1"0"-141"-16,0 1-10 0,-26 34-6 0,27-35 134 15,0 1-120-15,0 0 4 0,0 0-45 16,4 38-14-16,-4-39-33 0,1 0 7 0,0 0-18 0,48 16-13 0,-49-16-13 16,36-4 1-16,-12 0-4 15,-3-5 2-15,3-1 1 0,-1-2-1 0,-1 3 1 16,-2-4 0-16,-3 1 6 0,1-1-4 0,-4-1 5 15,2 4-9-15,-6 1 11 0,0 0 2 0,-10 9 5 16,0-1 14-16,0 0 7 0,0 0-1 16,0 0 2-16,6-36 1 0,-6 37-20 0,-1 0 3 0,0 0-9 15,-37-7 3-15,37 7-12 0,-31 6 3 0,12 3-6 16,-1 2 1-16,-1 4-1 0,-3 2-1 0,2 3 0 16,1 1 0-16,1-1-3 0,2 0 1 0,2 2-4 15,2-1 4-15,0 2-10 0,2 1 5 0,3-2-7 0,3 3 8 16,3 1 2-16,4-1-3 0,2-3 1 15,2-4-9-15,2-3-10 0,2-4-2 0,3-4-2 16,4 0-6-16,5-4-6 0,0-4-8 0,4-4-4 16,3-4-65-16,0-5-16 0,4-4 3 0,0-2-1 15,0-4 38-15,3-2 26 0,-2 1-1 0,2-2 14 0,1 4 30 16,-1 0 16-16,1 3 6 0,-2 3 1 16,-5-1 5-16,-4 1 1 0,-3-1 2 0,-3 1 1 0,-5 0 10 15,-2 3 20-15,-3 0 2 0,-3 0 11 16,-3 2 56-16,-2-1 8 0,-3 0 3 0,-3 0-4 15,-1 1-25-15,-3 2-1 0,-1 2-2 0,-4 2 1 0,-1 1-9 0,-2 2-19 16,1 2-3-16,-5 2-5 0,0 4-17 0,-1 4-9 16,-2 2-1-1,2 4-4-15,1 1-5 0,3 3-11 0,3 2 4 0,1 3-6 16,3 1-6-16,0 3 4 0,3-1-5 0,0 3 5 16,2-6-3-16,0 0-7 0,4-1 5 0,1-4-6 15,2 3-2-15,5-6-13 0,0 0-4 0,2-3-1 16,-7-13 2-16,0 1 14 0,1 0 0 0,39 15 5 15,-39-16-2-15,33-13 0 0,-16-2 4 0,6-4-2 16,0 0 9-16,4-3 1 0,0 1-1 0,0-2 1 16,-2-1-1-16,0 2 2 0,-4-1 3 0,-1 2-1 15,-4 0 4-15,-4 2 2 0,-3 3-2 0,-3 3 4 16,-7 13 5-16,0 0-3 0,0-1 3 0,0 0-2 16,0 1 6-16,0 0-1 0,0 0-6 0,0 0 2 15,0 0-12-15,0 1 2 0,-18 36-1 0,18-37 0 0,0 1-6 16,-18 46 3-16,18-47-5 0,-10 32 4 0,6-13 1 15,0 0-5-15,1 1 3 0,0-5-3 16,2 0 3-16,1 0-10 0,1-3-18 0,-1-12-5 16,0 1-126-16,0 0-15 0,1 0-14 0,35 12 2 15,-36-13-64-15,28-17-123 0,-11 3-21 0</inkml:trace>
  <inkml:trace contextRef="#ctx0" brushRef="#br0" timeOffset="13943.53">23563 1407 1440 0,'0'0'160'0,"0"-1"86"0,0 0-35 0,0 0 52 16,-10-37-63-16,10 38-56 0,0 0-8 0,-1 0-15 15,0 0-22-15,-35-10-23 0,36 10-3 0,-1 0-9 16,0 0-26-16,-41 19-17 0,42-19 3 0,-1 1-9 0,-35 34-6 16,36-35-2-16,-1 1-2 0,-32 40 0 0,21-26-5 15,2 1-1-15,-1-3 1 0,5 2-2 0,0-1-5 0,2 0 1 16,0 0-3-16,4-14 2 0,0 2-12 15,0-2-17-15,0 1-6 16,-2 35-4-16,2-36-17 0,0 0 20 0,1 0-2 0,0 1 9 16,37 18 15-16,-38-19 13 0,1 0-4 0,42 9 7 15,-41-9 1-15,-1 0 3 0,46 4 0 0,-46-4 0 0,35 1 1 16,-16 0-1-16,-1 1 5 0,-2 1-3 16,-2-1 24-16,-2-2-3 0,-13 0 7 0,1 0-4 15,0 0 23-15,0 0 3 0,0 1-3 0,0 0 1 16,0 0-15-16,12 43-8 0,-28-29 1 0,-5 3-3 15,-3 0-5-15,-6 4-3 0,0 1-5 0,-1 1 1 16,-1 0-13-16,2-5-30 0,1-1-10 0,2-5-12 16,3-4-72-16,1-4-37 0,2-4-15 0,4-2-11 15,3-4-85-15,5-6-331 0</inkml:trace>
  <inkml:trace contextRef="#ctx0" brushRef="#br0" timeOffset="14366.41">23540 1446 1664 0,'12'-5'108'15,"1"0"85"-15,-1 0-21 0,2 1 32 0,0 0-96 0,2 1-9 16,-1 1-9-16,1 2 4 0,2-1-27 0,-2 1-25 16,1 0-3-1,1 0-9-15,-1 0-23 0,-1 1-2 0,1 0-2 0,1 1 1 16,-3 2-2-16,2-4 2 0,0 2-4 16,-1 0 1-16,2-2-6 0,1 0 8 0,-3 0-1 0,3-1 3 15,-1 0-14-15,2-1 8 0,0-2-5 0,-1 1 6 0,0-2-4 16,-2 0-57-16,0 0-3 0,-5 0-24 0,-12 5-39 15,1 0-13-15,0 0-1 16,0-1-6-16,0 0-12 0,0 0-47 0,17-37 18 0,-18 38-19 16,0-1 97-16,-1 0 67 0,-32-40 23 0,16 26 18 0,1-1 119 15,1 0 31-15,-1 1 2 0,1 0 6 16,2 1-9-16,2 4 7 0,0 0 2 0,3 1-1 0,8 9-14 16,-1 0-51-16,0-1 0 0,0 1-19 15,-39-13-24-15,40 13-3 0,-21 23-3 0,9-7-1 16,0 7-19-16,-3 5 10 0,0 5-7 15,-1 5 8-15,2 2-15 0,-1 4-1 0,-1 1 6 16,1 3-1-16,1-3 9 0,2-2-13 0,3 2-6 16,3-7-3-16,4 2-27 0,4-4-20 0,4-8-9 0,4-3-6 15,4-6-42-15,3-5 35 0,5-5 1 16,2-8 15-16,2-2 30 0,5-8-150 0,0-5-9 0,1-4-67 16,6-3-184-16</inkml:trace>
  <inkml:trace contextRef="#ctx0" brushRef="#br0" timeOffset="14821.99">24971 1173 2163 0,'0'0'80'16,"-1"0"-14"-16,0 0 6 0,0 1 9 15,-38 30 90-15,31-17-93 0,-1 10 11 0,1 6-40 16,-1 6 3-16,-1 6-16 0,-1 2-1 0,-1 4-7 0,-1 3-17 15,0 1-4-15,2 1-1 0,0 1-1 0,0 0-1 16,0 0-1-16,0-3-3 0,3-4 0 16,1-6-12-16,3-6-213 0,1-6-18 15,2-6-106-15,3-2-411 0</inkml:trace>
  <inkml:trace contextRef="#ctx0" brushRef="#br0" timeOffset="15417.58">26055 1502 1875 0,'0'0'25'15,"0"0"191"-15,1-1-44 0,0 0 82 0,1 0-124 0,-2 0-10 16,1 0-8-16,0 0 1 0,0 0-19 15,-1 0-20-15,0 0-3 16,0 0-9-16,-1 0-30 0,0 0-9 0,-45-16 3 0,28 21-8 16,-2 2-12-16,-3 2 3 0,1 3-7 15,-1 3 7-15,-1 0-9 0,3 0 4 0,-2-2-1 0,2 2 3 16,0 2-6-16,1-1 1 0,3-1-1 0,-2 1 1 16,2-5-3-16,4 0 2 0,13-10 0 0,-1 0 0 15,0 0-8-15,1 1-8 0,-1 0-7 0,0 0-1 16,0 0-40-16,1 0 38 0,-4 36-9 0,4-37 19 0,31 4-7 15,-10-2 5-15,1-2-4 0,3 0 6 0,-1 1 3 0,3-1 10 16,-1 1-1 0,-1 2 3-16,4 4 1 0,-5-1 14 0,0 1 3 15,-5 4 4-15,-5-2 10 0,-2 4 2 0,-4 1 4 0,-6 1-1 16,-1 4 6-16,-6 2-10 0,-4 1-3 0,-6 3-1 16,-4 0-6-16,-9 2 0 0,0 0-2 0,-2-1 0 15,1-4-8-15,2 0-4 0,1-3 4 16,-3-3-4-16,3 0 2 0,-3-5-21 0,0-2-10 0,2-3-7 15,0-4-56-15,4-2-76 0,2-2-17 0,3-2-30 16,2-1-150-16,16 5 934 0</inkml:trace>
  <inkml:trace contextRef="#ctx0" brushRef="#br0" timeOffset="16165.91">26654 644 2243 0,'0'0'17'0,"-1"0"94"0,0 0-8 0,0 0 38 0,0 0-25 15,0 0-48-15,0 0-12 0,0 0-10 0,0 0-35 16,0 1 1-16,-24 38-4 0,29-12 3 0,1 6 2 15,4 10-7-15,0 3 2 0,1 9-5 0,1 1 12 16,0 2-4-16,2-1 4 0,-1-2-4 16,1 8 9-16,-3 5 12 0,0 7 4 0,0 6 2 0,-3-5 3 15,-3-2 0-15,-3 1-4 16,-1 5 3-16,-1 4-5 0,-5 4-12 0,1-1 2 16,-5-12-6-16,-2-2-4 0,-2-2-5 0,-2-2 1 0,0 3-2 15,-1-7 4-15,-2-9-5 0,-1-8 4 0,1-8-2 16,-3-5 7-16,-1-2-76 0,-1-4-16 0,-2-5-31 0,2-2-134 15,-2-4-72-15,2-6-41 0,0-5 121 0,-1-2 1266 16</inkml:trace>
  <inkml:trace contextRef="#ctx0" brushRef="#br0" timeOffset="16450.03">27149 1452 2232 0,'0'0'129'0,"0"0"-92"0,0 0-10 0,0 0 0 16,0 0 110-16,0 0-42 0,1 1 4 0,28 37-18 0,-29-38-14 15,1 1-25-15,40 29 0 0,-23-20-9 16,-1-1-12-16,2-1-14 0,1 1 0 0,0-2-6 15,4-1-2-15,-1-2 3 0,3 0-2 0,1 1 3 16,0 0 1-16,-1 0-6 0,-1-4-3 0,-3-1-5 16,0-2-37-16,-4 1-98 0,-1 0-7 15,-4 0-41-15,-13 1-119 0,1 0-195 0</inkml:trace>
  <inkml:trace contextRef="#ctx0" brushRef="#br0" timeOffset="16649.7">27172 1860 985 0,'-16'13'845'0,"1"2"-640"0,1 5-143 0,5 1-44 16,1-1 164-16,3-1-49 0,3-1 12 0,3-4-32 15,3 1-25-15,5-1-29 0,3 0-1 0,3-2-11 16,4-2-3-16,3 1-24 0,2-4-1 0,1-3-9 16,2 1-14-16,-1-5-3 0,-1 0 3 0,5 0-3 15,-1-4 2-15,3-2 1 0,3 1-34 0,-6-5 5 16,1 2-171-16,-7 2-108 0,-1-4-30 0,-2 2-68 15,-3 1-519-15</inkml:trace>
  <inkml:trace contextRef="#ctx0" brushRef="#br0" timeOffset="17409.06">28028 769 1981 0,'0'0'62'16,"0"0"-10"-16,0 0 72 0,0 0 4 0,0 0 12 0,0 0-18 0,0 0-40 15,0 1-25-15,-5 37 3 16,7-12-11-16,1 6-4 0,-2 5 3 0,3 4-4 16,-1 2 3-16,-1 0-15 0,0-1-6 0,-1-3-7 0,0 2 2 15,-1 1-17-15,-2-2 0 0,0 0 2 0,2-5-3 16,-1-4-4-16,1-3 1 0,2-5-2 15,1-4-9-15,-3-19-113 0,0 1-138 0,1 0-15 0,0 0-44 16,36 14-112-16</inkml:trace>
  <inkml:trace contextRef="#ctx0" brushRef="#br0" timeOffset="17733.43">28566 766 1945 0,'0'0'62'16,"0"0"53"-16,0 0-11 15,0 0 34-15,0 0 23 0,0 0-35 0,0 0-13 0,0 0-4 16,-4 36-30-16,4-36-35 0,-11 34-4 0,3-13-10 16,-2 2-17-16,-1 5-1 0,-2 0 0 0,-1 3-2 15,1-3-5-15,1 0 2 0,2-2-1 0,1-2 2 16,2-1-6-16,3-2 3 0,2-2 7 0,3-5-2 0,-1-14 6 16,0 0-1-16,17 37-9 0,-17-37 4 15,25 27-15-15,-7-17-1 0,2 0 4 16,1-3-2-16,3-3 0 0,0 1 6 0,1-3-5 15,0-2 4-15,0 1-8 0,3-2 5 0,-3-2-2 0,2 1 3 16,-2-2-6-16,0 0 7 0,4 2 2 0,-3-1 3 16,0-3 1-16,-2 1-71 0,-5-6-3 0,-4 4-31 15,0-1-64-15,-15 8-30 0,1 0 2 0,0-1-12 16,0 0-16-16,0 0-105 0,0 0-67 0</inkml:trace>
  <inkml:trace contextRef="#ctx0" brushRef="#br0" timeOffset="17894.78">28896 948 1477 0,'-5'-11'156'0,"-2"0"45"0,0 1-8 0,7 10 21 16,0 0-21-16,-1 0-73 0,0 0-2 0,-34-4-27 0,35 4-34 16,-22 26-4-16,9-6-3 0,-3 4 2 0,-3 5 0 15,2 2-17-15,1 3-2 16,-2 0-5-16,-1 1-15 0,1 3-7 0,-3 2-1 16,3 2-1-16,0-2-2 0,2-3-3 0,1-3-4 0,3-6-8 15,0 0-73-15,2-5-72 0,-1-3-16 0,-1 1-19 16,0-2-75-16,-4 1-202 0</inkml:trace>
  <inkml:trace contextRef="#ctx0" brushRef="#br0" timeOffset="18178.84">27766 1752 2094 0,'-21'0'82'0,"-2"0"92"0,1 2-131 15,0 2 112-15,1 2-17 16,3 1 43-16,2 3-59 0,4 0-50 0,12-10-3 15,0 1-18-15,-1 0-37 0,-9 37-4 0,10-38-5 16,25 24 3-16,-4-11 3 0,8-1-1 0,3-1 5 16,4-3-3-16,8 0 6 0,7-4 0 0,6-2-1 15,9-1 1-15,0-2 0 0,3 1-3 0,-4-4 2 0,1 1-3 16,0 0-8-16,2-2 1 0,4 1-4 16,0-3 2-16,-1 0-5 0,-8 0 1 0,-4-1-1 15,-5 0 0-15,-1 0-3 0,-4 0 3 0,-2 0-1 16,-7 2 1-16,-5-1 6 0,-11 1-49 0,-5 1-11 0,-19 5-20 15,1 0-79-15,0 0-50 0,0 0-4 16,-1 0-22-16,0 0-76 0</inkml:trace>
  <inkml:trace contextRef="#ctx0" brushRef="#br0" timeOffset="18345.02">28188 2084 2093 0,'-20'18'127'0,"0"2"-84"0,1 4 3 0,2 3-7 0,0 2 102 15,1 3-28-15,2 0-5 0,0 1-6 0,1 2-22 16,1-2-45-16,2 1 5 16,1-1-18-16,1 0 9 0,1-1-23 0,1-3 5 15,0-1-11-15,0-3-2 0,1-4-12 0,1 1-38 16,3-4-1-16,0-1-200 0,1-17-155 0,0 1-121 16</inkml:trace>
  <inkml:trace contextRef="#ctx0" brushRef="#br0" timeOffset="18682.79">28628 2151 2048 0,'0'0'-60'0,"0"1"148"0,0 0-19 0,6 46 65 16,-6-47-22-16,0 1 9 0,0 42-14 0,0-43 10 15,0 1-47-15,0 47-22 0,0-47-9 0,-1 35-2 16,0-16-13-16,1 0-14 0,0 1 0 0,0-3-6 15,1 0-3-15,0-1 4 0,3 0 3 0,-3 0-3 16,3 0-1-16,2-2 2 0,0 1-3 16,1-1 2-16,1 0-6 0,1-2 1 0,0-1-2 0,0 3 1 15,0 0 3-15,1-3-2 0,-10-12 0 0,1 1-2 16,0 0 4-16,29 45-2 0,-30-46 7 0,0 1-5 16,0 0 10-16,17 43-3 0,-17-44 0 0,0 1 0 15,3 41 14-15,-3-41-5 0,-9 35 5 0,-1-13-5 16,0 1 1-16,-7 3-6 0,0 0-2 0,0-2-1 15,-3 0-10-15,1-4-3 0,0-1-15 16,-2-4-1-16,-2-4-84 0,4-2-74 0,-3-4-15 16,3-5-25-16,0-1-103 0</inkml:trace>
  <inkml:trace contextRef="#ctx0" brushRef="#br0" timeOffset="18849.49">28529 2293 1236 0,'0'0'177'0,"0"0"227"0,1 0 244 0,39 5-658 16,-21 1 40-16,4-2 21 0,2 2 13 0,-3 0-3 16,3 0 10-16,-3-1-46 0,0-1 5 0,1-3-20 0,-2 1-6 15,1-2-42-15,-1-1-42 0,2-1-14 0,0-3-253 16</inkml:trace>
  <inkml:trace contextRef="#ctx0" brushRef="#br0" timeOffset="20492.68">1628 3610 952 0,'0'0'233'16,"0"0"-70"-16,0 0 122 0,0 0-87 0,0 0-19 0,0 0 3 15,0-1-55-15,0 0-5 0,0 0-13 0,1 0-37 16,-1 0-9-16,0 0-2 16,0 1-4-16,1 0-4 0,23 18-7 0,-18 3 1 0,-2 6-5 15,-3 5-12-15,0 7 16 0,3 2-5 16,-2 6 8-16,2 3-10 0,0 1 1 0,-3 2-4 0,2-1 3 0,0 5-6 15,-1 6-11-15,1 3 2 0,1 7-7 0,2-2-3 16,-3-4-3-16,2 0-1 0,-3-1-1 0,-2 0-7 16,0-2 5-16,0-2-2 15,0-9 2-15,3-6-2 0,-2-9-4 0,1-6 5 0,-1-10-5 0,1-1-1 16,3-7-77-16,-5-14-9 16,0 1-33-16,0-1-98 0,0 1-35 0,0-1-10 15,0 0-15-15,18-21-106 0</inkml:trace>
  <inkml:trace contextRef="#ctx0" brushRef="#br0" timeOffset="20802.64">1713 3632 2147 0,'-11'-8'292'0,"3"-1"-194"0,8 9-45 0,0 0-14 15,-1-1 48-15,0 1-20 0,0-2 8 16,0 1-18-16,0 0-28 0,0 0-16 0,0 0 2 15,0 0-7-15,1 1 2 0,0 0 7 0,0 0 2 0,1 0 2 16,43 21 3-16,-23-14 3 0,5 1-5 16,5 3 4-16,-1 0-1 0,5 1 0 0,-2 0 3 0,0 0-1 15,-2 2 3-15,-3 1 5 0,-2 0-5 0,-4 1 5 16,-3 3-5-16,-2 0-1 0,-4 0-1 16,-4 3 0-16,-3 1-5 0,-5 4 0 0,-1 0-2 0,-4 2 1 15,-4-1 1-15,-5 1-2 0,-5 2 3 0,-2 5-4 16,-5 0-4-16,-4 5-3 0,-4 1-1 0,-2-3-1 15,-2-2-8-15,-3-2-89 0,2-5-18 0,-2-1-38 16,0-1-155-16,3-5-203 0,0 0 781 16</inkml:trace>
  <inkml:trace contextRef="#ctx0" brushRef="#br0" timeOffset="21197.51">2874 3752 1926 0,'-1'-18'332'0,"1"-2"-322"0,-2-1 21 16,-1 1-4-16,0 2 99 0,-2 1-13 0,-4 4 6 15,-3 2-12-15,-3 0-14 0,-3 6-29 0,0 1-3 16,-2 8-9-16,-3 5-17 0,1 4-8 0,-1 3-2 16,-1 4-2-16,7 6-13 0,-5 5-1 15,5 8 1-15,2 10-1 0,0 6 13 0,5 4 9 16,-2-3-2-16,6 5 3 0,-2 1-8 0,4 6-10 15,1 8 0-15,1-1-5 0,2-1-7 0,1-8-1 16,3 2 1-16,4-6-1 0,1-2 1 0,4-5-14 16,3-9-37-16,1-9-3 0,2-5-213 0,8-9-121 15,4-8-57-15</inkml:trace>
  <inkml:trace contextRef="#ctx0" brushRef="#br0" timeOffset="21878.34">3524 3798 2082 0,'0'0'101'0,"0"0"-15"15,0 0-3-15,0 0-1 0,0 0-8 0,0 1 0 16,6 42-3-16,2-19 2 0,-2 4-6 0,1 7 1 15,1 4-4-15,1 2 3 0,-2 1 3 0,-3 8 2 16,1 3 2-16,-4 6-4 0,4 5-7 0,-3-3-20 16,-1-1-4-16,-1-7-7 0,0 0-23 0,0-2 0 0,0-5 1 15,0 0-1-15,-1-8 1 0,1-7-6 0,0-3-3 16,1-8-6-16,-1-20-63 16,0 1-106-16,0 0-6 0,0 0-39 0,0 0-79 15,0-1-151-15,20-11-108 0</inkml:trace>
  <inkml:trace contextRef="#ctx0" brushRef="#br0" timeOffset="22325.82">3703 3857 1545 0,'0'0'244'0,"-1"0"42"0,0 0 96 16,0 0-282-16,0 0-37 0,0 0-17 16,0 0 0-16,0 0-8 0,0 0-14 0,1 0 13 15,0 0-2-15,0 0 5 0,26 16 6 0,-6-4 5 16,-2 0 3-16,1 0-1 0,2-1-8 0,0 1 5 15,2 0-5-15,0 3 5 0,-1-1-7 0,-2-1-17 16,-3-1 2-16,-1 1-8 0,-1-2 3 0,-2 3 3 16,-4 3-4-16,-2 0 2 0,-2 2-6 15,-5 1-1-15,-1 0 1 0,-5-1 0 0,-2 4 6 0,-4 0-4 16,-4 0 1-16,-5 3-2 0,0-1-4 0,-6 0-13 16,0 0 4-16,-3-1-7 0,3-1-6 0,-4 0 0 15,2-3-2-15,0-3 3 0,3 0 3 0,5-4 1 16,3 2 2-16,4-7-2 0,1-1-1 0,13-7-1 15,0 0-7-15,0 0 2 0,0 0-19 0,0 1-3 16,0-1 1-16,0 0-2 0,0 0-9 16,0 0-13-16,36 4 7 0,-12-9-6 0,2 0 34 0,6-4 2 15,2 5 3-15,1-4 0 0,-1 2 12 0,-1 1 2 16,1-1 0-16,-2 5 2 0,-2-1 15 0,-3 2 4 16,-2 2 8-16,-6 1-4 0,-2 1 10 0,-2 2 3 15,-4 1-3-15,-11-7 1 0,0 0-12 0,1 1 1 16,14 38-2-16,-15-38 3 0,-12 32 7 0,1-10-5 15,-3 1-1-15,-4 2-3 0,-2 3-12 0,-8-2-1 16,0 2-2-16,-5-4-3 0,1-1-37 0,-2-4-71 16,3-2-14-16,1-6-27 0,2 0-117 0,0-5-250 15,6-3 811-15</inkml:trace>
  <inkml:trace contextRef="#ctx0" brushRef="#br0" timeOffset="22797.8">4774 4323 3276 0,'0'0'87'0,"0"0"-30"0,-1 0-94 0,0 0-11 0,0 0 13 16,0 0-5-16,1 0 62 0,-2 0 13 15,1 0 1-15,0 0 2 0,0-1-16 0,0 0-8 16,0 0 2-16,0 0-2 0,-37-21 13 0,38 22-1 16,-1 0-6-16,0 0 2 0,-36 0-9 0,37 0 5 15,-1 0 2-15,-39 13 0 0,39-13-3 0,0 0-16 16,-41 25 3-16,42-25-6 0,-1 1 3 0,0 1-2 16,-39 38 3-16,40-40-2 0,0 1 2 0,-18 36-7 0,18-37-5 15,0 1 1-15,-6 39 1 16,6-40-7-16,0 1 4 0,-1 36-6 0,1-37 5 0,0 2-7 15,0-2-3-15,23 44 0 0,-23-44-2 0,27 22 17 16,-10-10 1-16,2-4 5 0,2 0 6 0,2 2 5 16,3-1 1-16,-2 2 0 0,0 1 2 0,-7-3 6 15,-4 1-3-15,-4 1 5 0,-1 1 4 0,-6 2 0 16,-1 1 2-16,-5 3 0 0,-5 1 6 0,-6 2-8 16,-3 2 0-16,-7 0-5 0,-3-1-9 0,-1 2 0 15,1-3 1-15,0-4-2 0,3-2-4 0,2-5-42 16,1-4-6-16,2-1-20 0,0-3-84 15,-1-4-142-15,-1-2-44 0,2-4-67 0,6-3-463 16</inkml:trace>
  <inkml:trace contextRef="#ctx0" brushRef="#br0" timeOffset="23124.42">5678 3581 3180 0,'0'0'111'0,"-1"0"-86"16,0 0-20-16,0 0-11 0,0 1-13 0,0 0 31 0,-31 43-1 16,26-27 14-16,0 6 15 0,1 0-10 15,-1 3 4-15,0 3-7 0,2 1 1 0,3 4-1 16,1 4 7-16,2 4-3 0,1 3 12 15,0 2 0-15,1 4-3 0,-1 9 3 0,-1 7 5 0,-1 14-9 16,1 1-2-16,1 3-4 0,1 5-13 0,0 9-5 16,-1 7 2-16,-1 2-4 0,0-4-4 15,3-3-1-15,-1-5-2 0,2-3 0 0,0-4-4 0,1-11-2 16,0-11 3-16,-1-1-2 0,-2-5 1 0,-1-4 2 16,0-2-4-16,0-13-4 0,-1-4-73 0,1-9-167 15,0-6-32-15,1-6-66 0,-4-17-303 0</inkml:trace>
  <inkml:trace contextRef="#ctx0" brushRef="#br0" timeOffset="23524.42">7840 3513 1610 0,'-12'12'309'0,"1"0"125"0,0 0 5 0,2 2-405 16,-1 4-10-16,-2 3 55 0,-1 7-2 0,-2 6 17 16,-2 4 7-16,-16 2-27 0,9 13 0 0,-4 7-13 0,-1 2-13 15,-6 2-9-15,4 3-4 16,-3 1-2-16,0 6-18 0,3 0-6 0,-1 0 1 0,5-8-4 0,0-5-4 16,1-7 2-16,0-2-4 0,5-4 5 15,1-3-5-15,3-7-74 0,3-7-12 0,4-8-31 16,0-5-111-16,10-18-74 0,0 0-35 15,0 0-35-15,-6-12-324 0</inkml:trace>
  <inkml:trace contextRef="#ctx0" brushRef="#br0" timeOffset="23757.54">7805 3577 2364 0,'9'-11'79'0,"0"2"2"15,-9 9-1-15,0 0 5 0,1 0 4 0,0-1-6 16,0 0-17-16,34-9 0 0,-35 10-1 0,0 1-1 0,19 43-17 15,-12-19 1 1,1 5-3-16,1 7 2 0,-2 2-17 0,2 8 1 16,1 6-1-16,-1 3 4 0,2 2 9 0,-1 3-16 0,-1 1-4 15,-1 8-5-15,0 5-6 0,1 8-3 0,0-2 2 0,-1-6-3 16,0-3-6-16,1-2-1 0,2-5 4 0,1 1-3 16,2-5 6-16,-5-11-8 0,-1-6-1 0,-1-8-7 15,0-7-47-15,-2-6-106 0,-2-3-12 0,-2-8-38 16,-1-12-98-16,0 1-190 0</inkml:trace>
  <inkml:trace contextRef="#ctx0" brushRef="#br0" timeOffset="23963.73">7582 4254 1600 0,'-19'6'243'0,"19"-6"121"0,-1 0 186 16,0 0-531-16,1 1-9 0,0 0 32 0,0 0 11 0,19 37 7 15,-19-38 33-15,35 14-30 0,-13-6-6 16,3-1-12-16,1 1-41 0,3-4-2 0,-1 1-2 0,1-1 0 16,0-1-4-16,0-1-5 0,-1 0-2 0,0-2-3 15,1-1-24-15,3-3-151 0,4-3 4 16,7-5-69-16,5-1-111 0,7-5-259 0</inkml:trace>
  <inkml:trace contextRef="#ctx0" brushRef="#br0" timeOffset="24307.1">8681 3982 1741 0,'0'0'334'0,"-1"0"-164"0,0 0-24 0,-41 15-27 16,41-15 19-16,0 0-27 0,-51 14 5 0,30-6-13 15,-3-2 2-15,2 0-17 0,-1 4 2 0,0-1-7 16,2 5-1-16,1 2-17 0,3-1-2 16,1 3-6-16,2-4-17 0,0 1-16 0,1 1 0 15,2 1-8-15,2 0-18 0,3-3 2 0,0-1-2 16,7-13 2-16,0 1-13 0,0 0-1 0,0 0-2 15,-10 40 0-15,10-41-11 0,0 0 3 0,0 1-3 0,1 0 5 16,36 32 7-16,-37-33 4 0,33 14 0 0,-14-6 1 16,4 2 4-16,-1 0 2 0,4-1-1 0,2 2 2 15,-1-1 3-15,0 1 7 0,-1 0 2 0,-3 1 1 16,0 0 6-16,-4-3 10 16,-4 6-2-16,-2-3 5 0,-3 2-1 0,-10-14 5 0,0 1-5 0,9 37 4 15,-9-38-8-15,-12 31 6 0,1-10-2 16,-3 2 2-16,-5 0-5 0,-5 1-7 0,-1-3 1 15,-2-1-3-15,-1-2-3 0,2-2-20 0,1-4-6 0,-3-2-10 16,5-1-50-16,-4-4-78 0,-1-2-23 16,1-2-31-16,-1-2-177 0,2-3 827 0</inkml:trace>
  <inkml:trace contextRef="#ctx0" brushRef="#br0" timeOffset="25013.88">9662 3787 1852 0,'0'0'121'0,"0"0"17"16,0 0 20-16,0 0-58 0,0 0-4 0,0 0 10 0,0 0-3 16,0 1 0-16,0 0-19 0,-15 34-23 0,15-35 2 15,0 1-11-15,-1 52-7 0,1-28-10 0,1 2-1 16,0 5-3-16,3-1-8 0,-3 0 9 0,0 3-2 15,1 0 5-15,0 9 7 0,0 0-6 0,1 2-1 16,1 0-3-16,2-2-7 0,2-2-12 0,1-4 5 0,3-4-7 16,1-2 11-16,-1-6 4 0,3-5-3 0,1 0 2 15,0-3-11-15,0-2-3 0,1 1 3 0,0-7-3 16,-1 0 7-16,2-4-3 0,-1-4 1 16,1-3-1-16,3 0-2 0,5-6 6 0,2-6-2 0,3 0 3 15,2-5-1-15,-1-6-8 0,2-1 4 0,-1-4-4 16,2-5 6-16,-4-2 0 15,0-1 2-15,-2-7-2 0,-4 0-4 0,-2-5-2 16,-3-1 1-16,-3 4-1 0,-2 2 3 0,-4 4-3 16,-3 0 1-16,-4 0-1 0,-2 0-3 0,0 2-2 0,-1 1-1 0,-1 7 1 15,0 2-2-15,-2 5 2 0,-4 2 2 0,1 3-1 16,0 3 7-16,-4 3-18 16,3 3-1-16,-3 0-8 0,9 10-16 0,-1 0-38 0,0-1-15 0,-38-14-15 15,39 15-111-15,-1 0-134 0,-35 9-42 0,35-9 82 16,-31 20 1099-16</inkml:trace>
  <inkml:trace contextRef="#ctx0" brushRef="#br0" timeOffset="25508.78">11499 3502 1213 0,'0'0'296'0,"-1"0"-105"0,0 0 153 0,0 0-205 16,0 0-10-16,0 0 4 15,-36 7-25-15,37-7-12 0,0 1-1 0,0 0-41 0,-34 36-6 16,34-36 5-16,-7 38-3 0,6-8 8 15,-1 7-4-15,1 6-3 0,1 8 1 0,-1 4-6 0,0 1-1 16,0 2-3-16,-1-5 0 0,0 4-14 0,-1 5-5 16,-2 3-3-16,0 8-1 0,0-5-10 0,-2-6 0 15,1-3-2-15,1-8 2 0,-1-4 4 0,1-6-9 16,3-5 5-16,0-4-8 0,0-7 0 0,1-8-45 16,1-18-16-16,0 1-15 0,0 0-90 0,0 0-49 15,0-1-10-15,0 0-19 0,-7-28-70 0,9-5-82 16</inkml:trace>
  <inkml:trace contextRef="#ctx0" brushRef="#br0" timeOffset="25997.13">11455 3455 2091 0,'0'0'93'0,"0"-2"73"0,-1 1-102 16,0 0 16-16,0 0-3 0,0 0 7 0,0 0-17 15,0 0-31-15,0 0 0 0,0 1-11 0,0 0-8 16,1 0 15-16,4 30-1 0,15-13 6 0,1-2 2 15,5-1 5-15,3 1 0 0,2-4 3 0,2 3 1 0,2-4 10 16,2 0-2-16,3 5 5 0,-3-3-8 0,0 3-8 16,-4 1-2-16,-2-3-1 0,0 1-16 0,-3 1-10 15,-1-2-1-15,-3 2-1 0,-6 1 3 0,-4 0 9 16,-4 0-3-16,-6 2 6 0,-4 2 0 0,-10 1 6 16,-4 4 0-16,-6 1 1 0,-7 3-2 0,0-2-13 15,-6 2 4-15,1-1-8 0,0 0-12 0,-5-3 7 16,2 2-8-16,-5-5 7 0,-1 5-4 0,2 0-9 15,-2-4 2-15,3 2-6 0,-1-4 4 0,6-4 4 16,4-1-2-16,8-3 3 0,4-3-9 0,4-3-12 16,14-7 4-16,0 0-7 0,0 0-1 15,0 0-45-15,0 0 10 0,0 0-22 0,0 0 9 0,17-8 16 16,4-1-5-16,7 0 11 0,6-2 10 16,3 0 17-16,2 1 3 0,3-1 5 0,1 2 11 0,0 1 8 15,2 1-3-15,-4 2 7 0,-1 3-3 0,-7 2 12 16,-2 3-3-16,-4 6 6 0,0 0 1 0,-4 4 8 15,-1 3 3-15,-8 1-1 0,-5 1-2 0,-6 4 0 16,-2 2 2-16,-5 2 0 0,-3 3 5 0,-8-1-5 16,-1 6-1-16,-7-6-2 0,-2 3-12 0,-1-2 2 15,-3 1-4-15,1 0 1 0,0 0-20 16,-2-1-46-16,0-4-16 0,0-2-14 0,-2-5-83 16,3-3-73-16,-1-3-22 0,3-5-35 0,0-3-221 15</inkml:trace>
  <inkml:trace contextRef="#ctx0" brushRef="#br0" timeOffset="26506.51">12937 4016 2630 0,'0'0'8'0,"0"-1"34"16,0 0 14-16,0 0 17 0,5-41 97 0,-5 42-31 16,0 0-5-16,0-1-11 0,0 1-31 0,-1-1-27 15,0 0 3-15,-37-23-13 0,38 24-14 0,-1 0-21 16,-48 9 1-16,30-4-9 0,0 2 1 0,0 1-10 15,0 7 3-15,-3 1-6 0,-1 0 0 0,1-2 0 16,-4 3-2-16,1 1 2 0,0 1 2 0,0 6-2 16,4-4-1-16,1 1 1 0,1 0-1 0,4-2-5 15,2-1 4-15,3 1-6 0,0-4-4 0,4-1-2 16,2 1-6-16,4-16 2 16,0 1-22-16,0 0 4 0,16 37 4 0,-16-38 1 15,30 17 19-15,-10-10 3 0,5-2-4 0,3 0 3 0,5-1-3 0,1 0 5 16,0-1 3-16,1 1 0 15,-3-2 11-15,1 2-1 0,1-1 3 0,-4 1-3 16,4 3 13-16,-6 0 4 0,-4 1 6 0,-6 2-2 0,-5-1 11 16,-4 2-8-16,-2 2-1 0,-6 1 1 15,-2-1 4-15,-7 2-1 0,-3 1-1 0,-4 1-1 0,-7 4-8 0,-4 4-7 16,-2-1-4-16,-4 2-2 0,1-2-14 16,3-3-32-16,0-2 1 0,2-2-16 0,-2-5-46 15,-4-2-51-15,0-2-11 0,2-4-19 0,1-1-91 0,3-3-354 16</inkml:trace>
  <inkml:trace contextRef="#ctx0" brushRef="#br0" timeOffset="26923.19">13627 3159 3041 0,'0'0'59'0,"0"0"-68"0,1 0-63 0,36 22 45 15,-18-9 1-15,2 0 18 0,-1-1 36 16,0 3 13-16,2 1-3 0,5 4 1 0,3 3-30 15,7 1-6-15,1 3 1 0,2 2-2 0,-1 1 1 0,-1 2 10 16,-1 2 0-16,-2 1 6 0,-3 4 17 16,-3 1 12-16,-6 8 3 0,-1 9 2 0,-3 4-3 0,-5 10-9 15,0 1-5-15,-7-1 2 0,0 1 2 0,-3 6 2 16,-2 1 3-16,-2 7-3 0,-2-1-3 0,0-6-13 16,-2 4-1-16,-2-2-4 0,-2 5-2 0,-3 1-4 15,0-6 1-15,-4-3-2 16,0 3 4-16,-4 1 0 0,-4 5-2 0,-5-6 1 15,-3-2-12-15,-4-3-44 0,-8 0-13 0,-4 0-18 16,-3-5-109-16,1-5-209 0,0-8-120 0</inkml:trace>
  <inkml:trace contextRef="#ctx0" brushRef="#br0" timeOffset="39972.32">2585 6002 1029 0,'-13'9'313'0,"2"-7"134"0,11-2 9 0,-1 0-355 15,-1 0-51-15,2 0-17 0,-1 0 2 0,0 0-10 0,0 0 4 16,0 0 11-16,0 0 2 0,0 0 1 0,0 0-10 16,1 0-9-16,0 0-1 0,0-1-2 0,1 0-5 15,0 1 3-15,43-30-3 16,-44 30 3-16,2 0-2 0,44-8 7 0,-46 8-1 16,1 0 4-16,50-12 1 0,-29 4-2 0,5 6 0 0,0-4-1 0,3 1-4 15,1 3-2-15,-1-2-3 0,4 1 1 0,-3 0-5 16,2-3 0-16,0 3 1 15,-1 1-1-15,2-2 3 0,-3 3-1 0,1-2-1 0,1 1 0 16,1 0-4-16,5 0-4 0,1 1 2 0,1-1-2 16,0 1-4-16,-1 1 3 0,-2 0-2 15,-2 1 2-15,1-1-2 0,-3 0 4 0,-1 1-1 0,-1 0 1 0,1 4-3 16,2-3 0-16,3 2 3 0,0-2-2 16,0 0 4-16,0 2-2 0,-2-1-3 15,-2 1 1-15,1-1-1 0,-2-3 0 0,-3 2 2 0,-1 2-1 16,-4 0-2-16,0 1-1 0,-2 1 2 0,0-4 0 15,1 5 5-15,1-2-2 0,1 0-5 0,2 3 3 16,-1-3-3-16,-4 1-1 0,0 1 4 16,-5-4-4-16,0 2 0 0,-2 1 6 0,-3-2-4 15,-13-4 3-15,1 0-6 0,0 0-98 0,38 21-35 0,-39-21-36 16,0 0-259-16</inkml:trace>
  <inkml:trace contextRef="#ctx0" brushRef="#br0" timeOffset="40940.35">7352 6101 2902 0,'0'0'89'0,"-1"0"-43"15,0 0 38-15,1 0-176 0,0 0 26 0,0 1-8 16,0 0 55-16,0 1 4 0,42 28 6 0,-42-30 9 16,1 0 0-16,0 0 6 0,49 12-1 15,-49-12 21-15,32 11-8 0,-13-7 2 0,2 0-4 16,6 0 5-16,3-2 2 0,8 1-3 16,1 0 2-16,3 0 4 0,2-1-13 0,2 2 3 0,0-2-8 0,2 1-6 15,-2-3-1-15,1 1 6 0,9-1-5 16,3 0 4-16,7-3 5 0,2-1-2 0,-1 0 6 0,-2-1 4 0,3-1 0 15,4 1-3-15,5-2 2 16,3 1-4-16,2-1-6 0,-4 2 2 0,-2 1-3 16,1 0-5-16,3 1 7 0,2 0 1 0,0 1 4 0,-4 1 13 15,0 1-3-15,1 0-3 0,3 0 0 16,5 0-8-16,-4 0-5 0,-1 0 0 0,0 0-1 16,3-1 2-16,6-2-5 0,4 0 2 0,-3-1-4 15,-2 1 7-15,3-1-7 0,1-2 7 0,3 1-7 16,-2 0 11-16,-5 1-8 0,0 2-2 0,0 2-1 15,0 0 3-15,-2 1-1 0,-3 2 6 0,-2 1-3 16,0 1 18-16,3 0-5 0,-1 0-3 0,-5 1-2 16,-4-1-9-16,0 0-1 0,-2 0 2 0,1 0-1 15,2-1 11-15,-3 0 9 0,-5 1 4 16,-5-2 0-16,0 1 3 0,0 0-14 0,1-1 1 16,-3 1-6-16,-4-1-8 0,-7 0 7 0,-6 1-9 0,-7 0 9 15,-8 1-11-15,-6-1 5 0,-6 0 2 0,-3 1-1 16,-3 0 1-16,-1-1-7 0,-12-4 7 0,0 0-7 15,0 0 11-15,0 0-40 0,0 0-18 0,0 0-16 16,0 0-129-16,-1 0-124 0,-38-13-23 0,39 13-49 0,-1 0-253 16</inkml:trace>
  <inkml:trace contextRef="#ctx0" brushRef="#br0" timeOffset="46097.93">15386 4196 1470 0,'0'0'1192'0,"0"0"-1211"16,0 0-6-16,0 1 46 0,0 0-17 0,1 0 28 0,0 0 36 0,35 13 0 0,-36-14 11 0,36 0-10 0,-12-3-27 15,2-2-4-15,1-1 3 0,3 1-1 0,0-2 14 0,2 0-15 16,-4 0 1-16,0 2-6 0,-1 1-6 15,-1-1-8-15,3 3-3 0,-1-1-1 0,1 3-13 0,-3-1 8 16,-2 1-5-16,-1 2 5 0,-4 0-11 0,1 0 3 16,0 1 2-16,-3-1 0 0,-1-1 1 0,-1 0-3 15,-2 1-19-15,-13-2 1 0,1 0-104 0,0 0-77 16,0 0-6-16,37 0-32 0,-38 0-94 0</inkml:trace>
  <inkml:trace contextRef="#ctx0" brushRef="#br0" timeOffset="46404.07">15499 4519 2305 0,'-13'-2'67'0,"13"2"-30"16,-1 0 28-16,0 0 104 0,1 0-15 0,-2 0 38 0,1 0-55 15,0 0-55-15,0 0-1 0,1 0-19 0,0 0-21 16,0 0 8-16,31 15-4 0,-10-15 4 0,5-2-17 15,1-1-4-15,2 0-2 0,1-1 1 0,-2 1 2 16,-1 1-3-16,5 1 5 16,1-2-6-16,2 3-1 0,1-1-10 0,0 1-2 0,1 3-2 15,-2 2-1-15,-3-1-7 0,0 1 5 0,-5-1-5 16,0 3 4-16,-2-1 0 0,-3 2-4 0,-1 1 4 16,-4-4 1-16,-1 1 0 0,-16-6 1 15,1 0-1-15,0 0 4 0,34 10-30 0,-35-10-15 16,0 0-17-16,0 0-156 0,1 0-269 0,-1 0-140 0</inkml:trace>
  <inkml:trace contextRef="#ctx0" brushRef="#br0" timeOffset="55788.8">15366 4287 1189 0,'0'0'161'0,"0"0"36"0,0 0 21 0,0 0-141 0,0 0 14 0,0 0 51 15,0 0 10-15,0 0-19 0,1 0-24 0,-1 0-17 16,0 0-6-16,1 0-5 0,0 0-30 0,0-1-4 16,34-22 0-16,-35 23-2 0,1 0-6 0,0 0-3 15,35-18-4-15,-36 18 0 0,2 0-11 0,-1 0 8 16,45-11-1-16,-46 11 4 0,1 0 5 0,45-4-9 16,-45 4 1-16,35-4-4 0,-17 4-4 0,1-2 9 15,-1 1-5-15,2-1 6 0,2 1-8 0,-1-1-1 16,3 1-5-16,3 0 1 0,3 1-9 0,2 2-2 15,-1-1 1 1,-1 1-2-16,-1 0-3 0,2 0-3 0,-3 2 3 0,0 1-2 0,-2-3 6 0,-2 2-4 16,0-1 1-16,-4 0-1 0,-1 0 4 0,-1 0-6 15,-2 0 4-15,-2-1-4 0,0 2-1 0,-3 0 2 16,2 0 0-16,1 0 3 16,-15-4 4-16,1 0-5 0,0 0 0 0,36 12-2 0,-37-12-12 15,0 0-79-15,1 0-5 0,0 0-34 0,0 0-90 16,0 0-110-16,0 0-44 0</inkml:trace>
  <inkml:trace contextRef="#ctx0" brushRef="#br0" timeOffset="56205.07">15442 4550 2991 0,'-1'0'58'0,"0"0"-24"0,1 0-8 0,0 1 12 0,0 0-5 0,1 0 3 0,33 27 10 0,-13-24 5 0,2-4 10 0,7 0-7 0,-2 0-10 16,2-1-16-16,-2 1-2 0,2-1-5 0,0 1-8 0,1-1-3 15,3 1-1-15,2-1-1 0,0 0-3 0,1 1 2 16,1 0-3-16,-1 2 2 0,-1-1-7 0,-1 0 0 16,-3 1 4-16,-1 0-1 15,-2 2 11-15,-1-2-5 0,-2 1-2 0,-3-1 1 0,-3 0-1 0,-1 2 1 16,-1-1-2-16,-1 3 1 0,-2-1 1 15,-3-1 5-15,-12-4 2 0,1 0-1 0,0 0-3 0,0 0 6 16,0 1-8-16,0 0 3 0,0 0-37 0,0 0-53 16,0 1-12-16,0-2-22 0,0 0-115 0,0 0-159 15,0 0-73-15</inkml:trace>
  <inkml:trace contextRef="#ctx0" brushRef="#br0" timeOffset="60014.16">17546 3389 878 0,'0'0'358'0,"-1"-2"-129"0,0 1 186 0,0 0-235 15,1 0 1-15,-1 0 16 0,0 0-72 0,0 0-6 0,0 1-25 16,0 0-33-16,-41-11-16 0,42 11 3 0,0 1-9 16,4 37-13-16,-6-21 13 0,2 4-4 0,1 1 8 15,3 5 0-15,-2 0 10 16,2 3-3-16,0 7 5 0,0 4 1 0,-2 6-7 15,-1 5 1-15,1 4-5 0,-2 5-10 0,-2-1-7 16,0-2-7-16,-2 1 0 0,-1-2-14 0,-1 3 3 0,-3 3-3 16,2-2 2-16,-1-4-4 0,0-8 1 0,1-5 2 15,0-12-4-15,1-2-5 0,1-8 2 16,1-2 2-16,0-2-2 0,0-4-20 0,4-14-66 16,0 0-7-16,0 0-25 0,0 0-73 0,0 0-74 15,-12-11-9-15,12-11-26 0,3-3-55 0</inkml:trace>
  <inkml:trace contextRef="#ctx0" brushRef="#br0" timeOffset="60311.74">17530 3348 1242 0,'-4'-13'612'0,"4"13"-413"16,0-1-49-16,0 0-73 0,-1 0 95 0,0 0-6 15,0 0-7-15,0 0-9 0,0 0-84 0,0 0-39 16,0 0 0-16,1 0-13 0,0 0-5 0,0 0-5 15,1 1 2-15,35-18-4 0,-18 23 1 0,5-1-1 16,-2 1 5-16,7 0-3 0,1-1-1 0,5 1 12 16,0 1-7-16,-2 2 10 0,2 0-4 0,-5 3 32 15,-1 1-2-15,-5 1 14 0,-3 2-7 0,-5 1-13 0,-3 1 1 16,-6 4-4-16,-1-1 6 0,-5 3-13 0,-4 0 3 0,-6 4-7 16,-1 3-3-16,-7 4-9 0,-2 3 0 0,-3 2-3 15,-4 1 2-15,-4 0-6 0,-2-2 3 0,-1 1-3 16,-1-3 10-16,1-5-6 15,4-4-2-15,1-2-7 0,2-7-36 16,0 0-119-16,2-3-11 0,3-8-55 0,3-2-203 0</inkml:trace>
  <inkml:trace contextRef="#ctx0" brushRef="#br0" timeOffset="60713.92">18500 3359 2201 0,'-12'-10'65'0,"0"-1"82"0,2 2-11 16,-1 3 44-16,1-2 24 0,0 4-76 0,-1 0 0 0,-1 4-29 15,-1 0-32-15,1 4-19 0,-1 3-6 16,-1 5-5-16,-1 4-20 0,-1 6-10 0,-3 9 1 0,-2 1-4 16,1 8 4-16,-2 6 2 0,2 6-2 0,2 10 4 15,-2 3 0-15,4 8 11 16,1-1-3-16,2-2 4 0,5-4-18 0,4-1-2 15,4 0-3-15,3 2 2 0,4-2 0 0,2-4-8 16,3-11 1-16,4-9-6 0,0-6-4 0,6-9-1 16,0-4-2-16,4-9-3 0,3-1-36 0,1-6-170 0,1-4-30 15,3-4-76-15,2-8-361 0</inkml:trace>
  <inkml:trace contextRef="#ctx0" brushRef="#br0" timeOffset="62465.54">19089 3309 735 0,'0'0'118'0,"0"0"54"0,0 0 35 0,-2 0-50 15,1 0 63-15,0 0-32 16,0-1-6-16,0 0-12 0,0 0-46 0,0 0-10 15,0 1-10-15,0 0-1 0,0 0-31 0,0 0-11 16,0 0 5-16,0 0-8 0,0 0 8 0,0 1-7 16,-16 37-4-16,17-18-1 0,-1 3-10 0,-1 2 2 15,0 5 5-15,0 0-3 0,-3 4 2 0,2 3-7 16,-1 2-3-16,-2 5-2 0,1 4-10 0,-2 4-10 16,1 2 5-16,1 0-7 0,-3 0-3 0,1-5-5 0,-1-4-4 15,1-3 2-15,1-1 0 0,-1 1-3 0,0 2 0 16,1-1-1-16,0-3 3 0,0-9-3 15,0-2 2-15,0-5-3 0,2-1 4 0,1-6-10 0,3-17-7 16,0 1-5-16,0 0-47 0,0 0-38 0,0 0-8 16,0 0-12-16,0-1-37 0,0 0-45 15,0 0-4-15,0-1-19 0,3-46-53 0,4 27-88 16,0-3-208-16</inkml:trace>
  <inkml:trace contextRef="#ctx0" brushRef="#br0" timeOffset="63213.28">19045 3428 1223 0,'0'0'71'0,"0"-1"101"16,0 0-17-16,-1 0 49 0,0 0-8 0,-20-34-56 16,21 35-1-16,0 0-18 0,0 0-10 0,0 0-21 15,0 0-4-15,0 0-10 0,0 0-42 0,0 0-9 16,0 0-3-16,0 0-3 0,0 0-8 0,1 0 4 15,0 0-2-15,42 18 2 0,-41-18-6 0,32 12 3 16,-14-6-1-16,3 0 2 0,0 1 3 0,1-2-6 16,3 0 5-16,1 2-6 0,0-2 4 0,-2 0 0 15,1 1-2-15,-3-1 2 0,-2-2 5 0,-3 4-9 16,-3 0 4-16,-2 3-5 0,-2 1 9 0,-12-11 21 16,0 1-3-16,0 0 9 0,13 37-9 0,-13-38-1 0,-14 27-6 0,1-10 2 15,-2 5-20-15,-4 0 3 16,-4 1-3-16,-2 0 2 0,-2 0-6 0,-1-1 4 15,-4-1-4-15,3 1 4 0,-2-1-8 0,3-3 5 0,6-1-6 16,1-3 4-16,3-2-10 0,3-2 8 16,0-1 1-16,15-9 2 0,-1 0-6 0,0 0 1 15,0 1-1-15,0 0 2 0,0 0-4 0,-1-1-11 0,2 0 1 16,-1 0-6-16,0 0-2 0,1 0 3 0,0 0-2 0,0 0 3 16,1-1-2-16,43-27 6 15,-20 19-1-15,3-1 3 0,5 0 8 0,-1 3-2 16,-1-1 6-16,2 4-3 0,-3 2 5 0,-2 0-3 15,-3 3-1-15,-2 1 2 0,-3 2 6 0,-3 4 4 16,-1 1 1-16,-4 3 1 0,-2 1 2 0,0 0 5 16,-5 3-2-16,1 0 2 0,-1 4-1 0,-3-3 1 0,-1 3-2 0,-4 1 2 15,-2-1 8-15,-4 1 5 16,-1-2-2-16,-5 5 1 0,-3 1-8 0,-3 6-11 0,-5 2 6 16,0-1-9-16,-3 0 1 0,-1-2 4 0,-1-2-7 15,2-3 5-15,0-4-6 0,5-1-5 0,1-4 4 0,5-4-5 16,1-4 3-16,5-3-1 15,13-5 0-15,-1 0 0 0,0 0-2 0,-35 4-5 16,36-4-5-16,0 0-2 0,-2-1-18 0,1 0-32 16,0 0-7-16,-22-38-16 0,23 39-87 0,0-1-154 15,0 0-55-15,14-41 88 0,-3 27 1164 0</inkml:trace>
  <inkml:trace contextRef="#ctx0" brushRef="#br0" timeOffset="64046.9">20358 3676 537 0,'-7'-11'624'0,"7"11"-257"0,0 0 333 0,-1-1-502 0,0 0-1 16,0 0 29-16,-29-36-90 0,30 37-4 0,0 0-30 15,-1 0-33-15,-34-16-1 0,35 16-3 0,-1 0-1 16,0 0-16-16,0 0-11 0,-41 0 0 0,42 0-4 15,-1 0-13-15,-35 17-5 0,36-17-1 16,-1 1-1-16,-41 29-2 0,25-16-6 0,0 3-3 0,0-2 1 0,1 2-3 16,-1 0 4-16,2 1-3 0,3 2 1 15,0-1-5-15,2-2 3 0,-1-1 0 16,1-2 0-16,0 0-3 0,3-1-1 0,3-1 3 0,4-12-4 16,0 1-4-16,0 0-16 0,0 0 3 0,4 34-7 15,-4-35 4-15,1 0 6 0,0 1 3 16,39 18 0-16,-40-19 5 0,35 1 4 0,-14-1-3 15,1-1 3-15,2 1 0 0,1 0 10 0,0 5-3 16,-3-3 4-16,1 1-9 0,-4 1 9 0,-3-1 0 0,0 3 6 16,-4 0-4-16,-12-6 19 0,1 1 0 15,0 0 7-15,22 35 1 0,-23-36 2 0,0 1-6 16,0 0 5-16,-20 47-6 0,5-32-3 0,-3 3-4 0,-2 2 0 0,-3-2-10 16,-2 2-5-16,0 0 1 15,-2-2-3-15,-1-2-4 0,2-2 5 0,2-2 1 0,1-1 1 16,3-3-1-16,-1-2-7 0,1-3-8 15,2-4-2-15,-1-2-42 0,3-4-105 0,0-1-21 16,6-1-49-16,1-3-254 0</inkml:trace>
  <inkml:trace contextRef="#ctx0" brushRef="#br0" timeOffset="65411.12">22164 3993 723 0,'0'0'11'0,"0"0"-22"16,-1-1 2-16,0 0-10 0,1 0 19 16,-28-38-9-16,28 39 1 0,0-1-13 0,0 0-33 15,-26-44 21-15,26 45-1 0,0-1 12 0,0 0 24 0,-6-39 11 16,6 40 1-16,0-1 8 0,0 0 52 0,0 0 61 16,-11-35-5-16,11 36 21 0,0 0-13 0,0 0-2 0,-1-1 0 15,0 0-2-15,0 0-5 16,0 0-4-16,0 0 0 0,-38-24-3 0,39 25-7 15,0 0 4-15,-1 0-2 0,0 0 3 0,0 0-3 0,0-1-6 16,0 0 2-16,0 0-6 0,-35-26-11 0,36 27-16 16,0 0-1-16,-1 0-4 0,0-1-13 0,0 0-7 15,-40-17-4-15,41 18-1 0,-1 0-15 0,-36-1-7 16,36 1 0-16,0 0-4 0,-46 9-6 16,46-9-9-16,-33 16-1 0,17-2-2 0,-2 0-8 0,1 3 2 15,0 3-1-15,2 2 1 0,0 2-3 0,0 4-9 16,3 1 1-16,1 4-3 0,1 0-2 15,2 3 8-15,2 2-3 0,2-2 4 0,2 3 1 0,2-3-1 16,1-3 0-16,4-5 0 0,0-6-10 0,4-5-1 16,1-3-1-16,3-7 2 0,1-3 3 0,3-4 2 15,2-2 0-15,3-7 2 0,0-7 0 0,4-5 8 16,-2-3 2-16,0-6 0 0,0-1 2 0,-4-2 1 16,2-1-5-16,-1 1 2 0,0 4 2 0,-3 0 1 15,-2 2 0-15,-3 2-1 0,1-2 0 16,-1 1 2-16,-2-1-1 0,0 3 1 0,-5 1 1 15,0 3 6-15,-1 1 2 0,-2 5 0 0,-2 14 2 0,0-1 5 16,0 0-2-16,0 0 3 0,0 0-14 16,-1 1-7-16,0 0-3 0,0 0-2 0,-37 19-9 15,31 3 8-15,1 3-3 0,0 4 4 0,3 2-3 0,-3 0 6 16,3-1-3-16,1-1 4 0,0 2 3 16,3 1-5-16,0 0 1 0,2 1-4 0,0-3 4 0,2-2-3 15,1-4 2-15,3 0-3 0,-3-6 2 0,2-3-2 0,3-1-5 16,-1-4-2-16,-10-10-57 15,1 0-46-15,0 0-13 0,46 4-11 0,-47-4-39 0,28-20-33 0,-14 4 3 16,0-2-15-16,1-3-2 0,-1-3 33 16,0-4 3-16,-1-2 9 0,-1-2-11 0,-1-2-39 15,-1 1 31-15,-1 0-14 0,-1-1 189 0,-2 5 110 16,0-2 27-16,0 8 31 0,-1 1 100 0,-1 7 3 16,-4 15-7-16,0-1 2 0,0 0-43 0,0 1-24 15,0-2-15-15,0 1-5 0,0 0-66 0,0 1-34 16,0 0 6-16,0 0-13 0,-21 28 18 15,12-6-5-15,0-1-1 0,-1 3-1 0,0 1 5 16,0-1-6-16,0 1 0 0,-1 4-3 0,-1-3-8 0,2 1-21 16,0-1 2-16,4-5-10 0,-1 0-6 0,3-6-6 15,4-15-2-15,0 1-1 0,0 0-2 0,0 0 0 16,0 0-1-16,0-1-1 0,0 0-7 0,0 0 6 16,0 0 1-16,0-1-1 0,16-42 1 0,-7 26 0 15,1 0 3-15,0-2-1 0,1 0 6 0,0-1-8 16,-1 0-2-16,4-1-1 0,0-2 7 0,4-2-5 15,-2-7 2-15,2 4-4 0,0-1 8 0,-1 4-3 16,0 2 5-16,-1 4-4 0,-4 3 1 0,-2 5 10 16,-10 11-7-16,0 0 8 0,1 0-4 0,0 0 14 15,0 0-3-15,0 0 5 0,0 0-14 0,0 1 0 16,20 37 3-16,-21-15-3 16,-2 2 2-16,1 5 0 0,-1 2-8 0,-1 1 4 0,0 0-10 15,1 0 1-15,0-1 2 0,0 3-1 0,2 1 1 16,0-5-10-16,0-1-18 0,4-6-3 0,1-2-116 15,2-4-113-15,2-3-13 0,1-3-40 16,1-2-100-16,8-5-159 0</inkml:trace>
  <inkml:trace contextRef="#ctx0" brushRef="#br0" timeOffset="65895.2">22882 4001 1617 0,'11'-13'130'0,"-4"-1"107"15,0-2-14-15,-5 1 38 0,-2 15-54 0,0-2-33 16,0 1-9-16,0 0-11 0,-22-34-52 0,22 35-21 15,-1 0-3-15,-36-14-6 0,36 14-18 0,0 0-15 16,-46-8-7-16,46 8-1 0,-33 4-16 0,15 2-8 16,-1 1 3-16,2 5-7 15,-1 0 0-15,-1 4-5 0,1 4 0 0,-1 2-3 0,0 1-6 16,2 6 7-16,0 4-7 0,4 3 7 16,3 2-4-16,2 0-4 0,2-5 8 0,3-2-7 0,1-4 4 0,4-5-9 15,0-4-1-15,4-7-2 16,-5-11-3-16,2 0-3 0,-1 0 5 0,47 11-3 15,-27-19 19-15,1-6 4 0,1-6-3 0,1-6 3 0,2-1-5 16,0-5 3-16,2-1-1 0,-1-3 1 0,1-2-2 16,-2 2 3-16,0-2 3 0,-1-4 0 0,-2-1-1 15,-2-5 7-15,-2-1-4 0,-4 1 5 0,2 0-3 0,-3 1 1 16,-3 4-2-16,1 3 1 0,-3 3-4 0,0 8 8 16,-3 2 0-16,-3 5 4 0,-2 4-4 0,-1 2 11 15,-1 3-2-15,1 13 7 0,0-1 7 0,0 0-3 16,0 0 1-16,-1 0-1 0,0 0-4 0,0 0-19 15,0 0 4-15,0 0-8 0,-37-14 4 0,38 15-4 16,0 1 1-16,-20 42 0 0,13-18 10 0,4 4-5 16,-4 6 0-16,2 9-3 0,1 4-6 0,0 12 0 15,2 3 5-15,-1 7-3 0,1-1 6 0,-2 2-4 16,1-1 1-16,1 0-2 0,0 0-3 0,2-3-1 16,0-5-5-16,1-10 1 0,3-8-36 0,1-8-161 15,3-8-25-15,4-3-73 0,-1-3-317 0</inkml:trace>
  <inkml:trace contextRef="#ctx0" brushRef="#br0" timeOffset="66494.81">25771 3490 1933 0,'0'0'95'0,"0"0"49"15,0 0 56-15,0 0-7 0,0 0 31 0,-1 0-94 0,0 0-2 16,0 0-28-16,0 0-13 0,-52 12-20 0,53-12-6 16,-1 1-5-16,-31 33-23 0,15-20-5 0,2 3-1 15,-3 1-3-15,0 5-11 0,-1 7 0 16,-1 3-5-16,0 5 2 0,1 4-4 0,-3 6 4 0,0 0 2 15,3 2-1-15,-4-2-2 0,3 1-4 0,3-1 0 16,-3 3-2-16,5 3-3 0,0 1 0 0,-2-1 5 16,3-2-3-16,-1-6 6 0,2-8-8 0,2-3-2 0,1-9-1 15,2-3 4-15,2-8-41 0,6-15-10 0,0 1-18 16,0 0-75-16,0 0-49 0,0 1-4 0,0-2-20 16,0-11-45-16,9-14-76 0,4-10-9 0</inkml:trace>
  <inkml:trace contextRef="#ctx0" brushRef="#br0" timeOffset="66764.02">25615 3564 851 0,'10'-33'133'0,"0"5"410"16,0 3-392-16,-2 6 86 0,-4 2-22 0,0 4 33 15,-4 13-101-15,0 0-39 0,0-1-12 0,0 0-8 16,0 1-40-16,0 0-13 16,0 0 4-16,0 0-7 0,12 35 3 0,-11-10 6 15,1 2-4-15,0 2 3 0,1 4-17 0,1 3 12 16,2 4-9-16,1 2 9 0,1 2-15 0,1 2-11 0,2 2 8 0,1-2-9 15,2-1 5-15,-2 0-4 0,0-4-3 16,-2 1 1-16,1 2-2 0,-2 2 1 16,0 2 1-16,-2-1-1 0,-2-4-2 0,1-2 0 0,-2-3-3 15,0-6 2-15,0-4-2 0,-3-10 0 0,2 0 1 0,-3-18-1 16,0 1-9-16,0 0-70 16,0 0 0-16,-5 34-32 0,5-35-58 0,0 0-31 15,0 0-13-15,0 0-7 0,-1-1-80 0,0 0-283 0</inkml:trace>
  <inkml:trace contextRef="#ctx0" brushRef="#br0" timeOffset="66930.17">25432 4047 2177 0,'0'0'21'0,"-1"0"92"0,0 0-17 16,0 1 45-16,-39 21-25 0,40-22-50 0,0 0 2 0,0 1-18 16,0 0-10-16,0 0-12 0,1 1-6 0,39 30 0 15,-22-28-20-15,6 2-4 0,0-3-3 16,2-3 2-16,2 3 1 0,1-3-3 0,-2 0 1 15,3-2-1-15,-1-2 5 0,1-3-48 16,2 0-22-16,2 2-19 0,-5-3-141 0,5-1-88 0,4-3-16 16</inkml:trace>
  <inkml:trace contextRef="#ctx0" brushRef="#br0" timeOffset="67278.7">26294 3902 1809 0,'0'0'105'0,"-1"0"96"0,0 0-35 0,0 0 62 15,-36 13-28-15,37-13-57 0,-1 0 0 16,0 0-18-16,-46 24-13 0,46-24-33 0,0 0-2 16,-47 25-13-16,30-18-15 0,0 5-13 0,0-1 0 15,1 0-6-15,0 0-13 0,0-5-6 0,2 2-4 16,0-3 1-16,1 2-2 0,2-2-8 0,12-5 4 16,-1 0-6-16,0 0 4 0,0 1-15 0,-35 20 1 15,36-21-8-15,0 1-6 0,0 0-7 0,0 0 4 16,0 0-3-16,18 37 14 0,-18-38-4 0,1 0 2 0,42 23-2 15,-23-17 9-15,3 1 8 0,3 1-4 16,-2-2 6-16,2 1 5 0,-2 1 0 0,0 1 3 0,-4 1-3 16,-2-1 1-16,-3 2 11 0,0 0 1 0,-6 1 5 15,-2 2 17-15,-5 1-5 0,-1 1-1 0,-4 2 1 16,-2-1 0-16,-4 3-7 0,-2 1 3 0,-2-1-7 16,0 0-4-16,-4-2-8 0,-3-2 0 0,0-4-2 15,-1-3 2-15,1-2-29 0,-1-2-12 0,-1-1-14 16,0-3-100-16,2 0-150 15,-1-3-35-15,3-3-64 0,3-1-349 0</inkml:trace>
  <inkml:trace contextRef="#ctx0" brushRef="#br0" timeOffset="67844.28">27260 3669 1976 0,'0'0'120'0,"-1"0"42"0,0 0-5 0,0 0 31 15,-39-13 40-15,40 13-74 0,0 0-9 0,-1 0-20 16,0 0-38-16,-1 0-31 0,2 0-5 0,-1 0-10 16,0 1-25-16,0 0-3 0,-35 36 2 0,36-37-3 15,0 1 2-15,-8 50-5 0,5-26 2 0,-1 4-3 16,-2 6-1-16,2 3 1 0,-2 3-1 0,0 2 2 16,0 1-3-16,0 1 2 0,2 1-2 15,1 6 2-15,2 2-4 0,1 0 3 16,1 0 2-16,4-6 0 0,1-6-8 0,3-6-4 0,-1-7-3 15,2-7 1-15,3 0 5 0,-1-6-7 0,3-3 5 16,2-3-5-16,0-4 2 0,-2-5-2 0,2-1 1 16,2-1 0-16,2-4 12 0,4-3-6 0,0-3 1 0,4-9-1 15,-1 1 9-15,4 1 0 0,-2-6 0 0,1-1-2 16,-3-5-3-16,0-3 5 16,-2-2 0-16,1-2 2 0,-2-2-4 0,-1-4-2 15,-1-1 1-15,-2 0 0 0,1 1 5 0,-3 6-8 16,0 1 0-16,0 2-3 0,-3-1 2 0,1-1 2 15,2 5 0-15,-3 5 0 0,-2 5-1 0,-2 4 7 0,-2 2-3 16,-2 3 4-16,-8 12 4 0,0-1-1 0,0 0 2 16,0 0-5-16,0 0-26 0,0 0-52 0,-20-34-22 15,20 35-15-15,-1 0-117 0,0 0-160 0,-40-13-46 16</inkml:trace>
  <inkml:trace contextRef="#ctx0" brushRef="#br0" timeOffset="68362.6">28771 3575 1121 0,'0'0'195'0,"-1"0"111"0,0-1 38 0,-34-19-187 15,35 20 14-15,0 0-54 0,-1 0 1 0,0 1-28 0,0 0-23 16,-41 35-6-16,39-16 1 0,1 6-4 0,-2 6-9 16,-2 3-4-16,2 7-2 0,-1 4-1 0,1 3-3 15,0 4 5-15,-2-2-4 0,-2-1 3 0,3-1-6 16,-4 3-15-16,1 4 1 0,-1 4-6 0,-2-1-6 0,1-6-1 15,1-6-2-15,2-10 1 0,1-7 1 16,2-8-2-16,1-5 1 0,3-17-4 0,0 0-15 0,0 0-56 16,0 1 1-16,0-1-24 15,0 0-46-15,0 0-14 0,5-18-20 0,1-5 3 16,0-7-48-16,1-4-9 0,2-2 18 0,0-6-17 0,0-1-17 16,-2-4-193-16</inkml:trace>
  <inkml:trace contextRef="#ctx0" brushRef="#br0" timeOffset="68847">28664 3567 612 0,'-3'-24'89'15,"3"9"316"-15,0 15 77 0,0-1-222 16,0 0-54-16,-5-35-45 0,5 36-8 0,0 0-18 16,0 0-72-16,0 0-33 0,0 0 0 0,1 0-8 15,0 0 8-15,0 0 10 0,45 25-1 0,-30-17 4 16,1 2 10-16,3 1-17 0,4-1 4 0,1-2-9 16,4 4 2-16,0-2 5 0,1 1 0 0,1 3 2 15,0-2-1-15,-2-1-7 0,-2 3 6 0,-3-1-6 16,-2 2 4-16,-5 1-7 0,-4 0-3 0,-2 0 0 15,-3 0 10-15,-3-1 8 0,-4 2-6 0,-1 2 3 16,-4-1-25-16,-5 2-4 0,-1 0 4 0,-4 2-3 0,-5 0-1 16,-5 2-3-16,-2 1-3 0,-6-1 2 15,-1-2-6-15,-3 1 4 0,-1-4-4 0,1 4 5 0,0 2-1 16,1-2-6-16,2 1 0 0,5 0-1 16,2-2 4-16,3-2-3 0,3-3 3 0,1-7-3 0,4-1-2 15,4-3-4-15,11-6 1 0,0 0-2 0,-2 0-5 16,2 0-16-16,0 0 4 0,0 0-8 0,0 0 6 0,0 0 3 15,43-20 0-15,-20 12 3 16,3-1 13-16,2-1-5 0,4-1 1 0,2 2-1 16,1 1 11-16,5 1-6 0,-2 1 5 0,1 1-5 15,-1 0 11-15,-4-1-1 0,-3 4-2 0,-6 4 1 16,-2 3 2-16,-7 2 9 0,-1 1 3 0,-4 0 1 16,0 2 11-16,-5 3-3 0,-1-1 0 0,-3 1-2 15,-2 2 9-15,-2 2-17 0,-4 0 7 0,-3 4-10 16,-3 0 8-16,-4 2-5 0,-2 1-3 0,-5 0-1 15,-2 1-7-15,-5 1 3 0,-1-3 0 0,-2-1 0 16,1-2-8-16,0-3 5 0,4 1-3 0,0-5 0 16,6-3-40-16,2 0-56 0,1-8-18 0,7-2-18 0,12 0-121 15,-1 0-112-15,0 0-36 0</inkml:trace>
  <inkml:trace contextRef="#ctx0" brushRef="#br0" timeOffset="69198.82">29538 4018 1062 0,'0'0'159'0,"0"0"701"15,0 0-841-15,0 0 151 0,0 0-23 0,0 0 60 16,0 1-49-16,0 0-16 0,0 0-2 0,-2 37-11 16,2-38-51-16,-1 0-9 0,0 1-5 0,-43 27-1 15,44-28-21-15,-31 17-5 0,11-11-5 0,-1 3-1 0,-2 1-18 0,-2 0 3 16,2 1-5-16,-1-2 4 0,6 0-10 0,-1-2-4 15,2 0 1 1,5 0-2-16,12-7 6 0,-1 0-6 0,0 1-1 16,0 0-1-16,-36 27-9 0,37-28 0 0,0 0-1 15,0 0 0-15,0 1-7 0,0 0-2 0,0 0 5 16,14 37-4-16,-14-38 6 0,1 0 5 0,39 20-1 16,-21-14 3-16,2 0 4 0,0 2 5 0,0-1-3 15,1 0 3-15,-3 3 8 0,-2 3 5 0,-2-3 7 0,-3 2-3 16,-2-1 7-16,-3 2 6 0,-2 0-6 0,-4 0 5 15,-2 0-11-15,-4 0 6 0,-3 1-4 0,-4-4 3 16,-3 2-11-16,-4-5-7 0,-4 2-2 0,0-4-5 16,-4-1-45-16,0-3-92 0,2-1-8 0,-1-1-37 15,0-6-122-15</inkml:trace>
  <inkml:trace contextRef="#ctx0" brushRef="#br0" timeOffset="69661.53">25026 3265 870 0,'0'0'431'16,"0"0"-189"-16,0 0 240 0,-1 0-315 0,0 1-15 15,-1 0 36-15,-24 41-60 0,20-24-5 0,-1 5-11 0,2 0-34 16,-18-1-19-16,10 14-2 0,2 3-5 0,-1 5-16 16,-1-3-16-16,3 6-2 0,-2 6-3 15,-1 7 0-15,0 10 3 0,0 2 0 0,3-1 2 16,1 2 5-16,2 2-9 0,-1 2 3 0,0 5-5 0,4 0-4 16,-1-9-10-16,5-3 0 15,5-6-2-15,1-3 5 0,2-3-9 0,4-3-2 0,3-9-14 0,1-6-107 16,6-7-198-16,8-3-54 0,9-7 84 0,10-5 1271 15</inkml:trace>
  <inkml:trace contextRef="#ctx0" brushRef="#br0" timeOffset="70113.03">29776 3325 2199 0,'0'0'42'0,"0"0"-40"0,0 1 23 15,0 0 43-15,28 41 30 0,-22-24 30 0,2 1 1 0,-1 3-7 16,0 3-38-16,-6-12-17 0,8 13-7 0,4 1-2 16,-3-3-19-16,1 3 5 0,0 1 0 0,-1 5 4 15,1 3 6-15,-2 4-8 0,-2 2-1 16,0 3-3-16,-1 2-7 0,-3 0-1 0,0 1 3 0,-3-2-3 15,-2-1 5-15,-3 4-8 0,0 0-3 0,-4 2-2 16,0 4-5-16,-3 0-1 0,-2-1 0 0,1-2-1 16,-3-2-6-16,-3-4 2 0,0 1 0 0,-5 3 0 15,0-1-3-15,-3 0-7 0,-1-2-6 0,-3-7-3 16,-3-3-51-16,-2-7-115 0,0-2-27 0,-2-11-44 16,3-1-232-16</inkml:trace>
  <inkml:trace contextRef="#ctx0" brushRef="#br0" timeOffset="71056.39">18884 4788 1684 0,'0'0'63'0,"-1"0"-24"16,0 0 19-16,0-1 14 0,0 0 12 0,0 0 57 16,-37-24-1-16,38 25 4 0,0 0-29 0,-1 0-57 0,0 0 3 15,1 0-24-15,0 0-15 0,0 0 2 0,0-1 3 16,0 0 0-16,0 0 0 0,1 0-5 0,52-20-3 15,-31 20 0-15,2 2-2 0,4-1 4 16,0 2-1-16,2 0 2 0,4 1 4 0,1-1-10 16,7 1 5-16,5 0-7 0,3 0 3 0,4 0 5 0,0-1-5 15,1 0 6-15,-3-2 4 0,-3 1 2 0,1-1 2 0,-4 0-2 16,5 0-5-16,5 0-6 0,-2 0-1 0,1 0-2 16,-3 0-9-16,-4 1 6 0,-3 0-3 0,-7 1 3 15,-4 0-8-15,-1-1 0 0,-2 1 1 0,-2-1 1 16,-2 0 5-16,-3 2 1 0,-5-2 0 0,-6 0 0 15,-13-1-2-15,2 0 1 16,-1 0 0-16,0 0 1 0,0 0 5 0,0 0-5 0,0 0-29 0,0 0-5 16,0 0-221-16,0 0-382 0</inkml:trace>
  <inkml:trace contextRef="#ctx0" brushRef="#br0" timeOffset="72059.2">24592 4962 1940 0,'-11'9'64'0,"0"0"-47"16,11-9 43-16,0 1-44 0,-1 0 32 15,0 0 39-15,-18 37 18 0,19-38-3 0,0 0-6 16,0 1-52-16,0-1-24 0,0 2 1 0,0-2-7 15,0 1 6-15,1 0-7 0,34 35-1 0,-35-36-2 0,34 15-2 16,-14-8 3-16,1 1 0 0,4-1 2 16,0 2 7-16,4-2 5 0,1-1 0 0,4-1 1 0,1-1-11 0,4 1 2 15,4-1-1-15,4-2 1 0,5 0-3 0,-1-2-5 16,4 2 1-16,-2 1-2 16,0 1-5-16,-1 1 0 0,-3-1-3 0,4 2 4 15,4-1 4-15,3 1-5 0,4 0 3 0,-1 0-3 16,0 0 0-16,-3 1-1 0,-2 0 1 0,4-2 1 15,1 2 4-15,7-1-5 0,3 0 0 0,2 0 0 16,-6-1 7-16,-2 0-10 0,3-1 6 0,2 0-6 16,1 1 5-16,4-2-2 0,-4 0-1 0,-5 1 1 15,0 0 5-15,3 0-8 0,1 0 6 0,4 0-6 16,-2-2 10-16,-4 1 4 0,-3-1 12 0,-4 0-2 0,4 2 53 0,5-1-48 16,1-1 9-1,1 0-22-15,-6-1-1 0,-3 2-2 0,-3-1-3 0,2 2 2 16,4-2 0-16,0-1-4 0,1 1 3 0,-1-1-3 15,-6 2-3-15,-6-2 1 0,1 1 0 0,1-2 1 16,0 0-3-16,5 0 8 0,-4-1-6 0,-3 0 8 16,-1 0 2-16,-4-1 2 0,-2 1 3 0,1-1-2 15,4-2 1-15,4 0-10 0,0 0 4 0,0-2-6 16,-5 0 12-16,-5 2-8 0,-2-1-2 0,-4 0 0 0,-3 1-3 16,1-1 1-16,2 0 2 0,-1 1-3 0,0-1-2 15,-7 1-2-15,-2 0 3 0,-6 0-2 0,-2 0 6 16,-4 0-3-16,-5 0 5 15,-15 4-3-15,1 0 6 0,0 0-5 0,0 0-5 0,0 0-1 16,0 0-52-16,0 0-156 0,0 0-23 0,-1-1-63 16,0 0-258-16</inkml:trace>
  <inkml:trace contextRef="#ctx0" brushRef="#br0" timeOffset="72694.62">30790 3087 1591 0,'0'0'239'0,"0"0"-107"0,1 0 132 16,0 0-194-16,0 0 9 0,37 0 22 0,-38 0 15 15,1 0-10-15,0 1 5 0,0 0-52 0,0 0-16 16,27 47 1-16,-20-29-7 0,-2 0 1 0,3 4-4 15,0 5 2-15,0 0-2 0,2 5 7 0,0 0-3 16,0 3-3-16,1 3 1 0,0-1 2 0,-2 1 0 0,1 0 4 16,-2 2-2-16,0 5 8 0,-2 3-6 0,0 9-1 15,-2 3-3-15,-1 3-12 0,-1-3-1 0,-1-2 0 16,-2-1 0-16,0 0-4 0,-2 7-2 0,-1 0 1 16,-2 3-3-16,1 0-4 0,-1-8 6 0,0-3-6 0,-2-5 5 15,2 2-16-15,-2 4 8 0,-2 1-4 0,0 1 5 16,-2-7-13-16,0-4 9 15,-1-6-1-15,0-6 4 0,0-3-9 0,-1-1 5 0,0-8-10 16,-2 0 0-16,-2-8-86 0,1-4-197 0,3-4-17 16,13-9-82-16,-1 0-275 0</inkml:trace>
  <inkml:trace contextRef="#ctx0" brushRef="#br0" timeOffset="73726.75">17344 5096 3136 0,'-22'0'86'0,"6"2"-77"0,16-2-9 0,-1 0-31 0,0 0-22 16,0 0-35-16,0 0 29 0,1 0-19 0,0 0 97 16,-1 0-16-16,1 0-3 15,0 0-3-15,15 8-7 0,7-4 4 0,3 1-6 0,5 2 5 16,4 1-7-16,1 0 15 0,3 3 0 16,2-1 6-16,-1 3-10 0,4 0 8 0,4 0-5 0,8-1 5 0,7 0-8 15,2-2 4 1,4 2-1-16,1-1 2 0,-3-1-6 0,6-1 2 0,6-2 0 15,5 1 1-15,7-1 1 0,-3-1 1 0,-1 0 2 0,2 0-1 16,3 0 7-16,6 0 0 0,1 2-6 0,-6 0 4 16,4-1-7-16,0-1-1 0,6 1 3 0,0 1-2 15,-1-1 1-15,2-3 1 0,2-1-2 16,3-1 2-16,-1 2-2 0,1-1 0 0,3 1 1 16,3-3-1-16,1 1 2 0,-1 2-3 0,1-3 1 15,1 3-3-15,3-2 6 0,0-1 2 0,1 2-5 16,3-2 3-16,-1 2-2 0,6-3 5 0,-2 0 1 15,0 3 0-15,3-2-4 0,5 2-3 0,-2-1 1 16,1-1-1-16,2 3 4 0,1-2 1 0,0 2 0 16,-2 3 3-16,6-4 15 0,0 2 16 0,-2 0-3 15,7 1 5-15,0 2-17 0,-3 1-14 0,-2 2 2 0,8-5-7 16,-1 1 0-16,-4-1-2 0,9-1-2 16,-2 1 1-16,-6-2 0 0,10 0 0 0,-3 2-2 15,-7 0 0-15,2 2 2 0,1-2-3 0,-2 3 8 16,-7-2-7-16,5-1 8 0,-5 1 1 0,-3 1-1 15,0-1 3-15,2-1 11 0,-4 0-3 0,0 0-3 16,3-2 0-16,-4-2-7 0,2-1-2 0,-4-1 3 16,2-1-4-16,0 0 1 0,-3-2-4 0,-1 1 1 15,0-3-2-15,-4 1 5 0,0 0-4 0,-4 1 2 16,-3 0-3-16,-2 1 0 0,-3-2 3 0,-1 1-4 16,-4 2 3-16,0 1-3 0,0 0-3 0,-1 0 9 0,-10 1-7 15,0 0 19-15,-2 2 18 0,0 0-9 16,-4 0 10-16,-8 1-18 0,-5 0-10 0,-4 0-1 15,-1 0-3-15,0 2-4 0,-6-2 2 16,-6 2 0-16,-11-1 0 0,-7 1-6 0,-6-1 7 16,-3 1-4-16,-6-1 7 0,-1-1-6 0,-8-1-34 15,-18-3-19-15,1 0-12 0,0 0-114 0,0 0-130 0,0 0-15 0,-1 0 62 16,-19-1 1165-16</inkml:trace>
  <inkml:trace contextRef="#ctx0" brushRef="#br0" timeOffset="74639.92">7044 6232 2912 0,'0'0'66'0,"0"0"-88"15,0 0-22-15,0 0-20 0,0 0-17 0,29-3 38 16,-4 3 8-16,3 0 5 0,2-1 19 0,-12-6 2 15,17 6-3-15,6-1 2 0,6-2-8 0,5-3 3 16,1-2 4-16,5-1 1 0,2 0 25 0,10-2 10 16,10-2-3-16,4 0 4 0,3 0-13 0,2-1 9 15,6 0-5-15,10 0 6 0,4 2-5 0,0-1-5 16,3 2 6-16,7 1-4 0,0-1 18 0,3 2-17 16,4 4 6-16,1-1-10 0,0-1-9 0,2 0 6 15,5-1-4-15,-4 6 7 0,0 0 1 0,6-1 0 0,1 0-3 16,-3 0 1-16,3 4-4 0,-1 1-5 0,1 4 1 15,-4 0-2-15,5-4 4 0,-4 1-5 16,-5 2 2-16,-4 1-2 0,2 3 1 0,-3 2 1 16,-2-1 0-16,-5 1 1 0,-5 0 4 0,-2 2-3 15,-4 2-1-15,-3-1 1 0,-9 0-5 0,-7-1 4 16,-5 0-3-16,0-1 3 0,-3-1 0 0,-7-1-4 16,-12-1 2-16,-10 0-3 0,-7-4 2 0,-5 0 2 15,-6-1-10-15,-5-2-5 0,-7 0-146 0,-20-1-79 16,1 0-19-16,0 0-21 0,-1 0-134 0</inkml:trace>
  <inkml:trace contextRef="#ctx0" brushRef="#br0" timeOffset="75013.17">7220 5853 255 0,'-27'4'1272'0,"10"2"-569"0,17-6 657 0,0 0-1532 0,0 1 26 16,31 24-17-16,2-18 98 0,10 1 2 15,10-1 21-15,7-2 23 0,-8-5 7 0,23 5 0 16,11 1 2-16,5-3 1 0,9-2 4 15,4-1-1-15,10-1 1 0,6 5-7 0,-1-1 11 16,9 3-5-16,5 0 9 0,-3 1 33 0,7 1 5 16,5 1 15-16,5-5-8 0,-2 7 7 0,13-7-11 15,3 3-3-15,-5 0-2 0,11-2-15 0,3 0-17 16,-8-2 0-16,15-1-5 0,-3 1 1 0,-11 1-3 16,10 0 0-16,-13 1-2 0,-7-1 2 0,8 2-3 0,-6 0-5 15,-8 0-14-15,9 3-189 0,-3-2-382 16</inkml:trace>
  <inkml:trace contextRef="#ctx0" brushRef="#br0" timeOffset="75663.33">19516 6027 2208 0,'0'0'68'15,"0"0"-37"-15,0 0 21 0,0 1 21 0,0 0 17 0,-11 35 16 16,11-36-5-16,0 1-10 0,-5 39-47 15,5-40 0-15,-13 31 4 0,14-7-1 0,3 2 9 0,-3 3-17 16,2 3 0-16,1 4-5 0,1 5-2 0,-1 2 13 16,1 4-6-16,-1 10 7 0,0 4-13 15,-3 10-12-15,-1 1 4 0,-2 0-7 16,0 0-6-16,-2 4-2 0,-2-1-1 0,0 4 0 16,-1 0-3-16,-1-8 0 0,0-5-1 0,1-13 2 15,-2-6 4-15,3-6-11 0,0-5 1 0,0-5-8 16,2-5-55-16,-1-9-80 0,5-17-10 0,0 0-27 15,0 0-75-15,0 0-102 0,-14-9-13 0,14-22-37 16,4-6-119-16</inkml:trace>
  <inkml:trace contextRef="#ctx0" brushRef="#br0" timeOffset="75913.19">19511 6278 1456 0,'3'-42'125'16,"0"3"-15"-16,3 5-5 0,-2 4 9 15,0 7 62-15,-3 6-25 0,-1 17-5 0,0-1-16 0,0 0-86 0,0 0-18 16,0 0-9-16,0 0-1 0,0 0-11 15,1 0 6-15,0 1-3 0,49-6 3 0,-30 17-1 0,6 0 12 16,4 2 1-16,3 2 4 0,3 0 10 16,-1 2 5-16,1-2 2 0,-2 1 0 0,-2 2-2 0,-3-3 18 15,-3 2-10-15,-4 0 12 0,-1 1-13 0,-8-2 3 16,2 3 5-16,-5-4-3 0,-2 2-7 0,-3-3-8 16,-3 1-4-16,-2 0 1 0,-5-1 1 15,-2 2 6-15,-3 0-5 0,-7 4 3 16,-2 2-18-16,-7 4-17 0,-4 0-12 0,-4 2-7 15,-4-2-82-15,-2-1-86 0,-3-2-18 0,2-2-39 0,3 0-204 16</inkml:trace>
  <inkml:trace contextRef="#ctx0" brushRef="#br0" timeOffset="76263.19">20782 6425 1005 0,'-16'-1'116'0,"-1"-1"270"0,-1 3-249 16,-1-2 35-16,0 2-5 0,-3 2 12 15,0 0-28-15,2 3-29 0,-1 2-6 0,2 4-7 16,2 1-18-16,0 4-9 0,-1 5-4 0,2 2-4 16,-1 7-17-16,1 4-3 0,1 7-1 0,2 5-1 0,2 6-9 15,1-1 0-15,3 3 2 0,1 2-3 16,4 0-12-16,1 1-22 0,1 2 3 0,3-5-8 0,1-3 1 16,1-7-9-16,1-6-4 0,4-8-2 15,-1-2-12-15,3-3-151 0,-1-5-8 0,2-1-65 0,3-4-143 16,3-7 1025-16</inkml:trace>
  <inkml:trace contextRef="#ctx0" brushRef="#br0" timeOffset="76579.36">21287 6413 1804 0,'0'0'453'0,"0"0"-339"0,0 0-57 0,0 0-33 15,0 0 149-15,0 0-38 0,0 0 9 0,0 1-25 16,0 0-26-16,-6 47-16 0,-3-28 2 0,-2 3-9 16,-1 4-16-16,-4 4-15 0,-3 4-2 0,-1 3-5 15,-2 3-13-15,-2 3-6 0,-1 1-1 16,-2-2-2-16,3 0-4 0,0 0 1 0,3-1-5 15,4 0 3-15,0-1-5 0,2-6 3 0,1-3 0 0,-1-5-1 16,4-5-14-16,2-5-84 0,9-17-1 16,0 1-35-16,0 0-63 0,-1 1-65 0,0-2-3 15,1 0-32-15,-4-29-95 0</inkml:trace>
  <inkml:trace contextRef="#ctx0" brushRef="#br0" timeOffset="76794.5">21351 6359 1587 0,'12'-11'255'0,"1"-1"-145"0,0 3-9 16,-2 2-20-16,-11 7 82 0,1 0-46 0,0 0-1 16,0 0-16-16,0 1-11 0,37 41-8 0,-33-22-2 15,0 0-3-15,0 7-13 0,-5 3-3 0,3 8-2 0,-2 6-1 16,0 1-9-16,0 4-17 0,0 1 3 0,-1 1-9 16,-1 0-6-16,1-2-6 0,-1 1 0 0,1 0-2 0,0 1-8 15,-3-4-3-15,3-2 0 16,-2-4-1-16,1-6 2 0,1-7-27 0,-2-5-23 15,1-6-11-15,1-17-145 0,0 1-57 0,0 0-15 16,0 0-26-16,0 0-185 0</inkml:trace>
  <inkml:trace contextRef="#ctx0" brushRef="#br0" timeOffset="76991.69">21106 6734 2039 0,'0'0'92'0,"0"0"202"15,0 0-359-15,0 1 158 0,1 0-31 0,0 0 76 16,41 38-38-16,-24-31-46 0,2-2-3 0,1-1-16 16,1-2-31-16,0 0-3 0,1-1-2 0,1 1 1 15,-2-2-5-15,2-1-1 0,-1 0-4 0,-1-1 0 16,3-1-16-16,-2-1-124 0,2 2 7 0,2-2-55 16,2 0-43-16,1 0-112 0,2-2-102 0</inkml:trace>
  <inkml:trace contextRef="#ctx0" brushRef="#br0" timeOffset="77339.53">21897 6649 930 0,'0'0'129'0,"0"0"309"0,0 0 191 0,-2 0-543 16,1 0 23-16,-34 12 58 0,35-12-4 0,-1 0 14 16,-1 1-44-16,-35 23-22 0,37-24-2 0,-1 1-11 15,-36 31-33-15,37-32-24 0,-1 1 1 0,-41 32-12 16,27-20-18-16,0 3 4 0,-2-2-4 0,-1-1 3 15,1 0-10-15,2-3-5 16,0 1 1-16,3 0-1 0,-1-2 0 0,5 1-7 0,8-10 1 0,0 0-4 16,0 1-6-16,0 0-9 0,0 0-5 0,0 0 0 15,5 36-6-15,-5-37 2 0,0 0 4 0,39 18-1 16,-18-11 4-16,0 2 5 16,2-1 1-16,1-2 2 0,2 2 11 0,0-2 0 15,0-1-1-15,-2 0 2 0,0 2 7 0,-1-1 5 16,-1 1 2-16,-4 2 3 0,0-5 10 0,-5 4 16 0,1 0-3 0,-4-1 7 15,-10-7 4-15,0 1-3 0,0 0 8 0,11 39-7 16,-11-40 6-16,0 1-11 0,-19 45 0 0,5-27-4 16,-2 2-8-16,-2-3-8 0,-1 1-8 0,-1 0-3 15,-3-5-54-15,-3-2-72 0,0-2-13 0,-2-5-27 16,1 0-114-16,1-3-247 0</inkml:trace>
  <inkml:trace contextRef="#ctx0" brushRef="#br0" timeOffset="77959.89">22671 6422 1888 0,'0'0'106'0,"-1"0"19"15,0 0 43-15,0 0-18 0,-35-4 30 0,36 4-15 16,0 0-6-16,0 0-21 0,-1 0-61 16,0 0-19-16,-34 5-6 0,35-5-6 15,0 0-19-15,0 1-21 0,-12 44 5 0,11-20-11 0,-1 2 2 16,1 6-2-16,-1 5 5 0,0 6-3 0,1 1 9 0,1 4-6 15,-2-2-2-15,5 0 0 0,1-1 8 0,-1-1 10 16,3 3 2-16,0-1 0 0,3-3-6 16,2-5-8-16,2-5 0 0,2-6-2 0,1-4-3 15,0-5-7-15,1-4 1 0,2-3-4 0,1-5-3 0,1-5 3 16,0-3-4-16,2-7 3 0,1-2-10 16,0-6 14-16,1-3-1 0,2-9 6 0,0-3 4 0,3-6-6 15,4-3 1-15,0-5-1 0,5 1 8 16,-2 1 2-16,-5-1-6 0,-4 5 4 0,-5-2-5 0,-4 2 0 15,-4 4 7-15,-3 4-5 0,-4 5 1 0,-4 5 13 16,-2 4-3-16,-2 17 7 16,0-1-8-16,0 0-57 0,-12-35-13 0,12 36-21 15,-1 0-91-15,0 0-84 0,0 0-25 0,-41-16-41 16,42 16-279-16</inkml:trace>
  <inkml:trace contextRef="#ctx0" brushRef="#br0" timeOffset="78913.48">23989 6366 1357 0,'0'0'81'16,"0"0"58"-16,0 0 49 0,0 0 10 0,0 0 27 0,0 0-66 15,0 0-5-15,0 0-23 0,0 2-39 0,-1-2-8 16,-1 1-3-16,-22 42-2 0,24-43-17 15,-8 32-4-15,5-11-4 0,0 6 0 0,1 6-10 0,0 5-5 16,-1 4 2-16,1 4-3 0,0 3-1 16,-1-1-2-16,-1 2-1 0,-3-1 0 0,2 1 1 0,-2 3-21 15,1 0 3-15,2 3-9 0,-4-1 5 0,1-3-7 16,2-2 6-16,-1-8-6 0,1-3 1 0,1-11-4 16,0-3-3-16,1-3 0 15,2-3 0-15,-1-3-16 0,2-16-11 0,0 1-8 0,0 0-81 0,0 0-44 16,0-1-4-16,0 0-13 0,0 0-34 15,0 0 3-15,10-30 10 0,-3 6-2 16,1-3 13-16,1-3-180 0</inkml:trace>
  <inkml:trace contextRef="#ctx0" brushRef="#br0" timeOffset="79463">23973 6222 1651 0,'0'0'520'0,"-1"0"-388"0,0 0-24 0,0 0-84 0,0 0 136 16,0 0-29-16,-1 0 7 0,2 0-25 0,-1 0-56 16,1 0-5-16,0 0-8 0,0 1 2 0,0 0-20 15,1 0 0-15,36 41-2 0,-20-34 0 0,3 0-4 0,3 2-4 16,1-1 4-16,0 1-4 0,0 0-3 0,1-2 1 16,-1 2-2-16,0 0 3 0,-1 2 0 0,-4 1 18 15,1-1-3-15,-6-4 9 16,-1 4 3-16,-4-1-11 0,-4-1 1 0,-5-10-4 15,0 1 7-15,7 40-7 0,-7-41 4 0,0 2-7 16,-21 44-1-16,9-28 0 0,-1 3-4 0,-3-4 1 0,-2 3-8 0,-3 0-3 16,-2 0 0-16,-1 1-2 0,-2-1-1 15,0 0-4-15,-4 0-1 0,1 1 0 16,1 0-2-16,1 0 1 0,2-3 2 0,3-1 0 0,1-1-1 16,5-5-3-16,3 1-4 0,3-1 1 0,10-11-4 15,0 1-3-15,0 0-2 0,-1 0-1 0,0 0-10 0,1 0-22 16,0 0 11-16,0 0-13 15,1 0 20-15,0 0 0 0,46 27 4 0,-26-27 1 0,2-2 10 0,4 1 8 16,-1 0-4-16,3 2 7 0,-2 0 2 16,0 4 0-16,-4-2-1 0,0 1 1 0,-2-1-6 0,0-1 8 15,-3 1-2-15,-2 1 6 0,-1 0-6 0,-2 1-1 16,0 1 3-16,-2 0-2 0,-2 0 11 0,0 2 1 16,-9-9 1-16,0 1 1 15,1 0 10-15,15 40 10 0,-16-41-3 0,0 1 4 16,-9 39-5-16,0-23-3 0,-3 2-6 0,0 2 2 0,-3 0-11 0,-2 3-2 15,0-2 3-15,-3-1-3 16,-2-1-6-16,2 0-9 0,-1-2-1 0,2-3-5 16,2-1-23-16,0-3-27 0,-2-2-5 0,3-3-9 15,-1-4-42-15,3-2-87 0,14 0-10 0,-1 0-37 16,0 0-122-16</inkml:trace>
  <inkml:trace contextRef="#ctx0" brushRef="#br0" timeOffset="81228.81">24931 6798 439 0,'0'0'173'0,"0"0"136"16,0-1 40-16,0 0-83 0,0 0-37 0,11-35-42 15,-11 36-3-15,0 0-4 0,0-1-19 0,0 0-25 16,0 0 1-16,0 0-11 0,0 0-14 0,0 0-18 15,0 0-3-15,0 0-6 0,0 0-24 0,-1 0-8 16,0 0-4-16,0 0 0 0,0 0-7 0,-39-17-16 16,40 18 5-16,-1 0-10 0,0 0 3 0,-45 20-8 15,45-20-1-15,0 0-2 0,-45 24-5 0,45-24 6 16,-34 18-4-16,19-7 3 0,-1 0-12 0,-1-1-1 16,2 1 0-16,2 2 0 0,-1-1 7 0,2-2-8 0,1 2 1 0,3 0-5 15,0-1-2-15,3 2-4 0,3 2-4 0,1-1 2 16,1-3 0-16,1-11-1 0,0 1 0 0,0 0-1 15,22 46-3-15,-22-47-2 16,1 1 5-16,34 36-4 0,-19-26 10 0,1 1-8 16,5-1 6-16,1 1-6 0,2-1 13 0,2 0 3 15,-1 0-1-15,-2-1 2 0,1 2 3 0,1 0-2 0,-5 2 5 16,1-1-3-16,-2 0 10 0,-7 0 6 16,1 2 1-16,-2-1 1 0,-4 2 6 0,-2 1-4 15,-4 2-2-15,-2-5 0 0,-2 3-7 0,-4 0 3 16,-3-2-2-16,-1 0 2 0,-2 1 1 0,-1 1-6 15,-3 0-2-15,-2 0-1 0,2 1-4 0,0-4-1 16,-1 1-1-16,1-1-2 0,-2-4-12 0,0 0-20 0,-1-3-7 0,1-3-6 16,0-1-39-16,0-3-66 0,3 0-5 15,1-3-28-15,1 0-61 0,13 3-87 0,-1 0-80 16</inkml:trace>
  <inkml:trace contextRef="#ctx0" brushRef="#br0" timeOffset="81662.52">25793 5913 1639 0,'0'0'969'0,"0"0"-962"0,0 0 6 0,0 0 121 0,0 1-41 0,0 0 65 0,2 39-95 0,-2-40-19 15,0 0 1-15,0 1-8 16,-7 42-10-16,12-25-5 0,3 2-1 0,2 2 2 16,0 2 15-16,1 2 3 0,1 3 1 0,2 2-1 0,4 0 3 0,2 1 2 15,3 3 0-15,4-2 0 0,0 1-8 0,-2 0-7 16,4-3-2-16,-5 7 0 15,-1 2 2-15,-4 3 2 0,-2 5 6 0,-2 0-3 16,-1 1-3-16,-1-1-3 0,-1 0-5 0,-1-3 1 16,1-2-13-16,-2 3 8 0,-1-1-6 0,-3 3 6 0,-1 2-17 0,-5-1-2 15,0-1-2-15,0-1 0 16,-2-2 0-16,-4 0 0 0,-3-2 0 0,-5 1 0 0,-3 2 0 16,-3 5 0-16,-7 4 0 0,-5 0 0 15,-7 4 0-15,-6 1 0 0,-5-3 0 0,0-2 0 16,-2 0 0-16,1 0-31 0,-2-2-40 0,0-6-17 15,-1-6-309-15</inkml:trace>
  <inkml:trace contextRef="#ctx0" brushRef="#br0" timeOffset="86932.83">32179 2781 2376 0,'0'0'57'0,"0"-1"-72"0,0 0-22 0,0 0-52 0,0 0-17 0,0 0-51 15,0 0 17-15,0 0-17 0,1 0 83 0,0 0 46 0,0 0 11 16,0 0 10-16,0 1 28 0,0 0 5 0,0 0-6 16,-1 0 6-16,0 0 3 0,0 0 26 0,0 1 0 15,-1 0 7-15,-35 38-10 0,18-29-13 16,-1-1-2-16,-5 3-4 0,0 0-22 15,-6 1-2-15,3 4-5 0,-4-1 2 0,0 2-3 0,-2-1-1 16,-1 1 4-16,-1 3-4 0,-3-1-2 0,-1-1 0 16,3 2 0-16,2-2 0 0,2 0-2 0,3 4 5 0,1-4-3 15,1-2 4-15,4 0-2 0,2-4 7 0,3-3 4 16,3-3-1 0,15-7 5-16,-1 0-13 0,0 0-3 0,0 0-2 0,0 0-6 15,-35-17-13-15,36 17 7 0,0-1-7 0,0 0 18 0,9-50 4 16,-2 31-1-16,1 1 2 0,1 1-4 15,0 1 1-15,-2-1-1 0,1 4 1 0,0-3 0 0,0 4-3 16,-8 13 2-16,0-1-2 0,1 0-1 0,0 0-15 16,0 0-2-16,0 0-8 0,0 1-32 0,0 0-1 15,34 1 8-15,-35-1 0 0,0 1 37 0,1 46-11 16,-5-26-2-16,-3 7-2 0,-1 2 0 0,-4 8 25 16,-1 5-3-16,-1 1 10 0,2 2 5 0,-2-2 2 15,1-1 0-15,1-3 0 0,1-3-5 0,2-5-1 16,1-2 3-16,2-5-2 0,3-5 7 0,3-1 6 15,3-3-12-15,8-1 8 0,2 1-20 0,10-5 18 16,8-3 4-16,16-7 4 0,6-3-10 0,14-9-249 16</inkml:trace>
  <inkml:trace contextRef="#ctx0" brushRef="#br0" timeOffset="87831.24">31177 7754 848 0,'0'0'262'0,"0"0"106"16,0 0 2-16,-2 0-316 0,1-1-45 0,0 0-9 15,1 0-5-15,-42-27-2 0,42 28-14 0,0 0 17 16,-1 0 3-16,0 0 5 0,-36-5 11 0,37 5-3 16,-1 0-2-16,-40-1 0 0,41 1-1 0,-1 0 14 15,-44 2 0-15,45-2 5 0,0 0 2 0,-43-2 1 16,43 2-1-16,-1 0 2 0,-43-5 2 0,43 5 15 16,-32-7-3-16,12 3 6 0,0-2-4 0,0 2-6 0,-2-1 1 15,3 2-4-15,-2 0-13 0,-2 0-4 0,-2-1-2 16,-1-1-2-16,0 2-11 0,-2 0 0 0,1 1-3 15,-3 2 1-15,1-1-6 0,-2 1 1 0,1 1 3 16,-1 0 1-16,-1 1 11 0,1 1-8 0,1 0 3 0,1 2-5 16,1-2 3-16,3 0 1 0,0 2-3 0,4-1 2 15,-1 1 1-15,3 0-4 0,1-1 2 0,1 1-3 16,-1-1-2-16,5-2 0 0,0 4 1 0,1-4 0 16,13-2-3-1,-1 0 0-15,0 0-3 0,-34 9 3 0,35-9-2 0,0 0 0 16,0 0 1-16,-1 0-2 0,0 0-21 0,0 0-29 15,0 0 8-15,0 0-13 0,0 0 14 0,0 0-10 16,0 0-3-16,-1-1-1 0,2 0-4 0,-1 0-7 16,0 0-6-16,-17-35-3 0,18 36-38 0,0-1-10 15,0 0-8-15,17-36-7 0,-17 37-93 0</inkml:trace>
  <inkml:trace contextRef="#ctx0" brushRef="#br0" timeOffset="88182.28">30263 7596 2275 0,'0'0'43'0,"0"0"-34"0,0 0-15 16,-1 0 3-16,1 0-11 0,-2 0-33 0,1 0 2 15,0 0-10-15,-37 7 23 0,38-7 26 0,-1 0 5 0,0 1 4 16,-45 29 1-16,30-21 4 0,0 2-3 15,-2 0 6-15,0 2 4 0,2 0 9 16,-1-1 1-16,0 2 2 0,2-2 2 0,0 1-6 16,2-3 1-16,0 2-2 0,1-2 0 0,0 1-6 15,1-1-2-15,0 0-2 0,2 0-7 0,0-1-1 16,9-9 0-16,0 0-1 0,0 1-4 0,-1 0 2 16,0 0 6-16,-21 36-1 0,22-37 0 0,0 0-1 15,0 1-7-15,0 0 2 0,18 38-10 0,-18-39 1 0,27 21 1 16,-8-7 0-16,3 1-5 0,7 3-2 15,3-1-5-15,8 2 4 0,3 2 2 0,8-1-27 16,11 0-47-16,9-1-9 0,7-1-301 0</inkml:trace>
  <inkml:trace contextRef="#ctx0" brushRef="#br0" timeOffset="91115.72">4290 9324 1102 0,'0'0'175'0,"0"0"-50"0,0 0 98 0,0 0 10 0,0 0-33 16,0 0 8-16,0 0-57 0,0 0-4 0,0 0-6 16,0 0-39-16,-1 0-4 0,1 0-1 0,0 1 2 15,0 0 5-15,0 0-25 0,1 0 0 0,41 26-12 0,-42-27-22 16,1 0-18-16,45 12-1 0,-45-12-5 15,35 10 1-15,-18-6-12 0,3 0 2 0,1-1-5 16,1 0 4-16,-2-2-7 0,1-1 4 0,2 1-5 0,-1 1-2 16,5-2 1-16,0 2 1 0,4 0 0 0,-2-2-2 15,-3 0 7-15,-2 2-6 0,-5-1 4 0,-3 2-33 0,-5 1-78 16,-12-4-8-16,2 0-29 0,-1 0-77 16,0 1-136-16,0 0-42 15</inkml:trace>
  <inkml:trace contextRef="#ctx0" brushRef="#br0" timeOffset="91332.46">4367 9745 2393 0,'-12'5'94'0,"12"-5"12"0,-1 0 57 16,0 1-30-16,-1 0 23 0,2 0-29 16,0 0 9-16,0 0-38 0,0 0-2 0,0 0-14 15,0 0-20-15,41 35-17 0,-21-34-1 0,2 0-8 16,2 2-16-16,0 2-7 0,2 1 2 15,-2 1-4-15,-1 0-2 0,4-1-6 0,2-2 2 0,6 1-3 16,4-1 8-16,3-3-10 0,2 2 2 0,0-2-8 16,-2 0-43-16,-3 1-211 0,-1-1-44 0,-1 0-110 0,2 5-679 15</inkml:trace>
  <inkml:trace contextRef="#ctx0" brushRef="#br0" timeOffset="95934.04">18793 4881 868 0,'0'0'90'0,"0"0"3"0,-1 0-2 0,0 0-73 16,0 0-31-16,1 0-13 0,-2 0 6 0,2 0-6 15,0 0 9-15,0-1 12 0,0 1-3 0,0 0 8 16,2 0 23-16,34-2 2 0,-35 2 6 16,33-3-3-16,-15 2 21 0,0-1 11 0,2 2-1 15,-3-1 2-15,1 2-9 0,1-1-10 0,-1 0-4 0,1 4-5 16,0-1-29-16,1-1 2 15,0 4-1-15,4-1 2 0,2 0-4 0,3-1-3 0,1-1 1 16,3-1 0-16,-2-2 13 0,4 1-2 16,1 1 10-16,1-1-5 0,1 2 19 0,-1-1-11 0,1 0-2 15,-1-2-2-15,0 0-2 0,1 0-2 0,-1 1 0 16,3-1-1-16,0 0 2 0,-5 1-2 0,0-1-1 16,-5 0 0-16,-1 2-3 0,-2 0-6 0,-2 1 3 15,-3 0-4-15,0 1-2 0,-4 0 3 16,0 1-2-16,-1-3 2 0,-5 0-1 0,-1 0 5 0,-12-2-3 15,1 0 4-15,0 0-6 0,0 0 63 0,0 0-9 16,0 0 29-16,0 0 2 0,0 0-25 0,0 0 2 16,0 0-14-16,0 0-24 0,-1 0-12 0,0 0 1 0,0-1-6 15,0 0-4-15,0 0-5 0,-42-25-3 0,22 23-1 16,-2-1-13-16,-6 2 8 16,0 0 0-16,-7-2 3 0,-1 1-6 0,-5 0 5 0,-6-1 0 15,2 2 3-15,-5-3 4 0,1-2 2 0,1 0-4 16,1 2 4-16,2 2-1 0,2-2-3 0,0 0 0 0,3 0 0 15,1 0 1-15,4 2 1 0,2 0-3 0,3 0 1 16,2 2-3-16,5 1-3 0,2 0-2 0,3 3 0 16,0-2 1-16,-1 2-1 15,5 1 2-15,14-4-2 0,-1 0-6 0,0 0-3 0,0 0 5 16,0 0-4-16,0 0-7 0,0 0-2 0,0 1-6 16,1 0 2-16,0 0-18 0,0 0 21 15,15 24-3-15,5-23 11 0,6 1 12 0,4-3 1 16,6 1 0-16,6 2 0 0,2-1-2 0,3 1 3 15,0 0 0-15,1-1-1 0,0 1 0 0,-1 0 5 16,1-1-2-16,-1 0 3 0,1 1-3 0,1-1 0 0,0-1 3 0,-3-1-1 16,-1 0 3-16,-5 0-4 0,-2 0-1 15,-2 0 0-15,-6-1-1 0,0 0 6 16,-5 0 2-16,-1 0 1 0,-5 0-1 0,-2-2 8 0,-3 0-4 0,-14 3 5 16,1 0 0-16,0 0 15 0,0 0 10 15,0 0 2-15,0 0 37 0,0 0-38 0,-1 0 4 16,0 0-18-16,0 0-14 0,-33-19-5 0,11 15-3 0,-7 2 1 15,-1-1 2-15,-7 0-5 0,-4 1 0 0,-3 1-1 16,-3-1 2-16,-4 1-1 0,-2 1 3 0,-3-1-4 16,1 0 0-16,0 1-4 0,0 0 0 0,2 0-2 15,-2 3-5-15,0 2 7 0,-1 0-3 0,-1 4 4 16,2-3-3-16,3-1 2 16,3 4 2-16,8-4 0 0,3 4 3 0,3-1-3 15,0-2-5-15,4 2 2 0,1-2-3 0,7-1-4 0,2-1 3 16,7 1-3-16,14-5-4 0,-1 0-10 0,0 0-2 15,0 0-1-15,0 1-1 0,0 0 3 16,1 0 5-16,-6 43-2 0,6-44 4 0,1 1 7 16,38 31-2-16,-20-26 4 0,6 1 1 0,2 1-4 0,4 0 1 0,2-1-2 15,3 0 5-15,1-4-1 16,4-1 5-16,1-1-3 0,5-1 9 0,3 0-2 16,1-2-5-16,2-2 2 0,0 2 1 0,-5-1 6 15,-3-1 0-15,-1-1 2 0,-6 0-4 0,-2-2-2 16,0 3 3-16,-6 0-2 0,0 0 5 0,-9 2 6 0,-2-2-1 15,-5 1 3-15,-14 3 8 0,1 0 9 16,0 0 3-16,0 0 2 0,-1 0 5 0,1 0-9 0,0-1-3 16,-1 0-1-16,0 0-10 0,0 0-6 15,0 0 2-15,-1 0-4 0,-45-31-1 0,21 26-6 0,-4 1 1 16,-2 0-3-16,-3-2 2 0,-1 0-3 0,-3 2 1 16,-5 2-1-16,0-1 5 0,-2 2-7 15,-1-1 5-15,1 1-5 0,0 2 1 0,4-1 4 16,4 0-3-16,4 1 5 0,7 0-5 0,7 1-5 0,19-1-2 15,-1 0-1-15,0 0-2 0,0 0-9 16,-35 6 6-16,36-6-6 0,0 0 6 0,0 0 1 0,0 1 0 16,0 0 2-16,0 0 1 0,0 0 7 0,1 1-2 0,0-2 4 15,39 36-8-15,-40-36-3 16,1 0-2-16,49 12 0 0,-26-10 1 0,3 0 5 0,3 0 2 0,0-2 1 16,5-1 4-16,-2 1 0 15,1 0-1-15,1 0 0 0,-3-2 1 0,0-2 5 0,-1 0 1 16,-2-1 1-16,-4 5-4 0,-2-4-49 0,-2 0-6 15,-3-1-22-15,4-2-74 0,-6 0-60 16,0 0-29-16,1-1-33 0,1-2-356 0</inkml:trace>
  <inkml:trace contextRef="#ctx0" brushRef="#br0" timeOffset="97830.11">25072 5067 1436 0,'0'0'195'0,"0"0"-120"0,0 0 102 16,0 0-375-16,0 0 39 0,0 0 9 0,0 1 86 15,0 0 3-15,-1 43 18 0,1-44 62 0,0 0 21 0,1 1 3 16,0 0 2-16,42 32-20 0,-43-33 10 15,1 1-6-15,43 25 8 0,-44-26 3 0,2 1 6 16,45 24 5-16,-28-18-2 0,0-1 4 0,-1 1-17 16,0-2-1-16,2 1-5 0,0 0-8 0,1-3-9 15,2 2 2-15,1-1-5 0,4 0 2 0,2-2 5 16,3 2-2-16,3-3 3 0,-1 1-2 0,2 0 0 16,0-1-1-16,0 0 1 0,3-1-7 0,-1 0-2 15,2 0 0-15,-1 0-1 0,1 0 1 0,2 0-3 16,0 0 0-16,1 0 1 0,1 1 4 0,-4 1-6 15,1-1 3-15,1 1-4 0,-1 1 3 0,1 0-4 16,-2 1 1-16,0 0-2 0,4 1-1 0,2-1 2 16,3 1 1-16,2-2 2 0,-2 0 0 0,-2 0-1 15,0-1 0-15,0 2-1 0,-2-1 4 0,2 0 46 16,-4-1-7-16,3-1 18 0,-1 0-27 0,0 1-8 16,-1-1-6-16,-4 1 1 0,0 0-9 0,-1 0-5 15,-2 0 2-15,1 2-3 0,1-1-8 0,-1 1 3 16,3 2-5-16,3-2 4 0,2-1 0 15,-2-1 0-15,-1 1 2 0,-2-2-3 0,-1 2-2 16,0-2 5-16,-3 0-2 0,-1 0 4 0,-1 0-3 0,2 0 4 16,2 1 7-16,2-2-1 0,-1-2 21 0,-1 0-14 15,-2 1-3-15,-3-1-3 16,1 4-9-16,-1-1-4 0,-1 2 0 0,-1-1-1 0,-1-2 2 16,-2 2 0-16,3 0 1 0,-2-1-1 0,2 1 3 15,-1 1-2-15,-1-1-1 0,-1 3-1 0,-3-5 2 16,-2 1 6-16,-3-1 0 0,-4-2 1 0,-1 2-4 0,-17 0 6 15,1 0-2-15,0 0 3 0,39-8 0 16,-40 8 0-16,0 0 1 0,0 0 0 16,1 0-1-16,-1 0-3 0,0 0 3 0,0 0-1 0,0 0 3 15,0 0-7-15,0 0 1 0,0 0-1 16,0 0 0-16,0 0 5 0,-1 0-5 0,-39-19 5 0,20 15-11 16,-3 0 2-16,-5-2 0 0,-6-1-1 0,-4-1-6 15,-8-1 1-15,-2 2-4 0,-2-2 4 16,-2 0 4-16,-1 0-3 0,-4 1 1 0,-3 0-3 15,-3 0 3-15,-3 1 2 0,-1-1-3 0,1 1 1 16,0 0-5-16,1 1 3 0,0 0 2 0,-8-1 0 0,1 0-2 16,-1 1 6-16,-2-1-4 0,5-1 6 0,-3 0-11 0,-3-1 4 15,0 1 0-15,-3 1 1 0,0 1 6 0,-1 2-8 16,2-1 2-16,-1 2-5 0,-7 0 5 0,3 3-2 16,-3 0 3-16,2 2-1 0,3 1 1 0,0 1-4 15,-1 0-2-15,8 2-1 0,4-2 3 0,6 1 2 16,7-2-2-16,3 0 2 15,3 0-2-15,3-1-2 0,2 0 5 0,0 0-2 16,0-2 8-16,3 0-6 0,1-1 4 0,3-1-3 0,3 0 4 0,1 0-3 16,2 1-2-16,0 0 0 15,2 0 0-15,2 0-1 0,-1 1-2 0,5 0 0 16,-1 1 4-16,5 0-2 0,6 0-2 0,15-1-2 0,-1 0-6 16,0 0-22-16,0 0-9 0,0 0-7 15,1 0-32-15,0 0 17 0,0 0 15 0,33 19-1 16,-10-14 30-16,3-1 7 0,4 0-5 0,2-1 7 15,3 1 0-15,3 1 6 0,3-2-3 0,1 1 2 16,0-1-5-16,9 0 7 0,2-1 1 0,8 1 0 16,4-1 1-16,2-1 2 0,2 2-4 0,3-1 3 15,4-1 3-15,7 2-2 0,2 0 3 0,6 0-3 0,-4 1 3 16,2-1 0-16,-1 0-1 0,3 1 0 0,-2 0 3 0,-2 1-1 16,-2 2 4-16,4-3-1 0,1 1 11 0,3 0-14 15,2 1 4-15,-4-1-6 16,2 0 8-16,5 0-11 0,3-2 5 0,1 2-7 0,-5 0 3 0,1 1 6 15,-1-4-4-15,-2 0 3 0,2 0-5 0,-10-1 8 16,-1 1 4-16,-2-1 4 16,1-1 18-16,-3-2-12 0,-5 0-2 0,-7-1-2 15,-2 3-9-15,-2-3 3 0,0 1-1 0,-2 0 1 16,-2-1-1-16,-6 3-4 0,-5-1 0 0,-1 2-1 0,-6 0 2 0,-4-1-6 16,0-1 3-16,-4 0-3 15,-2-1 4-15,-2 2 2 0,-3-1 0 0,-4 0 2 16,-6 0 3-16,-2 0-3 0,-2 0 4 0,-15 1-2 15,1 0 8-15,0 0 2 0,0 0 0 0,34-9 2 16,-35 9-10-16,0 0-2 0,0 0-1 0,0 0 1 0,0 0-4 16,0 0 0-16,0 0-4 0,0 0 3 15,0 0 0-15,0 0-5 0,0 0 3 0,0 0-5 0,0 0 6 16,0 0-4-16,0 0 1 0,0 0-1 0,0 0-1 0,0-1 0 16,0 0 1-16,0 0-1 15,0 0 6-15,0 0-8 0,0 0 3 0,0 0-3 0,0 0 4 0,-1 0-3 16,0 0 2-16,1 0-2 15,0 0 0-15,0 1-4 0,0-1-4 0,0 0 3 0,0 1-1 0,0 0 2 16,0 0 1-16,0 0 1 0,0-1-7 0,0 0-36 16,0 1-12-16,0 0-13 15,0 0-80-15,0-1-119 0,0 0-35 0</inkml:trace>
  <inkml:trace contextRef="#ctx0" brushRef="#br0" timeOffset="105069.12">18711 4926 1510 0,'-30'8'18'0,"2"2"3"15,2 0 2-15,7-3-16 0,2 0-5 0,3-2-11 0,14-5 7 16,-1 0 1-16,0 0 3 0,0 0 12 0,-48 12-11 15,49-12 1-15,0 0-5 0,0 0-6 0,0 0-8 16,0 0 1-16,0 1-1 0,0 0 14 0,1 0-1 16,0 0 6-16,0 0-3 15,35 35 9-15,-36-36 14 0,1 0-7 0,0 0 11 16,0 1 0-16,42 15 0 0,-43-16 6 0,0 0-5 0,36 12 3 16,-36-12-18-16,1 0-1 0,45 12-4 0,-45-12 4 15,35 5 4-15,-12-4 2 0,3 0-2 0,2-1-12 0,3-3 1 16,3-1-4-16,0-5 4 0,3 3-6 0,-3-2 1 15,0 2-1-15,3 0 0 16,1-2 0-16,5 1 0 0,0 2 1 0,0-1 1 16,0 4-2-16,-3-1 1 0,0-1-1 0,-2 3 1 0,-3-4-4 15,-3 0 24-15,0 4 5 0,0-3 8 0,-1 0-2 0,2-2-20 16,0-2-2-16,2 3-4 0,3-3 1 0,-1 3-2 16,0 0-5-16,-2-1 4 0,-1 1-2 0,-2 1 0 15,-1 2 3-15,-2 1-3 0,-2 1 1 16,-2 0-3-16,-1-1 0 0,0-1-1 0,-2 2 6 0,-2 1 1 15,0-1-1-15,0 3 1 0,-1-2-1 16,0 0 9-16,-3-1 0 0,-1 1 2 16,-1-1-3-16,-15 0 5 0,0 0-1 0,1 0 2 0,35-6 5 15,-36 6 2-15,0 0 3 0,0 0 0 16,0 0 22-16,0 0 36 0,0 0-19 0,0 0 20 0,0 0-55 16,0 0-6-16,-1 0 1 0,0 0-4 15,-42-16-4-15,43 16-2 0,-1 0-3 0,-48-11 0 0,30 5-6 16,-3 1 7-16,-1 0-1 0,-1 0 2 0,-1-1-6 15,0 0 0-15,-1 0-2 0,-3-3 1 0,1-1-1 16,-7 1-3-16,0-2 4 0,-1 1-5 0,-4 0-1 16,1 1-4-16,0 0 2 0,-2 2-2 0,0 1 7 15,3 2-5-15,2 1 2 0,1 1-4 0,2 1-5 16,3 1 3-16,-2 1-3 0,0 2 3 0,1 0-3 16,0 1 0-16,0 1 2 0,3-2-1 0,1 1 3 15,5 0-1-15,1-1-4 0,5 0 2 0,1-1-6 16,15-2 2-16,-1 0-2 0,0 0 1 0,0 0-21 0,0 0-21 15,1 0 4-15,-1 0-9 0,1 0 20 0,0 0 9 16,0 0-1-16,0 1 5 16,1 0 4-16,35 22 0 0,-36-23 8 0,1 0-3 0,45 9 23 15,-26-6-8-15,0-3 3 0,4 0-5 0,1 0-7 0,1 0 8 16,1-3-4-16,0 1 5 0,2-1-3 0,-2 0 1 16,3 1 0-16,-1 0 1 15,1 0 7-15,3 2-5 0,-2-2 2 0,2 2-4 0,-2 0 2 16,2 1 2-16,-4 1 0 0,-1 2 0 0,-2-1-1 15,-2 2 5-15,-3 0-1 0,-1 1 3 0,-3-1-3 16,-3 0-5-16,-1 1 5 0,-13-6-7 0,1 0-47 0,0 0-146 16,34 13-15-16,-35-13-60 0,1 0-237 0</inkml:trace>
  <inkml:trace contextRef="#ctx0" brushRef="#br0" timeOffset="109978.57">24907 5222 1007 0,'-6'-11'56'0,"6"11"-6"0,0 0 6 15,0-1 0-15,0 0-29 0,0 0-33 0,0 0 0 16,0 0-10-16,0 0-6 0,-13-38 15 16,13 39-2-16,0 0 8 0,1 0 5 0,0 0 3 0,0 0-6 15,42 4 5-15,-43-4 0 0,1 0 12 0,39 11 3 0,-39-11 2 16,35 10 14-16,-17-7 6 16,2 2 5-16,4-1-1 0,-1 1 0 0,1-2 5 15,1-1-6-15,1 0 6 0,1 0-13 0,4-3 1 0,-2 1 1 16,4-1-1-16,-3-2-2 0,2 2-10 0,3-2 2 15,0-1-5-15,3 0 1 0,-1-1-8 16,-3 1-5-16,-1 1 0 0,-4 2-6 0,-1 1-7 0,-2 0 3 16,0 0-3-16,-3 0 6 0,1 0 0 0,-5 0 1 0,1 0-1 15,-1 0 4-15,-4 0-11 0,1 0-16 16,-1 0-6-16,-2 0-108 0,-14 0-158 0,1 0-193 16</inkml:trace>
  <inkml:trace contextRef="#ctx0" brushRef="#br0" timeOffset="110282.98">28617 5203 1677 0,'0'0'30'0,"0"0"-81"0,0 0-24 16,0 0-31-16,0 0-34 0,0 0-352 15</inkml:trace>
  <inkml:trace contextRef="#ctx0" brushRef="#br0" timeOffset="110667.45">28567 5407 631 0,'0'0'100'0,"0"0"125"16,0 0 44-16,0-1-119 0,0 0-14 0,0 0-59 0,0 0 4 16,0 0-27-16,0 0-21 0,0 0-20 15,0 1 2-15,2 0-9 0,-1 0-2 0,0 0 2 16,0 0-3-16,40-10 2 0,-41 10-5 0,1 0-6 15,0 0 4-15,41 14-3 0,-42-14 8 0,1 0-1 16,42 5 1-16,-43-5 0 0,1 0 9 0,48 3 13 16,-49-3-2-16,35 3 5 0,-14-4 4 0,-1 1-2 15,1 0 6-15,-4-2-6 0,3 2-2 0,-3-2 1 16,0 0-6-16,-1 0 3 0,0 3-17 0,-3-1-2 0,-13 0-4 16,1 0 2-16,-1 0-1 0,38 3 1 0,-38-3-2 15,0 0 0-15,1 0-3 0,1 0 0 16,32 14 7-16,-34-14-5 0,0 0 2 0,1 0 2 15,0 0-3-15,0 0 4 0,0 0 2 0,-1 0-2 16,37 3-1-16,-37-3 0 0,0 0-5 0,0 0 4 16,0 0-4-16,1 0 4 0,0 0 2 15,0 0-4-15,0 0 2 0,-1 0-3 0,2 0-1 0,-1 0 3 16,0 0 3-16,-1 0-1 0,1 0 9 16,0 0-15-16,0 0 5 0,0 0-6 0,0 0 9 0,0 0-11 15,0 0-9-15,0 0-4 0,0 0-53 16,0 0-58-16,0 0-35 0,0 0-28 0,0 0-333 15</inkml:trace>
  <inkml:trace contextRef="#ctx0" brushRef="#br0" timeOffset="115442.16">24757 5233 1133 0,'0'0'124'0,"0"-1"-47"0,0 0 59 0,0 0-155 15,0 0 0-15,0 0-12 0,1 0 11 0,38-35 4 16,-18 33 1-16,1-1 13 0,-7-18 15 16,9 18-3-16,1 1 10 0,0-1 9 0,3-1-3 0,-2 1 7 15,2 1-5-15,2 1 22 0,2-1 1 0,0 2 2 16,2 0-3-16,0 1-8 0,0 2-16 0,3 0 1 0,2 2-5 16,0 0 2-16,1-1 1 15,3 0-2-15,2 1 1 0,1 0-6 0,2 1 8 16,-1 1-4-16,-1 1 5 0,0 1-14 0,1 2-3 15,2 0-3-15,0 0 1 0,3 1 1 0,3 1-3 16,3 1-2-16,2-2-1 0,1 0 0 0,-3 1-2 0,1-2 6 16,0 0-5-16,2 0 3 0,3-2 15 15,2-1 2-15,1-1 6 0,-3 1 11 0,1-2-17 16,-2-1 2-16,3-1-8 0,1-1-5 0,2 2-3 16,0-2-3-16,0 2 1 0,-3 2 1 0,-3-2-4 0,2 0 2 15,1-1-4-15,4-1 2 0,2 1 2 16,2 1-1-16,-4 0 1 0,2 0-2 0,2-1 0 15,2 2-3-15,1-3 0 0,0 0-1 0,-4 0 1 16,-3-2 3-16,-5 1-1 0,2 3 7 0,-1-3-4 16,-2 0-2-16,-2 0 0 0,-2 2-3 0,-6-3 5 15,-2 2-3-15,-6 0 4 0,-3-1-3 0,0 2-1 0,-4-3 2 16,4 3-1-16,-4-1 1 0,-1 1-3 16,-6 3 1-16,-6-1-1 0,-1 0 8 0,-6-1 0 15,-4 0 4-15,-15-4-3 0,1 0 4 0,-1 0-2 0,2 0-3 16,-1 0 1-16,0 0-6 0,0 0-20 0,0 0-1 15,-1 0-9-15,0 0-15 0,0 0-37 0,-31-19-13 16,6 10-13-16,-5 1-102 0,-10 1-104 0,-7-1-81 0</inkml:trace>
  <inkml:trace contextRef="#ctx0" brushRef="#br0" timeOffset="115973.24">25343 5145 2564 0,'-16'-28'64'0,"3"6"-46"0,2 6-40 0,11 16-48 0,0 0 2 16,0 0-19-16,0 0 5 0,0 0 19 0,1 0 9 16,34 3 2-16,-15 8 23 0,4-1 0 15,7 2 2-15,3 3 0 0,6 0 12 0,7 0-3 16,0 2 6-16,0 0-5 0,2 0 8 0,2-2 14 0,2 1 0 0,2-2 9 16,1-2 24-16,7 0 1 15,3-1 2-15,3-2 0 0,0-1 5 0,0 0-12 16,3-2 0-16,6-1-6 0,3 2-3 0,4 0-4 15,0 0 0-15,0-1-1 0,-1 0-9 0,4-1-5 16,-1-2-2-16,1 3-1 0,-2-5 3 0,-5 2-4 0,1 0 4 0,2-3-3 16,-1 1 9-16,2-1 17 0,-3 0 0 0,-2 2 5 15,0-2-13-15,4 0-3 0,0-1-7 16,1-1 4-16,-1 3-10 0,-1-1 0 16,1 1 3-16,2-1-3 0,-2 0-1 0,-2-1-2 15,-4 1 0-15,-3 0 1 0,3 0 3 0,-2 3 4 16,-2-2 9-16,-5 2-1 0,-3 3 32 0,-7-1-32 15,-5 0 5-15,-2 0-15 0,-4-3 1 0,-1-1-6 16,0 5 2-16,-5-1-2 0,-5 0 6 0,-5 0-4 0,-3-2-2 0,-4 2-1 16,-2 0-2-16,-3 1 0 15,-4-1 1-15,-2 0-3 0,1 2-12 0,-15-7-234 16,1 0-35-16</inkml:trace>
  <inkml:trace contextRef="#ctx0" brushRef="#br0" timeOffset="121383.31">25278 5103 4 0,'0'0'8'0,"-1"0"7"0,0 0 6 0,-38 7 77 16,39-7 17-16,-1 0 19 0,0 0 5 0,0 0-8 15,-36-3-3-15,37 3-45 0,-1-1-20 0,0 0 2 16,0 0-7-16,0 0 5 0,0 0 10 16,0 0 3-16,0 0 3 0,0 0 11 0,0 0-6 15,0 1-13-15,0-1 0 0,0 0-60 0,0 0 4 16,0 0-3-16,1 0 5 0,0 0 1 0,0 0 5 16,0 1 3-16,1 0 0 0,34-7 2 0,-35 7 0 15,1 0-1-15,41 13 0 0,-41-13 4 0,0 0 17 16,49 14-5-16,-29-11 8 0,4 1-2 0,6 1-9 15,2 0 0-15,5-1-5 0,2 0-12 0,1 0-10 0,5-1 2 16,-2 1-5-16,1 0-4 0,-4 0 2 0,3 1-3 16,-5-1 3-16,-4-1-4 0,2 0 2 0,1 0-4 15,1-1 4-15,1 1-1 0,0-1 2 16,-5-1 5-16,-3 1-3 0,-1 0 1 0,-2 0 0 16,-2 1-2-16,-1-1 0 0,-3 0-1 0,-3 0 4 15,-4-1-1-15,-2 1 2 0,-1-1-2 16,-13-1 6-16,0 0-3 0,2 0 5 0,-1 0 0 15,34 4-3-15,-35-4 8 0,0 0-6 0,0 0 6 0,0 0 3 16,0 0-10-16,0 0 5 0,0 0-21 0,-1 0-7 16,0 0 0-16,-47-10-3 0,29 6 3 0,-2 2-3 15,-3 0 3-15,-1 0-3 0,-2 0 2 0,-1 0 1 16,-1-1-1-16,-2 1 2 0,-3 0 1 0,-3 0 0 16,-1 1 1-16,-2-1-1 0,1 0 6 0,0-1-4 15,2 1 2-15,1 0-5 0,-1 0 8 0,-1 1-6 16,-1 0 2-16,-1 1-5 0,-2 0-2 0,-2 0 6 15,-2 2-2-15,2 1 3 0,0 0 3 0,4 0-1 16,1 0 0-16,4 1-1 0,1 0-5 0,2 1 6 16,3 0 0-16,1-1 2 0,2 0 3 0,2 1-1 15,2 0-1-15,2-2 1 0,3 0 1 0,3 0-3 16,14-3 2-16,-1 0-3 0,0 0-1 0,0 0-12 16,1 0 0-16,0 0-4 15,0 0 3-15,1 0 0 0,37 10 3 0,-16-10-2 0,4-1 6 16,2 0 5-16,4 0-2 0,-1-2 3 0,4 1-7 0,-1-1 6 15,1 1-1-15,3 0 2 0,-1-2-4 0,6 1 4 16,1-2-4-16,2 0 4 0,0 1 7 0,-4-1-5 16,-1 1 1-16,-1-2-3 0,-1 1-1 0,-4 0 2 15,0 0 3-15,-4 1 1 0,-1 0-1 0,1 1-4 16,0-2 4-16,-3 2-4 0,-1-1 6 0,-6 1 7 16,-1 0-7-16,-3 2 7 0,-3-2-6 0,-14 3 0 15,1 0 3-15,0 0 0 0,0 0 8 16,0 0-6-16,0 0 3 0,0 0-3 0,0 0 8 15,0 0-11-15,0 0 4 0,0 0-8 0,0 0-5 16,-1 0 0-16,0 0-5 0,0 0 2 0,0 0-17 0,-1 0 9 16,0 0-4-16,-50-12 5 0,29 14-5 0,1 0-1 15,-5 1-1-15,0-1 0 0,-3 0 7 0,-1 0 3 16,1 1 0-16,1 0 1 0,0-1 2 0,1 0 4 16,-3-2 0-16,1 1 0 0,-2 0-6 0,2 0 3 15,-2 1-1-15,0 0 2 0,-3 0-6 0,-2 1 2 16,-2-1-2-16,0 0 2 0,0 1 0 0,3-3 1 15,1 2 2-15,4 1 1 0,0 0 10 0,6-1-5 16,-1 1 0-16,6-2-1 0,0 0-2 16,3 1 6-16,4-1-1 0,12-1 2 0,-1 0-7 0,0 0 4 15,1 0-4-15,-2 0 3 0,-34 5-16 0,36-5 2 16,0 0-6-16,0 0 4 0,0 0-7 0,1 0 8 16,36 6 0-16,-36-6 3 0,34 3 9 0,-11-1 0 15,1-1 3-15,4-1-2 0,1 0 0 0,3 1 7 16,1-1-5-16,2 0 4 0,3-1-11 0,4 0 9 15,1 1-4-15,0-2 6 0,-1 1-7 0,-3-1 1 16,-2 1 1-16,-2 1-1 0,1 0 2 0,-5-1-1 16,-1 1 0-16,-4-2 0 15,0 1 5-15,-4-1-1 0,1 0 4 0,-1 0-3 16,-2 0 6-16,-3 0 2 0,-18 2-3 0,1 0 2 16,0 0-2-16,38-8 5 0,-39 8 1 0,0 0 1 0,0 0 2 15,0 0-2-15,0 0-1 0,0 0-2 0,0-1-12 0,0 0-21 16,-1 0 1-16,-39-16-8 0,20 15 6 0,-7 2-1 15,-2-1 2-15,0 0 0 16,-3 0 13-16,1-1 1 0,-2 0 4 0,0 0-1 0,0-2 4 16,2 1-4-16,0-1 1 0,0 2-2 0,3 0 7 15,-2 1-7-15,2 0 3 0,1-1-3 0,3 2 2 0,1 0 0 16,1 0-5-16,4 1 2 0,1 2-2 0,3-1 3 16,14-2 0-16,0 0 0 0,-1 0-3 15,0 0-4-15,0 1-1 0,0 0-1 0,1 0-4 0,0 0 5 16,0 0 0-16,1 0 3 0,39 32 3 0,-16-32 4 15,9 0-1-15,3-1 2 0,3 0-3 0,2-1 2 16,0-1 1-16,2 2 2 16,0-3-2-16,1-1 3 0,0 0 1 0,-1-1 0 0,2-1 1 15,1 1-1-15,0-2-2 0,0 2 2 0,-6-1-2 0,-5 1 6 16,-3 0-5-16,-5 1 4 0,-2-1-1 0,-7 1 7 16,0-1 3-16,-4-2 0 0,-4 2 2 0,-10 5 5 15,0 0 1-15,0 0 1 0,0 0 6 0,0-1-19 16,0 0-1-16,0 0-8 15,-14-38-22-15,14 39-5 0,-33-12 0 0,8 6-1 16,-2 0 4-16,-4 0 2 0,-2 4 4 0,-4-3 0 16,-5 4 8-16,-2-2 3 0,-2-1-4 0,3 4 4 0,1-4 0 0,3 1-3 15,0 3 4-15,0 1-5 0,0 3-1 16,2-1 2-16,0-2 1 0,2 4 2 0,-1 1 5 0,3-2 0 16,1 4-3-16,6-1 1 0,3 0-3 0,5 0 5 15,3 1-3-15,15-8 1 0,-1 0-4 0,0 1 2 16,0 0 1-16,0 0 0 0,0 0-8 0,-15 36-1 15,16-37-3-15,1 0 4 0,0 0 10 0,49 17-4 16,-29-14 5-16,8-1-4 0,3 0 8 0,4-1-7 16,1-2 4-16,0 0-5 15,-1-1 7-15,4 1-3 0,-2 0-1 0,2-3 1 16,0 1 3-16,-2-2-2 0,2 1-1 0,2 0-1 16,1 0 1-16,-1-1 8 0,-2-1 1 0,-2 0 2 15,-4 2 3-15,-4-1-9 0,-1 1 4 0,-3 3-6 16,-2 0-1-16,-6-3 8 0,0 3-1 0,-6-2 5 15,-12 3 9-15,1 0-5 0,0 0-2 0,0 0 0 16,0 0-4-16,35-9-3 0,-36 9 0 0,0 0-1 16,0 0 2-16,0 0-7 0,0 0 2 0,0 0-4 15,0 0-6-15,0 0-21 0,0 0-6 0,0 0-7 0,-1 0-37 0,0 0-6 16,0 0-5-16,-40-8-3 0,41 8-42 0,-1 0-23 16,0 0-17-16,-41 2-5 0,42-2-93 0</inkml:trace>
  <inkml:trace contextRef="#ctx0" brushRef="#br0" timeOffset="122664.65">28575 5236 1994 0,'-8'-18'232'0,"-1"5"62"16,2 0-2-16,7 13-333 16,0 0-8-16,0 0-35 0,0 0-2 0,0 0-2 15,0 0 29-15,0-1 31 0,0 1 1 0,0 0 10 16,0 0 13-16,0 0-7 0,1 0-2 0,0 1-2 16,0 1-6-16,31 32 11 0,-32-34-1 0,2 1 5 15,-1 0 10-15,45 29 28 0,-30-24-3 0,5-2 11 16,2 0-1-16,2-2-2 0,3 0-1 0,5 0-2 15,2-2-13-15,8-1-10 0,2 0 4 0,2 0-6 0,2-2-2 16,-5 0-2-16,1-1-2 0,-1 1 1 0,-2-1-2 16,-1-1 3-16,1 1-3 0,0-2 3 15,1 0-3-15,-1 1-1 0,-1-1 6 0,-7 1-5 16,-3 0 9-16,-3 0 1 0,-5 2-3 0,1-2 4 16,-5 0 5-16,-5 2 4 0,-14 3-1 0,1 0 2 15,0 0-1-15,1 0 5 0,36-13 1 0,-38 13 1 16,0 0-2-16,0 0-14 0,0 0-6 0,-1 0-3 15,0 0-22-15,-46-19-1 0,26 15 1 0,-8 1 0 16,0 0 5-16,-5 0 3 0,-5 0 6 0,-3 0-2 16,-1 1 5-16,-1-1 0 0,-2-1-4 0,4 3 3 15,-1-2 2-15,2 0-2 0,0 2 1 0,-2 0-2 16,0 1-3-16,-4 2 1 0,-2 1 3 0,-2 1 0 16,3 0 5-16,4 1-3 0,3 0 0 15,5-1-1-15,4 1 2 0,3 0 1 0,3 1 0 0,5 0 1 16,3 0-1-16,4 0 2 0,1-1-3 0,13-5 2 0,0 0-3 15,-1 1-4-15,0 0-2 16,0 0 0-16,1 0 2 0,0 0-9 0,0 34 7 16,0-35-7-16,1 0 7 0,46 14 8 0,-23-9-5 15,3 0 6-15,6 0-8 0,3-1-3 0,5-1 5 16,1-1-3-16,6 1 7 0,6-2-3 0,0 2-1 0,5-1 0 0,-5-1 3 16,0 1 2-16,-2-1-2 15,2 1 2-15,2 1-1 0,3-1 1 0,1 1 1 0,-4-2 0 16,-3 0 1-16,-11 1 0 0,0-1 5 0,-6 1-3 15,-5 0 5-15,-2-1 4 0,-8 0-1 0,-7 1 4 16,-14-2 2-16,1 0 4 0,0 0-1 0,0 0 3 16,-1 0-3-16,2 0-1 0,-1 0-6 0,0 0 1 15,-1 0-22-15,0 0-15 0,-19 0 6 0,-4-1-5 16,-5-2 16-16,-9 0-6 0,2 1-3 0,-10 0 0 16,-1-1 3-16,-6 1 7 0,-3-1 2 15,-2 1 1-15,1 0-3 0,2 0 1 0,2 1-3 0,0 0 4 16,1 1-2-16,3 0 3 0,2 0 0 15,2 0 3-15,3 1-4 0,6 2 5 0,2-1-3 16,8 0 4-16,3 0-2 0,7-1 6 0,15-1-4 0,-1 0 3 16,0 0-9-16,0 0-1 0,0 0-1 0,1 0-2 15,-1 0-12-15,0 0 2 0,1 0-4 0,0 0 3 16,0 0 0-16,0 0 3 0,34 10-2 0,-9-10 2 16,3 0 3-16,4 0 2 15,3 0 6-15,3 0-4 0,0 0 1 0,1-1 4 0,-2 0-1 16,-1 1 1-16,0 0-2 0,-3 0 4 0,-1 0-2 15,-4 0 4-15,-2 0 1 0,-4 0 7 0,0 0-1 0,-1 0 2 16,-3 0-7-16,0 0 6 0,-3 0-2 0,-4 1 3 16,-11-1-6-16,1 0 4 0,0 0-2 0,0 0 4 15,0 0 0-15,35 2-2 0,-36-2-5 0,0 0 3 16,0 0 1-16,0 0-3 0,0 0 5 0,0 0-6 16,0 0 3-16,0 0-2 0,0 0 3 0,0 0-4 15,0 0-9-15,0 0-42 16,0 0-4-16,-1 0-16 0,0 0-55 0,-42-3-77 0,26 3-36 15,-7 0-33-15,-5-1-350 0</inkml:trace>
  <inkml:trace contextRef="#ctx0" brushRef="#br0" timeOffset="125542.7">18939 4969 2259 0,'0'0'68'0,"0"-1"-99"0,0 0-22 0,0 1-43 0,32-13-16 15,-9 14 88-15,5 5 2 0,2 1 12 0,0 1 6 16,-6-13-2-16,6 11 5 0,4 1-5 0,0-1 4 16,1 2-2-16,3 1 2 0,-2-1-1 0,0 2 0 15,1-2 17-15,1-1-1 0,1-1 9 0,3-1 1 16,0-2 11-16,2 0-5 0,3 0 8 15,2-1 1-15,2-2-6 0,-2 0 5 0,-3-3-5 16,-1 2 1-16,-5-3-13 0,0 1 2 0,-4 0-4 16,-3-1-6-16,-3 3-1 0,-3 0-4 0,-2 0 3 15,-1-2 7-15,-3 0-2 0,-2 1 0 0,-5 0-1 16,-14 2 2-16,1 0 6 0,0 0 1 0,0 0 1 16,-1 0 1-16,1 0 0 0,0 0-1 0,0 0-2 0,-1-1-16 15,0 0-2-15,0 0-5 0,-29-39 1 16,9 34-10-16,-2-2-14 0,-2 3 6 0,-3-1-9 15,-3 1-5-15,-4 1 2 0,-4-1-1 0,-4 1 3 0,-3 2 10 16,-6 2 3-16,-5 1 3 0,-3 1 0 0,-2 0 12 16,1 0-1-16,4-1 1 0,4-1-1 15,2-1 9-15,4 1-2 0,1 0 0 0,-1 1-3 16,2 0-1-16,2-1-2 0,-1 0 3 0,4 1-3 16,5-1 1-16,2 1 2 0,4-1-3 0,3 1 3 15,-1 4-3-15,3-3 0 0,4 4 6 0,2-1-4 16,2-5 14-16,15 0-5 0,-1 0-2 0,0 0 0 15,0 0-9-15,-1 0-4 0,2 0 1 0,-1 0-3 16,0 0 2-16,1 0 3 0,0 0 0 0,0 1 1 16,1 0-1-16,47 16 1 0,-26-16 3 0,0-2 0 15,5 1 8-15,1-1-3 0,1-3-4 0,8 3 1 16,1-3-1-16,6 1-1 0,3-1 4 0,1 0-5 16,0 0-1-16,0-2 4 0,0 3-5 0,-1-4 5 15,1 3 0-15,1 0-4 0,0-3 1 0,3 1-2 0,1 0-5 16,-4 0 8-16,0 0 0 0,-6 3 3 0,-1-1-7 0,-2 1 9 15,-4 0-7-15,-4 0 9 0,-4 1-7 16,-1 0 3-16,-3 0 3 0,-3 0-1 16,-2 0 6-16,-6 0 0 0,-13 2 1 0,2 0-2 15,-2 0 1-15,1 0 8 0,0 0-1 0,0 0 3 16,0-1-1-16,0 0-16 0,0 0 3 0,-1 0-9 0,0 0-14 16,-1 0-2-16,0 0-3 0,-51-30 3 0,31 28 7 15,-2 0-1-15,-4-1-1 0,0 1 0 0,-3 0 1 16,-3 1 3-16,0 1 3 0,-2 1-2 0,-2 0-4 15,-3 1 9-15,0 1-7 0,-1 0 7 16,-2 1-7-16,3 0 9 0,4 0-1 0,3 1 4 16,3-2-8-16,0-1 6 0,3 2-3 0,0-2 5 15,4 2-4-15,1 0-1 0,1-1 0 0,2 1-1 16,-1 0-3-16,2 2 5 0,0-1 2 0,0 2 2 16,1 0-5-16,3-1 1 0,0-1-1 0,14-4 0 15,-1 0 0-15,0 0 5 0,0 0 0 0,0 1 2 16,0 0 2-16,0 0-10 0,0 0 4 0,0 0-6 15,1 0-1-15,0 0-1 0,24 22-2 0,-2-23 4 0,4 0 1 16,0 1 2-16,2-3-2 0,-1 2 2 0,2 0 1 16,0-2-2-16,0 2 1 0,0-2-2 0,0-1 1 15,0 1 3-15,2-3-1 0,0 4 1 0,2-2-5 0,-2 0 6 16,1 0-1-16,-2-2 3 16,-1 1-5-16,-2 0 0 0,-1-1 0 0,-2 2 1 15,-2-1 3-15,-3 0 2 0,0 1-1 0,-3-1 1 16,-2 1-4-16,-14 3 8 0,1 0-6 0,0 0 7 15,-1 0-9-15,1 0 0 0,35-3 3 0,-36 3-2 16,0 0-2-16,0 0 1 0,0 0-1 0,0 0 1 0,0 0 4 0,0 0-4 16,0 0-1-16,0 0-1 0,0 0-3 0,-1 0 1 15,0 0 1-15,-35 4-1 16,36-4 0-16,-1 0 1 0,-36-2 0 0,37 2 1 16,0 0 0-16,-46-4-1 0,45 4-4 0,-34-4 2 15,34 4 1-15,-38-2-2 0,19 1 3 0,-4 0-4 16,2 1 1-16,-2 0 2 0,0 1 0 0,0-1-1 15,0 0 2-15,3 0 4 0,-1 0-3 0,4-1 3 16,2 0-3-16,0-1-1 0,0 2 4 0,1 0-3 16,1 0 0-16,0 1 3 0,1-1-3 0,-1 1 3 15,2 0-6-15,0 0 0 0,12-1 3 0,-1 0 0 16,0 0 1-16,-39 2 1 0,40-2-2 16,0 0 3-16,-1 0-3 0,0 0 0 0,0 0 1 15,0 0 1-15,0 0 4 0,0 0-4 0,0 0-1 0,0 0-1 16,-1 0 2-16,2 0-1 0,-1 0 0 0,0 0-1 0,0 0 0 15,1 0 0-15,0 0-2 16,0 0 1-16,0 0-2 0,0 0 2 0,0 0 1 16,1 0-1-16,0 0-5 0,37 13-3 0,-38-13 2 0,1 0-1 15,40-3-1-15,-22 1 6 0,3 0 1 0,1-1 2 16,2 1-1-16,-3-2 0 0,6 0-4 0,-3-1 4 16,3 0 1-16,1 3 0 0,-3-2 1 0,0 2-1 0,-2 1 7 15,-2-2-8-15,-3 1 4 16,-1 0-5-16,-1 0 2 0,-4 1 4 0,-13 1-4 15,1 0 3-15,-1 0 5 0,40-1 0 0,-40 1 2 0,0 0-1 16,1 0-2-16,0 0 10 0,0 0-4 0,0 0 5 16,0 0-7-16,-1 0-7 0,0 0 1 0,0-1-4 15,0 0-4-15,0 0-16 0,-1 0 5 0,-36-18-6 16,19 19 11-16,-7 0-7 0,-2 0 1 16,-5 2-2-16,-4 0 7 0,-2 2 4 0,-4-2 1 15,5 2 0-15,2 0 3 0,-2-1 2 0,5 0-2 16,-3 0 1-16,2 0 1 0,3 1-2 0,-2-2 6 15,2 2-6-15,-1 1 2 0,1-1 2 0,-1-1-2 0,1 3 1 16,-2-3-1-16,4 2 0 0,1-1 1 16,1-1-1-16,6 1-5 0,-1-1 5 0,3 0 1 15,3 3 3-15,-2-3-1 0,6 2 3 0,11-5-3 16,-1 0 3-16,0 0-1 0,0 0-5 0,0 0 5 0,0 1-4 16,0 1 8-16,0-2-5 0,0 1 1 0,0 0-3 15,0-1-2-15,0 1-3 0,1 0-6 0,0-1 3 16,0 0 0-16,1 0 0 0,0 0 3 0,45 11-3 15,-45-11 2-15,0 0 0 0,47-6 0 16,-47 6-1-16,33-5 4 0,-13 4 1 0,-1-1-1 0,2 1 1 16,-1-1-6-16,-1-1 4 0,1 3 3 0,-1-2-1 15,-1 0 0-15,0 1-1 0,1-1-1 0,-1 1 0 16,-1 0 0-16,1 1 3 0,-1-1-2 0,-1 0 2 16,2 1-1-16,-2-1 0 0,-1-1 1 0,0 1 1 15,0 1 0-15,-1 0-1 0,1 0 0 0,1 0-1 16,-1 0-1-16,-3 2-3 15,1 2 3-15,1 1-2 0,3-2 2 0,1 0-3 16,0 0 0-16,0-3 1 0,1 4 7 0,0-2-3 0,-1 1 2 0,1-3-3 16,0 3-1-16,-1-2-5 0,1 2 7 0,-1 0-3 15,-1-3 7-15,2 4-2 0,-1-2-6 0,-2 1 3 16,1-1-1-16,0-2 1 0,-1-1 4 0,-2 0-3 16,4 1-1-16,-3 0 3 0,-3 1 2 0,-13-1 0 15,1 0-1-15,0 0 4 0,0 0-5 0,35 1 6 16,-36-1-1-16,0 0 7 0,0 0 2 0,0 0 2 15,0 0 0-15,0 0-6 0,0 0-4 0,0 0-1 16,-1 0-16-16,0 0 5 0,-36-17-7 0,37 17 7 16,-1 0-6-16,-47-8 6 0,28 6 2 15,-2 1 0-15,0-1-10 0,-2 2 5 0,-4 0-2 16,0-3 3-16,-3 3-9 0,-3 1 8 0,0 2-5 16,-3 1 7-16,0 0 3 0,1-2 1 15,4 2 1-15,2-2 1 0,3-1-2 0,6 1 9 16,0-2 0-16,5 0 4 0,2 0-5 0,14 0 2 0,-1 0-3 0,1 0 3 15,-2 0-4-15,1 0 0 16,0 0-5-16,0 0 1 0,0 0-16 0,0 0-1 0,1 0 2 16,0 0-1-16,0 0 1 0,1 0 7 0,36 6-2 0,-17-4 3 15,-2-2-1-15,3 0-1 16,2-1 3-16,2 1-1 0,5 0 0 0,3 0 4 16,0-2-3-16,3-2 4 0,-1 0 0 0,-1 3 0 15,0-2-1-15,-2 3 0 0,0 0-1 0,-2-3-1 16,-1 2 3-16,-2-2-2 0,-1-2 1 0,-5 2 5 0,3 2-1 0,-6 1 4 15,2 1-1-15,0 1-6 0,-4-2 0 0,1-2-1 16,-3 2 1-16,0 2 4 0,-2-2-1 0,-12 0 2 16,1 0 0-16,0 0-2 0,0 0 1 0,0 0-1 15,35 7 6-15,-36-7-6 0,0 0 5 0,0 0-5 16,0 0 3-16,0 0-1 16,0 0-5-16,0 0 3 0,-1 0-6 0,0 0-3 0,-35 10-1 15,36-10-1-15,-1 0-2 0,-39 10 5 16,39-10 2-16,0 0 0 0,-45 12 3 0,45-12 0 15,1 0 1-15,-42 5-1 0,42-5-3 0,-1 0 7 0,0 0-4 16,-35 14 5-16,36-14-6 0,0 0 1 0,0 0 4 16,-2 0-1-16,2 0-2 0,-1 0 0 0,0 1-1 15,0 0 2-15,0 0 4 0,0 0-7 0,0 0 4 0,0 0-4 16,0 1 1-16,0-2-1 0,0 1-2 0,0 0 3 16,0 0 3-16,0 0 0 0,0 0 1 0,0 0-1 15,0 0-1-15,0 0-21 16,1 0-11-16,-2 0-7 0,1 0-62 0,0 0-55 15,0 0-8-15,0 0-22 0,0 0-88 0,0 0-330 16</inkml:trace>
  <inkml:trace contextRef="#ctx0" brushRef="#br0" timeOffset="129478.52">29665 10006 2035 0,'-31'-24'28'0,"-2"0"-8"0,3 6 12 0,0 0-19 0,2 1 3 15,-1 2-2-15,-2-1 11 0,-2-1 4 0,-3 1 1 16,-1-1 22-16,-11-16-6 0,9 17-5 0,0 0-1 16,-3 0-14-16,0 2-11 0,-3 3 10 0,0-1-12 15,-1 5 8-15,-7 0-10 0,-2 3 3 0,-2 2-4 16,0 0 0-16,1 1 4 0,1 2-6 0,2 4 7 16,0 1 4-16,-3 0-1 0,1 2 4 15,-2 4-4-15,0 0 0 0,3 4-7 16,1 3-6-16,1 0 1 0,-1 7-6 0,-4 1-4 0,-4 7 6 15,-4 2-3-15,-2 3 1 0,2 3 3 0,4 0-3 16,5-1 3-16,1-1 3 0,1 2-5 0,0 0 2 16,-1 5-3-16,1 4-4 0,3 4 2 0,4 3 0 15,6-1 1-15,2 1-4 0,2-2 4 0,0 0 1 0,3 3 2 16,2 3 0-16,0 6 3 16,3 3-5-16,2-1 4 0,1-2-6 0,6-3 1 0,3 4 1 15,7 3 0-15,1 4 1 0,3 3-4 0,4-3 1 0,7-6-2 16,5-1 9-16,6 0-1 0,7-1-3 0,6 3 0 15,7-3-7-15,4-5 2 0,5-4 1 0,4-10 1 16,3 1 4-16,7 2 1 0,4-1 4 0,12 1-3 16,4-2 3-16,0-5-7 15,2-2-2-15,1-6-2 0,6-1 4 0,7-5-1 16,2-1 2-16,3-4-2 0,0 0 0 0,4-3 4 16,5-4-2-16,1-2 4 0,-3-4 9 0,4-1 3 0,1-2 6 15,2-5-3-15,-1-4 8 0,-1-2-14 0,-2-3 0 0,1-7-4 16,1 0 5-16,-5-5 0 0,1-4-1 0,2-1 1 15,2-3-4-15,-6-3 8 0,1-3 2 0,-1-5 1 16,2-3 6-16,-3-5 7 0,-6-2-3 0,2-4 5 16,-4-5-1-16,1 0-8 15,-5-1 2-15,-9 0-5 0,-1 4-8 0,-3-4 3 16,1-4-4-16,-3-4 5 0,-8-2-6 0,-8 0 0 16,-7 0 0-16,-4 5-1 0,2-1-2 0,-3-2 8 15,-2 2-3-15,-5-6 6 0,-7 1 1 0,-8 2 2 16,-2 4 3-16,-8 3-2 0,-4 2 10 0,-3-3 6 0,-7-2-4 15,-3 0 6-15,-4-2-1 0,-5 3-13 0,-4 1 0 16,-3 3-8-16,-5 2-22 0,-5-2 2 0,-7 1-3 16,-7 0 2-16,-4-3 0 0,-4 0-1 0,0 6-1 0,-1 4 1 15,-1 5-3-15,-4 1-3 0,-5 1-1 0,-7 0-1 16,-4-1-4-16,-3 2-1 16,-3 0 3-16,1 4-3 0,1 0 5 0,-3 3 0 15,-4 5 1-15,-4 2 0 0,-1 6-1 0,1 4 8 16,0 2-4-16,-1 8 5 0,-9 1-8 0,-2 2-2 0,0 3 2 15,-1 3 0-15,0-1 5 0,-1 2-7 0,-1 3 5 16,4 4-6-16,5 3 10 0,4 3-9 0,-1 2 3 16,1-1-6-16,4 2 5 0,7 0-2 0,8 1-8 15,4 0-5-15,0 0-109 0,0 1-85 0,-1 3-44 16,1 1-18-16,0 4-240 0</inkml:trace>
  <inkml:trace contextRef="#ctx0" brushRef="#br0" timeOffset="131448.26">29315 8705 1780 0,'-1'-16'79'0,"0"2"-24"16,1 14 10-16,0-1-16 0,0 0-11 0,0 0 11 16,0 0-2-16,0 0-1 0,0 0-18 0,3-47-24 15,-3 48 2-15,0 0-10 0,0 0-14 0,0 0 7 16,0 1-4-16,-1 0 6 0,0 0-3 0,1 0 12 16,-37 43-2-16,37-44 3 0,-14 31 4 0,3-18 2 15,1 8 3-15,-3 1 1 0,-5 0 10 0,0 7-1 16,-3 0-3-16,-1 5 0 0,2 1-10 0,-3 1 1 0,1 1 1 15,0-3 0-15,1 0-1 0,2-3-8 16,0-3 3-16,3-2-4 0,4-5 1 0,1-4 0 16,3-1 0-16,2-2 0 0,6-14 5 0,0 1-10 15,0 0-11-15,0 0-2 0,0 0-53 0,0 0-8 16,0 0-6-16,0 0-1 0,1-1-18 0,0 0-1 16,38-17 4-16,-22-3-2 0,2-3 10 0,1-7 18 15,0 0-12-15,-3-5 11 0,1 0-26 0,-1-3 50 0,-1 1-2 16,-2 0 24-16,-1 3 39 0,-2 1 37 0,-2 4 9 15,0 4 11-15,-1 2 50 16,-3 4-20-16,2 2 4 0,-2 3-11 0,-3 2 5 0,-2 12-16 16,0-1 7-16,0 0-12 0,0 0-12 0,0 0-27 15,0 0-7-15,1 0-5 0,0 0-18 0,0 0 7 16,0 1 0-16,1 0 0 0,-2 0-6 0,1 1-1 16,36 39-1-16,-29-17 0 0,-3 1-2 0,4 9 4 15,-2 0-4-15,0 3 4 0,2 5-3 0,-2-1-2 16,1-1 1-16,3 2-2 0,-2-5-2 0,3-1 5 15,-1-2 1-15,-1-5 3 0,1 1-2 16,-2-6 5-16,1 1-4 0,-2-2 0 0,-2-3-54 0,-1-1-116 16,-2-3-16-16,-3-15-56 0,0 1-309 0</inkml:trace>
  <inkml:trace contextRef="#ctx0" brushRef="#br0" timeOffset="131667.47">28935 8972 2106 0,'0'0'488'0,"0"-1"-444"0,0 0-63 0,0 1-81 0,0 0 44 0,30-5 55 16,-11 11 6-16,4 3 10 0,0-1-20 16,0 2 3-16,2 1-3 0,0 1 3 0,1 0 0 15,3-1 2-15,1-1-5 0,-1 0 3 0,3 1 0 16,1-2-3-16,2-1 1 0,3 0-8 0,-1-3-61 0,-2 0-51 15,-2-1-12-15,-2-1-13 0,0-2-60 16,-2-3-137-16</inkml:trace>
  <inkml:trace contextRef="#ctx0" brushRef="#br0" timeOffset="132066.89">30122 8831 1743 0,'-6'-12'826'0,"6"12"-632"16,0 0-138-16,-1-1-72 0,0 1 3 0,0 0 11 0,0 0 1 16,0 0 1-16,0 0-9 15,-38 6 5-15,39-6-1 0,-1 0 3 0,0 1 0 16,-40 33 7-16,41-34-3 0,-1 0 4 0,-40 27-10 16,40-27 10-16,0 1-3 0,-46 26 6 0,46-27-6 15,-32 17-3-15,15-9 2 0,2 0-2 0,0 0 0 0,2-1 2 16,14-7-2-16,-1 0 0 0,0 1-10 0,0 0-14 15,0 0-1-15,0 0-5 0,-26 39-4 0,27-40 2 16,0 1 0-16,1 0 1 0,32 38 8 0,-15-25-6 16,0-2 6-16,2 2-4 0,3 0 14 15,1-3 4-15,1 3 1 0,-2-1 1 0,0-1 1 0,-2 1 4 16,-1 0 1-16,-2 2 1 0,-2 0 5 0,-3-4-3 16,-4 1 2-16,-9-12-2 0,0 1 6 0,0 0 22 15,17 44-7-15,-17-44 13 0,-7 35-1 0,-3-15 9 16,-4 3-6-16,-6 0 4 0,-5 1-20 0,-5 1-4 15,-3 4 4-15,-9 1-6 16,-3 0-15-16,-9 2-164 0,-2-2-53 0,-1-1 68 0,-4 1 1119 16</inkml:trace>
  <inkml:trace contextRef="#ctx0" brushRef="#br0" timeOffset="133222.28">27292 10634 2505 0,'-5'-18'165'0,"-3"0"-71"0,0 2 85 15,0 3-176-15,0 1 0 0,1 0-1 0,0 0 1 16,-3 1 0-16,-1 1-1 0,-2 2-2 0,-10-14-2 16,11 14-1-16,-3 0-1 0,-1 0 3 0,-4-2-2 15,-1 1 0-15,-3 3-1 0,-2 1-5 0,-8 0-1 16,-1 3 2-16,-9 1-1 0,-2 3 0 0,-7 4 3 15,-2 3-2-15,-3 5 4 0,0 1 2 0,-7 3 2 16,-2 2 0-16,-3 3 0 0,0 0 3 0,4 2 2 16,1 1-5-16,4-1 1 0,0 4 0 0,-4 3-3 15,0 5 4-15,0 5-3 0,4 2 4 0,2 0-3 0,4 3 1 16,2-2-1-16,1 2 4 0,0-2-5 16,-1 0 0-16,-3 3-3 0,1 1 5 0,0 7 0 15,6 5-1-15,2 1 0 0,2 3-1 0,0-4 1 16,1-2 0-16,3-1 2 0,0 1-2 0,2 5 0 15,1 2-5-15,5 3 2 0,0-4 3 0,5-3 1 16,5-4 2-16,2 1-3 0,5 4-5 0,-1 1 1 16,1 6 1-16,3-4-1 0,0-2 8 0,2-2-4 15,5-5-1-15,3 2-2 0,2 2 0 0,2-3-7 16,7 2 5-16,3-7-5 0,4-3 8 0,4-4-9 0,4-5 5 16,4-2-6-16,6-5 16 0,5 1-9 15,3-3 0-15,7-1-4 0,2 2 2 0,-1-5-2 16,3 0 0-16,-3-3 0 0,1-2 8 0,0-4 2 0,2-2 5 15,7-5-2-15,1-2 1 0,3-2 2 0,0-3 0 16,-1-2 1-16,-1-2 0 0,4-1-8 16,1-4 3-16,6-3-4 0,4-2 6 0,-1-2-1 0,-1-4-1 0,-3-3 0 15,0-4 1-15,2-4 3 16,3-3-4-16,1-6 4 0,-3 0-2 0,-6 1 1 16,0-5 6-16,1-1-4 0,0-5 5 0,2-8-1 15,1-3-4-15,-5-2 3 0,-4-2-8 0,-7-3 14 16,-1 0-6-16,-1-1 8 0,1 3-12 0,0-2 9 15,-3-3-2-15,-4-2 4 0,-4-6-8 0,-3 2-1 16,-4 0-1-16,-4 1 1 0,-2 1 7 0,-5-2 10 16,0 1 3-16,-8 5 3 0,-1 3 26 0,-9 7-2 15,-3 1 4-15,-5 3-6 0,-3 0-4 0,-7 2-4 16,-3 1-6-16,-4 0 0 0,-7-2-22 0,0 2-15 16,-5 0 1-16,-5 3-6 0,-4 1-12 0,-5 0 2 15,-3 0-6-15,-7 0 6 0,-4-3-3 0,-1 0 9 16,-1 3 4-16,6 6 0 0,-1 3 2 0,0 6 0 15,-3 6-4-15,-7 1 0 0,-1 2-6 0,-1 4 10 16,1 2-7-16,4 3 7 0,3 5-22 0,2 2-7 16,1 5-5-16,-2 4-2 0,-1 3-18 0,0 2-67 15,1 5-13-15,3 4-34 0,2 4-204 0</inkml:trace>
  <inkml:trace contextRef="#ctx0" brushRef="#br0" timeOffset="133704.79">25772 14197 2677 0,'0'0'159'0,"-1"1"-42"0,-29 36-6 16,18-9-101-16,2 5-54 0,1 14 36 0,1 6-10 0,0 6 18 16,-2 0-5-16,-8-6-2 0,13 6 5 0,-1-3-4 15,4 0 1-15,0-4 3 0,-1-5 1 16,2-4 1-16,-1-5 2 0,0-6 2 0,-1-8-4 15,1-3 0-15,0-5-26 0,2-16-33 0,0 1-3 16,0 0-13-16,0 1-43 0,0-2-28 0,0 0-5 16,0 0-8-16,-14-17-28 0,14-14-39 0,3-10-36 15,-1-18-16-15,2-8-289 0</inkml:trace>
  <inkml:trace contextRef="#ctx0" brushRef="#br0" timeOffset="134200.09">25788 13712 1884 0,'0'0'110'0,"0"0"-82"0,0 0-4 16,0 0-18-16,0 0 36 0,1-1 8 0,0 1-2 16,0 0 0-16,42-10-25 0,-43 10-1 0,32 13-2 15,-13-3-1-15,4 0-12 0,2 3 1 0,0 2-3 16,0 1 3-16,-1 0-4 0,-2 3 5 0,-1 2-2 16,-2 0 3-16,-2 3 2 0,-2-2 1 0,-3 1-2 15,-2 0 3-15,-1-2 7 0,-4 3 2 0,0-3 9 16,-4 0-7-16,0-1 0 0,-3-2 5 0,-3 1-3 15,-3 4 4-15,-2 1 2 0,-6 3-7 16,-4 1-1-16,-6 2-3 0,-1-3-4 0,-6 0-14 0,-2-2 3 16,0-2-6-16,1-2 13 0,5-4-6 0,5-2 8 15,2-1-9-15,2-3 1 0,0-2-1 0,3-1-3 16,2 0 1-16,0-1-2 0,3-1-4 16,12-6 1-16,0 0-2 0,-1 0-3 0,0 1-17 15,0 0-2-15,0 0-6 0,0 0-14 0,0 0-3 16,0 0-4-16,1 0 0 0,0 0-5 0,0 0 15 15,29 20 7-15,-9-22 3 0,2-1 35 0,6-2-8 16,1 0 2-16,8 2-6 0,0-2 6 0,2 4-1 16,-1 0 2-16,-3 1-1 0,-4 5 4 0,-5 1 7 15,-4 1-1-15,-4 4 3 0,0 2 7 0,-4 0-5 16,-3 1 12-16,-1 4-9 0,-2-1 15 0,-4 6 3 16,-1 1-4-16,-4 1 5 0,-1 2-7 0,-4-1 4 0,-2 1-8 15,-2 0 4-15,0 0-10 0,-4-1 2 0,-1 1 2 16,-3-2-1-16,-2 2-3 0,-3-2-7 0,-1 0-1 15,-3-2-2-15,0-2-14 0,-1 0-11 0,4-2-7 16,-2-1-4-16,4-2-52 0,2-4-32 0,1-2-8 16,4-2-9-16,1-5-57 0,14-4-125 0,-1 0-90 0</inkml:trace>
  <inkml:trace contextRef="#ctx0" brushRef="#br0" timeOffset="134587.48">26932 14162 3198 0,'-15'5'71'0,"-1"2"-71"16,0 0-3-16,2 3-19 0,0 3 10 0,0 0 1 0,1 3 0 0,-4 0-1 15,2 1-11-15,-2 0-13 0,1-1-9 0,0 2-1 16,-1-2-20-16,0 1 26 15,1 0 2-15,-2 0 9 0,2 0 18 0,-1-2 8 0,1 0 0 16,2-3 2-16,4-1 2 0,10-11-19 0,0 0 5 16,-1 1-12-16,0 0-9 0,0 0 15 15,1 0-6-15,0 0 12 0,3 34 15 0,-3-35-4 0,1 0 2 16,49 21-2-16,-28-16 2 0,5 1 0 0,-2 3 5 16,4-4-2-16,-2 4 4 0,0-2-1 0,0 3 1 15,-4-3 1-15,1 2 14 0,-3 2 14 0,-4-1 2 16,-3 2 5-16,-4-1 20 0,-4 0 10 0,-3 3 3 0,-3 3 1 15,-3 2 6-15,-6 3-9 16,-6 1-3-16,-5 1-3 0,-2 2-29 0,-4-1-15 0,0 0-3 16,-2-2-6-16,0-4-35 0,-1-3-82 0,-2-3-5 15,-1-6-40-15,-3-3-177 16</inkml:trace>
  <inkml:trace contextRef="#ctx0" brushRef="#br0" timeOffset="135421.32">25177 5085 2176 0,'-5'-12'75'0,"5"12"-44"0,0 0-1 0,0 0-28 15,0 0-8-15,0 0 14 0,0 0 3 0,0 0 1 16,0 0-5-16,0-1-1 0,1 1-3 0,48-10 2 16,-24 13 7-16,5 4 3 0,6-2 1 0,6 0 0 15,6-1 7-15,11-6-9 0,4 1 12 0,9 0-11 16,4-2 6-16,-2 1-7 0,1 0-6 0,7 1 2 16,0 0-10-16,3 0 5 0,0 4 1 0,-4 2 2 0,7 2-2 0,3-3-1 15,4 3 2-15,5-2-2 0,2 2 3 16,6 2-3-16,4-2 3 0,6 2-3 0,0-1 2 0,5-1 0 15,4-1-4-15,1-2 3 0,3 1-6 0,-1-2 7 16,1 0-4-16,-1 1 6 0,1-2 2 0,-4 0-3 16,-2 2 5-16,-5 0-3 15,-3 1 7-15,-4 2-3 0,-2 0-3 0,-5 1 1 16,-5 0-6-16,-11 2 2 0,-1-1-2 0,-4-1 1 16,-3 1-8-16,-9-1 10 0,-11-2-2 0,-7 0 5 15,-6 0-8-15,-7 0 7 0,-4-1-2 0,-4-1 4 0,-5 1 0 16,-8-2-10-16,-21-3-19 0,1 0 0 0,0 0-87 15,0 0-32-15,0 0-15 0,-3 6-18 0,-28-6-175 16</inkml:trace>
  <inkml:trace contextRef="#ctx0" brushRef="#br0" timeOffset="135781.87">25961 5204 2553 0,'-26'-24'62'16,"1"5"-66"-16,10 9-8 0,15 10-12 0,0 0 24 0,-1 0 15 16,0 0-7-16,1 0 5 0,0 0-48 15,0-1 12-15,29-14 0 0,2 14 7 0,6 1 11 16,10 1 2-16,4 1 0 0,8 2 2 0,2 1 14 15,5 1-5-15,9 0 8 0,9 0-8 0,4 1 7 0,4 0-2 16,0-1 1-16,5 1 0 0,4 0 7 0,6-1-2 16,2 1-3-16,0-2-1 15,3 1-5-15,5-1 9 0,4-1 3 0,4-1 1 16,1-1 6-16,-1-2-3 0,-2-2-2 0,-2 0-1 16,-3 0-12-16,-5 0-7 0,-3 2 2 0,-6 0-3 15,-3 0 4-15,-2 1-4 0,-2 0-1 0,-4 2 0 16,-7 1-6-16,-3 2-213 0,0 3-5 0,0 1-111 15,1-1-408-15</inkml:trace>
  <inkml:trace contextRef="#ctx0" brushRef="#br0" timeOffset="137065.62">26425 10687 804 0,'-15'-1'94'16,"0"6"-7"-16,1 2-7 15,3 6-86-15,0 0-37 0,4 5 22 0,-3 0-4 0,-1 3 8 16,3 0 1-16,-14-11-2 0,11 15 2 16,0 3-3-16,0 4 6 0,-2-2-7 0,1 5 5 0,-2 2-5 0,-1 1 7 15,0 6-1-15,-4 2 5 0,1 6-3 0,0 5 16 16,-5 4-1-16,0 2 4 0,-3 2-3 0,0 1 9 16,-2-2-9-16,2 6 2 0,1 2-3 0,1 4-5 15,-1 2 3-15,1-2-2 16,4-3 4-16,0 1 1 0,-1 0 7 0,5 4-4 15,-6 3 5-15,0-3 8 0,1-3 19 0,-4-1 1 16,4 0 3-16,-2 2-18 0,3-3-15 0,1-3-1 16,0-6-3-16,2-6 10 0,2-7-43 0,1-1-49 15</inkml:trace>
  <inkml:trace contextRef="#ctx0" brushRef="#br0" timeOffset="137549.26">26707 10811 1648 0,'0'0'49'16,"0"0"13"-16,0-1-90 0,0 1 4 0,0 0-6 0,0 0 6 16,0 0-4-16,-1 0 0 0,0 1 2 0,0 0-1 15,-26 49-4-15,21-30 4 0,0 5 1 0,-2 3 3 16,0 4 12-16,0 4-1 0,-2 1-1 0,1 4-1 15,0-1-4-15,0 8 0 0,-2 5 2 0,0 7 0 16,-3 6 16-16,-1 1 7 0,-2 4-3 0,-2 2 4 16,0 8-4-16,-3 3 0 0,1 3 5 0,0 6-4 15,-1-9 2-15,-1 5-3 0,2-1-4 0,-2 0 1 16,1 0-1-16,4-3 7 0,0-8 0 0,3 2 1 16,0-3-2-16,0-2 3 0,2-2 2 0,1-12-2 15,5-5 2-15,-1-11 4 16,1-4-9-16,2-8 7 0,2-5-13 0,2-5-83 15,0-6-16-15,1-16-60 0,0 1-446 0</inkml:trace>
  <inkml:trace contextRef="#ctx0" brushRef="#br0" timeOffset="137900.2">27570 10955 2026 0,'0'0'7'0,"0"0"-47"0,-1 0-9 0,-18 44-6 16,13-21 24-16,0 6 12 0,-3 6 0 0,-2 6 3 0,0 4 1 15,-3 8 4 1,-4 3 3-16,0 6-1 0,0 1 9 0,-3 2-2 0,-1-2 1 16,-2 7-2-16,3 3-2 0,0 3 1 15,-1 4 2-15,1-5 0 0,-2-2 2 0,3-2 0 0,0 2 0 16,3 1-2-16,1 0-2 0,1-1 3 0,4-4-1 16,-2-6 2-16,1-6 6 0,2-2-1 0,0-3 3 15,3-4-2-15,-1-5 5 0,2-8-35 0,2-7-20 16,0-8-14-16,1-4-149 0</inkml:trace>
  <inkml:trace contextRef="#ctx0" brushRef="#br0" timeOffset="138326.51">28557 9812 1770 0,'0'0'106'0,"0"-1"252"0,0 0-390 0,0 1-33 0,0 0 3 0,0 0-9 16,0 1 30-16,-19 39 14 0,9-12-3 0,-2 8 7 15,-4 4 3-15,-1 10 5 0,-1 2 2 0,-4 5 0 16,-2 1 8-16,-2 10-9 0,-6 7 8 16,0 9-7-16,0 2 13 0,-1-2-7 15,3 6-1-15,-3 3-2 0,-1 5 9 0,0 7 2 16,-1-8-1-16,0 5 2 0,-1-1-2 0,0 0-2 0,1-1 4 0,0-12-2 15,4-2 4-15,1-7 0 16,2-1 1-16,3-5 0 0,4-7 2 0,4-12 2 16,3-4-18-16,2-8 2 0,0-6-101 0,5-1-148 15,-1-10-129-15</inkml:trace>
  <inkml:trace contextRef="#ctx0" brushRef="#br0" timeOffset="138671.94">29099 9896 2071 0,'0'0'-19'0,"0"1"-25"15,-12 42 5-15,7-13-3 0,0 5 49 0,-4 8-8 16,-1 6 1-16,-5 4-5 0,-1 9 3 0,-4 11-8 16,-1 5 6-16,-5 9-5 0,-3 1 9 0,-3 3-3 15,-3 7-1-15,-1 4 0 0,3 2 4 0,0-2 0 0,3-1 0 16,3 1-1-16,-2-2 2 0,2-1 1 16,1-7 3-16,-1-2-3 0,3-3-2 0,0 0 2 0,-2-2-2 15,1-7 4-15,1-6 4 0,1-3 1 0,-2-2-2 16,2-5 2-16,2-2-1 0,4-12-66 15,6-7-11-15,3-9-32 0,0-7-138 0</inkml:trace>
  <inkml:trace contextRef="#ctx0" brushRef="#br0" timeOffset="138939.15">29692 10130 2186 0,'0'0'2'0,"0"1"-47"16,-18 38 21-16,9-9-23 0,2 14 65 0,-4 11 2 16,-2 8-2-16,-6 10 1 0,0 3-7 0,-3 1-10 15,-4 7 2-15,-1 9-4 0,-3 6-2 0,-4 6 5 16,-1-1-3-16,-5 4 5 0,-2 1-8 0,-1 2 6 0,3-1-2 15,3-6 4-15,6-4-4 0,3-5 5 0,1-7 1 16,2-12 0-16,5-9-9 0,2-7-67 0,2-3-10 16,2-8-26-16,4-3-82 0,3-13-148 0</inkml:trace>
  <inkml:trace contextRef="#ctx0" brushRef="#br0" timeOffset="139231.47">30449 10223 1993 0,'-10'42'-2'0,"-2"9"21"0,-4 10-10 16,-2 10 15-16,-1 5-10 0,-7 6-7 15,-2 3 4-15,-6 11-6 0,1 1-1 0,-2 2-2 16,4-1 1-16,0 3 0 0,-1-1 1 16,2 3 2-16,-2-4-4 0,2-8 3 0,1-4 1 0,3-4-61 15,-1-8 2-15,5-6-27 0,0-10-33 0,4-15-9 0,4-5-5 16,2-10-8-16,5-8-95 0</inkml:trace>
  <inkml:trace contextRef="#ctx0" brushRef="#br0" timeOffset="139470.69">31272 10395 2395 0,'-8'34'-17'0,"-2"11"-1"0,-2 10 2 15,-2 12 2-15,-1 8 19 0,-5 11 2 16,-6 4-3-16,-1 7 2 0,-4 0-7 0,-3 5 3 16,4 3 3-16,-5 2-1 0,2-2-11 15,0-5-168-15,-1-6 7 0,1-5-72 0,0-5-95 0</inkml:trace>
  <inkml:trace contextRef="#ctx0" brushRef="#br0" timeOffset="139668.98">31429 10878 1759 0,'0'0'280'16,"-9"35"-221"-16,3-8-44 0,-3 12-22 0,-1 7 38 0,-3 10 3 15,-3 7 3-15,-4 11-2 0,-2 7-11 0,-8 5-12 16,1 8-3-16,-4 2-2 0,1 0-8 0,0 5-37 15,-1-3-45-15,0-1-10 0,-1-1-275 16</inkml:trace>
  <inkml:trace contextRef="#ctx0" brushRef="#br0" timeOffset="140388.21">18615 5091 2267 0,'-15'-17'184'16,"1"3"-86"-16,14 14 86 0,0 0-304 0,0-1 46 0,19-16-3 0,5 15 83 15,7-5 0-15,6-4 8 16,7 3-21-16,-6-16 6 0,18 14 1 0,7 4 1 0,2-10 4 16,2 2 2-16,3 0-2 0,2 2 2 15,4 0 2-15,0 0 4 0,0 0-1 0,-5 0 2 16,1 1-1-16,0-1 0 0,0 1 0 0,2 1-1 0,-3 0-8 16,-8 2-4-16,-5 1 0 0,-5 3 0 0,-4 2 8 15,1 2-27-15,-1 2-75 0,1 4 1 0,2 1-375 16</inkml:trace>
  <inkml:trace contextRef="#ctx0" brushRef="#br0" timeOffset="143083.07">26899 10769 838 0,'-9'-12'102'15,"2"4"26"-15,7 8 10 0,0-1-33 0,-1 0-31 0,0 0 30 16,-21-38 3-16,22 39 4 0,0-1-18 0,-15-43-27 16,15 44-1-16,0-1-9 15,0 0-3-15,-4-39-1 0,4 40 6 0,0-1-4 0,0 0 3 0,-3-39 0 16,3 40-2-16,0-1 3 0,0 0 0 0,-8-39-7 16,8 40-4-16,0-1-1 0,0 0-20 15,-21-35 0-15,21 36-6 0,0-1 3 16,-1 0-10-16,-22-39 3 0,23 40-1 0,-1 0 1 0,0-1-10 0,-41-44 7 15,42 45-1-15,-1-1 2 0,-36-31-8 0,37 32 4 16,-1-1-5-16,-47-27 4 0,27 23-9 0,-3-2 0 16,-5 3-2-16,-1-1 1 0,-4 2-5 0,-2 3 0 15,-3 0 0-15,1 6 0 16,0-1 3-16,2 1 8 0,2-1-1 0,1 2 4 16,-1 2-6-16,0-2 1 0,1 3-1 0,3-1 0 15,-2 2 2-15,1 0 2 0,-2 2-3 0,-1 2 2 0,2 1-2 16,-2 1-5-16,0 1 5 0,4 1-5 0,-3 1 0 0,3 1-4 15,-2 1 0-15,0 1 0 0,-1 2 4 0,1-2 1 16,2 2-1-16,-3-3 1 0,2 7-6 0,-2 1 2 16,2 2 4-16,0 1-1 0,1-3 5 0,-1-1-4 15,4 1 0-15,-2-1-2 0,7 0 2 0,-3-1 1 16,2 1 0-16,-2-1 2 0,-3 2 8 0,2-2-8 16,1-1-2-16,1 2-2 0,-1 3-2 0,2 4 5 15,-3 2 0-15,2 0 2 16,-1 2 2-16,3 0-4 0,0-1 1 0,2 0-2 15,2-2-4-15,-1-3 0 0,2 1 3 0,4-3-2 0,-3 2 6 0,3 2-2 16,0 1-2-16,0 2-1 16,2-3-7-16,-3 2 13 0,0 2-6 0,1-2 7 15,0-1-10-15,0-1 2 0,1-1 3 0,1-2-2 16,-1 0 6-16,2-2-5 0,-1 4 1 0,2 0-4 0,0 1 5 0,1 2-3 16,0-3 3-16,2 1-4 0,1-3 5 0,0-1-4 15,2-1-1-15,1-4-2 0,0 1 2 0,1-2-2 16,1 2-1-16,1 0 0 0,1-2-1 0,1 2 1 15,-1 0 0-15,2 1 0 0,0 4 0 16,1-3 6-16,-2 2 0 0,2-4 3 0,1 0-1 0,0-2 3 16,2 0-1-16,-1-1 1 15,1-1-5-15,0 0 5 0,-1-3-2 0,2 1 3 16,1 0-4-16,1-3-2 0,0 2 1 0,-1-4-1 16,3 0 2-16,-1 0 6 0,0-1-1 0,0 2 3 15,1 0-10-15,-2-1 2 0,2-3-4 0,2 1 4 0,2 0-3 16,-1 1 1-16,0 0 4 0,1-1 0 0,0 0 2 0,1-2 1 15,2 0-1-15,0-2 2 0,1 0 2 0,2 1-6 16,0-2-1-16,1 1-1 0,-3-2 1 0,2 1-3 16,0-2 3-16,0 1-2 15,2-2 3-15,-3 0-3 0,2 1 1 0,-1-1-1 16,2 1 2-16,1-2-4 0,-2 1-1 0,5-1-1 16,0-2 3-16,4 1 0 0,0-2 0 0,1-1-1 15,0 1 0-15,-1-1 0 0,0-1 4 0,1-1-2 16,-2 0-1-16,2-1 4 0,-2 0-4 0,-3 1 5 0,-1-2-9 0,3 2 6 15,-1 0-1-15,2-2 3 0,4 2 0 16,-3 0 4-16,1-2-7 0,-1 2 6 0,-2-2-7 0,0 0 0 16,0-1 0-16,1 1 0 0,-1-2 3 0,1-2-3 15,0 1 3-15,1-2-3 0,1 0 3 0,-1-1-3 16,2 0 1-16,0 0-1 0,2 0 5 16,-4-1 2-16,-1 0 1 0,1-2-1 15,-3 0 3-15,-1 0-4 0,0-2 0 0,1 0-2 0,-3-3 0 0,1 0-5 16,-1-3 2-16,-1-1-1 0,3-1 10 15,2-3-4-15,3 0 4 16,1-1-4-16,1 1 2 0,-3 0 4 0,1-3-6 0,-3 0 6 0,0-4-1 16,-1 3-2-16,-2-3 1 0,1 1-2 0,-2-1-4 0,-2 0 0 15,-1 1 3-15,0 1-2 16,1-1-5-16,-1-1 1 0,2-1 1 0,-2-2 2 16,-1 2 3-16,2-1-1 0,-2-2-2 0,-3 0 1 15,0-4 6-15,-2-1 3 0,1-1 0 0,-1-3 0 16,-2-1-1-16,1 0-3 0,0 1-2 0,-2 1 0 0,0 1 4 15,0 4 4-15,-3 4-2 0,0 1 1 16,-1 1-6-16,0-2-1 0,-3 2 5 0,-2 0-4 0,-1 1 4 16,0 1 0-16,-1-2 0 0,-1 1 0 0,-1-1 5 15,-2-1-8-15,0 0 7 0,-1 4-7 0,-2-2 8 16,-1-2 0-16,-1 1-4 0,-1-5 4 0,1 0-7 16,-1 0-3-16,-1-2-3 15,-1 2 1-15,-2-1 0 0,2 0 5 0,-3 1 4 0,0-1-1 16,-1 2 6-16,-1 4-11 0,-2 1 2 0,-1 6-5 15,-3-2-5-15,0-1 7 0,-2 1-3 0,-3 1 4 16,-1-1 0-16,-7-1-7 0,0 2 2 0,-3 0-4 16,0-2 0-16,3 4 0 0,1-3 0 0,-1-1-1 15,0 1-1-15,-4 1 5 0,0 3 0 0,-1 3 3 16,-1 1-5-16,-2 1-2 0,0-2 0 0,-5 4-2 16,1 1 3-16,4 0-5 0,-2 2 1 0,4-1-1 15,1 0 11-15,-1 1-10 0,-1 1 7 0,0 2-8 0,-1 1 6 16,-3 1-3-16,0 2 0 0,-5 2-2 0,3 1 0 15,1 1-1-15,2 2-4 16,6 1 3-16,0 1-1 0,2 2 2 0,1 1 0 16,-1 3 1-16,-1 1-5 0,-1-1 4 0,1 4-7 15,-2 2 7-15,-5 0-1 0,2 2-4 0,3 1 3 16,0 2-3-16,5-2 3 0,-1 2-1 0,-1 1 0 0,0 1-2 16,0 3 8-16,0 4-2 0,1 2 1 0,-1 1-2 15,0 4-4-15,-2-1 4 0,-1 1 1 0,2 0 0 16,2 1 2-16,2 1-10 0,1-2 6 15,2 2-6-15,-1-1 16 0,-2 2-7 0,3 4 3 16,-4 4-6-16,3 2 2 0,-2 3 1 0,0 0-2 0,-1-1 2 16,1 1 1-16,1-5 1 0,1-1-5 0,4 2 3 15,-1-2-6-15,4 3 9 0,1 2-1 0,3 0 2 16,0 1-8-16,0-4-2 0,3 2 5 0,-3-6-2 0,3 0 9 16,1 2-8-16,-1-1 2 0,3 5-4 15,0 1 7-15,2-3-5 0,2-1-1 0,3-4-1 16,1-1 6-16,4-4-7 0,0-4 1 0,3 0-4 15,2-4 5-15,2 1-8 0,2-2 7 0,1 2-7 16,2 4 14-16,0 0-5 0,2 1 1 0,-1-3-2 0,1-2-3 16,0-1 5-16,0-1-2 15,0-2 4-15,1 1 0 0,0-5 0 16,3 3-1-16,-3-2 1 0,5-2 1 0,2 0 1 0,-2-2 0 0,4-3 0 0,-3 1-5 16,4 0 7-16,1-3-2 0,0 4 3 15,0 0-4-15,-2-2 1 0,2 2 3 0,0-3 0 16,3-1 1-16,-2-2-1 0,5 1-3 0,-3-2 2 15,1 0 0-15,2-1-1 0,2-2-1 0,1-2 0 16,4 0-4-16,-1 1 4 0,1-1 5 16,-1-1-1-16,0 1-8 0,0-2 5 0,0 0-5 0,1-2 5 15,-1 0-4-15,0 1 2 0,1-2 2 16,5 0 0-16,1-1 3 0,3 1-4 0,-3-2 0 16,-2-1-1-16,1 0 1 0,-3 1 4 0,-2-3-1 0,0 0 3 15,-2 0-6-15,0-4 0 0,2 2 0 0,4-1 0 16,1-2 1-16,0 0 2 0,1-1 0 0,-3-2 0 15,1 0 1-15,-3-3-2 0,1 1-2 16,0-2 0-16,-2-3 2 0,1 0 2 0,4-2 3 16,2 0-1-16,2-1-2 0,-1 1 6 0,-2-2-4 15,-3-3 4-15,-2 1-4 0,-3-1-1 0,-2-1 2 16,-1 3-2-16,-1-2-1 0,2 0-2 0,-3 1-1 0,2 1 0 16,2 0-2-16,-4 0 5 0,0-1-2 0,-4-2 4 15,0 0-2-15,-3-4 3 0,0 5 2 0,-2-2 0 16,1-1 9-16,-3-3-1 15,-1-2 5-15,-4-2-5 0,2-2-2 0,-2 1 5 16,-2-1-10-16,1-5 8 0,-5-2-14 0,-1 1 5 0,-1-1 0 16,-3 3 1-16,2 0 1 0,-1 5-1 0,-1-3-2 0,-3-1 1 15,-1 1-2-15,-4-2 1 0,-1-1-1 0,-2-2 2 16,-2 1 0-16,-1-1 2 0,0 5-1 0,-3 1 1 16,1 2-9-16,-4 1 5 0,0-3-3 0,-4 3 2 15,1 0-7-15,1 2 7 16,-1 3 1-16,0 2 2 0,0 2-3 0,3 3-3 0,0 3-1 0,1 1 0 15,0 1-5-15,2 1-11 0,-2 1-1 0,1 3-4 16,-1 2-15-16,0 1-38 16,-2 1-5-16,-2 1-14 0,1 1-48 0,-1 2-103 0,-1 0-30 15,-2 1-47-15,-6-5-331 0</inkml:trace>
  <inkml:trace contextRef="#ctx0" brushRef="#br0" timeOffset="146058.51">18701 5004 265 0,'0'0'205'16,"0"0"-61"-16,-1 0 104 0,0-1-118 16,0 0-20-16,0 0-12 0,0 0-23 0,0 0-4 15,-37-33 0-15,38 34-4 0,-1-1 5 0,0 0 4 16,0 0-1-16,0 0 6 0,-37-34-2 0,38 35-5 16,0 0 2-16,0 0-2 0,0 0-11 0,-1-1 5 15,1 0-8-15,-1 0-14 0,1 0-18 0,0 0 2 16,0 0-6-16,0 1 5 0,0-1-10 0,1 0 4 15,-1 0-4-15,50-19 9 0,-32 21-5 0,5-2-2 0,0-1-1 16,3 1-9-16,1-1 4 0,-1 2 1 16,2-3 0-16,1 1-8 0,0 0-4 0,2 1-3 0,-1 1 2 15,4 1-2-15,-1 0 1 0,2-1 0 0,3 0 0 16,1 0-1-16,5 0 2 0,3 0-3 0,-1-3 2 16,1-2-3-16,-2 2 2 15,-2-3 2-15,-2 2-1 0,-3 1-4 0,-1-1 4 16,-2 0-2-16,-2-1 3 0,0 0-1 0,-3 0 1 0,2 0 1 15,-6 2-1-15,0 1 8 0,-7 0-7 0,0 2 3 0,-4-1-5 16,-15 1-1-16,1 0 13 0,0 0-5 0,0 0 8 16,0 0 5-16,0 0 16 15,0 0-2-15,-1 0 5 0,0 0-8 0,0 0-15 16,-28 10 5-16,4-7-10 0,-3 1-7 0,-6 0-13 0,-3-1-7 16,-4 0-1-16,-2 0-9 0,-5 0-6 15,-3 1 3-15,-5 0-3 0,-3 2 15 0,-7 1 3 16,-4 2 2-16,-2 1 1 0,0-2 8 0,7 1 2 0,4 0 2 15,3-1 1-15,4 0-2 0,2 2-2 0,3-3 1 16,6 0-1-16,3 0 3 0,7-2 2 16,6-2 0-16,6 2 1 0,4-1 7 0,16-4-7 15,-2 0-2-15,1 0 0 0,0 0 3 0,0 0-12 16,0 0 5-16,0 1-8 0,0 0 9 0,1 0-3 16,0 0-1-16,0 0-1 0,32 33 2 0,-10-31-1 0,5-2 5 15,4 0-2-15,5-2 8 0,5-3-8 0,4-2 2 16,4 1-2-16,1-4 5 0,2 4 0 0,1-2 1 15,0-2-1-15,3 4-1 0,5-7-4 0,2 5 0 0,2-1-2 16,-2-3 2-16,-5 4 2 0,-4-3 0 0,-4-1 2 16,-2 2-8-16,0 1 8 15,-3 1-4-15,-1 1 6 0,-1-1-4 0,-8 0-1 16,-3 1 3-16,-5 2-2 0,-5 0 9 0,-3 1-10 16,-2-1 6-16,-17 4-6 0,0 0 12 0,2 0 7 15,-1 0-2-15,0 0 4 0,0 0 7 0,-1-1-2 16,0 0-8-16,0 0 0 0,0 0-32 0,-29-25 4 15,4 22-2-15,-7 1 2 0,-5 0-10 0,-9 0 6 16,-7 1 1-16,0 1 3 0,-2 0 13 0,1 1-5 16,3 2 3-16,0 1-5 0,2 0 4 0,3 1 4 0,-1 0-3 15,2 2 3-15,3-1-12 0,5 3 8 0,2-1-5 16,6 1 6-16,2-1-11 0,5 1 0 0,2 1 3 16,4 0-2-16,3 0 4 0,1 0-8 15,12-9-1-15,0 0-2 0,-1 1-6 0,1 0-3 0,0 0 4 16,0 0-1-16,0 0 26 0,25 32 0 0,-1-30 2 15,6-3-1-15,5 0-1 0,9-2-3 16,4-3 4-16,8-3-2 0,2-1 4 0,2-1-8 16,0 0 0-16,-2 0-2 0,0 0 8 0,3-1-2 15,-1-1-3-15,0-1 0 0,0 3-3 0,-7 0 7 16,-4 1-3-16,-7 2 4 0,-4 0-9 0,-9 1 5 0,-2 1 0 16,-9 1 3-16,-2 1-1 0,-16 3 3 15,1 0 4-15,0 0 0 0,0 0 8 0,0 0-4 16,0 0 1-16,0 0-2 0,0 0-7 0,-1 0-17 15,0 0-3-15,-15 6-5 0,-6-2 1 0,-5 1 0 16,-4-1-1-16,-2 2 1 0,-5 0-1 0,-4-1 7 0,-3 3 4 16,-5-2 0-16,-1 1 2 0,-2 0 5 15,2-2 0-15,3 3 2 0,1-1 0 0,3-2 0 0,0 2-2 16,-3-1 2-16,0 1 0 0,-3-2 1 0,-1 1 3 16,1 0-2-16,0-3-4 0,3 1 0 0,4 0-1 15,2 0 1-15,3 0 2 0,1 1-5 16,-1-2 4-16,3 0-4 0,1-1 5 0,3-2 6 15,1-1-7-15,3-1 7 0,0 0-3 0,6 2-7 0,5-1 4 16,15 1-4-16,-1 0 4 0,-1 0-3 0,2 0 1 0,-1 0-2 16,0 0-8-16,0 0 4 0,0 0-7 15,1-1 7-15,0 0-4 0,1 0 2 16,43-18 3-16,-18 18-3 0,2 0 4 0,5-1 1 0,2 3 1 0,3 0 0 16,0-2-2-16,1 0 4 15,2 1-1-15,3 0 3 0,1 0 2 0,5 0-3 16,0-3 0-16,4-1 0 0,-1 3 1 0,-3-1 3 15,-1 1-4-15,-2 1 4 0,-4-3-3 0,-2 2 0 0,-1-3 3 16,0 2-3-16,-1 0 6 0,-4 0-3 16,-1 1 5-16,-4-1-4 0,-4 0 7 0,-7 0-2 0,-3-1-1 15,-16 3 1-15,1 0 0 0,0 0 20 16,0 0-3-16,0 0 9 0,-1 0 7 0,0 0-20 16,0 0 6-16,-1 0-13 0,-37 1 1 0,7 0-15 0,-4 0 2 15,-8 3-5-15,-2-3 3 0,-3 3 6 0,0 2-6 16,1-4 4-16,-2 2-10 0,-2 1 2 15,-2-3 2-15,-2 2 0 0,1-1 6 0,2-2-8 16,4 1 4-16,4 2-4 0,3 0 6 0,6-1-5 0,0 1-2 16,5 0-1-16,1-1-1 0,6 3 0 15,1 0 3-15,5-2-2 0,17-4-2 0,-1 0-12 0,0 0 5 16,0 1-6-16,0 1 3 0,1-2-7 0,-1 1-4 16,-14 40 1-16,15-41 8 0,1 0 0 15,39 24 2-15,-16-18-1 0,2 0 3 0,6-1 9 16,1-2 3-16,6-1 1 0,5-2 1 0,7-3 6 15,5 1-8-15,6-4 5 0,2-2-1 0,3-2 1 16,-1 0 1-16,-3 1-2 0,1 0 3 0,-1 1-4 0,-1-2 1 16,-2 0-2-16,-3 0 1 0,-8 2 1 15,-5 2 0-15,-7 0-2 0,-1 2 2 0,-9-1 2 16,-3-2 4-16,-5 2-3 0,-4 3 1 0,-15 2 5 16,1 0 1-16,0 0 4 0,0 0 12 0,0-1 3 15,0 0-1-15,0 0 1 0,-1 0-15 0,0 0-10 16,-26-35-4-16,-1 32 0 0,-5 2-6 0,-10 1 1 0,-6 2 0 15,-8 4-1-15,-8 0 3 0,-5 4-1 16,1 1 0-16,4 0 0 0,5 0 7 0,9-4-7 0,4 1 3 16,6 0-4-16,5 0 6 0,2 1-1 15,4 0-2-15,5-1-1 0,2-1-3 0,5-2 0 16,17-4-3-16,-1 0 1 0,0 0-20 0,0 0-3 16,1 0 3-16,0 0-1 0,16 9 23 0,7-9 2 15,6-2 0-15,4-1 0 0,6-2-2 0,6-3-9 16,1-1 7-16,4 0-8 0,0 1 5 0,4 2 8 15,5 0-6-15,3 0 6 0,3 0-15 0,-2 2-265 16,0 1-12-16</inkml:trace>
  <inkml:trace contextRef="#ctx0" brushRef="#br0" timeOffset="147693.32">25037 5197 895 0,'0'0'129'0,"-1"0"-58"16,0-1 75-16,-37-16-69 0,38 17 5 0,0 0 22 0,-1 0-9 15,0 0 3-15,0 0-4 0,-38-14 8 0,39 13 9 16,-1 0-4-16,0 0 1 0,0 0-44 0,0 0-28 16,0 0-6-16,0 0-5 0,1 0-3 0,0 0 11 15,0 0 0-15,0 1 2 16,34-21-2-16,-10 22-6 0,3 0 0 0,9 0-2 0,0 0 6 16,4-2-2-16,3 1 6 0,0 1-5 0,4-1 4 0,5 0-21 15,2 0 3-15,12 0-7 16,5-2 8-16,4 0-11 0,5-2 2 0,-2-1-5 0,5 1 3 15,8-2-7-15,3 0 3 0,6-1-3 0,-2 0 6 0,2-1 0 16,4 1-3-16,3-1 0 0,-1 0-2 16,-1 2 2-16,3-1-1 0,1 1 2 0,3 0-5 15,-4-2 3-15,-2 1 3 0,-2 2 1 16,-1-1 2-16,-3 2 1 0,-7 0 0 0,-2-2 2 0,-1 3 3 16,0-1-3-16,-3 0-3 0,-8 3 1 15,-10-1-3-15,-3 2-2 0,-4 0 4 0,-4-4-3 0,-2 1-2 0,-9 0 4 16,-5-1-5-16,-10 3 5 0,-5 0-1 0,-7-2 9 15,-4 1-2-15,-16 2 2 0,0 0-23 0,1 0-59 16,0 0-1-16,-1-1-26 0,0 0-67 16,-12-31-54-16,-10 22-100 0</inkml:trace>
  <inkml:trace contextRef="#ctx0" brushRef="#br0" timeOffset="148107.6">25219 5237 2500 0,'-11'-6'-11'0,"11"6"-17"0,0 0 5 0,0 0-4 0,0 0 42 15,0 0-6-15,0 0 1 0,1 0-5 0,48 0-3 16,-21 1 2-16,5 1-1 0,8 0 1 0,4 0 1 15,9-1 0-15,5-1 5 0,6 0-2 0,3 0 9 16,3-1 7-16,3-1-2 0,13-1 4 0,8-2-2 16,10-1-4-16,4-2-3 0,5 0 0 0,5-2-10 0,3-1 2 15,3 1-2-15,4-1 2 16,-1 2-4-16,0 0-2 0,-1 0 2 0,4 2-2 16,-3 2-2-16,-2 3 3 0,0 0-3 0,-4 2 3 15,-3 2 0-15,-3 3-7 0,-3-1 6 0,-5 3-6 0,-1 0 6 16,-5 0-1-16,-2-1-1 0,-13 1-1 0,-3 1 4 0,-1-2-3 15,-5 0 2-15,-6 0-3 0,-11 0 5 16,-11-1 2-16,-6 0-2 0,-11-2 3 0,-5-1-1 16,-8 0 7-16,-20-2-13 0,1 0 4 0,1 0-63 15,-2 0-20-15,1 0-16 0,-1 0-3 0,-1-13-74 0,-30 5-216 16,-10 1-106-16</inkml:trace>
  <inkml:trace contextRef="#ctx0" brushRef="#br0" timeOffset="148460.68">25724 5183 2356 0,'-22'-13'54'0,"2"3"-54"0,20 10 0 0,-1 0-11 16,1 0 36-16,-2 0-20 0,1 0 4 0,1 0-9 0,9-4-3 15,16 7-2-15,4 0 4 0,9 1-1 0,8 0 21 16,10-1-3-16,10 0 1 0,8-1-3 0,8-1-1 16,2 0-1-16,2 0 4 0,10-1-2 15,4-3 3-15,6-3-1 0,3 0-1 0,4-1 0 0,2-1-3 16,1 2-2-16,0-2 0 0,-3 0 0 0,0 3 5 16,0-2 2-16,-3 2 1 0,-9 1-1 15,-3 1 3-15,-7 1-1 0,0 0-1 0,-4 0 1 16,-8 1 3-16,-9 1-14 0,-1 0 6 0,-1 0-9 15,-2 0-1-15,-3 0 0 0,-8 0-3 0,-9 0 2 16,-7 0 2-16,-9 0-2 0,-5 0 3 0,-7-2-7 16,-5 2-51-16,-13 0-52 0,0 0-8 0,0 0-15 0,0-1-36 0,-25-24-174 15,-9 17-21-15</inkml:trace>
  <inkml:trace contextRef="#ctx0" brushRef="#br0" timeOffset="148686.64">27038 5059 964 0,'-74'0'161'0,"2"3"24"0,2 2 27 0,6 3-91 16,7 4-47-16,9 0-11 0,4 3 5 0,6-1-5 16,5-1 20-16,8-2 9 0,8-3-11 0,17-8 6 15,0 0-51-15,0 1 12 0,2 28-1 0,24-20 7 16,9 1 14-16,17-3 0 0,14 0-5 0,15-3 2 16,13-4-30-16,15 0-20 0,3-3 2 0,9-2-7 15,2 0 5-15,0-1-9 0,0-2 4 0,0-1-4 16,-1 0 4-16,-1 1 2 0,-1-1-2 0,-4 1 1 15,-4 2-9-15,-4 0 0 0,-3 0 2 0,-3 1-1 16,-8 2-3-16,-5 0-7 0,0 0-11 0,-6 2-26 0,0 0-357 16</inkml:trace>
  <inkml:trace contextRef="#ctx0" brushRef="#br0" timeOffset="151208.17">18644 5147 1952 0,'0'0'86'0,"0"0"-30"0,-1-1-4 0,0 0-48 15,0 0-12-15,1 1 16 0,0 0 9 0,0 0-2 0,0 0 6 16,0-1-11-16,0 0 0 0,1 0-4 0,53-33 2 16,-28 30 4-16,3 3-4 0,4-2 5 0,4 1-1 15,2 0-5-15,1-1 2 0,6 2-3 0,-4 1-2 16,2 2 6-16,-1 1-1 0,4 0 0 0,5 3-5 0,1-1 3 16,3 1-1-16,-1 1 3 15,-1-2 3-15,-2 2-5 0,0-1 6 0,-3-2-5 16,1 0 14-16,-1-1-5 0,0 0-4 0,-2-2-1 15,-3 1-7-15,-6 0 0 0,-4 0 4 0,-4 0-2 0,-4 1 2 16,-4 0-4-16,-3 0-1 0,-6 0 0 16,-13-3-2-16,1 0 23 0,0 0-7 0,0 0 11 15,0 0-8-15,0 0 17 0,0 0-12 0,-1 0 9 16,0 0-41-16,0 0 0 0,-31-16-4 0,6 8 2 16,-4-4-5-16,-9 0 1 0,-7-2 4 0,-8 2-3 15,-5 1 9-15,-7 1 1 0,0 1 0 0,-2 0 0 0,-1 5 0 0,-3-2-3 16,-3 3 4-16,-2 3-1 15,1 0 7-15,9 0-1 0,8 2-4 0,6-2 2 0,3-3-8 16,6 1 10-16,1 0-2 0,3 0 6 0,4 1-2 0,3 0-1 16,3 1-1-16,5 0 1 0,3 0 3 0,4-1 2 15,17 1-1-15,-1 0 1 16,0 0-9-16,0 0-16 0,0 0 6 0,0 0-9 16,1 0 16-16,0 0-2 0,12 19 5 0,14-16-3 15,3-1 1-15,10-2 0 0,6-2-2 0,5-5 2 0,3 2 9 16,3-3-9-16,-1 1 6 0,3 0-6 15,1-4 5-15,5 2-2 0,2-3-3 0,-4 0 2 16,0 5-5-16,-9-3 5 0,-6 4-2 0,-5 3 5 0,-6-5-3 16,-5 5 4-16,-3-1-4 0,-5 0 2 0,-2 3 2 15,-6-1 5-15,-15 2 7 0,1 0-2 0,0 0 19 16,0 0-1-16,-1 0 0 0,0 0-1 0,0 0-12 16,-1 0-8-16,-34-9 1 0,10 9-3 15,-4 3-4-15,-7 2-2 0,-2-2-5 0,-3 3 0 0,-2-1 0 16,2 0 4-16,3 4 1 0,1-3 1 15,5 0-6-15,5 0-2 0,2 3 2 0,6 0-2 16,0 1-3-16,4 3-46 0,6-2-20 0,0 3-17 16,6 5-137-16,4 5-141 0,5 1-227 0</inkml:trace>
  <inkml:trace contextRef="#ctx0" brushRef="#br0" timeOffset="151788.2">25430 4958 2615 0,'4'-12'66'0,"-4"12"-100"0,1 0-5 0,0 0-11 0,47-10 7 0,-22 12 71 16,4 0-2-16,4 0 0 0,4 3-23 0,0-11 13 15,14 13-6-15,8 3 7 0,4-2-17 0,10-3 2 16,3 5 3-16,7-2 0 0,7 3 5 0,-3-1 4 16,5 2-3-16,6-3 3 0,1-1 2 0,5-2 8 0,-2 1 0 15,4 3 2 1,2-3 4-16,2-1 4 0,0 0 3 0,-1 0-1 0,1-1-11 16,1 0 0-16,-3-1-1 0,-5 1 0 0,0 0-9 15,-5 0-6-15,-2 2-4 0,-6 1 1 0,-9 0-1 0,-6 1-4 16,-4-1-2-16,-6 2-1 0,-4-1-6 0,-9 3-197 15,-4 1-36-15,-9 0-90 0,1 4-456 0</inkml:trace>
  <inkml:trace contextRef="#ctx0" brushRef="#br0" timeOffset="153755.32">26919 10553 1852 0,'-7'-16'106'0,"-1"2"-17"0,1 2 0 0,1 0-36 16,-3-1-40-16,3 0 11 0,-1 0 0 0,-2 1 7 16,1-1 5-16,-10-13 2 0,7 14-1 0,-1 0 2 15,-1-1 3-15,-4-1-7 0,1 1 0 0,-2 0-2 0,0 0-2 0,-1 0-3 16,-1 1-3-16,0 2-1 0,2-1-15 15,-3 0-1-15,2-1 1 0,0 5-1 0,-1 0-10 16,-1 1 8-16,-2 2 1 0,1 1 5 16,-1 1 4-16,-3-3 7 0,2 5 0 0,-2-4 3 15,1 3 4-15,1 1-5 0,0 0-4 0,-4 2 1 16,-1 0-7-16,-3 1-4 0,-2 4 3 0,-2 0-6 16,-1 2-6-16,-2 4 6 0,-1 0-7 0,-3 2 8 15,3 4-4-15,0 0-5 0,3 0 0 0,6 2-1 16,-2-1 6-16,3 0-2 0,-2 4 3 0,0 0-4 15,0 0-1-15,-2 2 1 0,2-1 2 0,-1 3-1 16,-1 0-3-16,-3 2 3 0,-1-1-3 0,-2 1 3 0,3 4 3 0,0 2-1 16,3 4 1-16,0 5-2 0,1-4 3 0,1 3-5 15,0 3-1 1,5-5-1-16,-1 0 0 0,1-2 0 0,1-1 0 16,0 1-3-16,0 2 2 0,0 3-2 0,2 4 1 0,-1 0-1 15,2 1-4-15,-1 0 12 0,1 0-9 0,3-1 8 16,0 0-7-16,3 0 1 0,0 7 6 0,-2 0-4 15,3 2 1-15,-1 3-1 0,-1-4-1 0,4-2 1 16,2-3 0-16,2-2-1 0,1 2 1 0,-1 2 0 16,2 3 0-16,1 2 0 0,0-1 0 0,3-6 0 15,1-1-1-15,1-4 1 0,1-2 1 0,1 0 2 16,2 1 4-16,3 2-7 0,1-2 3 0,4-3-3 16,2-1-1-16,0-4 1 0,3-3 1 15,1-3 1-15,2-1 0 0,2-2-3 0,1-1-4 0,0-3 3 16,2-1 6-16,2 1-2 0,3 0-1 0,1 3-1 15,1-3-4-15,3 3 6 0,1-2-2 0,2-1 4 16,-1-3 3-16,1 2-1 0,1-1 4 0,-1-3-4 16,0 1 6-16,3-1-4 0,-2-3 5 0,3 1-5 15,5-2 1-15,2-1-2 0,4-1-3 16,0-1 1-16,0 0-5 0,-1-3 5 0,-1-3-3 16,0 1 3-16,0-2-8 0,-1 1 3 0,4 2 1 0,4-1 2 15,0-3 5-15,-1-1-3 0,-3-2 2 0,-3-1-2 16,1 1-5-16,-4-2 6 0,1 1-5 0,3-1 8 15,-1-1 5-15,7-1-11 0,-2-1 10 0,-2-5-9 16,1 1 17-16,-5-5-6 0,1-1-2 0,-2 0-2 16,2-4-2-16,4-4-2 0,2-4 1 0,2-4-2 15,-2-2 1-15,-6-3 5 0,-2 0-3 0,-6-4 3 16,0-1 3-16,-6 0 4 0,-1 1 3 0,3 3-2 16,-3-1-6-16,5-2 3 0,0-2-6 0,-3-4 4 15,-1 0-6-15,-3-3 4 0,-3-1-1 0,0-5 1 16,-3 3-4-16,-3-4-6 0,0 1 5 0,-3 1-4 15,-2-3 14-15,0 0-16 0,-3 0 8 0,-1 1-9 16,-1-2 15-16,-5 2 2 0,-3 3 0 0,-1 4 1 16,-1 3 6-16,-3 2-5 0,0 1 3 0,-4-2-4 0,-3-1 3 15,-2-1 4-15,0 0-4 16,-4 1 4-16,1 0-4 0,-3-1-12 0,-2 3 4 16,0 0-7-16,-2 1 5 0,-1-5-7 0,-1 1 2 0,0-2-3 15,-2-1 2-15,-1-1-5 0,2 1 0 0,-6 2-1 16,0 1 0-16,-5 4 0 0,-1 3 4 0,-2-1-3 15,-1 0 0-15,4-1-1 0,-1 0 0 0,0 0 2 16,1 2 9-16,-5-1-8 0,1 1 2 0,-2 1-5 16,-3 5 4-16,-2 2-5 0,-2 5 4 0,-2 1-4 15,0-1-6-15,3 3 0 0,5-2-3 0,-1 6 5 16,3 1-3-16,-8 0-1 0,-1 2-4 0,-2 4 4 16,-3 1 5-16,-3 2-5 0,1 2 5 0,1 3-5 15,3 1 6-15,3 1 3 0,-1 4-6 0,2 1 4 16,-1 3-8-16,2 0 4 0,2 1 2 15,-1 1-2-15,1 5-9 0,2 0 5 0,3 2-3 0,2 2 5 16,2 0-3-16,-1 4 3 0,-4-1-3 0,1 3 2 16,1-1-8-16,0 5 2 0,1 2-1 0,-2 6 0 15,1 3-9-15,4 1-4 0,0 5 0 0,6-1 0 16,1 0-1-16,5-2 11 0,1 2 1 0,2-1 3 16,3 1 1-16,0 7-3 0,1 0 0 15,1 5-1-15,1 3 0 0,2-3 7 0,0-1 0 16,1-3 3-16,0 0 4 0,1 3 3 0,0 4-5 0,0 4 3 15,-1 2-5-15,1-2 10 0,0-3-1 0,1-6 4 16,0-2-8-16,1 0-1 0,2-1 1 0,-1 4-2 16,2-1-2-16,2 1 8 0,0-4-1 0,2-2 3 15,1-2-7-15,4-3 3 0,-3 0-4 0,4 2 4 16,1 5-4-16,2 3 7 0,2 1-3 0,2 0 2 16,1-5-4-16,3 1 4 0,3-4-2 0,1-5 3 15,4-3-5-15,2 3 2 0,1-4 0 0,4 2 0 16,5 0-3-16,4 0 2 0,4-5 2 0,1-1-1 15,2-3-2-15,1-3 8 0,-2 0-5 16,1-5 7-16,-3-2-7 0,3 1 5 0,3-5-3 0,4-1 4 16,3-2-3-16,-2-1 0 15,-2-2-1-15,-2-3-1 0,-2 2-1 0,-2-1 1 0,-2-2 0 0,3-1 1 0,-1-1-2 16,1-2-2 0,-1-1 1-16,-9-3-3 0,0 1 4 0,-9 0 0 0,-2 0-3 15,-4 0-7-15,-2-1-122 0,-3-2-221 0,-3-3-71 16</inkml:trace>
  <inkml:trace contextRef="#ctx0" brushRef="#br0" timeOffset="155091.38">26614 10876 1384 0,'-7'-15'683'16,"-4"1"-287"-16,-1-1 347 0,-2 0-784 0,-1 1 21 0,1 0-13 15,-2 0 39-15,-2-1-3 0,-1-2 4 16,-4 4-15-16,-10-18-15 0,3 15 2 0,-2 0-8 16,-2 0-9-16,-3 1 1 0,-1 0 1 0,-3 5 0 0,-2-1 10 0,-3 4 9 15,-1 2-2-15,-3 1 5 16,-2 6 3-16,-1 1 8 0,3 2 3 0,1 5 1 16,2 0 10-16,-1 2 8 0,0 4-4 0,1 2 4 0,-3 1-17 15,-3 5 1-15,0 4-3 0,-1 4 3 0,2 4-3 0,5 0 3 16,0 2 0-16,1 3 3 0,1 1 3 0,-2 2 6 15,1 0-2-15,1-1 3 16,1 5-1-16,1 4-6 0,3 4 0 0,4 7-4 0,0 2-2 16,0 3-3-16,2 2 0 0,0-1-3 0,3 4 3 0,2 5-1 15,2 3 3-15,4 5-2 0,3-6-6 0,6-2 6 16,4 0-3-16,5 0 3 16,5 3-3-16,3-4-3 0,6-6-1 0,5-4 1 15,2-6 4-15,1 1-2 0,3 3 2 0,1-3-2 0,0 2 0 0,2-6 0 16,0-4 0-16,2-5 0 15,0-3 5-15,4-2 3 0,-3-1 0 0,7 1 0 16,0 2-5-16,5 1 1 0,3-3 0 0,3-1 2 16,1-1 5-16,2-6-8 0,2 0 2 0,1-2-3 0,0-6 0 15,3-1 7-15,6-6-1 16,3-4 4-16,3-1-7 0,0-5 3 0,2-2 3 0,-6-5 0 16,-2-2 7-16,0 0 9 0,0-7-5 15,2-4 7-15,3-1-5 0,-2-4-3 0,-2-1-2 16,-1 2 1-16,-2-7 2 0,1 0-4 0,2-2 1 15,3-7-3-15,3-2-4 0,1-4 0 0,-1-4-1 0,-4-5 1 16,1-1-1-16,0-5-7 0,1-1 7 0,0 1-6 16,-1-2 14-16,-5-2-1 0,-3-1 2 0,-4-5-1 15,-3-2 8-15,-2-1 2 0,0-1-4 16,0 0 3-16,2 1-11 0,-3 3 2 0,-3-1 2 0,-6 1-1 16,-3-2 3-16,-4-1 9 0,-1 1-8 0,-2 0 8 15,-3 1-6-15,-2 2-7 0,-2-5 2 0,-2-1-4 16,-2-5 3-16,-1 0 2 0,-4 1-2 0,-2 3 2 15,-4 1-2-15,-2 1-1 0,-1 1 2 0,-3 0-2 16,-1-1 0-16,-9 7 7 0,-1 1 1 0,-7 5 1 16,-2 3-8-16,-7-4-22 0,-5 3 1 0,-8-2-7 15,-5 1 5-15,-10 2 2 0,-7 2-1 16,-3 6 1-16,-7 4-11 0,1 4-5 0,-3 4-2 16,-10 5 1-16,-1 3 12 0,-5 3-2 0,2 4 6 0,1 2-4 15,-5 4 0-15,-6 2 2 0,0 5-8 0,-4 7 7 16,0 2-4-16,-5 6 5 0,0 7 0 0,4 0 2 15,4 5 4-15,14 6 0 0,0 3-5 0,6 11 0 16,6 5-21-16,7 3-11 0,10 6-2 0,12 2-4 16,5-2-2-16,8 10-17 0,8 6-29 0,8 7-4 0,7 9-163 15,10 3-215-15,6 10 825 0</inkml:trace>
  <inkml:trace contextRef="#ctx0" brushRef="#br0" timeOffset="157543.76">25287 5309 1097 0,'-13'-1'376'0,"-1"-1"-143"15,5 2 183-15,9 0-421 0,-1 0 0 0,0 0-24 0,0 1-3 16,0 0 9-16,-18 44-8 0,19-45 24 0,0 0 16 15,0 0 1-15,1 1 6 0,42 36 6 0,-22-30-2 16,1-2-1-16,3 1 0 0,6-3 1 16,2 0 8-16,3 3 2 0,7-2 2 0,0 0-2 0,2 0 2 15,1-1-5-15,1 0 6 0,0 4 6 0,3-3 8 0,-1 2 0 16,2 1 1 0,1 0-7-16,8-1-8 0,2-2-3 0,1-3-2 0,3 4-9 0,2-3 1 15,-1 1 0-15,6-1 0 16,0-3-9-16,3-1-4 0,2-2 1 0,-2 4-2 15,0 0-1-15,2 0 2 0,1 1-5 0,4-1 4 16,-1-1-2-16,4 4 4 0,-5-1 7 0,4-2-2 16,0 3 16-16,0-3-11 0,0 2 6 0,-4 3-8 0,-2-2 0 0,1 0 2 15,1 3-8-15,0 0 7 16,-2 0-5-16,-2 3-2 0,-4 0 3 0,4 0-5 0,1 0-8 0,0 0 7 16,4 1-2-16,-7-1 4 0,-2-1-2 0,-1 1 0 15,1-2-2-15,2-1 1 0,0-1 0 16,-8-3 1-16,-2 1 5 0,-8-1 0 0,0-1 29 0,1 0-18 15,-2-1 3-15,-1 1-9 0,-7-1-2 0,-4-1-4 16,-6 1-2-16,-4 0-2 16,-2 2-4-16,-5-1 0 0,-2 0 6 0,-4 0-3 0,0-1 10 15,-5 1-9-15,-16-1-1 0,1 0-2 0,0 0 3 0,0 0-1 16,37 5 2-16,-38-5-2 0,0 0 5 0,0 0-2 16,0 0 2-16,0 0-4 0,0 0-5 0,0 0-8 15,0 0-3-15,0 0-3 0,0 0-18 16,-1 0 13-16,0 0-11 0,0 0 7 0,-36-11-69 0,37 11-48 15,-1 0-26-15,-36-2-13 0,36 2-157 0</inkml:trace>
  <inkml:trace contextRef="#ctx0" brushRef="#br0" timeOffset="159596.56">26667 10617 1605 0,'0'0'203'0,"0"0"-89"0,0 0 105 0,0 0-223 15,0 0 4-15,0 0 0 0,0 0 6 16,0 0 0-16,0 0 0 0,0-1 6 0,-1 0 24 16,0 0-6-16,-26-36 10 0,27 37-20 0,0 0 4 0,0-1 1 15,-1 0 3-15,-29-39 23 0,30 40-2 0,-1-1 0 16,-40-34-2-16,26 24-10 0,-4 0-9 15,-3 0 2-15,1 1-5 0,-3 3-3 16,-5 0-7-16,0 1-3 0,-1 2 0 0,-1 2-8 16,-1 1-2-16,-2 2-1 0,-2 2-1 0,-3 1-5 0,0 0-5 15,1 4 0-15,0 0-2 0,-2 2 6 0,-2 2 0 16,0 0 0-16,0 0 0 0,0 2 5 0,4 1 1 16,0 2 2-16,-2 2-2 0,-1-2-1 0,0 1 6 15,1 0 1-15,0 1 3 0,-3-1 4 0,2 4 4 16,0 2 3-16,1 2 0 0,3 2 5 0,2 2-13 15,0 0 0-15,3 2-3 0,0 0-3 0,2 3-7 16,2 3 0-16,0 0-3 0,1 1-1 0,0 3-5 0,-1-1 4 16,-1 5-4-16,0 0 9 15,1 5 7-15,-1 2-4 0,3-2 5 0,-1 2-7 0,7 0 3 16,2-1-2-16,4-2 1 0,0-1-2 0,-2 3 0 16,5 2 0-16,0 2 0 0,2 2 0 0,4-2 4 15,1-2-1-15,4-2 3 0,0-3 0 16,5-1-5-16,1 1 1 0,5 1-3 0,2 2 0 0,1-2 1 15,1 1 0-15,1-4 0 0,0-2-7 0,2-2 7 16,5-1-4-16,2-1 5 0,0-1 1 0,1 5-3 16,2-3 2-16,3 0-3 0,-3-3 5 0,4-1 3 15,-1-3-3-15,2-1 2 0,0 0 0 0,1-5-4 16,1 1 4-16,-3-7-5 0,3 2 0 0,2 0 2 16,1-5 1-16,3 5 0 0,1-6 4 0,-1 3-2 15,-2-2-1-15,-1 0 0 0,0 1-2 0,-2-1 3 16,1-1-1-16,-2 0 2 0,0-2-6 15,1-2 7-15,4 0-3 0,2-2 6 0,2-3-1 16,3-1 3-16,-5-2-4 0,1-1 2 0,-2 0-7 0,1-3 0 16,0 0 4-16,-3-3-2 0,1 0 4 0,-3 0-2 15,2-4 0-15,4-1-1 0,1-2 5 0,-1 0-3 16,-3 0 3-16,-1-2-3 0,0 0-1 0,-3 1 2 16,-1-2-4-16,1 0 3 0,-5-1-4 0,1-2 4 15,-1 0 4-15,1-1-2 0,1-1 0 0,-1-2 2 16,1-3-3-16,-1 0 5 0,0-2 5 0,-3 1 10 15,0-2 2-15,-3-2 1 16,1 0 1-16,-3-5-12 0,1 2-3 0,-3-6-2 0,-1 2-8 16,2-5 4-16,-5 2-4 0,4 0 4 0,-2-2-4 15,-3 1-3-15,3-1 4 0,-2 0-5 0,2 4-2 16,0-1 2-16,-1 4 0 0,-2 1 2 0,0 1 0 16,1 3-4-16,-3 0-1 0,1 3-1 0,0 1-7 0,-1 2 7 15,1 3-3-15,0 3 5 0,1 0-3 0,-3 4-6 16,1 2 5-16,0 3-6 0,-2-1 1 0,-1 4 3 15,1 1-4-15,-13 0 3 0,1 0-4 0,0 0 2 16,39 17 0-16,-40-17 1 0,1 1 2 0,0 0 1 16,41 40-2-16,-42-41 1 0,30 26 0 15,-10-13 2-15,4 0 2 0,5 1 0 0,0-1 0 16,5-2-5-16,3 2 3 0,0-1-6 0,-1-1 8 16,1 1 0-16,0-2 1 0,1-1-1 0,-1 1-2 15,1-1 3-15,2 0-1 0,3 1 2 0,1-3-1 0,2 0-1 16,1 2-2-16,-3-1 0 0,1 0 2 0,-2-2 1 15,1 2 0-15,0 0 1 0,0 2-2 16,4-1 2-16,2-4 0 0,4-1-1 0,0-4 2 16,3-2 2-16,-2 1-1 0,-1-3 2 0,-2-2-4 0,1-1 3 15,2-1-1-15,3-2 2 16,3 1-4-16,-1-1-4 0,-3-1 4 0,-5-2-3 0,-2 2 9 16,-1-1-4-16,-1-1-2 0,1 1 0 0,3-3-2 15,5 1 5-15,2-2-3 0,1-1 5 0,-2 0-1 0,-1-2-7 16,-1 0 3-16,3 0-4 0,5-2 7 0,0 0-1 15,3-1-1-15,0-1 0 0,-5 1-1 0,0-1 0 16,-4-1 1-16,-1-1-1 0,2-1-2 0,0-3 8 16,1 2-3-16,-4-1 4 15,-1 0-2-15,-3-2-2 0,-2-2-3 0,-1-5 1 0,0 1-4 16,4-2 7-16,1-1-1 0,1 0 2 0,0-1-5 0,-2-2 0 16,-2 3 3-16,-1 3-3 0,-5 1-2 0,-3 5 8 15,-1-1-6-15,-1-1 7 0,2 1-2 0,-4-3 5 16,-1 1-1-16,-7 0 3 15,-3 1 5-15,-6-1 2 0,-1-1 0 0,-4 2 0 0,-1-6-3 16,0 4-3-16,-3 1 2 0,-2 0-3 0,-3 5-1 0,-2-5-5 16,-2-1 0-16,-2 0-1 0,0-1 6 15,0 1-10-15,-4-1 5 0,-1 0-8 16,-1-1 3-16,-2 1-2 0,-2-1-5 0,1 0 2 16,-4 1-9-16,0 2 7 0,1 3 2 0,-3-2 2 0,0-1 3 15,-5-1-3-15,0-3 2 0,-4-1-2 0,-2 2 3 0,-4-3-5 16,-1 0-1-16,-3 1-2 0,2 1 4 15,-1 2-2-15,-1 5 0 0,-1-1-1 0,-4 0-5 16,-1-2 6-16,-1-2-5 0,-3 2 5 0,-1-2-5 0,-3 1 6 16,-2 0-2-16,0 2 3 0,-1 1 1 0,-1-1-3 15,-3 2 3-15,-2 0-3 16,-1 2 4-16,-2 2-6 0,-5 4 0 0,0 1-3 0,-2 1 5 0,0 2 0 16,1-1-4-16,-1 2 2 0,-3 2-12 0,-5 2 7 15,-1-1-1-15,0 2 3 16,0 0-5-16,0 3 3 0,1-1-1 0,-6 0 2 0,-2 1 7 0,2 0-1 15,0 2-2-15,2 1 0 0,-2 1 1 0,-1 0 0 16,-6 3-1-16,3 1 1 0,-1 1 4 0,4 3 0 16,2 1 5-16,-1 2-4 15,2 3 5-15,3 1-7 0,0 3 3 0,5 0-3 16,0 1 1-16,0 4 2 0,-1 3-3 0,1 3 1 16,1 3-10-16,-3 1 9 0,2 6-5 0,2 1 6 0,-4 2-6 15,-1 10 3-15,1 0-1 0,2 6 2 0,5 1 2 0,1-2-1 16,6 0 1-16,2-2 0 0,3-3-6 0,-1 5 4 15,5 1-6-15,5 0 4 0,-1 2-1 16,11-8-2-16,2-1 5 0,3-5-3 0,4-5-1 16,-1-3 4-16,3-3-5 0,2-7 3 0,0-2-9 15,1-4-121-15,2-1 2 0,1 3-54 0,0-6-92 0,1 4-188 16</inkml:trace>
  <inkml:trace contextRef="#ctx0" brushRef="#br0" timeOffset="168558.5">32434 2580 2631 0,'0'0'41'0,"0"0"-109"16,0 0-1-16,0 0 30 0,-1 0-2 0,-29 29 45 16,15-11 0-16,-6 2 2 0,-1 5 3 0,-3-15-9 15,-4 18 3-15,-6 3-5 0,1 1 10 0,-2 3-4 0,-2 1 8 0,-2 3-6 16,-2-1 15-16,-6-3 2 15,4 3-2-15,-3-5 3 0,-1 5 4 0,-5 0 1 16,-2 3 1-16,1 4-1 0,1 2 4 0,0-1 3 0,2 1-5 16,-1-4 2-16,0-1-20 0,5-4 0 0,1-3 0 15,4-2-1-15,1-3-1 0,6-2 6 0,5-3-4 16,5-1 5-16,8-4 2 0,0-8 8 0,6-1-1 16,11-11 1-16,-1 0-28 0,0 0-28 0,0 0-3 15,0 0-7-15,0-1-10 0,-22-48 1 0,28 23 4 16,5-1 1-16,2-4 30 0,6-1 2 15,2-4 1-15,9-5-1 0,3-2 2 0,8 1 3 16,2-1 5-16,-1 5 0 0,-1 2 15 0,-6 7 0 16,-3 6 3-16,-5 6-1 0,-4 6 4 0,-3 5 3 15,-1 4-10-15,-18 2 6 0,0 0-22 0,1 0-2 16,34 27-2-16,-33-5 1 0,0 8-5 0,-7 9 2 16,-6 5 3-16,-5 7-1 0,-5 2 5 0,-4 0 2 15,-1 1 0-15,-2 4 2 0,2 2 0 0,4 3-1 0,3 1 5 16,9-2-3-16,8-2 4 0,14-6-10 15,7-4-6-15,16-2-1 0,10-1-25 0,15-3 7 0,10-4-20 16,21-8 0-16,7-9-173 0,14-11-498 16</inkml:trace>
  <inkml:trace contextRef="#ctx0" brushRef="#br0" timeOffset="169651.9">7424 7069 1893 0,'-13'-15'89'0,"2"-1"-11"0,1 5 37 0,10 11-29 15,-1 0-15-15,0-1-17 0,0 1-12 0,-35-22-9 16,36 22 1-16,0 0-33 0,-1 0-15 0,-34 5 2 16,35-5-8-16,-15 32 0 0,5-3 9 15,0 5-5-15,-1 8 6 0,1 4 2 0,-1 6 6 16,0 2 0-16,2 9 2 0,-1 6 6 0,-2 10-4 16,1 6 9-16,-2 4-8 0,2 6 10 0,-5 3-1 15,-1 4-2-15,2 5 3 0,-1-5 12 0,-1-6 3 0,5-2-1 16,0-5 0-16,-1-5-12 0,1-9-2 15,2-8 0-15,4-12-1 0,1-4-1 0,5-3-3 16,-2-5 5-16,2-2-3 0,0-6 11 0,0-9-11 0,0-4 1 16,2-7-7-16,-2-15-16 0,0 1-38 0,0 0-6 15,0 0-10-15,0-1-34 0,0 0 1 0,-4-12-3 16,4-14 2-16,0-9-2 0,4-15 13 0,-2-8-7 16,1-11 7-16,3-5-20 0,1-6-17 15,2-8 5-15,3-10-7 0,-2-4 32 0,1 2 65 0,1 1-2 16,-3 5 25-16,-4 2 13 0,-2 2 9 0,-3 5 8 15,-3 7 3-15,0 10 77 0,-3 8 5 16,-1 4 12-16,-2 6-9 0,0 4 4 0,0 10 37 16,0 6-1-16,1 7 12 0,0 2-22 0,3 4-61 15,2 2-9-15,3 15-18 0,0-1-46 0,0 0-6 0,10-35 1 16,-10 36-2-16,0 0-6 0,45-14 1 0,-25 12-2 16,5 2 3-16,3 3-6 0,3 0 7 15,3 5-3-15,0 4 5 0,0 0-3 0,1 0 5 16,-2 3 0-16,1-2 1 0,-3 1-2 0,0-1 4 15,-1-1-2-15,2 0 5 0,0-3 9 0,-1 1-2 16,-4 0 4-16,-5 0-1 0,-6 1 22 0,-7-2 7 16,-9-9 2-16,0 1 0 0,1 36-8 0,-15-17 0 0,-3 6-8 15,-12 5 3-15,-6 2-18 0,-4 4-6 0,-3 3 3 16,2 2-3-16,0 0 0 0,-6-2-10 16,0 1 1-16,-6 1-2 0,-1 0 9 0,4 1-8 15,1-1 5-15,9-7-9 0,4-5-28 0,10-5-91 16,5-4-9-16,3-6-32 0,3-3-85 0,14-12-189 15</inkml:trace>
  <inkml:trace contextRef="#ctx0" brushRef="#br0" timeOffset="169953.33">8382 7345 3068 0,'-11'-6'103'0,"1"0"-85"0,10 6-18 16,-1 0-11-16,0 0-9 0,0 0 3 0,-38 1-5 16,39-1 3-16,-26 17-19 0,8 1 15 15,-3 5 1-15,-3 6 6 0,-1 7 12 16,-3 1-4-16,-3 7-3 0,-1 6 1 0,-1 4-7 0,0 1 6 16,4 0 2-16,4 5 1 0,1 6-4 15,6 9 3-15,-1 5-5 0,4 0 6 0,6-3 8 0,5-7 0 16,4 2 4-16,7-4-3 0,2-2 0 0,10-7-1 15,3-9 0-15,6-10-3 0,7-7-22 0,5-9-24 16,4-6-18-16,3-8-2 0,2-7-68 0,0-11-46 16,-1-9-29-16,1-11-22 0,-2-11-260 0</inkml:trace>
  <inkml:trace contextRef="#ctx0" brushRef="#br0" timeOffset="170167.21">9078 7354 1911 0,'-13'-1'324'0,"-2"2"-215"0,3 0 36 16,-1 4-118-16,2 7-42 0,0 6 4 15,2 7-2-15,1 12 5 0,1 4 15 0,-2 9-5 16,2 6 8-16,1 5-9 0,0 2 0 0,5 1 3 16,-2 4-4-16,1 0 5 0,0 5 2 0,-1 0-2 15,2-7 4-15,1-10-2 0,3-2 10 0,1-7-25 16,0-2-18-16,-1-5-11 0,-3-6-131 0,0-11-41 15,0-21-17-15,0-2-18 0,0 1-189 0</inkml:trace>
  <inkml:trace contextRef="#ctx0" brushRef="#br0" timeOffset="170658.3">8983 6340 2275 0</inkml:trace>
  <inkml:trace contextRef="#ctx0" brushRef="#br0" timeOffset="171074.73">10308 7538 3150 0,'-9'-7'161'16,"-3"3"-131"-16,1 2-31 0,-2 2-17 0,-1 5-18 0,1 4 9 16,-2 2 4-16,-4 4 0 0,-3 2 6 15,-3 3 3-15,-2 1-1 0,0 0 2 0,-4 0-5 16,0 0 5-16,-2-1 1 0,2 0 2 0,1-3 9 16,2 0 2-16,1 1-2 0,4-4 1 0,0 3-6 0,4-2 6 15,-1 2-1-15,2-2 1 16,4-3-9-16,14-12-37 0,-1 1 6 0,0 1-19 15,1-2-23-15,0 1-19 0,10 35 10 0,13-37-6 16,4-1 58-16,9-5 34 0,5-2-7 0,5-4 15 0,6 1 3 0,4 2 4 16,1 1 1-16,-4 4 0 0,-3 2-3 0,-8 3 20 15,-6 1-2-15,-4 2 9 0,-8 4 2 0,-4 4 5 16,-3 3-2-16,-4 4 3 0,-3 3-4 0,-5 4-6 16,-5 2-1-16,-4 5-2 0,-5 2-7 0,-7 3-2 15,0 3 0-15,-10 0-1 0,1 1-1 0,-8-1 2 16,-2-2-6-16,-5 3 4 0,-5 0-14 0,0-3-53 15,-4 1-16-15,-1-4-19 0,0-7-99 0,2-6-68 16,4-4-32-16,5-8 105 16,-2-4 1287-16</inkml:trace>
  <inkml:trace contextRef="#ctx0" brushRef="#br0" timeOffset="171804.99">9241 7473 2441 0,'-16'-11'85'0,"0"1"53"0,1 3-139 15,15 7-7-15,-1 0-1 0,0 0-1 0,-1 0-6 0,2 0-21 16,-1 0-5-16,0 0-6 0,0 0-6 15,0 0 40-15,0 0 2 0,1 0 12 0,0 0 1 0,0 0 5 16,0 0-2-16,1 0 4 0,36 15 6 0,-16-10-9 16,-1-1 2-16,4 1-4 15,2 1 1-15,0-1 0 0,2 1-4 0,1 2 1 16,-1 0-3-16,3 2 11 0,0-3-2 0,-1 3 6 16,0 2-4-16,-3 2 4 0,-1 1 6 0,-5 0-2 0,-3 2 12 0,-4 2-2 15,-4-2-2-15,-3 1 1 0,-2 0-8 0,-3 0 3 16,-3 3 1-16,-4 0 0 0,-4-1-4 0,-5 3 4 15,-6-4-5-15,-4 3 4 16,-3 2-5-16,-4 0-6 0,-3 2 2 0,-4-3-4 16,1 0 3-16,2-2 3 0,1-3-1 0,2-2 1 15,3-1 1-15,-1-6-4 0,2-1 5 0,2-4-5 16,3 1-1-16,4-2-8 0,3 1-1 0,3-2-1 0,13-2-1 16,0 0-11-16,0 0 1 0,-2 0-5 0,1 0-3 15,0 1-10-15,0 0-1 0,0 0-2 16,0 0-3-16,-5 34-12 0,6-35 10 0,31 12-8 0,-8-6 32 0,5 0 9 15,3-1-2-15,3 0 3 0,0 2 1 0,1 0 0 16,1 1 1-16,1 3-1 16,-1 1 6-16,-1 2 8 0,-1 1 2 0,-5 1 2 15,-1 2 8-15,-9-1 2 0,-1 0-5 0,-5 2 3 16,-2 0 3-16,-4 1 0 0,-4 2 6 0,-3 2-5 16,-1-1 8-16,-6 2-4 0,-6 1 3 0,-5-1-4 0,-2 1-3 0,-8 0 1 15,0-2-6-15,-8-1 4 16,-1-1-9-16,-1-2-8 0,-1-2 4 0,2-1-7 15,-3-4-4-15,-2-4-54 0,0-1-7 0,0-5-23 16,1-2-76-16,3-3-105 0,3-3-53 0</inkml:trace>
  <inkml:trace contextRef="#ctx0" brushRef="#br0" timeOffset="172167.6">11092 7287 1191 0,'0'0'662'0,"0"0"623"0,0 0-1346 0,24 18 19 0,-11 0 2 15,3 11 43-15,0 2-3 0,-4 4 8 0,-2 6-16 16,-11-8 8-16,5 16-1 0,-4 4 4 0,-2 6 2 16,-8-2-1-16,-4 3 2 0,-6 5-2 0,-3 1 1 15,-10 6 3-15,-6 2 1 0,-7 0 0 0,-2 1-2 16,-7-1-2-16,0 4 4 0,-1-1-4 0,-6 1-14 0,-1-5-190 15,-4-7-21-15,-3-5-86 16,-4-5-379-16</inkml:trace>
  <inkml:trace contextRef="#ctx0" brushRef="#br0" timeOffset="172673.13">6376 9125 2529 0,'-22'-8'112'0,"4"0"-54"0,18 8 60 16,-1 0-118-16,0 0 5 0,0 0 9 0,0 0-13 15,0 0 3-15,1 0-6 0,9-10 6 0,4 3 0 16,20 10 1-16,7 1-1 0,4 0-4 0,5 0 0 16,8 2 3-16,11 1-1 0,7 1-2 0,5-2 6 0,4 1 0 0,4-1 4 15,8-3 8-15,11-1-2 16,6-1-5-16,9-4 2 0,8-3-7 0,7-5 15 15,2-3 0-15,20-2 5 0,-1-2 12 0,-1-2-11 16,13 1-1-16,-9 1-5 0,-4 3-15 0,8 5 4 16,-7 4 1-16,-3 5 1 0,9 1 8 0,-4 8-9 0,-6 3 1 15,15 5-5-15,-7 0-2 0,-4 5 1 16,8 3 0-16,-11-2 0 0,-6 2-3 0,1-1 3 16,-5-2 41-16,-11-2-18 0,-4-4 78 0,-5-5-51 15,-6 1-16-15,-7-4-5 0,-3 0-18 0,-11 4-9 0,-3-6-1 16,-7 0-3-16,-2 1-2 0,-11-3-1 15,-10 1-5-15,-12 0-12 0,-5-4-160 0,-6-1-278 0,0 0-155 0</inkml:trace>
  <inkml:trace contextRef="#ctx0" brushRef="#br0" timeOffset="174118.36">18778 5014 1518 0,'-5'-10'100'0,"5"10"-12"0,0-1 3 15,0 0-13-15,0 0-40 0,0 0 53 0,-13-35-7 16,13 36 15-16,0 0-38 0,0-1-20 0,0 0 2 15,17-36-8-15,-17 37 14 0,0 0-7 0,1 0-3 0,0-1-3 16,41-18-23-16,-42 19 8 0,1 0-5 0,0 0 6 16,44 2 6-16,-45-2 4 0,2 0 2 15,47 4 0-15,-28-1-7 0,1-1 2 0,4 0-6 0,3 0 3 16,4-2-14-16,0 0-5 0,5 0 3 0,5-2-4 16,2 0 1-16,6-2 4 0,0 1-5 0,1-1 4 15,-2 0-10-15,-2 4 10 0,0-3-2 0,-3 2 3 16,0 1-13-16,-2 0 15 0,1 1-7 0,0 3 10 15,-3 0-11-15,-4 0 8 16,-3-1-5-16,-5 1 5 0,-1-2-6 0,-2 5 3 16,-2-1 3-16,-4 0-2 0,1 1-4 0,-5-5 2 0,0 1 0 15,-3-1 1-15,0-1 2 0,-13-1-7 0,1 0-11 16,0 0-3-16,0 0-79 0,0 0-67 0,34 8-2 16,-35-8-25-16,0 0-26 0,0 0-133 0,0 0-153 0</inkml:trace>
  <inkml:trace contextRef="#ctx0" brushRef="#br0" timeOffset="174419.1">19001 4851 2459 0,'-15'-18'422'0,"2"4"-384"0,3 4 19 0,10 10-77 15,0 0-53-15,0 0 73 0,0 0-13 0,0 0 33 16,0 0-15-16,1 0-3 0,0 0-5 0,51-13 1 15,-28 16-3-15,4 1 4 0,1 1 0 0,6 2 1 16,6 1 0-16,4 2 0 0,4 1 3 16,-1 0-3-16,-2-1 4 0,0-1 5 15,0 0 0-15,0 0 3 0,-2-2 10 0,3-4-1 0,2 2 0 16,4-1-1-16,0-2 2 0,-3 0 3 0,-2 0 0 16,-8-2 0-16,1 2 2 0,-6-1 1 0,-3 0-2 15,-2 0 0-15,-6-1-7 0,-2 1-7 0,-2-1 8 16,-1 2-8-16,-1 3 5 0,-1 0-10 15,-1 0-34-15,-4-1 1 0,-12-4-187 0,1 0-240 16,0 1-133-16</inkml:trace>
  <inkml:trace contextRef="#ctx0" brushRef="#br0" timeOffset="181488.03">19441 7907 1481 0,'0'0'69'0,"0"-1"-49"0,0 0-21 16,0 0-27-16,1 0-40 0,0 1 86 0,41-12-9 15,-42 12 30-15,2 0-26 0,33-13-11 0,-35 13 8 16,1 0-8-16,49 3 18 0,-32-2 8 0,2 2-6 16,0-2 5-16,6-2-18 0,1-1-5 0,4 4 1 0,4 0-3 15,-1 3 7-15,-1-2-7 16,2-1 1-16,2 1-3 0,1 0 1 0,1 1 0 0,2 1 0 0,1-1 1 15,1-2 0-15,1-1 10 16,3 1 1-16,1 1 4 0,-1-1 7 0,1 1-1 0,0-1-1 0,-1 0 0 16,5 0-4-16,3 0-5 0,2 1-2 15,5 0-1-15,0 0-14 0,3-1 3 16,-2-1 1-16,2 1 0 0,1 0-1 0,3 1 4 0,4 0-4 0,0-1 4 16,0 1-8-16,-4 0 1 15,1 0 5-15,3 1-1 0,2-2 3 0,4 1 3 0,1 0-3 16,-1-1 3-16,-1 0-1 0,2-2-1 15,4 1-3-15,1-1 2 0,3-1-1 0,-2 1 5 16,0-1 0-16,2-2 1 0,5 0 4 0,-1-1-4 16,3 0 4-16,-2 0-4 0,-1-1 1 0,4 2 0 15,1-3-2-15,-1 1 0 0,0-1-7 0,-1 3 12 16,1-2-3-16,-1 2 7 0,0 2 7 0,-4-2 2 16,-4 2 1-16,3 1-1 0,-2-1-6 0,1 1-1 15,-4 0 1-15,-5 1-2 0,-2 0 0 0,2 2-2 16,-4-3-5-16,0 0 3 0,-4 1-8 0,-4-1-1 15,-4 1 6-15,-1 0-6 0,0-1 0 0,0 0-1 16,-2-2 1-16,-5 1 0 0,-4 1 0 0,-5 0 0 16,-3 2-4-16,-2-1 4 0,-4 0 1 0,-1 3-4 15,-1-1 3-15,-7 2-3 0,1 0 6 0,-5-3-10 16,-3 1 3-16,-1 1-4 0,-6-2 2 0,-15-2-81 16,1 0-1-16,0 0-39 0,0 0-120 0</inkml:trace>
  <inkml:trace contextRef="#ctx0" brushRef="#br0" timeOffset="182123.46">19906 7959 17 0,'0'-1'693'0,"0"0"-281"0,0 0 350 0,0 0-769 0,0 0-13 15,0 0-34-15,0 0 63 0,1 0-7 0,0 0 28 16,46-23-14-16,-36 12-6 0,14 13-8 0,3 1 4 16,2-2-5-16,5-2 5 0,1 1 4 0,9-1-3 15,3 1-6-15,5-3 0 0,0 2-2 0,2-1 2 16,2 1 4-16,1 0-7 0,3 1 7 0,5-1-5 15,3 2 18-15,2-2 1 0,2 1-1 0,1 0 2 16,0 0-7-16,6-1 3 0,4 0 1 0,2 2 1 0,3-2 4 16,-4 1-7-16,3 0-1 0,7 0-1 15,0 0-5-15,2 1 4 0,3 1-5 0,1 1 3 16,2 0-7-16,3 1-3 0,2-1 6 0,-2 1-5 16,2 1 4-16,0-1-2 0,0 1-4 0,-3 2 2 15,-1-2 0-15,2 1 3 0,-1 1 0 0,3 3 1 0,-4 0 7 16,3 2 11-16,2-2-3 0,0 0 5 0,-1 0-2 15,0 2-10-15,1 0 9 16,1 0-10-16,-1 0 10 0,-5-2-6 0,2 1 1 16,-2-1-1-16,-1 0 6 0,0 0 9 0,-6 0-5 0,1-1 4 15,-1 1-14-15,-2-1-5 0,-5 1 3 0,-8 1-5 16,-4-1-7-16,2 1 0 0,-4-1-2 0,-8 1 0 16,-2 1 1-16,-11-1-16 0,-6-1-5 15,-4-1-21-15,-7 0-201 0,-5-3-374 0</inkml:trace>
  <inkml:trace contextRef="#ctx0" brushRef="#br0" timeOffset="183012.03">6644 10126 2575 0,'0'0'102'0,"-1"0"-73"15,0 0-18-15,-31 28-58 0,30-6-39 0,3 11 66 16,4 6-6-16,0 9 26 0,0 5 9 15,-15 1-2-15,13 16 1 0,-2 6-2 0,1 3-2 16,-2 4 4-16,0 3-7 0,-1 6 5 0,0-3-2 16,-2-3-4-16,1-1 6 0,0-3-5 0,-2-2 8 0,-2-5-6 15,0-7 0-15,-1-10-2 0,3-7 0 16,0-12-1-16,-1-1 6 0,3-7-7 0,0-6-39 0,-3-6-82 16,5-19-1-16,0 0-30 0,0 1-56 15,-1-1-78-15,-20-5-262 0</inkml:trace>
  <inkml:trace contextRef="#ctx0" brushRef="#br0" timeOffset="183294.35">6557 10227 1553 0,'-2'-13'270'0,"0"0"-194"16,2 13-1-16,0-1-62 0,0 0-13 0,22-38-2 16,-3 31 3-16,5-3 0 0,6 1 28 0,5 1 0 15,6 0 2-15,2 2-2 0,2 2-11 0,1 4-6 16,0 1-3-16,0 4 0 0,-1 4 3 15,0 1 3-15,2 2 1 0,-1 3-1 0,1-2-2 16,-9 4 15-16,-1 0-3 0,-6 0 8 0,-3-2-3 16,-2 1 12-16,-6 4-4 0,-3 0 6 0,-3 4-2 0,-6-3 8 15,-5 0 1-15,-4 0 4 0,-5 4 13 0,-8 2-18 16,-7 3 4-16,-10 2-11 0,-6 1-13 0,-10 0-5 16,-6 1-6-16,-7-4 2 0,3-1-6 15,3-5-6-15,6-2-2 0,8-6-6 0,3-3-45 0,4-3-62 16,5-1-4-16,5-6-24 0,3 1-60 15,20-3-129-15,-1 0-62 0</inkml:trace>
  <inkml:trace contextRef="#ctx0" brushRef="#br0" timeOffset="183612.14">7798 9932 2999 0,'-24'-1'96'0,"1"2"43"0,0 5-165 16,3 4 9-16,2 4-5 0,1 6 7 0,-2 4-1 0,-5 10 0 16,-3 6 1-16,-3 8 0 0,1 7 7 0,0 11 1 15,1 7-2-15,2 8 2 0,-2 7 3 16,2-3-4-16,1 7 7 0,0 0-6 0,5 0 10 0,4 0-7 15,2-9 3-15,7-11-5 0,3-2 3 0,4-5-2 16,4-5-1-16,2-4 1 0,2-10-2 0,0-11-80 16,2-4-2-16,0-9-33 0,-2-6-58 0,-8-16-31 15,1 0-14-15,0 0-13 0,36-2-115 0</inkml:trace>
  <inkml:trace contextRef="#ctx0" brushRef="#br0" timeOffset="183874.34">8349 10018 2368 0,'0'0'399'0,"0"0"-209"16,-1 0 71-16,0 1-240 15,-39 34-74-15,32-10 18 0,-2 8 3 0,-1 6 6 0,-2 5 23 0,-2 11 1 16,-2 3 3-16,-3 8-1 0,2 0 1 16,0-1-6-16,-2 0 1 0,1-4-3 0,1 1 11 15,-2-1-4-15,1-2-4 0,0-2-9 0,-2-7-96 16,6-9-48-16,-3-6-17 0,2-8-3 0,3-4-26 0,0-8-72 16,-1-5-51-16</inkml:trace>
  <inkml:trace contextRef="#ctx0" brushRef="#br0" timeOffset="184077.98">8355 10023 1275 0,'0'0'185'0,"1"0"758"16,0 0-969-16,0 1 24 0,44 33-1 0,-27-10 12 0,2 4 13 15,1 4 2-15,0 5 1 0,-1 10-1 0,0 8-12 16,-3 8-1-16,3 5-5 0,-3 3 3 0,0 0-9 15,-1 0 3-15,-1 3-3 0,-1 4 3 0,-2-3-4 16,-1 0-17-16,-1-8-26 0,-3-8-3 0,-1-5-127 0,-4-3-25 16,-2-4-21-16,-4-2-15 0,-3-2-240 15</inkml:trace>
  <inkml:trace contextRef="#ctx0" brushRef="#br0" timeOffset="184266.78">8003 10574 2720 0,'0'0'158'0,"0"0"-158"15,0 0-17-15,0 0-29 0,0 0 29 0,31-10-1 16,-2 9 1-16,7 0-2 16,4 1 4-16,5-1-2 0,3 1 0 0,0-3-4 15,0 0-23-15,2 0-188 0,2-1 26 0,6-1-89 16,2-2-54-16</inkml:trace>
  <inkml:trace contextRef="#ctx0" brushRef="#br0" timeOffset="184594.13">9237 10261 1218 0,'0'0'193'0,"0"-1"131"0,0 0 113 0,0 0-320 0,0 0-35 16,0 0-35-16,0 0 5 0,0 0-16 16,0 0-4-16,0 0-9 0,-1 0-8 0,-34-15-2 15,34 16-22-15,-35 15 2 0,14-3-1 0,-7 4 0 0,-1 2-5 16,-7 2 8-16,0 0-1 0,1 1 3 15,1 0 1-15,5-3 6 0,1 0 0 0,4-1 2 16,2 0-6-16,3-2 1 0,1 1-2 0,5-1 1 16,2-3-5-16,5-1-13 0,3 1 0 0,4 1-5 0,2-1-12 0,6 2 7 15,6-2 0-15,5 0 2 0,6 1-14 16,7-3 19-16,3-2-9 0,2 0 14 16,3-1 6-16,5-2 1 0,-1 4 6 0,2-2-4 15,-1 1 6-15,-6 0 7 0,-1 1-6 0,-3-1 4 16,-6 3-7-16,-2 2 25 0,-4-1 2 0,-6 4 9 15,0 2 16-15,-7 4-9 0,-2-1 1 0,-3 5-6 16,-5-1-11-16,-5 4 6 0,-6 3 1 0,-6 0 1 16,-4 3-3-16,-5 1-15 0,-6 0-13 0,-3-1-4 15,-2-1-90-15,-4-6-68 0,1 0-2 0,3-5-28 16,0-2-89-16</inkml:trace>
  <inkml:trace contextRef="#ctx0" brushRef="#br0" timeOffset="184928.72">9687 10098 2438 0,'0'0'414'0,"0"0"-334"0,-1 0 49 0,0 1-156 15,-25 50-41-15,26-22 37 0,0 9-2 0,4 10 17 16,-1 4 14-16,2 11 2 0,0 1-3 0,3 1 3 15,0-3 1-15,3 0-2 0,0 2 1 0,-1-2-3 16,1 0-1-16,-1-9 3 0,1-6 1 0,-1-10 2 16,-1-8-1-16,0-7 6 0,-1-7-5 0,-8-15 6 0,0 1-8 0,1 0 18 15,0 0 1-15,0-1 6 0,0 0-3 0,41-10 5 16,-30-7-8-16,1-7 8 16,0-3 0-16,1-7-8 0,1-5 6 0,2-6-7 15,-1-4 1-15,2-5-18 0,3-2-4 0,-1-1-5 0,1 2-18 16,0 1 7-16,-2 2-4 0,-2 1-4 15,-3 4-85-15,-4 6-56 0,-3 1-23 0,-2 7-8 16,-1 4-80-16,0 2-305 0</inkml:trace>
  <inkml:trace contextRef="#ctx0" brushRef="#br0" timeOffset="185639.38">10569 10097 2254 0,'0'0'73'0,"0"1"48"16,-1 38-120-16,3-14 11 0,1 3 0 0,-1 8 2 0,-1 7-3 15,0 8-6-15,-1 5 1 0,-1 3-2 0,0 1 1 16,0 0-2-16,-1 0 2 0,0 0-4 16,0 1-2-16,-1-2 3 0,-1-2-2 0,2-2 2 15,-1-7 1-15,0-10-24 0,0-4-13 0,0-8-9 0,0-5-69 16,3-21-10-16,0 0-12 15,0 0-2-15,0 0-53 0,0 0-24 0,-1 0-26 16,-19-36-9-16,20 5-181 0,0-8 376 0,0-1-34 0,-1-2 174 16,-3-3 129-16,-2-4-89 0,0-3-5 0,-1-7-34 15,-2-1-72-15,2-8-19 0,-1-5-9 0,5-2 0 16,1 1 5-16,1 7 122 0,0 10 4 0,-3 12 46 16,3 10 51-16,1 11-48 0,1 0-12 15,4 7-18-15,1 2-86 0,3 3-30 0,3 0 0 0,3 1-9 0,4 2 3 16,2-1-2-16,1 2 4 0,4 3-4 15,0 1 0-15,2 3 12 0,1 2-6 0,0 3 7 16,0 2-9-16,-1 2 1 0,-1 1-1 0,-2 0 1 16,-1 3-2-16,-1-1-1 0,0 2 5 0,-2 0-3 15,-2-1 16-15,-3 2-15 0,-2 0 4 0,-2 0-8 16,-3-1 1-16,-3 0-4 0,-1 0-1 16,-4 4 1-16,-4-3 3 0,-7 4 1 0,-5 3-6 0,-6 1 2 15,-6 1-14-15,0 1 3 0,-2 0 1 0,2-1 0 16,0-1-7-16,0-4-11 0,-1 1 4 0,1-5-5 15,-3 2 15-15,5-2 7 0,0-1 1 0,3-2 3 16,3 0-3-16,7-3-7 0,12-8 0 0,0 0-4 16,-1 1-9-16,0 0-13 0,1 0-6 0,0 0 0 15,0 0-6-15,28 30 20 0,-5-28 5 0,6-1 4 16,2-1 10-16,3-1 0 0,3 1 1 0,-1 0-1 16,0 1 0-16,1-1 5 0,0 1-4 0,-1 1 6 15,-1 1-11-15,-5 3 18 0,-2 1-3 0,-6 0 11 16,-2 1 6-16,-5 3-6 0,-2 1 4 15,-6 3-6-15,-1-1 1 0,-4 3 12 0,-3 0-3 0,-4 4 5 16,-1 3-2-16,-7 2 10 0,-4 7-8 0,-5-1 9 16,-3 2-15-16,-9 0-5 0,-5-1 2 0,-1-2-5 0,-2-1-13 15,-1-3-2 1,4-4-10-16,-2-2 0 0,1-5-50 0,-2-5-52 0,4-3-3 0,0-5-19 16,3-1-42-16,5-3-37 0,0-3-3 0,7-4-15 15,2 0-39-15</inkml:trace>
  <inkml:trace contextRef="#ctx0" brushRef="#br0" timeOffset="186075.02">11768 10098 3283 0,'-18'1'102'0,"3"3"13"16,-3 3-137-16,3 0-5 0,3 4 5 0,1 2-1 0,-4 1 21 15,1 2-35 1,-3 0-7-16,1 1-11 0,-2-2-32 0,1 2 15 0,-3 2 9 16,-3 1 5-16,1-2 49 0,-5 0 10 15,-1 2 2-15,0-1 2 0,-1 0-5 0,4-1 1 16,1-2 0-16,4 0 1 0,2 1-2 0,0-2 1 0,7 0-6 15,3-2 3-15,1 0-9 0,7 0-14 16,1-1 3-16,3 3-7 0,6 2-2 0,-1 1-5 0,7-1 4 16,2 0-2-16,1 0 21 0,5-2 2 0,1 3 3 15,2 0-1-15,3 0 9 0,-3 2 5 0,0-1 4 16,-2 2 1-16,0 2 15 0,-4-1 6 0,-1-1 3 0,-3 1 1 16,-3-2 9-16,-2 0 5 0,-2 0-3 15,-2 0 3-15,-3 1-15 0,-3 0-1 0,-1 0-5 16,-5 2 2-16,-4-1-5 0,-3 0-6 0,-4 0 3 15,-2-7-5-15,-2 2-9 0,-3-3-60 0,-1-2-9 0,-2-5-23 16,-4-1-73-16,-4-5-65 0,1-5-3 0,-1 0-26 16,4-6-49-16</inkml:trace>
  <inkml:trace contextRef="#ctx0" brushRef="#br0" timeOffset="186325.27">12271 9773 2245 0,'0'0'384'0,"1"0"-286"0,32 28 41 0,-11 2-124 16,7 7-21-16,8 13 21 0,4 5-1 0,1 6 9 16,-3 2 4-16,-3 5-19 0,-1 6 8 0,-5 10-12 15,-3 4 6-15,-4 6-6 16,-2-4-3-16,-8 3 2 0,-4 4 8 0,-5 1 37 15,-5 3 0-15,-7-4 14 0,-5 4 20 0,-8 2-15 16,-5-2-4-16,-8-4-6 0,-3-5-22 0,-7-12-19 16,-6-2-11-16,-7-6-13 0,-2-8-143 0,-4-9-243 15,-6-9-86-15</inkml:trace>
  <inkml:trace contextRef="#ctx0" brushRef="#br0" timeOffset="186706.35">13561 9469 3291 0,'0'0'106'0,"1"0"-68"0,45-17 54 16,-9 17-200-16,12 0 39 0,9 1 16 0,4 2 49 15,-1-1 4-15,1 1-1 16,-4 1 1-16,-5-11 2 0,6 13-2 0,-3 1 4 0,-4 1-6 0,-7-2-3 15,-4 1-2-15,-4-2 1 0,1 0-5 0,-7-1-82 16,1 1 4-16,-8-1-37 0,-3-1-55 0,-6-1-73 16,-15-2-3-16,1 0-32 0,0 0-97 0</inkml:trace>
  <inkml:trace contextRef="#ctx0" brushRef="#br0" timeOffset="186855.69">13631 9747 2238 0,'0'0'378'0,"0"0"-211"0,-1 0 49 0,0 1-155 0,0 0-51 16,-5 48 4-16,21-31 2 0,5 1 4 0,2 2 23 16,5-1-29-16,0-1 4 0,6-1-14 0,5-2-10 0,2-4-9 15,2-2-5-15,1-4-8 0,-5-3-103 0,-2-5-40 16,0-4-34-16,-5-6 7 0,-3-6-88 16</inkml:trace>
  <inkml:trace contextRef="#ctx0" brushRef="#br0" timeOffset="187388.44">8542 8939 987 0,'-16'-11'467'0,"1"-1"-185"0,15 12 237 15,0 0-476-15,-1-1-4 0,1 0-12 0,0 0-2 16,0 0 2-16,0 0-1 0,0 0 8 0,0 0-11 16,1 0 0-16,49-31-5 0,-21 30-4 0,8-2-3 0,6 3-1 15,6-1-2-15,2 1-9 0,4 1 7 0,0 3 0 0,2 0 5 16,7 2-3-16,3 0 8 15,4 1-1-15,2 3 4 0,-3-1-3 0,-3 2-14 0,1 1 6 16,-1-1-8-16,2 1 5 0,2-1 2 16,-1 0-3-16,-3-1 3 0,-4-2-4 0,-2-1 2 0,2-2-5 15,0-1 2-15,0-1-3 0,-6 0-3 0,-4 0 4 16,-8-1-4-16,-2 1 10 0,-8-1-6 0,-4 1 1 16,-5 0-4-16,-5 1 5 0,-6 0-116 15,-15-3-4-15,1 0-52 0,0 0-111 0,0 0 1049 16</inkml:trace>
  <inkml:trace contextRef="#ctx0" brushRef="#br0" timeOffset="187653.73">8816 9033 2524 0,'0'0'155'0,"0"0"362"0,-1 0-566 0,1-1-7 15,0 1-5-15,23-14 10 0,7 16 48 0,11 1 6 16,5 0 0-16,13 0 2 0,6-1-5 0,11 0 7 16,6-1-6-16,0-1 5 0,5 0-12 0,6-2 8 15,5-2-2-15,1-1 4 0,-3-2-4 0,0 0 0 16,-1-1 1-16,1-1-1 0,-1 1 0 0,-10-2-4 0,-5 1 6 16,-3-1-5-16,-2 0 3 0,-1 0-5 0,-3 0-9 15,-7-1 4-15,-4 0-16 0,-5-2-188 0,0 1-17 0,5-3-90 16,5-4-344-16</inkml:trace>
  <inkml:trace contextRef="#ctx0" brushRef="#br0" timeOffset="189032.9">12195 2649 2572 0,'-1'-12'107'0,"1"12"-65"0,0 0 47 0,0 0-264 0,1 0 65 15,40 2 5-15,-16 4 102 0,4-1 13 0,1 4 1 16,0-7 6-16,-8-16-5 0,14 14 3 0,3 0-3 16,6 3 15-16,4 1-11 0,1-2 3 0,2 0-5 15,-2-1 0-15,3 2 6 0,-4 0-3 0,4 3 2 16,2-3-10-16,1 1 5 0,3 1-3 0,-2 1 5 16,1 1-5-16,1-3 3 0,1-1-3 0,7-1 3 15,4-2 2-15,8-2-1 0,5-1 3 16,-1-2-3-16,-1-4-5 0,7 2 2 0,2-1-3 15,5-3 3-15,-3 4-2 0,-6 0 0 0,0 1-1 0,-4 3-1 16,2 0 0-16,-3 3-6 0,-4-1 1 0,-6 2-2 16,-2 5 7-16,2 0-4 0,2 2 0 0,4 3-3 15,-2-3 2-15,-1 0-1 0,-3 3 2 0,6 0-2 16,2-3 1-16,1-1-3 0,2 0 0 0,-6-2 0 16,-2-2 5-16,1 2-5 0,-2-2 3 15,-1 0-4-15,1 2 1 0,-9-1 4 0,-4 3-4 16,-8 0 3-16,-4 0-8 0,0 2 8 0,-2-2 1 15,-2 3 2-15,-2 0-4 0,-4 1 1 0,-7 0-2 0,-1-1 1 16,-2-1-1-16,-1-2-1 16,-5 1 1-16,0-1-1 0,-3-1 0 0,-4 0 7 0,1-1-3 0,-5 0 3 15,0-1-11-15,-12-4 8 0,1 0 1 0,0 0 5 16,36 12 0-16,-37-12-2 0,0 0-2 16,1 0 1-16,0 0-1 0,0 0-1 15,0 0 1-15,0 1-1 0,34 17-1 0,-35-18 4 0,0 0-5 16,0 0 5-16,0 0-4 0,0 0-1 0,0 0 1 0,0 0-3 15,1 0 7-15,0 0-9 0,0 0 2 0,0 0-3 16,0 0 3-16,0 1 1 0,0 0-2 0,0-1 1 16,0 1-2-16,0 0 2 0,0 0 4 0,0 0-2 15,0 0-3-15,0 0 0 0,0 0-5 0,-1 0 3 16,37 21 6-16,-37-22-3 0,0 0 5 0,0 0-6 16,0 0 1-16,0 0-3 0,0 0 2 0,1 0-2 15,-1 0 7-15,1 0-3 0,1 0 0 0,-2 0-1 16,0 0 3-16,1 0-3 15,0 1 0-15,0-1 0 0,0 0-1 0,0 0 2 0,0 0-2 16,0 0 3-16,0 1-1 0,0 1-2 0,0-2-1 16,35 20 0-16,-36-20 4 0,0 0-1 15,0 0-1-15,1 0 0 0,0 0-2 0,0 0 1 16,0 0 0-16,0 0 0 0,0 0-1 0,36 12 4 16,-37-12-1-16,0 0 3 0,0 0-5 0,0 0-1 0,0 0 1 15,1 0 0-15,-1 0 3 0,1 0-3 0,0 0 3 16,0 0-3-16,0 0 7 0,0 0-10 0,37 3 3 15,-38-3-3-15,0 0 6 0,0 0 2 0,1 0-5 16,0 0 3-16,0 0-3 0,38-9 0 0,-39 9-1 16,0 0 0-16,1 0 1 0,0 0 4 0,0 0-1 0,0 0 1 15,-1 0-7-15,2 0 7 0,-1-1 2 0,0 0 2 16,0 0 3-16,0 0-9 0,0 0 4 0,0 0-6 16,0 0 1-16,0 0-1 0,0 0-11 0,0 0 5 15,0 0-31-15,0 0-35 16,0 0-2-16,0 0-18 0,0 0-64 0,11-37-164 15,-12 38-60-15</inkml:trace>
  <inkml:trace contextRef="#ctx0" brushRef="#br0" timeOffset="190354.66">15383 7816 2768 0,'0'0'108'0,"0"0"-91"15,0 0-29-15,0 0-61 0,0 0-54 0,0 0 88 16,33 6-7-16,-16 1 35 0,2 0 4 0,-9-15 4 16,13 13-1-16,1 1 2 0,0 1 1 0,0 2-5 15,-1-1 5-15,-3 3-3 0,0 1 9 0,-7-3 0 0,-1-1 2 16,-12-8-2-16,0 0-1 0,1 1 12 0,0 0-7 16,0 0 9-16,21 36 0 15,-22-37 8-15,0 0-3 0,0 1 2 0,-1 0-12 16,0 0 2-16,-42 42-2 0,27-33 1 0,-2 1-6 0,-1-2-3 15,3 1 0-15,-2-2-1 0,1 1 0 0,3 0-4 16,2 0 0-16,12-9-1 0,-1 0 1 0,0 1-10 0,0 0 0 16,0 0-5-16,0 1-10 0,-15 33 0 0,16-35-3 15,0 0 1-15,1 0-3 16,43 17-5-16,-25-14 4 0,4 1-3 0,0 0 17 0,-1 2 12 16,1-1 0-16,-2 2 5 0,1 2 0 0,-2 1-3 15,-3-1 5-15,0 3-2 0,-6-3 9 0,-3 4 2 16,0 1 2-16,-6-1 1 0,-1 3 15 0,-3-1 3 15,-4 3-2-15,-1 1 3 0,-4-1-2 0,-3 2-15 16,-1 2 3-16,0 2-8 0,0 1-9 0,2-4 2 16,1 1-3-16,0-4 2 0,3 0-6 15,1-3-104-15,1-1 0 0,7-14-46 0,0 1-83 16,0 0-126-16,0 0-110 0</inkml:trace>
  <inkml:trace contextRef="#ctx0" brushRef="#br0" timeOffset="190633.33">16386 7662 2334 0,'0'0'155'0,"0"0"432"0,0 0-657 0,0 0-2 15,0 0 0-15,-16 32 7 0,15-9 50 0,-1 4 5 16,-2 1-2-16,-1 5 3 0,-2 7 2 0,-1 5 6 15,1 4 1-15,-1 4 0 0,0 1 1 0,-1 1-1 16,-1 2 0-16,-5-4-1 0,4 2-1 0,-2 2 4 16,-1 4 1-16,3 5 1 0,-5 2 0 0,1-4 2 15,0-4-5-15,1-5 4 16,-1-3-5-16,1-5 3 0,2 0 0 0,3-5 1 0,1-2 0 16,0-11-37-16,1-3-32 0,2-10-8 0,5-16-152 0,0 1-36 15,0 0-17-15,0-1-18 0,0 0-188 0</inkml:trace>
  <inkml:trace contextRef="#ctx0" brushRef="#br0" timeOffset="191036.21">16838 7979 1099 0,'0'0'156'0,"0"0"396"15,0 0 212-15,0 0-662 0,0 0-172 0,0 0 57 16,0 0-7-16,0 1 25 0,1 42 11 0,0-24-15 15,0 3 4-15,-2 1-7 0,0 3-5 0,-2 1 6 16,-2-2 1-16,-1 0 1 0,0 0 9 0,-1 0-6 16,0-3 4-16,-1-1-3 0,-1 1 5 0,2-2-3 15,-1 3 1-15,1 0 0 0,-1-1 7 16,1-2 8-16,1-2-4 0,0 0 3 0,3 0-11 0,0-3-2 16,0 2 2-16,5-1-2 0,-1 0-3 0,2-2 4 15,5 0-8-15,-3 0 6 16,1-1-7-16,5-1-1 0,1 0 6 0,2-1-5 15,5 0 6-15,1 0 1 0,1-2-4 0,2 0 3 0,0-1-4 16,3 1 2-16,-1 1 1 0,-1 0 0 0,-3-1-1 16,-1-1 8-16,0 4-3 0,-5-5 4 0,1 3 1 0,-16-10-5 15,1 0-1-15,0 1-1 16,0 0 1-16,0 0 8 0,33 38-1 0,-34-39 3 0,0 0 2 0,0 1 1 16,0 0-1-16,-1 0-1 0,0 0-21 15,-39 30-32-15,40-31-1 0,-1 0-12 0,-48 0-29 0,29-3-30 16,-4-4-18-16,-2-2-4 0,-3-5-60 0,-7 0-310 15</inkml:trace>
  <inkml:trace contextRef="#ctx0" brushRef="#br0" timeOffset="191235.15">16477 8056 2534 0,'0'0'217'0,"2"0"-175"16,-2 0-4-16,51-5-45 0,-22 10 40 15,4 1-1-15,3 2-2 0,-1 0-2 16,4 0-24-16,4 1-3 0,0 0 1 0,0 2-1 0,-3-2 0 0,-3-1-1 16,-3 0-1-16,-3-3 0 0,-5 1-5 15,-1-1-54-15,-1 1-9 0,-3 0-24 0,1 1-113 16,-3 0-191-16,1-2-155 0</inkml:trace>
  <inkml:trace contextRef="#ctx0" brushRef="#br0" timeOffset="192148.03">14676 9868 1711 0,'0'0'560'0,"0"-1"-238"0,0 0 281 0,0 0-681 0,0 1 23 15,0 0-19-15,1 0 69 0,0 0 6 0,53-9 7 16,-30 13-6-16,-5-13 6 0,14 10-2 0,7-2 3 0,8-2 2 15,7-2-6-15,3-2 3 16,6 2-3-16,0-4 3 0,2 0 4 0,4 2 0 0,2-1 1 16,0 3 0-16,4 1-3 0,-4 2-2 0,-3 2 2 15,2 1 14-15,3 0 1 0,5 4 6 16,5-1-4-16,1 2 2 0,2 1-13 0,4 0 2 0,8 3-6 16,6-3-1-16,2 2-6 0,0 1-1 0,2-2 0 15,1 1-4-15,2 0 2 0,-4 1-1 0,-3-2 1 16,-1 1-2-16,-1-1 5 0,-2-1-1 0,-6 2 2 15,-1 0-1-15,-1-1-1 0,0 2 4 0,-3-2-1 16,-6 1 31-16,-5 0-5 0,-2-1 3 0,-1 2-4 16,0-3-1-16,-3 1-13 0,-6 0 4 0,-9-2-8 15,-2 0 0-15,-2 1-3 0,-2-2-1 0,-3 1-1 16,-2 0-7-16,-7 0-1 0,-6 1-2 16,-5-1 1-16,-5 0-5 0,-4 0-6 0,-5-2-31 15,-15-4 4-15,1 0-140 0,-1 0-71 0,1 0-1 16,0 0-32-16,0 0-81 0</inkml:trace>
  <inkml:trace contextRef="#ctx0" brushRef="#br0" timeOffset="193013.86">6818 12537 2556 0,'-10'-9'86'0,"10"9"-83"0,0 0-29 0,0 0-34 0,0 0-35 0,23-20 88 16,3 17 2-16,9-1 17 0,6 0-6 15,-12-6-1-15,18 6 1 0,6 0 0 0,5-1 3 0,9-3 1 16,7 1-4-16,7-1 2 0,-1 0-7 15,8-2 5-15,5 0 1 0,8 0 0 16,3-2-2-16,5-1 1 0,5-1-3 0,7 1 2 16,0 0-6-16,7 0-2 0,1 0 2 0,-1 1-2 0,2-1 2 0,4 0 5 15,0 0 3-15,-2 1 3 0,2 1 21 0,3-1-3 16,-2 0-3-16,-2 4 0 0,7-2-10 0,-2 2-2 16,-1 3 2-16,5 2-4 15,0 0-4-15,-3 4-9 0,-1 1 4 0,6 2-4 16,0 0 10-16,-8 3-9 0,4-1 1 0,-2 3-2 15,-7 4 1-15,-1-1 5 0,-2 1-3 0,-8 0 3 16,-3 0-3-16,-7 0 4 0,-10-1 2 0,-6-1-1 16,-6-1 2-16,-1-1 33 0,-6-1-8 0,-14 0 14 0,-5-1-26 0,-8-1-7 15,-2-1-6-15,1-1 2 0,-3 1-2 0,-2 0-9 16,-9 0 7-16,-9-2-8 0,-3 0 5 0,-6-1-22 16,-6-2-26-16,-15 0-4 15,1 0-136-15,0 0-88 0,0 0-16 0</inkml:trace>
  <inkml:trace contextRef="#ctx0" brushRef="#br0" timeOffset="193480.62">7503 12290 2439 0,'-47'-1'39'16,"3"1"-11"-16,8 2 15 0,7 1-50 16,8 2-9-16,21-5-10 0,-1 0 9 0,0 0-8 15,0 0 7-15,0 0-39 0,0 0 33 0,-8 14-3 16,36-9 16-16,2 2 10 0,9-2 1 0,3-1 3 15,10 1 2-15,6 0 0 0,8-1-5 0,8 0-2 16,3 1 1-16,-1-1 7 0,2 0 18 0,5-2 0 16,6-1 5-16,9 0 5 0,-2-2-5 0,0-2 1 0,11-3-3 15,4 1-9-15,3-1-8 0,5 1 0 16,2-1-3-16,1-1 2 0,3 0 0 16,3 1-3-16,0-2 2 0,0 0-2 0,2 2-7 15,-1-2 5-15,1 3-5 0,-1 0 6 0,-2 0-5 16,-1 2 0-16,-5 1-3 0,-2 0 7 0,-5 0 5 0,-5 0 3 15,-7 1 2-15,-3 0 18 0,-3-1-9 0,-5 0 2 16,-14-1-6-16,-3 0-8 0,-5 1-4 16,-2 0-2-16,-2 2 1 0,-5 0 1 0,-9-2-2 0,-6 3-1 15,-8-2 0-15,-4 1-6 0,-4 2 6 16,-5-1-2-16,-6 1 1 0,-2 0-32 0,-15-2-108 0,1 0 2 16,0 0-43-16,0 0-44 0,0 0-121 0</inkml:trace>
  <inkml:trace contextRef="#ctx0" brushRef="#br0" timeOffset="194518.63">6657 12445 755 0,'-15'-5'373'0,"3"1"210"0,12 4-11 0,0 0-579 15,0 0-30-15,0-1-44 0,0 0 12 0,0 0-1 16,30-22 61-16,-27 13 2 0,20 9-6 0,3 1 5 16,3 2-12-16,6 0 6 0,-1 2 3 15,3 1 2-15,1 1 12 0,-5 1 12 0,2 0 6 0,-1 1 1 16,3 0 17-16,6 0 3 0,2 0-5 0,6-2 3 16,3 1-11-16,3 0-5 0,0-3 0 15,2 2-2-15,2-2-7 0,5-1-7 0,10 2 4 0,7-2-5 16,3 1 4-16,0-2 3 0,2 0-4 15,4-1 4-15,8-1-6 0,2-1-4 0,0-2 3 16,0 1-4-16,1-1 4 0,5 1 2 0,1 1-3 16,-4-5 3-16,3 2 3 0,3-2 7 0,1-1 7 15,1-1-1-15,1-1 9 0,1-1 0 0,1-1-6 16,1-2 4-16,0 0-5 0,0-2 4 0,4 0-1 16,-2 1 1-16,0 1-21 0,-1 2 1 0,-2 1-5 15,0 3 4-15,-5 1-5 0,-2 3-5 0,-1 2 7 16,-3 1-6-16,-4 2 8 0,-1 2-6 0,-7 0-3 0,4 1 1 15,2-1-2-15,-13 1 6 0,-2 0 1 0,-2-1 3 16,-1-1-3-16,1 2-4 0,-6-3-1 0,-11 1-1 16,-5 0 8-16,-11-2-6 0,1 1 8 15,-2 0-7-15,-3 0 8 0,-3 0-6 0,-6 0-1 16,-8 1-1-16,-2-1 6 0,-6 0-3 0,-3-1 0 16,-2-1-2-16,-15 0 7 0,1 0-28 0,0 0-17 0,0 0-13 15,0 0-122-15,0 0-143 0,0 0-69 16</inkml:trace>
  <inkml:trace contextRef="#ctx0" brushRef="#br0" timeOffset="195885.36">20939 2705 2730 0,'-20'-20'17'0,"2"3"-17"0,6 6 8 16,12 11-68-16,0 0 12 0,0 0-2 0,0 0 16 15,0 0 2-15,0-1-2 0,0 0 0 0,0 0 21 16,1 0 3-16,41-34 7 0,-23 33 20 0,0-3 7 16,-1 1-3-16,1 2 3 0,3-1 4 0,-1 4 8 15,0-2 0-15,1 1 0 0,2 3-13 0,2-1 6 16,2 3-5-16,5 0 4 0,0 3-9 0,4 0-11 15,6 0 4-15,5 3-6 0,5 2 5 0,13-5-5 16,9 4 1-16,13-1-2 0,7-3 2 0,3-1 1 16,4 1-4-16,7-2 4 0,2 0-7 0,3-2 0 15,-3 0 4-15,2 2-3 0,1-1 6 0,-2 1-8 16,0 2 0-16,0 0-1 0,1 0 6 0,1 0 3 16,0 1-1-16,2 2 2 0,-1 1 5 0,2-1 15 15,1 0-3-15,0-1 6 0,2 1-16 0,3 1-5 0,-1 0-1 16,1 1-1-16,1-2-3 0,-3 1 3 0,0 2-2 15,-6-2 2-15,-2 1 0 0,-5 3-7 0,-5-5 4 16,-11 7-6-16,-7-3 2 0,-3-3 4 0,-7 2-2 16,-7-1 3-16,-6-3-4 0,-13 6-1 0,-6 0 3 0,-6-1-2 15,-7 1 8-15,-3 0-2 0,-5-3-3 16,-3-2 2-16,-2-4-2 0,-3-1-1 0,-14-6-12 16,1 0-1-16,0 0-76 0,0 0-47 0,36 11-16 15,-37-11-15-15,0 0-110 0,-28-17 917 0</inkml:trace>
  <inkml:trace contextRef="#ctx0" brushRef="#br0" timeOffset="196410.2">21115 3043 255 0,'-14'-19'1005'0,"3"4"-427"0,1 2 527 0,10 13-1154 0,0 0 5 0,0 0-13 0,0 0 26 0,0 0 15 0,0 0-8 0,0 0 7 0,13-20 12 16,12 24-2-16,11 0 4 0,9-1 4 0,7-2-1 15,6 1 0-15,6-1-2 0,0-2 0 0,11 3 3 16,3-3 4-16,5 4-1 0,4 0-2 0,-6-4 12 16,3 1-4-16,5 0 8 0,5 0 10 0,7 0-8 15,0 1 1-15,-3-2-5 0,5-1-2 0,5-1 3 16,3 0 4-16,0 0-2 0,2 0-4 0,3-1-2 16,0 0-6-16,0-1 4 0,-1-1 4 0,0 2-1 15,-2 0 5-15,-2 4-3 0,-8 0 3 0,-1 2-6 16,-4 0 1-16,-3 0-4 0,-3 4-1 0,-12 0-1 15,0 3 1-15,-3 3-1 0,-1-6-4 0,-2 3 5 16,-6-1-2-16,-8 1 3 0,-2 1-1 0,-2 0-2 16,-3-1-1-16,2 2 1 0,-4-4-1 15,-4 1 2-15,-4-2 3 0,-10-2-1 0,-3 1 0 16,-8-1-2-16,-2 2-2 0,-4 0 1 0,-3-1 2 16,-13-5-4-16,1 0 3 0,-1 0-3 0,1 0 3 0,-1 0-6 15,2 0-5-15,-1 0-4 0,0 0-48 0,0 0-47 16,-1 0-9-16,0 0-19 0,0 0-98 0,-19-24-120 15,0 11-102-15</inkml:trace>
  <inkml:trace contextRef="#ctx0" brushRef="#br0" timeOffset="205213.59">15271 10448 1855 0,'0'0'139'0,"-1"0"-55"0,0 0 60 0,0 0-218 16,0 0 27-16,0 0-12 0,0 1 52 0,-32 40 5 15,25-19 1-15,1 2-3 0,-15-5 2 0,15 12 0 0,2 4 0 16,0 0-3-16,-1-5 9 0,2 4-2 15,-1-2 7-15,0 1 5 0,-2 2-1 16,2-1-1-16,-1 3 0 0,-1-1-9 0,0-3 8 16,1-3-6-16,0-2 1 0,0-4-67 0,0-5-130 0,2-4-28 15,4-15-59-15,0 0-372 0</inkml:trace>
  <inkml:trace contextRef="#ctx0" brushRef="#br0" timeOffset="205547.66">15461 10355 1610 0,'0'0'168'0,"0"0"-147"0,0 0-8 15,0 1-38-15,20 43 23 0,-13-19 11 0,1 1 4 16,-3 5 0-16,-2 2-12 0,-3 4 15 0,-2 1-3 16,-4 2 6-16,-2 1-7 0,-3-2 7 0,-2 2-4 15,1 1 9-15,-3-1 40 0,2-5 12 0,-3-2 2 0,5-6-1 16,1-2-20-16,4-4-18 15,1-3 1-15,3-5-8 0,2-14-12 0,0 1 2 0,0 0-1 16,0 0 2-16,11 34-4 0,-11-35 3 0,0 0-3 16,1 0 3-16,40 3-9 0,-40-3 0 15,33-14-4-15,-9 3 0 0,1-1-19 0,1-3 1 16,1 0 1-16,-1-2 1 0,0-1-1 0,-1 1 0 16,-1-1 2-16,-4 5 0 0,0 0 3 0,0 4-1 15,-1 2-5-15,-1 2 0 0,-1 1-36 0,-5 3-30 16,-1-1-3-16,-12 2-10 0,1 0-27 0,0 0-66 15,0 0-7-15,34 3-29 0,-35-3-111 0</inkml:trace>
  <inkml:trace contextRef="#ctx0" brushRef="#br0" timeOffset="205774.84">15687 10544 1908 0,'0'0'81'0,"-1"0"89"0,0 0-175 0,1 0-11 15,-1 0 1-15,-1 1-1 0,-32 45 24 0,32-23-9 16,-1 3-2-16,-1 3-3 0,1 3 0 0,2 7 1 16,0 3 2-16,0 2-2 0,0 0 4 0,0-1 0 15,0 0 1-15,-2-3 0 0,0-1 2 0,1-1-2 16,0-2 6-16,0-2-4 0,1-1 7 0,-1-6-9 16,0-1 0-16,2-5-2 0,0-2-3 0,0-4-97 15,0-15-4-15,0 0-40 0,0 1-81 0,1-1-341 16</inkml:trace>
  <inkml:trace contextRef="#ctx0" brushRef="#br0" timeOffset="206097.06">16199 10462 2612 0,'0'0'137'0,"0"0"-127"16,0 0 7-16,-1 1-46 0,-18 39-4 0,17-17 22 15,2 3-3-15,-2 3 9 0,1 4 1 0,-2 2 0 16,-1 2 4-16,3 5-1 0,-4 0 4 0,2 5 1 16,-2 1-1-16,-3 2 0 0,4 0-1 0,-4 1-1 15,3 0-1-15,-1 1 0 0,1 3 0 0,2 6-1 16,-3 3 1-16,1 2 0 0,-2 0-1 0,3-3 4 15,1-5-3-15,3 1 3 0,0-2 0 0,-1 1 0 16,1 0-2-16,0-4 2 0,0-5-4 0,2-6-1 16,-1-3-12-16,3-10-1 0,-1-2-88 0,0-9-54 15,-3-19-7-15,0 1-19 0,0 0-49 0,0 0-103 0,0 0-168 16</inkml:trace>
  <inkml:trace contextRef="#ctx0" brushRef="#br0" timeOffset="206424.86">16699 10899 2595 0,'0'0'36'0,"0"0"-74"16,0 1-3-16,0 0-19 0,-20 42 26 0,20-23 11 0,-2 6 3 16,0 3 1-16,2 4 10 0,-2 4-1 15,1 3 4-15,1 4-2 0,-3 3 10 0,0 5-1 16,-2-1 1-16,0 1-1 0,-1-1 10 16,-1-2 18-16,1 0-2 0,-1-4 6 0,0-4-9 15,1 2-11-15,1-1 2 0,-1-3-5 0,3-1-3 0,0-7-4 16,0-3 1-16,2-6-1 0,0-5 1 0,1-17-104 15,0 1-1-15,0 0-46 0,0 0-83 0,0 0-158 16</inkml:trace>
  <inkml:trace contextRef="#ctx0" brushRef="#br0" timeOffset="206797.45">17001 10953 1055 0,'0'0'151'0,"0"0"327"16,0 2 213-16,-16 41-628 0,13-21-109 0,3 6 33 15,0 0-5-15,2 3 18 0,1 2 11 0,0-1-7 16,1 4 1-16,1 1-4 0,1-4-2 0,1 1 1 16,0-3 2-16,2-6 2 0,-1 0 2 0,-2-5-3 15,0-2-2-15,0-3 1 16,0-2 5-16,1-2 12 0,0 0 4 0,-7-11 2 0,0 0 3 15,1 1 3-15,0 0-10 0,41 34 7 0,-42-35-16 0,1 0-8 16,39 16 5-16,-40-16-5 0,34 13-4 16,-16-6 1-16,2 0 0 0,2 2 3 15,-2-1 3-15,2 2-7 0,-1-2 1 0,-3 5-2 0,0 1 2 16,-2-3 0-16,-3 5 0 0,-2-7-1 0,-3 5 0 16,-2 1 3-16,-2-1 0 0,-2 4 2 0,-1-1 2 15,-3 0 15-15,-3 1-5 0,-3-1 9 16,-2-2 1-16,-2 0-30 0,-5 1 2 0,-3 0-17 0,-3-2-29 15,-1-3-47-15,-1-3-12 0,-1-3-19 0,0-4-126 16</inkml:trace>
  <inkml:trace contextRef="#ctx0" brushRef="#br0" timeOffset="207029.82">16903 11028 1529 0,'0'0'258'0,"0"0"-106"16,0-1 27-16,0 0-104 0,0 0-77 0,0 0 20 15,0 0-6-15,1 0 13 0,42-11-7 0,-20 16 2 16,5 0-4-16,5-1 4 0,3 0 6 16,6-1-15-16,6 0 3 0,4 0-8 0,3 1-7 0,1 1 5 15,-2-1 0-15,-6 1 3 16,-4 0-9-16,-6 0 4 0,-2 0-2 0,-6 0 5 0,-3-3 2 16,-2 2-2-16,-1-1-2 0,-3 0 0 0,-1 1-7 15,-5-5-58-15,-15 2-2 0,1 0-28 0,35-9-76 16,-36 9-146-16,1 0-155 0</inkml:trace>
  <inkml:trace contextRef="#ctx0" brushRef="#br0" timeOffset="207815.53">19454 9903 2125 0,'0'0'99'0,"0"0"-46"0,-1-1-26 0,1 0-52 0,0 0-59 16,0 0 55-16,0 1-5 0,1 0 30 0,41-2-5 15,-32-3 12-15,13 10 0 0,3 2 7 0,0 1 8 16,3-1-3-16,-1 1 4 0,2-1-2 0,1 0 16 16,2 0-8-16,-1-1 0 0,-1 1-3 15,1 2-11-15,-3-1-7 0,-1 1 0 0,0 1-2 16,-2-2 2-16,-2-2-3 0,0 2 3 0,0-2-3 0,-5 0 1 15,0-2 4-15,-19-4-6 0,1 0 1 0,40 9-23 16,-41-9-71-16,1 0-1 0,39 2-31 0,-40-2-74 16,1 0-163-16</inkml:trace>
  <inkml:trace contextRef="#ctx0" brushRef="#br0" timeOffset="208108.64">19358 10699 2875 0,'0'0'137'0,"0"0"-147"0,0-1 6 0,0 1-59 15,21-15-16-15,2 13 55 0,2 1-4 0,2-3 21 0,0-1-2 16,3 0-2-16,1 1 0 0,4-1-1 15,3-1 10-15,0-1 0 0,1-2 2 0,-1 0 0 16,-4 2 11-16,-2 0 13 0,-2 0-6 0,-5 4 8 0,-2-1-6 16,-1 0-2-16,-3 1-2 0,-3-1-2 0,-1 2-8 15,-2-1-8-15,-2 3 2 16,-11 0-4-16,1 0-3 0,0 0-92 0,38 12-10 0,-39-12-39 16,1 0-131-16,0 0-153 0</inkml:trace>
  <inkml:trace contextRef="#ctx0" brushRef="#br0" timeOffset="209900.22">21761 9433 1860 0,'-2'-12'170'0,"-1"0"4"0,2-2-6 0,1 14-129 0,0-1-64 15,0 0 12-15,10-37-2 0,-10 38 13 16,0-1 5-16,3-53-4 0,-3 54 1 0,0-1-3 0,8-42 2 0,-8 43 6 15,0-1-3-15,7-46 6 0,-7 46 11 0,3-35 26 16,-3 35-3-16,3-36 10 0,-2 16 3 0,-1 1-13 16,-1-4 6-16,0 1-10 0,-1-1-3 0,-2 0-6 15,0 0-3-15,-2 1 0 16,0 1-8-16,-2-3-11 0,-1 2 3 0,0 4-5 0,-1-3 5 0,0 4-4 16,0 3 1-16,-3-3-3 15,0 8 0-15,-2-3 1 0,-1 4-1 0,0 2 0 0,-1-1-8 0,1 3-3 16,0 0-3-16,-1 3 0 0,-1 2-15 15,0 4-5-15,2 5-2 0,-2 3 1 0,1 2-2 16,-3 3 11-16,-3 6 1 0,-1 7 4 16,-1 5 8-16,0 4-2 0,1 3 0 0,-1 1-1 15,4 2-2-15,1-1 5 0,2-4-2 0,3-3 4 16,3-3-1-16,4-4 2 0,4-2-6 0,2-5 5 16,4 3-6-16,4-3 2 0,3-1 3 0,3-4-1 0,0-5 3 15,3-6 4-15,2-2-1 0,4-4 1 0,-1-2 4 16,2-4 0-16,3-4-1 0,-1-3-1 0,0-3-3 15,2-3 3-15,-1 2 1 0,-2-5 2 16,3 2 7-16,-4 3-3 0,1 0 1 0,-1-1-2 16,-3 3 1-16,-2-2 5 0,-1 1 3 0,-4 2 1 15,-2 1 3-15,0 2 3 0,-10 10-3 0,0-1 4 0,0 0-1 16,0 0-7-16,0 0 0 0,0 0-5 16,0 0-9-16,0 0-7 0,0 0 2 0,0 1-4 15,0 0-1-15,0 0 2 0,-11 23 1 0,2-2 1 16,1 0 5-16,-1 3 0 0,-1 2 1 0,0 5 1 15,4 7 0-15,-4 4 0 0,3 3-1 0,2 2 1 0,-3-1 3 16,2 1-2-16,-2-4 4 0,-1-2-4 0,2-3-3 0,5-1 5 16,-1-3-2-16,3-1 5 15,0-1-2-15,-1-3 1 0,2-1-1 0,1-3 1 16,-1-6 4-16,-1-2-2 0,0-17-2 0,0 1 1 16,0 0-6-16,8 35 0 0,-8-36-2 0,0 0-3 0,0 0-55 15,0 0-72-15,0 0-13 0,0 0-27 0,0 0-132 16</inkml:trace>
  <inkml:trace contextRef="#ctx0" brushRef="#br0" timeOffset="210458.06">20640 10319 1572 0,'0'0'187'0,"0"0"8"15,0 0 2-15,0 0-116 0,1 0-75 0,47 5 38 16,-23-5-8-16,7 1 13 0,3-1-26 0,-3-13-9 15,15 12 4-15,4-3-3 0,2-1 15 0,-1 1-1 0,2 0 4 16,1 2 0-16,1-1 17 0,-1 1-2 0,-3 0-2 16,-2 0-3-16,-2-1-27 0,-3 0 0 0,0 4-7 15,0-1 4-15,1 3-6 0,-1-2-1 16,1 1 1-16,-2 0-1 0,-3 0 3 0,-3 0-5 16,-1 2 2-16,-7-1-4 0,-2 0 2 0,-3 1-4 15,-1-1 4-15,-5 0-4 0,-1 0 6 0,-18-3-4 16,1 0-2-16,0 0 0 0,0 0 0 0,35 10-50 15,-36-10 1-15,0 0-23 0,0 0-25 0,0 0-31 16,0 0-9-16,0 0-12 0,0 1-70 0,-1 0-71 16,0 0-56-16</inkml:trace>
  <inkml:trace contextRef="#ctx0" brushRef="#br0" timeOffset="210789.68">20904 10689 2889 0,'-12'-2'130'0,"3"6"-138"16,9-4-33-16,-1 0-21 0,0 0-22 0,-18 37 48 0,17-17 1 15,2 5 13-15,-1 2-5 0,1 4 14 16,1 2-2-16,2 3 8 0,-1 0 4 0,-1 0 3 0,-1 3-2 16,0-1 1-16,0 2-5 0,-2 0 16 15,-2-1 1-15,-1 5 7 0,-1 1-6 16,-1 2-8-16,0 4 1 0,0-6-2 0,1-2 1 16,3-5-3-16,1-3 1 0,2-6-1 0,0-2-1 0,2-5-75 15,2-2-13-15,1-6-28 0,1 0-107 0,-6-14-87 16,1 0-9-16,0 0-55 0,36-2-348 0</inkml:trace>
  <inkml:trace contextRef="#ctx0" brushRef="#br0" timeOffset="211084.72">21391 10761 1814 0,'0'0'302'0,"0"0"-253"15,0 1-7-15,0 0-74 0,5 46 12 0,-1-26 26 16,1-1 1-16,-2 2 6 0,1 1-13 0,0 1-4 16,-2 1 1-16,3-1-2 0,-2 2 6 0,1-2 1 15,-2 0 0-15,1-1 2 0,1-3 26 0,-3-1 4 16,4 1 4-16,0-4-3 0,0-1-9 0,1 1 6 16,-1-3 4-16,-2-2 2 0,-3-11 6 0,0 1-13 15,1 0-3-15,26 38-3 0,-27-39-11 16,2 0-4-16,-1 1-2 0,47 19 0 0,-47-20-1 0,36 8-9 15,-19-7 1-15,2-1-5 16,0 0 6-16,-3-2-6 0,2 0 3 0,-3-1-5 0,-1 0-2 0,-3 2-50 16,-12 1-4-16,1 0-21 0,0 0-56 0,0 0-30 15,35-2-10-15,-36 2-10 0,0 0-63 0,0 0-282 16</inkml:trace>
  <inkml:trace contextRef="#ctx0" brushRef="#br0" timeOffset="211350.01">21546 10871 2476 0,'-10'7'34'0,"-1"5"-43"16,-1 3-11-16,1 7-2 0,-1 6 20 0,-1 4 10 0,0 4-3 16,0 6 4-16,2 0-15 0,1 5-1 0,2 2 0 15,1 0 1-15,0 2 4 0,1-4 6 16,-1-4-4-16,0-2 5 0,1-2-4 0,-1-3 8 15,2-3-2-15,-2-2 4 0,-1-5-1 0,1-4 0 16,-1-1 8-16,0-2-6 0,0-3 0 0,1 1-22 16,-2-4-10-16,1-2-6 0,8-11-59 0,0 0-55 15,0 0-18-15,-2 0-19 16,1 0-140-16</inkml:trace>
  <inkml:trace contextRef="#ctx0" brushRef="#br0" timeOffset="212733.93">11570 2685 63 0,'-20'-12'819'0,"4"-1"-360"0,16 13 425 16,-1 0-953-16,1 0-1 0,0 0-15 0,0 0 57 16,0 0-2-16,1 0 21 0,31 10-3 0,-24-18 27 0,13 17-8 15,6-5 16-15,3 5-8 0,3 2-1 0,5-1-2 16,3 4 2-1,-1-2-2-15,4 1-3 0,2 2 9 0,2 0-7 0,5-1 12 0,0-2 2 16,2 2-4-16,1-2 5 0,1 0 12 0,-2-5-5 16,7 0 8-16,7-2-7 0,4 0 0 15,8-3-2-15,0-1-6 0,-3 0 3 0,9-1-13 16,4 0-1-16,3 0 0 0,6 0-1 0,-5 0-8 16,4 0-1-16,3 1 0 0,4 0 1 0,0 0 3 0,-2 0-5 15,1 0 1-15,4 0-1 16,1-1 1-16,-3 0 14 0,0 0-1 0,0-1 6 0,3-1-4 0,0 0-3 15,2-1-2-15,3-2 0 0,3 0-9 0,3-3-5 16,1 1 1-16,5-4-1 0,0-1 3 0,1 0-1 16,3-1-2-16,-3 2 1 15,-4-2-1-15,-1-1 3 0,-1 1-3 0,-6 2 4 16,-2-1 1-16,-3 1 2 0,-7 1 4 0,-4 2-1 16,1 1 5-16,-4 2-9 0,-6 2 3 0,-8 3-4 0,-5 0 2 0,2 0-4 15,-2 2-2-15,-5 0 0 0,-5 0 7 0,-10 2-7 16,-6-1 5-16,-3 0-7 0,-4 2-2 0,0-3 6 15,-2 2-3-15,-6-1 5 16,-2-2 0-16,-7 2-2 0,-5-2 4 0,-7 0-4 16,-16-1 6-16,1 0-1 0,0 0-15 0,0 0 5 15,0 0-45-15,0 0-2 0,1-1-2 0,-2 0-5 0,-3-35-49 16,-17 20-23-16,-10 2-34 0,-10-1-1 0,-12-1-171 0</inkml:trace>
  <inkml:trace contextRef="#ctx0" brushRef="#br0" timeOffset="213199.84">12567 2680 3054 0,'-36'-38'-14'0,"4"5"-2"0,11 11-11 0,5 6-36 15,11 4-13-15,5 12-15 0,0-1 10 0,0 0 2 16,0 0 11-16,45-10 38 16,-34 7 10-16,14 16 1 0,6-1 3 0,3 1 12 0,4-3-16 15,4 6 8-15,3-1-10 0,-1 1 15 16,4 2 1-16,3-5-1 0,9-1 0 0,4-1-18 0,3-3 11 15,2 1-3-15,1-2 7 16,5-3 4-16,5-3 9 0,6 0-2 0,5 0 7 0,-2 1 10 16,3 0-3-16,1 1-4 0,7 0 0 0,1 1-14 15,-1 0 8-15,2 1-3 0,-1 1 6 0,6 0-1 0,1 1-4 16,-3 0 8-16,2 0-7 0,0 0 4 0,4 0-1 16,1 0-1-16,-3 1 3 0,1 0 6 15,-2-2-7-15,-1-2 2 0,-5 2-3 0,1-1 4 0,-1-1 1 16,1 1 0-16,-1 0 0 0,-8 1-14 0,-3 0 7 15,3 1-5-15,-3 1 8 0,-1 1-8 0,-12 0 1 16,0 2 1-16,-2 2 0 0,1 1-3 0,1 1 0 16,-3 0-71-16,-7 1 19 0,-2-1-289 15</inkml:trace>
  <inkml:trace contextRef="#ctx0" brushRef="#br0" timeOffset="213799.42">26943 3244 2881 0,'0'0'72'0,"0"-1"-90"16,0 0-19-16,0 0-30 0,1 0-13 0,44-35 20 0,-22 33 9 16,10 1-3-16,1 2 35 0,-2-12 21 0,5 12 5 15,3 0 5-15,0-2-5 0,0 0-5 0,2 4-2 16,0-2 1-16,8 1 10 15,0-3 21-15,0 2-3 0,1-1 8 0,-1 1-14 16,2 0 4-16,1-1-8 0,6 1 6 0,2 0-5 0,7-1-3 16,2 1-2-16,0-2-2 0,0 2-6 0,-3-1 6 15,0-1 0-15,3 4 1 0,1-2-4 0,0 2 4 16,-2 0-2-16,-6-2 2 0,-2 4 0 0,-7-1-9 16,2 0 5-16,-2 2-6 0,1 0 9 0,1 1-14 15,-5 1 5-15,-4 0-7 0,-2-1 6 0,-4 1-3 16,0-2 0-16,-2 1-1 0,-1-2-4 15,-1-1-31-15,0-1-18 0,-2-2-13 0,2-2-140 0,-2-2-139 0,1-4-104 16</inkml:trace>
  <inkml:trace contextRef="#ctx0" brushRef="#br0" timeOffset="-203079.06">21505 10487 496 0,'0'0'155'0,"0"0"58"0,0-1 6 16,0 0-126-16,0 0-52 0,0 0 37 0,0 0-7 15,0 0 17-15,2-35-16 0,-2 35 9 16,0 0-7-16,-1 0 7 0,0 0-22 0,0 0-38 16,0 0 5-16,0 0-19 0,0 0-2 0,0 0-2 15,0 0 0-15,1 0-1 0,0 0-6 0,0 0 7 0,0 0-3 16,-2 0 7-16,2 0 11 15,-1 0 9-15,0 1 4 0,0 0 1 0,0 0 14 0,0 0-5 16,0 0 1-16,0 0-2 0,0 0-13 0,0 1 1 16,0 0-6-16,0 0 3 0,-25 34-21 0,26-35 0 15,0 0-2-15,0 1 1 0,0 0-4 0,-8 37 1 16,8-38-3-16,0 1 3 0,0 0 0 16,-6 36 3-16,6-37-2 0,0 1 3 0,0 0-4 0,-7 37-2 15,7-38 4-15,0 1-3 0,0 0 1 16,-8 44 1-16,8-45-1 0,0 1 2 0,-6 35-2 0,6-36 0 15,0 1 4-15,0 0-3 0,-15 44 5 0,15-45 5 16,0 1-4-16,-13 39 5 0,13-40-6 0,0 0 1 16,-6 36-3-16,6-36 3 0,0 1-1 0,0 0 2 15,0 35 0-15,0-36 0 0,0 0 4 0,0 1-12 16,0 0 6-16,0 0-6 0,0 0 7 0,14 37-5 16,-14-38 3-16,0 0-3 0,0 0 2 0,0 1-1 15,0 0-1-15,0 0 2 0,0 0 1 0,18 34-3 16,-18-35 2-16,0 0-2 15,0 0 10-15,0 0-6 0,0 1 1 0,1 0-4 0,0 0 0 0,0 0 4 16,37 24-3-16,-38-25 2 0,0 0-5 16,1 0-1-16,0 0 1 0,0 0-1 0,40 7-4 15,-41-7 3-15,1 0-3 0,0 0 3 0,41 10 0 16,-42-10 2-16,1 0 0 0,44 6 1 0,-45-6-4 0,1 0 1 16,43 2 0-16,-44-2 1 0,1 0 0 0,38-5-21 15,-39 5-2-15,1 0-7 0,0 0-2 0,39-13-7 16,-40 13 0-16,0 0-7 0,1 0-45 15,0 0-97-15,0-1-14 0,0 0-41 0,0 0-173 16</inkml:trace>
  <inkml:trace contextRef="#ctx0" brushRef="#br0" timeOffset="-202619.38">21838 10535 1767 0,'0'0'302'0,"0"0"-238"16,-1 0 17-16,1 0-78 0,-2 0-56 0,1 0 12 16,0 0 1-16,0 0 4 0,-35-5-12 0,36 5-4 15,0 0 7-15,-1 2-1 0,0-2 47 0,0 1-6 16,0 0 2-16,-35 36-4 0,36-37 7 0,-1 0 7 15,0 1-4-15,0 0 7 0,-37 31-9 0,38-32 15 16,-1 0-1-16,0 0 5 0,0 1 2 16,0 0-4-16,1 0 3 0,-37 24-3 15,37-25-3-15,0 0 1 0,0 1-7 0,-1 0 4 0,-17 36-6 0,18-37 1 16,0 1 0-16,-10 34 0 16,10-35-8-16,-11 33-2 0,4-10-2 0,0 1-1 0,-1 2-8 15,2 1 7-15,-2-1 4 0,0 2 1 16,0-2 8-16,1 2 10 0,3-1-3 0,4 4 6 0,-1-3 9 0,1 2-10 15,0-3 3-15,-2-1-5 0,2 2-4 0,0 1 11 16,-2 1-6-16,0 2 7 16,-6-2-19-16,1 1 4 0,1-1-4 0,0 2 3 0,2 1-4 0,-5-2-1 15,0 0 1-15,1-4 0 16,-3 1 4-16,2-4-6 0,0 0 3 0,-1-3-3 0,1 0 1 0,0-2-12 16,3-3-19-16,2-2-6 0,4-14-137 0,0 0-272 15</inkml:trace>
  <inkml:trace contextRef="#ctx0" brushRef="#br0" timeOffset="-193643.86">18882 4967 1960 0,'-14'-16'113'16,"2"3"-32"-16,12 13-13 0,0 0-54 0,0-1-74 0,0 0 12 16,0 1-5-16,0 0 27 0,0 0 34 0,31 10 1 15,-13 2 5-15,7-1-3 16,3 0 14-16,8 3 4 0,6 2-5 0,3 1 4 0,3-1-8 16,5 3 2-16,0-3 4 0,4-3-2 15,0 0 7-15,-8-14-3 0,11 12 1 0,-1 3-2 16,0-3-4-16,0-2 7 0,-2-2-3 0,1-3 5 15,1 1 1-15,-5-3 0 0,-1 0 2 0,-5-2-1 16,-1 0-2-16,-7-2-12 0,-2-1 2 0,2 0-8 16,-3 1-13-16,-3 0 0 0,-2 1-1 0,-7-2-1 15,0 1-16-15,-3 0-127 0,-1 0-30 0,-1-1-54 16,0-3-310-16</inkml:trace>
  <inkml:trace contextRef="#ctx0" brushRef="#br0" timeOffset="-193190.4">24572 5100 3660 0,'2'-14'46'0,"2"1"-23"0,4 6-11 16,6-1-116-16,11 4-11 0,13-2 92 0,17 3-42 0,16 3 32 0,7 6-79 0,6-12 79 0,10 16 30 0,7 4-1 0,2-2 11 16,3 1-6-16,3 0 0 0,2 1-3 0,2 0-3 15,-3-1 8-15,1 1-3 0,-2 0 3 16,-1 0-2-16,-4-2-5 0,-1-2 7 15,4 3-7-15,-1-1 10 0,1-1 18 0,-1 1-6 16,1-1 9-16,0 0-11 0,1 1-3 0,-1 1-1 0,-1-1-1 16,0 0 3-16,2-1-9 0,-3 1 5 0,-9 0-7 15,-3 0-3-15,-1-1 2 0,-4-1-2 0,-1 0 3 16,-8-2-3-16,-10 0 5 0,-2-2-2 0,-6-2 2 16,-3-1-5-16,-5-1 5 0,-4 0-2 0,-9-1 3 0,-4 0-6 15,-7-2 16-15,-2 0-8 0,-6-2 11 16,0 0-8-16,-5-1-8 0,-1 0-11 0,0-1-5 15,-4-1-87-15,1 0-143 0,-2-3-13 0,2 0-61 16,7-2-215-16</inkml:trace>
  <inkml:trace contextRef="#ctx0" brushRef="#br0" timeOffset="-93062.95">2462 2714 2179 0,'-17'-16'87'16,"2"4"-26"-16,15 12 7 0,-1 0-33 0,0-1-16 0,0 0-22 0,0 0-14 15,0 0 1-15,0 0-22 0,0 0 32 0,0 0 0 16,0 0 11-16,-8-35 3 0,9 36-4 16,1 0 5-16,44-15-5 0,-21 9 8 0,0 2 1 15,3-4-4-15,0 2 3 0,0 3-8 0,2-2-1 16,-3 1 1-16,4-1-1 0,1 0 1 0,2 2 1 15,6 3 0-15,1 0 1 0,0-1 4 0,3-1 1 16,1 1-5-16,1 1 4 0,1 1-10 0,1-1 1 16,3 0 0-16,5 0 1 0,4-3 1 0,6 2-4 15,0-1 5-15,0 1-4 0,-4 0 6 0,-4 1-5 16,3 0-2-16,3-2 0 0,3 0 1 0,4 1 3 0,-2 0 0 16,-5 2 0-16,-3 4-2 15,-1-1 2-15,2-1-1 0,5 0 1 0,3 1 7 0,1 1-8 16,-1 0 4-16,-8 3-6 0,-2-1 0 0,1-2 3 15,1 1-1-15,5-2 2 0,0 0-1 0,-1 1 4 16,-5-4-4-16,-5 0 5 0,-2 2-1 0,2-1 51 16,2-2-7-16,5-2 19 0,2-5-31 0,-1-3-12 0,-1 3-8 15,-6-1 1-15,0 1-16 16,-5 1 3-16,3 0-2 0,-2-2 3 0,1-3-1 0,-2 5-2 16,-3-3 4-16,-4 3-4 0,-3 2 1 15,-7-3 1-15,-2 3-7 0,-5 0 4 0,-4 2-3 0,-3 2 3 16,-3 0 3-16,-1 0-1 0,-16 0 0 15,0 0-4-15,1 0 5 0,35 8-7 0,-36-8-28 16,0 0-152-16,1 2-19 0,26 36-61 0,-19-24-223 0</inkml:trace>
  <inkml:trace contextRef="#ctx0" brushRef="#br0" timeOffset="-92103.39">11717 2711 83 0,'-13'-16'785'0,"0"1"-324"0,4 6 401 15,9 9-860-15,0-1 2 0,-1 0-17 0,-1 0 58 16,2 0-2-16,-1 0 19 0,0 0 5 0,-23-38-21 15,24 39 3-15,0 0-10 0,0 0-14 0,0 0-14 16,1-1 5-16,0 0-6 0,0 0 15 0,36-15 1 16,-37 16 0-16,1 0 1 15,39 6-1-15,-23-3-9 0,2 0 5 0,3 3-6 16,-1-2 6-16,0 0-2 0,1-3-1 0,4 2 1 0,4 3 9 16,4-5-12-16,5 2 1 0,1-1-6 15,2 0-6-15,3 1-1 0,1 0 3 0,2 1-4 0,-2-3-3 16,2 2 1-16,1-1-1 0,4-1 2 15,4 3 3-15,2-1-3 0,1 1 1 0,-1 1-2 0,-2-2-6 16,0-1 8-16,0 0-3 0,3-1 7 16,1 0-1-16,5 0 1 0,-4-1-1 0,0 1 3 0,-1-1 8 0,-2-4-3 15,-1 2 7-15,2-2-7 0,1-2-2 0,5 3-4 16,-3 0 2-16,-3 0-1 16,-3 1 3-16,-5 0-4 0,0-1-3 0,2 2 2 0,1 0-2 0,2-1 2 15,0 2-2-15,-4 0 1 0,-3 0-7 0,-5 3 5 16,-3-3-1-16,-4 0 3 0,-4 3-3 15,2 0-1-15,-5 0 3 0,2 0-3 16,0-3 4-16,-5 2-1 0,1 1-5 0,-5-3 3 16,0 2-3-16,-2 0 2 0,-2-2 4 0,0 3-1 0,-5-2 2 0,-1 1-4 15,-14-2 0-15,1 0 0 16,0 0 2-16,36 6 0 0,-37-6 1 0,0 0 0 0,0 0-1 0,1 0 1 16,0 0-9-16,0 0 1 15,-1 0-46-15,0 0-62 0,0 0-17 0,0 0-23 16,0 0-124-16,0 0-187 0</inkml:trace>
  <inkml:trace contextRef="#ctx0" brushRef="#br0" timeOffset="-82658.47">1987 13523 2151 0,'0'0'92'0,"0"0"-17"0,0 0 18 0,0 0-6 15,0 0-8-15,-1 0-1 0,1 0 1 0,-1 1-5 16,0 0-5-16,0 0-14 0,-29 37 3 0,30-38-7 0,0 1-13 16,-4 49-1-16,2-28-1 0,1 7 3 15,0 3 13-15,0 4-10 0,2 8 3 0,-1 3-6 0,1 3-1 16,-1 0-5-16,-1 0 0 0,0 0-2 16,-2-1-6-16,1 6-1 0,-2 1-9 0,-1 1 5 15,2 2-10-15,-1-8-8 0,0-2 8 0,1-7-9 0,0-5 5 16,0-1 1-16,0-6-6 0,0-5 4 0,1-1-4 15,0-4-5-15,2-1 4 0,-1-1-8 16,1-18-34-16,0 1-58 0,0 0-7 0,0 0-17 0,0 0-43 16,0 1-39-16,0-2 0 0,0 0-19 0,-16-22-71 15,14-4-49-15,0-6-52 0</inkml:trace>
  <inkml:trace contextRef="#ctx0" brushRef="#br0" timeOffset="-82359.7">1858 13688 1319 0,'3'-25'261'0,"5"-1"-106"0,-3 4-15 0,2 4-17 16,0 2 18-16,1 6-21 0,-8 10-1 0,0-1-9 0,1 0-19 16,25-34-26-16,-26 35-1 0,1 0-9 0,0-1-19 15,36-21-11-15,-37 22 4 0,0 0-4 0,47-11 18 0,-26 6-5 16,-1 2 0-16,0 2-3 0,1-2-9 0,0 4-9 16,3 0 8-16,0 3-5 15,-2 3 16-15,1-3 7 0,-2 3-4 0,4 0 5 16,-1 0-12-16,-2 2-7 0,-3 1 2 15,-3 0-2-15,-4-1 12 0,-1 2 2 0,-4 1-2 0,-3 4 1 16,-4 2-2-16,-4 4-13 0,-3 0 4 0,-7 2-8 16,-1 2-2-16,-6 0-9 0,-1 1 1 0,-3-1-4 15,-1 1-3-15,0-2 1 0,2 2-2 0,2-4 2 16,1 1-3-16,3-3-5 0,-3-4-22 0,4 0 2 16,2-2-96-16,3-3-75 0,2-1-7 0,10-11-31 15,0 0-83-15,0 1-140 0,0 0-97 0</inkml:trace>
  <inkml:trace contextRef="#ctx0" brushRef="#br0" timeOffset="-82059.57">2939 13589 2684 0,'0'0'90'0,"0"0"59"15,0 0-35-15,-1 0 42 16,-1 0-57-16,2 0-23 0,-43-12-4 0,43 12-7 0,-1 0-27 0,-39 22-14 16,24-13-2-16,-2 5-3 15,-2 4-4-15,1 3-5 0,-3 4 1 0,3 2-3 0,1 2-1 16,-1 4 1-16,2 1-1 16,7 2 0-16,-3 2-7 0,4 1 0 0,2-1 2 0,-1 0-1 15,3 2 5-15,4-3-7 0,0 2-4 0,2 2 0 0,3-3 3 16,1 1-3-16,0-3 6 0,3-5-4 15,1-1 2-15,-1-7 0 0,1 0-4 0,5-3 2 16,-2-6-10-16,4 1-156 0,-1-3-13 0,0-4-71 16,3 0-220-16</inkml:trace>
  <inkml:trace contextRef="#ctx0" brushRef="#br0" timeOffset="-81367.23">3405 13552 1907 0,'0'0'148'0,"0"0"35"16,0 0 30-16,0 0-45 0,0 0-36 0,0 0-57 15,0 0 0-15,-1 0-14 16,0 1-1-16,0 0-20 0,-37 33 4 0,29-15-9 15,2 7 13-15,-7 7-7 0,-1 1 4 0,-1 6-5 16,-3 5 5-16,-2 3-17 0,-2 3 1 16,0 1-5-16,0-1 3 0,-1-4-8 0,2 1 1 0,2-1-5 15,2 1-8-15,-1-6-3 0,2-3 1 0,3-6-2 0,0-4-4 0,0-6-3 16,4-4-30-16,1-7 6 16,9-12-125-16,0 0-39 0,0 0-5 0,-1 0-18 15,1 0-68-15,0 0-124 0,-4-31-78 0</inkml:trace>
  <inkml:trace contextRef="#ctx0" brushRef="#br0" timeOffset="-81147.09">3263 13635 805 0,'19'-33'179'0,"-1"-2"507"15,0 8-481-15,-2 2-48 0,0 6-7 0,-4 4-16 16,0 3-35-16,-12 12-5 0,2 0-3 0,-1 0-3 16,0 0-25-16,37 4-17 0,-38-4 0 0,12 30-5 15,-6-7 15-15,-1 3 10 0,-1 2-1 0,-1 7 3 16,0 1-4-16,-1 8-20 0,0 1 3 0,-1 4-11 15,-1 0-13-15,2-2-8 0,-1 0-4 0,1-3-1 16,0-3-6-16,0-4 0 0,0 0 0 0,1-3 0 0,0 1-3 16,1-3 4-16,0-1-3 0,-1-7 0 0,2-1-25 15,-2-4-135-15,0-5-9 0,-3-14-52 16,0 1-101-16,0 0-69 0,0 0-64 0</inkml:trace>
  <inkml:trace contextRef="#ctx0" brushRef="#br0" timeOffset="-80658.32">3238 13956 2000 0,'0'0'255'0,"0"0"-124"0,0-1-6 0,-1 0-35 0,-1 0-12 15,2 0-31-15,-1 1-3 0,1 0-8 0,0 0-9 0,0 0-19 16,0 0 0-16,1 0-8 0,-1 0-10 0,47 15 5 16,-29-9 2-16,4-5 1 15,0 0-2-15,3-1-1 0,2-3-18 0,0-1 2 16,2-2-96-16,0-4-42 0,3 3-3 0,-2-3-15 15,2-1-38-15,0 0-23 0,1-1 0 0,4 1-8 16,0 1-1-16,-6-1-41 0,0 2 29 0,-5 2-13 16,-3 0 212-16,-4 1 67 0,-2 1 31 0,-3 0 16 0,-14 5 195 15,1 0 0-15,0 0 30 0,0 0-31 0,0 0-12 0,0 0-14 16,0 0-3-16,0 0-8 0,0 0-42 0,-1 0-17 16,0 0-3-16,0 1-6 15,-1 0-31-15,0 0-17 0,-42 32-3 0,26-23-4 16,-2 2-13-16,-2 0-2 0,-3 1-3 0,2 3 1 15,-1-3-6-15,3 0-30 0,4 0 0 0,0-4-12 16,4-1-17-16,12-8-4 0,0 0-2 0,-1 1 0 16,0 0-6-16,0 0-9 0,0 0 4 0,0 0-5 15,-14 35 3-15,15-36-6 0,0 0 0 0,0 0-3 0,1 1-2 16,0 0 2-16,39 27 4 0,-21-21-1 0,-2-5 18 16,6 0-6-16,0 2 4 0,1-3-4 15,2 3 10-15,-2 3 2 0,-1-3 2 0,-5 0 1 16,0 2 11-16,-4 2 8 0,-3 0-3 0,-5 3 4 15,-2 3-8-15,-4 3 2 0,-3 3-6 0,-5-1 3 16,-5 3-14-16,-5 1 6 0,-2 1-2 0,-2 1 1 16,-3-2-5-16,0-1-89 0,-2-4-29 0,2-2-39 0,-2-5-240 15,6-3 862-15</inkml:trace>
  <inkml:trace contextRef="#ctx0" brushRef="#br0" timeOffset="-80196.91">4513 14343 901 0,'-10'-8'125'0,"1"2"402"0,0-6 156 0,1 0-461 0,1-2-50 0,0 0-30 16,0 0 9-16,0-4-21 0,0 0-32 0,1-4-30 16,0-1-4-16,2-4-9 15,0-2-9-15,3 0 8 0,1-3-3 0,3 0 3 16,2-1-12-16,2-8-2 0,3 1 0 0,3-1-2 16,3-2-16-16,-1 1-9 0,4 1-4 0,0 3-1 15,0 0-8-15,1 6 0 0,2 3-2 0,-2 2 1 0,5 4-10 16,0 4 14-16,0 1-5 0,1 3 7 15,-1 4-5-15,-1 4-4 0,-4 2 3 0,3 5-4 16,-4 0 1-16,1 7 3 0,0 4-1 0,-1 5 2 16,0 2 0-16,-2 0 0 0,0 4 0 0,-2 7 0 0,1 4 2 15,-1 8-2-15,-2 2 2 0,-1 4-2 0,0 1 13 0,-1 2 0 16,-1 3 4-16,-5-4-4 16,0-1 0-16,1-3 3 0,-3 0-2 0,2-1 3 15,-3-1-2-15,-1-4-5 0,-1-3-1 0,0-7-2 0,-1-4-7 16,-2-7 4-16,0-3-4 0,3-15-1 0,0 1-64 15,0 0-114-15,0 0-21 0,0 1-44 0,0-2-203 16</inkml:trace>
  <inkml:trace contextRef="#ctx0" brushRef="#br0" timeOffset="-79815.46">5627 13662 2365 0,'0'0'98'0,"0"0"69"0,0 0-110 16,0 0-8-16,0 0 7 0,0 1-5 0,2 45 42 0,-2-27-11 15,0 7 6-15,0 5-11 0,-1 3-8 0,-2 0-11 16,0 5-6-16,-1 0-4 0,0 0-31 0,0-1-4 16,0-3-6-16,0-4 3 15,0 4-6-15,1-5-1 0,-1 1 4 0,1-4-4 16,-2-6-1-16,1-4-44 0,4-17-13 0,0 0-17 15,0 1-76-15,0 0-23 0,0 0 6 0,0 0-13 16,0-1-12-16,0 0-127 0,6-25-16 0</inkml:trace>
  <inkml:trace contextRef="#ctx0" brushRef="#br0" timeOffset="-79359.98">5637 13699 317 0,'5'-33'590'0,"0"3"-249"0,0 4-32 0,1 6-61 0,-1 5-76 0,-5 15-32 15,0-1-1-15,0 0-9 16,16-36-6-16,-16 37-13 0,0 0-5 0,0-1-4 15,1 0-35-15,0 0-14 0,0 0-1 0,41-18-2 16,-42 19 5-16,0 0-4 0,40 2-7 0,-40-2 3 0,2 0-3 0,36 9 0 16,-38-9-2-1,2 0-1-15,39 22-11 0,-41-22-7 0,1 1 6 0,0 0-6 16,44 31 5-16,-45-32-4 0,1 1-6 0,0 0 2 0,31 36-13 0,-32-37 3 16,0 1 2-16,0 0-1 15,0 0-2-15,-2 47-4 0,2-48-5 0,-21 31 0 16,7-15-14-16,0 1 8 0,-3 1 4 0,0-1 1 15,2 0 1-15,-1-1-1 0,2 0 1 0,2-1-3 16,1-4-1-16,11-11 4 0,0 1-5 0,-1 0 4 16,0 0 1-16,1 0-1 0,-1 0 1 0,-25 35-1 15,26-36-5-15,0 0-3 0,0 0-4 0,0 0 1 0,0 0 5 16,1 0-3-16,0 0 5 0,38-7-5 0,-39 7 1 16,1 0 2-16,43-13 0 0,-43 13 0 0,35-9-2 0,-35 9 9 15,36-6-3-15,-17 6 4 16,-2 0-3-16,-2 2 5 0,0 2-2 0,-4 1 5 15,-1 2 10-15,-1 2-4 0,-2 2 9 0,-3 1-9 16,-1 2 5-16,-3 3 0 0,-1 3-2 0,-3-1 1 0,-2 2-9 16,-5-3 4-16,-1 3-8 0,0-1 6 15,-5-1-6-15,1 2 1 0,-1-2 2 0,-3 0-2 16,2-2 3-16,-1-1-9 0,0-3-9 0,1-2-7 0,0 1-87 16,2-3-108-16,-1-2-22 0,3-1-39 15,13-6-158-15</inkml:trace>
  <inkml:trace contextRef="#ctx0" brushRef="#br0" timeOffset="-78960.05">6443 13868 1730 0,'0'0'275'15,"0"0"42"-15,0 0 107 0,0 0-297 0,0 0-11 16,0 0-8-16,0 0 9 0,0 0-9 0,0 0-4 0,0 0-49 15,0 0 2-15,0 0-18 0,-2 0-4 16,1 0-7-16,-35 10-6 0,36-10 0 0,-1 0-15 16,-39 17-8-16,20-10 3 0,-1 3-4 15,-1 2 2-15,-1 1 2 0,-2 0 1 0,1-2 1 16,2 2-4-16,2-2 1 0,1 1-3 0,5-2 3 16,1-3 1-16,13-7-8 0,0 0 6 0,-1 1-9 15,0 0 4-15,0 0-9 0,0 0-2 0,0 0-2 16,1 0-1-16,0 0 6 0,0 0 0 0,0 0 3 15,1 0 1-15,39 22 9 0,-40-23-2 0,1 0 3 16,47-4 8-16,-47 4-2 0,37-4 2 0,-17 3-2 16,-1-2 2-16,1 3 15 0,-1-1-5 0,0 1 6 15,-2 2-11-15,-4 0-6 0,-14-2 3 0,1 0-4 16,0 0 2-16,0 1 3 0,36 23 0 0,-37-24 1 16,0 0-8-16,0 1 6 0,-8 34-3 0,8-35 4 15,-1 1-10-15,-28 37-31 0,17-22-8 0,-4-2-12 16,1-3-55-16,1 0-71 0,2-4-18 0,12-7-28 15,-1 0-147-15,0 0-179 0</inkml:trace>
  <inkml:trace contextRef="#ctx0" brushRef="#br0" timeOffset="-78714.21">6658 13492 2157 0,'12'5'148'0,"0"-1"-15"0,3 0-13 0,-1 3 2 0,0 1-35 0,-1 2-12 15,0 2 2-15,1 3-5 0,0 1 1 0,-2 2 13 16,1 1-2-16,-2-2 7 16,1 3 0-16,0 2-8 0,-1 2-6 0,2 2 0 15,-1 0-23-15,0 1-6 0,-2 0-1 0,-3 1-4 0,1 0-16 16,-2 4-7-16,1-1 3 16,-6 3-2-16,0 1 8 0,-4-3-5 0,-3 4-2 0,-1 1-1 15,-4 0-13-15,-2 8-1 0,-3-2 1 0,-4 1-3 16,1 1-9-16,-5-3-10 0,0 1-36 0,-3-6-3 15,0-1-238-15,-1 0-713 0</inkml:trace>
  <inkml:trace contextRef="#ctx0" brushRef="#br0" timeOffset="-77009.03">19684 2896 349 0,'-8'-6'160'16,"8"6"-35"-16,-1 0 75 0,0-1-77 0,0 0-23 0,0 0-22 15,-37-19-14-15,38 20 7 16,0 0-2-16,0 0 23 0,-1-1 6 0,0 0 0 0,0 0 1 16,0 0 1-16,0 0-26 0,0 1 1 0,0-2-11 15,1 1-7-15,-11-39 0 0,11 40-1 0,1 0-2 0,41-21-19 16,-21 13-9-16,2 2-5 0,5-1 0 15,2 1-15-15,3 0-4 0,1 0 4 16,1 2-3-16,4 0 7 0,2 1-3 0,1 1 3 0,4-2-1 16,4 1 1-16,4-3 11 0,7 1 1 15,4-2 5-15,2 0 3 0,3 1-3 0,0-3-1 0,6-1 0 16,6-1 0-16,5 0-5 0,3 0-5 0,-3 1 0 16,0 1-5-16,5-1 1 0,1 3 4 0,3 4-4 0,-3 1-1 0,-5 0-8 15,0 2 2 1,4 1-3-16,2-1 9 0,1 1-9 0,-3 0 4 15,6 3-5-15,2-1 6 0,4-1 4 0,1 2-6 16,0-4 5-16,4 0-10 0,4 0 9 0,0-1-2 0,-1 1 3 16,3 1-1-16,1-1 1 0,0 0-3 15,-2-3 2-15,-1 2 1 0,0 1-2 0,-1 0 5 0,-1 2-5 16,-5-1-1-16,-1 2-4 0,-1-2 0 0,-2 4-1 16,-5 0-2-16,-5 0 1 0,0 3 3 0,-2-2-1 15,-2-1-2-15,-5-1 5 0,-8 1-6 0,-4 0 5 16,0 0-2-16,0 1 0 0,-4-2 4 15,-4 0-3-15,-6 0-2 0,-4-2 4 0,-5 2-4 16,-5-1 4-16,-1 2-4 0,-3 1 1 0,-1-2 1 16,-2 2 0-16,-5-1 5 0,-6 1-2 0,-3 0 4 0,-7-1-3 0,-15-5 10 15,1 0-55-15,0 0-13 16,-1 0-22-16,1 1-107 0,0 0-105 0,-1 0-70 16</inkml:trace>
  <inkml:trace contextRef="#ctx0" brushRef="#br0" timeOffset="-76378.19">20161 2822 2179 0,'-6'-18'102'0,"6"18"-62"0,0-1-35 16,0 0-42-16,0 0-49 0,1 0 106 0,38-26 11 0,-15 23 18 16,1-2-29-16,-3-17 1 0,14 16-7 0,4 3 7 15,6-2 9-15,0 0-15 0,2 2 6 0,3 0-10 16,1 1-1-16,6 0 3 0,3 3-7 0,3-2 6 16,2 4 4-16,1-2-2 0,-1 0 5 0,5 1-6 15,9 0 0-15,3-2 2 0,5 2 0 0,-2-3 1 16,3 2 10-16,8-4-5 0,4-1-1 0,4 1-1 15,-3 0-12-15,-1 1 5 16,3 0 1-16,1 1 1 0,3 1 8 0,-5-2-5 16,3 2 0-16,4 1-3 0,-1 0-3 0,1 1 5 0,0 1-5 15,2-1 5-15,2 0-11 0,0 1 1 0,-1-2 3 16,3 4-2-16,-2 0-4 0,3 0 10 0,-3-1-2 0,-2 0 4 16,1-3-5-16,-1 1 4 0,1 1-8 0,-6 0 7 15,-1 0-4-15,-2 0-8 0,-3 0 8 0,-8 2-8 16,-2 1 10-16,0 0-7 0,-2 0 1 0,-7-1-2 15,-1 1 1-15,-13 0 0 0,-4 0-1 0,2-2 2 16,-5-1 6-16,-1 1-6 16,-5-1 2-16,-6 1-4 0,-6-1 2 0,-2 0 2 15,-6-1-3-15,-6-1 3 0,-4 0-5 0,-3 0 14 16,-5 0 1-16,-17 0 0 0,1 0-47 0,-1 0-64 0,1 0-15 0,0 0-17 16,0-1-84-16,7-20-199 15,-34 14-109-15</inkml:trace>
  <inkml:trace contextRef="#ctx0" brushRef="#br0" timeOffset="-75878.22">20881 2802 15 0,'-13'-22'1052'0,"2"3"-460"0,11 19 540 16,0-1-1232-16,0 0 42 0,0 0-4 0,0 0 70 16,21-13 7-16,2 17 1 0,7 1-19 0,0-16-6 0,9 16 4 15,10 0-2-15,5 1 6 0,8 2-1 16,9 1 0-16,2 2 1 0,-1 2 6 0,1 2-5 15,4-1-2-15,2 1 0 0,6-1 0 0,1-3-1 16,1 2 7-16,5-1-3 0,4-2 31 0,8-3-11 16,5 1 6-16,-2-4-9 0,6 1 4 0,6-2 8 15,-1 0-6-15,4 1 6 0,-2-1-11 0,0 0 5 16,0 1 0-16,-1-3 3 0,1 1 1 0,1-1-7 16,-2 0-4-16,1 1-1 0,-2 1-6 0,-1 0-3 0,1 0 4 15,-5 1-3-15,0-1 11 0,-2 1 1 16,0 0-4-16,1 0 3 0,-2-1-10 0,1 0 0 15,0 0-3-15,-3 0 1 0,-3 1-2 0,1-1 0 0,-1-1 4 16,-2-1-4-16,-3-2 0 0,-9 1 1 16,-2-1-1-16,-3 1 1 0,-1 1-4 0,-10 0 2 15,-6 0 1-15,-13 1 1 0,-7-1-5 0,-7 0 6 16,-11 0-6-16,-4 1 6 0,-5 1 5 0,-5-1-46 16,-17-1-16-16,0 0-20 0,1 0-138 0,0 0-199 15,-1 0 765-15</inkml:trace>
  <inkml:trace contextRef="#ctx0" brushRef="#br0" timeOffset="-71389.32">1611 14976 1685 0,'-18'-7'118'0,"1"2"-3"15,2 1 5-15,15 4-25 0,-1 0-50 0,0 0 4 16,0 0-2-16,0 0 2 0,0 0-26 0,0 0-16 15,0 0 4-15,0 0-8 0,0-1 4 0,1 1-7 0,0 0 0 16,0 0-2-16,0 0 4 0,0-1 5 0,1 1-2 16,0 0 1-16,46-13-10 0,-47 13 4 0,1 0 0 15,36 0 1-15,-37 0-1 0,1 0 7 16,43 4 2-16,-44-4 2 0,1 0 6 0,46 0 11 16,-26 0-3-16,5-2 6 0,2 0-5 0,0-4-11 15,5-1-2-15,1-1-3 0,2 1-10 0,2 1 0 16,-1 1 2-16,2-2 0 0,0 1 3 0,1 2-4 0,3-2 1 15,4 1-2-15,3 1-3 0,3 1 2 0,0 1 1 16,2 0 1-16,-4 0 2 0,-1-1-5 16,1 2-1-16,-1-2 0 0,4 0 6 0,7 1-5 0,1-4 1 15,5 0-3-15,0 0 5 0,-4-1 11 16,-2-3-6-16,3 1 6 0,4-1-12 0,5 1 3 16,3 0 2-16,-2 0-1 0,-1 2-2 0,-5 2 2 15,3 1-2-15,3 1 1 0,5 1-7 0,1 1 4 16,-4 1 0-16,-7 2 3 0,0 0-2 0,5 1 2 15,4-2-2-15,1 0 1 0,0 0-4 0,-8-1 7 16,-1 0-4-16,5-1 6 0,3-2-5 0,5-1 4 16,0-1-2-16,-6 0 2 0,-2-1 1 0,1-1-2 15,3-2 4-15,4 0-4 0,-1 0-2 0,-3 1 3 16,-5 0-2-16,-2 2 2 0,3-2-1 0,2 1-4 16,3 0-1-16,-3 2-1 0,-5-1 3 0,-4 3 0 15,-2-1 4-15,2-1-2 0,3 2 14 0,-1 1 24 16,-3 0-7-16,-4 1 11 0,-4 0-24 0,-4-1-14 15,1-1 4-15,-1 0-7 0,1 1 2 0,-2 1-1 0,-5 2 0 16,-5-1 1-16,-5 2 4 0,-6-1-6 0,-2 1 3 16,-6 2-4-16,-4 0 4 0,-4 0 2 0,-4 1-4 15,-2 2 3-15,0 0-11 0,-11-7-69 16,0 0-20-16,1 1-23 0,0 0-118 0,0 0-98 16,13 36-59-16</inkml:trace>
  <inkml:trace contextRef="#ctx0" brushRef="#br0" timeOffset="-70548.7">1400 15108 2495 0,'-20'-13'185'0,"3"2"-79"0,5 2 89 15,12 9-247-15,0 0 4 0,0-1-11 0,0 0 7 16,3-35 6-16,-3 36-4 0,1-1 27 0,29-38 15 16,-9 31 2-16,3 1 5 0,3-2-4 0,4 3-6 15,3 5 1-15,2-2-2 0,3 1 8 0,-5 1-5 16,1-2 4-16,3 0-2 0,1 2 19 0,3-1-4 15,4-2 7-15,4 2-7 0,-2-1 8 0,1-3-10 16,0 2 2-16,-1-1-2 0,1-1 9 0,5-2-6 16,6 3 0-16,3 0-4 0,1-2-8 0,1 1 5 15,-4-1-2-15,-3-1 4 0,0 2-2 0,2 1 0 16,3 1 2-16,3 0-1 0,3 1-2 0,-2-1 29 0,-4 1-12 16,-2 1 16-16,-3 0-26 0,3 1-3 15,2 0 1-15,2 0-2 0,2 0-4 0,-3 0 6 16,1 0-5-16,-7 0 6 0,1-1-4 0,7 0 2 15,1-1 0-15,6 1 1 0,0-1-2 0,-8 1-4 16,-3 1 2-16,-4 0-2 0,1 0 0 0,6 1 3 16,1 0-1-16,-1 2 4 0,-4 0 3 0,-5 1-8 15,-7 0 2-15,-1-1-3 0,3 2 8 0,5-2 1 16,4 2-2-16,2-2 0 0,-2-1-5 16,-5 0-1-16,-1-1 6 0,-3 0-4 0,0-2 10 15,3 0-2-15,5-1 0 0,2 0-1 0,4-1-4 0,-7 0-1 16,-1 1-1-16,-3-1 1 0,-4 1 1 15,0-1-3-15,2 1 0 0,3 0-1 0,2 1-2 0,-1-1 2 16,0 0 1-16,-4 1 0 0,-2-1 1 16,-4 0 2-16,-2-3 1 0,1 1 1 0,5 1 9 15,0-1 31-15,3 0-18 0,-5 0 19 0,-3 1-35 0,-5 2-6 16,-2-1 3-16,-4 0-5 0,-4 1 3 0,-1 1-2 16,-4 1-3-16,1 1 0 0,-1 0-1 0,1 0 4 0,3 0-2 15,-5 0 2-15,-3 1-4 0,-2 0 0 16,-3-1 5-16,-1 1-5 0,-15-2 1 0,1 0 3 15,0 0-5-15,0 0 4 0,36 5-7 0,-37-5-64 16,0 0 0-16,0 0-27 0,0 0-44 16,0 0-47-16,0 0-12 0,-1 0-20 0,-45 5-113 15</inkml:trace>
  <inkml:trace contextRef="#ctx0" brushRef="#br0" timeOffset="-69998.33">2177 15043 2478 0,'0'0'129'0,"0"-1"-78"0,0 0 64 0,0 0-269 0,1 0 42 16,39-26 6-16,-8 24 65 0,6-1 7 0,9-1 4 16,1 0 24-16,-7-14 10 0,19 13-2 0,3-2 5 15,4-1-7-15,-1-2 2 16,6-1-1-16,5 0 1 0,1 2-2 0,-3-2 24 0,-1 0-3 0,-1 1 10 15,4 1-5-15,4 1 4 0,0-1 4 16,-1 2 0-16,-6 0 20 0,2-4-14 0,3 2-2 0,6-1-4 16,4-1-8-16,-2-2 1 0,-3 2-2 0,3 0 1 15,2 1-11-15,7 1-3 0,-1 0-2 0,-7 2-1 16,0 2-7-16,4 2 5 16,4 1-4-16,1 3 3 0,-4 0-9 0,-4 4 3 0,0 1 4 15,3 1-1-15,3 2 1 0,-7 0-1 0,-4 1-4 16,-2 0 1-16,1-1-5 0,2 1 5 0,1-1 0 15,-9 0 7-15,-5 0 43 0,-5-1-3 0,0-2 2 0,1-1-6 16,-1 0-23-16,-3-1-10 0,-5 0-1 0,-8 0-3 16,-2-1-5-16,-6-1 6 15,-2 1-2-15,0-1 4 0,-1 0 0 0,0 0-3 16,-5-1-1-16,-4 2 1 0,-4-1-2 0,-2-1 4 16,-4 1-2-16,-3-1-6 0,-1 2-89 0,-4 1-398 15,2 2 816-15</inkml:trace>
  <inkml:trace contextRef="#ctx0" brushRef="#br0" timeOffset="-47469.16">12115 13593 1632 0,'-27'-11'205'0,"2"1"84"15,-1 3 1-15,8 4-237 0,-1 3-32 0,4 8-37 16,2 1-1-16,5 6 4 0,2 0 12 0,-10-12-6 16,13 11 1-16,3 5-3 15,4 3 6-15,5 3 0 0,3 4-2 0,1 3 1 16,3 2 2-16,-2 7-3 0,0 1 2 0,-1 4-3 0,1 0 10 16,-5 3 5-16,3 6 3 0,-2 3 0 15,-5 8 6-15,1 5 7 0,2 1 0 0,-3-2 4 0,2-1 13 0,0 0 6 16,2 0-1-16,2 1 3 0,-2-2-2 0,4-1-7 15,1-2-1-15,1-8-5 16,0-3-20-16,-2 0-2 0,4 2-3 0,-3 3 1 16,0 2-10-16,-1-3 1 0,-1-3 5 0,1 1-2 0,-4-1 2 0,1-2-3 15,0 3-2-15,-3 0 2 0,-1 0 7 16,-2 0-10-16,-4-4 5 0,0-6-6 0,0-1 8 0,-2-5 1 16,2-3-2-16,0-3 0 0,-1-5-7 0,0-3 10 15,-2-8-24-15,0-3 8 0,3-15-116 0,0 1-120 16,0 0-39-16,0 1-61 0,0-2-512 0</inkml:trace>
  <inkml:trace contextRef="#ctx0" brushRef="#br0" timeOffset="-46779.92">12104 13660 2222 0,'-10'-14'94'0,"0"0"46"15,3 2-107-15,7 12-38 0,0 0-2 0,0 0-10 16,0 0 15-16,0 0 2 0,0-1 0 0,0 1-1 15,0 0 6-15,2 0 3 0,45-12 6 0,-23 9-2 0,5 3 0 16,4 0 1-16,2-2-4 0,4 2 3 0,6-2-5 16,7 0 6-16,6 0-5 0,5-1 4 0,2-3-6 15,4 1-2-15,0 0 6 0,4 3-3 0,3 2 16 16,0-4-2-16,5 0-2 0,0-2-1 0,0 3-6 0,3 2 6 16,5 0 0-16,5 0 3 0,5-4-4 15,2 3-4-15,2-2-2 0,7 0-1 0,3-2-2 0,5-4-6 16,2 1 2-16,2 1-4 15,2 1 2-15,1-2 3 0,2 0 1 0,-2 0 0 16,-1-1-2-16,-3 0-5 0,2 3 1 0,-2 0-2 16,0 2 8-16,-4 0-2 0,-1 3-1 0,0 2 0 0,-3 0 0 15,2 1-2-15,-5 3 3 0,-3 0-3 0,-2 0-1 0,-1 2 5 16,-7-1-3-16,-5 1 5 0,-2 1-5 0,-2-2 1 16,-4 1 2-16,-5-1-3 15,-10 2 4-15,-7-2 5 0,-3 0-4 0,-3-1 4 0,-1 0-6 0,-2 2 1 16,-5 0 9-16,-9-1-4 15,-2 2 26-15,-5 1-13 0,-2 1-3 0,-3 2-3 16,-4-1-11-16,-1 1 1 0,-4 0-2 0,-2 4 2 16,-1 0 1-16,-1 5 4 0,-3 3 1 0,1 2 0 15,-3 3-4-15,-1 4-7 0,1 4 3 0,-3 6-4 16,1 2 4-16,-1 4-6 0,2 3 2 0,-3 2-2 0,3 7-1 0,-1 8 0 16,0 7-3-16,2 9 2 15,0 3 2-15,-2 2 2 0,3 6 3 0,-3 6-1 0,0 4-4 16,1 2 0-16,-2 3 0 0,0 3 0 0,0 0 9 15,0-2-10-15,-1-1 3 0,1-3-5 0,-1-2 4 16,0-1 4-16,-1-6-5 0,-1-8 5 0,-1-2-5 0,-1-2-56 16,-2-4-11-16,-5-10-21 0,-2-7-99 15,-4-7-106-15,-5-1-20 0</inkml:trace>
  <inkml:trace contextRef="#ctx0" brushRef="#br0" timeOffset="-45914.31">12600 15626 2113 0,'0'0'124'0,"-1"0"-48"15,0 0-21-15,-41-4-69 0,42 4-83 0,0 1 39 16,-35 31 2-16,23-14 28 0,0 1 45 0,-10-9-10 0,11 11-6 16,4 0 0-16,0 1-1 0,1 0 8 0,3 1-3 15,-1 1 4-15,0 5 2 0,0 1 20 0,0-1 1 16,-3 0 7-16,4 4 7 0,-4 2-6 0,1 5 6 15,-1 2-6-15,-2-1 6 0,1 0-6 0,-2-1-6 16,4 0 0-16,2-1-21 0,-3-4-6 16,5-3-1-16,-1-3-1 0,2-2 0 0,4-3-4 0,0-2 5 15,7-4-5-15,1-1 15 0,6 0 9 16,4-1-3-16,4-2 2 0,2-3-12 0,4-5 1 16,4-1-2-16,2-2 1 0,3-2-2 0,3-1 3 0,2-3 0 15,0 1-1-15,1-1-6 0,1 0 2 0,6 3-2 16,4-2 3-16,0 1-7 0,4-1 2 0,-2-1-1 15,2 3 1-15,1-2 8 16,2 1 0-16,5 0 2 0,-1-3-1 0,4 2 10 0,-3 0 3 16,-1-1 1-16,-5 2-2 0,1-1-5 0,4 2 4 15,1-2 2-15,5 0 0 0,-5 1-2 0,0 0-8 16,-4 0 0-16,1 1-2 0,3-1 0 0,0 1-5 16,5 0 4-16,-1 0-4 0,-4 0 2 0,-2 1 0 15,1-1-3-15,4 0 3 0,4-2 1 0,0-3 1 16,-1-3 1-16,-5 0 2 0,-1-2 8 0,4-3-8 15,3 5 4-15,1-4-5 0,3 3-2 0,-7 0-9 16,-6-3 3-16,1 5-5 0,2-1 5 0,4 2-3 16,0 2-1-16,0 1 1 0,-2 3-2 0,-1 0-1 15,0 0 0-15,3 1-1 0,2 0 2 0,2 2 0 0,-2 3 2 16,-5-3-1-16,-3 1 1 0,3 0 0 16,0-1-2-16,1 0 2 0,-1 0-4 0,-6-4 4 15,-1 1 0-15,-4 2 3 0,1 0 0 0,1 3-3 0,-3-3 19 16,-1 1-11-16,-3 1 32 0,-6 0-27 0,-1 4-4 15,-5-2-6-15,-2 3-14 0,-5 1 7 16,-1 0-5-16,-3 2 2 0,-1 0-64 0,-4-2-150 16,-5-1-26-16,-4 0-52 0,-2-1-206 15</inkml:trace>
  <inkml:trace contextRef="#ctx0" brushRef="#br0" timeOffset="-45369.12">10610 13981 2140 0,'-10'-7'122'0,"10"7"-20"0,-1 0-5 0,0 0-57 15,0 0-50-15,0 0 0 0,0 0-3 0,0 0 11 16,0 1 4-16,-44 26-6 0,45-27 2 0,-5 37-5 0,2-12 8 15,0-1-1-15,-3 9 2 0,-2 4-2 16,-2 3 18-16,-3 6-4 0,-5 1 0 0,-3 1-2 16,2 0-1-16,0-2-3 0,0-3-2 0,6-3-1 15,1-5-5-15,-1-8 0 0,0-6 6 0,3-3-3 16,2-5 12-16,8-13-42 0,0 1-3 0,0 0-20 16,-1 0-65-16,0-1-57 0,0 0-29 0,0 0-14 15,0-1-140-15</inkml:trace>
  <inkml:trace contextRef="#ctx0" brushRef="#br0" timeOffset="-45153.59">10520 13912 1059 0,'0'0'544'0,"0"-1"-370"0,0 0-26 0,0 0-100 16,1 0-48-16,0 0 13 0,35-21 0 0,-36 22 9 0,1 0 25 16,46 22-10-16,-27-9 3 0,3 4-7 0,1 1-1 15,1 3-8 1,2 3-6-16,-5 0 1 0,4 6-17 0,-3 0 2 15,0 7 0-15,-1 2-1 0,-5 1-14 0,-2 2 7 0,-2-1-2 16,-3-3 4-16,-1-2 6 0,-1-3 1 0,-1-3 1 0,-3-6-2 16,-2-3-3-16,-1-3-50 0,-1-4-8 15,0-14-22-15,0 2-71 0,0-2-130 0,-1 0-60 16</inkml:trace>
  <inkml:trace contextRef="#ctx0" brushRef="#br0" timeOffset="-44987.28">10444 14336 2327 0,'0'0'102'16,"0"0"105"-16,-1 0-186 0,0 0-34 0,1 0 7 0,0 0-14 15,0 0 28-15,1 0-5 0,38-5 1 16,-16 6-3-16,1 0-9 0,6 0 7 0,2-1-6 16,2 0 7-16,2 0-6 0,0-2-71 0,-1-1-3 15,3-1-32-15,-3-2-85 0,1-1-96 0,4-3-31 16</inkml:trace>
  <inkml:trace contextRef="#ctx0" brushRef="#br0" timeOffset="-44630.32">11478 13931 1529 0,'0'0'263'0,"-1"0"-88"0,0 0-16 16,0-1-22-16,-36-19-56 0,37 20 6 0,0 0-11 15,-1 0 7-15,0 0-35 0,0 0-22 0,-39 8-1 16,40-8-8-16,-1 0-4 0,0 1-5 0,-44 35 1 0,27-24-3 15,4 3 4-15,-3-3 0 0,-1-2-1 0,6 1 1 16,-1-1-1-16,2 1-4 0,2 1 7 0,9-12-7 16,0 0-5-16,-1 1 5 0,0 0-5 0,0 0 5 15,-36 39-8-15,37-40 2 16,0 1-3-16,-1 0 3 0,-17 44-1 0,18-45-3 16,0 1-1-16,-5 36-2 0,5-37 0 0,0 1-3 0,13 45 2 0,-13-46-4 15,22 29 4-15,-5-14-3 16,2 1 9-16,5-3-6 0,1 1 17 0,3-1-1 15,-1-1 1-15,-1 0-1 0,3-1 6 0,-6 0-2 0,1 1 0 0,-6 2 0 16,-3-1 1-16,-3 3 5 0,-4 0-2 0,-5 0 1 16,-2 5-3-16,-6 1-3 0,-6 1 0 0,-5 9-2 15,-6-3-2-15,-5 5-13 0,-1 3-15 0,-3-4-6 16,2 0-105-16,-2-3-86 0,2-2-29 16,-1-2-40-16,-1 0-339 0</inkml:trace>
  <inkml:trace contextRef="#ctx0" brushRef="#br0" timeOffset="-38990.8">10621 15330 1449 0,'0'0'95'16,"-1"0"8"-16,0 0 9 0,-40-9-4 0,41 9-51 0,0 0 14 15,-1 0 0-15,0 0 17 0,0 0 5 0,-34-8-48 16,35 8-5-16,0 0-15 0,0 0-23 0,0 1-2 16,0 1 2-16,3 33-2 15,-3-35 11-15,4 32-1 0,-2-10-2 0,-3 3 2 16,-3 3 7-16,-2 1-5 0,-5 3 5 0,-2 3-5 0,-1 3 13 0,-7 3 11 15,1 1 0-15,-1 2 4 0,0 3-8 0,1 1 3 16,0 1-3-16,1-3 4 16,1-3 6-16,-1-2-17 0,2 1 2 0,-1-5-9 15,2 1-12-15,1-3 2 0,2-4-3 0,3 0 3 16,1-5-2-16,3-2-32 0,1-3-13 0,3-4-13 16,2-17-82-16,0 1-65 0,0 0-12 0,0 0-23 15,0 0-94-15</inkml:trace>
  <inkml:trace contextRef="#ctx0" brushRef="#br0" timeOffset="-38705.41">10773 15163 1697 0,'0'0'166'0,"0"0"514"16,0 0-638-16,0 0-56 0,0 0 4 0,0 0-23 0,0 0 21 15,0 1 12-15,-6 41 2 0,10-19 1 0,-2 1-16 16,3 7 3-16,0 3 1 0,0 5 2 0,3 2 2 16,1 2-4-16,-1 3-1 0,3 3 1 15,-4 3 2-15,0 6 4 0,-1 2 2 0,-2 6 0 0,0 0 4 0,-2-1-1 16,1 0 0-16,-3-2-1 0,0-1 2 0,-4-4 7 16,0-3-2-16,2-8 4 0,0-3-3 0,1-8-2 15,-1-2-20-15,0-9 2 16,0-3-97-16,1-7-44 0,1-15-20 0,0 0-15 15,0 1-125-15</inkml:trace>
  <inkml:trace contextRef="#ctx0" brushRef="#br0" timeOffset="-38471.47">10482 15679 1212 0,'-15'-8'171'15,"5"2"422"-15,10 6 268 0,0 0-761 0,-1 0-101 0,1-1-45 16,0 0 20-16,0 1-20 0,0 0 69 0,1 0-17 16,0 0 2-16,46-11-8 0,-29 11-5 0,6 0 8 15,3 2-4-15,1-2 5 16,0-1-3-16,1-1-1 0,-2-1 1 0,0 2-1 16,-3-1-2-16,-2 2-50 0,1 0-2 0,-4-1-20 0,0 2-47 0,-2 1-30 15,-2-1-10-15,0 1-15 16,0 0-128-16</inkml:trace>
  <inkml:trace contextRef="#ctx0" brushRef="#br0" timeOffset="-37719.47">11177 15337 2055 0,'0'0'176'0,"0"0"-96"0,0 0-36 0,0 0-5 16,0 0-46-16,0 0 11 0,0 0-2 0,0 0 6 15,0 1-9-15,0 0-9 0,-16 42 3 0,16-26-2 0,0 3 9 16,0 2 4-16,-2 2 3 0,-2 4 3 0,0 2 17 15,1 3 7-15,-1 1 0 0,0 2 3 16,0 0 8-16,-1 3-3 0,1 0-5 0,0 1-1 0,1-1-21 0,0 1 0 16,0-1 0-1,0-1-1-15,2-1-7 0,0 0 1 0,1-1-1 0,0 3 1 0,0-2 0 16,0-4-3-16,1-3-11 0,0-4 0 16,1-2-62-16,-1-5-33 0,-1-4-8 0,0-15-10 15,0 1-41-15,0 0-34 0,0 0-19 0,0-1-17 16,0 0-180-16</inkml:trace>
  <inkml:trace contextRef="#ctx0" brushRef="#br0" timeOffset="-37451.56">11098 15351 2646 0,'0'0'98'16,"0"0"53"-16,0 0-133 0,0 0-33 0,0 0 6 0,0 0-14 0,0 0 30 16,0 0 5-16,1 0-1 0,35 8-1 0,-15-5-16 15,2 0 6-15,6 1-1 16,1-3 3-16,2-1-4 0,1-2 2 16,1 0 1-16,0-2 2 0,0 1 7 0,1-2-7 0,-1 0 2 15,-1 0-4-15,-2 1 6 0,-2-1 0 0,-3-1-2 16,-2 1-1-16,-3-1-35 0,-2 1-114 0,-2 1-10 0,-4 1-44 15,-13 3-126-15</inkml:trace>
  <inkml:trace contextRef="#ctx0" brushRef="#br0" timeOffset="-37238.64">11296 15700 3017 0,'0'0'77'0,"0"0"-61"0,0 0-12 0,0 0-10 16,0 0-11-16,0 0 23 0,0 0-6 0,1 0 11 16,44 5-16-16,-23-5 2 0,6 0-1 0,4-1 2 15,1-2 2-15,1 0 0 0,-1-1 5 0,-2-2-6 16,-1 1-37-16,-4 0-125 0,-3 0-28 0,-3 0-48 16,-1 0-274-16</inkml:trace>
  <inkml:trace contextRef="#ctx0" brushRef="#br0" timeOffset="-36373.82">13205 12591 865 0,'-8'-14'387'0,"0"1"204"15,-1 3-4-15,9 10-519 0,0 0-56 0,-1 0-41 16,0 0 8-16,0 0-6 0,0 0 27 0,-35 0-21 16,36 0 6-16,0 1-10 15,0 0 25-15,-8 43 0 0,8-44 0 0,-1 34 1 16,3-13 8-16,0 2 2 0,1 6 3 0,2 1 0 0,-1 2 1 15,-1 6-3-15,1 0-1 0,-2 2-1 16,0 3-3-16,-1 0-4 0,0-4 4 0,0-1-3 16,0-3 7-16,-1-4-6 0,1 1 4 0,1-3-3 15,-1-2 7-15,1-5-1 0,0-2-4 0,-1-4-2 0,-1-16-47 0,0 1-48 16,0 0-10-16,0 0-10 16,0 0-40-16,0 0-73 0,0 0-31 0</inkml:trace>
  <inkml:trace contextRef="#ctx0" brushRef="#br0" timeOffset="-35850.62">13219 12456 1684 0,'-12'-10'285'16,"2"2"-122"-16,10 8 22 0,-1 0-100 0,0 0-81 15,-1 0-22-15,2 0 12 0,-1 0-14 0,0 0 23 16,0 0-6-16,0 0-3 0,0 1 0 0,1 0 2 0,-7 43 1 15,7-44 3-15,24 24 0 0,-9-12 9 0,5-2 1 16,-1 0 0-16,2-5-1 0,0 4-1 16,1-1 2-16,3-1-2 0,1 0 2 0,-4-2-5 15,-1-1 1-15,-2 1-2 0,-2 2 1 0,-2-3-7 0,-15-4 2 16,1 0-2-16,0 0 2 16,0 1 1-16,0 0 5 0,-1 0 1 0,34 41 0 15,-34-42-4-15,0 1 2 0,0 0 0 0,-17 34 1 16,17-35-2-16,-1 1-4 0,-34 33-4 0,14-19 0 15,0-2-4-15,-5 1 1 0,0 0 1 0,-2 1-1 0,0-1 1 0,3-1 16 16,3-1 1-16,2 0 6 0,1-2 0 0,4-1-3 16,2-2-2-16,13-7-1 0,-1 0-5 0,0 0-4 15,0 1 6-15,0 0-4 0,0 0 4 0,0 0 8 16,1 0-7-16,0 0 8 0,0 0-6 0,16 36-4 16,-16-37 4-16,1 0-5 15,40 15-4-15,-40-15 7 0,33 12-7 0,-14-8 6 16,2 2-2-16,-1 1-2 0,1-2 4 0,-1 2-4 15,-1-1-4-15,-3 0-1 0,-1 3-1 0,-4-3-1 16,-12-6-3-16,1 0 1 0,0 1-2 0,0 0 3 16,23 39-1-16,-24-40 12 0,0 1-1 0,0 0 6 0,-23 43-3 15,10-28 15-15,-2-3-3 0,-2 4 5 0,-1-1-20 0,2-2 1 16,-1-1-1-16,3 0 2 16,3-2 0-16,1-2-3 0,10-9-2 0,-1 0-2 15,0 1-34-15,0 0-93 0,0 0-16 0,-35 19-38 16,36-20-190-16</inkml:trace>
  <inkml:trace contextRef="#ctx0" brushRef="#br0" timeOffset="-35329.34">13983 12531 2343 0,'0'0'70'0,"0"0"-54"0,0-1-26 0,0 0 1 0,0 0-32 0,0 0 34 16,0 0 1-16,0 0 9 16,0 0-3-16,0 1 11 0,0 0 1 0,0 0 8 15,0 0 30-15,-1 0 12 0,0 0 6 16,-37-2 1-16,38 2 19 0,-1 0-35 0,-42 4 1 0,42-4-15 15,-33 13-18-15,14-6-9 0,2 0 1 16,1 2-4-16,-2 1-7 0,4 3-2 0,0 0-7 0,-2 5 3 16,2-2-6-16,-2 2 2 0,1 3 5 0,0 2-2 15,-1-3 4-15,4 3 0 0,-1-2 1 0,2-3 0 0,2 2-3 0,3-3 3 16,2-1-5 0,1-1 5-16,2 0-1 0,2 0 5 0,1-3 1 15,4 1 2-15,1-1-2 0,4-2-2 0,2 0 1 0,3-1-1 16,1 1 8-16,5 0-6 0,-1 0 2 0,4 0-4 15,1 1 6-15,-2-3-4 0,3 1 1 0,-1-1-4 16,0-3-5-16,1 1 8 0,-2 2-4 0,-3-1 6 16,-4 0-5-16,-5 1-2 0,-12-8 2 0,0 0-2 15,0 0 0-15,2 1 4 0,-2 0 3 0,0 0 2 0,0 0 22 16,-6 37 4-16,6-38-3 16,-30 8 0-16,10-4-23 0,-2 3-1 0,-4 0 0 15,0-2 0-15,-1 2-4 0,0-2-7 0,2-1 3 16,0 2-7-16,0-3-13 0,-2-3-80 0,0 3-1 15,-2 0-33-15,2-1-65 0,1 2-137 0,4 0-80 16</inkml:trace>
  <inkml:trace contextRef="#ctx0" brushRef="#br0" timeOffset="-34117.32">15706 12342 230 0,'0'0'178'0,"0"0"107"0,0 0 21 0,0 0-143 16,0 0-51-16,0-1-17 0,0 0-3 0,0 0 3 16,0 1-1-16,-1-1-29 0,0 0 1 0,0 1-11 15,1-2 7-15,-2 2 15 0,1 0-2 16,0 0 3-16,0 0-17 0,0 2-2 0,1-2-6 0,-15 50 1 16,15-30-17-16,-2 3-4 0,1 3 0 15,0 2-3-15,1 3-13 0,-1-1 0 0,1 3 1 0,1 0 0 16,-2 2 2-16,0 1-3 0,-2 3 0 0,-1 2 0 15,0-2-3-15,-1 0-7 0,1-2 3 0,1-4-4 0,-2-3 12 16,3-5-7-16,-1-4 3 0,1-4-3 16,2-17 6-16,0 1-58 0,0 0 4 0,0 0-26 15,0 0-10-15,0 0-19 0,0 0-5 0,0-1-8 16,0 0-34-16,0-27-49 0,5 2 18 16,3-5-21-16,0-4 92 0,1 0 74 0,-2-1 2 15,-3-5 23-15,-1 3 2 0,-3-5-11 0,2-4-17 0,-3 2-1 16,1 1-65-16,3 6 91 0,-3 3 5 0,1 9 39 15,-1 1 101-15,-1 5-14 0,0 4-1 0,-1 3-8 16,2 12-26-16,0-1-10 0,0 0-1 0,0 0-6 16,0 1-28-16,-1-2-15 0,1 1-2 0,-1 0-4 15,-1 0-3-15,2 0 0 0,-1 1 0 0,0 0 0 16,0 0 6-16,1 0-2 0,0 0 6 0,0 0-5 0,30 23 4 16,-7-18-11-16,6 0-1 15,6 0-2-15,3-1-7 0,1 0-1 0,0-1 1 16,0-1-2-16,-3 0 0 0,-1 1-5 0,-5 0-3 15,-3 2 0-15,0 0-7 0,-4 1 3 0,-3 0 1 0,-4 0-1 16,-2 1-10-16,-14-7-1 0,0 0 1 0,0 1 2 16,0 0 9-16,0 0 5 0,5 39-5 0,-5-40 4 15,-1 1-6-15,-38 29-8 16,18-20 3-16,-3 3-4 0,1-3-1 0,-6 1 9 0,2 2-6 16,-3 1 7-16,1 0-5 0,-3-3-2 0,1 2 3 0,-3-3-3 15,0 4-2-15,2-1 11 0,0 1-4 0,7 0 6 16,2-2-3-16,6-2 3 0,1 0-2 0,4-2 2 15,12-8-1-15,-1 0 12 0,0 0-3 0,0 1 6 16,0 0 2-16,0 0 15 0,0 0-2 0,1 0 5 16,0 0-8-16,1 1-11 0,0-2 0 0,49 12-6 15,-28-14-8-15,3-1 1 16,4 2-3-16,0 0 1 0,-1 1-4 0,-2 0 1 0,-1 2 2 0,-2 0 0 16,-1 1-3-16,-4 1-3 15,0 0 0-15,-3 2 0 0,-2-1 2 0,-2 2 2 16,-11-7-3-16,1 0 3 0,0 0-5 0,0 1-3 0,0 0 8 15,22 39-2-15,-23-40 25 0,0 1-8 0,-1 0-2 16,-29 37-2-16,13-25-6 0,-5 1-7 16,-1 1 0-16,-5-1-4 0,-1 2 1 0,-3-1 3 0,-3-1-2 0,0 2 2 15,1-4-2-15,3-3 3 0,1 1-3 16,4-3 3-16,1 2-6 0,4-3-41 16,3-1-5-16,1-3-18 0,1-2-64 0,4 0-59 15,12 0-26-15,-1 0-20 0,0-1-173 0</inkml:trace>
  <inkml:trace contextRef="#ctx0" brushRef="#br0" timeOffset="-33803.96">16596 12384 1828 0,'0'0'298'0,"0"0"-6"0,0 0 124 15,0 0-367-15,-1 0-62 0,0 0-26 0,0 1 8 16,-17 38-9-16,18-21 49 0,-1 3-12 0,1 2 4 16,0 4-8-16,0 2 3 0,1 1-2 0,0-1 6 15,-1 3-3-15,-1 1 4 0,-1 4-1 0,-1 2 2 16,-1-2-1-16,-2 3 8 0,2-3 5 16,-2 2-1-16,1 2 3 0,1-3-1 0,0-3-9 0,-1 0 1 0,3-2-2 15,-3 1-1-15,3 1-3 0,-1 1-1 0,0-3 1 16,1-2 8-16,-1-3-22 0,1-4-6 0,-2-4-13 15,0-4-67-15,0-2-44 16,4-14-5-16,0 1-14 0,0 0-42 0,0 1-78 16,0-2-50-16</inkml:trace>
  <inkml:trace contextRef="#ctx0" brushRef="#br0" timeOffset="-33550.81">16547 12489 1731 0,'0'0'154'0,"0"0"474"16,0-1-590-16,0 0-15 15,0 0 0-15,-1-36-5 0,1 37 1 0,1 0 15 16,0 0-6-16,38-12 5 0,-23 10-39 0,6 0 11 16,3 1-4-16,2 0 8 0,0-1-7 0,3 1 2 15,1-1-1-15,1 1 1 0,-1 1 4 0,-1 0-7 16,-4 0 2-16,-1-1-3 0,-3 1 2 0,0-1 0 0,-2 1-1 15,-4 0-1-15,-1 0-7 0,0 1-60 16,-1 0-4-16,-14-1-26 0,1 0-85 0,0 0-69 16,0 0-26-16,36 15-43 0,-37-15-412 0</inkml:trace>
  <inkml:trace contextRef="#ctx0" brushRef="#br0" timeOffset="-33353.47">16720 12756 1819 0,'0'0'232'0,"-1"0"-121"15,-1 0-21-15,2 1-22 0,-38 25-17 0,38-26 19 16,0 0-6-16,0 1 9 0,0 0-24 0,0 1-16 16,0-2 0-16,0 1-4 0,12 37 8 0,-12-38 4 15,1 0-4-15,50 10 2 0,-28-9-17 0,3 0-4 0,2-1-1 16,-1 0 0-16,-1-1-4 0,2-2-6 16,-1 1 0-16,1 0-2 0,-2-1-1 0,-1 1-39 0,1-1-20 15,-3 0-14-15,2 1-131 0,-2 0-173 0,2 0-182 16</inkml:trace>
  <inkml:trace contextRef="#ctx0" brushRef="#br0" timeOffset="-31813.35">2505 2785 2249 0,'-30'-23'59'0,"5"4"-39"0,9 6 3 0,16 13 44 16,-1 0-36-16,0 0-63 0,0-1 6 0,1 0-17 15,0 1 13-15,0-1 18 0,0 0-2 0,23-18 7 16,1 22 1-16,4 0 1 0,4 3-1 0,5-1 2 16,3 0 2-16,4 0 0 0,5 0 2 0,7 2 0 15,6-1 0-15,3-2 3 0,1 3-2 0,3 0 4 16,2 1-2-16,2-1 8 0,6-2-7 0,8 1 7 0,1 0-5 16,1 1-3-16,1 0 5 0,7-2-3 0,5 1-1 0,3-3 2 15,1-1-1-15,3-2 1 16,4 0-2-16,3-3 5 0,-2-2 1 0,3 0 2 15,1-2 10-15,-2-1-8 0,3 0 2 0,-4 0-4 16,-2 0 3-16,1-1-2 0,0 1-4 0,-2-1 4 16,-1 2 18-16,2-3 16 0,-2 0-4 0,0 0 4 0,-2-3-37 15,2-1 2-15,-1 1-2 0,-7 1 2 0,-1 0-7 16,-4 2-1-16,-5-2 1 0,-4 4 0 0,-7 1-1 0,-12 6 2 16,-8 2-4-16,-7-1 4 0,-3 1-2 0,-4 0 7 15,-4 4 0-15,-7 4 2 0,-8-1 0 0,-4 0 3 16,-4-3-2-16,-7 1-3 0,-14-6-59 0,1 0-122 15,0 0-8-15,0 1-45 16,-1 0-102-16</inkml:trace>
  <inkml:trace contextRef="#ctx0" brushRef="#br0" timeOffset="-31382.98">3139 2835 2759 0,'-27'-35'73'0,"4"9"-63"16,5 5-16-16,18 21-40 0,0 0-8 0,0 0-11 0,0 0-24 15,0 0 38-15,22-1 2 0,3 12 13 0,2 3 13 0,10 1 7 16,12 2 1-1,7 2 3-15,7-2 7 0,3 2 3 0,2-2 0 0,4-1 1 16,4-1 1-16,7-2-1 0,7 1-1 0,4-4 1 16,-4-2 1-16,6-2 0 0,4-2 5 0,5-4-2 15,4 2 26-15,-3-3-6 0,6-1-2 16,4 0-1-16,1-3-5 0,3 1 7 0,0 0-5 0,0-1 4 16,2 0-15-16,0-1 4 0,1 1-4 15,-3 1 2-15,1 1-7 0,-2 0 1 0,-4 1 2 0,-1 0-2 16,-2-2 0-16,-4 2 4 0,-3 0-2 0,-4-1 3 0,-3 1-5 15,-2-1 2-15,-9 1 1 16,-10 0 0-16,-3 0 0 0,-4 2 2 0,-4-1-2 0,-6 1 3 16,-6 1 3-16,-9 1 1 0,-7 1 2 0,-5-1-2 15,-7 1-4-15,-3 1 7 0,-3 1-4 0,-4 0 5 0,-16-5-7 16,1 0-105-16,1 0-13 16,-2 0-45-16,36 18-144 0,-36-18-151 0</inkml:trace>
  <inkml:trace contextRef="#ctx0" brushRef="#br0" timeOffset="-31045.83">7394 2867 1792 0,'8'-8'64'0,"2"0"58"16,6 3-121-16,4 2 30 0,2 1-6 0,7 1 13 15,2-1-17-15,8 2-4 0,3 2-2 0,1 1-1 16,4 1-13-16,1 2-1 0,1 1 2 0,2-1-1 16,0 2 3-16,5-2-1 0,4 1-3 0,5 0 3 15,3-2 2-15,2-3 56 0,-2 0-12 0,-2-2 26 16,0-2-29-16,6-2 2 0,0-2-6 16,3-2 4-16,-3-1-12 0,-4 0-5 0,-4 1-3 0,-6 0-1 15,0 1-13-15,-1 1-6 0,0 1 3 16,-4 0-5-16,-2 1-3 0,-8 2 11 0,-1 1-6 0,-8 1 8 15,-5 0-10-15,-4 2-4 0,-5-1-23 0,-6 2 0 16,-14-3-118-16,1 0-89 0,0 0-7 0,0 0-42 16,-1 0-183-16</inkml:trace>
  <inkml:trace contextRef="#ctx0" brushRef="#br0" timeOffset="-30812.28">8476 2872 2143 0,'-27'-12'96'0,"4"3"103"15,6 2-181-15,17 7-5 0,-1 0 0 0,0 0-1 16,0 0 3-16,0 0-10 0,0 0-4 0,1 0 0 16,0 0-3-16,0 0-5 0,30 19 4 0,-4-14-2 15,2-1 2-15,6 0 5 0,3-2-3 0,1-1 3 16,3 1 4-16,-2-2 1 0,1-1 2 16,-1 0-1-16,-1 0-4 0,-2-1 0 0,-1 1-1 15,-2 0 1-15,-2 0-2 0,-2 1 11 0,0 0-4 0,-3 0 5 16,-1-1 4-16,-4 1-13 0,-5-3-9 15,-16 3-8-15,1 0-89 0,0 0-33 0,0 0-17 16,0-1-10-16,-1 0-120 0</inkml:trace>
  <inkml:trace contextRef="#ctx0" brushRef="#br0" timeOffset="-30593.06">8500 2779 1708 0,'-18'-6'91'15,"-1"0"122"-15,2 3-170 0,5 3-9 0,12 0-8 0,-2 0 2 16,2 0-18-16,-1 0-1 0,0 1 2 0,0 0-2 15,0 0-7-15,-7 43 1 0,8-44-3 0,28 25 3 16,-8-13-6-16,8 2 1 0,3-3 1 0,6-1 1 16,4 0 9-16,2-3-7 0,4-3 4 0,0-1-5 15,2-1 11-15,2-2-1 0,-4 0 1 0,0-2-2 16,0-1-1-16,-1 1-5 0,1-1 3 0,-3 0-3 16,-4 0 7-16,-3 1 1 0,-3 1 0 0,-6 0 2 15,-3 0 1-15,-4 1-108 16,-5-1 1-16,-16 1-49 0,0 0-81 0,1 0-161 0</inkml:trace>
  <inkml:trace contextRef="#ctx0" brushRef="#br0" timeOffset="-30350.34">8248 3102 1823 0,'-18'-10'305'0,"1"0"-127"0,3 2 38 0,14 8-162 16,0 0-90-16,0 0 20 0,0 0 1 15,0 0 6-15,1 0 8 0,39 3-3 0,-17-3 2 16,7 2-2-16,6 1 1 0,7-2 6 0,4-1 1 16,9-2 2-16,3-3 4 0,4 0-2 0,6 3-2 0,-4-3 0 15,-4-1-2-15,1 1 0 0,-8-2 3 0,-2 0-1 16,0 1 5-16,-4-3-6 16,1 1 3-16,-6 3-3 0,-3 1 2 0,-8 0 3 15,-2 0-1-15,-6 1 3 0,-2 1 8 0,-8-2-42 16,-14 4-19-16,1 0-19 0,0 0-163 0,0 0-206 0</inkml:trace>
  <inkml:trace contextRef="#ctx0" brushRef="#br0" timeOffset="-30197.72">8495 3205 2859 0,'-8'-13'113'0,"8"13"-135"15,0 0 5-15,0 0-46 0,0 0 17 0,1 0 19 0,31 13 7 0,-11-1 2 16,3 0 16-16,3 1-142 0,4 2-12 0,4 0-62 15,5 2-196-15</inkml:trace>
  <inkml:trace contextRef="#ctx0" brushRef="#br0" timeOffset="-29013.53">10187 15071 1334 0,'0'0'163'0,"0"0"22"0,-2-1 4 16,1 0-123-16,0 1-58 0,0 0 0 0,0 0 2 0,0 0 4 15,0-1 16-15,0 0-16 0,0 0 1 0,0 0-7 16,0 0 10-16,1 0 11 0,0 0 0 16,-1-35 4-16,1 36 0 0,1 0-3 0,0 0 3 0,0 0-3 15,40-8 10-15,-41 8-5 0,1 0 2 0,0 0-3 16,44-8-7-16,-45 8 6 0,2 0-3 0,36-4 3 16,-38 4-9-16,0 0 4 15,47-5-3-15,-28 3 3 0,1-4-8 0,0 1-10 0,4 0 2 0,5 2-4 16,3-2 0-16,2 1-4 0,2-1 2 0,0-3-3 15,0 3 1-15,3 1-1 0,-1 2-2 0,-1-1 1 16,-1-1 5-16,1 1-8 0,-3 0 3 0,4 0-5 16,2 0 4-16,2 0-1 0,2 0 2 0,0-3-2 15,1 1 3-15,-2-2-3 0,-1-1 5 0,0 1-2 16,0-2 16-16,3 1 28 16,-1-2-9-16,2 0 13 0,-1-1-30 0,-1 0-4 15,-2 1-4-15,-5 1 1 0,0 1-6 0,-7 2 1 16,1-1 1-16,-4 3-2 0,-2-1-2 0,-3 3 0 0,-1 1-1 15,-6 0 1-15,0 0 0 0,0 1-4 0,-3 1 3 16,-12-1-2-16,1 0 4 0,0 0-4 16,39 3 0-16,-40-3-4 0,1 0-53 0,1 0-48 0,-2 0-10 15,1 0-10-15,34 0-29 0,-35 0-48 16,0 0-18-16,0 0-24 0,0 0-212 0</inkml:trace>
  <inkml:trace contextRef="#ctx0" brushRef="#br0" timeOffset="-28492.77">10389 14991 1568 0,'0'0'268'0,"0"0"-160"15,0 0 22-15,0-1-74 0,-1 0-35 0,1 0-9 16,0 0 2-16,0 1-2 0,0-2 14 0,0 2-26 0,0 0 3 15,0 0-10-15,1 0 7 0,0 0 13 0,43-10-1 16,-44 10 7-16,1 0 17 0,42 4 10 0,-42-4-1 16,34 3 1-16,-14-3-9 0,2-1 2 0,0 0 3 15,2 1-1-15,-1 0 5 0,1 0-8 0,-1 0 1 0,0-1-4 16,2 1-11-16,0 1-7 16,0-2-2-16,-1 1-1 0,2-2-8 0,0 1-2 0,2 0-3 0,3-4 2 15,1 2-2-15,5-2 2 16,1 0 3-16,-1 1-2 0,2 0-4 0,-2 0 2 15,-1-1-2-15,-1 1 2 0,-3 1 1 0,-1 0-3 16,-3 1 4-16,-4 0-4 0,-4-2 5 0,2 1 3 16,-2 1-2-16,-3 2 3 0,-2-1-2 0,-1 1-3 0,-2 0 4 0,-1 1-3 15,-12-1 2-15,1 0-39 0,1 0-11 0,-2 0-13 16,1 0-75-16,35 10-52 0,-36-10-8 0,0 0-21 16,0 0-88-16</inkml:trace>
  <inkml:trace contextRef="#ctx0" brushRef="#br0" timeOffset="-28339.95">11067 14967 2146 0,'0'0'115'16,"0"0"212"-16,-1 0-310 0,0 0-36 0,0-1-3 16,-1 0-12-16,2 0-12 0,0 0 24 0,2 0-1 15,41-29 5-15,-18 24-41 0,8-3-161 0,5-4-52 16</inkml:trace>
  <inkml:trace contextRef="#ctx0" brushRef="#br0" timeOffset="-26926.62">13050 13450 1927 0,'0'0'164'15,"-1"0"-67"-15,0-1 83 0,0 0-180 0,0 0-4 0,0 0-10 16,1 1 29-16,0 0-5 0,0 0 13 0,0 0-20 15,0-1 7-15,0 1 0 0,1 0 3 0,37-13-3 0,-38 13 4 16,1 0 0-16,41-2 2 0,-42 2 9 16,1 0-3-16,44-1 4 0,-45 1-2 0,2 0 17 15,42 1-8-15,-44-1 0 0,1 0-4 16,46 3-2-16,-46-3-8 0,35-1 1 0,-14 0-5 16,2-1-9-16,3 2 8 0,3-1-3 0,-2 0 4 15,3 0-10-15,-3-1 1 0,0 1 0 0,0-1 2 16,-1 0 0-16,-1 2-5 0,0-1 1 0,-4 1-1 15,2 1-2-15,-2-1 3 0,-1 0-3 0,-3 0 3 0,1 2-4 16,-2 0 2-16,0-1 0 0,3 1 1 0,-3-2 3 16,2 0 2-16,1 0 0 0,-2-1 2 0,-2 1 5 0,1 0 19 15,-3 0-5-15,-2 0 8 0,-12 0-15 0,1 0-7 16,0 0 1-16,37-4-3 16,-38 4-2-16,0 0-4 0,1 0 1 0,0 0-2 15,0 0-3-15,0 0-2 0,0 0 5 0,0 0-3 16,34-2 7-16,-35 2-5 0,0 0-3 0,0 0 0 15,0 0-2-15,0 0-31 0,0 0-22 0,0 0-12 16,1 0-134-16,0 0-131 0,0 0-46 0</inkml:trace>
  <inkml:trace contextRef="#ctx0" brushRef="#br0" timeOffset="-24858.19">15313 13380 2153 0,'-11'-13'106'0,"0"1"-27"16,11 12-3-16,0-1-31 0,0 0-50 0,0 0 1 0,0 1-3 15,0-2 9-15,0 1 7 0,10-44-9 0,-10 45 4 16,1 0-4-16,44-5 4 0,-23 2 6 0,2 2 1 16,2-1 3-16,4 0 11 0,3-1 6 0,3 1-2 15,7-2 3-15,-2 1 2 0,3-1 6 0,2-3 2 0,3 0 1 16,5 0 8-16,3-4-7 0,2 2 0 15,3 0-3-15,-1 1-11 0,-1-2-12 0,-3-1 2 0,3 1-5 16,-1 0 0-16,-2 1-3 16,4 3-3-16,-6-2 1 0,-3 1-6 0,-4 2-1 15,-5 0 1-15,-4 2-2 0,-2 2 1 0,-2 0 3 16,-1-2 1-16,0 2 0 0,-2 0-2 0,-4 0-3 16,1 4-12-16,-7-3-4 0,2 2-119 0,-2 2-148 0,-1 1-27 15,2 5-72-15,0 0-445 0</inkml:trace>
  <inkml:trace contextRef="#ctx0" brushRef="#br0" timeOffset="-22405.96">20335 13991 2124 0,'0'0'362'0,"0"0"-307"0,-1 0 34 0,0-1-122 0,0 0-221 15</inkml:trace>
  <inkml:trace contextRef="#ctx0" brushRef="#br0" timeOffset="-21122.18">11729 2707 1705 0,'-11'-12'88'0,"2"1"-41"0,9 11 47 0,0 0-86 16,0 0 2-16,0 0 2 0,0-1 13 0,0 0 1 16,0 0 2-16,0 0-5 0,-12-40-15 0,12 41-2 15,0 0-4-15,1 0-2 0,1 0 8 0,41-13-1 16,-43 13 4-16,0 0-11 0,40 0 5 0,-40 0-2 15,33 0 4-15,-15 1-1 0,2-2 11 0,-1 0 2 16,5 1 5-16,2 0 20 0,5-1-9 0,0 0 6 16,4-1-8-16,2 0 2 0,4 0-19 0,2-2 1 0,4 2-6 15,3 0 0-15,1-1-2 0,5 4-4 16,5-2 2-16,2 1-5 0,2 3-2 0,-1-4 4 16,0 5-3-16,0-1-5 0,2-1 7 15,0 1-7-15,3-1 6 0,-1 0-4 0,2-1 1 0,0 0 2 0,-4 2-1 16,2 0 1-16,5-1 31 0,0 1-10 15,1-7 17-15,0 2-20 0,-4-3-7 0,-1 1-3 16,-2 1-2-16,-1-1-8 0,0 1 7 0,-2 0-1 16,-7 1 5-16,-4 1-4 0,-9 0-1 0,-3 1 2 0,-9 3-2 15,-3-2 1-15,-4 4 4 0,-8-2-4 0,-17-3 2 16,1 0-12-16,0 0-78 16,0 0 12-16,0 0-39 0,-1 0-42 0,0 0-161 0,-25 20-109 15</inkml:trace>
  <inkml:trace contextRef="#ctx0" brushRef="#br0" timeOffset="-20684.17">11469 2838 2629 0,'-7'-25'70'16,"2"6"-14"-16,5 19-140 0,0 0 6 0,0 0 8 0,1 0 8 15,42-8 79-15,-23 10-11 0,5 2 4 0,5 0-7 16,4 1 3-16,5 2-4 0,5 1-1 0,8 1-1 16,0 1 3-16,6-3-3 15,3 2 4-15,2 0-4 0,6 1 0 0,0-1 8 16,-2-2-6-16,0-1 7 0,6 0 7 0,5-3 4 0,4 0-2 0,6-1 1 15,-3-2-7-15,2-1-3 0,5-1 1 0,-1-2-3 16,7-2 3-16,2-2 7 0,-4-1 1 0,6-1 2 16,1 0 8-16,-2-1-10 0,-2 2 4 0,-7 1-8 15,-3-1-5-15,-4 3-5 0,-3 1 0 0,-4 2-2 16,-5 2 0-16,-8 1 4 16,-2 1-2-16,-3 0 3 0,-3 1 0 0,-2 1-5 15,-7 1 3-15,-8-1-4 0,-4 1 13 0,-7-1-6 16,-4 0 5-16,-7 0-5 0,-3-2 9 0,-15-1-16 15,0 0-14-15,0 0-5 0,0 0-71 0,0 0-30 0,-15-5-14 16,-10 2-13-16,-9-1-122 0,-10 2-248 0</inkml:trace>
  <inkml:trace contextRef="#ctx0" brushRef="#br0" timeOffset="-20286.91">11493 2870 2413 0,'-25'-28'133'0,"4"4"-104"0,4 5 12 0,17 19-44 16,0-1 8-16,0 0-9 16,0 0 1-16,0 1-6 0,21-38-5 0,-20 38-5 15,35-1 3-15,-10 2-3 0,4 4 4 0,6 1 3 0,2 3-1 16,6 0 1-16,5 1 1 0,4 2 3 15,1-1 3-15,11 0-2 0,3 0 7 0,7-6 7 0,7 3 1 16,2-4 3-16,0-1 8 0,9-2 1 0,5 0-2 0,4-2 2 16,3 0-3-16,4-3 8 0,1 0-1 0,2-1 2 15,1 1-6-15,-3 2 1 16,0 0-1-16,0 2 2 0,0 0 2 0,-2 0-9 16,-1 1 1-16,2 1-4 0,-2 1-6 0,-3 2-1 15,-4 1 0-15,-4 0-1 0,-3 2 0 0,-4-3-1 16,-3 0 1-16,-11-1-1 0,-5 0 8 0,-4 0-6 15,-5 0 4-15,-6-2-6 0,-5 1 1 0,-11 0 5 16,-5 0-2-16,-9 0 3 0,-5-2 6 0,-20-1-35 16,1 0-13-16,0 0-14 0,0 0-77 0,0 0-67 15,-1 0-28-15,-9-5-34 0,-20 2-310 0</inkml:trace>
  <inkml:trace contextRef="#ctx0" brushRef="#br0" timeOffset="-19891.91">11519 2986 2922 0,'-1'-12'47'0,"1"12"-138"15,0 0 9-15,31-8-42 0,-4 10 81 0,12 2 35 16,5 3 0-16,4 2 9 0,7-1 1 0,7 2-3 16,5-3 0-16,9 1-2 0,1 1-1 0,7 1 5 0,-2 1 0 15,3 0 1-15,-1 0-2 0,3-4 1 0,3 0 3 16,1-3-1-16,1 0-4 0,6 1 1 0,-2-4 0 16,5-5 4-16,2-1 5 0,-3 0 4 15,4-3-2-15,1 3 3 0,-2-1 4 0,-4-4 6 16,-5 4-1-16,-2-4 3 0,-3-1-3 0,-5 3-7 15,-4 0-3-15,-10 4-1 0,-6 0-6 0,-5 3-2 16,-4 2 5-16,-6-1-5 0,-4 3 4 0,-11-2-2 16,-6 0-2-16,-9 1 2 0,-4-1-4 0,-15-1-72 0,0 0 4 15,0 0-34-15,0 0-32 0,0 0-84 0,-17 0-14 16,-15 0-45-16,-8 0-252 0</inkml:trace>
  <inkml:trace contextRef="#ctx0" brushRef="#br0" timeOffset="-19537.09">11221 2862 2779 0,'-7'-27'72'0,"1"5"-124"15,6 22-11-15,0-1-29 0,21-25 38 0,2 22 38 0,6 1 7 16,8 1 7-16,4 2 2 0,10 1-3 0,9 1-2 16,8 1 0-16,4 0-3 0,4-1-2 0,0 1 5 15,6 2-2-15,2-3 16 0,5 1 3 0,4-1 3 16,-2 0-1-16,1-1 5 0,3-1-2 16,-1 0 3-16,4-2-1 0,-1 0 9 0,0-1-2 15,1-2-1-15,-1 0-1 0,-1 1-11 0,-4-2-5 16,-1 2-2-16,-2-2 0 0,0-1-6 0,-6 0 7 15,-4 0-2-15,-8 1 4 0,-5 1-6 0,-5 0 9 16,-2 0-6-16,-6 1 6 0,-3 0-9 0,-9 2 10 16,-8 1-2-16,-9 0 0 0,-7-1-64 0,-17 2-86 15,1 0-14-15,0 0-24 0,-1 0-69 0,-3-5-273 16</inkml:trace>
  <inkml:trace contextRef="#ctx0" brushRef="#br0" timeOffset="-19371.74">12569 2773 2194 0,'-29'-19'373'0,"1"6"-262"16,3 4 13-16,5 9-100 0,5 5-96 0,8 7 20 16,3 2 2-16,7 3 8 0,4 0 13 0,8 4 8 15,7 2 2-15,13 0 2 0,8 1 11 0,13-2 7 16,7 0 1-16,14-2 2 0,6-3-3 0,8-1-108 16,7 1-14-16,7-4-48 0,3 2-175 0</inkml:trace>
  <inkml:trace contextRef="#ctx0" brushRef="#br0" timeOffset="-15815.72">12802 13511 700 0,'0'0'107'0,"0"0"45"0,0 0 8 0,0 0-82 0,0 0-18 16,0 0 53-16,0-2-4 0,0 1 20 15,0 0-12-15,-2-34-16 0,2 35 6 16,0 0-9-16,0 0 6 0,0 0-40 0,0 0-2 16,0 0-14-16,0 0-16 0,0 0-15 0,0 0 1 15,0 0-5-15,1 0-1 0,0 0-3 0,35 6-3 16,-36-6 2-16,1 0 3 0,40 15 18 15,-24-11-2-15,6 0 5 0,-2-1-9 0,5-2 11 0,2 0-3 16,0-1 4-16,4-2-13 0,0-1 2 0,2-1-2 16,4 0 2-16,1-2-2 0,-2-1-4 0,0-1-2 15,2-1 1-15,-1 2-4 0,3 0-5 0,0 0 3 16,-5 0-4-16,0 0-3 0,-1 0 5 0,-3 2-7 16,0-1 6-16,-3 0-11 0,-2 2 4 15,-1 0 3-15,-3 1 1 0,-2 0 0 0,-3 1 2 16,-1 0-2-16,-3-1 3 0,-14 3-2 0,1 0 2 0,0 0 1 15,41-11 0-15,-42 11 4 0,0 0 3 0,1 0-3 16,0 0 3-16,0-1-10 0,0 0 1 0,-1 0-13 16,0 0 4-16,0 0-58 0,0 0-19 0,0 0 0 0,-16-34-9 15,16 35-36-15,-1 0-34 0,-37-9-8 0,21 8-6 16,-7 1-24-16,-4 1-9 16,-7 1 9-16,-1 2-6 0,-4 1 35 0,-3-1-46 0,-2 1 19 0,-3 0-24 15,-3 1 63-15,-3-2 131 16,3 1 21-16,2 0 52 0,2-1 215 0,6 0-29 15,2 0 9-15,6 0-27 0,3 0-64 0,4 0-29 0,2-1-9 16,2 1-8-16,1 1-49 0,3 0-8 0,3 1-1 0,3 0-1 16,12-6 11-16,0 0-12 0,-1 0-2 15,0 1-8-15,0 0-26 0,0 0 9 0,1 0 0 0,0 0 7 16,0 0 29-16,0 0-9 0,29 34 1 0,-8-34-5 16,1 0-10-16,5-1-8 0,1-1 0 0,6-3-3 15,1 1 0-15,7-3-10 0,5 0 3 0,1-2-6 16,1-2 2-16,8 0-9 15,1 0 4-15,3-2-6 0,2 2 5 0,-5-2-2 16,-3 2 0-16,-1-1-1 0,-2 1-2 0,1 2 1 16,1-2 2-16,-3 2 0 0,0-2 5 0,-8 2-2 15,-1 0 2-15,-8 2-2 0,-4-1 2 0,-2 4 3 16,-5-3 2-16,-3 1 0 0,-4 0 3 0,-3 1-5 16,-13 4 0-16,1 0 0 0,0 0 3 0,0 0 3 0,0-1 1 0,0 0 0 15,0 0-18-15,-1 0-35 16,0 1-7-16,-1-2-11 0,-39-22-26 0,13 23-12 15,-6 3-5-15,-5 2-4 0,-5 1-27 0,-4 0 1 16,-5 1-2-16,-4 0 2 0,-2 0 13 0,2 0 45 16,1-1 7-16,6-3 13 0,2-1 39 0,3 1 9 0,2-2 0 15,-1 0 5-15,2 1 1 0,4-1 18 0,-1 1-1 16,4 1 8-16,4-2 13 0,4 1-6 0,4 1-1 0,0 0-3 16,3 0-5-16,4 2 21 15,-1-1 4-15,4 1 6 0,12-4 17 0,-1 0-8 16,0 0-5-16,0 0-2 0,-1 0-35 0,2 1-5 15,-1 0 0-15,1 0-2 0,0 0 8 0,17 38 3 16,-17-39-1-16,33 13 1 0,-11-6-9 0,3-3-3 0,5 0 0 16,6-2 1-16,5-1 4 0,9-2 2 0,1 0-2 0,5-3 1 15,-2 0-14-15,1-1 5 16,0-2-1-16,-2 0 2 0,0 0-1 0,1-2-7 16,0 1 0-16,-2-1-1 0,-3 1-3 0,-4 0 1 0,-2 1-3 0,-6 0 2 15,-1 1 0-15,-2-1-1 16,-4-1 6-16,-2 2-4 0,-6 0-3 0,-3 0-3 15,-2 1-13-15,-4-1 3 0,-13 6-47 0,1 0-60 16,0 0-4-16,0-1-25 0,0 0-77 0,-1 0-195 16</inkml:trace>
  <inkml:trace contextRef="#ctx0" brushRef="#br0" timeOffset="-15526.96">13050 13504 2568 0,'0'0'283'0,"0"-1"-226"0,0 0-13 16,0 0-69-16,8-34-56 0,10 32 48 0,4 0 3 16,9 0 16-16,1 0 15 0,6 0-6 0,2 0 0 15,5 0-2-15,3-2 10 0,7-3-3 0,-1 1 0 16,1-2 0-16,-3 0 4 0,-4-1 0 15,-4 1 1-15,-5 1-1 0,-3-2 0 0,-4 0 2 0,-2 0 2 16,1-1-1-16,-4 1 1 0,1 0 1 0,-4 0-3 0,-4 2 0 16,-3 2-24-1,-3 0-80-15,-14 6-5 0,1 0-32 0,-1 0-86 0,1 0-111 16,0 0-82-16</inkml:trace>
  <inkml:trace contextRef="#ctx0" brushRef="#br0" timeOffset="-15279.23">13330 13451 1592 0,'0'0'252'0,"0"0"149"0,0 0 154 16,0 0-458-16,0-1-101 0,0 0-28 0,1 0 14 16,42-17-12-16,-22 17 56 0,4 1-19 0,1-2 3 15,3 0-9-15,0 0-4 0,4-2 2 16,-2 0-1-16,0-1 2 0,-2-2 4 15,-3 1 2-15,-3-2 3 0,-2 1-2 0,-2-1-1 0,-4-2 10 16,0 0-5-16,-2-1 7 0,-3 0-3 0,-2 1-14 16,-8 10-10-16,0-1-7 0,0 0-73 0,19-35-57 15,-19 36-17-15,0 0-19 0,0-1-111 0</inkml:trace>
  <inkml:trace contextRef="#ctx0" brushRef="#br0" timeOffset="-14813.22">13105 13403 2617 0,'0'0'237'0,"0"-1"-181"16,0 0-6-16,1 0-57 0,33-19-33 0,-10 20 34 0,5 0-4 15,2-2 14-15,4 0-2 0,2 0-1 16,1-2-2-16,6-1 2 0,2-1 4 16,-3 0-5-16,0-1 4 0,-3 0-4 15,-1 0 11-15,-6 0-10 0,1 0 3 0,-7 3-4 0,-2-3 3 0,-1 1 1 16,-3 1 2-16,-2-1-2 0,1 2 5 0,-5-1-3 15,1 0-3-15,0 3-1 0,1-2-2 0,0 1-54 16,-1 0-23-16,-3 0-21 0,0 1-169 0,0 2-217 16</inkml:trace>
  <inkml:trace contextRef="#ctx0" brushRef="#br0" timeOffset="-14630.79">13599 13322 2930 0,'-14'-11'101'0,"0"1"47"0,14 10-158 15,0 0-49-15,-1 0 12 0,1 0-21 0,0 0 37 0,0 0-103 16,0 0-15-16,1 0-40 0,36 19-135 0,-19-14-235 16</inkml:trace>
  <inkml:trace contextRef="#ctx0" brushRef="#br0" timeOffset="-12646.19">19836 2638 186 0,'-19'-18'599'0,"-1"1"-247"0,1 6 307 15,-2 1-630-15,4-1 2 0,3 5-7 0,-1-2 21 16,2 2-2-16,1 2 5 0,12 4-17 0,-2-1-11 15,2 0 0-15,-38-20-4 0,38 21-8 0,0 0-10 16,0 0 2-16,0 0-5 0,0 0 5 0,0 0 9 16,1 0-7-16,45-1 9 0,-27 2-11 0,7 3 8 15,0-2-1-15,4 2 3 16,2-2-1-16,2-2 6 0,4-2 3 0,4 1 0 16,5 1 1-16,3-3-3 0,7 3-5 0,8-2 3 0,4 0-7 0,6-1-6 15,1 2 1-15,2 1-2 0,3 0-1 16,7 2 2-16,2-2 1 0,2 0 1 0,1 3 5 0,-1 3-9 15,4-2 4-15,3 2-6 0,-1 2 3 0,-2 0 18 16,4-2 3-16,3 2 7 0,5-2 16 0,3-1-18 16,2 3 0-16,9-3-6 0,1 0 3 0,7-2-8 15,5-1 4-15,-1 1-6 0,4 0 3 0,1-1-3 16,6 0 1-16,-2 0-1 16,2 1-3-16,6-3 7 0,-3 1-2 0,-1 1 6 15,4-3 13-15,-1 4-7 0,-1-1 8 0,1 0-9 16,4 4-2-16,-5-5-11 0,-1 2-1 0,5 0-1 15,-3-1 6-15,2 3-1 0,4 0 0 0,-4 0-1 0,-2 1-5 16,4-4 0-16,-5 2-5 0,-5-1 2 0,4 1-2 16,-5 1-1-16,-5 1 0 0,0-1-1 0,-2 2-3 15,-3-1 1-15,-2 0 1 0,-2 1 2 0,-1-1-2 16,-3-2 5-16,0 2-1 0,-4-2 1 16,-2 1-5-16,-3-3 0 0,-2 0 2 0,-2 0 0 15,-1-1 5-15,-1 1-4 0,-3 0 1 0,-5 0-2 16,-6 0 2-16,-2 0-1 0,-6-1-1 0,-5 1 0 0,-5 0-2 15,-8 2 4-15,-6 1 0 0,-7-2 1 0,-2 2-1 16,-6-3-2-16,-2 2 1 0,-5-2-1 16,-5 1-1-16,-7-1 6 0,-3-1-4 0,-7 0 2 15,-2 0-26-15,-18-1-84 0,1 0-1 0,0 0-33 0,0 0-59 0,0 0-116 16,0 0-43-16</inkml:trace>
  <inkml:trace contextRef="#ctx0" brushRef="#br0" timeOffset="-11816.07">21805 2739 3502 0,'0'-16'-305'0,"0"16"113"0,0-1-165 16,0 0 220-16,1 0 44 0,48-11 9 0,-23 15 85 16,6 3-6-16,3 0 14 0,1-1-12 0,-1-15-8 15,7 15 4-15,3 2-5 0,8-1 8 0,0 3 5 16,2 0 2-16,7 3 2 16,-1 0 11-16,4-2-5 0,7 1 6 0,6-2-5 0,3 0 3 15,5-1-2-15,2 0-1 0,7 0 3 16,6-2 14-16,3-2-7 0,4 2 1 0,3-1-5 15,4-1 0-15,4 1-3 0,3-1 3 0,0 2-2 0,3 1 11 16,5-1-6-16,1 0 5 0,4 3-7 0,2 0-6 16,-1 1-1-16,4-2-3 0,1 1 3 0,2-1 0 0,-1 0 3 15,8 3 2-15,-2-2 2 16,-2 1 5-16,8 2-10 0,-4-4 2 0,-2-1-5 0,4-1 2 16,-5-1-4-16,-4 0 0 0,0 1 1 0,0-2 18 0,-3-3-9 15,-3 5 5-15,2-3-7 16,-2-1-4-16,-4 2-8 0,-1-4 2 0,2 0-3 15,-5 0 7-15,1 1-7 0,-2 1 0 0,-5 0-1 0,-1 0 2 0,-6-1 2 16,-4-2-2-16,-7 1 2 0,-3 0-3 16,-7 0 5-16,-6 0-4 0,-7-1 4 0,-7 1-4 0,-6 0-5 15,-2 1 9-15,-7-1-7 0,-1-1 11 0,-11 1-7 16,-3 0 0-16,-6 2-1 16,-5-1-3-16,-2-1 6 0,-7 0-5 0,-6-1 6 15,-3 1-6-15,-16 0-31 0,1 0-7 0,0 0-13 16,0 0-64-16,0 0-34 0,0 0-14 0,0 0-11 15,0 0-105-15,9-26 995 0</inkml:trace>
  <inkml:trace contextRef="#ctx0" brushRef="#br0" timeOffset="-10226.96">21325 2757 1390 0,'-8'-15'280'0,"8"15"-131"0,0-1 144 0,0 0-370 0,0 0 13 15,0 0-2-15,0 0 72 0,0 0-5 0,1 1 23 16,39-12-11-16,-19 15-10 0,2 0 3 0,9 1-5 16,1 1 8-16,9-20 4 0,3 19 0 0,1 0 2 15,7 3 0-15,3-1-11 0,3 0 5 16,4 3-8-16,6 1 0 0,1-3-1 0,2 2-1 16,3-3 1-16,1 0 1 0,4-1 3 0,2 1 0 0,4 0 1 15,6 0-4-15,1-2 3 0,2-2-1 0,6 1 2 16,0-1 7-16,5 1-6 0,0-2 3 0,6 1-4 15,-3 1 4-15,1 1 0 0,0 0-3 0,1 2 3 16,-1 1-7-16,0 1 9 0,2 2-2 0,-1 0 3 0,2 0-6 16,-2 2-4-16,-1-2 3 0,1 0-1 0,-1 0 21 15,-2-2 27-15,1 0-9 16,1 1 12-16,-1-3-38 0,0 0 2 0,-4-1-6 0,3-3 6 16,-2 2 6-16,0-2-1 0,-2 1 5 15,-4-1-5-15,1 2-7 0,-2-1 2 0,0-1-4 0,-5 0 2 16,-2 0-13-16,2-1 1 0,-7 0 2 0,0 0 0 15,-4-1 0-15,-3 1-1 0,1 2-3 0,-1 0 1 0,-3 2-2 16,-4-5 2-16,-4 4-2 16,-7-1 2-16,-4-3-3 0,-1 2 6 0,-1-2 1 15,-2 0 1-15,-1 1-2 0,-6 0-1 0,-4 1-1 16,-3-1 1-16,-2-1 3 0,-4-1-3 0,-1 1 1 0,-5 0-1 16,-1 0-4-16,-3 0 3 0,1-1 1 15,-1 1 1-15,1-1-1 0,-2 0 2 0,-2 1-1 0,-1-2 0 16,-2 0-4-16,-2 1 4 0,-2-3-2 0,-14 4 3 0,1 0 1 15,0 0-7-15,0 0 3 16,38-9-3-16,-39 9 6 0,0 0-4 0,0 0-1 0,1 0-2 16,0 0-2-16,0 0-15 0,0 0-1 15,0 0-6-15,0 0-5 0,0-1 5 0,0 0-2 16,0 0 3-16,0 0-1 0,0 0 12 0,0 0 1 16,-1 1 3-16,2 0-5 0,-2-1 11 0,0 0-4 15,0 0 5-15,0 0 1 0,0 0-3 0,0 1-2 0,0 0-2 16,0 0 2-16,0 0 4 0,0 0 4 15,0 0-2-15,0 0 0 0,0 0-2 0,0 0 0 0,0 0 0 16,0 0 2-16,0-1-2 0,0 0 0 0,0 0 0 16,0 0 1-16,0 1-1 0,0 0 0 0,0 0-1 15,0 0 1-15,0 0-3 0,0 0 2 0,0 0-2 16,0 0 1-16,0 0 5 0,0 0-7 0,0 0 7 16,0 0-5-16,0 0 1 15,0 0 1-15,0-1-3 0,0 1-40 0,1 0-81 16,0 0-23-16,0 0-26 0,0 0-157 0</inkml:trace>
  <inkml:trace contextRef="#ctx0" brushRef="#br0" timeOffset="-5121.6">25149 5021 63 0,'0'0'284'15,"0"0"-83"-15,-1 0 139 0,0 0-205 0,0 0-31 16,1 0-28-16,-1 0-23 0,0 0-4 0,0 0 4 16,1 0 1-16,-2 0-6 0,1 0 4 0,1 0-6 15,0 0 3-15,0 0 1 0,0 0-4 0,1 1 1 16,36 25-6-16,-21-19-11 0,1 4 4 0,5-1-6 0,3 1 13 15,-1-2 7-15,3-2 1 0,2 1 0 0,3-1-2 16,8-2-11-16,0 0-1 0,7-2-3 0,3-1-2 0,0-2-2 16,1 0 7-16,0-1-5 15,2 0 6-15,0-2-5 0,6 1-5 0,4-2 0 0,1 0-12 0,4 0-8 16,-2 1 3-16,-1 1-3 16,-1 0 4-16,1 2-5 0,2 1 2 0,5 0-3 15,2 2 5-15,-1-1-6 0,-3 0 2 0,2 1-3 16,3-1 4-16,5 0-2 0,5 1 0 0,3-1-1 15,-2 0 2-15,-5-1 4 0,4-1-7 0,2 0 6 16,4 0-9-16,-1 0 10 0,-4 0-2 16,-3 2 3-16,3-2-5 0,0 0-2 0,0-1 4 0,-4 0-3 15,-6 0 13-15,-5 0 8 0,4 1-2 16,-2-1 3-16,-3 1-11 0,-3 1-3 0,-7 0 0 0,-3 2-1 16,-4-1-2-16,2 0-5 0,-1 1 2 0,0-1-2 0,-1 0 3 15,-1 1 0-15,-3-1-3 0,-6 1 0 16,-2-1-4-16,-3-1 8 0,-4 0-1 0,-2 1 4 15,-3 0-10-15,-1-1 5 0,-1 0-2 0,-2-1 2 16,-2 0 5-16,-1 0-3 0,-7 0 3 16,-1 0-3-16,-14 0 7 0,1 0-5 0,0 0 8 0,0 0-7 15,0 0 6-15,0 0-4 0,34-7-11 0,-35 7 4 16,0 0-47-16,0 0-40 0,0 0-3 0,0 0-14 16,0 0-35-16,0 0-62 0,-1-1-30 0,-42-34-30 0,19 24-312 15</inkml:trace>
  <inkml:trace contextRef="#ctx0" brushRef="#br0" timeOffset="-4310.81">24952 5160 255 0,'-6'-24'971'0,"2"6"-416"0,4 18 512 0,0-1-1163 0,0 0 7 0,0 0-38 0,38-16 34 0,-18 17 49 16,11 3-35-16,2 1 66 0,-4-16-7 0,13 17 0 0,0 0-3 16,1 3 8-16,0 1 5 0,2 1 4 0,-2 1-1 0,-1 0 13 15,2-4 15-15,0 2 1 0,1-1 5 16,0-3 1-16,-3 1 11 0,0-2-3 0,2-1 7 0,-1-1 7 0,4-3-11 16,-1 0 8-1,8-2-9-15,6-1 1 0,4-3-9 0,4 2-5 0,1-2-1 16,-2 2-12-16,-1-1 0 0,3 2 3 0,5-2-1 0,1-1 0 15,5 1-7-15,-2 2 0 0,-6 0-2 16,1 1-1-16,3 0 4 0,0 0-2 0,4 2 3 16,-1-1-1-16,-6 1-4 0,1 1-3 0,3 0 0 15,1 0-4-15,4-2 6 0,-2 2 1 0,-3 0 3 16,-2 0 3-16,2 1-9 0,3 0 6 0,1-1-7 16,3 1 12-16,-5-1-8 0,-3 1 2 15,3-1-3-15,-1-1 1 0,2 1 3 0,-1-1-3 16,-7-1 4-16,-2 1 3 0,-6-1 5 0,1-1 2 0,1 0 0 0,-3 0-3 15,-1 1 1-15,-5-1-5 16,-6 1 4-16,-2 0-11 0,-5-2 3 0,1 2-1 16,1 1 0-16,2 0-5 0,0 0 6 0,0-2-2 15,-5-3 3-15,-3 2-5 0,-3-1 3 0,-2 2 0 16,-5 1 0-16,-1 1-4 0,-3 1 3 0,-3-2 0 16,-1 1 2-16,-4-3-7 0,-2 0 9 0,1 2-4 0,-5 0 8 15,-12 2-1-15,1 0 0 0,0 0 0 0,0 0-2 0,39-8-1 16,-40 8 1-16,0 0 1 0,0 0 0 15,0 0-3-15,0 0-57 0,0 0 3 16,0-1-27-16,0 0-34 0,0 0-51 0,0 0-14 16,0 0-18-16,-9-35-107 0</inkml:trace>
  <inkml:trace contextRef="#ctx0" brushRef="#br0" timeOffset="-3761.31">25755 5094 2646 0,'-4'-13'-3'0,"4"13"1"0,0 0-58 0,0 0-119 0,12-2-16 0,12 11 155 0,7 3-41 0,10 3 38 0,5 0-104 0,6 3 92 0,4-2 39 0,2 2-4 15,0-1 24-15,-7-13 7 0,6 15 4 0,3 2 2 0,-2-1 27 0,0-7 24 16,1-1-3-16,2-3 10 15,1-2-7-15,-2-4-4 0,2-1 7 0,1-3-5 16,4-1 5-16,4-4-1 0,3-2-7 0,3-2 3 0,-1 0-20 16,-3-2-9-16,1-1-2 0,4 1-4 15,1-2-14-15,-1 3-4 0,0-2 3 0,-7 2-3 16,-7 0 0-16,3 2-5 0,-1 0-3 0,0 1 0 16,1 0-2-16,-8 0 1 0,-3 3-2 0,-5 0 1 15,-3 2-4-15,-2 2 1 0,-2-1 3 16,2 1 0-16,-3 0 6 0,-2-2-9 0,-2 1 6 0,-3-1-6 15,-3 2-1-15,-3 0 7 0,0-1-2 0,-5 0 5 16,-1 1-7-16,-1-2 5 0,-5 0-5 0,0 1 6 16,-2-2-5-16,-2 2 7 0,-14 2-4 0,2 0 3 15,-2 0-14-15,35-5-49 0,-35 5-2 0,0 0-21 16,1 0-52-16,0 0-47 0,0 0-8 0,-1 0-24 16,2 0-139-16</inkml:trace>
  <inkml:trace contextRef="#ctx0" brushRef="#br0" timeOffset="-59.25">24201 15595 2552 0,'-19'-9'110'15,"-1"3"-45"-15,5-2 51 0,15 8-164 0,0 0-12 0,-2 0-21 16,1 0 44-16,0 0-15 0,0 1 27 0,0 0-18 16,-26 36 28-16,33-15-2 0,2 3 11 0,-1 2-1 15,2 6 5-15,2 3-2 0,1 3 4 0,-2 1 7 16,-1 2 1-16,1 1 2 0,-2 5-1 0,1 2 9 0,-4 2-1 16,0 5-2-16,-1 0 0 0,-1 0-4 15,-1-5-6-15,0-2 7 0,-1-6-8 0,1 0-1 16,0-4 5-16,0-2-1 0,-1-2 3 15,-1-5 7-15,0-5-64 0,-2-6-16 0,-1-4-25 16,3-16-121-16,0 0-97 0,0 1-32 0</inkml:trace>
  <inkml:trace contextRef="#ctx0" brushRef="#br0" timeOffset="215.78">23996 15545 1281 0,'-10'-8'206'0,"10"8"832"0,0 0-1038 0,0 0-30 16,0-1 9-16,0 1-12 0,0 0 32 0,0 0 1 16,37-11 1-16,-14 13-1 0,4 2-14 15,2 3 4-15,2 0-5 0,3 4 5 0,-1 0 2 16,1 0 5-16,-1 2 2 0,-3 0 0 16,-1 1 6-16,-4 1-2 0,-4-2 4 0,0 2-4 15,-3 0-2-15,-3-2 18 0,-2 0-4 0,-3 1 10 16,-1 0 10-16,-4 1-4 0,-2 0 4 0,-5 0-4 15,0 2 9-15,-3-1-3 0,0 2-2 0,-1 3-1 16,-3 1-6-16,-1-2-8 0,-3-2-3 0,-1 1-5 0,-2 0-43 16,-1 2-69-16,1 1-6 0,-5 1-25 0,0 1-51 15,-3-1-43-15,-1 2-38 0</inkml:trace>
  <inkml:trace contextRef="#ctx0" brushRef="#br0" timeOffset="542.82">25028 15524 2728 0,'-22'-5'173'0,"1"5"-135"0,-2 4-6 0,3 5-39 15,3 1-19-15,3 6 13 0,1 3-6 0,-1 4 7 16,1 7-19-16,1 3 8 0,0 5 2 0,1 3 3 16,-1 1 21-16,2 4-8 0,-1 0 5 0,2 4-7 15,-2 1 9-15,1-1-3 0,1 2-2 0,-1 0 0 16,2-3 3-16,2-2-7 0,0-5 1 0,2-4-7 16,3-4-9-16,1-7 8 0,2-4-6 15,3-3 5-15,0-3-11 0,2-4-11 0,2-1 2 0,2-5-7 16,2-2-9-16,3-3-128 0,3-6-10 0,5-6-61 15,5-8-243-15</inkml:trace>
  <inkml:trace contextRef="#ctx0" brushRef="#br0" timeOffset="914.64">25639 15639 2108 0,'0'0'239'0,"-1"0"-191"0,-35 2-7 16,36-2-59-16,-1 0-33 0,1 1 29 0,-36 38 2 0,26-21 10 15,0 0 15-15,-1 4-1 0,-1-1 5 0,-1 3-1 16,-1 2 21-16,-1 1-5 0,-1 2 5 0,-3 1-2 16,-1 0 23-16,0 2 9 0,-3 2-5 0,1 2 4 15,1 2-22-15,0 4-12 0,3 0 2 0,-2-1-7 0,2-1-7 16,1-5-9-16,0 0 0 0,4-7-3 0,1-3-4 16,3-3 2-16,1-3-4 0,2-2 0 15,1 0-30-15,5-17-69 0,0 1-7 0,0 0-24 16,0 0-55-16,0 0-72 0,0-1-25 0</inkml:trace>
  <inkml:trace contextRef="#ctx0" brushRef="#br0" timeOffset="1163.71">25658 15668 1975 0,'0'0'332'0,"0"0"-160"0,0 0 49 0,-1 0-178 16,0 0-70-16,0 1 5 0,0 0 7 16,-17 44 1-16,21-23 25 0,1 2-17 0,1 3 3 15,3 3-9-15,2 3 6 0,1-2 6 0,1 4-4 0,-1-2 4 16,1 1-1-16,-1 4 0 0,-1-3 4 16,-2 2-1-16,-1-3 4 0,-1-1-1 0,-1-3-8 0,-2-3 0 15,0-1-48-15,-4-5-28 0,0-2-14 16,-1-5-8-16,2-14-80 0,0 1-79 0,-2 0-39 0</inkml:trace>
  <inkml:trace contextRef="#ctx0" brushRef="#br0" timeOffset="1353.17">25224 16084 2437 0,'0'0'26'0,"0"0"-31"0,0 0-15 15,0 0 7-15,1 0 28 0,38-8 10 0,-17 5-4 16,8 2 2-16,-1-3-28 0,7-1 0 0,7-2-3 0,2 2 1 16,5 1-6-16,-1-2 5 0,-2 2-2 0,-6-1-5 15,-1-1-93-15,-5 1-75 0,-2 0-29 16,-3 0-17-16,-2-1-138 0</inkml:trace>
  <inkml:trace contextRef="#ctx0" brushRef="#br0" timeOffset="1608.27">26128 15629 1789 0,'0'0'596'0,"0"0"-460"0,-1 0-19 0,0 1-123 15,-28 40 19-15,27-18-8 0,0 4-3 0,0 7-1 16,1 5-1-16,1 4 2 0,0 4 1 0,3 1-1 15,-1 2 1-15,0 3 3 16,-1 0-5-16,1 3 2 0,-1-2-6 0,-1-4 3 0,0-2-9 0,-1-6 0 16,-1-5-69-16,0-3-19 0,-1-7-4 0,-1 0-4 15,1-5-11-15,-2-8-8 16,5-14-9-16,0 0-2 0,0 0-63 0,-1 0-62 0,-1 0-173 0</inkml:trace>
  <inkml:trace contextRef="#ctx0" brushRef="#br0" timeOffset="1828.36">26011 15706 1375 0,'0'0'224'0,"0"0"893"0,0-1-1126 0,0 0 12 0,0 0-5 16,0 0 11-16,1 0 3 0,37-25 2 0,-19 24-6 15,3 2 1-15,1-3-22 0,6 3 10 0,0-2-3 16,3 1 5-16,-1 0-5 0,-1 1-1 15,0 2 3-15,-3 0-1 0,-1 1 11 0,0-1-36 16,-4 0-14-16,4 1-12 0,-5 0-71 0,-2 1-7 0,-2 0-11 16,-17-4-3-16,1 0-73 0,0 0-130 15,0 1-130-15</inkml:trace>
  <inkml:trace contextRef="#ctx0" brushRef="#br0" timeOffset="2047.84">25945 16147 2318 0,'-10'1'153'0,"10"-1"-109"0,-1 0-23 0,0 0-12 16,0 0 5-16,0 0-1 15,1 0-5-15,0 0 2 0,12 11-11 0,10-15 7 16,5-1 5-16,6-6 1 0,2-1 5 0,3-7-11 16,3 4-3-16,-5-3-3 0,2 0-3 0,-5 5 0 15,-1-1 3-15,-1-2 0 0,-2 4 3 0,2-1-41 16,0 1-10-16,1 3-15 0,0-1-60 0,0-1-63 15,-3 3-12-15,0-2-29 0,-4 2-145 0</inkml:trace>
  <inkml:trace contextRef="#ctx0" brushRef="#br0" timeOffset="2440.67">26772 16445 1582 0,'0'0'258'0,"0"0"6"0,-1 0 97 0,0-1-294 16,0 0-57-16,-37-45-30 0,33 24 7 0,4-4-16 16,2-2 12-16,6-7-23 15,1-5 11-15,4-6-13 0,2-6 28 0,1-4 13 16,3 3 0-16,-2 2 4 0,1 4 6 0,1 6 46 16,0-1-8-16,4 6 18 0,-2 3-27 0,2 2-10 15,1 2-6-15,3 1 0 0,1 1-11 0,2 2-5 16,0 4 2-16,1 2-4 0,-2 2-1 0,0 6 2 15,-3 3-2-15,-1 3 1 0,1 2-2 0,-3 4 3 0,0 3-1 16,-1 7 1-16,3 3-6 0,-2 3 9 0,2 6-5 0,2 2 7 16,-4 4-8-16,2 4 14 0,-2 2-2 15,-4 4 4-15,-1 2-8 0,-2 3 11 0,-4 0-4 16,-1 0 5-16,-2 1-6 0,-1-3-4 0,-1 2-2 16,-1-1 0-16,1-4-1 0,-1-2 1 0,-2-1-2 0,-1-7 2 15,1 0-1-15,-2-7 7 16,0-2-4-16,0-4 3 0,-1-16-5 0,0 1-27 15,0 0-4-15,0 0-13 0,0 0-57 0,0 0-28 0,0 0-9 16,1-1-11-16,0 0-69 0,27-18-99 16,-19-7-32-16</inkml:trace>
  <inkml:trace contextRef="#ctx0" brushRef="#br0" timeOffset="2691.37">27977 15584 2392 0,'0'0'97'0,"0"0"167"0,-1 0-302 0,0 1 27 15,0 0-7-15,-31 54 13 0,29-31-5 0,2 8 1 16,1 5 2-16,1 6-1 0,1 1 1 0,1 3 6 16,1 1-2-16,-3-2 3 0,1-2 7 0,-2 4-6 15,0-3 6-15,-3-1-6 0,2-4 11 0,-3-8-11 16,0-4 0-16,-2-6-4 0,0-4-16 0,6-18-16 15,0 1-8-15,-1 0-2 0,0 0-37 0,-34 14-31 16,35-15 4-16,0-1-17 0,-1 0-29 0,-19-49-197 16,15 20-89-16</inkml:trace>
  <inkml:trace contextRef="#ctx0" brushRef="#br0" timeOffset="3092.23">27861 15521 1458 0,'0'0'243'0,"0"0"-71"16,0 0 51-16,0 0-169 0,0 0-43 0,0 0 2 15,1 0 7-15,0 0-3 0,42 7 12 0,-43-7-11 16,36 14-2-16,-16-2-4 0,0-1-9 0,2 0 2 16,-1-1 1-16,1-1-1 0,0 3-6 0,-3 0 5 15,0 1-2-15,-2-1 6 0,-3 0 4 0,-1 0 7 16,-2 0 2-16,-3 0 1 0,2-2 4 0,-4 3-6 16,-6-13-4-16,0 1 0 0,0 0 2 0,7 40-3 15,-7-41 6-15,0 1-5 0,0 0 2 0,-16 38-2 16,16-39-1-16,-1 1 1 0,0 0 7 0,-40 36-13 15,41-37 3-15,-1 0-8 0,0 1-3 0,-39 22-4 16,40-23 2-16,-1 0-5 0,0 0-9 0,1 0-13 16,-2 0-5-16,1 0-2 0,0 0-16 0,0 0 10 15,0 1 1-15,1 0 5 0,0 0 17 0,0 0-3 16,1 0 6-16,0 0-5 0,42 35 13 0,-43-36-9 16,0 0 7-16,50 21-5 0,-32-14 7 0,3 2 5 15,-2-2 0-15,-3 1 2 0,1-1 5 0,-3 1 16 0,0 1 0 16,-3-1 8-16,-11-8 11 0,0 1-4 15,0 0-1-15,20 36 0 0,-20-37 4 0,0 1 0 16,-13 36-1-16,13-37-1 0,-1 1-14 0,-26 40-5 16,18-24-5-16,-5 0-1 0,2-1-26 0,-1-1-57 15,0 0-8-15,-1-2-20 0,0-1-64 0,0-1-87 16,-3 1-38-16</inkml:trace>
  <inkml:trace contextRef="#ctx0" brushRef="#br0" timeOffset="3374.68">28665 15590 2907 0,'0'0'139'0,"0"1"-143"15,0 0-19-15,-4 42-22 0,7-22 36 0,-1 8-1 16,3 5-2-16,-2 6 2 0,1 6 6 0,-2 1 0 15,3 3 2-15,-1 2-1 0,2 1 9 0,-2 1-6 0,1 1 3 16,-3-1-4-16,-2-2 1 0,0-6 9 16,-2-2-4-16,-2-8 6 0,1-2-4 0,1-2-2 15,-2-4 3-15,1-2-4 0,-4-6-10 0,-1-4-62 16,0-6-13-16,8-10-21 0,0 0-89 0,-1 0-73 16,0 1 4-16,0-1-41 0,0 0-155 15</inkml:trace>
  <inkml:trace contextRef="#ctx0" brushRef="#br0" timeOffset="3590.38">28626 15688 2796 0,'0'0'92'16,"0"0"58"-16,0 0-178 15,0 0 23-15,2 0-13 0,-2 0 15 0,50-14-28 16,-29 14 4-16,3-1 1 0,2-2 1 0,3-1 13 15,3 2 8-15,3-1 0 0,0 0 2 0,-2 1 2 0,-7-1-1 16,-1 2 1-16,-6-1-2 0,-2 0 0 16,-2 2-88-16,-2 0 8 0,-13 0-40 0,1 0-35 0,0 0-76 15,35 4-3-15,-36-4-32 0,0 0-86 0</inkml:trace>
  <inkml:trace contextRef="#ctx0" brushRef="#br0" timeOffset="3811.52">28680 16037 1667 0,'0'0'277'16,"0"0"-76"-16,0 0 71 0,0 0-232 0,0 0-51 15,0 0 13-15,0 0-1 0,0 0 6 0,1 0 5 16,37 3 11-16,-19-4 3 0,4-3 3 0,2-3 27 0,6-1 10 16,2-2-4-16,1-1 1 15,2 1-43-15,-5 1 18 0,0 0-9 0,-2 0 10 0,-2 1-27 16,-1 0-3-16,-1-1-4 0,-2 0 1 0,-1 2-5 15,-2 0-9-15,-1 0-21 0,-1 0-1 0,-2-1-103 16,0-1-64-16,-1 1 2 0,-3-1-26 0,-1-1-36 0,-1-3-332 16</inkml:trace>
  <inkml:trace contextRef="#ctx0" brushRef="#br0" timeOffset="4125.91">29456 15467 3096 0,'0'0'225'16,"0"0"-198"-16,0 0-27 0,0 0-38 15,0 0-9-15,0 1 12 0,0 0 3 0,27 37 3 0,-12-23 13 16,4 6 4-16,2 3 1 0,1 1 1 0,2 2 8 15,-3-1-1-15,2 0 5 0,-3 1-2 0,-1-2 10 16,-2 2-7-16,-3 2 3 0,-2 3-3 0,-6 2 19 16,0 3 6-16,-3 3-3 0,-3 3 4 0,-3 2-3 0,-5 9-4 15,-3 4 1-15,-3 5-3 0,-3 4-11 0,-3-1 0 16,-4-5-8-16,-1 2 2 0,0-3-50 0,-1-3-137 16,0 0-23-16,-2-6-56 0,-4-1-249 0</inkml:trace>
  <inkml:trace contextRef="#ctx0" brushRef="#br0" timeOffset="5621.23">29826 15856 2921 0,'-14'-13'138'0,"0"1"-54"16,0 2-7-16,14 10-59 0,-2 0-62 0,2 0-14 0,0 0-9 15,0 0 7-15,0 0-26 0,10-26 29 16,15 26-5-16,11 0 18 0,5 0 31 0,6-4-2 0,4 1 9 16,0 0-5-16,-5 0 19 0,-2 1-6 15,-7 0 2-15,-2 1-4 0,0 1 7 0,-6 0-22 16,-1 0-23-16,-1 1-5 0,-6-1-118 0,-1 0-73 0,-2 1-27 16,-2 0-31-16,-2 1-236 0</inkml:trace>
  <inkml:trace contextRef="#ctx0" brushRef="#br0" timeOffset="5839.29">29917 16218 3220 0,'0'0'49'0,"0"0"-104"0,0 0-8 15,0 0-23-15,0 0 47 0,1 0 9 0,40 21 10 16,-24-13-3-16,2 0 15 0,3 0 0 15,1-1 1-15,1-1-1 0,1 0 6 0,-2-1-36 0,3 1-18 16,-2-4-12-16,0 1-113 0,2-3-62 16,-2-1-26-16,4-3-24 0,-2-3-195 0</inkml:trace>
  <inkml:trace contextRef="#ctx0" brushRef="#br0" timeOffset="6072.39">30627 15630 1876 0,'0'0'315'0,"0"0"-166"15,0 0 47-15,0 1-169 0,-22 31-49 0,15-8 21 16,-2 4 0-16,1 5 5 0,-1 3-8 0,1 5 9 16,-1 1-3-16,5 2 6 0,-1-2-4 0,2 0-4 15,2 5 2-15,1 2-3 0,0 0-1 0,0 1 1 16,2-4-2-16,-1-3 2 0,0-1 0 0,1-8-7 15,-1-2-7-15,1-3-8 0,-1-6-110 0,0-3-23 0,-1-3-29 16,1-4 7-16,-1-13-83 0,0 1-288 0</inkml:trace>
  <inkml:trace contextRef="#ctx0" brushRef="#br0" timeOffset="6265.98">30546 16111 2096 0,'0'0'147'0,"0"0"-86"15,0 0-15-15,0 0-12 0,0 0-6 0,0 0-7 16,0 0-2-16,0 0-1 0,0 0-3 0,1 0 18 0,0 1-4 16,34 22 7-16,-35-23-10 0,1 0-6 15,45 10 1-15,-25-8-5 0,-2 0-3 0,5-1-11 16,2-1 3-16,0 0-5 0,6 1 6 16,1-1-6-16,-2-2 0 0,1 1-1 0,-5-1 5 0,-1 1-37 15,-3 0-22-15,-3 1-16 0,-1 0-163 0,-4 0-153 16,-1 2-71-16</inkml:trace>
  <inkml:trace contextRef="#ctx0" brushRef="#br0" timeOffset="6583.37">31476 15502 2839 0,'0'0'76'0,"-2"0"27"0,1 0-163 16,0 0-4-16,0 0-2 0,0 0-2 0,0 0-15 0,-28 30 20 16,29-9 0-16,2 8 11 0,1 2 33 15,0 3 11-15,1 4 2 0,-2 1 2 0,-2 2 4 0,2 3 3 16,-2-4 0-16,0 0 0 0,0-3-4 15,0 1 0-15,0 0-1 0,1-1 2 0,2-2 2 16,2-5-34-16,-1 1-6 0,3-8-13 0,-2-2-34 16,2-6-124-16,1-5 0 0,-8-10-62 0,1 0-191 15</inkml:trace>
  <inkml:trace contextRef="#ctx0" brushRef="#br0" timeOffset="6872.57">31970 15407 2533 0,'0'0'433'15,"0"0"-374"-15,0 0 34 0,0 0-117 0,-1 0-42 16,0 0 36-16,0 1-8 0,-21 45 17 0,20-23-5 16,0 10 15-16,2-2-7 0,1 3 9 0,2-1-13 15,1-3 0-15,0 0 4 0,3-3-2 0,-2-2 18 16,2-3 1-16,-1-3 3 0,1-3 0 0,-1-2 7 15,-6-14-6-15,0 1 3 0,1 0-2 0,1 0 6 0,41 28-9 16,-43-29 4-16,1 0-5 0,42 2 4 16,-42-2-6-16,40-5-1 0,-18-1-1 0,4 2-5 15,1-4 11-15,0 1-4 0,2 0 6 16,0 0-5-16,-5 3-46 0,1-3-2 0,-6 2-21 0,0 0-44 16,-4 2-45-16,-2-1-6 0,-14 4-20 0,1 0-83 15</inkml:trace>
  <inkml:trace contextRef="#ctx0" brushRef="#br0" timeOffset="7072.25">32395 15514 2165 0,'0'0'122'0,"0"0"276"0,0 0-413 0,-1 0 22 16,0 1-10-16,-31 42 13 0,22-21-23 0,-2 10 3 15,-4 5 1-15,-1 8 1 0,0 0 1 0,-4 2 2 16,-1-1-3-16,-1-1 2 0,0 1-17 0,4-2-53 15,-1-1-13-15,2-1-20 16,2 0-95-16,-3-5-82 0,0-2-16 0,2 0-48 16,-3-6-356-16</inkml:trace>
  <inkml:trace contextRef="#ctx0" brushRef="#br0" timeOffset="7372.02">31161 16430 2648 0,'0'0'352'0,"-1"0"-276"0,0 0-4 0,0-1-85 0,-1 0-9 16,2 1-39-16,-1-1 5 0,1 0-17 0,13-14 17 16,10 14 38-16,8 0 1 0,7-3 13 0,5-2 7 15,3 1 6-15,5-1-3 0,-1 1 5 0,0-1 7 0,-1-1 14 16,-4 1-5-16,2-2 6 0,1 3-17 0,3 0-1 15,1 0-2-15,2 1 0 0,-4-1-2 0,-4 2-5 16,-1-1 2-16,-3 3-3 0,-1-2-3 0,-6 3 3 16,0 0 0-16,-1 0 1 0,-4 1-1 0,3 1-5 15,-5-1-3-15,-3 2-7 0,-2 0-76 0,-5 0-109 16,0-1-11-16,-5 0-35 0,-13-2-74 0,1 0-267 16</inkml:trace>
  <inkml:trace contextRef="#ctx0" brushRef="#br0" timeOffset="7649.58">31729 16648 3495 0,'0'0'-85'0,"0"0"-3"15,0 0-20-15,0 0 21 0,0 1 30 0,0 0-27 16,4 52 27-16,2-30-21 0,0 1 71 0,-1-1-7 16,-2 0 6-16,3 1-7 0,-4-4 13 0,-2 2 7 15,-2-1-4-15,-4-3 7 16,0 1-1-16,-2-1-1 0,2-1 2 0,-1 0-3 16,-1 1-5-16,5-5 0 0,-3 2 0 0,6-15-5 15,0 1-71-15,0 0-98 0,0 0-12 0,0 0-29 16,-14 34-59-16,14-35-49 0,0 0-104 0</inkml:trace>
  <inkml:trace contextRef="#ctx0" brushRef="#br0" timeOffset="7986.45">31961 16613 2255 0,'0'0'117'0,"0"0"-87"15,0 0-11-15,0 0-11 0,-1 1 35 0,0 0-32 16,-21 40 7-16,22-41-16 0,0 1-2 0,-5 41-6 15,5-41-2-15,0 0-1 0,7 45-5 0,-7-46 5 16,0 1-3-16,19 43 4 0,-19-44 6 0,0 0 2 16,21 38 3-16,-21-38-1 0,0 1 0 0,1 0 3 15,25 37 2-15,-26-38 0 0,0 1 8 0,1 0-1 16,21 34-1-16,-22-35-1 16,1 1-3-16,0 0-4 0,35 41 2 0,-36-42-2 15,1 0-5-15,29 41 1 0,-30-41 0 0,1 1 1 16,23 43 8-16,-24-44-10 0,0 1 12 0,15 41-11 15,-15-42 11-15,0 1 7 0,6 37-4 0,-6-38 8 16,0 2 11-16,0-2 7 0,-9 39-5 0,9-39 4 0,0 1-20 16,-1 0-3-16,0 0-5 0,-38 36 0 0,39-37-24 15,-1 0-58-15,-44 10-2 0,44-10-24 0,-34-3-55 16,13-2-84-16,-3-5-83 0</inkml:trace>
  <inkml:trace contextRef="#ctx0" brushRef="#br0" timeOffset="8136.22">31788 16694 1203 0,'0'0'200'0,"0"0"-17"0,0 0 37 0,1 0-112 16,0 0 5-16,41-6 5 0,-42 6-9 0,1 0-4 15,49 8-89-15,-28-3-16 0,2 1 0 0,0 0-4 16,3-2 6-16,1 2 0 0,1-1-2 0,1 1 0 16,-3-1 1-16,0 2-89 0,-2-1-15 0,-1 1-35 15,-1 1-113-15,-2 0-157 0</inkml:trace>
  <inkml:trace contextRef="#ctx0" brushRef="#br0" timeOffset="8422.77">29661 17949 3341 0,'0'0'-33'0,"0"0"-81"15,-1 0-7-15,1 0-14 0,0 0 36 16,0 0 41-16,28 0 8 0,0-2 10 0,8-5 24 16,6 2 8-16,5-5 1 0,2-2 3 0,-4 3 10 15,-2 1-44-15,-5 0 4 0,-6 1-22 0,0 2-26 16,-7 0-72-16,-1-1 0 0,-3 3-31 0,-3-2-60 15,0 3-201-15</inkml:trace>
  <inkml:trace contextRef="#ctx0" brushRef="#br0" timeOffset="8619.46">29807 18292 2434 0,'0'0'341'0,"0"0"-288"0,0 0-25 0,0 0-70 15,0 0 8-15,0 0 34 0,1 0 3 0,31 15 5 0,-11-12-20 16,4 0-3-16,2-3 3 0,3-1-1 0,1-2 13 16,1-1-4-16,0 2 3 0,-1-3-3 0,0 2 1 15,-4-1-24-15,-1-3-14 0,-4 0-8 16,-2-2-74-16,0-1-31 0,-1-1-12 0,1-2-17 16,1-2-157-16</inkml:trace>
  <inkml:trace contextRef="#ctx0" brushRef="#br0" timeOffset="8839.04">30756 17336 2932 0,'0'0'330'0,"-1"0"-285"0,0 0-7 0,0 0-83 16,-35 35-2-16,31-17 6 0,1 5 3 0,-1 5-1 15,2-1-21-15,3 5-52 0,1 0-10 0,2-2-12 0,1 0-24 0,-4-3-12 16,1-3 5-16,-2-2-8 16,-1-2-12-16,-1-1-66 0,-2-4-41 0</inkml:trace>
  <inkml:trace contextRef="#ctx0" brushRef="#br0" timeOffset="9074.31">30233 17960 2321 0,'0'0'100'0,"0"0"-78"0,-1 0-14 0,0 0-8 0,0 0 14 16,1 0-13-16,0 0 2 0,0 0-3 0,1 0 29 15,35 11 14-15,-11-13 1 0,6 0 3 0,1 1 0 16,5-5-1-16,1 2-3 16,1-4-1-16,1-3-20 0,3 1-3 0,-1 2-6 15,-1 1 1-15,-1 2-12 0,2-1 3 0,2 0 0 0,2 1 0 16,-1-2-4-16,-3 3 1 0,-3 1 2 0,-5-3 0 15,-2 3 4-15,-3-3-6 0,-2 3 2 0,-4 0-5 16,-1 1-24-16,-5 2-115 0,0-5-7 0,-17 5-43 16,1 0-89-16,0 0-241 0</inkml:trace>
  <inkml:trace contextRef="#ctx0" brushRef="#br0" timeOffset="9365.64">30537 18323 2871 0,'0'0'125'0,"-1"0"253"0,0 0-485 0,-39 20 58 0,40-20-24 0,0 0 38 16,0 1-19-16,0 0-4 0,-11 46 6 0,11-47-2 15,0 1 28-15,17 41 15 0,-17-42-3 0,0 1 8 16,24 42 4-16,-24-43 4 0,0 1 1 0,18 45 2 15,-15-27-4-15,-3 3 8 0,1-1 2 0,-2 4 2 16,-1-2 6-16,-1 4-10 0,-1 0-2 0,0-1-3 16,1-1-4-16,1 1 0 0,0-2 1 0,2 0-1 15,0 0-7-15,2-7-36 0,2 0-21 0,1-1-13 16,0 0-128-16,-5-16-55 0,0 1-29 16,1 0-18-16,0 0-202 0</inkml:trace>
  <inkml:trace contextRef="#ctx0" brushRef="#br0" timeOffset="9725.48">30985 18149 2134 0,'0'0'355'0,"0"0"-164"0,0 0 85 15,-1 0-280-15,0 1-54 0,0 0 9 0,-34 44 5 0,35-44-2 16,-10 34 7-16,9-16 17 0,1 2 4 15,1-3 3-15,2-1 5 0,1-2 10 0,0 1-3 0,1-3 5 16,0 3-3-16,-5-16 1 0,0 1 2 16,0 0 0-16,15 37 4 0,-15-38-4 0,0 0-1 0,0 1 0 15,20 38 6-15,-20-39-4 0,0 1-1 0,1 0-1 16,0 0-2-16,38 40-1 0,-39-41 2 0,1 2-1 16,0-2 0-16,44 36 3 0,-45-36-2 15,1 1 3-15,36 35-2 0,-37-36 8 0,1 1 6 16,34 39 2-16,-35-40 22 0,0 1-8 0,22 43 3 15,-22-44-6-15,0 0 3 0,4 47 3 0,-4-46-5 0,0 0 3 16,-7 47-17-16,7-48-5 0,0 1-1 0,-18 45-2 16,18-46-2-16,-1 1-25 0,-28 35-4 0,29-36-12 15,-1 0-41-15,0 0-9 0,-37 17-12 0,38-17 0 16,-1 0-64-16,-35-8-247 0</inkml:trace>
  <inkml:trace contextRef="#ctx0" brushRef="#br0" timeOffset="9906.52">30960 18235 2146 0,'0'0'380'0,"0"0"-271"0,0 0-7 15,0 0-74-15,0 0 39 0,1 1-30 0,0 0 7 0,38 30-18 16,-39-31-11-16,34 17-1 0,-10-6-1 0,3-3 0 16,4 1-6-16,8 0-12 0,4-6-2 0,11 0-5 15,5-2-15-15,6-3-237 0,3-2-7 0,1-4 24 16,9 0 1268-16</inkml:trace>
  <inkml:trace contextRef="#ctx0" brushRef="#br0" timeOffset="11772.49">29535 18850 1140 0,'0'0'594'0,"0"0"-239"0,-1 0 296 15,0 0-675-15,0 0-3 0,0 0-28 0,0-2 31 16,0 1-3-16,0 1 11 0,0 0 0 0,0-1 20 16,0 0-4-16,1 1 12 15,0 0 7-15,0 0-6 0,0 0 1 0,1 0-4 16,39-1 2-16,-40 1 6 0,1 0 0 0,48 3 1 15,-27-3-12-15,-2 3 0 0,6-3-4 0,-2 0 3 16,2 1-2-16,2-1-4 0,3 2 6 0,2 2-5 16,5-2-3-16,1 3 7 0,-2 0-5 0,3 0 6 0,-1 0 4 0,-1 1-7 15,1 3 10-15,1-1-9 16,-1 2 16-16,6-3 5 0,7 0-8 0,3 2 5 0,4-1-22 0,-1-1 5 16,1-2-5-16,-2-2 6 0,0-1-7 0,1-2 5 15,0 0-1-15,6 0 3 0,-2 0-8 16,-4-2 3-16,0-1 2 0,-9 2 1 0,-3 1 8 15,-3 0-2-15,0 4 4 0,-2 1-4 0,4-1-3 0,0 1-3 16,-1 1 1-16,-1 0 0 16,-3 1 4-16,-2 0-3 0,-3 0-3 0,-2 1 0 0,-2 0-1 15,-2-2-4-15,-2 0 2 0,-4 0-2 0,1-1 3 0,-4 0-1 16,2-1 5-16,-3 0-5 0,-2-1-3 0,-17-3-55 16,1 0-16-16,0 0-17 0,-1 0-93 0,39 15-28 15,-39-15-7-15,0 0-11 16,0 0-65-16</inkml:trace>
  <inkml:trace contextRef="#ctx0" brushRef="#br0" timeOffset="12057.69">30083 18985 2614 0,'-21'-7'142'0,"4"0"-119"15,0 2-14-15,17 5-25 0,-1 0-7 0,0 0-7 16,0 0-8-16,0 0 0 0,1 0-25 0,0 0 26 16,19-12 9-16,7 9 6 0,8-1 28 0,6 0 5 15,6 2 0 1,5-3 4-16,8 2 13 0,7-2 11 0,2 0 0 0,0 3 3 16,0 3-2-16,-5-1 2 0,2 0-6 0,7 0 3 15,-2-4-14-15,4 4-13 0,-1 2 0 0,-9-1-4 16,-2-1 1-16,1 3-7 0,1 1 4 0,2-2-5 15,0 4 1-15,-7-4-15 0,-4-1-50 0,-6 3 1 16,-1-4-259-16,1-1-310 0</inkml:trace>
  <inkml:trace contextRef="#ctx0" brushRef="#br0" timeOffset="13184.26">19203 2550 2009 0,'-20'-36'81'0,"3"6"-33"0,9 11 30 0,8 19-185 16,0 0 7-16,0-1-25 0,1 1 88 0,41-11-3 15,-20 18 28-15,1 0 11 0,-9-11 16 0,15 15-3 16,8-1 9-16,3 0 9 0,5-6-9 16,3 2 3-16,5-4-5 0,3 1-4 0,3-4 13 0,6 0-1 15,6 0 5-15,2-3-2 0,1-1-10 0,-1 0-1 0,7-2-1 16,1 1 11-16,5-2-6 0,3-1 6 0,0 2-8 15,2-1-4-15,5 1-8 0,4-1 0 0,4-1-2 16,-2 2-1-16,2-1 2 0,5 2-4 0,5 1 3 16,3-1-9-16,0 1 0 0,1-1 3 0,4 0-1 15,0 0 6-15,5 0-3 0,2-1-2 0,1 1 0 16,3-1-2-16,3-1 2 0,2 1 1 0,1-2 1 16,5 0-1-16,4-1-2 15,-4-1 0-15,8-1-1 0,4 0 7 0,-7 1-3 16,3 1-1-16,4 2 1 0,-7 2-3 0,-1 0 0 0,4 1 2 15,-9 2 3-15,-2 2 61 0,5 2-33 0,-4 1 13 0,-2 3-25 16,0 0-14-16,3 1-3 0,-2 4 1 0,0-1-2 16,5 0-3-16,-2 1 4 15,-4-1-2-15,6 1 2 0,-5-1 0 0,-1 0-5 16,-3 0 1-16,2-1-2 0,-5 0 5 0,-2-2 0 16,-4 2 0-16,-6-1-1 0,-5 0 0 0,-5 0 2 15,-4 2-3-15,-5 0 2 0,-1 0-4 0,1 0 6 0,-2-1 6 16,-6 2-1-16,-1-1-5 0,0 0 1 0,1-1-5 15,-2 1 5-15,-5 1-8 0,-5-4 2 0,-1 0 0 16,-1 0 0-16,0 0 6 0,-7 0 2 0,-6 0-3 16,-10-2 3-16,-5 0-3 0,-4 0-5 0,-1-1 2 0,-3-2-2 15,-3-1 13-15,-6 1-11 0,-2 3 6 0,-7 0-8 16,-3-1 6-16,-4 2 0 0,-2-2-2 0,-3-1 3 16,0 3 2-16,-15-5 4 0,1 0-1 0,0 0 2 15,34 13-8-15,-35-13 7 16,0 0-2-16,1 0 1 0,0 0-33 0,0 0-32 15,-1 0-6-15,0 0-8 0,0 0-26 0,0 0-25 16,0 0-8-16,0 0-12 0,-30 5-95 0</inkml:trace>
  <inkml:trace contextRef="#ctx0" brushRef="#br0" timeOffset="13952.08">19603 2468 255 0,'-11'-22'910'0,"3"3"-413"0,8 19 471 0,0 0-1111 0,29-3 34 16,-2 14 0-16,14 3 46 0,9 1 13 0,8 1-3 16,9 2 43-16,16-3 4 0,6 5 1 0,13-4 1 15,3-3 4-15,-6-14 0 0,17 11 3 0,6-3-3 0,3-3 3 16,-4-3-4-16,3 1 0 0,0-3-1 15,1 3 3-15,-4-4-7 0,0-2 1 0,-2 0-1 16,2 0 29-16,-3 0 8 0,2 1-1 0,4-1 0 16,0-2-13-16,1-2-1 0,9 3-3 0,1 3 0 15,2 2-7-15,8-1-4 0,3 1 3 0,2 0-2 16,4 0 1-16,10-1-5 0,-2 2 1 0,4 1-3 0,7 0 4 16,-7-1-1-16,3 2 2 15,4-2-2-15,-8 2 4 0,1 1-3 0,0-4 2 16,-9 0-2-16,2-1 5 0,1 1-4 0,-7 1-2 15,-1 1 0-15,2-2-1 0,-4 1 3 0,-2 2 7 0,7-1 0 16,-2 1 39-16,1 0-25 0,7-1 5 16,-5 3-15-16,-3 3-8 0,9 0-5 0,-6 1 1 0,-7 3-1 15,4-3 1-15,-7 4 0 0,-8 1 3 0,-4-1-1 16,-6 0 4-16,-5 1-9 0,-8 0 2 0,-4-1-4 16,-6 1 7-16,-5-1 1 0,-2 1 1 0,-6-1-1 0,-5-1 0 15,-9-2 6-15,-3 1-8 16,-4-2 6-16,-2-1-12 0,-8-3 22 0,-9 0-3 15,-10-3 11-15,-6-2 5 0,-10-2-1 0,-5-4-10 0,-7 0 1 16,-14 6-44-16,0-1-31 0,0 0-3 16,7-37-15-16,-16 22-63 0,-10-4-497 0</inkml:trace>
  <inkml:trace contextRef="#ctx0" brushRef="#br0" timeOffset="14587.29">21143 2406 1931 0,'0'1'-123'0,"0"0"4"0,16 31 7 0,-6-39 54 0,15 14-24 0,3-1 39 16,8-2 15-16,-1-3 76 0,3 0-14 0,3-2 29 0,-4 1 16 0,0-2-4 15,2 1 0-15,2-1-2 0,9-1-2 0,5 0-8 16,7-2-4-16,9 1-3 0,-2 0-28 0,5 0-11 16,11 3-1-16,8 1-4 0,6 0-6 0,7 5-6 0,0 0 2 15,6 3-2-15,5 0-3 0,2 0 6 0,3 3-3 16,3 1 6-16,0-2-12 0,0 3 9 0,3-1-1 16,1-2 5-16,-1 5-5 0,2-5-2 0,1 1 1 0,2-3-1 15,0-1 5-15,4 0-5 16,0-2 1-16,0 2-1 0,0-2 1 0,8-1 13 0,-3 3 0 15,0-1 7-15,-2-1 7 0,6 2-14 0,-2 0 1 16,2 5-5-16,7-1-6 0,-3-1 0 0,-1 2-2 16,7-5 3-16,-3 4-1 0,-5-2-4 15,10 0 1-15,-4-1-1 0,-2 0 6 0,7 0-3 16,-2-2 5-16,-7-1-4 0,2-1 7 0,2-3 6 0,-7 0-3 0,-1 1 4 16,1-2-2-16,-9 2 2 15,-5 0-3-15,0 0 1 0,-9 2-4 0,-4 0-4 0,-5 2 0 16,-9 0-2-16,-3 1-4 0,-1 2 0 15,-5 0 2-15,-6 2-1 0,-8 1-1 0,-9-1-3 16,0 0 4-16,-3 1-3 0,-4 0 9 0,-5-1-5 16,-10-1-4-16,-9 1 2 0,-5 0 7 0,-6 0-102 0,-3 0-29 15,1 0-45-15,1 1-264 0</inkml:trace>
  <inkml:trace contextRef="#ctx0" brushRef="#br0" timeOffset="16968.05">10158 16601 473 0,'-11'-1'336'0,"-2"0"-119"0,13 1 166 15,-1 0-319-15,0 0-4 0,0 0-19 0,0 0 40 16,-36 7-4-16,37-7 15 0,0 0-13 0,-1 0-1 15,0 0 3-15,0 0-4 0,0-1-12 0,0 0-13 16,-35-14-3-16,36 15-2 16,0 0-12-16,0 0-13 0,0 0 2 0,0 0-7 15,0 0-7-15,0 0 1 0,0 0 3 0,0 0 1 0,0 0 20 0,0 0 19 16,0 0-6-16,0 0 9 16,1 0-20-16,-1 0-9 0,1 0 0 0,47 3-4 15,-48-3-14-15,33 3-1 0,-11 0-6 0,3-1 3 16,3 0-10-16,3 2 8 0,3-1-4 0,1-1 4 15,3 1-7-15,3-1 4 0,3-1 1 0,4 0 2 16,3 0-2-16,2 0 2 0,1 1 0 0,-3-2 2 16,0 0 1-16,-3 0-4 0,-4-2-1 0,3 0-1 15,1 0 10-15,1-1-3 0,4-1 5 0,-2-1-6 16,-2 0 6-16,-1 1-5 0,-5-2 2 0,0 2-2 16,-5 1 11-16,2 3 8 0,-4 0-5 0,0 2 3 15,0 0-14-15,-3 1-8 0,1 3 2 0,-4-1-4 0,-3 0 8 0,-3 3-6 16,-1 1 3-16,-6-3-3 15,1 2 6-15,-3-1-1 0,-3-1 5 0,-12-6-4 16,1 0 2-16,0 0-1 0,0 1-5 0,39 19 4 16,-40-20-2-16,0 0 2 0,1 0-3 0,0 0 0 15,0 1-14-15,0 0-95 0,34 29-18 0,-35-30-41 16,0 1-190-16</inkml:trace>
  <inkml:trace contextRef="#ctx0" brushRef="#br0" timeOffset="17738.29">15638 13248 1871 0,'-9'-12'122'0,"-1"2"-36"15,10 10 55-15,0 0-116 0,0-1-5 0,-1 0-18 16,0 0 7-16,0 0 0 0,1 1 1 16,0 0-19-16,-1-1 9 0,0 0-1 0,0 1 5 0,1-1 10 0,0 0 5 15,0 0 5-15,0 0 0 0,0 0 18 0,0 1 8 16,0 0 1-16,1 0 2 0,38-5-12 0,-39 5-24 16,33 4 0-16,-10 0-7 0,1-2 11 0,8 3 19 15,5 1-3-15,6-1 6 0,4 0-21 0,3-2-2 16,-1 1-5-16,4-1 3 15,1 0-3-15,0 1-3 0,3-1 0 0,1 0-2 16,0-1-4-16,-1 0 4 0,-3 1-3 0,-5 0 2 16,-2-2-7-16,-5 2 5 0,-2 1 0 0,-6 0 1 15,0-2-2-15,0 0 3 0,-2 0-4 0,-1 1 1 0,-1 0-10 16,-7 2-63-16,-2 0-27 0,-5 1-21 16,-1 0-172-16,-3 4-268 0</inkml:trace>
  <inkml:trace contextRef="#ctx0" brushRef="#br0" timeOffset="19314.38">16054 15236 1369 0,'0'0'119'0,"0"-1"-37"0,0 0 54 0,0 0-126 0,0 0-6 16,5-37-14-16,-5 38 11 15,0 0 3-15,0 0 3 0,1 0-7 0,-1-1 21 16,0 1-1-16,2-1 11 0,-1 0 31 0,0 0 3 15,0 0 2-15,0 0-3 0,0 0-7 0,-1 1-10 16,1 0 0-16,-1 0-2 0,0 0 5 0,0 0-18 16,0 1 3-16,0 0-10 0,16 46-15 0,-16-47-1 15,0 1-7-15,2 51 6 0,-2-31-4 0,1 2-5 16,0 1 6-16,0 1-7 0,-1 1 5 0,-1 0-2 16,0 4-1-16,0-5 1 0,-2 3 3 0,1-3-1 15,0-1 1-15,-1 0-2 0,0-1 0 0,0-3 3 16,0-2 1-16,1-3 1 0,0-1 2 0,2-14 1 0,0 1-4 15,0 0 4-15,0 36-10 0,0-37-65 0,0 0-1 16,0 1-31-16,0 0-68 0,0 0-92 16,0 0-55-16</inkml:trace>
  <inkml:trace contextRef="#ctx0" brushRef="#br0" timeOffset="19904.51">16460 15141 1957 0,'0'0'137'0,"0"0"-92"16,0 0-30-16,0 0-12 0,-2 0-65 0,1 0 50 15,0 0-9-15,0 0 21 0,0 1-12 0,0 0 14 16,-20 39 0-16,21-40 9 0,0 2 11 0,-14 42 17 16,14-43-1-16,0 0 6 0,-15 51 0 0,10-31-6 15,0 1 2-15,1 4-3 0,-1 0-1 0,1 3 1 16,-2-1-6-16,0 4 1 0,2 2-19 0,-1 6-3 15,1 1 1-15,-1 2-3 0,-2 2-4 0,0 1 0 0,0 1-4 16,-2 0 3-16,0-2 0 0,1-3-1 16,-1-3 1-16,3 1-1 0,0-5 4 0,1 0 2 15,-1 1-2-15,0-6 1 0,-1 2-4 0,2-7 5 16,0-1 3-16,0-3-1 0,3-1-4 16,-3-3 7-16,5-2-7 0,0-2 6 0,0-13-9 0,0 1-48 15,0 0-1-15,0 0-25 0,3 35-63 0,-3-36-53 16,0 0-14-16,0 0-22 0,2 0-154 15</inkml:trace>
  <inkml:trace contextRef="#ctx0" brushRef="#br0" timeOffset="20419.22">16592 15604 1623 0,'0'0'275'0,"-1"0"-143"16,0-1 23-16,0 0-98 0,-34-17-72 0,35 18-31 0,0 0 7 16,0 0-10-16,0 0 32 0,0 0 5 0,0 0 2 15,0 1 1-15,0 0 5 16,0 0 5-16,0-1 0 0,17 38 3 0,-17-38-6 15,0 0 18-15,0 1-4 0,0 0 10 0,3 34 0 0,-3-35 4 16,0 1 2-16,0 0-1 0,-4 40-6 16,4-41-5-16,0 1-5 0,0 42 1 0,0-42-12 0,0 0 6 15,4 50-2-15,-2-32 4 0,3 1-1 0,-2 1 0 16,-1-3-1-16,3 2 2 0,-1 0 2 0,-2-7-3 16,0 3 1-16,-2-2-2 0,0-2 0 0,0-12-1 15,0 1 5-15,0 35-4 0,0-36 10 0,0 1-14 16,0 0-15-16,0 0-2 0,-13 36-85 0,13-37-62 15,0 0-23-15,0 0-23 0,0 0-181 0</inkml:trace>
  <inkml:trace contextRef="#ctx0" brushRef="#br0" timeOffset="20885.54">16801 15600 1519 0,'-11'-6'162'0,"11"6"546"0,-1 0-670 0,0 0-65 16,0 0 10-16,0 0-30 0,0 0 22 0,0 1 22 15,0 0-1-15,-17 38 6 0,18-39-8 0,0 1 3 16,22 36 3-16,-22-37-1 0,0 1 7 0,0 0-3 16,13 44 2-16,-13-45 0 0,0 1 12 0,-3 35 13 15,3-36-3-15,0 0 5 0,0 1 2 0,-1 37-4 16,1-38-1-16,0 1-3 0,0 0-15 15,0 0-1-15,4 40-1 0,-4-41 0 0,0 1-9 16,1 1 5-16,0-2-2 0,35 39 3 0,-36-39-5 0,0 0-1 16,1 1 2-16,38 34-2 0,-39-35 4 0,1 0 3 15,35 21-4-15,-36-21 4 0,1 0-11 0,1 1 4 16,39 22-1-16,-41-23 2 0,1 0 1 0,0 1 2 16,0 0 2-16,37 28-2 0,-38-29 3 0,0 0-4 15,1 1 4-15,0 0-3 0,24 38 7 0,-25-39-5 16,0 1-3-16,0 0 1 0,0 0 6 0,10 38-5 15,-10-39 5-15,0 0-5 16,0 1 2-16,0 0 4 0,0 0-2 0,-18 37 4 16,18-38-3-16,-2 0-4 0,2 1-2 0,-41 25 0 0,40-26-4 0,0 0 1 15,-48 10 0-15,48-10-2 0,-34 3-22 16,34-3-39-16,0 0-5 0,-48-9-14 0,49 9-57 0,-32-15-105 16,14 5-33-16,1-3-38 0,1 0-250 0</inkml:trace>
  <inkml:trace contextRef="#ctx0" brushRef="#br0" timeOffset="21087.97">16780 15675 2738 0,'0'0'130'0,"0"0"-98"16,0 0-24-16,0 0-16 0,1 0-38 0,38-2 37 15,-16 5 3-15,3-2 9 0,1 0-3 16,3 0 4-16,1 0-6 0,-1 0 6 0,0 0-2 15,-3-1-13-15,-2 0-9 0,-4 1-5 0,-2-1-48 16,-3 2 1-16,-3-1-9 0,-13-1 1 0,1 0-55 0,0 0-92 16,35 5-27-16</inkml:trace>
  <inkml:trace contextRef="#ctx0" brushRef="#br0" timeOffset="21931.17">15685 16393 1089 0,'0'0'322'16,"0"0"-124"-16,0 0 161 0,0 0-343 0,0 0-14 0,0 0-19 16,0 0 17-16,0 0-3 0,0 0 10 15,1 0-6-15,36 0 7 0,-37 0-3 16,0 0 5-16,44-5 0 0,-43 5 12 0,0 0 1 16,46-6 4-16,-47 6 4 0,1 0 14 0,42-4-1 0,-43 4 8 15,2 0 8-15,37-3-4 0,-39 3-1 0,0 0-3 16,44-2-22-16,-44 2-3 15,1 0-5-15,48-5 0 0,-29 4-18 0,-1 0 2 0,3-1-2 16,-1 1 2-16,-2-1 0 0,2 1-4 0,-1 1 0 16,1-1 0-16,-1 1 2 0,-2 0-3 0,3 0 8 15,0 1-3-15,-1-1 47 0,1 0-20 0,2 0 9 0,-3-1-15 16,2 1 0-16,-1 0 4 0,1 0-5 0,0 0 4 16,-1 0-15-16,3 0-1 0,-2 0-5 0,0 0 1 15,3 1-10-15,-3-1 0 0,3 3 1 0,-3 0 1 16,1 0 4-16,0 1-4 0,-4-3-1 0,3 2-1 15,-2-1 2-15,-2 0-2 0,6 3 5 0,-4-5-3 16,3 2 4-16,0 0-3 0,-2 0 2 0,2 0-2 16,-1 1 1-16,0-2 0 0,1-1-1 15,0 0 2-15,-1 0-1 0,-1 2-2 0,3 0 2 0,-1 2-2 16,-1-2-2-16,-2 0 3 0,-1-1-3 0,-1 1 4 16,-1 1-4-16,0-1 3 0,-4 1 1 0,1-3 1 15,-1 1 4-15,1 2-2 16,-1 0-2-16,-1-3 2 0,-12 0-3 0,1 0-16 0,0 0-15 0,0 0-7 15,38-5-102-15,-39 5-72 16,0 0-23-16,0-1-33 0,0 0-262 0</inkml:trace>
  <inkml:trace contextRef="#ctx0" brushRef="#br0" timeOffset="22848.62">15134 14934 2 0,'0'0'0'0</inkml:trace>
  <inkml:trace contextRef="#ctx0" brushRef="#br0" timeOffset="23213.23">15196 14844 157 0,'0'0'382'0,"0"0"-166"0,0 0 2 0,0 0-67 16,0 0-63-16,0 0-18 0,0 0-2 0,0 0-7 16,0 1-21-16,0 0-18 0,0 0 7 0,1 44-10 15,-1-45 10-15,0 1-11 0,-2 44 3 0,2-25-4 16,0 1 14-16,-5 0 3 0,3 2 6 15,-1 5-2-15,-3 1 12 0,5 6-1 0,-2-3-3 16,1 6 2-16,0-3 0 0,-1 4-2 0,1 2 2 16,0 1-4-16,1 1-10 0,-1 0-13 0,1 3-3 15,-2 1-4-15,1 3-7 0,-1 2-1 0,1 1 2 0,0 1-1 16,1-2-3-16,1 0-1 0,-3-3 0 0,5-4 1 16,-1 2 8-16,-1-2 5 0,1 1-2 0,0-2 1 15,1 0 0-15,1-1-7 0,-1-5 6 0,-1-1-6 16,0-2 7-16,-1-5-6 0,0 0-1 0,0-4 0 15,0-2 2-15,2-2-6 0,-1 0 7 0,0-4-6 16,0 0 10-16,-1-4-5 0,0-14-17 16,0 1 3-16,0 0-73 0,0 0-24 0,0 0-1 15,0 0-13-15,0 0-53 0,1-1-92 0,18-1-142 0</inkml:trace>
  <inkml:trace contextRef="#ctx0" brushRef="#br0" timeOffset="23835.79">15172 14987 1870 0,'0'0'67'0,"0"0"-66"0,0 0-21 0,0 0-11 16,0 0-25-16,0 0 30 0,0 0 9 0,0 0 3 16,1 0 10-16,35-5 1 0,-36 5 1 0,1 0 0 15,38 6 0-15,-38-6 7 0,35 5 6 0,-19-2 2 16,3-3 31-16,-2-1-4 0,1 1 1 16,3-1-4-16,0 0 0 0,2 1-4 15,2 0-1-15,0 0-1 0,1 0-4 0,1 0-10 0,3 1 1 16,-1 2-4-16,0-1-7 0,-1 1 1 15,0 0-1-15,1-2 2 0,3 2 0 0,3-3-4 16,1-1-3-16,2 3 1 0,-1-2 4 0,-1 2 1 0,-1-2 1 16,0-1-3-16,-3 1-9 0,3 0 4 15,-3 0 0-15,1 2 2 0,1 1 0 0,1-3 31 0,4 4-10 16,2-4 17-16,0 0-24 0,-3 0-13 0,0 1 6 16,-2 2-8-16,0-1 11 0,1 2-5 0,-2 0 0 0,0-3-1 15,0 1 6-15,-1-1-3 16,4-2 1-16,2 0-3 0,1-2-4 0,0 0 40 15,-2 2-11-15,0-2 18 0,-2 0-36 0,-1 1-5 16,-1-1 1-16,-3 2-2 0,1 1-1 0,-4 0-1 0,0 1 2 16,1-1 0-16,-2 1 6 0,4 3-7 0,-1-2 3 15,0 1-3-15,-1 0 4 0,-2-1-1 0,-1 1-4 16,-1 3 3-16,0 0-8 0,2 0 13 0,-1-1-6 16,-2 1 7-16,0 0-9 0,0 0-2 0,-4-2 3 0,1 0-2 15,0 0 7-15,-1 0-9 0,5 2 6 0,-1-1-7 16,0-1 6-16,-8 0-3 0,2-1-2 0,-1 1 3 15,-4 1 2-15,0-1 1 0,-15-4-2 0,1 0 2 16,0 0 1-16,36 8-5 16,-37-8 7-16,0 0-11 0,0 0-32 0,0 0-87 15,1 0-17-15,0 0-32 0,0 0-149 0</inkml:trace>
  <inkml:trace contextRef="#ctx0" brushRef="#br0" timeOffset="25020.41">15332 16504 1007 0,'0'0'127'0,"0"0"41"0,-1 0 0 15,0-1-89-15,0 0-54 0,0 0-15 0,0 0-2 0,0 0 8 16,0 0 9-16,-27-34 1 16,28 35 8-16,0 0 0 0,1 0 36 0,0-2-13 15,39-21 2-15,-40 23-8 0,1 0-12 0,45-17-15 0,-28 11 4 16,2-1-6-16,-1 0 16 0,2 3-11 15,0-1 6-15,3 5-6 0,0 0 8 16,2-1 1-16,1 0-4 0,1 0 2 0,-2 0-8 0,1-1 3 16,0 2-1-16,4 0 1 0,2 0-10 0,2 0-1 15,4 1-2-15,-2-1 1 0,2-1-4 0,-1 1-5 16,-2 0-2-16,4 3 0 0,-3 0-4 0,1 0 6 16,0-1 0-16,0-2 2 0,1 0-8 0,4 2 30 15,1-1-9-15,0 0 16 0,0-1-17 0,-2-3-4 0,2 2-6 16,-2 1 3-16,2 0-8 0,-3 0-1 15,0 0 4-15,0 0-4 0,0 1 1 0,3-1-2 0,1 1 3 16,1 0-3-16,-4 2-1 0,-2-1 2 16,-1-1-4-16,-4 3 4 0,0-3-2 15,0 4-1-15,-3 1-1 0,-1-3 1 0,-4-1-2 0,1-2 5 16,-2 0 1-16,0 0 0 0,0 0-1 0,-2 0-2 16,-4 1-4-16,0 0-5 0,-3 2-89 0,-4-2-112 15,-13-1-28-15,2 0-39 0,-2 0-252 0</inkml:trace>
  <inkml:trace contextRef="#ctx0" brushRef="#br0" timeOffset="25764.86">16082 16476 1741 0,'0'0'17'0,"0"0"-118"0,0 0-51 0,0 0-46 15,1 0-390-15</inkml:trace>
  <inkml:trace contextRef="#ctx0" brushRef="#br0" timeOffset="25965.34">16099 16522 1730 0,'0'0'-1'0,"0"0"-144"0,0 0-46 0,0 0-58 0,31 24-435 15</inkml:trace>
  <inkml:trace contextRef="#ctx0" brushRef="#br0" timeOffset="26113.96">16356 16447 2006 0,'0'0'65'0,"-1"0"-95"0,0 0-71 0,0 0-17 0,0 0-339 16</inkml:trace>
  <inkml:trace contextRef="#ctx0" brushRef="#br0" timeOffset="26282.59">16518 16382 2097 0,'0'0'361'0,"0"0"-338"0,-1 0-32 16,0 0-58-16,0 0-496 0</inkml:trace>
  <inkml:trace contextRef="#ctx0" brushRef="#br0" timeOffset="26797.15">16071 16360 1256 0,'0'0'39'0,"0"0"26"0,0 0-86 0,0 0-4 0,1 0 0 0,0 0-2 0,0 0-6 15,41 5-221 1</inkml:trace>
  <inkml:trace contextRef="#ctx0" brushRef="#br0" timeOffset="26985.49">16115 16427 1999 0,'-11'1'-5'0,"11"-1"-356"0</inkml:trace>
  <inkml:trace contextRef="#ctx0" brushRef="#br0" timeOffset="27128.91">16278 16388 1660 0,'0'0'-31'0</inkml:trace>
  <inkml:trace contextRef="#ctx0" brushRef="#br0" timeOffset="28514.74">16353 16418 1482 0,'0'0'252'0,"0"0"-182"15,-1 0 8-15,0 0-75 0,0 0-236 0</inkml:trace>
  <inkml:trace contextRef="#ctx0" brushRef="#br0" timeOffset="28676.65">16370 16414 1150 0,'0'0'-17'0</inkml:trace>
  <inkml:trace contextRef="#ctx0" brushRef="#br0" timeOffset="29014.3">16373 16413 765 0</inkml:trace>
  <inkml:trace contextRef="#ctx0" brushRef="#br0" timeOffset="30080.29">15491 16409 1215 0,'0'0'80'0,"0"0"133"0,0 0-184 0,0 0-33 16,0 0-4-16,0 0-6 0,1 0 23 0,0 0-1 15,43 12 8-15,-24-12-7 0,3 0-1 0,2-3 2 16,2-1-3-16,2-1 3 0,-1 0 2 0,7 0-7 15,-3 0 4-15,4 1-4 0,0 0 2 0,-2 0-2 16,-1 0-5-16,-2 1 1 16,-2 0-6-16,-2 1-78 0,1 2-9 0,0 1-44 0,1 1-213 0</inkml:trace>
  <inkml:trace contextRef="#ctx0" brushRef="#br0" timeOffset="32906.29">12711 18374 4 0,'0'0'462'0,"0"0"-171"0,-1 0 232 16,0 0-442-16,0 0-17 0,0 0-24 0,0 0 4 15,0 0-8-15,0 0 7 0,0 0-36 0,0 0 4 16,0 0 0-16,0 0 3 0,0 0 13 0,1 0-2 16,0 0 4-16,0 0-3 0,0 0 8 0,0 0 6 15,0 0-3-15,0 0 4 0,0 0 1 0,1 0-10 16,0 0 5-16,0 0-8 0,39 12 2 0,-40-12-9 16,1 0 0-16,0 0-4 0,41 3-12 0,-42-3 3 15,34-3-2-15,-13 0 3 0,4-1 1 0,1 1-9 16,-1-1 5-16,1 2-7 0,-1 2 7 0,-1-2-1 15,1 0-4-15,-3 1 3 0,1 1-6 0,-1-4 0 16,1 2 4-16,2 1-2 0,-3-1-1 0,3 2 2 16,0 0-2-16,0 0 4 0,1 0 0 0,0 0-1 0,-1 2 0 15,3-2-1-15,1-1 2 0,2 1-1 16,3 0-2-16,-4 1 1 0,0 3 1 0,0-2-3 16,-1 1 3-16,-2 1-3 0,0-4 3 0,-2 2-1 15,-1 1-2-15,0-1 0 0,-2 0 1 0,-1 1 5 16,0 0 1-16,-1 0 1 0,-1 0 0 0,1-3-3 15,2 1 0-15,-2-1-1 0,1 0 0 0,0 3 0 16,-3-3-2-16,0 1 2 0,-2 0-2 0,-2 0-1 16,-1 1 3-16,-13-2-2 0,1 0 6 15,0 0-4-15,40 9 4 0,-41-9-4 0,0 0 4 16,1 0-6-16,0 0 3 0,0 0-3 0,37 18 3 16,-38-18 0-16,0 0-8 0,0 0 0 0,1 0-60 15,0 0-41-15,0 0-6 0,0 0-12 0,0 0-46 16,1 0-47-16,-2 0-43 0</inkml:trace>
  <inkml:trace contextRef="#ctx0" brushRef="#br0" timeOffset="33475.14">12696 18464 146 0,'0'0'21'0,"0"0"214"15,0 0-3-15,0 0-9 0,0 0-51 0,1-1-46 16,0 0-4-16,0 0-18 0,39-20-47 0,-40 21-24 16,1 0-3-16,0 0-7 0,41-15-14 0,-41 15-7 15,0 0-1-15,53-14-1 0,-31 10-6 0,2 4 4 16,1-3 2-16,-4 2 1 0,2 0-1 0,0 0 7 15,0 1-3-15,-2 0 8 0,-1 2 11 0,0 1 15 16,0-1 1-16,0 1 5 0,2 2 0 0,-2-2-5 16,2 1 1-16,1 1-4 0,-1-1-2 0,3 2-12 15,-1-2 8-15,5-1-10 16,1-1-4-16,6-1 1 0,1-1-9 0,2 0 8 0,-3 1-10 0,2-1 5 16,-4 0-3-16,0-2 3 0,-2-1-5 0,-3 1 2 15,-1-2 3-15,-3 1 0 16,-1 3 0-16,-1-1-3 0,-4-2-2 0,0 1 1 15,-2 0 4-15,-3 0-4 0,0 2 1 0,-1 0-3 0,-14 0-1 0,1 0 2 16,-1 0 2-16,36-1-2 0,-36 1-1 0,0 0-2 16,1 0-2-16,0 0-2 15,0 0-43-15,1 0-50 0,-2 0-12 0,1 0-13 0,0 0-66 16,0 0-299-16</inkml:trace>
  <inkml:trace contextRef="#ctx0" brushRef="#br0" timeOffset="33935.45">12735 18489 1587 0,'0'0'271'0,"0"0"-200"15,-1 0-2-15,0 0-31 0,0 0-72 0,0 0-5 16,0 0 5-16,1 0-1 0,0 0 26 0,0 0 1 16,1 0 0-16,0 0 1 0,47-17 3 0,-48 17 13 15,1 0-6-15,48-8 10 0,-48 8-1 0,37-3 5 16,-15 3 2-16,1 0 1 0,-1 0 6 16,4 2 2-16,-2-1 3 0,1 2-2 0,-1-2-7 0,1 2-5 15,0-3-3-15,3 3 0 16,-1-1-10-16,2-2 6 0,0 3-6 0,4-3 6 0,-1 1-7 15,4-2 4-15,0 0 1 0,0-2-1 0,4-1 0 0,-3 1 0 16,2-1 3-16,-3 1-1 0,1-2-3 0,-2 1 3 16,-1-1-3-16,-5 0 2 0,0 1-4 0,-3 1 7 15,0 0-5-15,0-1 5 0,2 1-7 0,-3-2 1 16,2 1 2-16,-4 0-1 16,-2 0 4-16,-2 2 1 0,0-1-4 0,-2 1 2 0,-3 0-6 0,-3 0 2 15,-12 2 2-15,2 0-1 0,-1 0-6 0,39-6 3 16,-40 6-1-16,0 0 3 15,0 0 2-15,1 0-31 0,0 0-4 0,0 0-12 0,0 0-37 0,0 0-17 16,0-1-11-16,0 0-5 0,0 1-80 0,0-2-238 16</inkml:trace>
  <inkml:trace contextRef="#ctx0" brushRef="#br0" timeOffset="34404.44">12816 18464 1439 0,'-14'-1'131'0,"0"0"-93"16,2 1-11-16,12 0-23 0,0 0-20 0,-2 0 15 15,2 0 2-15,-1 0 6 0,1 0 7 0,0 0 4 16,0 0-1-16,0 0 3 0,0 0 2 0,1 0-9 16,38 0 1-16,-39 0-2 0,1 0 8 0,51-12-6 15,-32 7 6-15,3 4-6 16,0 1 7-16,2-1-2 0,1 1 2 0,-1 0-1 16,1 0-3-16,0 1-9 0,1 1 1 0,2 1-2 15,1-1 0-15,-3 2 1 0,5-4 1 0,-3 1 1 0,0 0 0 0,5-1 6 16,-3 0-2-16,7 0 5 15,-1-1 12-15,0 0-14 0,2 1 5 0,-3-3-9 16,-2-1-1-16,1 2 1 0,-4-3-4 0,-2 3 4 16,-3 0-7-16,-1-2 2 0,-1 2 1 0,-1-1 0 0,-3 0-1 0,-3 1-3 15,0 2 3-15,0-2-3 16,-3 1 4-16,0 0-3 0,-14 1-1 0,1 0-1 16,0 0-4-16,39-1 3 0,-40 1-1 0,0 0-2 15,1 0-43-15,0 0-18 0,0 0-19 0,0 0 3 0,0 0-63 0,-1 0-108 16,0-1-69-16</inkml:trace>
  <inkml:trace contextRef="#ctx0" brushRef="#br0" timeOffset="34808.71">12857 18437 1855 0,'-14'0'73'0,"14"0"35"15,-1 0-101-15,0 0-39 0,0 0 4 0,0 0-12 0,0 0 28 16,1 0 8-16,0 0-2 0,0 0 4 0,28 18 3 16,-7-16 5-16,2 0 4 0,2-2-2 0,1-3 2 15,0 2-2-15,0-2-3 0,0 1 1 16,0 1 4-16,0-1-2 0,0 3 6 0,2 0-4 15,0 0 12-15,0 1-6 0,0 1-2 0,2-3-1 16,-3-2-2-16,6 2 3 0,0-1 1 0,2 1-1 16,3 0-10-16,-2-1 7 0,-2-1-6 0,1 2 6 15,-2-1-7-15,-2 1 6 0,-1 0 1 0,-3 0-1 0,-2-1-6 16,-2 0 0-16,-2-1 1 0,1 2 0 16,-3 0 4-16,-1-2 2 0,1 1-5 0,-3-1 4 0,1 2-7 0,-1 0 5 15,-3 0 0-15,-13 0 1 16,1 0 2-16,0 0-8 0,0 0 0 0,39-4-6 0,-40 4-56 0,0 0-43 15,0 0-20-15,1 0-7 0,0 0-77 0,0-1-222 16</inkml:trace>
  <inkml:trace contextRef="#ctx0" brushRef="#br0" timeOffset="35093.05">13232 18493 2394 0,'0'0'129'0,"-1"0"-120"15,0 0-19-15,0 0-30 0,0 0-49 0,0 0 54 16,1 0 0-16,0 0 20 16,1 0 9-16,40 0-7 0,-22 0 0 0,3-2 0 15,2-1 17-15,1 0-1 0,1 0 5 0,0-1-5 16,-4-1-1-16,0 1 0 0,-2 1-1 0,-4 1 1 15,3 2-2-15,-2-1 2 0,0-1 0 0,-2 1 2 16,1-1 2-16,-1 0-18 0,-1 1-14 0,0-5-5 0,-1 4-78 0,3-2-71 16,0 2-15-16,0-1-33 0,1-5-213 0</inkml:trace>
  <inkml:trace contextRef="#ctx0" brushRef="#br0" timeOffset="41084.79">13009 17036 2035 0,'-10'-5'118'0,"10"5"-13"0,-1 0-5 0,0 0-25 0,0-1-72 16,0 0-16-16,1 0-13 0,-2 0 11 0,1 0-35 16,0 0 26-16,1 0-5 0,0 0 15 0,0 0 3 15,0 1 4-15,1 0 3 0,0 0-2 0,40-2 1 16,-41 2 1 0,0 0 0-16,2 0 2 0,-1 1 3 0,0 0 9 0,-1 0-1 15,41 25 6-15,-41-26 7 0,0 0 5 0,1 0 1 0,34 11 0 16,-35-11-11-16,1 0-13 0,34 13 2 0,-35-13-4 0,1 0 2 15,1 0-2-15,37 20-5 0,-39-20 3 16,0 0 0-16,2 0-15 0,-1 1 3 0,0 0-11 16,16 34-9-16,-17-35 34 0,-2 1-1 0,-30 28 15 15,14-18 3-15,-2 2 6 0,-1 0-7 0,-2 0 7 16,2-1-9-16,-1-1 2 0,1 0 0 0,2 0 0 16,-1-1-14-16,1 0 2 0,1-1-5 0,-1 1 4 15,3 1-6-15,2 0 0 0,-1-1 0 0,6 0 1 16,-3 0-2-16,12-10 0 0,0 1 1 0,-1 0-1 15,0 0 0-15,-27 36-4 0,28-37 5 0,0 0-3 16,0 0 5-16,0 1 1 0,0 0-1 16,0 0 2-16,0 0 5 0,1 0 1 0,0 0 1 0,47 26 0 15,-48-27 9-15,1 0-6 0,47 3 4 0,-48-3-5 0,1 0-2 16,44 1-7 0,-45-1-1-16,1 0-1 0,0 0-1 0,0 0-1 0,38 21-5 15,-39-21 3-15,0 1 2 0,0 0-14 0,-10 38 12 16,-1-22-12-16,-2 2 12 0,-2 4-8 0,-2-3 2 0,-1 0-2 15,0 1 15-15,1-4-9 0,0 1-9 0,3-2-5 16,1-2-70-16,2-4-68 0,11-10-30 0,0 1-24 16,-2 0-217-16</inkml:trace>
  <inkml:trace contextRef="#ctx0" brushRef="#br0" timeOffset="41585.37">13513 17063 1714 0,'0'0'298'0,"0"0"-160"15,-2 0-12-15,1 0-55 0,0 0-97 0,0 0 23 0,0 1-13 16,0 0 17-16,-25 39-9 0,26-40-2 0,0 1 1 15,-5 42-2-15,5-42 5 0,-6 33 10 0,2-14 3 16,-1 1 3-16,-2 2 12 0,-2 0 18 0,-2 2-2 0,-1 3 8 16,-1-1 12-16,-3 1-3 0,1-2 1 0,-2 3-2 15,1 1-11-15,2 2-18 0,3 0-2 0,1 1-6 16,0-2-16-16,1 0 3 0,1 0 1 0,2-1 0 16,0-1 3-16,0-1-6 15,3 1 2-15,-2-7-4 0,2 4 0 0,0-7 5 16,0-3-4-16,3-16 6 0,0 1 0 0,-9 35-31 15,9-36 2-15,0 0-16 0,0 1-29 0,0 0-30 0,0 0-5 0,0 0-12 16,0 0-39-16,0 0-55 16,-1 0-17-16,0 0-20 0,0 0-126 0</inkml:trace>
  <inkml:trace contextRef="#ctx0" brushRef="#br0" timeOffset="42049.76">13684 17412 2160 0,'0'0'100'0,"0"0"110"0,0 0-187 0,0 0-68 0,0 0 13 16,-1 0-28-16,0 0 40 0,0 1 9 0,-16 47-1 15,16-29 3-15,1 0-1 0,-2-3 12 0,1-1-3 16,-1-1 7-16,1-1-6 0,1-13 3 0,0 1 0 0,0 0 1 15,-13 41 4-15,13-42 14 0,0 1 1 0,0 0 3 16,0 0-9-16,-8 38-4 16,8-39-5-16,0 1 2 0,0 0-9 0,0 0 0 15,6 41 0-15,-6-42-1 0,0 1 0 0,0 0 0 16,11 41 1-16,-11-42 0 0,0 1-1 0,0 0-2 16,14 46 2-16,-14-47 0 0,0 1 6 0,0 0-4 15,13 35 2-15,-13-36-2 0,0 0-1 0,0 1 1 0,0 0 0 0,22 37 1 16,-22-38 3-16,0 0-4 0,1 1-1 0,0 0 0 15,25 37-1-15,-26-38 0 16,0 1-1-16,2-1 1 0,29 40 1 0,-31-40 0 16,0 1 0-16,0 0-1 0,15 37 0 0,-15-38 5 0,0 1-1 0,0 0 3 15,8 36-3-15,-8-37 13 16,0 1-4-16,0 0 6 0,-6 35-7 0,6-36 1 16,0 1-1-16,0 0 0 0,-1 0-13 0,-17 35 7 15,18-36-4-15,0 0 8 0,-1 2-10 0,0-2-37 16,-37 22 1-16,38-22-17 0,-1 0-29 0,-36 3-37 0,36-3-5 15,-34-3-16-15,15 0-67 0,-1-2-190 16,0-1-85-16</inkml:trace>
  <inkml:trace contextRef="#ctx0" brushRef="#br0" timeOffset="42268.14">13654 17632 2669 0,'0'0'222'0,"0"0"-138"0,0 0-19 16,0-1-38-16,0 0-65 0,1 0 27 0,0 0-7 0,38-26 14 16,-39 27-12-16,1 0 13 0,41-6-5 0,-41 6 8 15,33-7-5-15,-17 4 1 16,0 1-3-16,-4-1 0 0,0 3-20 0,-13 0-19 16,1 0-3-16,0 0-9 0,0 0-37 0,0 0-88 0,0 0-26 15,0 0-45-15,35 8-339 0</inkml:trace>
  <inkml:trace contextRef="#ctx0" brushRef="#br0" timeOffset="43228.41">16067 16775 1372 0,'0'0'272'15,"0"0"-86"-15,0 0 130 0,0-1-257 0,0 0-33 16,0 0-36-16,-1 1-10 0,0-1-6 0,1 0 9 15,0 1-4-15,0 0 14 0,0 0 6 0,0 0 3 16,1 0 24-16,0 0 5 0,41-8 1 0,-42 8 3 16,1 0 14-16,40 3-12 0,-41-3 3 0,1 0-7 15,44 5-12-15,-45-5-8 0,1 0-5 16,52 7 0-16,-34-3-7 0,-1 1-5 16,-1 1 4-16,-2 1-6 0,-1 1-1 0,-14-8-1 0,1 1 0 0,0 0 1 15,0 0 7-15,19 42 7 16,-20-43 2-16,0 1 4 0,-1 0 14 0,-25 42 1 15,26-43-5-15,-28 23 3 0,12-11-17 0,-4-3-5 0,2 4 2 0,-1-2-4 16,3 0-2-16,-1 2 0 0,-1-5 1 0,2 4-1 16,-2-1 0-16,2-1 3 15,2 2-1-15,-2-2 2 0,2-3-1 0,3 2-3 16,11-9-3-16,-1 0 1 0,0 1 9 0,0 0 8 0,0 0 2 16,0 0 1-16,0 0-10 0,0 0 19 0,0 0-6 15,-16 35 11-15,17-36 2 0,1 0-1 16,0 0 1-16,36 9-2 0,-37-9-4 0,1 0-15 15,45 0 2-15,-46 0-7 0,1 0-6 0,45-2-2 0,-46 2 0 16,1 0 0-16,35 2-13 0,-36-2-29 0,1 0-4 0,39 3-11 16,-40-3-33-16,2 0-20 15,43 5-11-15,-45-5-5 0,1 0-50 0,39 2-142 16,-40-2-83-16</inkml:trace>
  <inkml:trace contextRef="#ctx0" brushRef="#br0" timeOffset="43612.72">16683 16808 1567 0,'0'0'265'0,"0"0"-102"0,0 0 24 0,0 0-94 16,0 0-91-16,0 0-45 0,0 0 7 0,0 0-14 15,0 0 46-15,0 0-7 0,0 1 11 0,-1 0-4 16,-18 35 35-16,19-36 3 16,0 1 2-16,0 0 1 0,-21 45 23 0,21-46-6 0,0 1 6 15,-20 46-6-15,10-29 5 0,-1 2-14 0,0 0 0 16,-2 5-6-16,0 2-6 0,0-1-6 16,-2 4-6-16,0-1 1 0,-1 0-6 0,-1 5-7 0,0-3 4 15,0 3-7-15,0-1-5 0,-2-2 8 16,4 3-8-16,-2-4 7 0,-2-1-7 0,1 0 1 15,-1 3 5-15,-1-3-4 0,1 3 5 0,0-5-2 16,1-6-2-16,1 1 1 0,2-2-1 0,2-2 3 16,2-2 2-16,3-4 0 0,8-12 0 0,-1 1-7 15,0 0-8-15,0 0-2 0,0 0-47 0,0 0-45 16,0 0-6-16,0 0-17 0,0 0-61 0,0 0-36 16,1 0-13-16,-2 0-16 0,1 0-138 0</inkml:trace>
  <inkml:trace contextRef="#ctx0" brushRef="#br0" timeOffset="44145.65">16908 17266 1391 0,'0'0'605'0,"0"0"-410"0,0 0-102 16,-1 0-49-16,0 0-90 0,0 0 2 0,0 0 0 0,0 1 7 16,0 0 29-16,-27 35-2 15,28-36 4-15,0 1-3 0,0 0 9 0,-16 41 6 0,16-42 5 16,0 1 3-16,-2 0 37 0,-29 39 6 16,31-40 2-16,0 1 0 0,-1 0-6 0,-23 40-18 15,24-41-2-15,0 1-6 0,0 0-14 0,-11 42-12 0,11-43 2 16,0 1-4-16,5 38 5 0,-5-39 2 0,0 1-1 15,6 37-1-15,-6-38-10 0,0 1 7 0,0 0 1 16,11 43 3-16,-11-44 0 0,0 1-1 16,0 0 1-16,18 41 0 0,-18-42 13 0,0 1 0 15,1 0 3-15,31 35-2 0,-32-36-2 0,1 0 0 0,37 25-3 16,-38-25 2-16,1 0 0 0,47 22-10 16,-48-22 3-16,1 0-6 0,43 21 0 0,-44-21-2 15,1 1 0-15,1 0-1 0,41 32 0 0,-43-33 1 16,1 1 3-16,0 0-1 0,0 0 3 0,33 38-4 15,-34-39-2-15,0 0 0 0,0 1 2 0,0 0 0 16,0 0 3-16,4 34-2 0,-4-35-3 0,0 0 2 16,-1 1-5-16,0 0 3 0,-38 35-6 0,39-36-15 15,-31 21 6-15,13-11-8 0,-1 0 13 0,-1-2 1 0,-3-3 0 16,2-2 0-16,0 3-17 0,1-4-24 16,-1-1-11-16,1-1-6 0,1-1-70 0,-2-4-60 15,0-2-16-15,3 1-36 0,-3-4-288 0</inkml:trace>
  <inkml:trace contextRef="#ctx0" brushRef="#br0" timeOffset="44378.3">17065 17356 1361 0,'0'0'235'15,"0"0"868"-15,0 0-1013 0,0 0-95 0,1 0 17 16,0 0-43-16,35 21 25 0,-36-21 6 0,1 0 4 15,45 19 1-15,-28-15 6 0,8 2-1 16,1-3-2-16,4 3 3 0,0-4-5 0,-3-1 7 16,-4 0-7-16,1-2 7 0,-5 3-9 0,-3-3 5 15,-1 1-4-15,-3 1 2 0,-1-1-7 0,-12 0-1 16,1 0-9-16,0 0-1 0,0 0-81 0,38 2-94 16,-39-2-9-16,0 0-40 0,0 0-148 0</inkml:trace>
  <inkml:trace contextRef="#ctx0" brushRef="#br0" timeOffset="45211.28">12714 18389 2152 0,'0'0'111'0,"0"0"148"0,0 0-217 0,0 0-62 16,0 0 11-16,0 0-24 0,0 1 46 0,1 0-10 16,-1 0 7-16,50 40-9 0,-50-41 8 15,1 0 2-15,44 15-1 0,-30-14 2 0,5 1 1 0,3 0 8 16,-1 0 8-16,3 0-1 0,-2 0 24 0,3 1-1 15,-1-3-3-15,0 3 1 0,-2 0-17 0,2-2-12 16,2 0 2-16,1-1-4 0,2 0-1 0,0 1-1 16,0-1-5-16,3 0 2 0,-2-3-7 0,7-1-2 15,-1 2 1-15,3-2-1 0,3 2 4 0,-1 1-3 16,2-2 2-16,-2 2-1 0,1 1 9 0,-2 1-8 16,-1 2 3-16,-1 0-6 0,2 0 1 0,3 2-5 15,0 1 2-15,4 0-2 0,0-1 3 0,-1 0 6 16,-3 0 9-16,-4-3-1 0,-1 1 34 0,-4 2-32 15,-3-2 3-15,-2 0-12 0,0 0 1 0,0-1-8 16,-4 0 2-16,2 0-5 0,-2 0-2 0,0-2-69 16,-2 1-18-16,-1 1-28 0,-3-2-158 0,-2 1-193 15</inkml:trace>
  <inkml:trace contextRef="#ctx0" brushRef="#br0" timeOffset="45666.43">15990 18335 1855 0,'0'0'256'16,"-1"0"-136"-16,0 0-37 0,0 0-23 0,-38-15-78 16,39 15 21-16,0 0-4 0,0 0 11 0,0 0 8 15,0 0 26-15,0 0 2 0,0 0 9 0,0 0 15 0,0 0 13 16,0 0-5-16,0 0 5 0,0 0-19 0,1 0 1 16,0 0-3-16,38 16 1 0,-39-16-11 0,1 0-14 15,46 16 1-15,-25-10-7 0,1-2-6 0,6 4 9 16,-1-1 2-16,4-2 2 0,1 0 0 0,5 0 6 15,3 1-11-15,6-3 8 0,0 1-23 0,2-3 2 16,1 0 0-16,0-1 0 0,-2 0-6 0,-1 0-2 16,2-4-1-16,1 0 0 0,3-1-3 0,0 0-5 15,-4 2-3-15,-4 0 1 0,-5 0 2 0,-6 1 0 16,0 0 0-16,-4 2-3 0,-6 0-9 16,-2 2 7-16,0 1-2 0,-4 0 3 0,0 0-25 0,-18-3-32 15,1 0-12-15,0 0-8 0,41 2-74 0,-42-2-106 16,1 0-25-16,0 0-54 0,35-3-378 0</inkml:trace>
  <inkml:trace contextRef="#ctx0" brushRef="#br0" timeOffset="49465.8">16098 18491 692 0,'-9'-6'252'0,"-1"-1"-103"0,10 7 116 15,0 0-460-15</inkml:trace>
  <inkml:trace contextRef="#ctx0" brushRef="#br0" timeOffset="49761.48">15994 18410 815 0,'0'0'135'0,"0"0"100"0,-1 0-11 0,0 0-40 0,0 0-127 16,-41-1 9-16,42 1 3 0,0 0 2 0,-1 0-4 0,0 0-14 16,0 0-3-16,0 0-3 0,0 0-8 0,0 0-13 15,0 0 1-15,1 0-5 0,0 0 2 0,0 0-7 16,0 0 2-16,0 0-5 16,0 0 7-16,0 0 7 0,0 0 5 0,1 0 1 15,42 3 15-15,-43-3-8 0,34 9-1 0,-14-3-3 0,2-1-3 16,1 1 7-16,4 1-4 0,2-2 4 15,2-3-3-15,-1-2-8 0,6 1 1 0,2-1-5 16,3 2-9-16,1-1-6 0,0-1 1 0,-2-1-4 16,-2 1-8-16,-1 0 0 0,-2-2-1 0,0 2 1 0,-2 0 4 0,-5 0 0 15,0 2 0-15,-2-2 1 0,1 2 0 0,-2 0-6 16,-3 0 1-16,-6 1-7 16,0 1-43-16,-16-4-56 0,1 0-14 0,0 0-16 15,0 0-75-15,0 0-85 0,-1 0-26 0</inkml:trace>
  <inkml:trace contextRef="#ctx0" brushRef="#br0" timeOffset="50187.9">13121 18559 1212 0,'0'0'194'0,"0"0"195"0,0 0 61 0,-1 0-239 0,0 0-178 0,0 0-50 15,1 0 7-15,0 0-16 0,0 0 39 0,32-13-9 16,-7 14-2-16,6 1 0 0,3-1 1 0,9 0-3 16,5 0 3-16,9 1-3 0,2-2 3 0,3 0 8 15,0 2-9-15,-4-2 7 0,-4 1-6 0,1-1 4 16,4 0 9-16,4 0-4 0,4-2 11 16,-2 0-8-16,-5 0 1 0,-4 0-2 0,-3 0-4 15,-4 2 1-15,2-1-5 0,1 1 4 0,2 0-6 16,-2-1 1-16,-1 1-3 0,-3 1 1 0,-3-1-5 0,-4 2 2 15,-3-1 3-15,-4-1-2 0,1 1 3 0,3-1-49 16,4 0-33-16,3-2-13 0,2 0-163 0,-2-2-253 16</inkml:trace>
  <inkml:trace contextRef="#ctx0" brushRef="#br0" timeOffset="50713.9">16124 18430 2125 0,'0'0'429'0,"0"0"-254"0,0 0-42 0,-1 0-58 0,0 0-118 16,-1 0 5-16,2 0 1 0,0 0 7 15,0 0 34-15,0 1 5 0,2 0-1 0,-1 0 4 0,54 22 5 0,-28-22 15 16,5-1-9-16,9-2 9 0,4-1-14 0,2-3 0 16,3 1 6-16,-1-1-5 0,-1-1 2 0,-3 2-11 15,-1-1-5-15,0 2-1 0,2 1-3 0,2 0 7 16,2 1-4-16,-2 0 4 0,-2-2-5 16,-5 4 0-16,-2 1 7 0,-5-1-3 15,-1 3 8-15,-3-1 1 0,-2 2-3 0,-2 0 2 0,-1-1-6 0,1 0-4 16,-1-1 0-16,1-2-2 15,0 0 3-15,-2 0 2 0,0 0-4 0,-5 1 3 0,-2 1-12 16,-2 1 4-16,-15-3 1 0,1 0-5 0,0 0-50 0,0 0-59 16,36 11-21-16,-37-11-14 0,0 0-99 0,0 0-216 15</inkml:trace>
  <inkml:trace contextRef="#ctx0" brushRef="#br0" timeOffset="52348.94">19160 15915 2417 0,'0'0'415'0,"0"0"-296"0,0 0 17 16,0 0-75-16,0 0-96 0,0 0-34 0,0 0 3 0,0 0-11 16,0 0-6-16,0 0-155 0,1 0 22 0,0 1-63 15,46 20 35-15,-47-21-91 0,1 0-90 0</inkml:trace>
  <inkml:trace contextRef="#ctx0" brushRef="#br0" timeOffset="59393.68">18842 13669 1972 0,'-10'-12'140'0,"-1"1"-5"0,1 2 2 0,10 9-53 16,0 0-74-16,-1 0-37 0,1 0-13 0,-2 0 6 15,1 0-30-15,0 0 14 0,0 0-3 0,1 0 9 16,0 0 20-16,0 0 20 0,0 0 2 0,0 1 3 15,0 0-5-15,1 0 12 16,0 0-5-16,26 37 9 0,-27-38-4 0,0 1 19 0,0 0-5 16,5 36 9-16,-5-37 0 0,0 1-7 0,-10 37 2 15,10-38-6-15,0 1-3 0,-12 37-8 0,12-38 4 16,0 1-4-16,-7 38 11 0,7-39-11 0,0 1 3 16,4 34-5-16,-4-35-4 0,0 1 3 15,13 37-6-15,-13-38 5 0,0 1-5 0,15 43 0 0,-15-44 2 16,0 1-2-16,15 46-1 0,-15-46 3 15,0 0 4-15,9 50 0 0,-9-50 3 0,1 36 9 16,-1-18 0-16,-3-2 6 0,0 2 12 0,-1-4 4 0,-1-1-1 16,0 1 3-16,-1-1 6 0,0-1-21 0,-2 1 4 0,-1-3-11 15,-2 0 0-15,-1 0-12 16,0-2 3-16,-2-1-6 0,-2-1 5 0,-1 0-20 0,0-2-6 0,1 0-7 16,-2-2-44-16,2-3-48 0,-1 0-9 0,0-4-19 15,2-3-90-15,3-2-230 16</inkml:trace>
  <inkml:trace contextRef="#ctx0" brushRef="#br0" timeOffset="59629.44">18713 13749 2582 0,'0'0'81'0,"0"0"-62"0,0 0-12 0,1 0-8 16,0 0 2-16,42-5 17 0,-42 5-2 15,0 0 4-15,49 3-23 0,-29-1 6 0,0 1-8 0,2-1 7 16,-2 0-1-16,-1 1-5 0,-2 1 5 0,-1-1-5 16,-3 0 5-16,1-1 2 0,-1 0 1 15,-14-2-2-15,1 0-6 0,0 0 5 0,43 4-1 0,-44-4 3 16,1 0-1-16,0 0-97 0,0 0-1 0,38 0-43 16,-39 0-82-16,0 0-144 0,1 0-93 0</inkml:trace>
  <inkml:trace contextRef="#ctx0" brushRef="#br0" timeOffset="59932.46">19245 13581 1067 0,'0'0'1033'0,"0"0"-761"16,0 0-177-16,0 0-85 0,0 0-67 0,0 0 19 15,0 0-2-15,0 1 12 0,-1 38 27 0,1-38 3 0,0 0-2 16,4 48 3-16,-4-48 2 0,0 0-2 0,-5 43 4 0,5-44-4 16,0 1-1-16,0 0 20 0,-11 37-1 0,11-38 8 15,0 0 0-15,0 1-6 16,0 0-3-16,0 0-1 0,0 0-18 0,0 36 1 16,0-37-1-16,0 0 2 0,0 1 1 0,0 1-1 15,0-2 1-15,0 1-1 0,0 0 1 0,0 0-84 0,0 0-1 16,0 0-38-16,0 0-66 0,0-1-62 0,0 0-17 0,0 0-40 15,0 0-328-15</inkml:trace>
  <inkml:trace contextRef="#ctx0" brushRef="#br0" timeOffset="60264.61">18957 13725 2145 0,'-11'-2'170'0,"-1"2"-128"15,-1 3-8-15,-1 7-35 0,1 4-18 0,-3 11 27 16,-3 3-1-16,-1 8 11 0,-2 2-5 0,-1 2 1 0,2 1 4 16,2-3-1-16,4-1 19 0,6-5-18 0,2-4-1 15,7-1-7-15,1-8-9 0,6-1 13 16,5-4 0-16,1-7 6 0,5-1 10 0,0-6 3 0,3-5 5 16,5-6-4-16,0-5-8 0,4-5-15 0,3-6 0 0,2-5-3 15,2 1 0-15,-2-2 1 16,-1-1-1-16,-2 1 0 0,-4-2-1 0,-6 3-1 15,0 2 4-15,-7 6-1 0,-6 1 17 0,-4 8 6 0,-5 15 0 16,0-1 3-16,0 0 1 0,-1 0-23 16,-42-29 0-16,21 36-11 0,-3 4-15 0,-4 6 9 15,-1 2-5-15,-1 5 8 0,1 2 5 0,1 3-2 0,1-1 1 16,-2 3-3-16,3-3 2 0,2 1-4 0,2-1-3 16,8-3 0-16,1-1-4 0,5-7-123 15,2 0-2-15,6-2-56 0,1-14-123 0,0 0-184 16</inkml:trace>
  <inkml:trace contextRef="#ctx0" brushRef="#br0" timeOffset="60606.53">19607 13626 2535 0,'0'0'311'0,"-2"0"-220"16,2 0-1-16,-1 0-75 0,-36 8-43 0,37-8 7 15,0 1-5-15,-14 52 7 0,8-30 8 0,6 2 3 16,-3 2 3-16,2 0 0 0,1 0 7 0,-2-2-2 16,-1 1 2-16,-3-5-2 0,-1 0 13 0,-2-2-10 15,1 1 4-15,-3-3-5 0,-2 1 6 0,-1-2 1 16,0-3-3-16,0-1 3 0,1 2 2 0,2-3-2 0,1-1 6 16,10-10-6-16,0 0-6 0,0 1-6 0,0 0-4 15,0 0 0-15,0 0 3 0,0 0 0 0,1-1 0 16,0 1-2-16,47 32-7 0,-29-37 11 15,1-1-2-15,1-1 4 0,-2 0-6 16,1 0 4-16,-2 0-2 0,1 1 3 0,2-1 0 16,-3 0 1-16,1 0 1 0,-3 1 0 0,0-1-3 0,-2 0 0 15,0 1-1-15,-2 0 1 0,-12 5-7 0,2 0-127 16,-2 0 11-16,1 0-58 0,0 0-55 0,35-16-97 16,-36 16-49-16</inkml:trace>
  <inkml:trace contextRef="#ctx0" brushRef="#br0" timeOffset="60864.06">19689 13807 1511 0,'0'0'255'0,"0"0"-77"16,0 0 40-16,-1 0-115 0,0 0-57 0,0 1-23 16,-1 0 1-16,-28 38-4 0,30-39 10 0,0 1-24 15,-20 48 5-15,13-30-10 0,-2 1 9 0,0 0 15 16,-1 1 2-16,0-1 6 0,2 1 13 0,0 2-2 15,-2 1-2-15,-2 0 1 0,0 0-5 0,1-1-20 16,0 1 2-16,2-2-9 0,-1 2-11 0,1-3 2 16,1-4 0-16,2-1 3 0,0-1-3 0,6-15-4 15,0 1 0-15,0 0-6 0,-2 36-47 16,2-37-61-16,0 0-17 0,0 0-14 0,0 0-73 0,0 0-150 16,1 0-113-16</inkml:trace>
  <inkml:trace contextRef="#ctx0" brushRef="#br0" timeOffset="61177.87">20017 13644 2657 0,'0'0'87'0,"0"0"38"0,0 0-142 0,0 1-19 16,-14 35 10-16,12-10-9 0,0 3 31 0,-2 3-2 15,-1 3 3-15,1 0 0 0,-4-1 7 0,0-2-4 16,-1 2 4-16,-5-5-3 0,4 0 10 0,-1-2 27 16,1-2-6-16,2 0 13 0,-1 2-9 0,-1 2-7 15,0 2-6-15,-1 1 0 0,0 1-12 0,1 2-5 16,-1 2 0-16,-1-1-3 0,1 1-2 16,-1-2 0-16,1-2 1 0,-1-2 1 0,0-5 4 0,2-1-8 15,0-3 2-15,2-3-3 16,1 2 5-16,2-6-23 0,0 0-13 0,5-15-11 0,0 0-87 15,0 1-55-15,0 0 2 0,0-1-23 0,0 0-46 0,21-13-196 16</inkml:trace>
  <inkml:trace contextRef="#ctx0" brushRef="#br0" timeOffset="61557.76">20420 13769 1836 0,'0'0'704'0,"0"0"-508"15,0 0-79-15,0 0-92 0,0 0-29 0,0 0-8 16,-1 1 2-16,-18 45-2 0,16-26 12 0,-1 1-4 16,0 2 1-16,-1 1-1 0,-1 0 6 0,-2 0 1 15,1-1 1-15,0-2-1 0,-1-3-7 0,0-3 10 16,0 0-5-16,-1 0 7 0,2-2-2 0,-1 1 0 16,3-3-3-16,-1 1 0 0,2 0-6 15,1-1 4-15,3-11 2 0,0 1 1 0,0 0-5 16,-1 40-2-16,1-41-5 0,0 1 1 0,0 0-8 15,19 41 1-15,-19-42 0 0,1 1 0 0,0 0-5 0,36 41 6 16,-37-42 2-16,1 0 2 0,36 31 16 0,-37-31-2 16,1 1 5-16,42 29-3 15,-43-30 8-15,1 1 1 0,37 27-1 0,-38-28 2 0,1 1 0 0,0 0 1 16,30 41 6-16,-31-42-4 0,0 1-1 0,4 37-6 16,-4-38-1-16,-15 32 1 0,2-15 9 0,-3 0-8 15,-4 0 2-15,-1 1-3 0,-1-1 0 0,-3-3-29 16,2-3-5-16,-2-6-13 15,0 2-41-15,-2-1-59 0,0-5-22 0,-2-2-19 16,0-8-130-16</inkml:trace>
  <inkml:trace contextRef="#ctx0" brushRef="#br0" timeOffset="61741.28">20296 13954 2277 0,'0'0'441'0,"0"0"-325"15,0 0-46-15,1 0-66 0,0 0-31 0,45 13 17 16,-26-5-1-16,4 1 7 0,3-2-2 0,1 2-4 16,3-1-2-16,1-4 0 0,1 3 3 0,2-3-4 15,-3-1-29-15,2 2 7 0,-4-1-107 16,-5-1 2-16,-3-1 0 0,-4-2-3 0,-3 0-38 16,-15 0-142-16,1 0-119 0</inkml:trace>
  <inkml:trace contextRef="#ctx0" brushRef="#br0" timeOffset="62344.44">19341 15547 968 0,'0'0'429'0,"0"0"224"0,0 0 1 16,-1 0-543-16,0 0-81 0,0 0-51 0,1 0 3 0,0 1 1 15,0 0 29-15,-1 0-12 0,-15 37 1 0,16-38-4 16,0 1 7-16,3 36 11 0,-3-37 0 0,0 1 4 16,-5 43 12-16,5-44 6 0,-8 34-2 0,3-13 1 15,2 1-5-15,-3-2-17 0,2 3 3 0,0 0-8 16,-1 0 4-16,0-2-11 0,1 0 7 0,0-1-9 15,2-3 8-15,-2-3-7 0,4-14-1 0,0 1-1 16,0 0 8-16,0 0-11 0,-10 35-11 0,10-36-6 16,0 0-81-16,0 0-60 0,0 0-15 15,0 0-19-15,0 0-78 0,1-1-175 0</inkml:trace>
  <inkml:trace contextRef="#ctx0" brushRef="#br0" timeOffset="62723.96">19821 15276 1797 0,'0'0'692'0,"0"0"-494"0,-1 0-87 0,0 0-84 15,0 0-73-15,0 0 6 0,-36 22 1 0,37-22 8 16,0 1 30-16,-14 44-1 0,7-28-5 0,1 1 5 16,-1 3 4-16,0-2 15 0,-3 3 6 0,0 1 1 15,-1 0 20-15,-3 4 3 0,2 2 4 0,-2 2-1 16,1 2 11-16,0 1-29 0,-2-1 4 0,3 2-14 16,0 0-4-16,-1 1-10 15,5 0 1-15,-1 2-5 0,0-1-2 0,0-1-2 0,-1 2 1 16,0-1-1-16,-1 3 7 0,2 2-6 0,-2-1 0 15,-1 0-1-15,2-2 2 0,0-4 3 0,1-3 1 16,2-3 0-16,0-4-5 0,1-4 0 0,0-1-2 16,2-5 1-16,0 0 0 0,4-15-1 0,0 0-9 15,0 1-4-15,0 0-80 0,0 0-74 0,0 0-12 0,0 0-25 16,0 0-87-16,0-1-165 0</inkml:trace>
  <inkml:trace contextRef="#ctx0" brushRef="#br0" timeOffset="63377.27">20207 15679 1698 0,'0'0'648'0,"-1"0"-457"0,0 0-79 0,0 0-81 15,-1 0-68-15,-35 15-1 0,37-15 2 0,0 1 4 16,0 0 32-16,-16 37-3 0,16-38-1 0,0 1 0 16,0 0 5-16,0 0 27 0,-11 39 0 0,11-40 8 15,0 0 11-15,-1 1-6 0,0 0 3 0,-25 37-4 16,26-38 5-16,-1 1-10 16,0 0-1-16,-34 34-4 0,35-35-18 0,0 1-1 0,-1 0-7 15,-20 35 3-15,21-36-6 0,0 0-1 0,0 1 0 16,0 0-3-16,0 0-5 0,0 0 1 0,0 0-3 15,0 0 2-15,2 37-11 0,-2-38 11 0,0 0 0 0,0 1 3 16,1 0 0-16,0 0-1 0,0 0-3 16,33 41 2-16,-34-42 0 0,1 0 5 0,0 1 4 0,37 32-1 15,-38-33-1-15,1 1 7 16,34 28-7-16,-22-18 8 0,2 0-6 0,-2-2-2 16,-1-1-1-16,0 2-1 0,-2 0 3 0,-1 1-3 15,-1-1 7-15,-2 2-5 0,-6-12 7 0,0 1 9 0,0 0-3 0,8 37 5 16,-8-38 6-16,0 1-9 15,-17 34 1-15,17-35-4 0,-1 1 8 0,0 0-8 16,-35 44 1-16,36-45-5 0,-1 1-1 0,-37 24-1 16,37-25 1-16,0 0-2 0,-41 22-10 0,42-22-21 0,-33 9-6 0,14-8-7 15,2 0-43-15,0-2-32 0,-1-3-9 16,1-2-9-16,-5-1-36 0,2-2 5 0,2-1-41 0,-3-5 135 16,3-4 1251-16</inkml:trace>
  <inkml:trace contextRef="#ctx0" brushRef="#br0" timeOffset="63596.67">20161 15679 2639 0,'0'0'113'0,"0"0"-68"0,0 0-17 16,1 0-10-16,1 0-24 0,45 16 18 0,-46-16-7 0,34 12 10 15,-14-7-17-15,3-1 2 0,-1-1-3 16,3-1 3-16,-3 0 5 0,-1-1 5 0,-1-1 5 0,-4 1-2 15,2-1 7-15,-2 1 3 0,-2 0-4 0,-1-1 1 16,1 1-11-16,-1 0-9 16,-2 0 2-16,-12-1-5 0,1 0 1 0,0 0-70 0,0 0-21 15,41 7-28-15,-42-7-168 0,1 0-207 0</inkml:trace>
  <inkml:trace contextRef="#ctx0" brushRef="#br0" timeOffset="72427.13">14996 13455 1145 0,'0'-10'90'0,"0"10"-39"0,0-1 46 15,0 0-104-15,0 0 9 0,9-35 2 0,-9 36 25 16,0 0-6-16,0 0 7 0,2-1-29 0,-2 0 26 16,1 0-4-16,0 0 12 0,-1 0-8 0,1 0-8 15,0 0-5-15,0 0-1 0,0 0-14 0,0 0 1 0,0 0 7 16,0 0-1-16,0 0 14 0,0 0-2 0,0 1 1 15,0 0 2-15,0 0 14 16,0 0-3-16,0 0 0 0,0 1-2 0,25 37-11 0,-26-37-11 16,12 32 4-16,-4-13-7 0,2 0 3 0,1 3-8 15,1 1 3-15,2 2-4 0,1 5 0 0,1 1 2 0,2 3-1 16,-3 2 3-16,0 0-3 0,-2 2 0 16,-1 2 3-16,1 1-2 0,0 1 8 0,1 0-7 15,-3 1-2-15,-1 0-1 0,-1 2 5 0,-3 3 4 16,0 1 13-16,-1 0-5 0,-1 0 18 0,-1-2-11 15,0-1-5-15,1-4 1 0,-1-3-9 0,0 0 1 16,1 2-4-16,-1 2 3 0,0 3-3 0,-3-2-1 16,-3 0 6-16,-1-3-4 0,-1-2 7 0,-2 0-2 15,1-2-2-15,-6-3 0 0,1 0-2 0,-2-3 7 16,-2-2-1-16,1 3 2 0,1-4-8 0,2 1 3 16,2-4-5-16,0-4 5 0,0 0-2 0,0-6-8 15,2-1 5-15,3-3-7 0,4-12 0 0,0 1-15 16,0 0-29-16,0 0 0 0,0 0-135 0,-4 37-127 15,4-38-119-15</inkml:trace>
  <inkml:trace contextRef="#ctx0" brushRef="#br0" timeOffset="74411.04">15541 15678 1308 0,'0'0'223'0,"0"0"-169"0,-1 0 20 0,0 0-70 16,0 0-48-16,0 0 2 0,0 1 4 0,0 0 4 0,-26 36 31 0,27-37-11 15,0 1 3-15,7 35-4 0,-7-36 15 16,0 1-8-16,11 34 5 16,-11-35-6-16,0 1 11 0,0 0 5 0,13 38 4 0,-13-39 0 15,0 0 5-15,0 1-4 0,0 0-1 0,0 0 1 16,0 0 15-16,1 0 8 0,0 0 4 0,0 0 1 15,1-1 15-15,-2 0-20 0,1 0 8 0,0-1-12 16,0 0 4-16,37-38-14 0,-38 39 2 0,0-1-5 0,12-45 2 16,-12 45 9-16,0 0-4 0,8-45 7 15,-8 46 10-15,0-1 15 0,-1-36-1 0,1 37 5 16,0-1-2-16,0 0-15 0,-2 0 0 0,-28-37-7 16,30 38-23-16,-1 0-14 0,0-1 4 0,-43-14-7 15,44 15-4-15,-1 0-39 0,-34 3-16 0,35-3-11 16,-1 0-88-16,0 1-61 0,-42 24-44 0</inkml:trace>
  <inkml:trace contextRef="#ctx0" brushRef="#br0" timeOffset="75607.63">15980 18422 944 0,'0'0'69'0,"0"0"13"0,0 0-3 15,0 0-58-15,0 0-19 0,0 0 46 0,2 1-9 16,-1 0 26-16,39 20-16 0,-40-21 1 0,1 0 5 16,0 0 1-16,50-11 25 0,-35 10-12 0,4 2-7 15,0-3 0-15,2 2-25 0,-1-2-9 0,1-1 1 0,0 3-4 16,4-2-13-16,2-1 6 0,-2 1-6 0,1 2 5 15,0-2-6-15,-6 2 1 16,1 1 1-16,-1 1-1 0,-2 4-5 0,-1-3-1 0,-1 0-2 0,-3 1 3 16,1 0 2-16,-2-2-1 0,-13-2-1 15,1 0 0-15,0 0-5 0,0 0-92 0,34 7-26 16,-35-7-48-16,0 0-324 0</inkml:trace>
  <inkml:trace contextRef="#ctx0" brushRef="#br0" timeOffset="76244.67">15547 15671 1791 0,'0'0'65'0,"-1"0"-43"0,0 0-8 16,0 2-39-16,-31 36-13 0,32-38 34 0,0 1-1 16,-6 38 7-16,6-39-8 0,0 0-2 15,0 1-3-15,0 0 3 0,0 0 8 0,0 0 0 0,0 0 6 16,0 0-5-16,0-1 11 0,1 0-1 16,0 0 2-16,0 0 0 0,0 0 11 0,0-1 4 0,32-39-4 15,-33 40 2-15,0-1-5 0,0 0 6 0,9-40-1 16,-9 41 2-16,0-2-8 0,0 1 16 0,0 0 1 15,0 0 7-15,0 0 14 0,-3-36-18 0,3 37-1 16,0 0-8-16,0 0-9 0,0 0 1 0,-1 0-1 16,0 0 1-16,0 0 8 0,0 0-10 0,0 1 3 0,0 0-9 15,1 0-8-15,-2 0-4 16,1 0 0-16,0 0-1 0,0 0-1 0,0 0-95 0,0 0-29 16,0 0-36-16,0 0-226 0</inkml:trace>
  <inkml:trace contextRef="#ctx0" brushRef="#br0" timeOffset="77737.92">16342 18208 1606 0,'-20'-6'166'0,"0"-3"56"0,-3 1-4 0,2 1-154 0,4 0-49 0,0 0-29 16,17 7-3-16,-1 0 9 0,0 0 10 16,-54-22-3-16,55 22-1 0,-1 0-1 0,0 0 11 0,0 0 11 15,0 0 5-15,0 0-1 0,0 0 10 0,-37-14 8 16,38 14-4-16,0 0 5 0,0 0-12 0,0 0-1 15,0 0-2-15,0 0-1 16,0 0-9-16,0 1-3 0,1 0-3 0,41 25 0 16,-22-21-2-16,6-1-8 0,5 1 5 0,2-2-6 15,6 1 4-15,0-1-8 0,0-1 3 0,1-1-4 16,-1 0 9-16,-1 0-5 0,-1 0 2 0,-2 1-2 16,-3 0 4-16,-3 0-1 0,1 0-1 0,-1 1 0 15,-1 0-4-15,0 1 4 0,-3 0 1 0,-3 0 2 16,-3 1 0-16,-5-1 7 0,-14-4-5 0,1 0 6 0,0 0-1 0,0 1 7 15,0-1-7-15,0 1 4 0,0 0-18 0,-1 0-3 16,0 0 2-16,-1 0-2 0,-35 21-8 0,13-22-17 16,-6 0 1-16,-4 0-7 15,-1 3-14-15,-10-1 24 0,2 1-3 0,-7 1 14 16,-1-4 17-16,-3 5 13 0,-2-1 4 0,-1 0 2 16,2 2 13-16,4-1 2 0,4-1-6 0,5 1 4 0,7 0-19 0,3-2 13 15,3 1-8-15,6-1 7 0,2 1-19 16,5 0-8-16,15-4 1 0,-1 0-5 0,0 0-4 0,0 1-4 15,0 0-1-15,0 0 0 0,0 0 1 0,0 0 11 16,-5 34 2-16,6-35 3 16,1 0 13-16,47 13-8 0,-27-9 2 0,3-1-2 15,1 0 12-15,5-1-9 0,2-2 8 0,6 1-10 16,3 1-5-16,5-2 0 0,2 1-7 0,2-2 4 16,1 1-4-16,-3-1 4 0,1-2-1 0,-2 3 2 15,-5-3-5-15,0 3 3 0,1 0 5 0,1 2-1 16,0 2-8-16,-3-3 7 0,-5 3-3 0,-2-4 5 15,-3 2-4-15,-6-1 1 0,-3-1 2 0,-3-1-1 16,-2 1 1-16,-17 0 2 0,1 0-1 0,0 0 2 0,0 0 6 16,0 0-27-16,0 0 2 0,0 0-12 15,0 0-9-15,-1 0-34 0,0 0 7 0,-1 0-18 16,-31-16-7-16,7 16-62 0,-5-1 17 0,-8 1-25 0,-3 1 74 0,-7 2 48 16,-3-2 10-16,1 1 11 15,0 0 21-15,1-2-7 0,2 3-1 0,-1 2-1 16,0-2 8-16,0 1 20 0,3 0 4 0,1-1 7 15,2 1 31-15,6 0-19 0,4-2-1 0,5 3-9 0,7-1-17 16,3 2-12-16,17-6-1 0,-1 0-5 0,1 0-7 16,-2 1 5-16,1 0 3 0,1 0 2 0,0 0 6 15,13 36 0-15,-12-37-5 0,36 15 4 0,-13-7-3 16,6 1 10-16,4-1-3 0,0 1 5 0,3-2 1 0,-1-1 9 16,0 0 2-16,0-1 1 15,2 0-1-15,-2-1-12 0,1-1-3 0,1 0-3 0,1-1-8 0,7-2-9 16,2 0 4-16,1 0-5 15,-1-1 4-15,-4 0 0 0,-2-1-2 0,-4 1 1 16,-4-1 2-16,-4 0-5 0,-1 0 4 0,-6-1-5 16,0 1 7-16,-3-1-2 0,-3 0-6 0,-17 3-2 15,2 0-51-15,-2 0-59 0,1 0-3 0,35-13-23 16,-36 13-47-16,0 0-76 0,0 0-146 0</inkml:trace>
  <inkml:trace contextRef="#ctx0" brushRef="#br0" timeOffset="77996.28">16218 18554 2169 0,'0'0'150'0,"0"0"402"16,0 0-557-16,0 0-81 0,24 10 24 0,3-5-33 0,8 0 124 0,4-2-21 15,4-1 12-15,6-1-20 0,3-3-22 0,4-1 15 16,2-3 0-16,2-3 7 0,5 0 2 15,3-1 0-15,1-1-2 0,-5 1 2 0,-4 1-2 16,-9-1 1-16,-3-2-1 0,-7 2 1 0,-5 0 2 16,0 3-2-16,-1 1 0 0,-5 1 1 0,0 1 0 15,-8 0 4-15,-5-1-3 0,-4 3-2 16,-13 2-46-16,1 0-81 0,0 0-7 0,0 0-28 16,0 0-63-16,0 0-133 0,-1 0-78 0</inkml:trace>
  <inkml:trace contextRef="#ctx0" brushRef="#br0" timeOffset="78254.52">16411 18621 2849 0,'0'0'19'0,"0"0"-84"0,0 0 2 0,30 18-23 0,-6-10 79 16,8-1 17-16,1-3 10 0,5-1-8 15,3-4-31-15,9-3 17 0,7 0-5 0,5-6 9 0,2 1-3 16,-5-1-1-16,-1-2 1 0,-7 0-1 0,-3 1-2 16,-7 2 4-16,-4 0-1 15,-1 0 1-15,-2 1 0 0,-3 0 3 0,-2 0 1 0,-7 1-3 16,-3 1-30-16,-19 6-57 0,1 0-7 0,0 0-19 16,0-1-58-16,0 0-39 0,0 0-8 0</inkml:trace>
  <inkml:trace contextRef="#ctx0" brushRef="#br0" timeOffset="78452.45">16515 18578 2693 0,'0'0'137'16,"0"0"-109"-16,0 0-20 0,0 1-30 0,0 0-85 0,0 0 111 16,1 0-23-16,32 42 51 15,-14-38-48-15,2-1-6 0,5-2 2 0,4-3-1 16,5-1 20-16,6-4-5 0,2-2-4 15,1-3 0-15,-2 0-7 0,-2-2 7 0,-4 2 0 0,-1-1 0 16,-7 0-11-16,-1 0-113 0,-4 0-4 0,-2 1-50 16,1-2-145-16</inkml:trace>
  <inkml:trace contextRef="#ctx0" brushRef="#br0" timeOffset="83947.71">15342 14993 1244 0,'0'0'201'0,"0"0"44"0,0 0 98 16,0 0-287-16,0 0-65 0,0 0-38 15,0 0 16-15,0 0-15 0,0 0 59 0,0 0-12 16,0 0 1-16,0 0-5 0,0 0 3 0,1 0 4 16,1 0 10-16,-2 0-3 0,1 0 36 15,0 0-3-15,-1 0 2 0,1 0 0 0,0 0 10 16,-1 0-16-16,1 0 2 0,0 0-9 0,0 0-14 0,0 0-1 16,0 0 0-16,0 0 0 0,0 0 3 0,0 0-18 15,0 1 5-15,38 18-8 0,-39-19 10 0,0 0 3 16,1 0-2-16,0 0 4 0,0 0 0 0,40 4 7 15,-41-4 0-15,1 0 1 0,0 0-1 0,34 2-7 16,-35-2-5-16,1 0 1 0,0 0-4 0,41 4 3 16,-42-4-4-16,2 0 1 0,38 1-10 0,-40-1 6 15,1 0 4-15,44-2 0 0,-44 2 7 16,0 0-14-16,48 1 3 0,-48-1-5 0,33 0 11 16,-13-1-4-16,1-1 4 0,0 2-5 0,4-3 0 0,-1 2 5 15,0 0 0-15,-2 1 2 0,0 0-1 0,-1 0-2 16,-1 1 1-16,0 1-1 0,-1 0 2 0,0-2-3 15,0-1 2-15,0 1-2 0,0-2-1 0,0 0 2 16,0 2-2-16,0 0 3 0,0-2 7 0,0 0-11 16,0-1 2-16,2 1-4 0,0 2 1 0,3 0-3 15,-2-2 5-15,3 1-4 16,-2 0 4-16,2 1-6 0,0 1 3 0,-3 0-2 0,0 0 7 16,-2-1-1-16,2 1-4 0,0 0 2 0,0 0-10 15,1 0 12-15,-2 0-4 0,1-1 7 0,-1 2 2 0,1-2-5 16,2 0 4-16,-1-2-3 0,1-2 4 0,5 2-5 15,2-1 1-15,2 0-3 0,1 0 4 0,-1-1-6 16,-4 3 2-16,1-2-3 0,-1 0 0 0,-3 3-1 16,0 0 1-16,-3 0-2 0,-2 0 0 0,0 3 1 15,-3-3 1-15,-1 2 1 0,0 0-2 16,-1 0-1-16,0-1 0 0,0 2 0 0,-1-2 6 16,3 0 0-16,-1 1-2 0,-1-2 1 0,0-1-4 0,-3-1 3 15,-14 2 0-15,1 0 0 0,0 0-4 0,40-2 3 16,-41 2 0-16,0 0 3 0,0 0-4 0,1 0-2 15,0 0 0-15,0 0-4 0,-1 0-32 16,2 0-49-16,-2 0-12 0,0 0-13 16,0 0-60-16,0 0-71 0,0 0-22 0,0 0-39 0,0 0-327 15</inkml:trace>
  <inkml:trace contextRef="#ctx0" brushRef="#br0" timeOffset="84618.71">15258 14944 954 0,'0'0'429'0,"0"0"-334"16,0 0-77-16,0 0-37 0,1 0-26 0,0 0 45 16,42 0-4-16,-43 0 17 0,0 0-4 0,40 5-1 15,-40-5 10-15,2 0-1 16,-2 0 54-16,45 4-11 0,-45-4 6 0,1 0-8 16,36 2 10-16,-37-2-9 0,1 0-1 0,42 1-3 15,-42-1-19-15,37-4 0 0,-17 3-3 0,2-1 1 0,1 2-12 0,1-2-3 16,0 0-2-16,1 2 0 0,0-1-9 15,1 1 1-15,5 0 0 0,-1 2 1 0,4-1 2 0,2 1 8 16,-1-2-5-16,0 0 6 16,0 0-1-16,1 1-8 0,-1-1 5 0,0 0-5 15,0-1 8-15,2-2-3 0,-1 0-4 0,5-1 1 16,2 1-11-16,3-1 6 0,2 1-3 0,-4 0 3 0,-1 1 2 0,-3 0 5 16,-2 1 3-16,-5-3-2 0,-2 2 8 0,-1 2 0 15,-2-1 3-15,-1 1-2 16,2-2 0-16,-1 1-4 0,0 0-3 0,0 1-1 0,-6 0-6 0,2 0 1 15,-5 0 1-15,-3 0 0 0,-2-2-2 0,0 1-7 16,-1 1 2-16,-14 0-3 16,1 0 3-16,0 0 2 0,-1 0-4 0,39-3 2 15,-39 3-2-15,0 0-1 0,0 0 2 0,0 0-2 16,0 0 0-16,0 0-66 0,0 0 0 0,0 0-33 16,0 0-68-16,0 0-156 0,0 0-54 0</inkml:trace>
  <inkml:trace contextRef="#ctx0" brushRef="#br0" timeOffset="85463.05">15443 16390 1148 0,'0'0'589'0,"0"0"-421"0,0 0-107 0,0 0-42 0,0 0-61 0,0 0 51 16,0 0-15-16,2 0 30 0,-1 0-9 0,37 0 5 15,-38 0 7-15,1 0 1 0,36 2 36 0,-37-2-9 16,0 0 3-16,47 3-7 0,-47-3-5 0,1 0 4 15,41 5-2-15,-42-5 2 0,1 0-11 16,44 2-3-16,-45-2-9 16,1 0 5-16,49 5-16 0,-29-5-4 0,3 2 2 0,3-2-4 15,2-1-4-15,2-1-2 0,1 1-2 0,1 0 1 16,0 0-3-16,1 2 2 0,1-1 0 0,-4-1-1 16,4 0-1-16,-4-1 6 0,1 2 6 0,1-1 0 15,1-1 10-15,4-1-7 0,-2 0 6 0,3 2-5 16,0 0 9-16,-3 1-1 0,1 0-9 0,-1-1 5 15,0 1-11-15,-2 1-2 0,1-2 1 0,-1 1-2 0,0 1 4 16,1-1-5-16,3 0 4 0,4-1-4 0,0-1 1 16,1 1 2-16,-2-1-1 15,-2-1 3-15,-1 0 3 0,-4 1-2 0,-1 1 4 0,-5-2-3 16,-1 0 7-16,-4 1-3 0,-1-1-3 0,0 1 0 16,0 2-6-16,-1 0 1 0,0 0-3 0,1 1 2 15,-2 0 3-15,-1 1-8 0,-1 0 5 0,0 0-7 0,-3 1 2 16,-2-2 1-16,-13-1 1 0,1 0-1 15,-1 0 6-15,2 0-4 0,37 3-2 16,-39-3-2-16,0 0-13 0,0 0-72 0,0 0 0 0,0 0-31 16,0 0-61-16,0 0-86 0,0 0-31 0,0 0-41 15,0 0-340-15</inkml:trace>
  <inkml:trace contextRef="#ctx0" brushRef="#br0" timeOffset="85984.96">15245 16441 2392 0,'0'0'-3'0,"0"0"-59"0,1 0 16 16,37 4-26-16,-15-2 71 0,5 0 11 0,4-1 5 0,1-1-4 16,1 0-14-16,2-2 16 0,2 0-1 0,1 2 6 15,-2-2-1-15,0 1 5 0,-2 1 0 0,-2-3 2 16,3 3 9-16,4 0-16 0,2 0 9 0,5 3-11 15,-1-3 9-15,-2 0 6 0,0 1-5 0,-2 0 5 16,1 1-1-16,-1 0-5 0,1-1 6 0,6-1-6 0,3 1 4 0,5 0-3 16,1-2-1-1,-1-1-1-15,-1-1-6 0,-2-4 0 0,-2 3 0 16,-1 1-1-16,1-2-3 0,2-2 0 0,2 2-3 0,-3-2 2 16,-3 0-1-16,-5 5 3 0,-4-3-1 0,-4 1 1 15,-5 1-6-15,-4 1 2 0,-4 0 3 0,-1 2-1 16,-2-1-2-16,0 0-7 0,-1 1 0 0,-3-2-1 15,-1 2 12-15,-2 0-8 0,-1 0-1 16,-13 0-2-16,1 0-4 0,-1 0 4 0,1 0-2 0,0 0 0 16,0 0-53-16,0 0-34 0,0 0-7 15,0 0-10-15,0 0-45 0,0 0-83 0,0-1-21 16,0 0-36-16,0 1-236 0</inkml:trace>
  <inkml:trace contextRef="#ctx0" brushRef="#br0" timeOffset="86805.05">16089 18274 2379 0,'0'0'405'0,"0"0"-268"0,-1 0 28 0,0 0-119 15,-38 15-130-15,39-15-30 0,0 0 14 16,0 0-6-16,0 0 95 0,1 0-21 0,45 13 18 15,-22-12-12-15,2-1 59 0,8 0-8 0,4-1 1 16,4 1-6-16,7 0-9 0,2 0 7 0,-1 0-1 16,-2 5 5-16,-2-3 7 0,-3-1-3 0,-3 3 3 0,-2-5-4 15,-2 1-6-15,3 1-8 16,1-1-1-16,0 2-2 0,0 0-4 0,-1 1-3 0,-6-2-1 0,-1-1 1 16,-2 2-1-16,-4-1 2 15,-5 0-1-15,-4-1 2 0,1 1 2 0,-3-3-5 0,-15 2 1 0,1 0-2 0,0 0-8 16,0 0-32-1,0 0 7-15,0 0-16 0,0-1-3 0,-1 0-42 16,0 0-4-16,0 0-14 0,-1 0-35 0,-50-36-320 0</inkml:trace>
  <inkml:trace contextRef="#ctx0" brushRef="#br0" timeOffset="87134.87">16301 18367 1729 0,'-36'8'219'0,"6"1"-98"0,2 0-44 0,5 0-5 15,4 0-91-15,3 1 23 0,3-1 0 0,13-9 10 16,0 0-4-16,0 1-5 0,0 0-1 0,0 0 3 0,0 0 21 15,0 0 21-15,0 0 0 16,31 34 10-16,-30-35 11 0,36 5 0 0,-12-3 2 16,7-2-1-16,7-3 6 0,1 1-24 0,3-1 5 15,2-2-12-15,-1 1-13 0,1-2-13 0,-1 0-3 16,-1-1-1-16,1-1-10 0,0-1-3 16,3-1 0-16,1 2 0 0,-2 1 2 0,-2-2-5 0,-3-1 1 15,-7 2-1-15,-5 3 1 0,-4 1-1 0,-5 3 0 0,-6-3 1 16,-14 4 3-16,0 0-16 0,0 0-2 0,0 0-8 15,0 0-13-15,0 0-7 0,0 0-3 0,-1 0-1 16,-44-10-13-16,27 11 6 0,-3 0 12 0,0 3-1 16,1 2 55-16,3 1 9 15,4 0-7-15,13-7 4 0,0 0-38 0,0 1-26 0,0 0 11 0,0 0-11 16,2 38 43-16,-2-39-8 16,1 1-1-16,46 25-4 0,-26-21-18 0,3-2 4 15,-1 0-5-15,3-3-6 0,1 0-126 0,4-8-270 0</inkml:trace>
  <inkml:trace contextRef="#ctx0" brushRef="#br0" timeOffset="90770.74">16059 18498 17 0,'0'0'676'0,"-1"0"-265"0,0 0 343 15,0 0-713-15,0-1-34 0,0 0-39 0,0 1-9 16,0-1-2-16,0 1 10 15,0 0 6-15,0-1 11 0,1 0 2 0,0 1 7 16,0-2 29-16,11-34 9 0,-11 36 2 0,0 0 1 0,0 0 8 16,2 0 16-16,-1-2-4 0,0 1 8 0,0 0-5 0,0 0 2 15,0 0-9-15,0 0 3 0,0 0-22 0,0 0-4 16,0 0 0-16,0 0-3 0,38-27-11 0,-39 28-2 16,0 0-5-16,1 0 1 0,0 0-3 0,39-9-1 15,-40 9 3-15,1 0-2 0,35-7-1 0,-36 7-1 16,1 0 0-16,0 0 0 0,44-13 3 0,-44 13-4 15,0 0-1-15,43-7 0 16,-44 7 2-16,1 0 2 0,39 0 0 0,-40 0-1 16,1 0 0-16,35 1 5 0,-36-1-4 0,0 0 4 0,1 0-4 15,43 8 2-15,-44-8 4 0,1 0-2 0,36 0 0 16,-37 0-3-16,1 0 1 0,40 0-1 0,-41 0 9 16,1 0-8-16,40-7 6 0,-41 7-6 0,1 0 5 15,34 1-4-15,-35-1-4 0,1 0 2 0,0 0 2 16,0 0-2-16,39 2 8 0,-40-2-6 0,0 0 12 15,0 0 1-15,0 0-2 0,1 0 1 0,0 0 0 16,0 0-7-16,0 0-2 0,0 0-1 0,0 0-5 0,0 0-3 16,0 0 3-16,0 0-3 15,0 0 0-15,1 0 2 0,-2 0-7 0,1 0 4 16,0 0-5-16,0 0-41 0,0 0 9 0,0 0-22 0,0 0-9 16,0 0-22-16,-1 0-6 0,0 0-7 0,0 0-46 15,0 1-69-15,0 0-19 0,0 1-56 0,0-2-497 16</inkml:trace>
  <inkml:trace contextRef="#ctx0" brushRef="#br0" timeOffset="98000.62">15957 13701 871 0,'0'0'109'16,"0"0"38"-16,-1-1 6 0,0 0-43 0,0 0-54 15,0 0-22-15,0 0 4 0,0 0 1 0,0 0 2 0,-35-30-6 16,36 31-3-16,0 0 2 0,0 0-2 0,0 0-5 15,0 0 0-15,0 0-2 0,0 0-1 0,0 0 0 16,0 0-2-16,0 0 2 0,0 0 7 0,0 0 6 16,-1 0-1-16,0 1 2 0,0 0-4 0,-15 36-14 15,16-37 1-15,0 1-6 16,0 0 1-16,-6 41-5 0,6-42 3 0,0 1-4 0,-8 38-1 16,8-39-4-16,0 1-3 0,-5 44 0 0,5-45-5 0,0 1 6 15,-5 45 1-15,5-45 2 0,0 0-8 0,-3 49 9 16,1-31-7-16,-1-2 9 0,-1 1-2 0,0-1 0 15,2-1 7-15,-2 0-4 0,0 0 13 0,-2-1-9 16,0-3 1-16,1 5-3 0,0-1-4 0,-1-1 0 16,1 2-1-16,0-5 0 0,2 1-9 0,3-13 8 15,0 1-3-15,0 1 7 16,0-2 2-16,-6 39-12 0,6-39-1 0,0 0-8 0,0 0-54 0,0 0-55 16,0 0-9-16,0 0-19 0,1 0-79 0,0 0-225 15</inkml:trace>
  <inkml:trace contextRef="#ctx0" brushRef="#br0" timeOffset="99240.21">16316 13632 1235 0,'0'0'210'0,"0"0"-99"0,-1-1 10 0,0 0-53 15,0 1-60-15,0 0-10 0,0 0 0 0,0 0-3 0,0 0-5 16,0 0 9-16,0 0-4 0,0 0 8 0,0 0 19 0,0 0 6 16,1 1 6-16,-1 0-1 15,-29 36 21-15,30-37-9 0,0 1-2 0,-15 38-5 16,15-39-21-16,-12 35 3 0,4-14-5 0,0 3 4 15,2 2-10-15,-2 1 0 0,2 5 0 0,-1 0-1 16,1 3-4-16,-1-1-3 0,1 0 1 0,1 2-1 16,-2-2 4-16,2 3-3 0,-1-1 1 15,-2 1 0-15,3 1 10 0,-2-2-1 0,2 0 4 0,2 0-4 16,-1 0 8-16,-2-3 4 0,2-1-1 0,-1-4 3 16,0-1 0-16,1-5-5 0,1 0 0 0,0-1-2 15,1-3-4-15,0 2 0 0,1-2-2 0,-2-2 1 16,1 0-2-16,0-2-2 0,2-14 3 0,0 0-1 15,0 1 1-15,-4 36 0 0,4-37-4 0,0 0 3 16,0 0 1-16,0 1-2 0,0 0 4 0,0 0-3 0,0 0 5 16,0 0-24-16,0 0-1 0,0 0-13 15,0 0-30-15,0 0-59 0,0-1-5 0,0 0-22 16,0 0-45-16,0 0-83 0,0 0-45 0</inkml:trace>
  <inkml:trace contextRef="#ctx0" brushRef="#br0" timeOffset="102214.67">20516 17856 572 0,'0'0'459'0,"0"0"-198"0,0 0 236 15,0 0-517-15,-1 1 2 0,0 0-7 0,-20 40 16 16,21-41 4-16,0 1 1 16,0-1 5-16,0 1-1 0,-11 37 1 0,11-38 1 15,0 0 21-15,0 1 15 0,0 0 1 0,-10 40 3 16,10-41 1-16,0 1-1 0,0 0 4 0,-21 40-5 15,21-41-7-15,0 1-3 0,-17 37-12 0,17-38 6 16,0 1-21-16,-18 40 1 0,18-41-3 0,0 1 0 16,-18 42-8-16,18-43-24 0,0 1-16 0,0 0-10 15,-13 43-124-15,13-44-111 0,0 0-71 0</inkml:trace>
  <inkml:trace contextRef="#ctx0" brushRef="#br0" timeOffset="102597.95">20897 17571 1644 0,'0'0'197'0,"0"0"-140"0,0 0-30 0,0 0-27 0,-1 0-54 15,0 0 31-15,0 1 1 0,-20 46 10 0,21-47 5 16,0 1 1-16,-9 48 0 0,9-48 3 0,-7 34 28 0,3-14 9 16,-2-1 11-16,0 3-3 0,0-1 23 0,-2 4-4 15,0 0-4-15,-1 1 0 16,-1 3-18-16,1 4-3 0,-1 2-6 0,-3 6 1 16,1-1-19-16,-1 2-7 0,-1 0 4 0,1 0-5 15,-1 2 6-15,2-4 0 0,-1 0-2 0,1-4 1 16,0-3 0-16,1-3 0 0,1 1 2 0,2-3-1 0,1-1-2 15,0-4 1-15,0-3 1 0,1-4 0 0,0-2 2 16,6-15-1-16,0 1-1 0,0 0 0 16,-10 35-11-16,10-36-29 0,0 0-6 0,0 0-7 15,0 0-30-15,0 0-37 0,0 0-7 0,0 0-17 16,0 0-84-16,0 0-202 0</inkml:trace>
  <inkml:trace contextRef="#ctx0" brushRef="#br0" timeOffset="103195.55">20937 18054 1147 0,'0'0'167'0,"0"0"322"0,0 0 223 0,0 0-630 16,0 0-92-16,0 0-42 0,0 0 8 0,0 0-12 15,0 0 48-15,0 0 3 0,0 0-1 0,1 1 2 16,0 0 5-16,46 20 3 0,-47-21 0 0,1 0 1 16,0 0 1-16,39 14 7 0,-40-14 0 0,1 0 3 15,0 0 11-15,41 20-11 0,-42-20 5 16,1 0-8-16,0 0-4 0,38 21-6 0,-39-21-3 0,1 0 0 0,0 1 0 16,0 0-2-16,36 30 4 0,-37-31-5 15,0 0 3-15,0 1 12 0,0 0-4 0,0 0 9 16,-6 41 0-16,6-42 7 0,-1 1-2 0,0 0 1 15,-37 33-13-15,38-34-5 0,-1 1-2 0,-34 27-1 0,35-28 1 16,-1 1-11-16,-39 25 0 0,40-26-5 0,-1 1-2 0,-37 31 5 31,37-32 0-31,-27 26 2 0,16-15 8 0,1 1 0 0,1-2 0 16,10-10 0-16,0 1-2 0,0 0 1 0,0 0 4 0,-14 36-1 0,14-37 2 16,0 0 1-16,0 1 1 0,1 0 2 15,0 0 2-15,0 0-5 0,40 29-1 0,-41-30-2 16,0 0 2-16,38 20 0 0,-38-20 2 0,1 0-1 15,44 19-1-15,-26-13 3 0,-1 1-1 0,0-1 2 16,-1 0-4-16,1-1 2 0,-1 2-2 0,-3-2 3 16,-14-5 4-16,1 0-3 0,1 0 3 15,-1 1-3-15,0 0 2 0,0 0 13 0,0 0 0 0,0 0 6 16,22 40 3-16,-23-41-13 0,-1 1 1 0,-34 28-6 16,19-20-7-16,-2 3-4 0,-4-1-1 0,3 1 1 15,-2-1 4-15,1-2-9 0,3 0 2 0,0-1-4 16,1 0 0-16,2-2 1 0,0-1-17 0,-1-1 6 15,2 1-52-15,13-5-30 0,-1 0-8 0,0 0-13 0,0 0-80 16,-38 5-123-16,39-5-41 16</inkml:trace>
  <inkml:trace contextRef="#ctx0" brushRef="#br0" timeOffset="104822.95">16479 13991 1184 0,'-4'-16'25'0,"1"2"14"0,3 14 4 0,0-1 11 16,0 0-11-16,0 0-21 0,2-39-2 0,-2 40-6 15,0 0 3-15,0-1-14 0,0 0 16 0,0 0 5 0,0 0 1 16,1 0-5-16,0 0-8 0,20-34 0 16,-21 35-1-16,0 0 15 0,0 0 11 0,1 0-3 0,-1 0 6 15,2 0 2-15,40-9 0 16,-42 9 2-16,1 0-2 0,0 0-5 0,41 0-21 16,-42 0 2-16,1 0-9 0,0 0-2 0,45 5-6 0,-46-5 3 15,1 0-4-15,38 10 3 0,-39-10-3 0,1 0 0 16,0 0-3-16,42 23 1 0,-43-23-7 0,1 0 2 15,0 1-2-15,0 0 2 0,32 41 1 0,-33-42 2 0,0 1 0 16,0 0 14-16,-6 35 4 0,6-36 1 16,-1 1 0-16,0 0 3 0,0 0-11 0,-45 38 1 0,46-39-4 15,-1 0 5-15,-39 25-7 16,25-15 2-16,-1 1-4 0,-3 2-1 0,0-3 0 16,1 2-1-16,-1 1 1 0,2-3 1 0,4 3 0 15,0-2 0-15,4-1 0 0,9-10 1 0,0 0-3 0,-1 2 0 16,-1-2-2-16,2 1-1 0,-19 38 0 0,19-39 4 15,0 0-2-15,0 1 8 0,1 0 1 0,30 34-3 16,-31-35 2-16,1 0 0 0,37 16-4 16,-37-16 3-16,0 0-3 0,51 13 8 0,-51-13-2 0,0 0 0 15,49 11-1-15,-49-11-4 0,-1 0-4 0,48 12 4 0,-48-12-4 16,1 0 1-16,0 0 16 0,35 20-7 16,-36-20 13-16,0 0 9 0,0 0 10 15,0 1 5-15,0 0 0 0,0 0-2 0,0 0-18 16,-23 34-4-16,23-35-4 0,-1 0-8 0,-1 1-7 0,-43 31 3 15,28-22-5-15,2 2-2 0,-3 1-3 0,-2 1 3 0,0 2-3 16,-2-2 6-16,-1 1-131 0,1 1-16 0,0 1-66 16,1 2-298-16</inkml:trace>
  <inkml:trace contextRef="#ctx0" brushRef="#br0" timeOffset="108572.05">21594 17923 2090 0,'-13'-8'136'0,"-1"-1"-15"0,1 5-2 0,13 4-38 0,-1 0-81 15,0 0-17-15,0 0-7 0,0 0 12 0,0 0 1 16,0 0-17-16,0-1 4 0,0 0-7 0,1 1 20 0,0-1 11 15,0 0 0-15,0 0 4 0,1 0-2 0,36-22-2 16,-37 23 5-16,1 0-4 0,36-3 19 0,-37 3 1 16,1 0-5-16,38-1 4 0,-39 1-4 0,1 0-8 15,48 0 6-15,-30 1-6 16,1-1 5-16,1 0-4 0,2 1 0 0,1-1-1 16,0 2-8-16,1-2 5 0,-2 0-4 0,3 0 4 15,-3-3-5-15,2 4 1 0,0 2 2 0,0-1-1 16,0 0 3-16,-1-1-4 0,0 0 1 0,-4 1-2 15,0 2-5-15,-3-2-23 0,-3 1-2 0,-14-3-8 16,1 0-22-16,0 0-30 0,34 9-3 0,-35-9-14 16,0 0-59-16,0 0-126 0,0 0-49 0</inkml:trace>
  <inkml:trace contextRef="#ctx0" brushRef="#br0" timeOffset="108853.83">21992 17689 2734 0,'0'0'74'0,"-1"0"-126"15,0 0 1-15,0 0-42 0,0 0 15 0,0 1 34 16,-21 37 12-16,22-18 3 0,4 3 17 0,0 2 3 16,0-1-2-16,1 1 2 0,0-1 6 0,1 4 13 15,-2 1 1-15,0 2 7 16,0 2 11-16,-4-1-18 0,0 2 5 0,-1 0-10 0,-2 1 3 0,2 0-5 15,0-1 3-15,0 2-5 16,1-4 0-16,-1 1 0 0,-1-6-2 0,1-1 2 16,-1-2 1-16,1-2-13 0,1-1-15 0,0-2-7 15,0-1-125-15,2-6-85 0,-2-12-15 0,0 1-40 16,1 0-256-16</inkml:trace>
  <inkml:trace contextRef="#ctx0" brushRef="#br0" timeOffset="109121.7">22827 17366 2655 0,'0'0'91'0,"-1"0"53"16,0 0-180-16,0 0-47 0,-35 11 12 0,32 5-15 15,2 4 58-15,1 4 16 0,1 0-1 0,3 4 7 16,0 1 4-16,1-1 0 0,2-1 2 0,-2-2-1 0,0-1 4 0,-2-1-3 16,0 0 0-16,0-3-1 0,0 0 5 15,-2-1-1-15,0-3 2 0,0-1-5 0,0-15-37 16,0 1-95-16,1 35-12 0,-1-36-35 0,0 1-117 0,0 0-369 16</inkml:trace>
  <inkml:trace contextRef="#ctx0" brushRef="#br0" timeOffset="109380.2">22468 17939 2126 0,'0'0'357'0,"0"0"-130"0,-1 0 30 0,0-2-144 15,0 1-140-15,0 0-47 0,0 1 3 0,0 0-12 16,1 0 45-16,0 0 24 0,1 0 3 0,37 7 6 0,-14-6 5 15,4-2 4-15,1-1-2 0,1-2 1 0,1 2-2 0,-3-1 3 16,1-1 2-16,-4 2 1 0,1-4 2 0,-1 2-5 16,-3 1 2-16,0 0-4 15,-3 2-2-15,0-1 1 0,1 2 0 0,-2-1 2 16,0-1-3-16,-1 2-14 0,2 0-24 0,-4-2 1 16,1 2-101-16,-1 0-49 0,-1 0-7 0,1 3-21 15,-1-1-90-15</inkml:trace>
  <inkml:trace contextRef="#ctx0" brushRef="#br0" timeOffset="109635.79">22585 18170 1932 0,'-13'1'549'0,"0"3"-383"0,0 1-38 0,0 2-97 16,3 3-63-16,3 5 3 0,3 4 0 0,1 1 5 15,0 2 20-15,1 1-2 0,2-1 6 0,1 2-2 16,1-1 2-16,0 1 1 0,-2-1-1 0,0 1 1 0,-3 1 17 16,1-1 0-16,-2 0 3 0,-1-2-2 15,2 0-12-15,0-1-1 0,3-2-3 0,0 0 2 0,-1 0-5 16,1-4-3-16,1 1-14 0,-1-3 0 16,0-13-110-16,0 1-60 0,1 0-2 0,0 0-18 15,40 25-18-15,-41-26-152 0,1 0-111 16</inkml:trace>
  <inkml:trace contextRef="#ctx0" brushRef="#br0" timeOffset="109969.99">22866 18270 1611 0,'0'0'590'16,"0"0"-392"-16,0 0-41 0,0 0-96 0,0 0-68 0,0 0-9 15,0 1-3-15,0 0 2 16,-2 35 10-16,2-36-9 0,0 1 10 0,1 0-9 15,25 45 16-15,-26-46-1 0,2 1 0 0,-2 0 0 0,34 45-2 16,-34-46 4-16,1 1-2 0,21 38 2 16,-22-39 1-16,0 1-1 0,2 0 5 0,23 42-3 15,-25-43 3-15,0 1 0 0,1 0-4 0,27 35 2 16,-28-36-4-16,0 1-3 0,1 0 2 16,31 37-2-16,-32-38 5 0,1 1 1 0,0 0-1 15,31 39 1-15,-32-40 1 0,0 1 3 0,1 0-1 0,0 0 1 16,23 40-6-16,-24-41 6 0,0 0 2 0,0 1 2 15,0 0 8-15,0 0-1 0,-17 40-3 16,17-41 1-16,-1 0-13 0,-39 21 0 0,21-14-2 16,0 1 2-16,-4-1 3 0,0-2-40 0,1-3-4 15,-2-2-19-15,1 0-47 0,1-3-55 0,1-4-5 16,2-4-25-16,1-2-82 0</inkml:trace>
  <inkml:trace contextRef="#ctx0" brushRef="#br0" timeOffset="110136.84">22980 18200 2591 0,'0'0'91'0,"0"0"46"0,0 0-164 15,0 0-17-15,1 0 0 16,0 0 1-16,50 13 36 0,-27-10-7 0,1-2-24 0,7-2 2 16,0-1-102-16,0-4-24 0,0 0-25 0,-3 0-17 0,0-2-258 15</inkml:trace>
  <inkml:trace contextRef="#ctx0" brushRef="#br0" timeOffset="110351.84">23601 17873 2743 0,'0'0'111'0,"0"0"116"16,0 0-222-16,0 0-73 0,0 0 16 0,0 0-31 15,0 0 51-15,1 0 18 0,50 20-8 0,-27-17 6 16,1-1-41-16,1-3 42 0,1-1-8 0,-1 0 17 16,-2-2-29-16,-2 2-24 0,0-3-1 15,-5 3-5-15,1 2 7 0,0-1-28 0,-6 1-7 16,-12 0-13-16,1 0-84 0,0 0-261 0</inkml:trace>
  <inkml:trace contextRef="#ctx0" brushRef="#br0" timeOffset="110592.39">23663 18165 2659 0,'0'0'233'0,"0"0"-167"0,-1 0-34 16,1 0-33-16,0 0-76 0,0 0 39 0,0 0 3 0,1 1 13 15,37 18 19-15,-16-18 2 0,2-1-3 0,2-2 4 16,0-1 0-16,1-1 5 0,-1 0-7 0,-2 1 5 15,-1-1-3-15,-2 2 3 0,-2-2 4 16,1 1-3-16,1 0-2 0,-1-1-39 0,0 0-12 16,0 0-14-16,0 0-81 0,-1 0-85 0,3 1-33 0,-2-1-52 15,-2 1-476-15</inkml:trace>
  <inkml:trace contextRef="#ctx0" brushRef="#br0" timeOffset="111186.08">25136 17201 2036 0,'0'0'184'0,"0"0"-107"0,0-1-24 0,-1 0-18 15,0 0-39-15,0 0-3 0,0 0-9 16,0 1 2-16,0 0-27 0,-35-6 21 0,36 6 6 0,0 0 8 16,-1 1 29-16,0 0-1 0,-44 40 1 0,45-41 0 15,-25 28 17-15,13-11 5 0,-3 2 1 16,0 0 0-16,1 4-10 0,-1 1-13 0,1 1-1 0,1 3-5 16,0 1-12-16,2 4-3 0,-1-2-2 15,3 2 1-15,0-1 2 0,0-2-3 0,3-2 2 16,2-2-2-16,1-3 3 0,3-3-4 0,2-1 1 15,1-6-3-15,-3-13 3 0,0 1 7 0,1 0-3 16,0 0 5-16,36 28 3 0,-37-29 7 0,1 0-1 0,40-11 1 16,-40 11-3-16,29-22-8 0,-11 11 5 15,-2-3-6-15,1-2 7 0,0 0-3 0,-1 1-1 16,-1-2 0-16,-1 0 2 0,-3 2 1 16,-1-1 3-16,-4 0-1 0,-1 0 1 0,-2 1-3 0,-2-1 1 15,-1-1-1-15,-1 3-5 0,-2 0-16 16,0 1 0-16,-2 2-7 0,4 11-3 0,0-1-25 0,-1 0-8 0,0 0-9 15,0 0-49-15,-39-20-61 0,40 21-5 0,-1 0-28 16,-39 13-117-16</inkml:trace>
  <inkml:trace contextRef="#ctx0" brushRef="#br0" timeOffset="111491.76">24481 18022 1429 0,'-13'-4'234'15,"13"4"931"-15,-1 0-1149 0,0 0-42 0,1 0-10 0,-2 0-13 16,1 0-36-16,1 0 50 0,0 0-5 16,0 0 21-16,1 0 2 0,33 4 9 15,-12-5 5-15,0 0 1 0,3-1 11 0,-3-1 23 0,2 0-6 0,1 1 13 16,0-3 3-16,4 2-12 0,-1-1-2 0,4 0-5 15,-1 0-11-15,5-1-5 0,0 1-2 0,-1-2-1 16,1 2-10-16,0 2 9 16,0-1-3-16,0 3 3 0,-2 0-6 0,-2 0 4 15,-2 0-1-15,-5 0 3 0,-1 0-9 0,-4 1-44 0,-2 2-4 16,-2-2-18-16,-2 1-53 0,-14-2-69 0,1 0-32 0,0 0-28 16,0 0-280-16</inkml:trace>
  <inkml:trace contextRef="#ctx0" brushRef="#br0" timeOffset="111741.08">24731 18338 1813 0,'0'0'193'0,"0"0"658"0,-1 0-853 0,0 0-49 16,0 1 4-16,0 0-15 0,-31 49 30 0,32-49 20 0,0 0 0 15,4 50 2-15,-4-50-31 0,0 0 33 16,13 48-12-16,-13-49 22 0,0 1 5 0,9 46-2 0,-8-29 0 0,-1 1-1 16,0 2 2-16,-2 0 5 15,1-2-2-15,-1 1 2 0,0 0-9 0,0-2 1 0,0 2 0 16,1-2-3-16,1-2-44 0,0-16-164 0,0 1-8 0,0 0-69 16,11 36-177-16</inkml:trace>
  <inkml:trace contextRef="#ctx0" brushRef="#br0" timeOffset="112121.91">25158 18315 2085 0,'0'0'349'0,"0"0"-124"15,-1 0 65-15,0 0-219 0,-37 10-93 0,38-10-22 0,0 0 5 16,-1 1-8-16,-18 35 27 0,19-36-60 0,0 1 20 15,0 0-28-15,10 42 69 0,-10-43 16 0,0 0 5 0,0 1 1 16,0 0 4-16,5 38 3 0,-5-39 0 16,0 0 2-16,0 1 15 0,0 0-16 0,0 0 3 15,-7 34-9-15,7-35-3 0,0 0-2 0,0 1-1 0,0 0-2 16,1 0-1-16,0 0 0 16,42 36 4-16,-43-37-4 0,1 0-1 0,41 18 6 0,-42-18-5 15,1 0 6-15,41 21 1 0,-42-21-3 0,1 0 0 16,0 1 0-16,0 0 0 0,37 41 0 0,-38-42 0 0,0 1 1 15,0 0 8-15,5 37-1 16,-5-38 6-16,0 2-4 0,0-2 14 0,-23 41-7 16,23-41 2-16,0 1-6 0,-1 0-6 0,-46 42 1 15,47-43-1-15,-1 1 1 0,-45 26 1 0,45-27-22 16,-32 13-3-16,12-6-9 0,0-3-25 0,-3-2-46 16,0-2 0-16,0-5-21 0,1-1-51 0,4-5-47 15,-2-3-79-15</inkml:trace>
  <inkml:trace contextRef="#ctx0" brushRef="#br0" timeOffset="112308.59">25128 18236 2757 0,'0'0'39'0,"0"0"-24"0,0 0-9 0,0 0-1 16,1 0-8-16,0 1 2 15,46 28 0-15,-29-21 1 0,2 0 0 0,3-2-12 0,-1-1-8 16,2-3-3-16,-2-1-54 0,-4 0-24 0,0 0-2 15,-3 0-8-15,-1-1-18 0,-14 0-52 0,1 0-22 16,-1 0-27-16,48-2-244 0</inkml:trace>
  <inkml:trace contextRef="#ctx0" brushRef="#br0" timeOffset="112534.83">25738 17873 2752 0,'0'0'109'0,"0"0"138"0,0 0-250 0,0 0-64 0,0 0 16 15,0 0-31-15,1 0 45 0,34 10 19 0,-34-10-15 0,37 3 12 16,-16-3-34-16,5-2 44 0,0 1 1 0,1-2 10 16,-1 2-25-16,-3-2 1 0,-4 2-3 0,-4 0 6 15,-2 1 8-15,-1 2-56 16,-13-2-1-16,1 0-26 0,0 0-73 0,37 5-138 15,-38-5-94-15</inkml:trace>
  <inkml:trace contextRef="#ctx0" brushRef="#br0" timeOffset="112754.2">25654 18216 2920 0,'0'0'127'0,"0"0"-122"16,0 0-28-16,0 0-21 0,0 0-36 0,1 0 48 16,36 7-9-16,-17-6 20 0,3-1-35 0,3-3 34 0,-1-2-7 15,0-1 21-15,-3 2 15 0,-2-2-4 0,1 2 3 16,-4-2-4-16,3 2 2 0,2 0-37 0,-2 0-14 16,2 0-14-16,-1-3-82 0,-1 1-91 0,0 0-22 15,-1-1-64-15,0 0-514 0</inkml:trace>
  <inkml:trace contextRef="#ctx0" brushRef="#br0" timeOffset="113200.75">26456 17571 2762 0,'0'0'80'0,"0"0"-96"0,0 0-26 16,0 0-17-16,0 0-43 0,0 0 52 0,0 0-3 16,0 0 20-16,42 0 0 0,-23 1 21 0,2 0-1 15,-1-1 10-15,-1-1 7 0,-1 1 16 0,-2 1 3 0,-1 1 7 16,1 2 30-16,0-2-28 0,0 1 5 16,1 1-14-16,1-1-10 0,-1 2-10 15,-1 1 0-15,0 0-3 0,-2 0 2 0,-2 0-4 16,-12-6 2-16,1 0-3 0,0 1 7 0,0 0-17 15,21 39-16-15,-22-40 0 0,0 1-16 0,-1 0 41 0,-33 43 3 16,18-30 8-16,0-2-5 0,-1 1 7 0,1-1 3 16,1-1 0-16,0-2 8 0,2-1-14 0,1-2 2 0,2 1-6 15,10-7 3-15,-1 0-4 0,0 1 4 0,0 0-4 16,0 0 3-16,0 0-1 16,-33 36-3-16,34-37 2 0,0 0 5 0,0 0 3 15,0 0 3-15,0 1 0 0,0 0 5 0,1-1-4 0,0 1 0 16,35 20-3-16,-36-21-7 0,1 0 2 15,44 0-6-15,-44 0 2 0,0 0-8 0,52-3 0 16,-52 3-11-16,35-5 1 0,-15 3-61 0,-2-3-35 16,-2 5-9-16,1-1-14 0,2-2-78 0,-4 3-162 15</inkml:trace>
  <inkml:trace contextRef="#ctx0" brushRef="#br0" timeOffset="113520.61">26311 18089 2551 0,'0'0'112'0,"0"0"187"0,0 0-305 0,-1 0-53 16,0 0 8-16,1 0-23 0,0 0 28 0,0 0 25 15,1 0 4-15,37-1 6 0,-19 0 11 0,3-2 14 16,2 0 4-16,2 0 4 0,-1-1 13 0,0 1 11 15,3 1-5-15,1 0 5 0,-1-1-21 0,4 0-12 16,-3 1-1-16,2 0-3 0,1 1 0 0,0 0-7 16,1 0 5-16,-2 0-6 0,0 0-3 0,-5 0 6 15,1 0-4-15,-1 0 5 0,-1 1-3 0,-2 0 0 0,-1 1 0 16,-4-1-1-16,-2 1-4 0,-1 1-39 0,-2-2-7 16,-13 0-16-16,1 0-76 0,0 0-66 0,0 0-9 15,36 7-30-15,-37-7-146 0</inkml:trace>
  <inkml:trace contextRef="#ctx0" brushRef="#br0" timeOffset="114091.53">26706 18389 1756 0,'0'0'587'0,"0"0"-438"16,0 0-25-16,0 0-122 0,0 0-44 0,0 0-2 0,0 0 2 15,0 1 3-15,0 0 35 0,-5 41 3 0,5-42 1 16,0 0 0-16,0 1 10 16,0 0 22-16,-14 35 2 0,14-36 9 0,0 0 21 0,0 1-15 15,-1 0 2-15,-20 35-9 0,21-36-24 0,0 1-13 16,0 0-1-16,0 0-4 0,-8 40 0 16,8-41 0-16,0 1-2 0,0 0 0 0,0 0 1 15,0 39 1-15,0-40 1 0,0 0-1 0,0 1 3 0,0 0-2 16,0 0-1-16,18 36 0 0,-18-37-5 0,2 0-2 15,-1 1 3-15,42 24-3 0,-43-25 5 0,1 0 1 16,49 17-2-16,-49-17 3 0,0 0 0 16,45 17 0-16,-46-17 1 0,1 0 1 0,0 1-2 15,43 25 3-15,-44-26-2 0,0 0 2 0,1 1 2 0,0 0 0 16,0 0 2-16,0 0-1 0,30 35-6 0,-31-36 11 16,0 0-2-16,0 1 5 0,0 0 3 0,-24 36-1 15,24-37 1-15,-1 0-1 0,-35 20 4 0,36-20-10 16,-1 0 3-16,-46 18-7 0,28-11-5 0,-4 0-9 15,0-2-5-15,1-2-2 0,-3 0-13 0,3 0-20 16,1-3-2-16,-3 0-10 0,4 0-45 0,-2-3-50 16,1-4-10-16,2 3-20 0,0-6-102 0</inkml:trace>
  <inkml:trace contextRef="#ctx0" brushRef="#br0" timeOffset="114253.52">26613 18469 2446 0,'0'0'106'0,"0"0"149"0,0 0-223 0,1 0 0 16,0 0 1-16,44 6-2 0,-27-1-4 0,5 1-8 16,0-3-1-16,2 1-3 0,1-4-6 0,-2 1-7 15,0-1 5-15,-3 0-5 0,0 0 0 0,-3 0-22 16,-3 2-9-16,-15-2-8 0,1 0-57 0,0 0-69 16,37 3-17-16,-38-3-27 0,0 0-146 0</inkml:trace>
  <inkml:trace contextRef="#ctx0" brushRef="#br0" timeOffset="115719.21">15443 15012 71 0,'-7'-13'577'0,"-1"4"-204"0,8 9 282 16,0 0-577-16,-1-1-20 0,0 0-43 0,0 0-6 16,0 1-7-16,1-2 4 0,0 1-9 0,-2 0 7 15,1 0 3-15,0 0 3 0,0 0 17 0,0 0 23 16,0 0-1-16,1 0 8 0,0 0 3 0,0 0-2 15,0 0 0-15,0 0 0 0,0 0-1 0,0 0-12 16,0 0-1-16,1 0-6 16,0 0-15-16,36-23-7 0,-37 24 0 0,1 0-4 0,34-4-10 15,-35 4 2-15,1 0-1 0,50 1 2 0,-51-1-3 16,38 1-2-16,-15-1 0 0,-3 0 0 0,1 0 5 0,1 2-2 16,-3-1-2-16,2 3 0 0,-1-4-3 0,0 1 5 15,2 0 1-15,2 1 3 0,1-1 10 16,-3 0 8-16,3 0-6 0,-2-2 6 0,0 1-14 15,2-1 0-15,-1 1 3 0,2 0-2 0,0-1 2 0,0 0-7 16,2-1 1-16,-1 1-3 0,2 1 2 0,0-2-6 16,0 1 3-16,0 1-4 0,2-2 5 0,-2 2-5 15,4 2-1-15,-5-1-2 0,0 1 2 0,-4-2 6 16,0 0-2-16,-3 1 4 0,1 0-3 0,-1 0-5 16,-3 0 3-16,2-1-2 0,-1 3 5 0,-1-2-2 15,1 0 2-15,0-1-3 0,-4-3-2 0,2 2-1 16,0-2 1-16,-2 1 0 0,2 0 2 0,-2-1 0 15,-1 0 2-15,-2 1-1 0,2 1 1 0,1 0-3 16,-15 1-1-16,1 0-1 0,0 0-35 0,-1 0-49 16,36-7-10-16,-36 7-14 0,0 0-45 0,0 0-23 15,0 0-13-15,1 0-10 16,0 0-120-16</inkml:trace>
  <inkml:trace contextRef="#ctx0" brushRef="#br0" timeOffset="116486.7">15573 14979 1495 0,'0'0'256'0,"0"0"-160"15,0-1-10-15,0 0-42 0,0 0-120 0,1 0 59 16,31-17-3-16,-13 17 26 0,0 0 26 0,4 0-22 15,-2 1 3-15,6 0-11 0,2-2 2 0,4 2 1 16,1 0 5-16,-1-1-2 0,-1 0 13 0,1 0 2 16,0-2-2-16,-2 2 3 15,3-1-1-15,-3 1-5 0,2-2-1 0,-2-1-1 16,0 0 4-16,1 0 8 0,1 0 3 0,2-1 2 16,-1 1 2-16,1 1-4 0,-5 0-4 0,-1 1 1 0,-4 0-10 15,-1 0-3-15,-1 2-2 0,-1-1 0 0,-2 1-16 16,0 1 7-16,-2-1-2 0,-1 1 5 0,0 0-5 15,-1 0 0-15,-1 0-1 0,-15-1 2 0,2 0 5 16,-1 0 0-16,37-1 2 0,-38 1-1 0,0 0-5 16,1 0-1-16,0 0-1 0,0 0 0 0,34 1-2 0,-35-1-24 15,0 0-8-15,0 0-10 0,0 0-59 0,0 0-46 16,2 0-16-16,-1 0-17 0,38 11-131 0</inkml:trace>
  <inkml:trace contextRef="#ctx0" brushRef="#br0" timeOffset="117408.25">16575 14778 2401 0,'-9'-9'168'16,"9"9"-127"-16,-1 0-8 0,0-1-43 15,0 0-75-15,0 0 16 0,0 1-17 0,0 0 12 0,0 0-69 16,1 0 87-16,0 0-15 0,0 0 41 0,0 0-5 16,0 0 19-16,0 0 0 0,0 0 9 0,0 0 14 15,0 0 3-15,0 0 1 0,0 0 0 0,0 0 5 16,0 0 6-16,0 0-6 0,0 0 6 0,0 0-15 0,0 0-2 16,0 0-4-16,0 0 1 0,0 0-2 0,0 0-9 15,0 0 6-15,0 0-6 0,0 0 7 0,0 0 1 16,0 0-1-16,0 0 1 15,0 0-3-15,0 0 6 0,0 0 2 0,0 0 1 16,0 0-2-16,0 0 2 0,0 0 0 0,0 0 2 16,0 0 4-16,0 0-3 0,0 1 1 0,0-1-2 15,0 0-1-15,0 0-6 0,0 0-1 0,0 0-2 16,0 0 3-16,0 0 1 0,0 1 3 0,0 0-3 16,0 0-1-16,0 0-5 0,0 0 3 0,0 0-4 15,0 0 5-15,0 0-8 0,0 0-12 0,0 0-7 16,0 0-149-16,0 0-288 0</inkml:trace>
  <inkml:trace contextRef="#ctx0" brushRef="#br0" timeOffset="118955.95">15358 15122 1179 0,'-13'-8'241'16,"13"8"-77"-16,0 0 113 0,-2-1-261 0,1 0-24 16,0 0-42-16,1 0 19 0,0 0 3 0,0 0 11 15,1 0 0-15,27-42 12 0,-10 34-3 0,3 3 8 16,1 2 15-16,1 0 11 0,0 0 4 0,2 0 0 15,0 0 11-15,4 3 3 0,-1 2 0 0,2 0 2 16,0 1-7-16,1 0-6 0,0-1-2 0,6 2-2 16,3-2-18-16,0-1 4 0,6 3-3 0,-1-1 3 0,4 2-6 0,-2-4-7 15,1 1 3-15,1 3-5 16,-1 0 3-16,0 2 3 0,0-3-6 0,-1-1 5 16,-2-2-3-16,-4 1 1 0,-2 2-2 0,-2 0 1 15,-5 1 5-15,0-2-5 0,-4 3 7 0,-2-1-7 16,0 2-2-16,-6-3 4 0,1 2-1 0,-2 1 4 15,-3 0-3-15,1 1 0 0,-1 0-2 0,-1-1-2 16,1 0-42-16,-2 3-86 0,-3 0-18 0,-1 1-29 0,2 2-121 16</inkml:trace>
  <inkml:trace contextRef="#ctx0" brushRef="#br0" timeOffset="119491.61">15491 15013 1687 0,'0'0'64'0,"0"0"50"16,0 0-126-16,1 0 7 0,42-9 0 0,-17 7 5 16,0 2 27-16,2-3-6 0,2 1-2 0,0 0-2 15,1-1-5-15,4 3 21 0,3-2 1 0,3 0 7 16,1 1 5-16,2-2-11 0,-1 0-3 0,1 1-2 16,0 0-9-16,1 0 2 0,1 1 2 15,0-2-2-15,1 1-6 0,2-1-5 0,2 1-1 16,-1-1-1-16,1-2 2 0,-3 2-7 0,-2-1 6 0,-3 1-6 15,-5 2 3-15,-1-2-2 0,0 3-3 0,-1-1 1 16,1 1 3-16,-1 0-4 0,-3 0 2 0,-2 1-4 16,-4 1-1-16,-2-1-13 0,0 3-26 0,-3-2-1 15,-4 0-124-15,-2 6-96 0,-4 1-24 16,-1 5-56-16,-3 3-416 0</inkml:trace>
  <inkml:trace contextRef="#ctx0" brushRef="#br0" timeOffset="119769.55">15629 16347 2737 0,'-21'-9'113'0,"3"2"-107"0,4 0-19 15,14 7-31-15,0 0-56 0,0 0 36 0,0 0 5 16,0 0 4-16,0 0-8 0,0 0 19 0,30-14 5 0,-5 12 6 16,6-1 33-16,1-2 5 0,5 0 2 0,1 0 3 15,2-1 3-15,3 2 11 0,0-1-2 0,0 2 3 16,-1 0-9-16,0 1-9 0,-2 1 1 0,-3 1-3 16,1 0-1-16,-1 0-3 15,0 2-2-15,5 0 0 0,1 2 0 0,0 1-44 0,2 1-32 0,-2 2-15 16,1-1-206-16,0 3-389 0</inkml:trace>
  <inkml:trace contextRef="#ctx0" brushRef="#br0" timeOffset="120346.8">15918 18535 2276 0,'-11'-4'122'0,"-2"-1"96"0,0 0-126 0,13 5-78 0,0 0 2 15,-1 0-23-15,0 0 15 0,0-1-35 0,1 1 4 0,0-1-17 16,0 0 13-16,0 0 23 0,34-41 5 0,-9 35 4 16,2 0 8-16,3-1 1 15,0 3 3-15,5 1 2 0,-1 0 16 0,3 4 1 16,0 0-9-16,4 3 4 0,5 3-15 0,3 1 1 16,2 0 3-16,-1-2-3 0,1 3 2 0,-1-2-7 0,-1-1 1 0,-2 1-5 15,-1-4-4-15,0 0 0 0,0 1-2 0,-1-2 1 16,-2 1-2-16,-3 0 0 0,-5-1 2 0,-6-1 0 15,-3 0 3-15,-4 1 1 0,-6 0-2 0,-16-1 1 16,1 0-10-16,1 0-41 0,-2 0 2 0,1 0-18 16,0 0-18-16,0 0-11 0,0 0-2 0,-1 0-6 15,0 0-39-15,-33 5-147 0,-2-4-49 0</inkml:trace>
  <inkml:trace contextRef="#ctx0" brushRef="#br0" timeOffset="120540.91">16377 18564 1345 0,'-42'3'311'0,"1"0"-123"0,4 1-14 0,7-2-40 16,4 3-93-16,6 1-16 15,2-1-1-15,4 1-3 0,14-6 7 0,-1 0 8 0,0 0-3 16,0 1 2-16,1 0-18 0,0 0-10 0,0 0 4 16,17 38-2-16,2-31 36 0,1-1 20 0,7-1-1 15,0-1 6-15,6-2-18 0,2-2-18 0,2-1-3 16,2 0-6-16,1-1-15 0,0-1-4 0,1-2-1 0,2-1-1 16,0 0 1-16,1-1-4 15,4 0 5-15,1 0-5 0,0 1 1 0,0-1-68 16,-5 0-7-16,-5 1-28 0,0 0-85 0,-6 0-99 0,1 1-35 0</inkml:trace>
  <inkml:trace contextRef="#ctx0" brushRef="#br0" timeOffset="123467.09">12401 14989 1399 0,'-12'-6'113'0,"0"0"26"0,12 6 11 0,0 0-32 16,0 0-41-16,-2 0-37 0,1 0-7 0,0 0-5 16,1 0-42-16,-1-1 3 0,0 0-2 0,0 0 4 15,1 1 3-15,0 0 8 0,0 0 1 0,0 0 3 16,1 0-5-16,0 0 9 0,0 0 0 0,36-10 3 15,-37 10 10-15,0 0 12 0,1 0-4 0,0 0 5 0,0 0-8 16,37 6 3-16,-38-6-2 16,1 0 1-16,0 0-13 0,45 10-3 0,-45-10-3 15,35 1 0-15,-14-1-6 0,4 1 1 0,1-1-4 0,5-2 2 0,1-1-7 16,0 2 3-16,2 1 1 16,1-1 1-16,3 0 3 0,5-2-3 0,2 0 3 15,2-1-2-15,0-2 2 0,-1 0 10 0,0 1-3 16,1 0 6-16,0 1 5 0,-1-1 0 0,2-2 1 0,1 2-3 15,4-2-8-15,2 2 1 0,1-1-4 0,-2 1 3 16,-3 0-2-16,0 1-6 16,-4 1 2-16,5 0-3 0,0-1-2 0,5 0 4 0,1 2-2 0,-1 0 1 15,0 0-5-15,-2 1-1 0,-2 1 2 0,-3-1-1 16,1 1 2-16,0 0-2 0,-1 0 2 0,0 0 0 16,-2 1 5-16,-4-1-1 0,-2 0-5 0,-4 1 4 15,-2-1-5-15,-5 1 6 0,-1-1-1 0,-2 0 2 16,-2 1-2-16,0-1-1 0,-4 0-1 15,2 1 0-15,-4-1-3 0,-2 1 6 16,0 0-4-16,-7 1 6 0,-12-2-6 0,1 0-32 0,0 0-5 16,0 0-18-16,40 11-82 0,-41-11-37 0,0 0-17 15,0 0-10-15,0 0-99 0</inkml:trace>
  <inkml:trace contextRef="#ctx0" brushRef="#br0" timeOffset="124617.49">13756 15735 1217 0,'0'0'57'0,"0"0"57"0,-1 0-96 0,0 0-14 16,0 0 2-16,0 0-4 0,1 0 13 0,-2 0-11 15,1 0 1-15,0 0-4 0,0 0-1 0,0 0 9 16,0 0-2-16,0 1 5 0,0 0 8 0,0 1-1 0,0-2 4 16,-30 36-4-16,31-36-1 0,0 0-8 15,0 2 5-15,-4 33-4 0,4-35 13 0,0 1 0 16,-4 35-2-16,4-36 3 0,0 1-3 0,6 38-6 15,-6-39 1-15,0 1-2 0,12 41-8 0,-12-42-3 0,0 1-2 16,27 43 0-16,-27-44-3 0,1 1 3 16,36 28-3-16,-37-29 3 0,34 14-1 0,-16-12 5 15,3 1 4-15,1-2-1 0,-3-5 12 0,5 0-5 16,-3-4 3-16,0-5-4 0,2-1 7 0,-3-3-6 16,0-1 2-16,-1 1-4 0,-2 0 0 0,-2-2-3 15,-1-1 2-15,-3 1-2 0,-3 0 12 0,-1 0-7 16,-2 2 4-16,-2 1-4 0,0 0 9 0,-3 2 0 15,0-2 1-15,-3 2-1 0,0 1-5 0,-1 1-1 0,-2 2-4 16,0 0 2-16,6 10-11 0,-1-1-6 16,0 0 0-16,-35-25-5 0,36 26-7 0,-2 0-3 15,-37-8-5-15,38 8 2 0,-34 4-11 0,15 3-31 16,-4 0 0-16,1 3-14 0,-5 1-35 0,2 2-40 16,-1-1-6-16,3 2-19 0,4-1-96 0</inkml:trace>
  <inkml:trace contextRef="#ctx0" brushRef="#br0" timeOffset="125337">16530 16677 843 0,'0'0'85'0,"0"0"20"0,0-1-3 0,0 0-63 0,-1 0-34 16,-22-36-23-16,23 37-9 0,0 0-2 0,0 0-76 0,0-1-3 16,0 0 1-16,0 0 6 0,0 0 41 0,-1 0-153 15,0 0 64-15</inkml:trace>
  <inkml:trace contextRef="#ctx0" brushRef="#br0" timeOffset="125900.88">13781 15859 2147 0,'-11'-3'128'15,"11"3"-119"-15,0 0-30 0,0 0-25 0,-1 0-74 0,1 0 83 16,0 1-11-16,0 0 34 0,5 50 1 0,5-33 2 16,4 2 5-16,2 0-2 0,1-3 12 0,2 1-5 15,1-4 2-15,-1 0-3 0,1-5 5 16,-2-2 3-16,0 0 2 0,0-5 0 0,-1-2 5 15,-2-2 11-15,-1-6 4 0,-1-2 4 16,1-1 22-16,-1-7-14 0,-3 1 4 0,-1-1-8 0,0-3 4 16,-3 1 1-16,-1 3 2 0,-4-3 0 0,-1 1 0 0,-3 1 5 15,-4-1-6-15,-1 4 3 0,-2 1-19 0,-3 4-14 16,-3 1-5-16,0 1-3 16,-4 4-22-16,1 1-7 0,-1 3-3 0,0 3-2 0,0 3-9 15,1 2-14-15,1 3-28 0,4 2-1 0,2 2-147 0,8 5-235 16</inkml:trace>
  <inkml:trace contextRef="#ctx0" brushRef="#br0" timeOffset="126480.53">17355 15224 1100 0,'0'0'163'0,"0"0"322"0,-1 0 171 0,0-1-504 0,0 0-128 0,-35-18-74 16,36 19 3-16,0 0-25 0,0 0 16 0,0 0 18 15,0 1 1-15,0 0 7 0,-13 44 14 0,13-45 15 16,0 1 0-16,0 0 3 0,1 39-1 16,-1-40 0-16,0 0 2 0,0 1-1 0,0 0 9 0,0 0 20 15,0 0-6-15,0 0 12 0,1-1-4 16,0 0-1-16,0 0 0 0,0 0-2 0,0 0-13 0,0 0 5 15,36-19-1-15,-37 19 4 16,0 0 10-16,0-2-3 0,0 1 0 0,10-37-1 16,-10 38-7-16,0 0-15 0,0-1 0 0,0 0-7 15,-2 0-18-15,1 0-20 0,0 0-17 0,-42-19-6 0,43 20-113 16,-1 0-179-16,-35 18-98 0</inkml:trace>
  <inkml:trace contextRef="#ctx0" brushRef="#br0" timeOffset="127634.49">19143 16500 1506 0,'0'0'127'0,"0"0"13"0,-1 0-9 0,0 0-131 16,0 0-58-16,0 0 7 0,0 0-14 0,0 0 38 15,0 0 23-15,0 0-11 16,1 0 6-16,0 0-4 0,0 0 34 0,0 0 10 16,0 0 0-16,0 0 3 0,0 0 4 0,0-1-9 15,0 1-2-15,1 0-2 0,0 0-16 0,0 0-9 16,0 0 2-16,0 0-4 0,0 0 8 0,0 0-5 15,0 0 3-15,0 0-4 0,0 0 0 0,34-13 3 0,-35 13-1 0,0 0 2 16,0 0-6-16,0 0 0 16,1 0 1-16,0 0 0 0,0 0 2 0,0 0-6 15,38-5 1-15,-39 5-3 0,0 0 10 0,0 0 0 0,1 0 0 16,0 0-2-16,0 0-7 0,0 0 8 0,-1 0-4 16,2 0 4-16,-1 0-2 0,0 0 4 0,0 0 7 15,0 0 0-15,-1 0 22 0,1 0 8 0,0 1-2 16,0 0 4-16,0 0-3 0,0 0-15 0,0 0 4 15,0 0-7-15,35 24-1 0,-36-25 12 0,0 0-4 16,1 0 6-16,34 13-4 16,-35-13 6-16,1 0-1 0,0 0 2 0,45 13-9 0,-46-13-6 15,1 0-1-15,38 11 0 0,-39-11-1 0,1 0-5 16,50 21-1-16,-30-14-1 0,3 2-12 0,2-2 1 16,0 1 1-16,0-1-1 0,2 1 0 15,-1 0 3-15,3-1-6 0,0 0 5 0,-1-2-4 0,-1 0 0 16,-2-2 3-16,-1 1-1 0,-1-1 8 0,-2-1 3 0,-1 1 6 15,-2 0-3-15,1 0 2 0,-2 0-11 16,1 0-4-16,-1 0 0 0,-2-1-1 0,2 1-3 16,-2-1 1-16,0 1-1 0,0-3 2 0,-16 0-39 15,1 0 2-15,0 0-19 0,43 5-23 16,-44-5-29-16,0 0-2 0,1 0-10 0,0 0-12 0,0 0-32 16,0 0-11-16,0 0-15 0,0 0-104 0</inkml:trace>
  <inkml:trace contextRef="#ctx0" brushRef="#br0" timeOffset="128021.43">19241 16613 1559 0,'0'0'475'0,"0"0"-327"16,-1 0-63-16,0-1-57 0,0 0-109 0,0 0 18 15,0 1-6-15,1 0 20 0,0 0 43 0,0 0-7 16,1 0 4-16,42-12-3 0,-24 12 12 0,2 2 16 16,1-1 0-16,-1 2 9 0,0 1 7 0,0 1 5 15,2 1-3-15,3 1 3 0,0-1-9 0,7 2-13 16,-2 0 3-16,3-1-8 0,2-1-9 0,-1 1 1 15,5 1-2-15,1-1 3 0,-1 0 6 16,0 0-6-16,-1-1 2 0,-2-1-3 0,0 0-2 0,0-3 5 16,0 2 0-16,-3 0 2 0,0-1-1 0,-2-2-4 15,-1 0 2-15,0 0-3 0,-3 0 5 16,-3-1 2-16,-2 0-4 0,-3 0 3 0,-2 0-4 0,-2 1-20 16,-16-1-2-16,1 0-11 0,0 0-55 0,34 2-60 15,-35-2-12-15,0 0-24 0,0 0-125 0</inkml:trace>
  <inkml:trace contextRef="#ctx0" brushRef="#br0" timeOffset="128369.38">19176 16735 1872 0,'0'0'330'0,"0"0"-265"15,0 0-62-15,1 0-39 0,33-7-80 16,-3 7 60-16,6-2-1 0,1 2 24 0,2-3 22 16,1 0-27-16,1 1 12 0,1 0-13 0,-1 1 45 15,1 1 33-15,-4 0 0 0,-2 0 12 0,0 0 9 16,-1 1 0-16,-2 2-3 0,-1 0 0 0,-1 1-15 15,-1-1-16-15,0 0-7 0,0 0-2 0,3 0-14 0,-1 0 0 16,2-1 4-16,-3-1-3 0,-6 0-2 0,0 0 0 16,-2 1 3-16,-2-1-2 0,3 0 3 15,-6 1-7-15,-4-2-5 0,-15 0-4 0,1 0-36 16,0 0-58-16,-1 0-12 0,2 0-24 0,-1 0-136 16</inkml:trace>
  <inkml:trace contextRef="#ctx0" brushRef="#br0" timeOffset="128534.41">19809 16820 2237 0,'0'0'383'0,"0"0"-288"15,0 0 16-15,0 0-93 0,0 0-246 0,0 0-149 16,1 0-23-16,44-2-57 15,-20 2-364-15</inkml:trace>
  <inkml:trace contextRef="#ctx0" brushRef="#br0" timeOffset="131461.03">12897 15430 835 0,'0'0'127'16,"0"0"54"-16,0 0 7 0,0 0-85 0,0 0-47 0,0 0-21 15,0 0 1-15,0 0 4 0,0 0 5 0,-1 0-8 16,-1 0 6-16,2 0-5 0,-1 0 16 0,0 0-15 16,0 0 0-16,1 0-6 0,0 0-2 0,0 0 14 15,0 0-9-15,0 0 9 0,0 0-19 0,0 0-10 16,1 0 2-16,0 0-6 0,39-8-5 0,-40 8-3 15,2 0 0-15,-2 0 1 0,1 0 4 0,42 5 4 16,-43-5-2-16,1 0 3 0,0 0 4 0,38-1-12 16,-39 1 7-16,1 0-10 0,0 0 6 0,0 0-5 15,41 4-1-15,-42-4-1 0,1 0-1 0,0 0 0 16,0 0-1-16,38 9 1 0,-39-9 2 0,1 0 0 16,0 0-2-16,0 0 0 15,38 16 2-15,-39-16-4 0,0 0 2 0,1 0-1 0,0 1 8 0,-1 0-3 16,1 0 2-16,1 0-3 0,-2 0 1 0,1 0 18 15,0 0 0-15,0 0 6 16,22 38 2-16,-23-39-4 0,0 0-5 0,-1 1 0 16,0 0-15-16,0 0 0 0,-36 41 3 0,37-42-1 15,-1 1 0-15,-36 34-5 0,37-35-1 0,-27 22 0 16,10-8 2-16,1-1 0 0,-1 0-1 0,-2 2 1 0,1-2-5 16,0-1 4-16,-1-1-2 0,3-1 2 0,0-1 7 15,1 0 1-15,1-1 1 0,3 0-1 0,11-8-5 16,-1 0-1-16,0 1 0 0,0 0 0 0,-1 0-4 15,2 0-2-15,-1 0-2 0,0 0-1 0,0 0-6 16,0 0 2-16,0 0 4 0,1 0-1 0,0 0 11 0,0 0-2 16,0 0 1-16,0 0-2 0,1 0 5 0,0 0-4 15,39 31 0-15,-40-32-2 0,1 0-3 0,38 0 6 16,-39 0-5-16,1 0 5 16,0 0-6-16,43-1 0 0,-44 1 1 0,1 0 1 15,0 0-1-15,36 0 0 0,-37 0 0 0,0 0 0 16,1 0 2-16,0 0-3 0,-1 0 0 0,1 0 0 0,0 0-2 15,36 12-54-15,-37-12 0 0,0 0-26 0,0 0-65 16,1 0-23-16,0 0-14 0,0 0-2 0,0 0-63 16,34 14-132-16</inkml:trace>
  <inkml:trace contextRef="#ctx0" brushRef="#br0" timeOffset="131936.67">13430 15201 1049 0,'-11'-7'174'0,"0"1"574"0,11 6-632 16,-1 0-62-16,0 0 2 0,0-1-24 15,0 0-11-15,0 0-10 0,0 1 0 0,0 0-5 0,0 0-16 16,-36 0 13-16,37 0-5 0,0 1 8 16,-19 34-3-16,19-34 7 0,-15 34 3 0,7-14 1 15,1 0 8-15,-3 1 15 0,2 3 1 0,0 1 6 16,-1 0 8-16,-2 1-9 0,2-1 1 0,-4 0-6 15,2 5-14-15,1 3-3 0,-1 6-5 0,0 1 2 0,-2 2-10 0,0 2-3 16,0 1 1-16,1 0-2 16,3-1-4-16,-2-3 0 0,2 0 0 0,-1-2 0 15,3-4 9-15,0 2-8 0,1-1 5 0,0-4-6 16,0-1 6-16,1-6-1 0,0 0-1 0,1-6 0 16,-1 0 3-16,1-3 1 0,1-3-2 0,3-14 2 15,0 1 1-15,0 0-2 0,-11 37 3 0,11-38-4 16,0 0-6-16,0 1-31 0,0 0-11 0,0 0-11 0,0 0-66 15,0 0-66-15,0 0 5 0,0 0-30 0,0 0-52 0,0 0-220 16</inkml:trace>
  <inkml:trace contextRef="#ctx0" brushRef="#br0" timeOffset="132371.08">13283 15885 1662 0,'0'0'82'0,"-1"0"91"15,0 0-116-15,0 0-46 0,0 0 10 0,0 0-20 16,0 0 20-16,0 0-15 0,0 1 1 0,0 0-6 16,-1 0 2-16,-21 37 10 0,23-38 3 0,0 1 1 15,0 0 5-15,9 40 14 0,-9-41-4 0,0 1 7 16,4 34-8-16,-4-34-2 0,2 34-1 0,-1-16-1 15,-1 0-11-15,0 1-3 0,-1 0-2 0,1 1 0 16,-1 0-11-16,1 1 2 0,-1-1 1 0,0-1 1 16,-1 0-4-16,0-1 5 0,1-1-2 0,-2-1 3 15,2-1 3-15,-2-3-2 0,3-13-4 0,0 1-4 16,0 0-76-16,-7 37-114 0,7-38-24 0,0 0-38 16,0 0-187-16</inkml:trace>
  <inkml:trace contextRef="#ctx0" brushRef="#br0" timeOffset="132812.28">13471 15897 1990 0,'-1'0'136'0,"0"0"348"15,0 0-462-15,-39-1-87 0,40 1 21 0,0 0-42 16,0 0 43-16,0 1 26 0,0 0-1 0,4 37 11 0,-4-38 4 15,0 0 6-15,0 1-3 0,0 0 4 16,10 38 0-16,-10-39-4 0,0 0 8 0,0 0-5 0,0 1 16 16,0 0-2-16,0 0 0 15,0 0-2-15,-8 39-11 0,8-40 2 0,0 0-3 16,0 1 3-16,0 0-3 0,6 36-3 16,-6-37 0-16,0 1-2 0,0 0 0 0,16 37 1 0,-16-38 0 0,0 1 0 15,0 0-2-15,23 39 2 0,-23-40 4 0,0 1-2 16,1 0 0-16,23 34-1 0,-24-35 1 15,0 1 0-15,1 0-1 0,0 0 3 0,39 38-5 16,-40-39 4-16,1 1-1 0,0 0-2 0,45 30 1 0,-46-31-1 16,1 1 1-16,0 0 4 0,38 28-1 0,-39-29 3 15,0 0-6-15,1 1 11 16,0 0-2-16,0 0 5 0,28 34 6 0,-29-35 6 0,0 0 2 16,0 0 0-16,0 1-3 0,0 0-3 0,0 0-3 0,-6 35 1 15,6-36-6-15,0 0-6 0,-1 1-1 0,0 0-1 16,-36 24 1-16,37-25-5 0,-1 0-4 15,-34 2-4-15,35-2-46 0,-1 0-29 0,-45 1-3 16,45-1-11-16,-36-3-32 0,18-1-48 0,-3-1-9 16,-1-4-20-16,1-1-119 0</inkml:trace>
  <inkml:trace contextRef="#ctx0" brushRef="#br0" timeOffset="133102.75">13425 16022 2240 0,'0'0'146'0,"0"0"-75"0,0 0-22 16,0 0-12-16,0 0-56 0,0 0 17 0,0 0-6 15,0 0 9-15,1 0-11 0,0 0 7 0,36-6-3 16,-37 6 4-16,1 0-2 0,0 0 4 0,34 4 7 0,-35-4-1 16,0 0 11-16,1 0 8 0,0 0-1 0,0 0 4 15,0 0-3-15,0 0 7 0,37 2-5 0,-38-2 5 16,0 0-12-16,1 0-6 0,-1 0 0 0,39 5-2 15,-39-5-3-15,1 0-6 0,0 0-1 0,0 0 0 16,41 3 5-16,-42-3-7 0,1 0 5 0,0 0-5 16,-1 0 6-16,38 6-7 0,-38-6 5 0,0 0-9 15,0 0-30-15,1 0-111 0,1 0-12 0,-2 0-38 16,1 0-90-16</inkml:trace>
  <inkml:trace contextRef="#ctx0" brushRef="#br0" timeOffset="135151.33">12755 13810 376 0,'-13'-6'390'0,"1"1"-136"0,12 5 192 0,-1 0-370 0,0 0-20 15,0 0-29-15,0 0-2 0,-36-8-3 0,37 8 5 16,0 0-21-16,-1 0-1 16,1 0-1-16,0 0 3 0,0 0 13 0,0 0-1 0,0 0 3 15,0 0-1-15,0 0 9 0,0 0 1 0,0 0-1 16,0 1 0-16,0 0-17 0,1 0 1 0,0 0-2 15,37 31 1-15,-38-32-6 0,1 0 0 0,35 10-2 0,-36-10 2 16,1 0-8-16,39 4 9 0,-40-4-5 16,1 0 8-16,43 1-1 0,-44-1-4 0,1 0 2 0,46-2-4 15,-47 2 0-15,1 0-1 0,43 0 4 0,-44 0-3 16,1 0-1-16,0 0 3 0,35 0-1 0,-36 0 3 16,0 0 6-16,1 0-2 0,0 0 3 0,0 0-2 15,0 0 9-15,0 0-5 16,0 0 5-16,0 1-5 0,0 0 4 0,0 0-5 0,-1 0-5 15,0 0 0-15,12 40-6 0,-12-41-1 0,0 1-1 16,0 0 0-16,-12 38-1 0,12-39-2 0,0 1 4 16,-11 41-4-16,11-42 8 0,0 2-4 15,-20 42 2-15,20-44-3 0,-1 1 2 0,-25 49-2 16,18-32-5-16,0 3 2 0,0-2-4 0,1 0 4 0,2 0 1 16,1-4 1-16,1 0-1 0,3 0-1 15,-3-1 0-15,3-2-2 0,0-12-31 0,0 1-139 16,0-1-3-16,7 40-60 0,-7-40-138 0</inkml:trace>
  <inkml:trace contextRef="#ctx0" brushRef="#br0" timeOffset="135564.07">13451 13745 1913 0,'-8'-9'219'0,"8"9"-158"15,0 0 1-15,-1 0-61 0,0 0-84 0,0 0 46 0,1 0-9 16,0 0 28-16,0 0 17 0,0 0 1 0,0 1 0 0,0 0 3 16,-12 36 11-16,12-37 33 0,0 1-8 0,0 0 15 15,-21 40-10-15,21-41 2 0,-1 1-2 0,-22 44-1 16,15-28-21-16,-1 2-14 0,0 3 5 0,1 2-7 15,-1-1 2-15,1 4-4 16,0 1-5-16,2 4 2 0,0 3 1 0,0 3-2 16,-1 3 2-16,0 3-2 0,-3 0 3 0,2 1 3 15,-2-1-3-15,3 0 2 0,0-4-2 0,-1-4-1 0,1 0 2 16,-1-2-3-16,-1 1-2 0,0 1 6 0,1-2-2 16,0-2 5-16,0-4-4 0,3-4-1 0,-2-4-1 0,3-2 0 15,0-1-3-15,1-2 2 0,3-15-1 0,0 1 0 16,0 0-27-16,0-1-91 15,-1 37 3-15,1-37-38 0,0 0-56 0,0 0-60 16,0 0-52-16</inkml:trace>
  <inkml:trace contextRef="#ctx0" brushRef="#br0" timeOffset="135857.67">13801 14004 2387 0,'0'0'78'0,"-1"0"22"0,0 0-122 0,0 0-46 0,0 0 16 16,1 0-18-16,0 1 72 0,-12 37-5 0,12-38 4 16,5 33-5-16,-3-12 1 0,0 1 7 0,-2-2-4 15,-1 2 4-15,-2 0-4 0,0 1 6 0,-3 1 5 16,0-2 0-16,0 0 10 0,-2-1 9 0,1 0-4 15,0-1 4-15,-1-1-10 0,2-1-13 0,-1 0 0 16,4-2-5-16,-1 2 2 0,1-3-4 0,1 0 0 0,-1-1-2 16,3-1 3-16,0-13-12 15,0 1-1-15,0 0-8 0,0 0-25 0,0 0-90 16,0 35-3-16,0-36-35 0,0 0-45 0,0 0-50 0,2 0-65 16</inkml:trace>
  <inkml:trace contextRef="#ctx0" brushRef="#br0" timeOffset="136240.46">14108 14024 1961 0,'0'0'143'0,"0"0"-74"16,0 0-12-16,0 0-20 0,0 0-31 0,0 0 7 0,0 0-3 16,0 1 3-16,-14 39-15 0,14-40-3 15,0 0 3-15,-7 50-2 0,7-50 9 0,0 1-2 0,-4 45 1 16,4-46-1-16,0 1 1 0,-4 43 0 0,4-44 3 15,0 1 0-15,-2 34 5 0,2-35 2 16,0 1-2-16,0 0 1 0,0 35-6 0,0-36-8 16,0 1 1-16,0 0-4 0,10 34 2 0,-10-35-2 15,0 1 4-15,0 0-1 0,1 0 13 0,27 39-7 16,-28-40-2-16,0 0-1 0,1 1 3 0,0 0-4 0,39 27 8 16,-40-28-7-16,1 0 4 0,0 0-3 15,0 1-1-15,34 22 1 0,-35-23 4 0,0 0 3 16,0 0-5-16,1 1 5 0,0 0 2 0,0 0-6 15,0 0 5-15,25 36-6 0,-26-37 1 0,0 0-2 16,0 1 0-16,0 0 0 0,0 0 3 0,-3 34 4 16,3-35-4-16,0 0 4 0,-1 1-6 0,0 0-7 15,1 0 1-15,-40 35-8 0,40-36-37 0,-1 0-39 16,-42 9-13-16,26-9-8 0,-3-2-54 0,0-1-81 16,-1-2-31-16</inkml:trace>
  <inkml:trace contextRef="#ctx0" brushRef="#br0" timeOffset="136531.57">13998 14161 1686 0,'0'0'588'0,"0"-1"-419"16,0 0-83-16,0 0-69 0,0 0-85 0,0 0 34 15,1 1-3-15,0 0 18 0,50-9 24 0,-30 11-7 16,3 1 2-16,-1 0-5 0,3-2 3 0,-3-1 3 15,3 0 1-15,-2 0 2 0,-4-3 1 0,-1 3-1 16,-3-2-1-16,-2 1 2 0,2 0 9 0,-3-1 6 16,-13 2 2-16,1 0-1 0,0 0-8 0,0 0-6 15,39-3 0-15,-40 3-3 0,0 0-4 0,1 0 4 16,0 0-3-16,0 0 5 0,0 0-3 0,0 0-26 16,35 6-12-16,-36-6-12 0,0 0-109 0,0 0-81 15,0 0-39-15,1 0-30 0,0 1-325 0</inkml:trace>
  <inkml:trace contextRef="#ctx0" brushRef="#br0" timeOffset="137229.23">12532 14994 1080 0,'-15'-6'143'0,"0"3"478"0,0 0-593 0,15 3-31 15,-1 0-7-15,0 0-6 0,0 0-6 0,0 0 16 16,0 0 1-16,1 0 5 0,0 0 8 0,0 0 25 16,0 0-5-16,0 0 12 0,0 1 1 0,1 0-4 15,0 0-2-15,37 15-3 0,-38-16-21 0,1 0-3 16,40 0-2-16,-22 4 0 0,0-2 1 0,4-1-2 15,0 1-1-15,1-1 0 0,2 3 3 0,0-3-1 16,3 2 6-16,-1-1-3 0,4-1 16 16,5 2 6-16,2-3-1 0,5 0 3 0,2 0-7 15,-1-2-13-15,0 1-3 0,1-2-4 0,0 1-5 0,1 0 4 16,1-3 4-16,-2 2-2 0,1 0-1 0,1-1-3 16,-2 2-3-16,-3 0 2 0,-1 1 5 0,-6 1 5 15,0-2 5-15,-5 2-1 16,-1 2 10-16,-2 0-14 0,-2 1 2 0,-1-1-7 0,-2-1 1 15,-1 0-1-15,1 1 5 0,0 0-3 0,-5-1 3 0,0-1-2 16,-3 0-5-16,-4 0 3 0,-11 0-4 16,1 0 0-16,0 0 1 0,0 0 0 0,38 6-4 15,-39-6 0-15,0 0-29 0,0 0 3 0,1 0-156 0,0 0-120 16,0 0-46-16</inkml:trace>
  <inkml:trace contextRef="#ctx0" brushRef="#br0" timeOffset="138214.03">12515 15073 1855 0,'0'0'116'16,"0"0"-11"-16,-1-1 0 0,0 0-55 0,0 0-53 0,0 0-13 15,0 1-7-15,1 0 11 0,0-1 7 0,0 0-1 16,0 0 6-16,33-38-3 0,-10 35 17 0,1-3 3 16,6 2 2-16,3-3-1 0,2 1-1 0,-1 0-2 15,2-2-2-15,0 3 2 0,2-2-2 0,4 2-5 16,6 1 3-16,1-1-4 15,2 1 2-15,-1 0-4 0,1 1-2 0,1 1 2 16,0-1 4-16,2 0-1 0,0 1 4 0,3-2-1 0,4 1 18 16,0-1-3-16,0 0 2 0,-5-1-4 0,0 0-4 15,-3 2-7-15,2-2 2 0,0 0-4 0,2 1 5 16,-3 1 8-16,-3 1 1 0,-5 0 3 0,-2 1 8 0,-5 2-9 16,-2 0 3-16,-2 1-6 0,-3 1-9 0,0 0-4 15,-1 1-5-15,1 0 1 16,3 0-2-16,-5 0-1 0,2 1-1 0,-3 1 0 0,1-2-3 0,-2-1 3 15,-1 0 0-15,-2 0 1 0,-2-1 3 0,-2 1-4 16,-1-1 3-16,-1-1-4 0,1 2 5 0,-1 0 1 16,0-1-2-16,-3-1 1 0,0 0 1 0,1-2 1 15,4-1 4-15,2 0-3 0,0 0-2 0,-1 0-7 16,0 1 0-16,-1-2-1 16,0 2 0-16,0-1 5 0,-2 1-4 0,2 1 4 15,1-1-4-15,-2 2-1 0,2 0 3 0,-1 0-4 16,-2 1 4-16,3 0 0 0,-6 1-1 0,2 0 0 15,-3-1 0-15,1 0-2 0,0 1 3 0,0 0-3 16,2-2-2-16,-4 0 4 0,4 0-1 0,4 0 3 0,0 0-2 16,4 0 16-16,-2 0-1 0,0 0 6 0,0-2-8 15,-2 0-6-15,1 1-4 0,-1-2 1 0,0 2 6 16,0 1-8-16,-1 0 0 0,-2 1-4 0,0 0 1 0,-2 0 4 16,-1 0 2-16,1-1 0 0,-3 0 13 0,-14 0-6 15,0 0 7-15,1 0-8 0,44 6 0 0,-45-6-5 16,1 0 0-16,0 0-2 15,39 7-6-15,-40-7 0 0,1 0 0 0,0 0 1 16,36 8 1-16,-37-8-2 0,1 0 1 0,0 0-1 0,39 10-2 0,-40-10-152 16,1 0-38-16,45 12-63 0,-20-5-360 0</inkml:trace>
  <inkml:trace contextRef="#ctx0" brushRef="#br0" timeOffset="141833.76">12547 15001 838 0,'-19'-4'115'0,"-3"1"-37"0,2 2 53 0,0-2-117 15,1 2-2-15,0-1-12 0,2 0 17 0,-3 0 1 16,2-3 5-16,0 1 7 0,-12-13 3 0,14 12 0 0,1-1 2 16,1 1 6-16,14 5 13 0,-1 0-5 0,0 0 7 15,-42-16 0-15,43 16-1 0,-1 0 6 0,0 0-5 16,0 0 0-16,-42-10-1 0,43 10 3 15,0 0 1-15,-1 0 20 0,0 0-8 0,0 0-1 0,0 0-4 16,0 0-27-16,0 0-22 0,0 0-3 0,1 0-5 16,0 0-9-16,0 0-1 0,1 0 1 0,0 0-3 15,49-2-3-15,-30 2 1 0,4 0-4 0,4 2 3 16,4-1 5-16,5 1-1 0,4-1 3 16,3 1-2-16,0 0-4 0,0 0 7 0,-1 0-2 15,0 0 2-15,-1 2-3 0,-1-2 1 0,-2 1 0 0,4-3 2 16,3 0 0-16,5-2 10 0,3-2-4 15,-2 0 6-15,1 0-3 0,-5 1 1 0,0-1 0 0,-1 0 0 0,0 0 4 16,4-1-3 0,3 0 1-16,7 1-2 0,0 0-9 0,1 3 0 0,-2-1 1 15,-4 4 0-15,-5 0-4 0,2 2 6 0,0 2-5 0,2 0 6 16,2 1-7-16,-2 2 2 0,-2 0 1 0,-3 1-1 16,-3-2-2-16,-3 1 2 0,2-2 20 15,-1 0-7-15,3 0 38 0,0-4-30 0,0 1-4 0,-2-2-6 16,-1-2-3-16,-6 3 2 0,-1-1-8 0,-3 2 6 15,-2 0-8-15,-4 0 4 0,-3 1 4 0,2-2-4 16,-3 3 1-16,1-1-2 0,-1 2-17 0,0-1 0 16,-3 1-102-16,-4 0-84 0,-1-3-22 0,-17-4-30 15,1 0-169-15</inkml:trace>
  <inkml:trace contextRef="#ctx0" brushRef="#br0" timeOffset="142290.58">12491 15182 2698 0,'-28'-15'125'0,"4"3"-103"0,5 4-22 0,19 8-20 16,0 0-79-16,0 0 17 0,0 0-10 0,0 0 19 16,31-6 35-16,-3 6 17 0,6-2 3 15,7 0 5-15,2-2 7 0,4-2-1 0,6-2-1 16,-1-1 1-16,2 1 7 0,8 0-5 0,-1-1 4 16,5 1-6-16,-1-1 13 0,-6 2-1 0,-4 3 3 15,0 1-2-15,-1 0 12 0,2 0 15 0,4-2-2 0,3 5 7 16,-2-1-6-16,-1 1-4 0,-2 0 0 15,-3 0-2-15,1 0-10 0,7-1-5 0,1-2-2 0,3-2 0 16,2 3-11-16,-7-2 9 0,-2 2 0 0,-4 0 3 16,-3-1-8-16,4 0 2 0,0-1-3 0,-2-1 5 15,-1-1 10-15,-9 3-15 0,-3 0 7 0,-6 3-8 16,-4 0 14-16,-5 0-6 16,-5 0 1-16,-3 0-2 0,-2 0 9 0,-1 1-6 0,-2 2 4 0,-14-3-6 15,1 0-2-15,0 0 1 0,0 0-18 0,37 8 5 16,-38-8-83-16,0 0-53 0,0 0-1 0,0 0-25 15,0 0-88-15</inkml:trace>
  <inkml:trace contextRef="#ctx0" brushRef="#br0" timeOffset="142539.89">13908 14992 2900 0,'-10'-8'135'0,"10"8"-98"0,0 0 21 15,0 0-60-15,0 0-61 0,0 0 30 0,32 1-1 0,-4 4 13 16,2-4 4-16,7 4 7 0,5-4-5 0,6 0 6 16,5 1 1-16,9-5 2 0,8-3 4 15,8-2-2-15,3-4 1 0,2 1 3 0,-7 0-27 16,-3-2 9-16,0 2-100 0,-2-1-53 0,-3 2-8 0,-1 3-26 15,-7 0-134-15</inkml:trace>
  <inkml:trace contextRef="#ctx0" brushRef="#br0" timeOffset="149587.49">13015 13640 146 0,'0'0'68'15,"0"0"41"-15,-2 0-1 0,1-1-53 0,0 0-29 0,0 0-16 16,0 0-2-16,0 0 2 0,0 0-14 0,-27-44 1 15,28 45 2-15,0 0 0 0,0 0 7 0,0-1 19 16,0 0-1-16,0 0 9 0,0 0 13 0,-1 0 7 16,0 0 3-16,-28-34 0 15,29 35 10-15,-1 0 5 0,0 0 0 0,-39-11 3 0,40 11 17 16,-1 0-11-16,0 0-1 0,-42-8-7 16,43 8-31-16,-1 0-13 0,0 0-3 0,0 0-4 15,0 0-10-15,0 0 0 0,-35-11 5 0,36 11-2 0,0 0 17 0,0 0-2 16,-1 0 4-16,0 0-3 0,0 0 3 0,0 0-16 15,-1 0 5-15,-39-17-9 16,41 17 3-16,0 0-6 0,-1 0 2 0,0 0-2 16,-35-5 12-16,36 5-8 0,0 0 0 0,-1 0-2 0,0 0-1 15,-36-3-1-15,37 3 2 0,0 0-3 16,-2 0-4-16,1 0-4 0,0 0-1 0,-40-3 0 0,41 3 0 16,0 0 5-16,-1 0-5 0,0 0 6 0,0 0-5 15,-38-4-1-15,39 4 0 0,0 0-1 16,-1 0 1-16,0 0-4 0,0 0 9 0,0 0-8 15,-37-2 6-15,38 2-2 0,0 0-5 0,-1 0 3 16,0 0-3-16,0 0-8 0,0 0 2 0,0 0-7 16,0 0-27-16,-34 13-151 0,35-13-24 0,0 0-75 15,0 1-414-15</inkml:trace>
  <inkml:trace contextRef="#ctx0" brushRef="#br0" timeOffset="150237.83">10212 15010 1775 0,'0'0'88'0,"-1"0"-45"16,0 0-15-16,0 0-54 0,0 0-49 0,1 0 44 16,0 0 1-16,0 0 21 15,0 0 24-15,0 0-5 0,26-5-2 0,-5 4 2 16,2 1 18-16,-1-1-7 0,3-4 3 0,1-3-4 0,0-2 9 15,1-2 0-15,6 2-2 0,-1 1-1 0,4 0-13 0,-1 1 3 16,-1 0 3-16,1 3-2 0,-1 1 0 16,-4 0 2-16,2 4 0 0,-4-1 2 0,2 1 10 0,-2 0-11 15,1 0 4-15,1 0-6 0,4 0 4 0,1 0-9 16,4 0 2-16,4 0-4 0,-1-3 0 0,0 0-2 16,1 1-1-16,1-3 0 15,-4 2-4-15,-3-1 3 0,-1 0-3 0,-3 1 4 0,0 0 0 16,0 1-1-16,1 1 3 0,-1 1-1 15,-3 2 1-15,-1 0 14 0,-4 0-2 0,-2 1 6 16,-1 0 3-16,-3 0-14 0,0 1 3 0,-4-2-7 16,0 3-5-16,-2-2-3 0,-13-3-1 0,1 0 0 15,0 0 3-15,0 0-7 0,38 12-25 0,-39-12-3 16,0 0-168-16,0 0-192 0,1 0 877 0</inkml:trace>
  <inkml:trace contextRef="#ctx0" brushRef="#br0" timeOffset="150848">12806 13482 151 0,'0'0'781'0,"-1"-1"-329"0,0 0 406 0,0 0-832 16,0 0-14-16,0 0-14 0,0 0 0 0,1 0-2 0,0 0 4 15,0 0-11-15,10-36 14 0,-10 37-2 0,1 0 8 16,51 3 8-16,-29-5 9 0,3-1 1 0,2 2 3 15,1-1 11-15,0 0-2 0,2 1-1 0,1-2-2 16,3 2-12-16,0-1-4 0,2 1 1 16,1 1-2-16,-2 0-3 0,3-1-5 0,2 1 6 0,5-1-4 15,1 0 6-15,0 1-1 16,1-3-6-16,-1 1 4 0,-2 0-6 0,-1-1-5 16,-5 1 3-16,-1 0-4 0,-1 1 6 0,2-1-10 0,2 1 8 15,0 0-8-15,0 0 3 0,-5 0 3 0,-1 1-2 0,-4-2 3 16,-3-1 2-16,-1 1-4 15,-4 0-2-15,-4 0 1 0,-3-1 6 0,-16 3-5 16,1 0 3-16,0 0-3 0,0 0 1 0,34-9-1 16,-35 9 0-16,0 0 0 0,0 0 7 0,0 0-47 0,0 0-7 15,0 0-22-15,0 0-95 0,0-1-118 0,0 0-58 16</inkml:trace>
  <inkml:trace contextRef="#ctx0" brushRef="#br0" timeOffset="151254.51">13000 13402 2369 0,'-15'-8'70'16,"4"2"-3"-16,11 6-95 0,0 0-63 0,0 0 16 0,0 0-24 16,0 0 66-16,0 0 18 0,0 0 5 15,45 6 3-15,-25-3 17 0,4-1 22 16,2-1-6-16,1 0 11 0,4-1-3 0,-1-1 14 16,1 0 2-16,1-1 4 0,0 0 5 0,3-1 1 15,0 0-1-15,4-1 2 0,2-1-2 0,-1-3-4 16,3 0-3-16,-2-1-2 0,1 0-22 0,0-1-5 15,-5 0-5-15,1 0 1 0,-1 0-12 0,0 1 1 16,4 0-5-16,0 1 3 0,-1 1-3 0,-2 0-1 16,-2 0 2-16,-3 2-2 0,-3 0 1 0,-4 1-3 15,-1 0 2-15,-4 1-2 0,-3-1 4 0,-3-1-4 16,-3 1-13-16,-12 4-1 0,0 0-75 0,1-1-43 0,0 0-15 16,0 0-16-16,22-39-133 0</inkml:trace>
  <inkml:trace contextRef="#ctx0" brushRef="#br0" timeOffset="152821.36">13382 13653 1168 0,'-14'-15'195'0,"2"0"-46"0,-1 1 45 16,2 1-128-16,2 1-31 0,2 1-19 0,7 11 4 15,0-1-7-15,-1 0 4 0,-20-41-6 0,21 42-4 16,0-1 2-16,0 0-3 15,0 0-3-15,-28-43 3 0,28 44-1 0,-1-1 22 0,0 0 21 0,0 0-5 16,-44-27 11-16,45 28-4 0,-1 0-3 16,0 0 7-16,-44-13-7 0,45 13 2 15,-1 0-13-15,-39-4-5 0,40 4-2 0,-1 0-22 16,-44 3-1-16,44-3-3 0,0 0 1 0,-50 9-6 0,30-4 2 0,-1 1-3 16,-1 0 3-16,-2 1 2 0,1 0 1 0,-4-2 1 15,1 3-3-15,3 0-6 0,1-2 15 16,3 4-1-16,0-4 7 0,2 3-8 0,-1 1 0 15,0-3-1-15,2 2 0 0,-1-1-2 0,-1 0-5 16,0 2 0-16,0 0-1 0,-1 4-4 0,1 1 8 16,1 1-3-16,-1 4 5 0,0-4-8 0,0 2-1 15,-1 1 4-15,1 0-1 0,0 2 4 0,-1-2-4 16,2 1 1-16,1 0-1 0,-1 1 7 0,2-2-6 16,3 2 1-16,2 0-2 0,0-1 7 0,0-2-6 15,2 2 3-15,0-5-4 0,2 4 1 0,-1 0 0 16,1-4-2-16,1 4 2 0,2-1 0 0,1-2 0 15,0 6 0-15,1-2 0 0,0 0 2 16,0 0 4-16,0 0-4 0,1 0 2 0,0 1-7 16,1 0 3-16,2-1 0 0,0 2 0 0,1 0-3 0,-1-1 3 15,2 1-2-15,-2-3 2 0,3 2 1 0,0-2-1 16,1 0 2-16,2-1-2 0,0-1-2 0,-1 0 2 16,-1-1 0-16,0 0 2 0,3 0-1 0,-1 0 7 0,3-1-1 15,1 3 2-15,-1-4 0 0,4 2 5 16,0-1 6-16,1-3-1 0,3 0 4 15,0 2-6-15,3 1-6 0,-1 1 3 0,2-1-13 0,-3 0 0 16,2 0 0-16,1 0-1 0,-1-2-1 0,3 3 1 16,-3-1 0-16,3-2 1 0,0 1 3 0,-3 0-4 15,2-1 1-15,0 0-2 0,1-2-1 0,3 1 6 16,2 0 1-16,0-2 3 0,3 2-6 0,1-4 4 16,0 2-2-16,0-2 4 0,0-1 1 0,0 0-6 15,0-1-1-15,1 3-2 0,-1-1-1 0,2 2 0 16,-1 0 1-16,3-2 0 15,-1-2 2-15,4 0-2 0,2 1 0 0,-3 0 0 0,3 0 0 0,-4-1-1 16,-1 2 1-16,-2-2-1 0,1 1 8 16,-3 4-5-16,0-4 4 0,1 0-4 0,2 1 8 0,3-3-4 15,2-1 1-15,3 2-3 0,-4 0 3 0,1-1 7 16,3 2 0-16,-7-2 2 0,3-1-5 0,-6-1-4 16,2-1 1-16,0-1-1 0,2-1 7 0,5 0-5 15,-1-1-2-15,-1-2 0 0,2 0-4 0,-4-4 7 16,0 2 3-16,-5-2 2 0,0-1 8 15,-5-1-7-15,-1-2 3 0,-1 0-5 0,2 0-2 16,-1 0-5-16,3-1-3 0,-2 1 1 0,1-2-4 0,-1 0 6 16,0 1-2-16,-3-3 2 0,-1 2-8 0,-3-3 5 15,-1-3-1-15,-2 3 4 0,0-1-1 0,-1-2 7 16,-2-1-3-16,-1 0 4 0,0-4 2 16,-3 0-1-16,0-1-1 0,-1-1-1 0,-1-3 2 0,0-1-6 15,-1 1 1-15,0-2-3 0,0 3-2 16,0 1 0-16,-3-3 6 0,-1 3-4 0,-1-2 2 15,1 0-2-15,-2-2 0 0,1 2 0 0,-1-1 5 0,-1 2 0 16,2-2-3-16,-1 2 1 0,-1-1-3 0,-1 0-4 16,-2-2 5-16,-2 4-4 0,-2-3 17 0,-1 4-10 15,-1 0 4-15,-3 2-6 0,2 0 1 0,-4 1-1 16,-1-1-4-16,2 0 3 16,-2 1-4-16,2-2 2 0,-3 2 2 0,0 0-1 0,-3-1 1 0,2 1-2 15,-3 0-3-15,-1 1 0 0,0 0-7 0,-3-1 0 16,-1 1 2-16,-1 1 0 15,-2 0 8-15,1 0-5 0,-4 0 0 0,0 4-1 0,-3-2 2 0,-1 2-4 16,-1 2 7-16,3-3-6 0,-1 3 2 0,5 2 3 16,-1-1-5-16,-1 1 3 0,-2-1-3 15,-1-1 0-15,-2 6-3 0,-2-3 4 16,0 1 2-16,-5-2-4 0,1 1 4 0,-3 2-4 0,-3-1 5 16,2 0-4-16,5 0 3 0,3 1-3 0,-1 2 1 0,-2 1 2 15,-3-1-1-15,-1 2 1 0,-6 1-4 0,0 1 2 16,-2 3-6-16,-3 0 5 0,3 1-6 0,4 2 6 15,1 1 1-15,3 3 1 16,-2-1-3-16,-1 2 4 0,-1 1-6 0,0 0 5 0,-2 1-4 16,0-1 1-16,4 2 1 0,3-1 0 0,1 0-2 15,3 0 3-15,0 2 0 0,-2 0 2 0,-2 1-2 16,1 1-4-16,-2 0 4 0,-1 3-5 0,-1-1 2 0,-2-1 5 16,4-1-3-16,5 0 3 15,4 0-4-15,5 1 3 0,2-2-4 0,0 3 3 0,-1-1-9 0,2 1 5 16,2 2 2-16,1 2-1 0,2 1-1 15,4-1-5-15,1 2-3 0,3-1-6 0,2 0-87 0,4 5-133 16,3 0-45-16,3 5-51 0,4-2-374 0</inkml:trace>
  <inkml:trace contextRef="#ctx0" brushRef="#br0" timeOffset="156048.13">7263 13893 2340 0,'-12'-11'148'0,"1"2"-36"0,11 9-1 15,0 0-46-15,-1-1-68 0,-1 0-12 0,2 0 2 16,0 0-6-16,0 0-3 0,0 1-11 0,0-2 9 16,26-17-9-16,-5 20 28 0,1-2-3 0,4 0 3 15,1 1-3-15,1-1 4 0,-3 1 4 0,-1 0-1 16,-1-1 1-16,0 1-4 0,0-1 7 0,1 1-3 16,1 0 5-16,1-1-8 0,-1-2 4 0,1 0-1 15,0-2 2-15,-1-2-4 0,-2 0-1 16,3-1-8-16,-3 1-5 0,1-1-105 0,-2 1-102 15,-4 3-43-15,-1-1-41 0,-1 2-400 0</inkml:trace>
  <inkml:trace contextRef="#ctx0" brushRef="#br0" timeOffset="156299.81">7311 14307 1751 0,'-19'-6'275'0,"1"1"163"0,3 2 185 0,15 3-554 16,-2 0-118-16,1 0-21 0,1 0 5 16,0 0-6-16,0 1 28 0,19 22 7 0,2-17 2 15,6-2 2-15,1 0 3 0,5-3 4 0,2-2-1 0,3-3 4 16,7-2 9-16,4-2 12 0,1-1-2 16,-1-1 4-16,-4-1-3 0,-4 0 0 15,-5 0 2-15,-5 1-1 0,-2-1 1 0,-4 2-64 0,-6-1 7 16,-2 0-30-16,-2 0-26 0,-2 2-44 0,-2-2-10 0,2 2-13 15,0-2-50-15,-2-3-173 0</inkml:trace>
  <inkml:trace contextRef="#ctx0" brushRef="#br0" timeOffset="156666.98">8230 13220 3170 0,'-20'-11'154'0,"4"3"-139"0,16 8-8 15,-1 0-41-15,0 0-35 0,0 0 21 0,1 0 2 0,0 1 7 16,19 36 0-16,6-24-17 0,0-1 6 0,8-2-6 16,-1-2 23-16,5-3-39 0,-2 0 16 15,0-2-18-15,8-1 66 0,-11-1 7 0,-1-1 1 16,-5 0 0-16,-5 0 4 0,-7 0-2 0,-14 0 9 15,1 0-6-15,0 0 7 0,0 0 12 16,0 0-1-16,0 0 5 0,0 1-8 0,0 0-8 16,0 0-4-16,0 0 1 0,13 38-2 0,-14-39-8 15,0 1 0-15,-12 35-2 0,12-36 1 0,0 2 2 0,-15 47-1 16,8-29 1-16,-2 3-5 0,0 2 4 0,-1-1 1 16,0 1 2-16,-1 0 6 0,2 2-6 0,-1-3-2 0,1 2-1 15,2-1-4-15,3-2-87 0,3 0-13 0,1-2-36 16,1-2-135-16,4-3-182 0</inkml:trace>
  <inkml:trace contextRef="#ctx0" brushRef="#br0" timeOffset="156944.99">8022 14013 3076 0,'-12'-5'269'0,"12"5"-248"0,0 0 0 16,0 0-83-16,0 0-26 0,15 0 40 0,10 6-4 15,7-1 18-15,0 0 20 0,9-1 0 16,2 0 0-16,6-4-2 0,0 0-9 0,0-2 11 16,1-5-3-16,2 0 6 0,3-1 3 0,0 0 8 15,-1 0-6-15,-4 1 6 0,-1 0-4 0,-5-2 2 0,-6-1 5 0,-3 2-3 16,-1-2 0-16,-4 0 0 15,4 1-3-15,-3-2 3 0,1 1 4 0,-1 4-5 0,-1-1 2 16,-2 3-4-16,-3-1 1 0,-2 2-171 0,-3 1 5 0,-3 1-75 16,-2 1-107-16</inkml:trace>
  <inkml:trace contextRef="#ctx0" brushRef="#br0" timeOffset="157248.55">8282 14519 3239 0,'-16'0'32'0,"4"3"-65"15,12-3-8-15,0 0-14 0,0 1 12 0,0 0 21 0,-13 52-1 16,17-28 7-16,1 3 6 0,0 4 4 0,3-1 3 15,-2 0 0-15,1-1 2 0,-1 0 2 0,-2-3-1 0,-1 1 1 16,0-2-1-16,-3-1 5 0,-1-2-1 0,-1 0 2 16,0-1-8-16,-1-3 7 0,1 1-5 15,-1-5 5-15,1-3-19 0,2-12-83 0,0 1-3 16,0 0-33-16,-4 39-67 0,4-40-52 16,0 0-25-16,0 0-20 0,0 0-209 0</inkml:trace>
  <inkml:trace contextRef="#ctx0" brushRef="#br0" timeOffset="157598.59">8760 14429 2191 0,'0'0'373'0,"0"0"-288"16,-1 0 50-16,-34 25-140 0,35-25-5 0,-16 33 2 0,11-14 3 15,3 1-2-15,0 3-4 0,2 1 4 16,2 1-5-16,1 2 5 0,3-5-2 0,1-1 6 15,0-1 2-15,0-2-1 0,0 0 2 0,-1-3 6 0,0-2-5 16,-2 0 6-16,-1 0-7 0,-3-13 2 16,0 1 2-16,0 0 0 0,9 40 3 0,-9-41-2 0,0 1 2 15,0 0-3-15,19 40 1 0,-19-41-9 16,1 1-3-16,0 0-3 0,42 40-5 0,-26-32 9 16,0 1-3-16,0 0 5 0,0-3 0 0,1 1 3 15,-2-1-5-15,-1 1 5 0,0-1 4 0,-4 3-1 16,1 3 5-16,-3-4-5 0,-9-9 10 0,0 1 8 15,0 0 0-15,9 35 2 0,-9-36-2 0,0 1-1 16,-23 39-6-16,23-40 3 0,-1 1-8 0,-38 36-37 16,39-37-3-16,-1 1-21 0,-47 24-73 0,28-21-99 15,-2-4-24-15,-2-2-26 0,-1-4-75 0</inkml:trace>
  <inkml:trace contextRef="#ctx0" brushRef="#br0" timeOffset="157815.9">8611 14541 2511 0,'0'0'43'0,"0"0"-25"15,1 0-19-15,33 19 8 0,-12-11-1 0,5 0-5 16,3 2-1-16,2 1-1 0,1 0 3 0,1-3-6 16,2 1 1-16,-1-3-3 0,-1 0 6 0,1 2-3 15,-3-3-1-15,0 0-3 0,-3-1-2 0,-7-2 5 16,-4 1 2-16,-18-3 1 0,1 0-2 0,0 0-6 15,35 0-13-15,-36 0 0 0,0 0-70 0,0 0-88 16,0 0-23-16,0-1-46 0,0 0-337 0</inkml:trace>
  <inkml:trace contextRef="#ctx0" brushRef="#br0" timeOffset="160313.17">2265 15186 1683 0,'-9'-12'50'16,"9"12"-27"-16,0-1-1 0,0 0-17 0,0 0-6 0,0 0 1 15,0 0-3-15,1 0 4 0,0 0 2 0,0 0 1 0,-1 0 2 16,50-16-1-16,-29 20 1 0,5-1 3 16,4-1-4-16,6-1 5 0,2-1 4 0,2-2-5 15,2-3 7-15,2-2-6 0,1 0 1 16,6-7-2-16,3 1-2 0,8 0 1 0,1-2-6 0,-1 0-1 16,0 0-2-16,-4 1 1 0,1 2 10 0,3 1 3 15,4-4 6-15,6 2-3 0,0 0 4 0,-2-2-6 16,-2 5-1-16,0-2-1 0,6 0 0 0,6 0-6 15,3-2 4-15,1 1-5 0,-6 3 1 0,0 0 2 16,4 3-3-16,3 1 3 0,5 2-1 0,-4 1 2 16,-8 2 2-16,3 2 0 0,2 3-9 0,4 1 14 15,5-1-10-15,-6 0 12 0,-4 0 3 0,0-1 8 16,2 1 5-16,8-1-3 0,-3 1-7 0,-6 0-8 16,-8 1-3-16,2 2 0 0,4 0-3 0,0 2-4 15,3 2 2-15,-10 2-3 0,-2 2 0 0,0 2 2 16,1 0 0-16,5 2 1 0,1-3-2 0,-5 1-1 15,-1 4-1-15,-5-3 1 0,3 1-4 0,2 1 6 16,2-3-5-16,1 0 6 0,-7-2 1 0,-6-2 27 16,-4-1-5-16,0 0 12 0,0 1-12 0,3-3-10 15,0 2 5-15,-4 0-6 0,-5 1 4 0,-4-1-8 16,-6 3-2-16,-3 0-2 0,2 2 1 0,1-1-5 16,2 2 3-16,4 0-4 0,-4-1-4 0,0 0 3 15,-2 1-2-15,-2-2 2 0,-2-2-1 0,-2-1 2 16,-1-2 1-16,1-2 1 0,1-1 5 0,3-1 5 15,3-1-2-15,-1 0 3 0,1-1-10 0,-4 1-4 16,-1 0-1-16,-6-1 0 0,-1 3 2 0,-4-2 1 16,-2 0-2-16,-4 0 2 0,2 0-4 0,-3 1 2 0,1-1-1 15,4 3 0-15,0-2-2 16,3 1-1-16,1 0 3 0,-1 1-2 0,0 0 5 0,-3 0-2 16,1-2-3-16,0 2 0 15,-1-1-4-15,-1-1 1 0,-1 1 2 0,-1-1-1 0,-2-2 7 0,0 2-4 16,-2 0 1-16,0-2-3 0,0 1-3 15,1 0 3-15,-3-2 3 0,0-2 2 0,-1 2 17 0,1-2 3 16,0 1 0-16,2 0 0 0,-2-2-5 0,-4 0-11 16,3-2 2-16,-2 0-5 0,0 1-3 0,-2-2-1 15,1-1-4-15,-1-1 2 0,0 0-2 0,-1 1 3 16,0-3-3-16,-1 0 3 0,0-1-6 0,0-5 8 16,-1 2 1-16,0-1 2 0,1-2-4 0,0 3 3 15,1 1 2-15,-1-3-1 0,0 1-1 0,-1 0-4 0,1-1 2 16,1 3-2-16,0-1-1 15,0 1-2-15,0-3-1 0,1-1 0 0,1 1 1 16,3 0-5-16,0-2 8 0,0-2-5 0,-1-2 7 0,0-2-8 16,2-2 2-16,1-1-4 0,2-2 5 0,-3-2 2 15,0-4-1-15,1 0 4 0,-2-1 2 0,3 2-4 16,1 1-1-16,-2 0 0 0,-3-1 1 16,2-1 2-16,-2-2-1 0,1 1 1 0,1-2-6 0,-1-1 0 15,-1 1-3-15,1-2 3 0,-2 1 5 0,-1-1-6 16,-3 0 3-16,-2 2-5 0,-2 1 8 0,1 1-2 15,-3-3 3-15,0-5-2 0,-2-1 2 0,-1-6 2 16,0-1-2-16,-1-4 2 0,0-2-7 16,0 1 0-16,-1 0 0 0,0 4-1 0,0 2 0 15,0 1 6-15,-1 2 1 0,-1 1 4 0,0 4 0 16,-1 3 1-16,-2 0-3 0,-1 5 1 0,-1-1-9 16,-4 1 10-16,0 3-4 0,-2 1 6 0,-1 1-5 0,0-2-2 15,-3 0 2-15,1-3-2 0,-1 2-2 0,1-2-1 16,-1 0-1-16,0 0 2 0,-1-1 3 15,0 0-6-15,1-1 5 0,0 5-5 0,-2-3 6 0,1 2 2 16,0 3-4-16,0 0 4 0,1 4-1 0,0 4-5 16,0 1 3-16,0 1-4 0,0 1 1 15,0-2 1-15,-1 1-1 0,-1 2 2 0,1 2-1 0,0 0-5 16,-1 0 2-16,-1 0-3 0,1-1 9 0,0-1-6 16,1 0 4-16,0-1-4 0,-1 4 4 0,0-1-1 15,1 0-3-15,-3 1 2 0,2-2-2 16,-3 3-8-16,1-1 7 0,2 2-6 0,-1 2 10 0,0-2-2 15,-2 3-4-15,0 3 1 0,-2-1-1 0,0 3-1 16,0-1 3-16,-3 1-2 0,2 0 3 0,-2-1 0 16,0 1 0-16,-1 0 0 15,3 2 1-15,1-1-5 0,-4 0 4 0,4 1-3 0,-2-1 11 16,2 1-9-16,5 3 1 0,-2-1-3 0,-1 1-2 0,1 1 1 16,-1 0-1-16,1 4 1 0,2-2-3 15,-3 2 1-15,-1 3 3 0,-1-1-2 0,-2 2 5 0,-1 1-5 16,-2 3 2-16,0-2-2 15,-2 2 2-15,1-1 6 0,1 2-7 0,0-2 7 0,2 1-9 0,4-1 2 16,2 0 2-16,3 1-2 0,0 0 4 16,2 1-4-16,0 2 0 0,2-1-2 0,0 1-3 15,-2 1 5-15,2-2-1 0,-1 4 2 0,1 1-5 0,1 4 6 16,1 4-2-16,-2 2 4 16,1 2-3-16,2 2-3 0,1 0 3 0,2-1-2 15,1 1 6-15,1-1 0 0,0 0-2 0,1-3 0 0,1 2-5 16,0-1 6-16,0 4-4 0,-2 2 4 0,2 3 0 15,0 2-1-15,-1-2 5 0,1 2-4 0,2-2 0 0,0 1 2 16,1-3-2-16,0-1 2 0,2-1-2 0,0-1-4 16,0 5 4-16,2 2-4 15,-2 5 4-15,2 3 3 0,-1-1-4 0,-1-3 1 16,1-1-4-16,0-2 3 0,0-3 2 0,3 0 0 0,-2-1 1 0,1 4 3 16,0 2-6-16,1-1 4 15,1 0-6-15,2-1 3 0,0-3 0 0,2-4 2 0,0-3 1 16,3-2-5-16,1-4 1 0,2 2-3 0,3 0-3 0,2 1 7 15,-1 3-2-15,0-1 4 0,1 1-2 0,-2-2 0 16,2-2 2-16,0-3-1 0,-1 1-1 0,2-3 0 16,-1-1 1-16,0-3-1 15,3-1 4-15,2-1-5 0,6 1-1 0,2-4-1 16,1 1 0-16,-1-3 2 0,0 1-1 0,0 0 2 16,-1 0 0-16,1 1 4 0,-2-1-1 0,-1-3 2 0,0 1-9 15,0 0 5-15,-2-1-4 0,5-3 5 0,-2 0-5 16,3-1 1-16,2-4 2 0,0-2 0 15,0 0 8-15,0-2-3 0,0 0-3 0,-2-2 1 16,-1 0 0-16,-3-2-2 0,-2-2 4 0,0-2-4 16,-1-2 3-16,2-2-2 0,-1-3 3 0,3-1-2 0,2-3-1 15,2-3 3-15,2-3-1 0,-1-2 3 0,-1-1 4 0,0 0-7 16,-2 1 3-16,-1-4-4 0,-2 1 4 16,-5-5 2-16,-1 0-4 0,-1-3 3 0,-1 2-4 0,-3-2-2 15,-1-3 3-15,0 0-4 16,3-1 0-16,0-2-1 0,1 3 2 0,-2-1 0 15,-1 0 5-15,0-3-6 0,1-6 1 0,-1-2-3 16,-1-3-4-16,0-4 9 0,0-1-4 0,-2-1 5 0,0 4-5 0,0 3 0 16,-2 1-1-16,-2 1 1 15,0-2 3-15,-4 2 3 0,-1 0-1 0,-1 1 0 0,-2 2-4 16,-1 4 5-16,-2 2 1 0,-1 0 2 0,0-1-1 0,-1 0-3 16,-2-2 1-16,0-1-2 0,-1-1 0 15,1 0-3-15,-3-3 1 0,-1 3-2 0,-1-2 2 0,-1 2 0 16,-2 1 4-16,0 0-2 0,-2 0 5 0,-2-3 6 15,-1 2-8-15,-1 2 7 16,-4 0-7-16,1 2 4 0,-8 6 3 0,2 4-2 0,-1 3-4 0,-3 2 3 16,4-1-3-16,0 3 2 15,3 0-6-15,-1-3 0 0,1 2-2 0,-3 1 2 16,0-1-2-16,1 3 0 0,-3 0 0 0,-2 2-1 16,-1 0-9-16,-5 0 8 0,1 0-3 0,-5 5 3 0,-2 3-9 15,-1 0 11-15,0 3-4 0,0 2 6 16,1 1-7-16,-1 1 2 0,-3 3 0 0,-3 4 1 0,-2 0 4 0,-1 2-3 15,0 3-2-15,0-1 0 0,5 3-5 0,4 0 4 16,4 2-1-16,5 4 3 16,1 0-4-16,0 5-7 0,-1 3 4 0,-2 5-5 15,0 2 1-15,-1 7 5 0,0-1-1 0,-1 5 2 16,0 0 1-16,5 3 1 0,1-1 0 0,4-1 0 16,-2 4-4-16,2 3 6 0,0 3-3 0,2 4 4 15,-1 0 6-15,3-4-6 0,-1-2 2 0,4-3-3 16,1-2-4-16,3-2 4 0,1 1-1 0,1 3-5 15,2 1-84-15,1 3-71 0,3-1-13 0,5 2-20 16,1 1-87-16,5 2-109 0,2-1-84 0</inkml:trace>
  <inkml:trace contextRef="#ctx0" brushRef="#br0" timeOffset="162485.75">8270 3127 290 0,'0'-1'122'0,"0"0"-11"0,0 1 51 0,0-1-45 16,0 0-32-16,0 0-35 0,-11-36-15 0,11 37 2 15,0 0 3-15,0 0 3 0,0-1-10 0,0 0-2 16,0 0-3-16,0 0-2 0,0 0-4 0,0 0 5 0,0 0-3 16,0 0 19-16,1 0 5 15,0 0 4-15,29-35-1 0,-30 36 2 0,0 0-1 16,0-1 0-16,1 0-2 0,0 0-12 0,-1 0-15 15,2 0 1-15,-1 0-4 0,37-31-1 0,-38 32-11 16,0 0-1-16,0 0-3 0,0 0-2 0,1 0 1 16,34-5 0-16,-35 5 0 0,0 0 0 0,1 0 0 15,0 0 3-15,-1 0-3 0,39 12-6 0,-39-12 4 0,1 0-1 0,0 0 5 16,-1 1-4-16,41 21 2 16,-41-22-1-16,1 0 3 0,0 0 2 0,0 1-5 15,38 22 6-15,-39-23-4 0,1 0 18 0,0 0 1 16,45 11 1-16,-46-11 1 0,1 0 4 0,40 6 0 15,-41-6-5-15,1 0 2 0,46 3-11 0,-46-3-3 0,0 0 1 16,52 7-1-16,-34-9 3 0,2 2-9 16,1 0 4-16,-2-1-5 0,1 3 3 0,-1-3-5 0,1 3 0 15,-1-1-1-15,0-2 0 0,1 1 8 16,-2-3 3-16,1 0 2 0,2 1 13 16,0-2-2-16,2 1 2 0,2-1-2 0,1-4 4 0,1 0-9 15,-1-3-1-15,0-1-2 0,-1 0-2 0,1 2-7 16,0 0 4-16,-1 0-6 0,-2 1 6 0,1-2-11 15,-1 0 4-15,-2-2-6 0,3-1 8 0,-1-2-4 16,1-1 4-16,2-3-3 0,2 0 2 0,0-2 2 16,2-2-2-16,-2-1 3 0,-1-2 2 0,-1 1 6 15,-1-4-3-15,-2 2 4 0,0-3-3 0,-2 1 0 16,0 2 1-16,-1 2 1 0,0 0 1 0,-3 3-11 0,2-5 5 16,-3 0-6-16,0-2 0 0,1-3 2 0,-2-2-6 15,0 1 4-15,0-1-2 0,0 2 2 0,0 1 1 16,-2-1-1-16,1 0-4 0,-3-3 2 15,-1 4 0-15,0-1 2 0,-2 0 4 0,0 0-2 0,-2-4-2 16,1-2 0-16,0-4-5 0,0-2 1 16,-1-1 2-16,1-1-1 0,-1 4 9 0,1 3-10 15,-2 0 4-15,0 6-5 0,-1-1 7 0,-1-3-1 16,0 3-1-16,-3-2 0 0,0-5-3 0,-1 2 0 16,-1 0 2-16,-2 0-2 0,0 6 2 0,-3-2 3 15,-1 4-4-15,-2 2 5 0,-2 0-1 0,-1 3-2 16,-2-2 2-16,-1 1-4 0,-1-2-3 0,0 1-1 15,-3-1 4-15,-1 0-3 0,2 0 2 0,-1 0-3 16,-1 1 0-16,0 1 1 0,-3 0 6 0,-1 3-1 16,0 0-6-16,-2 4 3 0,-1 1-5 15,-3-1 1-15,1 4 1 0,-2-2-1 0,0 1 0 0,-3 6 0 16,0-2 0-16,-2 2 2 0,0 1-2 0,2 1-6 16,-1-2 5-16,3 4-7 0,1 0 6 0,-2 3-13 15,3 1 7-15,-5 1-7 0,2 1 9 0,-1 2 4 16,-1 1-4-16,1 2 4 0,0 1-4 0,-3 2-1 15,2 0 5-15,0 1-5 0,2 2 2 0,2-1 1 16,0 1-1-16,-2 1 2 0,1 0-2 0,1 2 5 16,-4 2-6-16,1-2 6 0,0 3-2 0,-3 0-1 15,1-1 1-15,0 2-1 0,-2-1 1 0,1 4-1 16,2 2 1-16,1 3-2 0,5 1-5 0,4 1 9 16,0 0-6-16,-3 4 6 0,0 1-9 0,-3 4 6 15,1 0 0-15,-1 2 0 0,0-2-3 16,0-3 2-16,2 3 2 0,-4-3 0 0,3 6-3 0,2 5 3 15,0 2-4-15,3 7 3 0,2 0 3 0,2 2-2 16,2 0 1-16,4-3-3 0,-1-3 6 0,1 1-9 16,1 0 5-16,2 3-7 0,2 6 9 0,4 4-3 15,3-2-1-15,3-2-2 0,3-6-7 16,3-7 4-16,6-5-4 0,1 5 5 0,3 0 2 16,2 4 6-16,1 1-2 0,2-4 2 0,1-1-8 15,0-3 8-15,4-3-2 0,2-7 3 0,3-2 0 16,1-4-1-16,-1 0 0 0,1-2 0 0,0 4 1 15,-4-5 4-15,2 3-5 0,-2-1 2 0,-1-2-3 0,-3-1 3 16,0-2 3-16,-1-1 1 0,-1-1-4 0,2-2 0 16,-2-1-2-16,1-2 2 0,3 0 0 0,1 0 1 15,3 0-3-15,0 1-11 0,-1 0-153 0,0-3-173 16,1-1-103-16</inkml:trace>
  <inkml:trace contextRef="#ctx0" brushRef="#br0" timeOffset="163739.44">15805 2789 2040 0,'-9'-23'228'0,"1"7"-60"15,8 16-44-15,0 0-257 0,0 0-65 0,0 0 153 16,0 0 15-16,1 0 11 0,37 15 10 0,-38-15-2 16,1 0-4-16,41 10 2 0,-21-2-6 0,0-4 2 15,3 0 5-15,-1 1-3 0,-2-3 8 0,1-1 48 16,-5 0 1-16,0 0 18 0,2 0 11 0,0-1-16 0,-1-1-4 16,1 2-4-16,2-1-12 0,-2 0-15 0,3 0 3 15,0-1-7-15,1 0-3 0,4-2-5 16,3 0 3-16,3-2-2 0,3 1 1 0,-2-3-1 15,1-1-4-15,-1 0 3 0,0 0 1 0,0-2 3 16,0 0-5-16,-2 2 4 0,-1-2 0 0,-1 0-5 0,0 2 7 16,2-3-8-1,0-1-4-15,1 3 5 0,1-4-5 0,-2 0 4 0,1 0 1 16,2-1-4-16,-2 3 4 0,1 2-5 0,-1-2-5 16,0 0 7-16,-1 0-5 0,-1-2 6 0,1 1 0 0,-3-1-1 15,3-4 6-15,-1 1-3 0,1-2 8 0,-1 0 9 0,1 0-1 16,-3-2 3-1,-2-2-6-15,-1-2-1 0,-1-1 0 0,-1-1 1 0,1 0-3 0,-3-1-6 16,0-2-1-16,0 1 0 0,-2-2 0 0,0 2 3 16,0-1 0-16,-3 0 0 0,-1 0-6 0,0 2 10 15,0 0-4-15,2-2 7 0,0-4-6 0,0-3-2 16,1-2-3-16,-2-3 1 0,0 1-1 0,-2-2 3 0,-1 4-3 16,-2-2 3-16,0 3-6 15,-3 4 6-15,-1-2 2 0,-1 5 0 0,-3-2 4 0,0 0-8 16,-2-2 3-16,-2-1-5 0,-2-1 1 0,-2-2 1 15,-1 2 0-15,-2 1 0 0,0-2 2 16,-1 6-9-16,-2-1 3 0,-2 1-4 0,0 2 13 0,-2-2-11 16,-1 0 3-16,0-1-6 0,-5-3-2 0,1-2 4 15,-1 0 2-15,0-1 1 16,1 1 1-16,-2 3-5 0,1 1-2 0,1 4-1 0,-2 3-1 16,-3-1 1-16,-2 3 2 0,-4 1 0 0,1-2-3 15,-2 3 3-15,-3 0-1 0,2 1 2 0,-1 2-3 0,0-2 2 16,-1 0 0-16,4 0 1 0,1 1-4 0,1 2 3 15,5 1-4-15,1 0 4 0,0 4-9 0,1 1 1 16,-3 1-6-16,0 0 4 0,1 0-2 0,-3 2 6 16,1 1-2-16,-3 4 2 0,-2-1-5 0,-2 3 4 15,0 1 4-15,-5 0-2 16,0 1 3-16,-2 2 0 0,1 0 0 0,2 4 0 0,2-4-1 0,-1 4 0 16,1-2 2-16,1 1-2 0,-1 2 3 0,3 2-9 15,0 3 1-15,0 2-3 0,-1 6-2 0,-2 5 0 16,-3 2 2-16,-1 7 0 0,0 1 5 0,0 1-3 15,0 3 3-15,1-3-2 0,0 1 12 0,0 10-7 16,0 2 1-16,0 9-3 0,-1 5 5 16,-1-3-1-16,1 3-1 0,1-6 0 0,0-2-1 0,8 4 3 15,0 4-3-15,4 11 3 0,1 1 0 0,-1-2-6 16,2-4 3-16,3-5-5 16,2 3 2-16,5 5 3 0,1 6-5 0,6 3 3 0,2-5-8 15,5-5 10-15,3-2-1 0,5 2 3 0,1 3-1 16,4 5-1-16,3-6 0 0,2-6 0 0,3-7 2 15,1-2 1-15,1 3 2 0,1 1-1 0,3 6-1 0,3-5 3 16,2-5-3-16,4-7 3 0,-2-5-4 16,2-1 0-16,-3-3 1 0,-2 4 1 0,1 2 0 15,-4 1 2-15,0 2-4 0,-4-3-11 0,-2-3-169 0,1-1-98 16,-4-6-52-16,1 0-24 0,-4 0-365 0</inkml:trace>
  <inkml:trace contextRef="#ctx0" brushRef="#br0" timeOffset="164621.39">839 16447 2147 0,'-15'3'63'0,"5"2"-40"0,0 3 34 0,10-8-111 0,0 0 7 16,-6 44 5-16,7-21 23 0,0 3-1 0,-1 4 9 15,2 1 18-15,-17-4 1 0,18 9 2 0,0 5-2 16,2 3-3-16,3 3-2 0,-1 0 2 15,2 0-2-15,-3 2 4 0,1 3 8 0,-3 1 0 0,-3 3 4 16,1 0-5-16,-7-3-1 0,-2 2-1 0,5-5 0 16,-6-2-4-16,2-4 4 0,0-3-3 0,-6-4 4 15,4-4 0-15,-1-8 8 16,2-4-2-16,0-5 3 0,0-4-10 0,7-12-28 16,0 0-20-16,-1 0-8 0,0 0-114 0,0 0-149 0,-28-16-44 15</inkml:trace>
  <inkml:trace contextRef="#ctx0" brushRef="#br0" timeOffset="164891.19">774 16442 2160 0,'0'0'71'0,"0"0"-92"0,0 0 1 16,0-1-21-16,1 0 59 0,35-14-4 0,-22 15-2 15,5 2-2-15,4-3-10 0,0 1-2 16,0 3 3-16,3-1-2 0,0 5 6 0,-1-2-1 0,0 0-4 15,-2 3 2-15,-6 1 4 0,0 4 1 0,-3-1 4 16,-3 3-1-16,-1-1 9 0,-3-1 9 0,1 1-3 0,-6-2 3 16,2 3-8-16,-5-1-1 0,-3 1 3 0,0-1-2 15,-2 3 1-15,-1 2-2 16,-1-1-6-16,-1 4 3 0,-2 1-5 0,-4-1-7 16,1 2-7-16,-2-3-5 0,-2-1-70 0,-2 0-96 15,0-4-14-15,1-1-40 0,-1-3-180 0</inkml:trace>
  <inkml:trace contextRef="#ctx0" brushRef="#br0" timeOffset="165188.25">1551 16304 3057 0,'-22'1'135'0,"0"6"-139"0,4 2-14 0,2 2-25 16,3 2 36-16,4 2-12 0,2 3 0 16,1 8-2-16,1 2 12 0,0 9 7 15,-1 1-1-15,-1 9 2 0,-1 3-3 0,0 2-16 0,-1 2 10 16,1 0-11-16,1 0 20 0,-1-3-1 0,0 2-2 16,2 3 2-16,1 2 5 0,3 3-2 15,2-3-1-15,3-3-2 0,4-3-4 0,2-5 3 0,2-6 0 16,2-4 0-16,1-5-17 0,5-3-72 15,0-3-8-15,2-3-26 0,0-5-81 0,1-8-43 16,1-3-35-16,-2-9-34 0,2-8-490 0</inkml:trace>
  <inkml:trace contextRef="#ctx0" brushRef="#br0" timeOffset="165424.17">2077 16483 1701 0,'0'0'267'0,"-1"0"122"0,-33 2 184 15,17 9-550-15,1 7-69 0,2 8 22 0,-1 0 3 0,-1 7 5 16,-1 5 2-16,0 6 6 0,-1 4 1 0,0 3 3 16,1 0 5-16,-1-1-5 0,1 2 4 0,-1 1-3 15,-1 3 6-15,-1 0 0 0,-1-2-1 16,2-4-2-16,-2-3-18 0,3-5-55 15,3-4-4-15,-3-7-20 0,6-2-59 0,1-8-86 0,-1-2-53 16</inkml:trace>
  <inkml:trace contextRef="#ctx0" brushRef="#br0" timeOffset="165651.57">2179 16395 2596 0,'0'0'262'0,"0"0"-241"16,0 0-18-16,0 2-55 0,-2 34 26 0,8-14 9 15,2 5 3-15,0 7 1 0,4 4 10 0,0 8-1 0,1 1 4 16,1 1-1-16,0 0 10 0,1-1-5 0,-1-1-2 16,1-2-4-16,-2-3-54 0,-3-2-57 15,-3 0-2-15,-2-2-17 0,-2-2-16 0,-3-6-9 16,-1-4-1-16,-4-5-6 0,-3-4-51 0</inkml:trace>
  <inkml:trace contextRef="#ctx0" brushRef="#br0" timeOffset="165867.42">1839 16891 2335 0,'0'0'120'0,"-1"0"233"0,0 0-378 0,0 0 0 0,0 0-2 0,0 0 5 15,0 0 6-15,1 0-12 0,0 0 0 0,32-4-2 16,-10 3 10-16,2-1 6 0,3-2 2 16,3-1 1-16,1 0 11 0,0-1 4 0,0 0-1 0,-3-3 2 15,1 2-9-15,1-2-140 16,-4 0 24-16,4-3-65 0,2-1 4 0,2-4-42 16,1 0-9-16,0-3-24 0,-3-2-184 0</inkml:trace>
  <inkml:trace contextRef="#ctx0" brushRef="#br0" timeOffset="166219.67">2650 16398 943 0,'0'0'140'0,"-1"0"529"0,0 1-653 0,0 0 65 16,-37 28-17-16,38-29 31 0,0 1-46 0,-1 0-20 16,-28 37 0-16,29-38-5 0,0 1 10 0,-26 46-22 0,17-27 5 15,0 0-10-15,-2 3 4 0,0-1-10 0,1-2 3 16,-2-1-4-16,-1-1 6 0,3-3-4 0,-2 2 3 15,4-1-4-15,-2-2 6 0,0-1 1 16,2-1-1-16,8-12 0 0,0 1-7 0,0 0 1 0,-2 0-2 16,1 0 1-16,0 0-10 0,0 0-20 15,0 1 7-15,1-2-10 0,-8 35 13 0,8-35-7 16,1 0 0-16,0 0 0 0,46 12 11 0,-28-8 3 16,2 1-2-16,-2-1 2 0,2 3 13 0,1-1-1 15,-4-1 1-15,2 3-2 0,-2 0-4 0,-3 2 23 16,3 1 1-16,-4 1 9 0,-2 1 5 0,-4 1-7 0,-2 3 6 15,-1 0-5-15,-4 2 7 0,-1 5-11 0,-7-2-2 16,-3 5-3-16,3 1-8 0,-7 0 3 16,5-1-4-16,-3 0 2 0,-2-2-21 0,3 0-90 15,-5-3-14-15,-1-3-45 0,0-1-241 0</inkml:trace>
  <inkml:trace contextRef="#ctx0" brushRef="#br0" timeOffset="167022.66">2723 16068 2434 0,'-1'0'63'0,"0"0"27"0,0 0-196 0,0 0 57 0,-16 28-10 16,32-6 31-16,4 3 24 0,6 7 0 15,2 2 3-15,3 3-3 0,1-1-1 16,3 0 5-16,-3 1-1 0,0 1 2 0,-2 3-1 0,-5 9 6 16,-7 0-1-16,-1 7 3 0,-7 2-6 15,-4 3 8-15,-2-2-5 0,-4 3 7 0,-1 0 2 16,-4 1 2-16,-4 3-2 0,-2 0 1 0,1-1-10 0,-1-7 2 16,1-3 0-16,1-8 0 0,1-6-12 15,2-7-111-15,0-2-17 0,0-6-52 0,0-3-248 0</inkml:trace>
  <inkml:trace contextRef="#ctx0" brushRef="#br0" timeOffset="167284.88">3456 16324 2934 0,'0'0'84'15,"0"1"47"-15,-19 36-175 0,16-13 20 0,3 6 3 16,0 9 5-16,3 8 8 0,0 13 10 16,1 5-2-16,1 5 3 0,0-2-9 0,3-1 7 0,-2-2-1 15,1-1 0-15,-2 3-44 16,0-3 16-16,-2 1-9 0,-2-7 13 0,-1-4-3 0,0-6 9 16,-4-6-4-16,0-6 8 0,-2-6 7 0,-3-6-21 15,2-4-8-15,-1-5-9 0,8-15-52 0,0 1-67 16,-1 0-19-16,0-1-27 0,0 0-156 0</inkml:trace>
  <inkml:trace contextRef="#ctx0" brushRef="#br0" timeOffset="167550.51">3367 16372 2222 0,'0'0'302'15,"0"0"-280"-15,0 0-7 0,0 0-75 0,0 0 63 0,1 0-2 16,0 0 11-16,48 10-12 0,-48-10-9 0,34 17 9 16,-14-3-3-16,-1-2 4 0,2 4 2 0,-3 1-4 15,0 1 1-15,-1 3-1 0,-4-1 5 0,-3-1 3 16,-3-1 3-16,-2 1-1 0,-6 3 4 16,-1-3 10-16,-8 3-4 0,-2-1 5 0,-1 1 0 15,-3 3-12-15,-1-1 6 0,-7 2-8 0,1-1 0 0,-4-1-22 16,2-1-17-16,-2-4-6 0,1-2-97 0,-1-3-56 15,1-3-9-15,4-2-24 0,1-2-118 0</inkml:trace>
  <inkml:trace contextRef="#ctx0" brushRef="#br0" timeOffset="167818.41">3854 16207 2893 0,'0'0'1'0,"0"0"-11"16,-2 0-3-16,1 1 0 0,-34 34-1 0,29-15-3 15,-1 3-2-15,0 7 2 0,-3 4 16 0,0 2-3 16,-2 4 4-16,-3 6-4 0,0 3 6 0,-5 6-6 16,-2 4 5-16,2 0-4 0,-1-1 2 0,5 1 3 15,4-2-5-15,2 1 5 0,-1 2-2 0,4 1 0 16,3 3 2-16,2 1-2 0,3-1 0 0,2-6-5 15,2-3-2-15,5-3-8 0,0-6-69 0,5-3-68 16,1-5-13-16,5-8-17 0,4-4-52 0,4-9-88 16,1-5-73-16</inkml:trace>
  <inkml:trace contextRef="#ctx0" brushRef="#br0" timeOffset="168204.08">4035 16384 2534 0,'-13'1'83'0,"13"-1"-109"16,-1 0-16-16,0 1-19 0,0 0 4 0,-25 49 22 15,23-24-3-15,3 9 10 0,0 8 15 0,1 8 7 16,3 3 2-16,0 3 0 0,1 1 4 0,-2 3 0 16,0-2 1-16,-2 3 0 15,-1 1-2-15,-3-2 4 0,-1 1-2 0,-2-11 6 16,1-4-1-16,1-7-4 0,-1-8 5 0,2-6-4 0,-1-8 17 0,4-18-25 15,0 1-13-15,0 1-10 0,-1-2-88 0,0 1-39 16,0-1-6-16,-30-7-14 0,27-14-55 0,1-8-41 16,2-4-14-16,1-3-11 0,0-4-67 0</inkml:trace>
  <inkml:trace contextRef="#ctx0" brushRef="#br0" timeOffset="168625.91">3935 16553 1229 0,'0'0'114'0,"0"-1"195"0,0 0-187 16,0 0-81-16,5-38 0 0,-5 39-27 0,0 0-9 0,1 0-3 15,40-7 2-15,-40 7-1 0,0 0 9 0,51 4 7 16,-33-2 0-16,2 5 2 16,0-2-7-16,1 4 5 0,-2 0 6 0,-1 2 0 0,0 4 16 0,-3 1 11 15,-4 2-7-15,0-1 9 0,-7 2-11 0,-1 0 6 16,-4 1-8-16,-1 1 6 0,-2-1-16 0,-2-1-9 16,0 0 4-16,-1-6-8 15,-2 0-2-15,-1-1-2 0,-1-2 0 0,0 0 0 0,1-1-3 0,-2 0-33 16,1 0 1-16,-6 0-16 0,2 3-15 0,-3-3 17 15,1 2 2-15,1 0 7 16,-2 1 24-16,1 1 1 0,1 0 5 0,0-3-2 16,0-3 2-16,2 4-3 0,2-2-1 0,11-9-1 15,0 0-5-15,-1 0-11 0,0 1-10 0,0 0 2 0,1 0-20 0,0 0 23 16,0 0 0-16,1 0 7 0,0 0 0 0,47 16 8 16,-47-17-2-16,0 0 4 0,49-9 0 0,-49 9 6 15,36-1 0-15,-18 1 2 0,2 0-1 0,-3 1 6 16,-3-1 4-16,2 4 1 0,-5 1 20 15,-2 1 8-15,-10-6 3 16,1 1 1-16,0-1 1 0,17 38-9 0,-18-38-3 0,-12 35-2 16,2-9-12-16,-7 1-4 0,-5 7-6 0,-2 3 2 15,-4 0-12-15,2 5 3 0,0-2-4 0,0-2 0 16,3-3-30-16,-1-7-47 0,3-5-1 0,1-3-20 16,2-1-40-16,4-8-67 0,14-11-35 0</inkml:trace>
  <inkml:trace contextRef="#ctx0" brushRef="#br0" timeOffset="169024.19">4617 16460 2584 0,'0'0'93'0,"-1"0"70"0,0 0-168 16,-34 3 3-16,35-3-5 0,-1 0 4 0,0 1-14 15,0 0 3-15,-34 42 1 0,35-43 1 0,0 1 10 16,-17 46 6-16,17-47-4 0,-1 0 5 0,-25 42 0 16,26-42-4-16,-1 1 8 0,-24 35-8 15,25-36 3-15,-2 1-1 0,-33 35-3 0,35-36 1 16,-25 30-3-16,12-14 3 0,0 2-4 0,-1 1 3 16,5-1-1-16,-1 1-9 0,2 0 7 0,2-2-9 0,2-2-4 0,4 0 1 15,0 1-4-15,4-5 4 16,1 1-6-16,3 1 0 0,1-3-2 0,1 2 2 0,3-2-1 15,1 2 7-15,2-1 6 0,0 2 0 0,2 0 14 16,-1 0 2-16,-3 3-3 0,1 2 2 0,-1 0 3 16,-4 1 3-16,0 1 2 0,-4-1-1 0,-2 2 2 15,-2 2-2-15,-2-1-3 0,-2 2 1 0,-1-2-4 0,-3 0 4 16,-2-2 3-16,-1-4-3 16,-1-1-28-16,-1-3-78 0,-1-3-8 0,0-2-29 15,-3-6-82-15,-1-5-186 0,0-4-74 0</inkml:trace>
  <inkml:trace contextRef="#ctx0" brushRef="#br0" timeOffset="169268.54">4629 16068 1489 0,'0'0'252'15,"0"0"-158"-15,2 0 59 0,35 36-136 0,-16-15 68 16,4 5-30-16,2 4 4 0,-3 6-19 15,1 3-23-15,0 3-7 0,-2 1 8 0,2 1-8 16,-3 3 2-16,-2 2-1 0,0 4-2 0,-5 0 2 16,-2 2 4-16,-3 0 27 0,-1 0-6 0,-4 2 12 15,-2-2-10-15,-3 1 1 0,-2 2-3 0,-6 3 0 0,-3 4-14 16,-3-1-5-16,-2 0 1 0,-3-3-4 0,-3-4-8 16,0-6 4-16,-3-3-5 0,0-3-1 0,2-3-55 15,0-5-65-15,1-5-5 16,0-9-21-16,0-4-57 0,3-8-202 0</inkml:trace>
  <inkml:trace contextRef="#ctx0" brushRef="#br0" timeOffset="169735.4">5191 17449 2768 0,'0'0'108'0,"-1"0"-95"0,0 0-12 0,-1-1-15 16,2 1 8-16,-1-1-7 0,-25-46-7 0,25 24 1 15,1-7-26-15,3-5 8 0,3-5 2 0,1-7 4 16,-2-4 29-16,2-2 18 0,-3-2-3 16,1-2 11-16,1-1-1 0,-3-5-17 0,2-4 4 0,1-5-9 15,2-6 2-15,5 0-1 0,2-3-2 0,-1 3 1 16,6 7-1-16,2 6 27 0,-2 11-3 0,2 10 10 15,0 3-18-15,-3 12-6 0,1 3-6 0,0 5 0 16,0 6-12-16,3 6-7 0,1 4 5 0,2 7-4 16,0 3 4-16,3 4-3 0,-1 5-3 0,1 6 2 15,-1 5 4-15,-2 3 9 0,0 5-3 0,-6 4 4 16,-1 1-1-16,-2 6 10 0,-5 0 2 0,3 4 5 16,-2 5 6-16,-2 6-13 0,-1 8 4 0,0 5-7 0,0-1 6 15,-2 2-5-15,0-1-4 0,0-1-1 0,-2 0-5 16,-2-3 9-16,1 0 0 0,-1-7 4 0,-1-7-9 15,-1-6 6-15,2-6-4 0,-3-6 5 0,1-3-3 16,0-7 6-16,-1-5 0 16,0-1 2-16,0-5-5 0,-1-15-2 0,0 1-4 0,0 0 1 15,0 0-5-15,0-1-14 0,0 1-19 16,0 0-5-16,0 0-117 0,0 0-117 0,0 0-30 16,1-1 94-16,26-20 1364 0</inkml:trace>
  <inkml:trace contextRef="#ctx0" brushRef="#br0" timeOffset="170340.39">5144 16170 2859 0,'-18'-7'134'0,"5"2"-116"15,13 5-29-15,0 0-16 0,0 0-44 0,0 0 19 0,-1 33-2 16,15-2 13-16,5 10 33 0,5 9 3 0,6 5 0 16,1 7 2-16,2 1 4 0,1 5 1 0,-2 1-2 0,-1-2 0 15,-2-3 1-15,-3-3-2 16,-3-6 5-16,0-5-4 0,-1-1 3 0,-3-7-4 0,1 1 1 0,-2-5-1 16,-1-5 8-16,-3-7 2 15,-1-6-4-15,-2-7 2 0,-11-13-4 0,1 0-4 0,0 0 7 0,0 0-7 16,0 0-3-16,0 0-10 0,23-31-5 0,-24 3 1 15,-1-6-4-15,-3-8-4 0,-1-5-3 0,-2-8-1 0,4-4-4 16,-7-8-15 0,-3-5 11-16,-3-8-10 0,-3-1 21 0,-2 0 16 15,-3 7 3-15,1 13 8 0,-3 14 37 0,2 15 54 0,1 10 1 16,2 14 16-16,3 7-13 0,0 10-68 0,0 6-1 16,3 9-23-16,2 7-8 0,5 13-8 0,3 8 4 15,6 10-5-15,3 6 5 0,8 5 7 0,4 2-3 16,2 0 5-16,3-4 0 0,-2-6 4 0,2-1 1 0,-1-4 1 15,-1-2-3-15,0-8-3 0,0-7 3 0,-2-9-3 16,1-6 5-16,-2-10-7 0,-2-4-1 0,-14-14-2 16,1 0 2-16,0 0-34 0,36 13-22 0,-37-13-12 15,25-20-144-15,-7 0-251 0</inkml:trace>
  <inkml:trace contextRef="#ctx0" brushRef="#br0" timeOffset="170601.45">6043 16377 3422 0,'-17'-5'188'0,"4"-1"-184"0,13 6-12 0,0 0-59 15,0 0-48-15,0 0 47 0,0 0 6 0,1 0 14 16,39 1 27-16,-11 3 0 0,9-3 4 0,4-1-2 15,4 2 15-15,-2-1-23 0,-2 1 7 0,-4 0-11 16,-3-1 15-16,-4 1 12 16,-4-3-10-16,-3 0 9 0,-2 1-25 0,-1-1 7 15,-1 1-11-15,2 2 3 0,0-2-81 0,0 0-29 16,2 0-17-16,-4 2-4 0,2 0-80 0,-3 1-195 16</inkml:trace>
  <inkml:trace contextRef="#ctx0" brushRef="#br0" timeOffset="170833.86">6111 16820 1323 0,'-16'7'187'0,"1"-5"465"0,15-2 270 16,-1 0-815-16,0 0-157 0,0 0 4 0,1 0 3 16,0 0 3-16,0 1 29 0,28 19 1 0,-2-19-1 0,6 0-1 15,2-2 4-15,5-1 4 0,1-1 1 0,0 0 0 16,-2 1-9-16,-1-2 12 0,-3 0 0 0,-4 1 3 15,0 0-3-15,-5-2 1 0,1 1-2 0,-4-2 1 16,-6-1 6-16,1 1-5 0,-2-1 6 0,-5 0-11 16,-10 7-72-16,0-1-72 0,0 0-28 0,18-40-12 15,-18 22-116-15</inkml:trace>
  <inkml:trace contextRef="#ctx0" brushRef="#br0" timeOffset="171055.23">6265 16051 2528 0,'-14'2'90'0,"2"2"70"0,12-4-144 0,-1 1-1 0,0 0-2 0,-21 46-1 15,20-21-9-15,2 3-7 0,0 8 8 0,4 5-7 16,2 3 8-16,3 2-3 16,1 3 1-16,3 2 0 0,0 4 10 0,-1 4-3 15,-2 5-2-15,1 2-1 0,-1 1-4 0,-1-3-1 16,1-5-1-16,-2 1 1 0,2-3-4 0,-1 0-42 15,0 0-15-15,-3-5-15 0,0-1-102 0,-2-9-66 16,4-2-26-16,-2-6-40 0,3-9-386 0</inkml:trace>
  <inkml:trace contextRef="#ctx0" brushRef="#br0" timeOffset="171524.26">6888 16204 2636 0,'-16'3'103'16,"2"3"135"-16,-1 4-280 0,5 8-13 0,1 5 5 16,2 6-3-16,0 3 33 0,0 8 11 15,0 2-2-15,0 5 4 0,2 7 0 0,0 3-1 0,1 1 6 16,0 3-5-16,1-4 9 0,1 0-1 0,0-3 5 15,0-3-2-15,0-2 6 0,0 0-4 0,-1 1-4 16,0-3 2-16,-1 2 1 0,-1-2-4 0,0-1 4 0,1-1-5 16,0 0-1-16,1-1 4 0,-1 2-3 15,1 2 4-15,0 1-5 0,1 2 0 0,0 0 0 0,2 0 0 16,2-2-6-16,1-2-1 16,1-3-18-16,1-2 6 0,-2-3-49 0,1-2-14 15,0-2 4-15,0-4-11 0,-2-4-29 0,-1-7-38 16,-1-20-15-16,0 1-15 0,0 0-128 0</inkml:trace>
  <inkml:trace contextRef="#ctx0" brushRef="#br0" timeOffset="171853.66">6700 16290 2806 0,'0'0'64'0,"-1"0"-83"0,0 0-22 0,0 0-15 16,0 0-39-16,1 0 39 0,0 0-1 0,0 0 15 16,36 9 10-16,-10 0 13 0,3 1-3 15,5 0 8-15,-1 0 3 0,0 2 10 0,-1 0-6 16,-2 0 7-16,-2-2 3 0,-1 4 0 0,-1 1 7 16,1-2-5-16,-1 1 14 0,0-2 4 0,-2-1 3 15,-1 4 0-15,-5-2 7 0,-3 2 14 16,-3 3-3-16,-4-1 6 0,-1 1-2 0,-7 3-4 0,-2 1-3 0,-8 2-1 15,-3 2-14-15,-7 3-7 16,-5 2-1-16,-5 1-1 0,-4 2-4 0,-3 1-10 16,-1-2-10-16,-4-1-4 0,0-4-76 0,0-4 18 15,-1-3-1-15,4-7 9 0,6-1 6 0,8-8-133 16,4-3-15-16,5-4-59 0,16 2-250 0</inkml:trace>
  <inkml:trace contextRef="#ctx0" brushRef="#br0" timeOffset="172123.04">7344 16380 2859 0,'-16'4'228'0,"0"5"-199"0,0 2-31 0,5 6-36 15,2 2-10-15,2 7 25 16,1 5-2-16,2 10 10 0,-2 5 4 0,3 5 4 15,2 4-1-15,-1 1 3 0,2 1 5 0,0-1-3 16,0 3 7-16,0 3-6 0,2 1 3 16,-1 0-45-16,1-3-10 0,3-7-14 0,0-4-48 0,3-3 3 15,1-7-6-15,1-3 3 0,0-7-15 0,2-7-29 16,0-3-5-16,2-6-14 0,-1-6-67 0,2-10-28 16,2-9-128-16</inkml:trace>
  <inkml:trace contextRef="#ctx0" brushRef="#br0" timeOffset="172551.53">7698 16548 2820 0,'-10'15'7'0,"-2"1"-2"0,1 4-8 16,1 3 6-16,-1 3-7 0,1 7 4 0,0 3-3 15,-1 9 3-15,1 2-7 0,0 2 4 0,-1 0 2 16,1-1 1-16,-1 1 7 0,-2 2-4 15,0-1-1-15,-1-3 0 0,4-5 1 0,-1-8-47 16,2-4-3-16,4-8-19 0,-1-3-43 0,6-19-35 16,0 1-16-16,-1 0-10 0,0-1-85 0,1 0-78 15,-29-15-40-15,29-8-12 0,0-6-95 0,20-134 485 32,-23 176-27-32,12-47 113 0,-3-4-64 0,4-1-26 15,-2-4-8-15,4-2 7 0,0 1 0 0,0 4 85 0,2 4 139 16,-2 2-12-16,1 9 49 0,-5 3-47 15,1 7-29-15,-9 15-4 0,0 0-11 0,1-1-42 16,0 0-51-16,0 1-6 0,37-7-16 0,-38 7-33 0,19 25-2 16,-9-7-3-16,2 5 1 0,-1 5-5 0,0 4 3 15,2 3-5-15,-1 2 3 0,0-1-9 0,0 3-2 16,-1 0 2-16,1 0-4 0,-2 4-1 0,-1-3 3 16,0-2 0-16,-2-2 2 0,-1-3-3 0,-1-6-58 15,0-1 2-15,-2-5-27 0,-2-5-19 0,-1-16-7 16,0 1-11-16,0 0 0 0,0 0-47 0,0 0-25 15,-1 0 22-15,0-1-25 0,-46 3-41 0</inkml:trace>
  <inkml:trace contextRef="#ctx0" brushRef="#br0" timeOffset="172706.11">7520 17089 1148 0,'-19'-12'115'0,"-1"1"9"0,2 3-10 16,6 3 11-16,12 5-16 0,0 0-28 0,-1 0-2 16,0 0-11-16,0 0-27 15,0 0-21-15,0 0 3 0,1 0-8 0,0 0-11 16,0 1 9-16,0 0-13 0,1-1 10 0,40 26-22 0,-40-26 1 15,37 2 3-15,-14-4-3 0,2 0-1 0,1-2-28 16,0-2-13-16,-1 0-10 0,2 0-70 0,-3 0-39 16,1-2-17-16,0-7-16 0,1 0-156 0</inkml:trace>
  <inkml:trace contextRef="#ctx0" brushRef="#br0" timeOffset="173024.29">8113 16655 1443 0,'0'0'201'0,"0"0"-75"15,-1 0-13-15,0 0-20 0,-36 1-55 0,37-1-4 16,-1 1-12-16,-35 27 7 0,22-13-16 0,-3 1 44 16,2 1-2-16,1 1 15 0,3 1-7 15,-1-3-39-15,1 2 4 0,-1-4-15 16,-2-1-10-16,5 0 3 0,-2 1-4 0,1 1 5 0,1-2 2 16,-2-1-9-16,1 0 3 0,-2-2-5 15,-1 0 2-15,1-2 6 0,0 0-2 0,1-2 3 0,11-6-4 16,0 0-5-16,-2 0 0 0,1 1-4 0,0 0-22 0,0 0-4 0,0 0-5 15,1 0 3 1,0 0-8-16,0 0 13 0,0 0-1 0,1 0 7 16,0 0 9-16,47 25 6 0,-47-26 4 0,33 11-1 15,-17-5 2-15,1 0 7 0,1 2-4 0,-1 0 5 0,0 2 2 16,-1 3 19-16,-3-2-2 0,-1 3 8 0,0 1 10 16,-5 1-5-16,-1 0 2 0,-2 4-5 15,-4 0-20-15,-1 2-9 0,-2 3-17 0,-4 1-1 0,-1 0-95 0,-1-2-157 16,-3-1-82-16</inkml:trace>
  <inkml:trace contextRef="#ctx0" brushRef="#br0" timeOffset="173450.51">8355 17551 2721 0,'0'0'466'16,"0"0"-373"-16,-2 0 47 0,2-1-148 0,-1 0-80 0,-28-41 10 16,29 42-1-16,6-36 9 0,1 11 4 0,3-8-92 15,3-9 5-15,-1-6-31 0,1-4 39 0,-3-3 71 16,-1-2 5-16,-3 1 25 0,2 0 44 16,-5 0 31-16,1 4 12 0,-1 4 9 0,-1 5 51 0,3 3-21 15,-2 2-8-15,5 0-7 0,1 4-50 16,2 4 2-16,4 4-4 0,0 4 2 0,3 4-22 0,-1 2 2 15,0 1-4-15,2 5 5 0,1 0-4 0,-3 5 1 16,3 5-1-16,-2 1 1 0,-1 6 4 16,-1 4 2-16,0 2 3 0,-2 5 2 15,0 2 10-15,-1 4 10 0,-2 2 3 0,-1 6 2 0,-2 0 8 0,-1 5-4 16,-1 2 1-16,-1 1-1 0,-1 0-5 0,0 1-15 16,1 3-1-16,-1 2-3 15,-1 1-5-15,-1 2-6 0,-1-2 4 0,0-5-5 16,1-2 1-16,-1-5-79 0,0-4 0 0,-1-6-30 15,-1-4-34-15,0-6-5 0,1-15-2 0,0 0-5 0,0 1-32 0,0-1-35 16,0 0-23-16,0 0-33 0,3-26-408 0</inkml:trace>
  <inkml:trace contextRef="#ctx0" brushRef="#br0" timeOffset="173669.7">9156 16588 2450 0,'0'0'261'0,"-1"1"-203"0,-20 45-23 0,17-17-41 16,2 6 2-16,2 9 8 0,1 6-3 0,2 1 6 0,0 3-3 0,2 6-5 15,1 5 1-15,0 6-3 0,0 1 6 16,-1-5-1-16,-1-4-2 0,-1-5 0 0,-3-3-17 0,2-4-10 16,-2-6 0-16,-3-6-3 0,-1-9 2 15,-1-7 18-15,-1-4-7 0,-1-8 8 0,7-11-26 16,-1 0-68-16,0 0 6 0,-35-2-33 0,36 2-61 0,-17-34-138 15,10 4-32-15</inkml:trace>
  <inkml:trace contextRef="#ctx0" brushRef="#br0" timeOffset="174175.52">9031 16596 2482 0,'0'0'93'0,"0"0"-70"0,0 0-28 0,0 0-6 15,0 0-52-15,0 0 37 0,2 0-10 0,-1 0 18 16,50 6-23-16,-29-7 16 0,3 0-3 0,-1-2 8 16,2 1 11-16,-1-1 7 0,-1 2 1 0,-3 2 2 0,-4 2 15 15,0 0 13-15,-2 1 5 0,-4 3 2 16,-1 0 3-16,0 0 2 0,-2 3-3 0,-8-10 4 0,0 1-7 0,1 0-17 16,20 37 0-16,-21-38-6 0,0 1 1 0,4 39 3 15,-4-40-1-15,0 1 1 0,-14 46-2 0,4-29 2 16,-3 2 1-16,0 0-1 15,-2-3-1-15,-3 2-7 0,-1-2 4 0,-4-2-5 0,1-2-1 16,3 0 0-16,2-1-6 0,4-1 4 0,2-1-6 16,11-10 0-16,-1 0 1 0,0 1-1 0,0 0 0 0,-22 35-18 15,23-36 5-15,0 0-9 0,0 1 5 0,0 0-11 16,0 0-2-16,20 38-2 0,-20-39 5 0,1 0 12 16,0 0 4-16,47 11 1 15,-48-11 5-15,1 0 7 0,45 1-2 0,-46-1 2 16,0 0-9-16,49 5 5 0,-48-5-1 0,0 0 4 15,46 12 1-15,-46-12-1 0,-1 0 0 0,46 22 0 0,-46-22 2 0,1 1 0 16,38 26 6-16,-39-27-2 0,0 1 8 0,1 0 21 16,17 45-6-16,-18-46 11 0,0 1-12 0,-12 49-4 15,5-32 0-15,-3 1-1 16,-1 1 2-16,-3-2-6 0,1 1-1 0,0 0-2 16,-2-2-4-16,1-3-5 0,0 1 2 0,1-3-3 15,-1-3-3-15,-1-2-4 0,-1-1-11 0,0 0-1 16,-3 0-64-16,0 1-65 0,0 0-17 0,-1-3-23 15,1 3-129-15</inkml:trace>
  <inkml:trace contextRef="#ctx0" brushRef="#br0" timeOffset="174584.08">9883 16868 2917 0,'-13'-3'98'0,"1"1"33"16,-1 1-123-16,13 1-24 0,-1 0 7 0,0 0-13 0,-42 0 8 16,43 0-116-16,-1 0 27 0,-49 5-51 15,28-2 93-15,0 2 50 0,-2 1 7 0,2 1 11 0,-3 3 9 16,-2 0 3-16,1-1 4 0,-2 1 2 15,3 0 14-15,-1-2-10 0,3 4-2 0,4 2-5 0,0 0-24 16,6-2-11-16,4 1-5 0,-1-2-1 16,3 2-3-16,6 2-9 0,-3-1 1 0,6 1-5 15,1-1-7-15,3 0 13 0,1-1-3 0,4 0 6 16,2 1-6-16,4-1 13 0,1-2-5 0,4 2 8 0,2 0 7 16,2 0 7-16,0 0 3 15,0 1-1-15,-2-1-2 0,0 0 2 0,-1 2 1 16,-3-2 2-16,-1 3 12 0,-2-1 9 0,-2 2 0 0,-3 1 4 15,-3-2 1-15,-1 1-9 0,-6-2 1 0,-2 0-4 16,0 2 0-16,-5-1 2 0,-2 3-9 0,-3 0 5 16,-2-1-25-16,-3 1-87 0,-2-2-16 0,-3-4-38 15,-1-1-177-15,2-4 1119 0</inkml:trace>
  <inkml:trace contextRef="#ctx0" brushRef="#br0" timeOffset="174873.83">9787 16497 3081 0,'0'0'104'0,"0"1"-102"0,24 42-21 0,-2-9-12 15,6 6 7-15,6 6 21 0,5 4 0 0,5-1 3 16,3 2-13-16,5 1-6 0,-1 0-14 0,-7 2 7 15,-4 0-20-15,-8 3 27 0,-6 2 7 0,-8-2 6 16,-3-1 28-16,-8-3 5 0,-1 0 9 0,-8-1-2 16,-3 2 28-16,-5 2-11 0,-6 1-1 0,0 3-5 15,-7-3-24-15,-6 0-14 0,-4-1-5 0,-5-7-6 0,-6-3-60 16,-3-1-141-16,-5-6-12 0,-9-2-99 0,-12-2-664 16</inkml:trace>
  <inkml:trace contextRef="#ctx0" brushRef="#br0" timeOffset="175870.62">1570 17929 2377 0,'-15'-5'93'0,"15"5"-58"16,-1 0-15-16,0 0-38 0,0 0-54 0,1 0-5 0,0 0 6 0,1 0 9 15,40 11 65-15,-11-6 7 0,6 3 2 0,6 3-1 16,3-1-4-16,5 4 1 0,2-2 1 0,4 1-1 16,1-1-2-16,10 1-1 15,4 1 2-15,5-1-3 0,5-3-2 0,-1 0-1 16,4 0 1-16,1-1 0 0,1 0 4 0,-11-5-3 0,17 3-4 0,2 0 1 15,4 1-6-15,-6-3 13 0,0 1 5 16,5 0 3-16,0-1 16 0,1-1-6 0,-2 1 0 16,2-1-3-16,4 1-3 0,3-3-1 0,0 0 0 15,-2 0 0-15,3 0 6 0,5-1-12 0,3 0 7 0,-1 2-9 16,3 0 3-16,3 2-13 0,2 3 4 0,0 1-4 16,2 3 4-16,-1 1 1 15,0 2-5-15,2 1 4 0,-1-2-4 0,-1-1 0 16,0-1 2-16,1 1-2 0,0-1 3 0,0-2-3 15,1-2 0-15,-2-5 0 0,0 0 11 0,0-2 1 16,-2-3 3-16,2 0-1 0,-1-2 8 0,-1-4 3 16,-1-3-4-16,-2 0 2 0,-1 1-13 0,1 0 7 15,-1 4-2-15,-3-4 4 0,0-2-3 0,1 0 2 16,1 3-3-16,2 2 3 0,-4 0 4 0,5 1-2 16,0-5 2-16,-2 1-3 0,-1 0-4 0,0 1-1 0,0 1 0 0,-2 1 0 15,-5 0 15-15,-3 1 21 16,-7 1-2-16,1 2 5 0,-6 1-11 0,-12 3 6 15,-1 1-2-15,-2 2 2 0,-1 2-15 0,0 1-3 16,-9 2-3-16,-9 2 0 0,-5 0-4 0,-4 1-7 16,-1 3 0-16,1-7-3 0,0 4-13 0,-1 0 1 0,-1-2 2 15,-6-2 0-15,0 0 1 0,-6-4-1 0,-3-2-3 0,-3 0-7 16,-3-3-91-16,-3-1-213 0,-2-3-42 0,3-6 48 16,6-8 1109-16</inkml:trace>
  <inkml:trace contextRef="#ctx0" brushRef="#br0" timeOffset="179798.99">1521 15093 11 0,'-33'-15'982'0,"0"2"-404"0,4 4 503 0,0 4-1043 15,11 2-16-15,-2 0-22 0,20 3-7 0,-1 0-7 16,0 0 4-16,0 0-21 0,0 0-11 0,0 0 4 16,0 0-5-16,0 0 22 0,1 0-7 0,10 0 8 15,10 3-7-15,8 5 16 0,2-2 11 0,5 1-2 16,1 3 4-16,2-4-6 0,3 1 3 0,-2-2-2 16,5-3 3-16,4 2 0 0,5-4 4 0,3-2 0 15,6-5 2-15,3-3-6 0,-2-2 1 0,6-3 0 16,4-3 1-16,4-1 2 0,10-3-1 0,2-1-2 0,-1 3 1 15,-3-2 3-15,2 0-6 0,1 2 1 0,5 1-3 0,-1 2 4 16,-6 3-1-16,-1 1 3 16,1 3-3-16,4 2 0 0,1 0 0 0,-4 4-3 0,-4-2 3 15,3 1 4-15,6 0-3 0,1 0 3 16,1 0-4-16,-6-1-2 0,4 0 7 0,3-1-7 16,5-1 7-16,2 1-8 0,-8-1 5 0,4 0 2 15,3-1 1-15,1 0-5 0,0 2 0 0,-6 1 0 16,4 1 0-16,0 3 6 0,4 2-6 0,-4 2 2 0,-5 5-3 15,-1 2-3-15,1 4 6 0,3 0-2 0,-3 4 5 16,-6 3-8-16,-2 2 3 0,-1-1 1 16,4 2 2-16,1 0-3 0,-8-1 1 0,-1 1-2 15,0-1 2-15,2-3 1 0,5-1-3 0,0 0 2 16,-8-1-1-16,0-2 7 0,3-3-5 0,3-2-2 0,4-2 0 16,0 2 0-16,-10-2 2 0,4-2 2 15,1 4 3-15,3-3 41 0,-1 3-21 0,-4 2 5 16,-6 2-13-16,0 3-15 0,0 1 4 0,2 2-4 15,-3 1 2-15,-6 2-1 0,-9 2-2 0,0 0 4 16,2 2-5-16,0-2-4 0,4 1 6 0,-4-3-4 0,-6-2 5 16,-2-1-4-16,-4-5-1 0,0-1 0 0,2 0 0 15,3-4 9-15,0-4-7 0,-1 2 9 16,-1-5-7-16,-4 1 19 0,-6 0-9 0,-5-3 1 16,-6 2-3-16,-5 0 1 0,-2-1-8 0,2 3 4 15,-4-1-6-15,1 2 2 0,0 2 0 0,-5 0-3 16,3 1 3-16,-2 3-3 0,-2 1-186 0,2 1-46 0,2 3-88 15,5 4-522-15</inkml:trace>
  <inkml:trace contextRef="#ctx0" brushRef="#br0" timeOffset="204588.03">12883 12393 1207 0,'-4'-18'23'0,"-1"1"19"0,0 4 1 16,0 1 27-16,5 12-6 0,0-1-19 16,0 0-13-16,0 0-2 0,0 0-6 0,-14-38-15 0,14 38-7 15,0 0 2-15,-1 0-3 0,-18-37 3 0,19 38-3 16,0 0 1-16,0-1-2 0,-1 0-7 0,0 0 14 16,-27-35-3-16,28 36 10 0,-1 0 23 15,0-1-1-15,-49-26 9 0,31 19-7 0,-2-1 12 16,-3 3 4-16,0 1 1 0,-2-1 1 0,0 2 1 15,-2 1-10-15,-3-4-3 0,1 6-1 0,-4-2-6 16,-1 1-13-16,0 2 0 0,-3 1-5 0,0 2-9 0,0-2-10 16,0 4 4-16,-2 1-6 0,0 1 2 0,-3 2-4 15,1 1-1-15,-3 3 0 0,-2 2 1 0,-2-1 2 16,-2 3-2-16,-2-1 1 16,-1 1-4-16,-1 2 7 0,-1 1-3 0,1 0 3 0,-2 1 5 0,-1 0 6 15,0 0 1-15,1-1 0 0,2 1 2 0,2-2-4 16,4 0 3-16,0 1-4 0,-1-3-4 15,1 5 1-15,-1 2-3 0,-2 0 2 0,2 5-10 16,-2 3 3-16,0 2-1 0,2 6 1 16,0-1 2-16,-3 6-5 0,-1 3 3 0,-3 4-4 15,-4 1 0-15,2 1 6 0,0-1 0 0,2-2 1 0,5 4-1 16,-3-2-1-16,4 5-1 0,0 0 1 0,-1-2 9 16,2-3-1-16,3-2-3 0,3 0 0 0,2 1-4 0,4 4 6 15,0 2 1-15,-1 4 3 0,-2 1-6 0,0 1-3 16,0-2 0-16,0 3-1 15,2 2 3-15,-5 6-3 0,0 4 5 0,6 1-4 16,0-3 6-16,5-1-5 0,3 2 5 0,1 0-2 0,4 4 21 16,0-1-20-16,1-4 5 0,5-6-10 0,-1 3 6 0,2 2-4 15,4 0-2-15,0 5 1 16,2-5 2-16,2-2-1 0,-1-5 1 0,0 3-1 16,2 1-2-16,0 4 14 0,3 0-4 0,3-4 7 15,1-3-6-15,2-4-1 0,3 0-2 0,0 0 1 0,5 2-8 16,1 2 4-16,2-4-2 0,4-3 1 0,2-5-2 15,4-1-5-15,3-2 6 0,4 0-5 16,0 0 5-16,4-1 2 0,-1-2-5 0,4-4 3 0,2-1 1 16,5-6-5-16,5 0 4 0,2-5-3 0,3-1 9 0,0-1-5 15,-1-3 0-15,0 1-2 16,-2 0 2-16,1-3 5 0,1 1 1 0,7-5 3 16,7-2 11-16,4 0 9 0,1-3 4 0,1-3 3 0,-3 0 16 15,7 0-18-15,2-4-3 0,5 0-5 0,5-1-10 16,-3 1 1-16,-1-2 1 0,-2-1 0 15,3 1-9-15,0 1 4 0,4-1-5 0,-5 0 5 16,1 1 0-16,2 0-2 0,3 2 4 0,4-1-5 16,3-4 2-16,-4 1 2 0,2-2 0 0,3-3 0 15,3 2-2-15,2-3 2 0,-1 0-2 0,2 1 2 0,1-3 1 16,2-1 0-16,-1-1-1 0,-1 0 0 0,1 0-6 0,-1-1 2 16,2-2 0-16,-6 3 1 0,-1 0-5 0,3 0 2 15,0 0 0-15,1-4 1 0,-3 2-5 0,2 0 1 16,0-1-3-16,3 2 2 15,-2-2-2-15,-6-2 2 0,3 1-4 0,0-3 4 0,-1-1-9 16,-1 1 0-16,-5-3 2 0,3-2-2 0,0 2 0 0,2-3 1 16,-1-1 1-16,-9 0 0 0,3-3 0 0,2 0 4 15,0-1-3-15,2-1 4 0,-5 0 2 16,-2-1-7-16,4-4 4 0,1 2-6 16,1-3-7-16,-4 4 7 0,-3 0-1 0,2 0 4 15,-1 5 4-15,-1-5-8 0,-2 4 3 0,-10 2-5 16,1-4 3-16,-1 3 6 0,0 1-5 0,-3-5 5 15,1 2-4-15,-5 0-2 0,-1 0 0 0,1-2 0 0,5 2 9 16,1-5-7-16,3 2-1 0,-3-1-2 0,-3-2-6 0,0 0 7 16,0 0 0-16,3-1 3 0,1 1-1 15,-3 2-2-15,-2 2-1 0,-7 2-1 16,-4-3 2-16,-1-1-3 0,-1-3 3 0,-2-2-4 16,2 0 4-16,-3-4 3 0,-6-1 0 0,-3-1 3 15,-3-5-8-15,-2-1 7 0,-5-2-5 0,1-4 7 16,-2-2-11-16,-1-8 0 0,3-6 4 0,0-7 0 15,0-6 7-15,-2-2-7 0,-1-4 0 0,-3 1-2 16,-3 0 4-16,-2 0 1 0,-2-1-3 0,-8 0 2 0,2 4-2 16,-4-1 5-16,-5 2 0 0,-3-1 1 15,-5-6-6-15,0 4-2 0,-4-4 0 0,-4-1-2 0,-1-1 2 0,-4-4-7 16,-2 0 2-16,-3 0-3 0,-4 2 1 16,-2-3-1-16,-4 5-1 0,-3-1 1 0,-4 2 6 0,-4 3 1 15,-3 2 3-15,-2 2-2 16,0 3 1-16,0-2-3 0,-1 1 4 0,-4 5-5 15,-2 4 4-15,-4 1 4 0,-1 3-3 0,-2 2 4 16,-2 2-4-16,-2 2-3 0,0 0-3 0,1 5 0 16,1 2-5-16,-2 3 1 0,-2 3-3 0,-3 0 1 15,-1 1-5-15,0 0-3 0,-1 0 5 0,0 0-3 16,-4 3 6-16,-10-1-3 0,-1 3 0 0,-3 1 0 16,-2 1 1-16,-1 2 14 0,-4 2-3 0,-6 1 7 15,0 4-3-15,0-3 5 0,4 2-2 0,1 0 3 16,-3 1 0-16,6-1 2 0,0 3-5 0,3 2 3 15,3 2-7-15,-5 2-4 0,-1 3 2 0,-3 3-1 16,-3 2 4-16,-3 3-4 0,-7 4 3 0,-1 5-6 16,-4 4 1-16,-5 5-2 0,-4 1 0 0,-2 7-1 0,-3 1 7 15,-3 4 2-15,2 4-1 0,2 1 2 0,1 1 2 16,3-1 4-16,4 1 2 0,8-4-2 16,5-1-8-16,3 0 0 0,3 1-1 0,2 0 0 15,2 0 0-15,1 2 2 0,5 0-1 0,0 5 2 16,-1 0-5-16,5 3 5 0,2-1-2 0,7-1 3 15,5 0-3-15,3-3-2 0,4 0 2 0,7-4-2 16,6 0 1-16,7-4-7 0,11 2 4 0,6-2-15 16,3 1-121-16,8 2-103 0,1 0-44 0,6 11-19 15,5 4-204-15</inkml:trace>
  <inkml:trace contextRef="#ctx0" brushRef="#br0" timeOffset="208956.64">10627 14790 766 0,'-12'0'76'16,"0"-2"-25"-16,12 2 36 0,-1 0-78 0,0 0-2 15,0 0-7-15,0 0 4 0,-36 2 2 0,37-2-1 16,-1 0-4-16,-37-12 1 0,38 12-3 0,-1 0 2 15,-42 1 11-15,42-1 16 0,-36 0 21 0,18 0-1 16,-1 1 84-16,2 1 4 0,0-1-9 0,0 1 2 0,2 1-41 0,1-1-17 16,15-2-7-1,-1 0-3-15,0 0-22 0,0 0-7 0,0 0 1 0,0 0-5 0,0 0-8 16,0 0-6-16,0 0 4 0,0 0-3 16,1 0 17-16,0 0 0 0,0 0-1 0,1 1 0 15,36 19-11-15,-17-18 11 0,2 0-8 0,4 0 8 16,4 1-6-16,2 0-8 0,5 2 5 0,3-1-8 15,1 0 4-15,1 1-2 0,2 0 2 0,1-1-3 0,0 1 3 0,-2-1 4 16,3 0-2-16,5 1 3 16,2-2 1-16,4-1-7 0,0 0 2 15,-4-1-2-15,0-1 11 0,-6 0-9 0,-3-1 7 0,-4 0-10 16,-3 0 4-16,2 0-3 0,-2-1-5 0,1 1 4 16,-1 1-1-16,-5 0-7 0,-1 0 5 0,-7 1-6 15,-1 0 10-15,-5 0-4 0,-2 1-1 0,-4-1 0 16,-12-1 2-16,1 0-1 0,-1 0 5 0,2 0-4 15,-1 0 6-15,0 0-15 0,0 0 3 0,0 0-9 16,0 0-42-16,0 0-87 0,0 0-13 0,0 0-29 16,0 0-97-16,0 0-83 0,0 0-144 0</inkml:trace>
  <inkml:trace contextRef="#ctx0" brushRef="#br0" timeOffset="209276.29">10108 15095 2655 0,'-31'-15'146'0,"6"4"-111"0,6 5-15 0,19 6-24 16,0 0-25-16,0 0 8 0,0 0-5 0,0 0 7 15,28-12 8-15,0 12 4 0,5 0 4 0,7 3-1 0,2-2 10 16,5 1-8-16,1 1 3 0,2-3-3 15,5 1 9-15,5-1-7 0,5 0 0 16,5 0-1-16,-2 2 9 0,-6-2-6 0,-3 1 2 0,-3-2-3 0,0-2 4 16,4 3 15-16,-2-3-5 0,0 3 7 15,-2-1-8-15,-6-2-6 0,-3 1-1 0,-6 1-1 16,-7 0 1-16,0 0 1 0,-2 0 3 0,2 1-2 16,2-1 1-16,0 1-9 0,2 0-14 0,-2 0-6 0,1 0-129 15,0-7-143-15,-2 2-40 0,3-4-73 0,1-5-562 16</inkml:trace>
  <inkml:trace contextRef="#ctx0" brushRef="#br0" timeOffset="209703.29">12508 13527 2957 0,'-35'-20'85'0,"6"3"-34"16,5 6-51-16,24 11-49 0,-1 0 4 0,0 0-19 15,1 0 14-15,0 0 21 0,0 0 0 0,0 1 7 16,26 36 7-16,-1-22 2 0,3 3 1 0,4-6-1 0,3 3 9 15,2-4-4-15,2 2 8 0,-1-2-6 0,1 0 9 16,-5-1 12-16,0-3 2 0,3-2 4 16,3-1 22-16,5-4 4 0,2-1-1 0,-1-2 1 0,2-1-1 0,1-3-12 15,-1 1 1-15,0 2-6 16,-2-2-14-16,5 4-8 0,1-4-4 0,4 1 0 16,1 1 0-16,-2 0-2 0,-1 4 2 0,-6-1-3 15,-3 1 7-15,-4 1-7 0,-3 0 6 0,0 2-6 16,1-3 8-16,-2-1-4 0,4-2 3 0,-2 2-2 0,-3 1 5 0,-3-2-8 15,-1 0 4-15,-3 1-4 0,0-1 9 0,-3 1-6 16,-2 1 0-16,-3-2-1 0,-1 0 7 0,-2 2-38 16,-2-2-29-16,-2 2-15 15,1 2-208-15,2 2-336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7T19:56:22.153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context xml:id="ctx1">
      <inkml:inkSource xml:id="inkSrc100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2-17T19:58:00.428"/>
    </inkml:context>
  </inkml:definitions>
  <inkml:trace contextRef="#ctx0" brushRef="#br0">2840 1006 1251 0,'0'0'137'0,"0"0"65"0,0 0 25 0,0 0-111 15,0 0 4-15,0 0-31 0,-1 0 7 0,-1 0-16 16,2 1 7-16,-37 19-5 0,37-20-7 0,0 1 2 16,-12 40-18-16,12-40-17 0,0 0 5 0,-5 51-10 15,6-31 7-15,-1-1-1 0,3 6-3 0,-2 3 2 16,2 7-8-16,0 2-7 0,1 4 3 15,-1 4-4-15,-1 2-3 0,-1 1-7 0,1 0 0 0,-2-2-1 16,1 2 3-16,-3 0-6 0,0 3-2 0,-1 5-1 16,1-1 0-16,-2-1-2 0,1-2 1 0,1-3-2 15,0-5-4-15,1-5 5 0,0-3 0 16,-1-3 1-16,1-2-6 0,1-1 1 0,-2-5 1 0,2-2 1 16,-3-4 2-16,2-4-6 0,1-16 2 15,0 1-2-15,0 0 0 0,0 0-19 0,-15 37-11 0,15-38-8 16,0 0-66-16,0 0-52 0,0 0-13 0,0 0-19 15,0-1-98-15,-14-36-133 0,16 16 900 0</inkml:trace>
  <inkml:trace contextRef="#ctx0" brushRef="#br0" timeOffset="341.77">2722 1155 1972 0,'-1'0'43'0,"0"0"21"0,0 0 16 0,1 0 3 0,-2 0 58 0,1 0-54 15,0 0 1-15,0 0-21 0,0 0-29 16,0 0-6-16,1 0-7 0,0 0 2 0,28-13-14 0,-3 11-2 16,1-5 2-16,4 4-2 0,1-4 0 15,3 3 1-15,0 3-2 16,1 1 2-16,-1 0-5 0,-2 1 3 0,-2 3 1 0,-3 2 2 15,-1 2 27-15,-4 4 3 0,-1-4 3 0,0 7-1 16,-2 2 1-16,-3 4 6 0,-4 6 1 16,-3 2 2-16,-6 5 9 0,-4 2-10 0,-3 3 3 0,-5 3-7 15,-4 1-4-15,-1 0-15 0,-2-2 2 0,-2-1-8 16,-2-4-11-16,2 0 2 0,-1 0-8 0,-1-4 5 0,3 2-9 16,-2-7-1-16,-2-1 3 0,3-6-8 0,-3-3-60 15,1-5-165-15,2-2-18 16,0-4-68-16,0-3-224 0</inkml:trace>
  <inkml:trace contextRef="#ctx0" brushRef="#br0" timeOffset="1151.46">4167 943 1715 0,'-12'0'129'0,"12"0"-49"0,-1 0 75 0,0 0-19 0,0 0-15 16,-42 18 18-16,31-5-50 0,-2 4-6 0,0 8-7 15,-4 5-13-15,-10-4-18 16,13 13-1-16,1 5-7 0,0 3-8 0,-1 7 19 16,-2 5-3-16,2 3 7 0,1 6-2 0,1-2 7 0,2-1-7 15,3-1 4-15,1 0-28 0,5 2-8 16,2-2 1-16,3-3-6 0,2-3-12 0,3-7 2 15,2-2-1-15,0-9 1 0,3-1-3 0,3-5 1 16,0-3-1-16,1-2 1 0,0-4-8 0,1-4-9 16,-1-4-8-16,0-5-13 0,1-3-164 0,2-8-183 15,3-3-76-15</inkml:trace>
  <inkml:trace contextRef="#ctx0" brushRef="#br0" timeOffset="1865.61">4530 1138 1104 0,'0'0'192'0,"0"0"87"0,-1 0 32 0,0 0-186 16,0 0 11-16,0 0 8 0,0 1 3 0,0 0-12 0,-36 23-9 15,36-24-35-15,0 0-3 0,1 0-14 0,0 0-30 16,0 0 1-16,0 0-1 0,1 0 2 0,0 1 3 15,41 17-2-15,-41-18 3 0,33 2-4 0,-11-2 0 0,5-1-12 16,1-3-2-16,5 3-4 0,3-2-18 0,1-2 1 16,0 4-2-16,-1 0 2 0,0-3-6 0,-6-2-3 15,-1 2-2-15,-2 0 3 0,-3 4 4 0,-2 0-4 16,-1 0 5-16,-5 0-4 0,1 1 2 0,0 0-2 16,-2 1-5-16,1 2 1 15,-1-4-3-15,-4 2 5 0,-12-2-5 0,1 0-4 16,0 0-86-16,0 0-63 0,37 9-4 0,-38-9-21 0,0 0-34 15,0 0-78-15,0 0-56 0</inkml:trace>
  <inkml:trace contextRef="#ctx0" brushRef="#br0" timeOffset="2235.29">4927 1150 827 0,'0'0'54'0,"0"0"97"16,0 0-14-16,0-1 47 0,0 0 1 0,0 0 8 0,-1 0-32 0,0 0-16 15,0 0-4-15,0 0-6 0,0 0-26 0,0 0-10 16,0 0-2-16,0 0-5 0,0 0-22 0,0 1-18 16,0 0-1-16,0 0-5 0,0 0 9 0,0 1-5 15,-22 34 8-15,21-16-9 0,0 2 0 0,-1 4-1 16,0 4-3-16,-1 5 1 0,0 3 0 0,0 3-8 15,-2 2-2-15,1-4-3 0,0 4-14 0,0-2 7 16,1-3 0-16,-1 0 1 0,1-2-5 0,1-1-9 16,0 3 1-16,1 0-3 0,-1 0-3 0,1-3-2 15,-1 0 2-15,0-3-2 0,1-1 2 0,-2-4-1 16,3-2-7-16,-1-2 4 0,2-3-3 0,-1-2 1 16,1-17 3-16,0 1-3 0,0 0 0 0,0 0-108 15,0 0-5-15,0 0-50 0,0 0-111 0,0 0-154 16,0 0-80-16</inkml:trace>
  <inkml:trace contextRef="#ctx0" brushRef="#br0" timeOffset="2898.39">5516 971 1733 0,'0'0'69'0,"0"0"81"0,0 0-17 0,-1 0 38 0,0 0-38 16,0 0-18-16,0 0-8 0,0 0-3 0,0 0-29 15,0 0-28-15,1 0 0 0,-1 1-11 0,-13 39-6 0,14-39 14 16,1 36-7-16,0-13 10 0,-1 5-8 0,1 1 11 16,0 2 0-16,-1 8 3 0,0 0-9 0,-1 9-8 15,-2 2-6-15,0 0 0 0,1-1-11 0,-2 1-4 16,0-3 4-16,1-3-6 16,0 2-11-16,-1-2 6 0,1 3-6 0,2 3 7 0,-3-3-5 15,2-1-1-15,1-5 1 0,-2-7-2 0,3 0 4 0,-1-8-2 16,1-2-1-16,0-3-1 0,-1-3-6 0,1-19 7 15,0 1-14-15,0 0 6 0,0 0-63 0,0 0-24 16,0 0-8-16,0 0-7 16,0 0-44-16,0 0-53 0,0-1-11 0,0 0-22 15,-13-29-102-15,11 1 1126 0</inkml:trace>
  <inkml:trace contextRef="#ctx0" brushRef="#br0" timeOffset="3178.75">5473 1067 1809 0,'0'0'81'0,"0"-1"32"16,0 0 30-16,0 0-11 0,0 0 2 0,0 0-16 0,0 0-62 15,0 0-19-15,0 0 4 0,0 0-6 0,0 0 8 16,1 1 9-16,0 0-12 0,41 4 11 0,-42-4-20 16,1 0-6-16,49 20 2 0,-28-14-4 0,0 0 2 15,4 0-9-15,-1 4 3 0,2-2-4 0,-1 3 0 0,0 0 3 16,-2-2-1-16,-6 2 3 0,-1 0 15 15,-5-1 8-15,-1 5 1 0,-6 0 1 0,-2 2 2 16,-5 7-6-16,-6 2-1 0,-7 6-4 16,-4 3-17-16,-8 1 3 0,-4 2-6 0,-2 1 3 15,-5-2-8-15,1-4-22 0,4-4-21 0,1-4-11 16,8-5-139-16,1-5-133 0,3 1-27 0,2-9-99 0,2 2-712 0</inkml:trace>
  <inkml:trace contextRef="#ctx0" brushRef="#br0" timeOffset="3701.09">6742 513 2384 0,'0'0'44'0,"0"0"27"16,0 0 4-16,0 0 11 15,0 0 21-15,0 0-23 0,0 0-2 0,0 0-5 0,0 0 2 0,0 1-26 16,-1 36 3-16,3-15-10 0,1-2-3 0,0 7 6 16,0 0-3-16,0 2 5 0,-1 7-3 0,0 5-5 15,-1 2-2-15,1 9 0 16,-1 2-6-16,-1 4-3 0,-3 0-3 0,1 0 0 16,-1 0-9-16,-1 6-6 0,0 2 4 0,-1 7-6 0,1 2 0 0,-1-2-5 15,2-5 3-15,-2 1-3 0,2-1-1 16,-4 2-1-16,2 3-4 0,0 0 3 0,0-3 1 15,2-8 2-15,0-1 0 0,1 1 1 0,-1-1-1 16,3 6 3-16,0 0-4 0,0-7 3 0,0-5-7 16,2-4 0-16,0-6 3 0,2-2-3 0,-1-1 0 15,4-4-4-15,-3 1 2 0,0-7-3 0,1-4 4 0,-1-5-27 16,1-3-19-16,-5-20-12 0,0 1-135 0,1 1-138 16,-1-2-34-16,1 1-59 15,44 15-351-15</inkml:trace>
  <inkml:trace contextRef="#ctx0" brushRef="#br0" timeOffset="5145.18">7668 1595 1394 0,'0'0'51'0,"0"0"37"0,0 0 35 0,0-1 28 0,0 0 27 15,0 0-49-15,-7-38 2 0,7 39-19 16,0-1-14-16,-20-44-18 0,20 45 5 0,0-1-11 16,-10-40-5-16,10 41 7 0,0-1-5 0,0 0 5 0,-26-40-17 15,26 41 1-15,-1-1-1 0,0 0 1 0,0 0-6 16,-41-37-13-16,42 38 0 0,-1 0-6 0,0 0-5 15,-42-10 0-15,43 10 0 0,-1 0 0 0,0 0-7 0,-39 27-10 16,28-13-2-16,1 5-3 0,0 2 1 0,0 7-2 16,2 2-3-16,-1 8 1 15,0-1 3-15,3 1-8 0,-2-2 5 0,2 0-7 0,2 1-3 16,0 0 0-16,4-1-4 0,1-5 3 16,2-3-10-16,3-7-3 0,0-2-6 0,5-5 3 15,0-3 10-15,1-4-4 0,-11-7 13 0,1 0-11 16,42-3 6-16,-26-10 5 0,7-3-3 0,0-7 3 15,1-5-1-15,6-3-2 0,-1-6 5 0,1 0-2 16,1-1 7-16,-6 1-4 0,0 1-2 0,-2 0 0 0,-3-3 0 16,-1-2 4-16,-3 3 0 0,-2-4 2 15,-2 1-2-15,-3 0-1 0,2 0 0 0,-5 3-1 0,1 1 0 0,-3 4 8 16,1 1-7-16,-3 6 6 16,-1 2-10-16,-1 0 7 0,-1 3 1 0,0 0 1 15,-1 2 0-15,-1 6 6 0,-1-1 1 0,3 14 1 16,0-1-2-16,0 0 15 0,0 0-7 0,0 0 10 15,0 0-6-15,0 0-5 0,-2 1 1 0,1 0-3 0,0 0-14 16,0 1 7-16,-31 41-6 0,28-18 7 16,-1-1-4-16,0 3-2 0,-2 3 3 0,0 5-3 0,0 1 4 0,0 8-2 15,-3 3-1-15,1 2 0 0,-1 2-4 16,0 0 3-16,1 0 1 0,1-2 0 0,0-2-6 16,2-1 3-16,0-4-3 0,3 0 2 0,0-1-6 0,3-4-3 15,2 0 3-15,-1-5-2 16,2-5 1-16,1-4-6 0,3-3-2 0,1-5-1 15,-1-1-5-15,-7-13-8 0,1 0 3 0,0 0-9 16,36 16-44-16,-37-16-78 0,1 0-10 0,0 0-22 0,40-20-42 16,-41 20-70-16,1-1-33 0</inkml:trace>
  <inkml:trace contextRef="#ctx0" brushRef="#br0" timeOffset="5985.39">8098 1474 1419 0,'0'0'236'0,"0"0"-138"0,0 0 44 0,0 0-48 16,0 0 102-16,0 0-52 0,0 0-3 0,0 0-20 15,0 0-24-15,0 1-29 0,-1 0 10 0,-14 39-17 16,15-38 3-16,0 32-9 0,0-12 2 0,1 1-5 16,1-2-1-16,0 0-14 0,-1 0-3 0,0 2-4 0,-1 2-14 0,-1 2-3 15,0-2-1-15,-1-3 0 16,0 0-1-16,1-2-4 0,0-2 0 0,-2-1-2 16,1-3-5-16,2-14 2 0,0 1-7 0,0 0-1 15,0 0-59-15,0 0-49 0,0 0-12 0,0 0-12 16,0 0-38-16,0-1-47 0,0 0-10 0,0-1-25 15,13-34-154-15</inkml:trace>
  <inkml:trace contextRef="#ctx0" brushRef="#br0" timeOffset="6173.97">8185 1259 1818 0,'0'0'128'0,"0"0"-8"0,0 0-7 0,0 0 11 0,0 0 26 16,0 0-49-16,0 0-3 0,0 1-15 0,0 0-17 15,-5 41-23-15,5-42 3 0,0 1-12 0,3 37-20 0,-3-38-12 16,0 1-3-16,0 0-3 0,12 35-7 0,-12-36 2 16,0 0-3-16,0 1-7 0,1 0-106 15,0 0-138-15,38 32-32 0,-39-33-71 16,1 0-494-16</inkml:trace>
  <inkml:trace contextRef="#ctx0" brushRef="#br0" timeOffset="6616.63">8528 1381 1938 0,'0'0'103'0,"0"0"97"16,0 0-18-16,0-1 9 0,0 0 0 0,0 0-7 16,-1 0-63-16,0 0-30 0,0 1-6 0,0-1-11 15,0 0-33-15,0 0-16 0,0 0 1 0,-38-19-7 16,39 20-2-16,0 0 0 0,-1 0 0 0,0 0 0 0,-38 18 1 15,39-18-1-15,-1 1-1 0,0 0-1 0,-39 41-8 16,40-42-4-16,-1 1-3 0,-31 39 0 0,32-40 3 16,-1 1-5-16,-24 36 2 0,25-37-3 0,0 1-1 15,-21 38-1-15,21-39 2 0,0 1-2 16,0 0-11-16,-16 40 0 0,16-41-5 0,0 1 2 0,0 0-7 16,0 0 8-16,4 36-4 0,-4-37 5 0,0 0-9 0,0 0 5 15,1 0 1-15,0 1 2 0,41 23 6 0,-42-24 1 16,1 0 5-16,0 0-3 15,42 10 7-15,-43-10-1 0,1 0 0 0,34 10 1 16,-35-10 1-16,0 0 3 0,2 0-3 0,39 18 2 16,-41-18 1-16,0 0 2 0,1 0 1 0,-1 1 1 15,1 0 7-15,38 40-3 0,-39-41 3 0,0 1-3 0,0 0 2 0,9 40 7 16,-9-41-3-16,0 1 5 16,-9 34 1-16,9-35 3 0,-1 1-1 0,-25 38 0 15,26-39-13-15,-1 1-10 0,-38 39-5 0,39-40-4 16,-1 1-29-16,0 0-23 0,-42 39-12 0,43-40-7 15,-1 0-76-15,0 0-48 0,-35 8-15 0,36-8-15 0,0 0-86 16</inkml:trace>
  <inkml:trace contextRef="#ctx0" brushRef="#br0" timeOffset="7098.6">8650 1605 1520 0,'0'0'121'0,"0"0"66"0,0 0-7 0,0 1 18 0,-1 0-57 16,0 0-12-16,0 0-4 0,0 0-4 0,0 0-28 16,1 0-32-16,0 0-1 0,0 0-12 0,0 0-25 0,-13 36-9 15,13-37 0-15,0 0-2 0,0 0 5 0,2 0-7 16,-2 0-2-16,1 0-1 0,34 9-2 0,-35-9-2 15,1 0-1-15,0 0-1 16,46-7 2-16,-47 7 2 0,1 0 0 0,46-23 0 16,-46 23-1-16,31-25-4 0,-17 11 1 0,1 2-2 15,-2-5 0-15,-2 4-1 0,1 2 4 0,-4-3-1 0,-1 2 10 0,-2 1-7 16,-6 11 1-16,0-1-2 16,0 0 13-16,9-37-6 0,-9 38 6 0,0-1-6 15,0 0 12-15,-1 0-8 0,0 0-4 0,0 0 0 16,-41-31-6-16,42 32 2 0,-1 0 3 0,-35 6-1 15,36-6 12-15,-1 0-9 0,-39 23 3 0,40-23-5 0,-28 27-5 0,13-13-2 16,1 5-1-16,2 0 0 0,0-2-2 16,2 7-3-16,1-3 1 0,2 1-1 0,1 1 4 0,0-5-6 15,1 4 5-15,2-2-6 0,0 4-3 0,3 2-3 16,0-5-8-16,3-1 2 16,1-3-16-16,2-3 8 0,1-2-2 0,2-2 4 15,2-3 4-15,1-2-34 0,4-2-16 0,2-3-13 16,1-3-100-16,0-6-43 0,2-1-14 0,0-5-20 15,2-3-147-15</inkml:trace>
  <inkml:trace contextRef="#ctx0" brushRef="#br0" timeOffset="7550.3">9303 1452 1494 0,'0'0'207'0,"0"0"-24"15,0-2-28-15,0 1 20 0,-1 0-17 0,0 0-24 16,-36-23-7-16,37 24-3 15,-1 0-18-15,-44 2-13 0,44-2 0 0,0 0-4 16,-48 10-5-16,48-10-20 0,0 0-3 0,-48 23-8 16,31-12-30-16,2 2-8 0,-3 2-2 0,1 6 0 15,-1-1-2-15,-2 6-7 0,3 0-2 0,1-2-1 16,2 5-2-16,0-6-2 0,2 4 0 0,4-2-3 16,-1-1-7-16,6-2-13 0,-2-5-3 0,6-2-4 0,0-15-21 15,0 1 15-15,0 0-5 0,1 0 9 0,36 25 3 0,-37-26 12 16,31-12 0-16,-10-1 5 0,1-2 3 15,5-2 7-15,0-4 1 0,1-2 1 16,-2 3-1-16,1-2 2 0,-2 3 2 0,1 2-2 16,-2-1 0-16,-1 3 5 0,-3 1-6 0,-4 2 7 15,-2 0-4-15,-4 1 2 0,-10 11 6 0,0 0-3 16,1-1 14-16,0 0 7 0,0 0 2 0,0 1 2 16,0 0 6-16,0 0-2 0,1 0-3 0,-2 0 0 15,0 0-3-15,0 1-7 0,3 36 2 0,-3-37-3 16,0 1-8-16,-20 38-6 0,12-24 3 0,2 7-3 0,-1 0 0 0,1-1-4 15,1 1-5-15,0-2 1 16,0-3-6-16,2-1-7 0,3-16-13 0,0 1-1 16,0 0-74-16,0 0-37 0,0 0-3 0,0 0-13 15,1 0-25-15,-1 0-14 0,36 15-8 0,-36-16-4 16,26-26-44-16,-10 12-62 0,0-2-53 0</inkml:trace>
  <inkml:trace contextRef="#ctx0" brushRef="#br0" timeOffset="7930.8">9718 1399 1397 0,'0'0'197'0,"0"0"14"0,1-1-26 0,0 0 22 0,0 0-37 16,-1 0-55-16,0 1 9 0,0 0-28 0,0 0-7 15,-1 0-19-15,0 0-4 0,-37 13-4 0,38-13-7 16,-1 0 13-16,-38 22-1 0,39-22 4 0,-1 0-9 0,-42 22-14 16,42-22-4-16,0 1-4 0,-46 25-14 15,32-15-11-15,-2-2 1 0,1 1-5 0,1 1 2 0,-3 0-5 16,2 1 2-16,0-1-4 0,3 1-2 0,2 1-2 15,-2-5-3-15,3 5 1 0,0-4-4 0,3-1-6 16,7-8 1-16,0 0-3 16,0 1-3-16,-2 0-14 0,1 0-1 0,1 1-6 0,0-2 0 0,0 1 9 15,0-1 3-15,0 0 1 16,1 0-2-16,1 0 15 0,44 6-5 0,-46-6 9 0,1 0 2 0,49-10 3 16,-31 10-2-16,0-1 2 15,0 2-3-15,-3-1 0 0,2 3 3 0,-2-2-2 16,0 1 2-16,-1 0 4 0,-1 2-3 0,-14-4 5 15,1 0 0-15,0 0 10 0,0 1 3 0,0 0 3 16,25 40 17-16,-26-41-10 0,0 1 1 0,-28 38-4 0,12-23-9 16,-2 4-14-16,-2 0-2 0,-3 1-5 0,-2-2-16 15,-1-2-32-15,1-3-7 0,6-2-13 0,1-2-61 0,4-5-76 16,14-5-15-16,-1 0-31 16,0 0-126-16</inkml:trace>
  <inkml:trace contextRef="#ctx0" brushRef="#br0" timeOffset="8351">9656 1596 741 0,'0'0'124'0,"1"0"418"0,0 0-386 0,38 18-6 15,-39-18 6-15,1 0-15 0,0 0-45 0,42 18 2 16,-43-18-14-16,1 0 4 16,0 0-56-16,45 0 17 0,-46 0-1 0,1 0 6 15,37-10 0-15,-38 10-4 0,1 0 0 0,41-20 0 16,-42 20 0-16,1-1-6 0,40-25 2 0,-41 26-3 15,1 0-2-15,37-24-14 0,-38 24 1 0,1-1-5 16,0 0-4-16,39-33 3 0,-40 34 2 0,0-1 0 0,1 0 9 0,0 0 5 16,14-37-6-16,-15 38 6 15,0-1-11-15,-1 0-6 0,0 0 6 0,-36-39-6 16,37 40 6-16,-30-15-7 0,14 10 2 0,-1 3-4 16,-2 1 1-16,4 2-4 0,-2 4-5 0,-1 2 1 15,2 2-9-15,-2 1 6 0,0 3-4 0,1 4 2 16,0 1-10-16,-1 2 3 0,1 4 1 0,0-2 1 15,3 4 4-15,0-2-7 0,2 1-3 0,3 0-2 16,1-3-10-16,2 3 2 0,1-2 2 0,4 0 1 0,1 0 14 16,4-5-7-16,2-1 0 0,3-2-4 0,0-3 0 15,3 0 2-15,3-2 3 0,2-1-1 0,0-3 2 0,3-2-2 16,0-2-1-16,-1-2 1 0,3-2-2 0,-2-2 2 16,-1-2-1-16,2-1 2 15,-1-1-5-15,2-2-4 0,6 2-43 0,-2-2 11 16,2 0-146-16,1-2-24 0,-4-1-3 0,2 1-16 15,-1-1-89-15</inkml:trace>
  <inkml:trace contextRef="#ctx0" brushRef="#br0" timeOffset="8715.25">10393 951 2210 0,'0'0'153'0,"0"-1"-87"0,0 0 11 0,0 0-23 16,0 0 95-16,0 0-45 0,0 0 3 0,0 0-20 16,0 0-10-16,1 1-19 0,0 0 4 0,0 0-11 15,36 31-11-15,-24-12-5 0,-3 3 2 0,0 3-4 0,3 0-4 16,0 5 6-16,0-2-1 0,-1-2 4 15,0 0 2-15,0 1-10 0,1 5 3 0,-1 3-4 16,1 4 3-16,0 2-4 0,-1-1-1 0,0 3 0 16,-1-1-7-16,0 2-11 0,-1-2 5 0,-1-3-6 15,-1 2 0-15,-2 2-1 0,-3 3-1 0,-2 6 1 16,-1-1-4-16,-2 0 5 0,-1-2-4 0,-2-1 5 16,-3-3 0-16,-1-4-9 0,-1-5-2 0,0-3-8 15,-2-2-51-15,0-3-93 0,-2-4-13 0,-1-8-36 16,0-4-114-16,-1-6 733 0</inkml:trace>
  <inkml:trace contextRef="#ctx0" brushRef="#br0" timeOffset="9393.99">4535 2558 1995 0,'0'0'59'0,"-1"0"-15"0,1 0 35 0,-1 0 21 16,0 0 20-16,1 0-12 0,-2 0-13 0,2 0-2 15,0 0-20-15,-1 0-13 0,1 0 3 0,0 0-9 0,0 0-10 16,1 0-12-16,1 0-6 0,43-14-2 0,-44 14-13 15,32-2 24-15,-8 2-2 0,6 2 8 16,3-2 4-16,5 1-4 0,2 2-1 0,3-3-2 16,3 1-9-16,-1-5-9 0,-1 2 2 0,1 0-6 0,2-1-8 15,6 0-1-15,6-1-2 0,2-2 2 0,0 3 2 16,-5-2-9-16,-7 2 5 0,-7 2-6 16,-3-1-2-16,-6 3 8 0,-2-1-5 0,0 3 7 15,-4-2-4-15,1-1 0 0,1 5 1 0,-2-4 0 16,-2 2-1-16,-3 1 7 0,-4-4 1 0,-7 1 2 15,-12-1-12-15,1 0-15 0,0 0-13 0,0 0-4 16,0 0-62-16,0 0-32 0,0 0-18 0,-1 0-9 16,0 0-110-16,0 0-160 0,-18-2-116 0</inkml:trace>
  <inkml:trace contextRef="#ctx0" brushRef="#br0" timeOffset="9818.43">4589 2637 1916 0,'0'0'64'0,"0"0"0"0,0 0 15 15,0 0 57-15,0 0-11 0,0 0 19 0,1 0-48 16,-1 0 0-16,1 0-11 0,37-16 2 0,-38 16-41 0,32 2-3 16,-9-2-2-16,3 1 0 0,1-3 1 0,6 1-22 15,-1 1 12-15,5 1-15 16,0-1 16-16,2 0 8 0,-1 1-2 16,-1-1 4-16,-1-2-7 0,3 1-7 0,0-2-6 0,7 0 3 15,3 1-7-15,1 2-4 0,2 0 0 0,-4 0-2 16,-2 1-1-16,-6-3-7 0,-2 1 5 0,-6-1-6 0,2-1 0 15,-1 2-3-15,1-1 3 0,1 2-2 16,-1-1 5-16,-1 1-1 0,-2 0-4 0,-4-4 3 0,-7 4 2 0,-2-1 0 16,-2 1 1-16,-16 0-2 0,1 0 3 0,0 0-53 15,0 0-3-15,0 0-28 16,1 0-81-16,-2 0-99 0,0 0-31 0,0-1-44 16,-22-20-297-16</inkml:trace>
  <inkml:trace contextRef="#ctx0" brushRef="#br0" timeOffset="10133.28">4622 2634 2330 0,'0'0'190'15,"-1"0"-156"-15,0 0-20 0,0 0-20 0,1 0 56 16,0 0-6-16,0 0 4 0,1 0-5 0,35 3 8 15,-10-5-13-15,3 0-2 0,6-4-3 0,6 3 7 0,3-2 10 16,2 3 1-16,0 0-1 0,-2-4-15 0,-2 1 5 16,-1 0-4-16,5 0 3 15,1 2-12-15,4 0-16 0,-1-3 7 0,-1 3-10 16,-2-2 4-16,-6-1-10 0,-2 3 0 0,-7 1-2 16,0-1 9-16,-4 3-7 0,-3-2 5 0,-3 0-4 15,0 0 4-15,-3-3 2 0,1 5-4 0,-2-4 3 0,-3 3-17 16,-15 1-76-16,1 0-3 0,0 0-30 15,0 0-48-15,0 0-97 0,-1 0-25 0,0 0-80 16,-22-10-624-16</inkml:trace>
  <inkml:trace contextRef="#ctx0" brushRef="#br0" timeOffset="10341.45">4737 2729 2220 0,'-11'5'12'0,"11"-5"36"0,0 0-3 0,0 0 18 15,0 0 23-15,20 13 17 0,4-11-3 0,6-1 8 0,5-1-10 0,4-2-15 16,3 0-4-16,0-1-4 0,-1-1-16 0,2 0-12 16,4-1 2-16,2-1-7 0,3 0-10 0,2 1-9 15,-2-1-1-15,-4-1-2 0,-3 4-7 0,-4-1-4 16,-7 1 2-16,-4 3-3 16,-3-2-6-16,-2 2 9 0,-3 0-7 0,1 1 8 15,1 0-15-15,-2 0-161 0,1 3-27 0,0-2-74 16,-1 2-329-16</inkml:trace>
  <inkml:trace contextRef="#ctx0" brushRef="#br0" timeOffset="11095.43">11290 1339 1268 0,'-14'2'221'0,"14"-2"85"0,-1 0 18 15,0 0-229-15,0 0 10 0,0 0 44 0,0 1 8 16,1 0-16-16,0 0-50 0,0 0-9 0,0 0-3 16,1 0-2-16,35 31-23 0,-15-29-11 0,-2-1-5 15,6 0 0-15,2-2-9 0,-1-2-9 0,4-1-4 16,-1 0-1-16,2 0-10 0,-4 1-4 0,1-3 6 16,-2 1-6-16,-2 1 6 0,-3-1 1 0,-2 1-8 0,-3 1 3 15,-16 2-40-15,1 0-110 0,0 0-4 0,-1 0-43 16,2 0-78-16,-1 0-101 0,0 0-99 0</inkml:trace>
  <inkml:trace contextRef="#ctx0" brushRef="#br0" timeOffset="11264.43">11292 1681 1996 0,'0'0'285'0,"0"0"-210"0,0 1-32 0,0 0-14 0,0 0 138 15,28 38-32-15,-28-39 7 16,2 0-22-16,40 12-37 0,-20-7-45 0,1-2-2 0,1 1-15 15,1-1-15-15,-2-2-1 0,-1-1-4 0,0-1 0 16,1-2-11-16,2 1-68 0,0 1-28 0,1-4-28 16,0-4-207-16</inkml:trace>
  <inkml:trace contextRef="#ctx0" brushRef="#br0" timeOffset="11685.75">12185 1333 1690 0,'-12'-6'160'0,"0"0"-87"0,12 6 10 16,-1 0-16-16,0 0 119 0,-39-12-44 0,40 12 5 0,-2 0-19 15,2 0-8-15,-1 0-29 0,-39 11-2 0,40-11-12 16,0 1-20-16,-20 38-11 0,15-20 6 0,1 4-8 16,2 3-1-16,0-1 0 0,1 2-9 0,1-2 5 15,1 0-17-15,3-7-13 0,1-1 4 0,2-2-8 16,1-2-1-16,4-4-4 0,-3 0-3 0,5-4 0 16,1-2 0-16,3-3 3 0,0-5-1 0,2-1 2 15,0 0-1-15,-1-6-1 0,0-2 2 0,-2-3 0 16,-1-2 12-16,-1 0-8 0,-1 0 4 15,-2 0-4-15,-6 1 12 0,0 1 2 0,-2 1-1 0,-5 0 3 16,1 0 9-16,-3-1-2 0,-4 1 7 0,1 0-7 16,-2 1 2-16,-3 2-13 0,-1 3-5 0,2 4-4 15,10 6-29-15,-1 0-36 0,0 0-9 0,-36-11-14 16,37 11-62-16,-1 0-80 16,0 0-24-16,-36 18-31 0,37-18-184 0</inkml:trace>
  <inkml:trace contextRef="#ctx0" brushRef="#br0" timeOffset="11851.51">12511 1590 1979 0,'4'12'85'0,"4"3"15"0,-1-1 2 0,-1 0 17 16,-1 4 48-16,-1-3-83 0,-2 0-3 16,-2-15-29-16,0 1-35 0,0 0-17 0,0 0-6 15,11 35-11-15,-11-36-94 0,0 0-21 0,0 0-29 16,0 0 3-16,1 0-126 0</inkml:trace>
  <inkml:trace contextRef="#ctx0" brushRef="#br0" timeOffset="12367.13">12962 1281 1375 0,'0'0'225'0,"0"0"-109"0,0 0 78 16,0 0-143-16,0-1 132 0,0 0-9 0,0 0-1 15,0 0-10-15,-12-36-42 0,12 37-18 0,0-1-3 0,0 0-7 16,11-41-25-16,-7 26 4 0,0 1-3 0,-4 15 5 16,0-1-4-16,14-40-12 0,-11 22-1 0,-3-2-5 15,0 1-13-15,-2 4-4 0,-1 1 0 0,-2 2 1 16,-2 2 12-16,7 11 4 0,-1 0 5 0,0-1-5 16,-36-15-21-16,37 16-19 0,-1 0-5 0,-44 17-3 15,30-6-12-15,-3 2 3 0,3 3-1 16,0 4 2-16,2 3-3 0,0 0 0 0,0 2-2 15,1-2 1-15,2 4-2 0,3-2 9 0,2 0-4 16,2-1 4-16,1-2-7 0,3-2-7 0,2-3-2 16,3-2-3-16,0-4-20 0,-6-11-3 0,1 0-3 0,0 0 1 15,42 16 2-15,-42-16 15 0,35-7 4 0,-12 0 3 16,1-2 17-16,2-1 4 0,-2 0-2 0,-1 2 2 16,-3 1 3-16,-2 1-1 0,-1 1 5 0,-5 3-5 15,-13 2 5-15,1 0 16 0,-1 0-4 16,1 0 10-16,0 0 11 0,0 0 0 0,35 10 0 0,-36-10-3 15,0 1-21-15,0 0-4 0,-4 40 0 0,4-41-2 16,-6 34 1-16,3-12-9 0,-1 3 7 0,0 2-8 16,-1 2 6-16,1 3-8 0,-1 1 2 0,0 3-1 15,-2 0 7-15,-2 2 0 16,0 5-4-16,-1 2 2 0,-1 1 0 0,1 0-6 0,-1-2 4 0,2-5-4 0,1-2 2 16,0-3-1-16,0-6-4 15,2-7 0-15,0-4-32 0,6-17-53 0,0 1-13 0,0 0-17 16,0 0-71-16,0 0-23 0,0 0-9 0,16 8-11 15,-3-29-87-15,2-6-239 0</inkml:trace>
  <inkml:trace contextRef="#ctx0" brushRef="#br0" timeOffset="12718">13380 1191 2046 0,'0'0'77'16,"0"0"48"-16,0 0-63 0,0 1 84 0,-10 34-14 15,10-35 32-15,0 1-50 0,-22 39-17 0,13-23-5 16,1 3-6-16,-1-1-34 0,4 2-9 0,-1 1-4 0,2-1 0 16,0 1-13-16,0-4-5 0,1 2-3 0,1-1 0 15,2-1 0-15,0 1 2 0,0 1 0 16,1-1 1-16,3 1-6 0,1-1-8 0,2 1 0 16,1 0-2-16,1-3-3 0,2-1-2 0,1-2-1 0,2 2-1 15,1 1-3-15,4 0-5 0,1 1 2 0,-2-1-2 16,2-3 6-16,-1 0 3 0,-2-2-1 15,0 2 2-15,-1-3 0 0,-2-1 1 0,-1 1 5 16,-1 0-2-16,-2 1 6 0,-3-1 14 0,-1 0-6 0,-3 1 10 16,-1 0 3-16,-1 1 2 0,-1-1-1 0,-5 0 0 15,-3 0-8-15,-4 3-7 0,-2-1-2 0,-4-1-3 16,-2 3-25-16,-4-2-13 0,-2-3-13 0,-6-4-2 16,-1-3-70-16,-4-4-67 0,-2-1-8 0,1-4-26 15,0-5-75-15,-1-4-127 0,0-7-73 16</inkml:trace>
  <inkml:trace contextRef="#ctx0" brushRef="#br0" timeOffset="12911.1">13348 1179 1930 0,'18'-8'85'16,"1"3"117"-16,3 2-118 0,1-2 63 0,2 5-11 0,-1 0 19 15,0 1-69-15,1 4-10 0,0 0-2 0,0-5-3 16,0 3-22-16,-1-2-10 0,0 4 0 0,-3 2-4 15,1-2-14-15,-2 0-8 0,-2-2-5 0,-2 0 1 16,1 2-9-16,-3 0 7 0,1 0-1 0,3-2 2 16,-3-2-11-16,3-1-109 0,0 1-3 0,2 1-48 15,-2 2-102-15,2-4-154 0,0 0-158 0</inkml:trace>
  <inkml:trace contextRef="#ctx0" brushRef="#br0" timeOffset="13082.6">14206 1440 1963 0,'0'0'322'0,"0"0"-231"0,1 1 60 0,0 0-146 0,44 40 74 16,-45-41-14-16,1 0 2 0,39 18-14 0,-40-18-42 16,1 0-31-1,36 5-20-15,-37-5-15 0,1 0-134 0,-1 0-158 0,1-1-116 16</inkml:trace>
  <inkml:trace contextRef="#ctx0" brushRef="#br0" timeOffset="13232.08">14445 1872 2546 0,'0'23'95'0,"0"3"48"15,0 0-108-15,-3 3 13 0,-3-2-11 0,-4 0-4 16,-4-5-156-16,-3-6-335 0</inkml:trace>
  <inkml:trace contextRef="#ctx0" brushRef="#br0" timeOffset="14311.95">17219 599 1627 0,'0'0'178'0,"0"0"44"0,0 0 5 0,0 0-161 0,0 0 5 0,0 0 65 16,-1 0-1-16,0 0-3 0,1 0-69 0,-41-8-17 15,41 8 1-15,0 0-7 0,0 1-6 0,-10 39-9 16,7-24 2-16,2 6-4 0,0 4 7 16,-1 2 1-16,2 6 2 0,2 10 0 0,-1 3-3 0,-2 8-10 15,-1 5-1-15,2 6-1 0,-1-3 4 0,0 2 24 16,-1 4-10-16,-3 0 12 0,3 6-34 0,-2 2 3 15,0-1-8-15,2-7 6 0,-1-4-5 0,-1-2 2 16,1-3 0-16,-1-4-1 0,1-4-5 0,2-7 6 16,1-5-2-16,1-7 3 0,0-3 0 0,1-8-40 15,0-4 0-15,-2-18-21 0,0 1-48 0,0 0-52 16,0-1-10-16,0 0-16 16,-3-11-63-16,-1-10-93 0,1-8-31 0</inkml:trace>
  <inkml:trace contextRef="#ctx0" brushRef="#br0" timeOffset="14641.44">17165 775 2378 0,'0'0'22'0,"0"0"-13"0,-1 0 27 0,0 0-7 0,0 0 118 15,0 0-60-15,0 0-3 0,0 0-25 0,1 0-51 0,0 0 8 16,0 0 0-16,0 1 3 0,0 0-6 15,1 0 1-15,45 39-4 0,-22-30 5 0,2 0 0 16,2 1 5-16,2 1 0 0,-1-2 1 0,1 1-6 0,-2 1 3 16,1 0-3-16,-3 2 5 0,0-1 10 0,-6 1 16 15,-2 1-7-15,-2 0 6 0,-3 0-19 0,-2 3 14 16,-3 2 3-16,-3-1 2 0,-4 1 0 0,-1 2-7 16,-5 0-5-16,-5 1 0 0,-3 3-17 0,-5 3-5 15,-5 0-1-15,-5 8-1 0,-4-1-9 0,-2 2 1 16,-3 2-1-16,0-7 1 15,-2-1 2-15,-1-3-41 0,0-4-14 0,6-1-20 0,3-3-115 0,7-5-111 16,0-3-27-16,4-6-60 0,1-2-399 0</inkml:trace>
  <inkml:trace contextRef="#ctx0" brushRef="#br0" timeOffset="15221.89">18194 714 1319 0,'0'0'379'0,"-1"0"-271"0,1 0-39 0,-2 0-18 0,1 0 183 16,-34 6-77-16,35-6 10 0,0 0-40 0,-1 0-35 0,-1 0 0 15,2 0-5-15,-1 0 1 0,-40 23-25 16,41-23-15-16,-1 1-4 0,-24 34-3 0,13-17-9 0,0 5-1 15,-1 3 0-15,1 6-2 16,1 4-8-16,-2 6-5 0,1 5 2 0,0 1-3 0,-1 2 4 16,1 3 3-16,-2 0-3 0,3 8 1 0,-1 5-7 15,1 1-8-15,2 3 2 0,3-3-4 0,2-8 6 16,4-1-2-16,1-5 0 0,5-6 0 0,1 1 0 16,4-9-3-16,2-2 3 0,3-6-2 0,1-3 2 0,2-5-6 15,-1-5 4-15,2-4-5 0,-1-6-8 0,-1-1-80 16,1-3-13-16,0-5-30 0,2-3-125 0,1-6-324 15</inkml:trace>
  <inkml:trace contextRef="#ctx0" brushRef="#br0" timeOffset="16288.25">18433 860 1568 0,'0'0'53'0,"0"0"13"0,-1 0 49 15,1 0 48-15,-2 0 36 0,1 1-55 0,0 0-1 0,0 0-33 16,0 0-43 0,-36 23 2-16,37-24-4 0,0 0 3 0,1 0-12 0,-1 1 3 15,2 0-4-15,46 30 3 0,-32-25 0 0,4 0 0 16,2 0-3-16,2 0 0 0,1-1-13 0,-1-3-12 16,0 0 0-16,4-1-6 0,3-1-2 0,0 0-6 15,4-1-1-15,-2 0-2 0,-2-1-6 0,0 1 0 16,-3-1 3-16,-1 0-3 0,-3 0 4 0,-3 1-6 0,-2 0 2 15,-2 1-3-15,-3 0 9 0,-1 0-2 16,-13 0 0-16,1 0-2 0,0 0 3 0,0 0-52 16,35-1-2-16,-36 1-25 0,0 0-63 0,0 0-47 15,0 0-9-15,0 0-17 0,0 0-79 0,0 0-173 16</inkml:trace>
  <inkml:trace contextRef="#ctx0" brushRef="#br0" timeOffset="16521.68">18817 1020 808 0,'0'0'111'0,"0"0"274"16,-1 0 189-16,0 0-498 0,0 0 109 0,0 0 5 16,-35 14 4-16,36-14-16 0,0 0-73 0,0 0-14 0,0 1-2 15,0 0-5-15,-12 34-19 0,12-35-3 0,0 1 2 16,0 39-2-16,1-22 0 0,2 2-13 0,-3 1-2 16,2 4-3-16,-1 2-2 0,-1 7-11 15,0 2 0-15,0 2-6 0,-1 5-10 0,-1-1-1 16,1 0 0-16,-3-2-1 0,1 0-5 0,0-4-1 15,-1-5-1-15,-1-4 0 0,2 0 1 0,-2-1-56 16,1 0-13-16,2-1-25 0,-1-5-108 0,1-2-114 16,2-3-28-16,0-15-67 0,0 1-457 0</inkml:trace>
  <inkml:trace contextRef="#ctx0" brushRef="#br0" timeOffset="16995.68">19237 798 2047 0,'0'0'61'0,"0"0"-14"0,0 0 44 0,0 0 95 16,0 0-25-16,0 0 34 0,0 0-115 0,0 0-4 16,0 0-1-16,-1 1-1 0,0 0-6 0,-22 43-29 15,18-25 6-15,0 1-13 0,1 4-5 0,-1 2 0 0,2 5-5 16,1 0 4-16,0 4 0 0,1 1 8 0,-3 1-3 15,1-2 1-15,0 0-14 0,0 4-3 0,1 4-2 16,-3 5 0-16,-2 2-1 16,0 1-10-16,3 3 6 0,0-1-6 0,0-1 11 0,0-4-10 15,-4-3 6-15,2-1-7 0,1 0 6 0,-1-2-3 16,1-1-2-16,1-6 1 0,3-4 4 0,1-5-21 16,0-4-1-16,-1-4-11 0,0-2-30 0,1-16-30 15,0 1-7-15,0 0-10 0,0 1-40 0,0-2-34 16,0 0-6-16,0 0-15 0,0 0-71 0,13-26-220 15</inkml:trace>
  <inkml:trace contextRef="#ctx0" brushRef="#br0" timeOffset="17325.72">19193 820 2000 0,'0'0'18'0,"0"0"99"15,0 0-11-15,-1 0 45 0,0 0-1 0,0 0-79 16,0 0 0-16,0 0-26 0,1 0-10 0,0 0-12 16,0 0 0-16,0 0-4 0,1 0 8 0,39-4-1 15,-39 4 2-15,35 3-3 0,-15 0 1 0,3-1-8 16,2 4 3-16,-2 0-5 0,0 2 6 0,-4 2-4 16,2 0 5-16,-3 1-5 0,-1 2 5 0,0 2 2 15,-2 0 1-15,-4 0 0 0,1 1 4 0,-2 1 7 16,-1 0-5-16,-2 3 6 0,-4-1 1 0,-3 2-3 0,-2 0 4 15,-4 0-5-15,-1-1 3 0,-5 2-3 0,-1-2-2 16,-1 0-2-16,-4 2-18 16,-1-3 5-16,-1 3-6 0,-1 1 5 0,0-1 1 0,1-2-10 15,-2-3 3-15,-1-6-7 0,2 0-4 0,-2-4-45 16,0-2-11-16,2-2-21 0,-1-2-101 0,4-1-91 16,-1-1-26-16,3-2-57 0,15 3-428 0</inkml:trace>
  <inkml:trace contextRef="#ctx0" brushRef="#br0" timeOffset="18038.83">20120 291 1666 0,'0'0'74'0,"-1"0"-26"15,0 0 57-15,0 0 130 0,0 0-42 0,-36 9 27 0,37-9-129 16,0 0 5-16,0 1-27 0,-16 36 10 0,16-37-6 15,-1 1 0-15,-23 43-3 0,21-17-12 0,-1 2 2 16,2 6-2-16,1 1 2 0,0 5 1 0,-1 0-8 16,1 0 2-16,1 5-5 0,-2 0-9 15,1 6-10-15,0 6 0 0,0 5-3 0,0 0-7 16,-2 1-6-16,-2-1-2 0,2-1 0 0,-2 1 0 0,2 4-4 16,-1 5 4-16,-1 4-4 0,2-4 0 0,-2-5-1 15,2-1-2-15,0 0 1 0,-1 1-7 0,2 3 10 16,-1 0-7-16,0-6 6 0,2-4-12 0,-1-5 13 15,1-6-5-15,1 0 8 0,0-3-10 0,0 1-2 16,0-3 7-16,-1-6-6 0,1-5 8 0,-1-3-23 16,0-5-11-16,1-8-9 0,0 0-58 0,0-17-89 15,0 1-15-15,0 0-40 0,0 0-171 16</inkml:trace>
  <inkml:trace contextRef="#ctx0" brushRef="#br0" timeOffset="19077.34">20391 1178 1645 0,'0'0'209'0,"0"0"-121"16,0 0 7-16,-1 0-20 0,0 1 145 0,0 0-96 15,0 0 8-15,-29 47-43 0,25-33-24 0,0 8 12 16,0 1-5-16,0 2 5 0,0 2-15 0,1 3-17 16,1 3 1-16,-1 0-6 0,0 2 0 0,0-3 4 15,0-1-5-15,1 1 3 0,0-5-18 0,0-2-5 16,0-3 2-16,0-5-4 0,1-1 0 0,0-2 1 16,2-15 2-16,0 1-1 0,0 0 1 0,0 0-4 15,0 0-6-15,0 0 1 0,0 0-21 0,0-1-7 16,0 0-1-16,0-1-1 0,0 0 6 0,15-46 1 15,-8 29 3-15,0-4-1 0,0-4 8 0,0-4 0 16,0-1 2-16,-1-2-1 0,1 1 3 0,-1-1 0 16,1 1 1-16,1 3-2 15,1 3-1-15,-2 1 4 0,1 3 2 0,0 2-1 16,2 1-1-16,-2 6 8 0,0-2-3 0,1 2 6 0,1 1 7 16,-10 12-9-16,1 0 3 0,0-1-6 0,0 1-5 15,39-15 9-15,-40 15-7 0,1 0 7 0,0 1-11 16,35 30 3-16,-36-31 2 0,19 36 0 0,-13-14-1 0,2 6 6 15,-1 3-4-15,-3 2 4 0,0 2-4 16,-1 1-7-16,0 0 5 0,0-2-5 0,2 0 12 16,-3-5-7-16,1-2 1 0,0-6-2 0,0-2-1 0,2-3-4 15,-1-2-6-15,-4-14-4 0,0 1-60 0,0 0-86 16,1 0 0-16,0 0-32 0,0 0-25 16,42 19-15-16,-31-33 8 0,1-6-13 0,1 0-22 0,2 0-95 15,0 0-47-15</inkml:trace>
  <inkml:trace contextRef="#ctx0" brushRef="#br0" timeOffset="19345.39">20827 1432 497 0,'0'0'487'16,"0"0"-162"-16,0-1-24 0,0 0-35 0,0 0-53 0,0 0-57 16,0 0-8-16,0 0-16 0,0 1-32 0,0 0-23 15,0 0 2-15,0 1-8 16,-1 0-4-16,-19 44-6 0,20-44-4 0,0 0 0 16,-8 53-16-16,8-38-12 0,0 0-3 0,0-16-3 15,0 1-16-15,0 0 1 0,19 38-2 0,-19-39 1 0,1 0-9 16,0 0 4-16,40 9 0 0,-41-9 3 0,0 0 8 15,42-12 5-15,-26-1 3 0,-1 0-2 16,2-2-2-16,-2 1 3 0,0 0-3 0,-5 0 3 0,0 0-5 0,-4 2 16 16,0-1-5-16,-6 13 10 0,0-1 6 0,0 0 4 15,-3-36 1-15,3 37-3 0,0-1-14 0,-1 0-16 16,0 0-8-16,-45-25-4 0,46 26-32 0,-2 0-32 16,-36 3-4-16,38-3-16 0,0 0-63 0,-42 14-88 15,42-14-22-15,-1 0-41 0,-36 14-249 0</inkml:trace>
  <inkml:trace contextRef="#ctx0" brushRef="#br0" timeOffset="20260.95">21957 1421 1657 0,'0'0'66'0,"0"0"21"0,0 0 58 0,0 0 17 0,-2 0 40 16,1-1-81-16,0 0 0 0,-35-28-34 0,36 29-2 15,-2-1-16-15,1 0-5 0,-33-36-3 0,34 37-11 0,0-1-12 16,-1 0 7-16,-27-41-9 0,28 42 2 0,-1-1-8 15,0 0 1-15,0 0-4 0,-40-39-1 0,41 40 1 16,-1 0-4-16,0 0 3 0,-37-14-6 0,38 14-17 16,0 0 3-16,-36 11-8 0,36-11-5 0,-27 21-4 15,11-4 3-15,1 4-3 16,-2 1 6-16,2 8-1 0,-2 1 2 0,2 4 0 16,2 3 5-16,1-1 0 0,4 2-4 0,1-5 1 15,3-1-1-15,3-2 6 0,0-3 2 0,4-1 1 16,0-5-6-16,2-2 6 0,2-5-9 0,1-3 6 0,2-1-12 15,4-6 7-15,1-4 0 0,2-4 1 0,-1-4-8 16,3-4 3-16,-2-5-4 0,2-4 3 0,3-2-5 0,0-5 6 16,0 0 2-16,1-4 1 0,-1-1 3 0,0-1 0 15,-2-3 1-15,-3-1 0 0,-1-3 1 0,-1-2 5 16,-4 0-5-16,-2-4 5 0,0-3-7 0,-1 3 6 16,-1-1-2-16,-1 3 3 15,-4 0-4-15,0-2 10 0,0 4-2 0,-2 1 4 0,4 5-9 16,-4 5 13-16,0 3 0 0,0 6 5 0,-2 1 1 15,1 8-2-15,1 13 2 0,0-1 0 0,0 0 2 0,0 0-10 16,0 0-8-16,0 0-1 0,0 0-19 0,-1 1-2 16,0 0 5-16,-20 27-3 0,15-1 6 0,-1 5 8 15,4 5-2-15,-1 6 5 0,-1 4 1 0,0 2 3 16,-1-1-5-16,0 2 5 0,-1 2-1 0,2 5 5 16,-1 5-5-16,0 5 3 15,2 1-7-15,2-4-1 0,-1-7 8 0,3-9-6 16,0-5 4-16,-1-5-2 0,2-1-5 0,2-2 2 15,0-6-5-15,1-4-64 0,1-6-14 0,-1-3-29 0,-4-15-128 16,0 1-96-16,0 0-47 0</inkml:trace>
  <inkml:trace contextRef="#ctx0" brushRef="#br0" timeOffset="21254.66">22207 1363 376 0,'0'0'183'0,"0"0"140"0,0 0 55 0,0 0-171 0,0 0 29 16,0 0-72-16,0 0-4 0,0 0-37 0,0 0-34 15,-1 0 6-15,0 0-1 16,0 0-1-16,0 0-25 0,0 1-5 0,0 0-7 16,-15 40 2-16,16-41-21 0,0 1-8 0,2 46-3 15,-1-28-2-15,0 0-8 0,0 3-1 0,1-1 4 0,0 0-3 16,1 0 1-16,-3-2-3 0,0 0-3 0,0 0 1 16,0 1 2-16,-1 1-3 0,1 0 1 15,-2-2-1-15,1 0 2 0,1-6 7 0,0-13 2 0,0 1 0 16,0 0-8-16,0 0-77 0,0 0-7 0,0 0-29 15,0 1-52-15,0-2-51 0,0 0-13 0,18-13-24 16,-13-9-131-16</inkml:trace>
  <inkml:trace contextRef="#ctx0" brushRef="#br0" timeOffset="21462.2">22251 1125 1532 0,'0'0'253'0,"0"0"-192"0,0 0 69 0,0 0-108 15,0 0 173-15,-1 0-65 0,0 1 11 0,0 0-40 16,-17 35-54-16,18-36-15 0,0 1-3 0,0 0-5 16,6 42-17-16,-6-43 3 0,0 1 0 0,13 38 1 0,-13-39 7 15,0 1-26-15,1 0-13 0,24 34-12 0,-25-35-100 16,0 0-53-16,1 1-9 0,0 0-20 0,44 32-88 16</inkml:trace>
  <inkml:trace contextRef="#ctx0" brushRef="#br0" timeOffset="21839.11">22586 1330 1824 0,'0'0'7'0,"0"0"205"0,0 0-60 0,-1 0 97 0,0 0-145 0,0 0 3 16,0 0-10-1,-40 14 5-15,41-14-35 0,0 0-11 0,-1 0-4 16,0 0-2-16,-35 21-18 0,36-21-13 0,-1 0-3 0,0 1-3 15,0 0-8-15,-35 31 1 0,36-32 0 0,0 0 0 16,-1 1-4-16,0 0 2 0,0 0-4 0,-36 33 3 16,37-34-11-16,0 0 3 0,-1 1-6 0,0 0 6 15,-22 37-9-15,23-38 5 0,0 1 0 16,0 0 1-16,-9 36 0 0,9-37 1 0,0 1 5 0,0 1-2 16,0-2 4-16,13 38 0 0,-13-38 1 0,0 0-1 15,1 1 1-15,35 23 7 0,-36-24-8 16,1 0 9-16,0 0-4 0,47 12-2 0,-48-12 3 15,1 0-3-15,46 4-3 0,-47-4 2 0,1 0-4 0,40 6 4 16,-41-6-3-16,1 0-1 0,0 0 2 0,0 1 0 16,0 0 1-16,0 0 0 0,14 35 5 0,-15-36-3 15,-20 22 16-15,4-6-11 0,-1 2-1 0,-3-1-3 0,0 1 3 16,1 1-7-16,0-1 0 0,1-2-2 16,-1 0 8-16,3-3-47 0,-3-2-12 0,2-6-21 0,2 0-100 15,1-4-104-15,14-1-26 0,-1 0-59 0,0-1-394 16</inkml:trace>
  <inkml:trace contextRef="#ctx0" brushRef="#br0" timeOffset="22575.39">22607 1497 1153 0,'0'0'81'16,"1"0"232"-16,0 0-205 0,39 2 77 0,-40-2-18 0,0 0 23 16,1 0-101-16,0 0 14 0,0 1-9 0,1 0 5 15,32 22-58-15,-34-23 0 0,0 0-6 0,1 0 4 16,0 0-9-16,40-8-2 0,-41 8-4 0,2 0 2 15,-2-1-8-15,42-27-1 0,-42 28-2 0,1-1 1 16,0 0 0-16,27-38-3 0,-28 39 5 0,0-1-6 16,0 0 1-16,0 0 7 0,0 0-3 0,8-37 5 15,-8 38-8-15,0 0-4 0,0 0-3 16,0-1 0-16,-2 0-15 0,1 0 3 0,-42-17-5 16,43 18 5-16,-1 0-3 0,-40 16 5 0,40-16 2 0,0 1 1 15,-45 31 6-15,31-19-3 0,-2 2 1 0,0 4-2 16,1-2 3-16,2 5 1 0,1 0 0 0,2-1-1 15,2 2 0-15,2-3 2 0,2 4 2 0,3-4 0 16,2 1 0-16,1 3 1 0,0-6-3 0,5 4 3 16,1-3 4-16,4-4 2 0,1-1 2 0,3-7-2 15,1 1-15-15,3-5-32 0,3-3 1 0,-2-3-13 16,3-4-7-16,1-5-14 0,0-2-2 0,1-4-4 16,-1-2-13-16,-1 3 18 0,-1-3 0 0,0 1 10 15,-2 0 23-15,-2 2-2 0,3-2 6 0,-1 2-3 16,-3 2 21-16,-1-2 10 0,-3 2-1 0,-2 2 4 15,-2-1-3-15,-1 0 11 0,-1 1-5 0,-6 1 9 16,-1 12 10-16,0-1 9 0,0 0 14 0,0 0-5 0,-14-38 37 16,14 39-9-16,-1 0-2 15,0 0-4-15,-34-16-17 0,35 16-11 0,-1 0-1 0,0 0-3 16,0 0-5-16,-43 13 6 0,44-13-3 0,0 0 3 16,-1 1-19-16,-39 38 1 0,40-39-4 0,-17 31 3 15,7-12-6-15,2 1-5 0,0 0 0 0,1 1-1 16,3-3-3-16,0 3 2 0,0 0 0 0,3-6 0 15,1 8 2-15,1-6 4 0,3-2-2 0,-4-15 3 16,0 1 4-16,0 0-10 0,2 0 0 0,34 37-3 16,-36-38-6-16,1 0-2 0,35-19 3 15,-20 6-2-15,0-1 5 0,-1-3-1 0,0-1-2 16,-1-1 2-16,1 2 1 0,-3 2 1 0,2-1 4 16,-3 1-1-16,1-2 7 0,-2-2 0 0,-1 2-4 0,-2 5 1 15,-7 12 0-15,0-1-1 0,0 0 4 0,0 0-4 16,0 0-6-16,0 0 5 0,0 0-1 0,0 1 5 15,0 0 2-15,0 0-3 0,0 1-3 0,-20 41 1 16,20-42-3-16,0 1-2 0,-15 48 0 0,15-49-2 16,0 2 2-16,-10 39 4 0,10-41 0 0,0 1 0 15,1 44-21-15,-1-45-70 0,0 0-1 16,0 1-28-16,1 0-46 0,1-1-19 0,42 13-13 16,-44-13-6-16,33-17-70 0,-14 2-18 0,1-7 0 0,1 2-8 15,-1-4-37-15,-1 3 5 0</inkml:trace>
  <inkml:trace contextRef="#ctx0" brushRef="#br0" timeOffset="22895.33">23326 1432 479 0,'9'-18'155'16,"-1"1"286"-16,-1 2-141 0,-3 3-32 0,-4 12-16 0,0-1-3 16,0 0-54-16,0 0-28 0,12-35-4 0,-12 36-9 15,0 0-28-15,0 0-43 0,-1 0 1 0,0 0-17 16,0 0-14-16,-35 12-11 0,36-12 0 16,-1 1-5-16,0 0-10 0,-44 37 1 0,31-23-3 15,-1 1 1-15,1 1-9 0,1 0-8 0,-1 0-1 0,1-1-2 16,0 0-3-16,3-1-1 0,1 0 5 0,1-2-4 15,1-1 3-15,7-12-6 0,0 1-1 0,0 0-1 16,0 1 3-16,0-2-1 0,4 39 2 0,-4-39-3 16,0 0 3-16,1 0 4 0,36 18-6 0,-37-18 5 15,1 0-6-15,41 6 0 0,-41-6 2 0,0 0-1 16,48 8-4-16,-48-8 5 0,0 0-1 0,46 3 3 0,-47-3-1 16,1 0 2-16,39 8-4 15,-40-8 3-15,1 0-6 0,0 0 0 0,0 1-1 16,0 0 1-16,0 0-8 0,28 35 9 0,-29-36-5 0,0 1 7 15,-22 39-4-15,11-20-3 0,-2-1-7 0,-4-1-2 16,1 2-61-16,-3-2-74 0,0-2-9 0,4-3-28 16,1-5-89-16,14-8-179 0,-1 0-152 0</inkml:trace>
  <inkml:trace contextRef="#ctx0" brushRef="#br0" timeOffset="23273.63">23416 1565 584 0,'0'0'664'0,"0"0"-401"0,1 0-109 0,0 0-8 15,0 0 58-15,0 0-86 0,0 0 2 0,35 20-28 16,-36-20-4-16,0 0-34 0,1 0 2 0,0 1-12 16,0 0 6-16,40 15-8 0,-41-16-1 0,1 0-3 15,38-7-2-15,-38 7-10 0,34-10-1 0,-18 1-3 16,1-1-2-16,-1-1-5 0,0 2 3 16,-2 0-5-16,-2-1 5 0,-3 1 1 0,-10 9-2 15,0-1 1-15,1 1 5 0,0-2 9 0,0 1 1 0,18-37 2 16,-19 38-9-16,0 0-4 0,-1-1 0 0,0 0-3 15,0 0-12-15,-47-30-13 0,47 31-5 16,-32-2-2-16,11 4 1 0,0 3 11 0,0 3 1 16,-5 2 2-16,6 2 0 0,2 1-2 0,2 1 1 15,4 4-1-15,2-2 6 0,-2-1-6 0,4 4 9 16,1 0-5-16,2-1 17 0,3 4-3 0,0 0-2 0,1-4 1 16,0 5-7-16,4 2-3 0,0-1 1 0,1 2-1 15,2-3 7-15,1-3 5 0,3-2-2 0,4-2 4 16,2-2 0-16,0-4-4 0,2-2 6 0,1-4-5 15,1-2-4-15,2-2-32 0,1-1-13 0,-2-5-9 16,-3-2-47-16,0-2-56 0,-2-1-28 16,1-2-19-16,-1 0-174 0</inkml:trace>
  <inkml:trace contextRef="#ctx0" brushRef="#br0" timeOffset="23905.59">23939 652 1776 0,'0'0'16'0,"0"0"100"0,0-1-16 16,0 1 47-16,0 0-14 0,0 0-28 0,0 0-8 0,0 0-4 16,0 0-19-16,0 0-18 0,0 1-1 15,0 0-6-15,0 0 2 0,14 44 3 0,-14-45 3 0,0 1-3 16,13 46-6-16,-3-30-9 0,0 4 0 0,3 2-3 16,-1-2 1-16,1 5 6 0,2 0-5 0,2 2 4 15,2 2-7-15,-1 2 4 0,-2-1-3 0,0 2 2 16,-2-1-16-16,-1-3-9 0,0 1 2 0,0 0-5 15,-2 3 2-15,-1-3-1 0,1 3 4 0,-3 1-3 16,1 0 1-16,-1 5 0 0,-1-2-4 0,-2-1 3 0,0 0 0 16,0-3-5-16,0 3 2 0,-2-6-2 0,0 0-1 15,0-3 3-15,-2-1 0 0,-1 4 1 0,-2 1 1 16,-4 2-3-16,0 2 0 0,-4 1-1 0,-1-1-3 16,-2 3 6-16,-4-1-4 15,-2 0 5-15,-2 0-3 0,-1 2-4 0,-2-5 2 16,-3 2-3-16,-1-1-4 0,-6 0 4 0,2 7 1 0,-3-2 1 15,3 3-10-15,0-2 4 0,0 0-3 0,1-5 4 16,-2-4-6-16,1-1-52 0,-1-5-5 0,2-5-22 16,-3-3-66-16,1-5-82 0,1-4-14 15,2-7-35-15,4 1-153 0</inkml:trace>
  <inkml:trace contextRef="#ctx0" brushRef="#br0" timeOffset="24290.34">24692 1234 2495 0,'0'0'-36'0,"0"0"115"0,0 0-19 0,0 1 53 15,0 0-29-15,1 0-22 0,37 29-3 0,-38-30-7 16,1 0-20-16,52 13-16 0,-31-11 5 0,-1-2-9 15,4-1 3-15,-4 0-4 0,0 0-5 0,2-1 3 16,-3 2-4-16,3 1 1 0,-1-1 3 0,-2 1-2 16,-2-1 4-16,-5 0-54 0,-13 0-16 0,1 0-19 15,0 0-102-15,0 0-90 0,36 2-30 0,-37-2-55 16,0 0-438-16</inkml:trace>
  <inkml:trace contextRef="#ctx0" brushRef="#br0" timeOffset="24495.32">24659 1614 1880 0,'-5'14'317'0,"5"-14"-315"0,0 1 46 15,0 0-36-15,7 35 167 0,-7-36-57 0,0 1 19 16,1 0-34-16,35 30-5 0,-36-31-49 0,1 0 0 16,50 17-17-16,-31-14-12 0,1-3-7 0,1 0 4 0,1-2-5 15,-3-4 1-15,0-2-7 0,3-1-5 0,-1-5-4 16,3 2-64-16,4 0-80 0,-1-2-22 15,-1-1-24-15,0 0-103 0,-1 0-102 0,-3-3-94 0</inkml:trace>
  <inkml:trace contextRef="#ctx0" brushRef="#br0" timeOffset="24844.62">25423 1220 2048 0,'0'0'176'0,"-2"0"-114"0,2 1-28 0,-43 23 10 16,43-24 74-16,0 1-25 0,-1 0-10 0,-29 45 1 16,22-29-11-16,0 2-36 0,0 4 9 15,1 1-14-15,2 1 21 0,1 1-13 0,1 2-3 0,1-1-4 16,2-4-25-16,0 0 10 0,0-4-4 0,6-1 8 16,1-1 2-16,1-6 9 0,2-2-4 0,1-2 6 15,2-4-5-15,0-2-14 0,0-4 1 0,4-5-7 16,1 0-10-16,3-4 3 0,2 0-1 0,-2-2 2 15,-1-1-1-15,0-2-1 0,-1-2 1 0,-1 3 1 16,0-4 4-16,-2 4-1 0,-3-2 1 16,-3 1 0-16,-2-1 11 0,-3-1 2 0,-1 2 2 15,-3 1-2-15,-1 1-6 0,-3 2 5 0,0 0-5 0,3 13 4 16,0-1-18-16,-1 0-8 0,0 0-7 16,0 0-1-16,-39-31-26 0,40 32-10 0,-1 0-9 15,0 0-4-15,-42 6-68 0,43-6-72 0,0 0-12 0,-1 1-27 16,-46 22-97-16</inkml:trace>
  <inkml:trace contextRef="#ctx0" brushRef="#br0" timeOffset="25028.64">25723 1468 1833 0,'0'15'-4'0,"1"0"154"0,0 2-33 0,-1 2 73 16,-2-3-63-16,0 1-38 0,-2-3-14 0,4-14-6 0,0 1-43 15,0 1-3-15,0-2-18 16,0 1 1-16,0 0-94 0,0 0-13 0,0 0-26 0,0 0 5 16,0-1-102-16,0 0-118 0,0-1-136 15</inkml:trace>
  <inkml:trace contextRef="#ctx0" brushRef="#br0" timeOffset="25412.63">26025 1177 1486 0,'0'0'249'0,"0"0"-211"0,0 0 62 0,0 0-44 0,0 0 122 16,0 0-38-16,0 0-7 0,0 1-5 0,0 0-18 15,-1 42-31-15,1-43 0 16,0 1-8-16,-11 40 2 0,7-19-18 0,0 2-2 16,-1-1-5-16,0 4-11 0,1-1-16 0,0-2-3 15,1-1-3-15,2-1 2 0,2-3-1 0,1-3 8 16,-2-16-5-16,0 0 16 0,1 1-10 0,0 0-2 15,40 32-4-15,-41-33-8 0,1 0-11 0,40-10-2 0,-24 1-2 16,-1-2-1-16,1-2 3 0,1-2 1 0,-2 1 0 16,0-2-2-16,2 1 5 0,-2-2 2 0,-2-1 1 15,1 1 1-15,-3-3 9 0,1 2-3 0,-4 1 5 16,-3-2 3-16,0 2 2 0,-5-1 1 16,0 1 0-16,-3 0 1 0,-3 1 5 0,5 16-5 0,0-1 4 15,-1 0-11-15,0 0-17 0,-35-36 0 0,36 37-7 16,-1 0-13-16,-39-5-14 0,39 5-4 0,0 0-6 15,-48-1-39-15,48 1-36 0,0 0-10 0,-45-1-12 16,46 1-71-16,-1 0-128 0,0 0-37 0</inkml:trace>
  <inkml:trace contextRef="#ctx0" brushRef="#br0" timeOffset="25739.77">26423 1117 1604 0,'6'12'44'0,"-6"-12"-21"16,0 1 135-16,1 0-19 0,28 41 48 0,-29-42-43 16,0 1 36-16,17 35-59 0,-17-36-4 0,0 1-22 0,13 37-34 15,-13-38-20-15,0 1 4 16,7 36-10-16,-7-37 4 0,0 1-3 0,2 40-1 16,-2-41-2-16,0 1-9 0,0 43-2 0,0-44-4 15,0 1 1-15,-3 45-8 0,3-46-2 0,0 1 3 0,3 47-4 16,-3-47-2-16,0 0 9 0,16 46-6 0,-16-47 6 15,1 1-8-15,27 37 3 0,-28-38 1 0,1 1 0 16,0 0 2-16,38 38-6 0,-39-39 2 0,0 0-4 16,1 1 4-16,0 0-3 0,0 0 0 15,34 31-1-15,-35-32 0 0,0 1-2 0,0 0 1 16,0 0-1-16,0 0 3 0,15 37-1 0,-15-38 3 0,0 0-2 16,0 1 5-16,0 0-5 0,0 0 3 0,0 0-3 15,-25 38-9-15,25-39-19 0,-1 0-12 0,-39 21-1 16,20-15-44-16,-5-2-71 0,-1-4-4 0,-3-2-31 15,0-2-80-15,-2-4-199 0</inkml:trace>
  <inkml:trace contextRef="#ctx0" brushRef="#br0" timeOffset="25912">26504 1187 1528 0,'19'-3'78'0,"1"0"-40"15,1 1 210-15,2 2-87 0,-1 0 31 0,0 3-55 16,1 1-3-16,-2-1-51 0,4 1 1 0,-2-2-20 15,-1 1-20-15,-1 3-19 0,-2-3-2 0,-2 0-6 16,1 1-5-16,-3-2 0 0,-2 0-1 0,2-2 0 0,-4 0 0 16,2-1-26-16,-13 1-12 15,1 0-17-15,34 3-125 0,-35-3-124 0,1 0-55 16</inkml:trace>
  <inkml:trace contextRef="#ctx0" brushRef="#br0" timeOffset="26504.85">25047 2493 2104 0,'0'0'46'16,"0"0"-26"-16,0 0 39 0,0 0 27 0,0 0 43 0,1 0-18 15,35 11 0-15,-35-11-16 0,34 3-16 0,-21-5-27 16,13 4-1-16,7 0-8 0,3 3 6 0,4-7-5 16,2 1 3-16,3 0-4 0,3-3 7 0,7 2-1 15,3 0-4-15,4 1 0 0,1 0-16 0,-4 0 3 16,-2-1 1-16,-2-1 2 0,3 0-3 0,2-1-13 15,5-1 2-15,-1 2-5 0,0 0-1 0,-6-3-5 16,-2 3 3-16,-1-1-1 0,1-1 6 0,5 2-6 16,2 0-1-16,-3-1-1 0,-1 3 2 0,-7 0-6 0,-2 1 4 15,-7 2-5-15,-3 2 1 16,-3 0 4-16,-1 0-3 0,-3 0 3 0,-1-1-3 0,-4 0-1 16,-1 1 1-16,-2-2-1 0,-5 0 3 0,-3 0 2 15,-1-1-2-15,-17-1 2 0,1 0-4 0,0 0-1 16,35 5-5-16,-36-5-1 0,0 0-42 0,0 0-19 15,0 0-11-15,0 0-6 0,0 0-58 0,0-1-56 16,0 0-17-16,-1 0-18 0,-24-38-98 0,25 39-244 16</inkml:trace>
  <inkml:trace contextRef="#ctx0" brushRef="#br0" timeOffset="26872.72">25403 2592 2810 0,'-17'2'-33'0,"-1"1"4"16,2-1 17-16,16-2-1 0,-1 0 78 0,0 0-12 16,0 0 1-16,-38 11-8 0,39-11-25 0,0 0-6 15,0 0-7-15,0 0 2 0,1 0-11 0,48 3-1 0,-21-2 2 16,11-2-2-16,4-1 10 0,9-3 3 15,2-2 9-15,3 3-2 0,1-1 41 0,-1 2-8 16,-1-3 3-16,3-1-4 0,3-1 11 0,4 0-22 16,3 0 7-16,-1-1-14 0,-3 3-4 0,-7-1-11 15,-5 2-2-15,-3 1-3 0,-2 1-3 0,0 1-2 16,0 0 2-16,-4 1-2 0,-5 0-1 0,-5 2 2 16,-3 0-2-16,-5 1 3 0,-3 0 4 0,-1 0-7 15,-5-2 4-15,-2 0-5 0,-15 0 6 0,1 0 3 16,0 0-5-16,0 0 4 0,36 6-13 0,-37-6-27 15,0 0-6-15,0 0-12 0,0 0-49 0,0 0-79 16,0 0-15-16,0 0-34 0,0 0-149 0</inkml:trace>
  <inkml:trace contextRef="#ctx0" brushRef="#br0" timeOffset="30800.51">4599 2721 911 0,'-13'0'305'0,"0"-1"-136"0,13 1 165 0,-1 0-283 15,-1 0 12-15,2 0 20 0,-1 0 33 0,-36 3-11 16,37-3 16-16,0 0-11 0,-2 0-39 0,1 0 2 15,0 0-20-15,0 0-31 0,1 0 4 0,0 0 2 16,0 0 1-16,1 0-4 0,0 0 14 16,53-8-6-16,-29 8 10 0,7 2 4 0,8-3-9 15,3 0 5-15,10-3-8 0,2-1 4 0,0-2-12 16,0-1 2-16,-1 1-6 0,1-1-9 0,1-3-2 16,6 2-3-16,2-1 1 15,-2 1-4-15,-4 5 0 0,-6-2 0 0,-7 2 1 0,-3-1 0 0,-4 4-6 16,-2 1 5-16,1 0-5 0,0 2 6 0,-1-3-3 15,1 3 6-15,-5 1-2 0,-4-1 9 0,-6 2 8 16,-3-2-4-16,-4 4 6 0,-15-6-18 0,1 0-76 16,-1 0 2-16,1 0-32 0,0 0-39 0,0 0-72 0,0 1-8 15,-1 0-35-15,0 0-145 0</inkml:trace>
  <inkml:trace contextRef="#ctx0" brushRef="#br0" timeOffset="31134.37">4631 2772 2133 0,'-13'-1'43'0,"1"0"4"15,12 1 14-15,-1 0 0 0,0 0 52 0,0 0-49 16,0 0-1-16,0 0-16 0,0 0-6 0,1 0-3 15,0 0 0-15,15 5-2 0,10-2-2 0,8 0-3 16,6-2 1-16,7-1-2 0,3 0 4 0,1 0 0 16,0-1 0-16,-4 0-1 0,0 0-2 0,-2 0-5 15,2-1 2-15,4 1-2 0,3-2 0 0,2 1-15 16,2-1 2-16,-8 1-5 0,-3-1 7 0,-7 1-7 16,-5 0 5-16,-5 0-6 0,-3-1 2 15,-3 1-2-15,0 0 1 0,-2 1 1 0,-3 1 3 0,-2-1 2 16,-16 1-1-16,1 0 1 0,0 0-13 15,0 0-85-15,0 0-2 0,0 0-37 0,0 0-73 0,0 0-91 16,-1-1-27-16,0 0-53 0,-29-22-419 0</inkml:trace>
  <inkml:trace contextRef="#ctx0" brushRef="#br0" timeOffset="31361.31">4749 2808 1879 0,'0'0'315'16,"0"0"-344"-16,0 0 31 0,0 0-48 0,0 0 80 0,0 0 10 16,2 1 3-16,40 16 0 0,-20-17 9 0,5-2-15 15,3 1 5-15,3-1-8 0,3 0-5 0,2-1-4 16,-3-1-3-16,6-1 0 0,4 0-9 0,7-1 5 16,5 0-7-16,-1 0 5 0,-1-1-15 0,-5 0 1 15,-4 0-1-15,-8 0 2 0,-1 1-1 16,-6 1 3-16,-2 0-1 0,1 1-4 0,-1 0-51 0,0 2-262 15,2 2-90-15</inkml:trace>
  <inkml:trace contextRef="#ctx0" brushRef="#br0" timeOffset="32245">11884 2761 1867 0,'0'0'139'0,"0"0"10"0,-1 0 9 0,0 0-109 0,0 0-8 16,0 0 36-16,0 0 3 0,1 0 0 0,-2 0-16 16,-34-27-21-16,36 27 0 0,0 0-6 0,0 0-7 0,0 0 9 15,0 0-9-15,1 0 10 0,0 0-6 0,39 12 1 16,-21-10 4-16,3 0-1 0,6 1 6 16,1-3-1-16,3 2 3 0,4 0-2 15,1-1-6-15,3-2-12 0,1 1 2 0,0 0-5 16,1-1-2-16,0 0-11 0,2 1 0 0,8-2-3 0,1 2 2 15,3 0-4-15,-2 0-2 0,-2 1 1 0,-3 1 1 0,-3 1 1 16,-2 1-3-16,-3-1 3 0,1-2 1 0,4 1 14 16,2 0-1-16,0 0 4 0,-3 1-14 0,-4 0 6 15,-2 2-5-15,-6-1 3 0,-3 2-12 0,-2 1 8 16,-4-1-4-16,-2 0 5 0,-2 1-4 0,-6 0 8 16,-1 1 2-16,-13-8 2 0,1 0 7 0,0 0 1 15,0 1-2-15,0 0 2 16,0 0-8-16,0 0-37 0,0 0-19 0,0 0-17 15,0 0-145-15,0-1-202 0,0 0-93 0</inkml:trace>
  <inkml:trace contextRef="#ctx0" brushRef="#br0" timeOffset="52971.2">4594 3632 2114 0,'0'0'69'0,"-1"0"-33"0,0 0 21 0,0 0-2 0,0 0 12 16,1 0 18-16,-1 0-4 0,0 1 2 0,-13 46 7 15,1-39-22-15,12 13 4 0,0 3-12 0,3 3-12 16,-1 5-3-16,1 3-2 0,2 4 1 15,-3 5 5-15,0 1-5 0,4 1 7 0,-4 4-7 16,1 3-4-16,-2 3-4 0,-1 5-7 0,1 3 3 16,-1 0-15-16,1-2 1 0,-2-2-6 0,0-6 4 15,0 3-5-15,-1-2-3 0,1-1 5 0,0-2-6 0,1-3 3 0,0-8-4 16,1-5 1-16,1-10-5 0,0-4-32 0,1-7-95 16,-2-15-6-16,0 1-33 0,0 0-59 0,0 0-40 15,1-1-36-15,23-4-23 16,-16-19-336-16</inkml:trace>
  <inkml:trace contextRef="#ctx0" brushRef="#br0" timeOffset="53220.18">4618 3753 1490 0,'0'0'129'0,"0"-1"293"16,0 0-326-16,-5-36 8 0,5 37-22 0,0 0 12 15,0 0-50-15,1 0 9 0,0 0 5 0,47-8-2 0,-29 10 8 16,6 1-5-16,1 1-2 0,1 2-1 0,3 2-11 0,-1 1-7 15,2 1 5-15,-3 1-5 0,0 4 1 0,-4 1 0 16,-1 1-2-16,-4 2 4 16,-1 1-3-16,-4 0 4 0,-1 2 1 0,-3 0 2 15,-4 0 12-15,0 3-3 0,-4 0 4 0,-4 2-3 16,-3-1 3-16,-8 5-11 0,-5 3-7 0,-3 6-2 16,-5 1-19-16,-7 1-12 0,-4 0-12 0,-4 1-7 15,-4-3-92-15,-2-3-145 0,-3-3-42 0,1-4-66 16,2 0-424-16</inkml:trace>
  <inkml:trace contextRef="#ctx0" brushRef="#br0" timeOffset="53509.16">5437 3796 1585 0,'-11'-3'693'0,"-2"1"-474"16,-2 0-112-16,-1 2-25 0,0 1 91 16,-4 5-61-16,0 2-3 0,-2 4-19 15,-2 3-13-15,-1 4-18 0,-2 1-5 0,1 6-5 16,2 2-18-16,1 4 2 0,3 0-4 0,5 3 1 16,1 2-17-16,7 8 19 0,1 3-3 0,2 7 7 15,-1 1-7-15,4 3-16 0,2-2-1 0,5-3-6 0,1-2 0 16,2-2-6-16,2 2 0 0,2-4-2 0,2-1-2 15,5-7-104-15,1-3-13 0,4-10-49 16,6-6-193-16,3-9-232 0</inkml:trace>
  <inkml:trace contextRef="#ctx0" brushRef="#br0" timeOffset="54151.63">6432 4376 903 0,'0'0'1049'0,"0"0"-746"0,-1 0-201 0,0-1-30 16,0 0 110-16,-27-41-33 0,28 42 1 0,0-1-14 15,-8-38-24-15,8 39-43 0,0-1-6 0,-15-46-13 16,15 46-22-16,-1 0 10 0,-25-46 2 0,15 31 2 16,2 1 0-16,-1 0 1 0,-1 6-4 0,0-1 3 0,-1 2-3 15,1 6-4-15,-1-3-1 0,-2 6-3 0,1 3-14 16,-1 1-9-16,1 6 2 0,-2 5-5 0,-1 6-1 16,-1 5-9-16,1 6 2 0,-1 2-6 15,2 5 3-15,4 4 5 0,1 0-6 0,2 0 5 16,3-5-8-16,3-3-3 0,1-4-1 0,5-1-1 15,2-1-7-15,3-3-13 0,3-4 4 0,0-6-7 16,1-4 17-16,4-5 4 0,0-3 7 0,4-5-2 0,2-3 9 0,2-9 3 16,3-5 0-16,-1-7 2 0,3-5-2 0,-2-5 0 15,1-3 0-15,1 2 0 16,-2-2 0-16,-1-4 0 0,-2-3 1 0,-6-6 0 16,2-3 5-16,-1-2-2 0,1-3-2 0,2 1 0 0,-2-1 2 15,-2 0-3-15,-1 1 3 0,-2 0-2 0,-4 1 4 16,0 6 13-16,-2 6-5 0,-2 6 7 0,-1 6-5 15,-4 6 10-15,-2 4 2 0,-2 6 2 0,1 16-1 16,0-1 1-16,0 0 2 0,-1 0 0 0,0 0 1 16,-37-24-11-16,38 25-6 0,-1 0-1 0,-29 26-9 0,17-9-10 15,1 5 6-15,1 6-6 16,-2 2 8-16,2 9-3 0,-1 2-1 0,1 9 0 16,0 3 0-16,1 0 0 0,0 3 4 0,0-1-3 15,0 2 0-15,3 7 0 0,0 1-1 0,0 3 0 16,-1-4 2-16,2-5-3 0,3-5 1 0,2-5-2 0,2-1-3 15,2-3-4-15,0-3-1 0,4-4-6 0,-2-7-46 0,3-6-52 16,-1-6-18-16,3-5-14 16,1-4-91-16,4-5-72 0,0-6-1 0,4-8-38 15,6-5-156-15</inkml:trace>
  <inkml:trace contextRef="#ctx0" brushRef="#br0" timeOffset="54361.78">6941 4234 2112 0,'0'0'77'0,"0"0"16"0,0 0-11 0,0 0 17 16,0 1-14-16,1 36 2 0,-1-36 1 0,-8 35 3 15,4-13 14-15,0 4-29 0,0 1-3 0,1 3-10 16,-1-3-6-16,1 1-30 0,-2-3 6 0,-1 0-15 16,5 1-6-16,-4-1-1 0,3-3-5 0,-1-4 2 15,0-3-14-15,3-16-34 0,0 1-9 0,0 0-14 0,0 0-63 16,0 0-29-16,0-1-9 0,0 0-9 15,1-11-57-15,4-11-76 0,0-3-17 0</inkml:trace>
  <inkml:trace contextRef="#ctx0" brushRef="#br0" timeOffset="54525.09">6966 4083 458 0,'9'-19'65'0,"-2"0"304"0,-1 2 49 0,-1 2-153 16,-5 15-48-16,0 0-34 0,0-1-6 0,0 0-12 15,0 1-34-15,0 0-47 0,1 0 9 0,0 0-25 0,-1 1-14 16,16 37-18-16,-16-38-3 0,-2 35-6 0,0-14-17 15,-2-1-4-15,4 1-17 0,1-4-6 0,1 0-155 16,4-2-127-16,2-5-30 0,2 0-49 16,5-3-275-16</inkml:trace>
  <inkml:trace contextRef="#ctx0" brushRef="#br0" timeOffset="54875.24">7408 4160 1349 0,'0'0'224'0,"0"0"-54"16,0 0 40-16,0 0-53 0,0 0 48 0,0 0-40 15,0 0 1-15,-1 0-13 0,0 0-10 0,1 0-40 16,-1 1 0-16,0 0-15 0,-42 29-13 0,43-30-16 16,-1 1-4-16,0 0-5 0,-46 39-19 0,32-27-12 15,1 2 1-15,-1 0-5 16,0 2-3-16,-1-2-9 0,1 0 6 0,0 1-7 16,-1 1 1-16,2-2-2 0,-1 1-4 0,3-2 2 0,0 2-5 15,2-2 3-15,2 0-2 0,8-14 0 16,0 1-16-16,-2 0-8 0,1 0-3 0,-16 43-3 15,17-44-21-15,0 0 5 0,1 0 7 0,0 1 1 16,40 18 32-16,-40-19-4 0,36 4 2 0,-16-4-2 16,2-1 9-16,0-1 8 0,0 1-5 0,0 1 6 0,-1 0-6 15,-2 0 10-15,-3 0 3 0,-3-1 4 0,-14 1 15 16,1 0 0-16,0 0 1 0,0 0 1 16,0 1 13-16,0 0 11 0,0 0-2 0,21 35 4 15,-22-36-13-15,-21 27-32 0,6-13-4 0,-3 1-13 16,-3 1-50-16,-2-3-48 0,5-1-8 0,-2-4-18 15,0-2-84-15,4-3-135 0,0-1-37 0,2-4-77 16,3-5-550-16</inkml:trace>
  <inkml:trace contextRef="#ctx0" brushRef="#br0" timeOffset="55600.81">7331 4425 811 0,'13'3'471'0,"-1"1"-197"0,2 4-73 0,0-1 3 0,1-1-45 15,-3 1-62-15,5-1 0 0,-3-4-22 0,1 4-8 0,2-2-28 16,-2-4 2-16,5 2-11 0,-2-4 5 0,4-3 20 15,1-2-3-15,-2-2 9 16,2-1-1-16,0-3 0 0,0 1 2 0,-2-2-1 16,-5 1-4-16,-1-2-6 0,-2 2-8 0,-4 2 3 15,-9 11-16-15,0-1 18 0,0 0-2 0,0 0 7 16,11-40-3-16,-11 41-9 0,-1 0-2 0,0-1-3 16,-40-20-8-16,40 21-8 0,-34-2-4 0,12 3-2 15,-2 2-11-15,-3 2-2 0,0 3 2 0,-1 0-3 16,3 3-2-16,2 3 4 0,1 2-1 0,5-1 3 15,-1 5-8-15,2-3-7 0,5 1 0 0,-1 5-2 16,1-2 0-16,2 0 10 0,0-1-7 0,5 4 6 16,1-4-20-16,4 4-21 0,1 0 1 0,4-8-7 15,2 2 2-15,2-4 14 0,2 0 0 0,3-3 6 0,0-2 7 16,1-4-48-16,3-3 2 0,1-4-25 0,2-3-40 16,5-6-12-16,2-3-7 0,6-2 0 15,0-4-8-15,5-3 9 0,-2 0-2 16,0-2 3-16,-1 3 4 0,-2 3 24 0,-1 0 17 0,-3 4 5 15,-5-2 71-15,-1 1 27 0,-3 5-4 0,-2 0 11 16,-1 1-5-16,-3 1 3 0,-15 9 6 0,1-1 1 16,0 0 41-16,0 0 149 0,-1 0-23 0,19-35 66 15,-19 36-35-15,0 0-48 0,0-1 3 0,-1 0-21 16,0 0-17-16,0 0-9 0,-33-37-2 0,34 38-4 16,0 0-22-16,-1 0-19 0,0 0 3 0,-36 0-8 15,37 0-8-15,-1 0-22 0,0 1-5 0,-38 42-4 16,28-25-7-16,2 4-12 0,0-4 5 0,0 2-9 15,1 0-3-15,2-4 0 0,-1 0-4 0,2 2 2 16,1-5-14-16,2 0-2 0,2-13-1 0,0 1 0 16,0 0-2-16,0 0 1 0,0 0-3 0,1 0 3 15,0 0 6-15,0-1 17 0,41 0-2 0,-42 0 4 16,1-1-12-16,37-37 8 0,-26 24-1 0,1-1 1 16,-4-5-3-16,1 3 8 0,1-2-4 0,-2-2 6 0,2 3-14 0,-1 2 11 15,0 1-3-15,-1 3 8 0,-9 12 8 0,0 0 3 16,0 0-3-16,1-2 1 0,0 1-9 15,0 1 7-15,0 0 0 0,0 0 1 16,-1 0-3-16,0 1 0 0,13 38-1 0,-13-38 0 16,-5 35-11-16,3-17-1 0,0 0 1 0,-2 1-1 0,4-4 8 15,3 1-59-15,0-3-8 0,4-1-29 0,-7-13-112 16,0 1-20-16,1 0 0 0,34 13 1 0,-35-14 37 16,1 0 8-16,44-19-13 0,-24 9 2 0,0-3-78 0,0-5-21 15,0-2-8-15,-1-2 3 16,-1 1 40-16,0 3 166 0,0 1-7 0,-2-4 63 15,1 0 12-15</inkml:trace>
  <inkml:trace contextRef="#ctx0" brushRef="#br0" timeOffset="55941.75">8371 4239 1216 0,'25'-26'-163'16,"-14"13"506"-16,-2 3-58 0,-9 10-10 0,0 0-16 0,0-1-45 0,0 0-39 15,0 1-9-15,0 0-14 0,0 0-56 0,0 0-26 16,0 0 2-16,0 0-10 0,-1 0 4 0,-1 1 8 16,-42 27-1-16,44-28 3 15,-1 1-5-15,-38 33-20 0,25-20 0 0,0 2-7 16,-1-1-5-16,-1 0-10 0,0 1-4 0,2-2-3 15,0 0-19-15,1-3-3 0,4-2 0 0,9-9-1 16,-1 0-5-16,0 0 8 0,0 0-3 0,0 0 4 16,0 0-11-16,0 0-10 0,0 0 0 0,0 0-4 15,1 0 6-15,0 0 2 0,0 0 1 0,0 0-1 16,1 1 1-16,0 0 4 0,46 16 3 0,-47-17-2 16,1 0 4-16,42 6-4 0,-43-6 1 0,1 0 0 0,44 13 0 0,-44-13 9 15,0 0-2-15,41 12 5 0,-42-12-5 0,1 0 1 16,0 0-1-16,38 19 2 15,-39-19 8-15,0 0 9 0,0 1 3 0,0 0 1 16,1 42 4-16,-1-43-7 0,-1 1-5 0,-31 34-2 16,15-21-33-16,-1 6-22 0,-1 0-7 0,-4-3-10 0,2 0-81 0,-1-5-73 15,1-3 0-15,3-2-24 0,0-3-16 0,3-3-43 16,15-1 2-16,-1 0-20 16,0 0-49-16</inkml:trace>
  <inkml:trace contextRef="#ctx0" brushRef="#br0" timeOffset="56270.3">8281 4438 477 0,'16'-15'124'0,"-1"3"287"15,1-2-191-15,0 5-17 0,-1 0-5 0,-2 6-6 0,0 0-29 16,0 3-36-16,0 2-2 0,0 1-15 0,1 1-36 0,-1 3-17 16,0 0-5-16,1 1-3 0,1-1-21 0,2-2 5 15,1 0-1-15,3-3 3 16,2 1 7-16,1-3 20 0,1 0 0 0,-1-2 8 16,-2-4 13-16,1 1-9 0,0-4 0 0,-4 1-4 15,3 0-7-15,-8 0-15 0,0 1 1 0,-14 7-7 16,1 0-7-16,0-1 8 0,0 0-5 0,0 0 5 15,27-36-10-15,-28 37-1 0,0 0-1 0,0-1 0 16,-2 0-5-16,-36-34-10 0,37 35 5 0,-32-12-8 16,11 9-3-16,-2 2-10 0,-4 1 0 0,1 3-3 15,-3 3 7-15,2 3-3 0,1 2-1 0,1 1 0 0,4 2-4 16,3 2 1-16,7 1 0 0,-2 2 0 0,3 0-5 16,4-1 2-16,1 2 1 0,1-1 0 15,5 0 5-15,0 0 5 0,4-1-3 0,0-1 2 16,1 2-9-16,4-1 3 0,-2-1 0 0,4-2 0 15,-2 0-5-15,2-3 0 0,1-3-1 0,3-2 1 16,1-1 5-16,3-5-7 0,0-1-4 0,0-2-2 16,0-4-13-16,0 0-182 0,-1 0-4 0,2-2-83 0,0 0-168 0</inkml:trace>
  <inkml:trace contextRef="#ctx0" brushRef="#br0" timeOffset="57040.98">9515 3702 2124 0,'0'0'118'0,"0"0"-3"0,0 0 16 16,0 0-69-16,0 0-8 0,1 1 18 0,37 28 0 15,-18-16 9-15,2 2 33 0,-11-1-26 0,15 8-2 16,2 5-12-16,1 1-32 0,-4-2 1 0,4 4 0 0,-3-1 2 16,-2 4 4-16,-3-4-1 0,-3 2-2 15,1 0-1-15,-2 1-18 0,-2 7 5 0,0 1-1 0,-2 3 2 0,0 1-1 16,-4 2-11-16,1 0 5 15,-2-1-7-15,-4-2 9 0,-3-2-7 0,-4 1 4 0,-5 2-3 16,-3 3 8-16,-5 2-30 0,-5 0-1 0,-3-2-17 0,-3-3-81 16,-3-5-149-16,-3-5-51 0,-5-4-91 15,-4-3-752-15</inkml:trace>
  <inkml:trace contextRef="#ctx0" brushRef="#br0" timeOffset="57458.62">10801 4006 2206 0,'0'0'146'0,"-1"0"7"0,0 0 8 0,0 0-101 15,0 0-13-15,1 1 12 0,0 1 8 0,1-2-4 16,43 28 17-16,-37-34-28 0,18 7 0 0,3-2-13 16,1-1-26-16,6 1-4 0,1-3-4 0,5 1 2 15,-3-1-2-15,-1 0 0 0,-1 2 1 0,-5 2-2 16,-1 0 0-16,-8-2-5 0,-3 2-35 0,-4-4 4 16,-15 4-162-16,1 0-79 0,0 0 4 0,0 0-34 0,0 0-44 15</inkml:trace>
  <inkml:trace contextRef="#ctx0" brushRef="#br0" timeOffset="57619.68">10865 4435 2232 0,'0'0'72'0,"0"1"10"16,0 0 1-16,1 38 32 0,-1-39 4 0,1 0 3 16,0 1-13-16,45 17-26 0,-26-16-6 0,2 0-11 15,3 1-55-15,-1-3-4 0,-1 1 0 0,2-2-2 16,-2-3-3-16,0-1 3 0,1-1-18 0,1 1 2 15,0-2-111-15,0 0-115 0,1-5-21 0,-1-3-45 16,2-3-185-16</inkml:trace>
  <inkml:trace contextRef="#ctx0" brushRef="#br0" timeOffset="58021.43">11828 4155 1657 0,'0'0'274'0,"0"0"-190"16,0 0 50-1,0 0-107-15,0 0 80 0,0 0 29 0,0 0 2 16,0 0 5-16,0 0-17 0,0 0-55 0,-1 1 7 16,0 0-26-16,-20 42-8 0,21-43 8 0,-6 35-10 15,1-15 8-15,3 5-26 0,2 1-7 0,-3 1 2 16,2 0-3-16,1-3-2 0,0-3-4 0,2-3-3 0,5-1-1 15,-1-3-9-15,4-2-3 0,1-4-2 0,0-4 0 16,2-4 3-16,3-1 7 0,2-3 0 0,4-3 3 16,3 1-3-16,2-3 3 0,-1-4 2 0,0-4-1 15,-3 0 7-15,-2-3 8 0,-1 1 3 0,-6 1 3 16,0 0 23-16,-4 1-1 0,-3 2 5 16,-5 0-6-16,-2 1-5 0,-2 1-5 0,-4 1-2 15,-3 1-1-15,-2 0-12 0,-1 3-1 0,-3 1-6 0,0 0 3 16,0 3-17-16,1 2-17 0,-1 1-1 15,1 1-9-15,0 3-34 0,0-1-59 0,0 1-9 0,2 3-22 16,12-6-77-16,-1 0-38 0,0 0-8 0,0 0-15 16,0 1-103-16</inkml:trace>
  <inkml:trace contextRef="#ctx0" brushRef="#br0" timeOffset="58186.13">12236 4267 1279 0,'0'0'339'0,"0"1"-187"0,2 0-28 0,18 38-19 15,-20-39 56-15,0 1-22 0,17 34 4 0,-17-35-8 16,0 1 2-16,0 0-44 0,11 44-11 0,-11-45-12 16,0 1-51-16,0 0-9 0,9 34-5 0,-9-35-1 15,0 0-13-15,0 0-67 0,0 0-1 0,0 0-28 16,0 0-65-16,1 0-45 0,-1 0-12 0,2-1-20 0,42-32-126 16</inkml:trace>
  <inkml:trace contextRef="#ctx0" brushRef="#br0" timeOffset="58608.81">12644 4184 1913 0,'0'0'82'16,"0"0"80"-16,0 0-50 0,0 0 34 0,0 0 0 15,0 0 3-15,0 0-40 0,0 1-31 0,0 0-1 16,-8 39-15-16,8-40-37 0,0 1 6 0,-15 45-10 0,10-27 8 16,0 0-8-16,1 1 9 0,0 0 2 0,2-2 2 15,1-1-6-15,2-3-12 0,2 0-4 0,-3-14-2 16,0 1-10-16,1 0-2 0,0 0 2 0,37 22-2 16,-38-23 10-16,1 0-7 0,41-7 5 0,-41 7-5 0,33-19 14 15,-15 7 2-15,-3-5-3 16,3 1 3-16,-3 2 4 0,0-2 14 0,2 2 1 15,-2-1 4-15,-1 1-8 0,-3 0-5 0,-3 0 2 16,-3 2-1-16,-1 0 7 0,-5 12-1 0,0-1-2 16,0 0 1-16,-16-44-5 0,2 34-7 0,-4 1 1 0,2 3-4 15,-1 3-7-15,3 3-4 0,-3 1-6 0,-1 2 2 16,0-1-15-16,-4 2-16 16,2 2-2-16,-2 1-7 0,-1 0-29 0,3-2-42 15,0 0-4-15,2-2-20 0,4 0-68 0,14-2-73 0,-1 0-8 16,0 0-35-16,0 0-169 0</inkml:trace>
  <inkml:trace contextRef="#ctx0" brushRef="#br0" timeOffset="58951.17">13281 3906 1414 0,'0'0'242'0,"0"0"906"15,0 0-1105-15,0 0 91 0,0 0-23 0,0 0 45 16,0 0-30-16,0 0-32 0,-1 0-4 0,0 0-13 16,0 0-40-16,0 1 9 0,-23 35-2 0,24-36 5 15,0 1-1-15,-8 51 0 0,6-31-4 0,-1 1 2 16,1 5-10-16,2 3-13 0,0 5-1 0,0 4-5 15,0 2-17-15,-1 2 0 16,1 4 0-16,-2 0 0 0,1 1 0 0,1-2 0 0,-3-3 0 16,3 4 0-16,-2-2 0 0,2 7 0 0,-1-4 0 0,1-1 0 15,1-2 0-15,0-7 0 0,1-2 0 0,0-7 0 16,-1-3 0-16,4-3 0 0,-1-6 0 0,-4-17 0 16,0 1 0-16,0 0-25 0,0 0-41 0,1 0-8 15,0-1-258-15,0 0-373 0</inkml:trace>
  <inkml:trace contextRef="#ctx0" brushRef="#br0" timeOffset="63061.77">2308 6284 2097 0,'-1'-1'174'0,"0"0"-81"0,-35-21 102 0,36 22-101 16,0 0-19-16,0 0 19 0,0 1-35 16,0 0 5-16,-19 51-3 0,16-27 31 0,-17-8-9 15,16 15-4-15,1 1-3 0,-2 6-17 0,1 8-11 16,0 5 2-16,-2 9-5 0,-1 1-1 0,-1 8-3 16,0 0-3-16,0 6 0 0,2 3-14 0,-2 5-6 0,-4 5-3 15,6-4 0-15,-1-3-10 0,1-3 1 0,3-4-2 16,1-1 1-16,-1-4-2 0,3-8-1 15,1-6 1-15,2-9-1 0,-1-2 0 0,-2-6 3 16,3 0-6-16,-1-4 4 0,2-5-8 0,-1-6 4 16,0-5-7-16,-3-19 2 0,0 1-46 0,0 0-32 15,0 0-7-15,0-1-14 0,0 0-68 0,3-18-78 16,-4-7-6-16,1-15-30 0,1-2-84 0,1-6-422 16</inkml:trace>
  <inkml:trace contextRef="#ctx0" brushRef="#br0" timeOffset="63397.69">2259 6378 1167 0,'-17'-27'179'0,"8"7"158"0,1 1 145 15,4 7-349-15,4 12 72 0,0 0-63 16,0-1 8-16,0 0-30 0,-2 0-22 0,1 0-40 16,1 0 1-16,0 0-16 0,0 0-17 0,0 0-4 15,1 1 7-15,38-10-5 0,-16 10 5 0,4 2-4 16,5 0-4-16,2 2 2 0,1 3 2 0,2 2-11 15,0 0 6-15,1 4-7 0,-1-1 17 0,-5 3 3 16,0 2 1-16,-3 1-1 0,0-2 7 0,-1 1-4 16,-2 3 1-16,-3-3-4 0,-3 7-2 0,-5 2-1 15,-3 2-1-15,-5 2-1 0,-5-1-4 0,-6 2 3 16,-4 3-7-16,-6 1 3 0,-5 2-16 0,-3-2 1 16,-4-2-1-16,1-2 0 0,1 0-1 0,-1 1 0 15,2-1 0-15,-1 2-1 0,-4-2-6 0,2-2 3 16,-4 0-2-16,0-4 2 0,2 1-3 0,1-4-3 0,2-2-15 15,5-4 3-15,0-2-67 0,5-3-48 0,2-2-7 16,13-9-18-16,0 0-65 16,-1 0-90-16,0 0-21 0,1 0-50 0,0 0-317 15</inkml:trace>
  <inkml:trace contextRef="#ctx0" brushRef="#br0" timeOffset="65133.67">3673 6364 2034 0,'0'0'131'0,"0"-1"43"0,0 0 35 0,-16-35-54 15,16 36 12-15,0-1-34 0,-1 0 2 0,0 0-19 0,0 0-8 16,-42-36-46-16,43 37 6 0,-1 0-21 15,-34 17-15-15,17-8-10 0,1 5 1 0,-2 6-4 0,0 0-2 16,0 9-9-16,0 0 5 0,3 8-6 0,2 7 12 16,-1 6 1-16,3 4-2 0,1 3 2 15,0 1 7-15,2 0-9 0,2-4 6 0,4 2-7 16,1 3 0-16,2 0-11 0,1 4-1 0,4-3-3 16,2-1 3-16,2-4-4 0,3-4-1 0,-1-3 0 15,2-3-1-15,1 1 2 0,0-1 1 0,0-2 0 0,2-2-2 0,1-9-1 16,-1-2 1-16,0-6-5 0,-1-3-46 15,0-3-118-15,1-4-25 16,-1-5-44-16,1-2-204 0</inkml:trace>
  <inkml:trace contextRef="#ctx0" brushRef="#br0" timeOffset="66430.25">8397 6136 110 0,'-2'-13'289'0,"-2"2"-77"0,1-1 143 0,3 12-140 16,0-1-35-16,0 0-20 0,-6-39-26 0,6 40-3 0,0 0 6 15,0-1 11-15,-20-38-6 0,20 39 1 0,0 0-5 16,0-1-21-16,0 0-15 0,0 0-2 0,0 0-4 16,0 0-9-16,0 0-15 0,0 0-1 0,-1 1-6 15,1-2-8-15,-1 2-6 0,1 0 3 0,0 0-4 16,0 0 5-16,0 2-15 0,0-2 0 0,-14 54-6 15,14-31-10-15,1 3-3 0,1 4-1 16,-1 2 0-16,0 4-2 0,0 4 3 0,-1 2-2 0,0 4 1 16,0 2-3-16,-2 3 6 0,-1 4 0 0,-1 5 1 15,-2 3-7-15,0-1-2 0,-1-2-3 0,1-3 2 16,0-5 1-16,1 0-6 0,2 2 1 0,-1-1-5 16,2 3-5-16,0-2 5 0,1 0 1 0,1-4 2 15,0-4 0-15,1-1-7 0,0-2 1 0,1 4-2 16,2 1 8-16,-1 1-6 0,-1-2 3 15,2-3-4-15,-1-2 6 0,1-1-7 0,0-4 1 16,-1-5-1-16,1-5 7 0,0-2-10 0,0-5 5 16,0-1-6-16,1-4 9 0,-5-15-10 0,0 1-16 0,0 0-5 15,0 0-86-15,16 35-87 0,-16-36-21 0,0 0-33 16,0 0-159-16,0 0 916 0</inkml:trace>
  <inkml:trace contextRef="#ctx0" brushRef="#br0" timeOffset="67331.28">8937 6127 1335 0,'0'0'139'0,"-1"0"51"0,0 0 22 16,0 0-95-16,0 0 0 0,0 0-7 0,1 0 11 0,-2 0-15 16,1-1 7-16,-38-24-22 0,39 25 1 0,0 0-11 15,0 0-7-15,0 0-20 0,0 0 3 0,0 0-9 0,0 0-6 16,0 0 6-16,0 0-2 0,0 0 6 0,0 0 12 15,0 0-9-15,1 0 2 16,-1 0-7-16,46-11-15 0,-28 9-1 0,0 0-4 16,2 1 2-16,3-2-13 0,0 2-2 0,6 0 2 0,-1-1-1 15,3 2-4-15,0 0 1 0,1 0-4 16,2 0 3-16,0 0 0 0,0-1-3 0,-1 1 2 0,1-2-2 16,-1 0 0-16,1 1-4 0,0-4 2 0,4 2-3 15,3-2 0-15,1 0 2 0,0 1-1 16,-2 0 1-16,-1-1-4 0,-2 3-2 0,-4-3 3 15,-4 0-3-15,-2 2 5 0,-8 0-3 0,0 2 2 0,-3-1-2 16,-2 2-1-16,-14 0 5 0,1 0-7 0,0 0 6 16,0 0-2-16,0 0-4 0,36 3-2 0,-37-3-5 15,0 0-34-15,0 0-29 0,0 0-4 0,0 0-12 16,0 0-43-16,0 0-44 0,0 0 0 0,0 0-18 16,0 0-26-16,0 0-60 0,0 0-21 15,-1 0-29-15,0 0-230 0</inkml:trace>
  <inkml:trace contextRef="#ctx0" brushRef="#br0" timeOffset="69752.69">9516 6291 994 0,'0'0'380'16,"0"0"-147"-16,-1-1 206 0,0 0-252 0,0 0-23 0,0 0 12 0,0 0-50 16,0 0-5-16,1 0-5 0,-2 0-27 0,-48-29-31 15,50 30 5-15,0 0-14 0,0 1-2 16,0 0-6-16,-14 46-3 0,14-47-2 15,0 1-10-15,-4 48-5 0,4-30 5 0,2 5-5 16,0 1 10-16,0 3 3 0,-3 1-4 16,1 2 4-16,0 3 2 0,-2 0-9 0,1 2 7 0,1 0-8 15,0 0 2-15,0 1-6 0,0-1 0 0,-1-2-3 16,1 0-4-16,0-2 0 0,-1-1-4 0,-2 0 3 16,0 1-8-16,3-1-2 0,-1 2 1 0,1 2-1 15,0-1 6-15,-2 0-8 0,2-1 6 0,0 1-4 16,0 1 27-16,0-1-10 0,2-1 3 0,-1-2-8 15,-1-3-7-15,2 3 0 0,-1 0 2 0,-1-2-1 16,2 1-1-16,-2 0-5 0,0-2-1 0,3 2 0 16,-2-3-2-16,3 1 3 0,-1-2 3 0,0-1-2 15,2 2-3-15,-2-3 2 0,1-1-4 16,-1 0 5-16,1-3 1 0,2 0-3 0,-3-3 2 0,2-3-3 16,-2 1-2-16,0 1 4 0,2-4-4 0,-2 2 3 15,1-2-2-15,-4-12-1 0,0 1-6 0,0 0 0 0,0 0-35 0,0 0-28 16,0 0-8-1,0 0-12-15,-1 0-70 0,0 0-110 0,0 0-33 0,0 0-46 16,0 1-282-16</inkml:trace>
  <inkml:trace contextRef="#ctx0" brushRef="#br0" timeOffset="70595.89">10301 6141 2159 0,'0'0'80'0,"0"0"2"0,-1-1 32 0,0 0 28 0,0 0 5 0,0 0-12 16,0 0-8-16,0 0-3 0,0 0-36 0,-40-35-37 16,41 36 2-16,0 0-15 0,0 1 0 0,-10 41 3 15,8-22-2-15,1 3 1 0,0 6 0 0,0 3 0 16,2 2 0-16,0 4-1 0,1-1-6 15,-2-1-1-15,1 5-3 0,-1 5 0 0,0 4-13 0,-2 6-7 16,-1 3 2-16,-2 2-3 0,-1 1 9 0,1-6-11 16,-3 2 2-16,-2 0-5 0,0 0 6 0,-1 5-4 15,-1-1-1-15,3-7 0 0,-1-1 6 0,1-8-4 0,2-6 0 16,1-3-3-16,1-3-5 0,2-2 2 0,1-1-9 16,1-6 1-16,-1-4-46 15,2-5-50-15,0-16-6 0,0 1-23 0,0 0-71 16,0 1-62-16,0-2-13 0,0 0-27 0,11-19-153 0</inkml:trace>
  <inkml:trace contextRef="#ctx0" brushRef="#br0" timeOffset="70977.95">10323 6273 2429 0,'0'0'38'0,"0"-1"69"0,-1 0-20 15,0 0 39-15,0 0-20 0,0 0-7 0,0 0-8 16,0 0-1-16,0 0-45 0,0 1-20 16,0 0-3-16,0 0-5 0,0 0-6 0,0 0 1 15,1 0 0-15,0 0 0 0,1 0 1 16,37 10 4-16,-20-7 6 0,5 1-2 0,0-2 11 16,6 2-10-16,5 3 1 0,2 0-4 0,3-1-7 15,-2-1 1-15,-1 0-4 0,-1 3 4 0,-1 1-5 0,-3 1-3 16,-3 4 6-16,-3-1-3 0,-4-1 13 0,-5-2 2 15,-1-1-2-15,-4 6 2 0,-2 3 1 0,-3 2 3 16,-3 3 1-16,-7 0 0 0,0 1-2 0,-6 5-5 0,-2-2-7 16,-6 4 3-16,-3-1-6 15,-6 0-4-15,-2 0 8 0,-2 2-8 0,-1-4 0 0,-4-1-6 16,1-3-1-16,-3-2 0 0,3 0 0 0,2 0 1 16,-1-2 0-16,6-5 0 0,4 2 2 0,5-4-37 15,1 0-5-15,3-1-16 0,0-1-57 0,3 1-74 16,0-2-17-16,12-10-29 0,-1 0-136 15,0 1 898-15</inkml:trace>
  <inkml:trace contextRef="#ctx0" brushRef="#br0" timeOffset="71666.53">9070 8072 2478 0,'-1'0'45'15,"0"0"-25"-15,0 0 26 0,0 0-47 16,1 0-2-16,0 0 3 0,0 0 50 16,0 0-8-16,1 0 24 0,0 0-15 0,0-1-3 0,47-16-5 0,-27 14 1 15,2-2-6-15,4 0 5 0,3-3 3 0,4 4 1 16,0-2 5-16,1-2 2 0,2 2 0 0,2-3 0 16,3 0-7-16,5 0-6 15,3 0-5-15,4 0 0 0,-2 0-10 0,0-1-5 16,0 2 1-16,-2-2-3 0,-4 4-1 0,1 1-3 15,1-1 4-15,3 1-3 0,1-2 3 0,3 0-4 16,-2 1-3-16,-3-1 2 0,-3 2-4 0,-3 3 8 0,0 0-4 0,-7-1 5 16,-1-1-6-16,4 3-5 15,-5-2 6-15,4 0-6 0,1 3 2 0,-5 0-1 0,-1 3-2 0,-2-1 3 16,-3-1 7-16,-3 0-9 0,-1-1 3 0,-3 2-7 16,0 0 1-16,-2 1 1 15,-1 0-1-15,-4 1 0 0,-15-4 2 0,1 0-1 16,35 4 4-16,-36-4-4 0,1 0 1 0,0 0-1 15,0 0-1-15,38 6 2 0,-39-6-1 0,0 0-7 16,1 0-1-16,0 0-7 0,0 0-38 0,0 0-47 0,-1 0-16 16,2 0-15-16,-1 0-93 0,0 0-106 0,0 0-14 15,-1 0-55-15,0 0-270 0</inkml:trace>
  <inkml:trace contextRef="#ctx0" brushRef="#br0" timeOffset="72050.31">9403 8048 2356 0,'0'0'62'0,"0"0"-40"16,0 0 13-16,0 0 0 0,0 0 6 16,1 0 32-16,0 0-2 0,45-14 14 0,-29 10-1 0,-10-9-20 15,13 4-2-15,8 1-6 0,1-2-8 0,6-2-9 16,5 0-4-16,3-2 0 0,3 2 4 16,3-1-12-16,0 3 8 0,0-1-9 15,4-1 8-15,4-2-14 0,3 3 9 0,5 2-11 16,-2 0-4-16,-4 2-2 0,-5 1-8 0,-6-3 6 15,-3 5 1-15,0 0-5 0,2 2 3 0,0 2-3 0,2-2 4 16,-5 2-5-16,-5 0 3 0,-4 3-3 0,-2-1 8 0,-7 0-4 16,-2 0 0-16,-5 0 0 0,-3 1 5 0,-3-2-54 15,-13-1-19-15,0 0-24 0,1 0-142 0,0 0-163 16,0 0-73-16</inkml:trace>
  <inkml:trace contextRef="#ctx0" brushRef="#br0" timeOffset="81418.31">3843 6959 1713 0,'0'0'127'0,"0"-1"40"0,-1 0 41 0,0 0-39 0,-22-36 6 16,23 37-41-16,0 0 1 0,0 0-24 0,0 0-35 15,-1-1-47-15,0 1 4 0,0 0-19 16,0 0-5-16,-1 0 0 0,2 0-3 0,-1 1 3 0,-21 39 4 0,22-16 0 15,1 2 3-15,-1 3-3 0,-1 1 0 0,-3 2 3 16,-1 1-3-16,-1 4 4 16,1-3-2-16,-1-2-4 0,0-3-1 0,3-1-1 15,0-4 2-15,-2-7-6 0,4 1 1 0,1-18-3 0,0 1-1 16,0 0-4-16,0 0 4 0,0-1-4 0,0 1 3 16,0 0-1-16,0-1-2 0,0 0-1 0,30-6 3 15,-21-13 6-15,1 0-1 16,0-3 2-16,0-1-11 0,2-3 7 0,-2-1-3 0,-1-2 6 15,0-2-6-15,-3-3 6 0,1-1-1 0,0 0 2 16,0 0 1-16,0 2-9 0,1 3 6 0,-1 1-5 16,1 5 7-16,-2 4-1 0,-1 0 2 0,0 7 0 15,-5 13 10-15,0-1-11 0,1 1 1 0,0-1-4 16,0 0-1-16,0 0-3 0,1 0 0 0,36-21-1 16,-38 22 1-16,0 1 7 0,0 0 1 15,26 49 2-15,-20-31-1 0,-3 2-4 0,1 8 5 0,0 2-4 16,-1 3 4-16,1 0-4 0,1 0-3 0,-2 2 1 15,3 1-4-15,1 0 1 0,-1-1 4 0,1-3-2 0,-1-4 3 16,1-2-8-16,0-3-1 0,1-3-3 16,2-2 4-16,-1-2-39 0,-1-3-20 0,0-3-12 15,-8-11-101-15,1 0-16 0,0 0-12 0,35 6-8 0,-36-6-88 16,23-22-153-16</inkml:trace>
  <inkml:trace contextRef="#ctx0" brushRef="#br0" timeOffset="81707.13">4315 7026 857 0,'0'0'118'0,"0"0"381"0,-1-2 171 0,0 1-492 16,0 0-26-16,1 0-73 0,-36-10 20 0,36 11-41 15,-1 1 1-15,0 0 2 0,-35 44-7 0,25-26 5 16,2 2-11-16,4 4 5 0,1-1-5 0,2 1 1 16,2-2-29-16,3-3-17 0,3-1 1 0,3-4-6 0,4-2-2 15,1-4 4-15,1-3 1 16,3-4 2-16,1-2 6 0,1-4 9 0,2-3 4 15,-1-5 4-15,4 0 26 0,-2-2-4 0,0-5 0 0,0-1-3 16,-1-1-7-16,-1-2-5 0,-4 2 0 0,-4 0-1 16,-2 1-4-16,-2 4-8 0,0 0 4 0,-3 2-6 15,-3 2 11-15,-3-1-2 0,-5 2-2 0,-2 0 1 16,-2 2-1-16,-6 4-11 0,-1 0 0 0,-4 5-7 16,-1 0-12-16,-2 1-35 0,-3 4-12 0,1 3-18 0,-3 2-140 15,0 2-182-15,-2 2-45 0</inkml:trace>
  <inkml:trace contextRef="#ctx0" brushRef="#br0" timeOffset="82484.24">5587 7098 37 0,'0'0'749'0,"0"0"-306"0,0-1 401 0,-2 0-625 0,1 0-37 16,0 0 11-16,0 0-66 0,0 0-1 0,-36-34-9 16,37 35-31-16,-1-1-12 0,-39-22-6 0,40 23 2 15,0 0-5-15,-1-1-11 0,0 0 1 0,-37-21-6 16,38 22-15-16,-1 0-2 0,0 0-6 0,-35-14 2 15,36 14-19-15,-1 0-7 0,0 0 1 0,-35 17-3 0,36-17-6 16,0 1-4-16,-32 40-4 0,20-22 2 16,0 6 3-16,2 3-6 0,0 0 8 0,3 1-6 15,2-2 8-15,1-1 5 0,4-2-3 0,2 0 3 16,2-5-8-16,3-3-4 0,2-3 1 0,0-4-2 16,4-1 0-16,0-2 5 15,3-3 0-15,-3-3 3 0,3-3 7 0,1-7-2 0,2-3 4 0,0-5-4 16,5 0 2-16,0-10-2 0,1-1-1 15,1-4-1-15,-1-4 2 0,1 1 0 0,-1 1 2 16,-2 2-1-16,-1-1 6 0,-4 0-5 0,-3 1 2 0,-2 0-2 0,0 4 1 16,-3-3 3-1,-2 1-3-15,-2-1 3 0,-2-2 0 0,-1 0-4 0,1 0 2 16,0-1-4-16,-1 1 2 0,-1 4 1 0,0 1-1 16,-1 5 1-16,-1 3 6 0,0 6-2 0,0 15 4 15,0-1-2-15,0 0 10 0,0 0-2 0,0 0-3 0,-1 0 0 16,0 0-9-16,0 0-4 0,0 1-1 0,0 0-1 15,-37 6-1-15,38-6-1 0,-12 34 3 0,6-12-2 16,2 4 3-16,-1 2-3 0,0 5 4 0,1 1-3 16,-1 2 6-16,0 1 2 0,0 1-6 0,1 4 3 15,-1 2-4-15,0 7 1 0,-1 2 0 0,1 4 2 16,0 1 0-16,1 0-5 0,1-1 4 0,0-9-3 16,0-3 1-16,2-4-1 0,1 2-2 0,1-5 2 15,2-2-3-15,2-6-4 0,1-6-25 0,1-5 2 16,1-5-117-16,-8-14-74 0,1 0-6 15,0 0-28-15,36 10-66 0,-37-10-145 0</inkml:trace>
  <inkml:trace contextRef="#ctx0" brushRef="#br0" timeOffset="82702.62">5939 7082 1048 0,'0'0'836'0,"0"0"-531"0,0-1-117 0,0 0-53 16,0 0 30-16,-1 0-54 0,0 0-2 0,0 0-21 15,0 1-34-15,0 0-12 16,0 0 3-16,0 1-4 0,-25 37 18 0,25-18-13 0,-1 3 1 16,0 1-8-16,0 1-20 0,-1 0-9 0,2-1-1 0,-2 0-3 15,1-2 3-15,0-3-7 0,1-1 2 0,0-3-4 16,1-15-2-16,0 0-24 0,0 1-12 0,0-1-10 16,0 1-82-16,0 0-25 15,0-1-19-15,0 0-5 0,0 0-101 0,0-1-152 0</inkml:trace>
  <inkml:trace contextRef="#ctx0" brushRef="#br0" timeOffset="83234.67">5982 6797 1550 0,'0'0'255'0,"0"0"-22"0,0 0 38 0,0 0-101 16,0 0-32-16,0 0-84 0,0 0 11 0,0 0-33 16,0 1 26-16,0 0-18 0,-1 35-2 0,1-36-8 15,0 1-21-15,0 0-6 0,4 41-3 0,-4-42-1 16,0 0-6-16,0 0-54 0,0 1 7 0,1 0-28 15,38 24-30-15,-39-25 7 0,1 0-2 0,43-2 7 16,-25-2 13-16,2-1 10 0,0-4 7 0,1 3 1 16,-3-1 27-16,-2 2 21 15,-2 4-2-15,-15 1 11 0,1 0 7 0,0 0 4 0,0 0 1 16,37-1 4-16,-38 1 22 0,0 0 64 0,0 0-2 16,0 0 24-16,0 0 5 0,0 0 2 0,0 0-3 15,0 0 3-15,0 0 7 0,0 0 3 0,0 0-1 16,0 0-2-16,0 0-26 0,0 1-26 0,0 0 3 15,-1 0-11-15,-32 34-2 0,33-35-8 0,-27 23-3 16,12-9-2-16,2 2-12 0,1-1-13 0,-2 2-3 16,3-1-5-16,2-1-14 0,-1-1-2 15,2 0 0-15,2 0 0 0,0-2 7 0,6-12-9 16,0 1 4-16,0 0-4 0,-16 39 1 0,16-40-1 0,0 1-2 0,0 0-1 16,0 1-4-16,-5 34-1 0,5-36-1 0,0 0 0 15,1 2-6-15,0-2 3 16,38 28-1-16,-39-28 2 0,1 0 0 0,47 6 6 0,-28-5 0 15,3-1 2-15,0 1 0 0,0-1 1 16,0 0 0-16,-1-1 1 0,-3-1 0 0,1 3 3 0,-3-1-2 16,-2 1 1-16,-1 2-4 0,-14-3 9 0,1 0-5 15,0 0 7-15,0 1-8 0,0 0 2 0,0 0 5 16,33 39-4-16,-34-40 3 0,0 1-1 0,-13 34-1 0,13-35 1 16,-23 29 1-16,7-12-4 0,-1-1 1 0,0 0-2 15,-2-1-10-15,2 0-44 0,0-1-10 0,1-3-16 16,2-3-88-16,1-2-71 0,13-6-18 15,-1 0-24-15,0 0-117 0</inkml:trace>
  <inkml:trace contextRef="#ctx0" brushRef="#br0" timeOffset="83624.52">6397 7179 1423 0,'0'0'188'0,"0"0"-3"15,0 0-12-15,1 0 0 0,0 0-67 0,0 0-21 0,0 0 0 16,-1 1-7-16,44 16-12 0,-44-17 10 0,1 0-3 15,0 0 6-15,35 1 1 0,-36-1-2 0,1 0 1 0,0 0-3 16,45-15-7-16,-46 15-18 0,34-16-5 0,-13 7-4 16,1-2-18-16,1 1-7 0,0 1-2 0,-3-1-2 15,-2 1-4-15,-3 1 0 0,-2 1 0 16,-3-1-1-16,-10 8 1 0,1 0 11 0,0-1-1 16,0 0 6-16,0 0 11 0,0 0-9 0,14-36 3 15,-15 37-6-15,0 0-7 0,-1-1-1 0,-36-30-5 0,21 24 3 16,-2-1-5-16,-2 2-15 15,-3-1 4-15,3 6-9 0,0 2 12 0,2 2-3 16,3 3 2-16,3 2-5 0,0-1-1 0,2 2 3 0,0 4-5 16,0 0 3-16,2 3-5 0,-3 1 3 0,2 2 3 15,0 2-2-15,2 1 1 0,3 2 4 0,-1 0-3 16,5 2 3-16,-2-1-5 0,0-3 3 0,1 0-3 0,0-5 3 16,1 2-1-16,4 1-3 15,0-3 1-15,4-1-2 0,-8-16 1 0,0 1-4 16,1 0-10-16,0 0-5 0,44 35-95 0,-45-36-69 0,31-1-15 0,-9 0-19 15,2-5-71-15,5-3-81 0,-2-1-25 16</inkml:trace>
  <inkml:trace contextRef="#ctx0" brushRef="#br0" timeOffset="84069.47">7020 7116 1970 0,'0'0'147'0,"0"-1"149"15,0 0-70-15,1-41-82 0,-1 42 6 0,0-1-34 16,-1 0-15-16,1 0-23 0,-36-40-2 0,36 41-9 15,-1 0-16-15,-37-9 1 0,38 9-1 0,-1 0 1 16,-43 7-9-16,44-7-5 0,0 0-9 0,-43 21 3 16,43-21-18-16,-1 1-11 0,-34 34 6 0,21-18-9 15,3 1-5-15,0 1 5 0,1 2-1 0,0-3 2 16,2-1-5-16,3 0 0 16,1-1-1-16,2-2 1 0,2-14 0 0,0 1-15 15,0-1 8-15,0 1-9 0,0 0 8 0,1 0 10 16,0 0-8-16,43 27 9 0,-44-28-6 0,1 0 3 0,37-24-4 15,-38 24 3-15,1-1 5 0,40-29 0 16,-41 30 5-16,1-1-5 0,37-36 2 0,-38 37 0 16,1-1-2-16,37-38 1 0,-27 25 4 0,2 0-5 0,-3 0 2 0,-2 2-3 15,-8 12 5-15,0-1-2 0,1 0 5 0,0 0-3 16,0 0 5-16,0 0-5 0,0 0 3 0,0 0-4 16,-1 0-3-16,2 0 12 15,-1 0-8-15,0 0 8 0,0 1-13 0,-1 0 5 0,0 0-4 16,0 1 6-16,0 0-1 0,8 47 3 0,-8-47-1 15,-4 35-1-15,2-17-7 0,0 0 1 16,0 0 1-16,1-1 1 0,-1-2 2 0,2-3-8 16,0-13-2-16,0 1-7 0,0 0-43 0,7 34-57 0,-7-35-7 15,0 0-16-15,1 0-19 0,0 0 9 0,38-3-5 16,-23-6 1-16,1 0-43 0,4 2-37 0,0-3-13 16,-2-1-12-16,2 0-94 0</inkml:trace>
  <inkml:trace contextRef="#ctx0" brushRef="#br0" timeOffset="84450.34">7426 6971 1720 0,'0'0'126'0,"0"0"150"0,0 0-88 0,0 0-35 0,0 0 2 15,0 0-15-15,0 0-18 0,-1 0-25 0,0 0 4 0,0 0-12 16,0 0-4-16,-37 2-7 0,38-2-1 0,-1 0-2 16,0 1-15-16,-40 31-11 15,41-32-4-15,-1 1-3 0,-45 29-20 0,46-30-5 16,-1 1-4-16,-43 27 1 0,44-28-12 0,-1 1 1 15,-38 25-3-15,39-26 1 0,-1 0-2 0,0 1 0 16,-35 23 2-16,36-24 0 0,0 0 1 0,-1 0-5 16,0 0-4-16,0 2-2 0,0-2-13 0,0 1 5 15,1 0 1-15,0 0 2 0,0 0-1 0,9 34 0 16,-9-35-1-16,1 0 3 0,0 0 11 0,46 15-1 16,-47-15 1-16,1 0-1 0,45 11 3 0,-45-11-4 0,0 0 2 15,46 14-1-15,-47-14 7 0,1 0-2 0,45 22 1 0,-46-22-1 16,1 1 0-16,36 28 0 0,-37-29 2 15,1 0-2-15,23 37 3 0,-24-37 3 0,0 2-2 0,7 33 2 16,-7-35 1-16,0 1-4 0,-3 37 3 0,3-38-2 16,0 1 5-16,-18 41-7 0,18-41 2 0,-20 29-3 15,6-13 6-15,-2-1-7 0,0 0-7 0,-2-2-4 16,0-2-63-16,1-5-88 0,5-3-2 0,12-4-39 16,-1 0-87-16,0 0-69 15,0 0-50-15</inkml:trace>
  <inkml:trace contextRef="#ctx0" brushRef="#br0" timeOffset="84818.61">7555 7239 1152 0,'0'0'199'0,"0"0"-41"0,1 1-1 0,1 0-19 16,21 37-44-16,-23-38-14 0,0 0-2 0,0 1-3 16,1 0 9-16,0 0 21 15,0 0 3-15,41 19 6 0,-42-20 1 0,1 0-11 16,38-13-4-16,-39 13-1 0,1 0-16 0,41-23-12 15,-42 23-6-15,1-1-2 0,42-30-7 0,-43 31-16 0,1-1 8 16,0 0-11-16,41-41 2 0,-42 42-4 0,0-1-2 16,0 0-1-16,13-37-10 0,-13 38 6 0,0-1 0 15,-13-35 1-15,13 36-8 0,-20-27 0 0,5 13-6 16,-1 1 4-16,-1 0-10 0,-1 0-3 0,-2 2 4 16,-1 2-4-16,-4-1 2 0,2 3 3 0,0 4 0 0,1 2 2 15,4 3-3-15,1 4-9 0,0 2-5 0,4 3 0 16,0 4-6-16,2 4 11 15,1 0 2-15,0 5 2 0,4 2-3 0,1 0 0 16,5 3 1-16,0-1-1 0,2 3 7 0,2-3-3 16,2 1 4-16,3-5-5 0,0 0-2 0,2-1-2 15,4-2-1-15,-1-1-1 0,3-3-3 0,3-4 2 16,-1 0-3-16,6-5-2 0,2-4-50 0,6-3-123 16,1-4-30-16,8-4-50 0,2 1-291 0</inkml:trace>
  <inkml:trace contextRef="#ctx0" brushRef="#br0" timeOffset="85841.15">11280 5867 1330 0,'11'-13'567'15,"2"3"15"-15,3-2-503 0,2 5-16 0,0 3 0 0,1 3-2 16,-1 4-2-16,0 3-14 0,0 3-8 15,2 3 0-15,-2 6-3 0,4 0 3 0,-9-11 3 16,11 16 0-16,6-1 0 0,2 6 2 0,3 0-4 16,1 4 5-16,5 5-4 0,0 1 7 0,-1 6-9 0,0 1-1 15,-1 3-2-15,2-1-2 0,1-2 8 16,-1-2-1-16,-5 3 3 0,-3 4-9 0,-7 7-3 16,-7 4 0-16,-2 0 0 0,-3-1 10 0,-5-5-13 15,-1-4 0-15,-3 0-6 0,0 0-9 0,-3 2 6 16,-1 5-1-16,-2-4 5 0,-1-1 28 15,-3-4-23-15,0-2 12 0,-3-6-18 0,-1-2-3 0,-3-2-1 16,-4-1-2-16,-2 2-1 0,-1 2-10 0,-3 3-3 16,-3-3-1-16,-5-1 0 0,-1-3 0 0,-4-1 0 15,2-2 0-15,0-4 0 0,0 1 0 0,-1-4 0 16,-6-2 0-16,-2-4 0 0,-3-4 0 0,-1 0 0 16,0 0 0-16,0-4-8 0,2 2-87 0,0-4-197 15,3-4-52-15</inkml:trace>
  <inkml:trace contextRef="#ctx0" brushRef="#br0" timeOffset="97324.79">13112 6525 1978 0,'0'0'91'0,"0"0"0"0,-1 0 32 0,0 0 29 15,0 0-4-15,0 0-5 0,0 0 5 0,0 0-13 16,0 0-9-16,-35-21-32 0,36 21-6 0,0 0-9 16,0 0-33-16,0 0 2 0,1 0-4 0,0-1 3 15,39-20-15-15,-40 21 0 0,30-12-3 0,-12 7 1 16,3 2-13-16,0-3 4 0,-3 2-4 0,2 3 3 16,-1-5-2-16,-1 4-13 0,2 2 4 15,1-2-7-15,-1 1 0 0,3 0 3 0,0 1-1 16,3 1 2-16,-1 2-1 0,1-2-2 0,-1 2 2 15,-1-2-2-15,0 1 0 0,0 1 0 0,0-4 1 0,-2 3-1 16,-1-2 8-16,-2-2-10 0,-2 2 2 0,-2 0-4 16,2 0-6-16,-5 0-54 0,-12 0-4 0,1 0-23 15,34 0-61-15,-35 0-63 0,1 0-17 0,0 0-25 16,0 0-140-16</inkml:trace>
  <inkml:trace contextRef="#ctx0" brushRef="#br0" timeOffset="97567.24">13078 6902 1677 0,'0'0'1049'0,"0"0"-992"0,0 0 16 0,0 0 75 0,0 0-41 0,1 0 60 15,0 0-72-15,37-10-32 0,-15 6-5 0,4-3-6 0,5 1 4 0,-2 0-11 16,1-3 5-16,2 3-6 15,1-2 1-15,5-1-12 0,4 1-4 0,2-1-3 16,3 3-12-16,-3 3-3 0,1 2 5 0,-4 0-6 0,-4 1-6 16,-3 0 2-16,-5 0-2 0,-2 3 3 15,0 0 1-15,-1 0-5 0,1 3 2 0,0-1-3 16,-4 2 0-16,-3-2 2 0,-4-1-21 0,-2-1-1 16,-15-3-147-16,1 0-270 0,0 0-102 0</inkml:trace>
  <inkml:trace contextRef="#ctx1" brushRef="#br0">19515 10444 0</inkml:trace>
  <inkml:trace contextRef="#ctx0" brushRef="#br0" timeOffset="98801.32">15461 5290 2027 0,'0'0'69'0,"0"0"-10"15,-1 0 43-15,1 0 54 0,-1 0 20 0,0 0-3 16,0 0-7-16,0 0-11 0,0 0-51 0,-35-16-49 16,36 16 1-16,0 0-17 0,0 0-5 0,0 0-9 0,0 1 8 15,12 36-8-15,-6-20 5 0,0 7 8 16,1-2-9-16,-1 6 9 0,0 4-9 16,0 1 5-16,0 8 2 0,-1 6-1 0,0 4-7 0,-3 9-2 15,-1 3 1-15,-1 4-2 0,-2-2-6 0,-2 1 4 16,-2 1-13-16,0 0 9 0,-1 2-12 15,1-7 3-15,-1-4 1 0,1-9-1 0,1-8-6 16,1-7 3-16,1-7 2 0,1-6 0 0,0-4-2 16,2-3-16-16,0-14-6 0,0 1-7 0,0 0-47 15,0 0-34-15,0 0-6 0,0 0-13 0,0-1-54 0,13-12-86 16,-8-8-27-16,1-5-33 0,0-1-213 0</inkml:trace>
  <inkml:trace contextRef="#ctx0" brushRef="#br0" timeOffset="99155">15482 5251 2203 0,'-14'-3'371'16,"3"2"-354"-16,-3 0 11 0,14 1-3 0,0 0 119 0,-1 0 16 16,-36 2 5-16,37-2-11 0,0 0-74 0,0 0-49 15,0 0-1-15,0 0-17 0,0 0-6 0,0 0 8 16,1 0 0-16,35 14 1 0,-16-14-5 0,7-1 6 15,1 0-6-15,5-2 4 0,1 1-9 0,0 0-2 16,-1 1 7-16,1 2-6 16,2 0 3-16,1 3 2 0,1 1-7 0,-2-1 8 0,-2 4 0 15,-3 1 22-15,-4 1-3 0,-5 2 8 16,-4 2-17-16,-7 1 13 0,-2 3-8 0,-7 4 9 16,-2-1-23-16,-8 3 6 0,-4 2-1 0,-6 3 3 0,-5 2-1 15,-6 8-4-15,-4-1-5 0,-3 3 0 0,-2-1-11 0,4-2 2 16,2-1 6-16,3-5-1 0,4-5 4 0,1-2-7 15,-1-7-2-15,1-4-1 16,0-3-26-16,-1-6-64 0,4 1-10 0,2-6-26 0,2 0-110 0,3-5-182 16,0-3-70-16</inkml:trace>
  <inkml:trace contextRef="#ctx0" brushRef="#br0" timeOffset="100814.25">16699 5046 1829 0,'-11'-8'87'0,"-1"1"20"16,1 3 32-16,11 4 12 0,-1 0 5 0,0 0-28 16,-43-8-4-16,44 8-14 0,0 0-48 0,-52 16-13 0,52-16-4 15,-27 33-3-15,13-8-14 0,-5 8 0 0,1 9-2 16,0 9 3-16,-2 4 6 0,0 4 14 0,3 3 2 15,-1 4 4-15,2 5 6 0,1 5-19 16,3 4-2-16,4-1-7 0,2-5-25 0,5-10-4 16,2-2-1-16,4-3 0 0,5 0-2 0,1-1 0 15,5-7-5-15,5-7 2 0,1-5-9 0,5-11 6 0,2-3-7 16,2-8-8-16,1 0-139 0,3-6-219 16,-2-6-64-16</inkml:trace>
  <inkml:trace contextRef="#ctx0" brushRef="#br0" timeOffset="101875.27">16957 5349 17 0,'0'0'704'0,"0"0"-285"0,-1 0 368 16,0 0-631-16,0 0 7 16,0 0 18-16,0 0-72 0,-35-2 1 0,36 2-32 0,0 0-34 15,0 1 7-15,-14 36 0 0,15-15 4 0,0 2 18 0,-3 2-9 16,1 2 6-16,-2 3-7 0,-1 4 6 16,-2 7-9-16,0-2 1 0,-1 4-4 0,1 1-2 0,0-2-10 15,-1-4-4-15,1-2-3 0,2-2-18 0,-2-8-7 16,2 0 1-16,1-8-3 15,0-1 2-15,1-3-10 0,2-15 5 0,0 1-7 0,0 0 4 16,0 0-4-16,0 0-1 0,0-1-2 0,0 0-10 16,0 0 5-16,11-32-3 0,-6 12 3 0,2-5 3 15,0-3 4-15,1-3 0 0,-2-4 0 0,1-2-4 0,-1-3 2 16,0-2 5-16,-2-1-1 0,1-1 4 0,-1 4-2 16,1 2-4-16,0 2 0 0,0 8-1 0,0 4 1 15,0 1 0-15,4 4 0 0,-4 2 3 0,-5 17 0 16,0-1-1-16,1 0-1 15,24-39-2-15,-25 40-3 0,0 0 5 0,1 0-3 0,0-1 3 0,0 0 1 16,40-11-6-16,-41 12 4 16,1 0 3-16,0 1 2 0,34 41 8 0,-26-25-5 0,-2 2 4 15,0 2 3-15,1-1-4 0,-2 7 3 16,0 1-5-16,0 6-1 0,-1 1 1 0,1 1-1 0,0 1-6 0,0 0 3 16,0-2-2-16,-1-2 2 0,-2-3-9 0,3-1 5 15,-1-5-3-15,2-3 4 0,0-3-2 0,3-2-41 16,-3-5-13-16,-7-11-20 0,1 0-113 0,0 0-49 15,36 14-4-15,-37-14-17 0,1 0-20 0,37-11-81 16,-21-1-32-16</inkml:trace>
  <inkml:trace contextRef="#ctx0" brushRef="#br0" timeOffset="102165.12">17464 5558 1732 0,'0'0'230'0,"0"-1"-74"15,0 0 6-15,0 0-19 0,0 0 53 0,-1 0-79 16,0 1 2-16,-35 4-31 0,25 14-18 0,3 3 1 15,0 1 4-15,1 4-2 0,1 3 7 0,0 3-19 16,2 0-3-16,2-1-8 16,2-2-28-16,2-5-16 0,4-4-3 0,3-7-3 0,2-3-8 0,5-3-2 15,0-4 4-15,6-3-2 16,1-1 13-16,0-7-2 0,2-2-1 0,-1-6 0 0,-1-3 1 0,3-5 2 16,-2-1 5-16,1-2-3 0,1 1 5 15,-1 1 0-15,-4 0-4 0,-1 4 4 0,-4 1 0 16,-5 0 8-16,-6 2 3 0,-2 1 1 0,-3 2 6 15,-5 2-2-15,-4 1 5 0,-5 4-4 0,-2 1 1 16,-6 2-44-16,2 3-5 0,-4 2-15 0,-1 2-27 0,3 6-76 16,-1 0-19-16,-2 2-34 0,1-1-177 15,-1 3-374-15</inkml:trace>
  <inkml:trace contextRef="#ctx0" brushRef="#br0" timeOffset="102881.64">18692 5730 1702 0,'0'0'546'0,"-1"0"-423"16,-1-1-57-16,2 0-65 0,-19-41 97 0,19 42-22 15,0-1 7-15,-1-47-15 0,1 28 2 0,0-1-8 16,0-2 1-16,0 2-4 0,-2-1 10 0,-4-1 4 15,2 5 0-15,-2-1-1 0,6 19-14 0,0-1-4 16,0 0 0-16,-2 0-2 16,-33-33-16-16,35 34-16 0,-1 0-6 0,0 0-2 0,-1 0-14 15,-42 13-3-15,44-13-1 0,-1 1-1 0,-31 39-1 16,19-18 1-16,1 7-2 0,1 1 1 0,-2 5-2 0,3 1 6 16,1 0 0-16,2 0 2 0,2 1 2 0,2-6-1 15,1-2-3-15,3-5-1 16,2-2-7-16,3-7 4 0,-6-15 4 0,0 1-1 0,1 0 8 15,0 0-1-15,45 26 1 0,-46-27-2 16,31-18 8-16,-14 5-9 0,-2-9 3 0,5-3-4 16,0-4 7-16,3-8-3 0,2-1-1 0,0-2-1 15,-1-1 0-15,0-1-3 0,-3-1 4 0,-1-1-3 0,-1-1 8 16,-4 0-3-16,-2-2 2 0,-2 0-3 0,-1-5 4 0,-1-2-7 16,0 0 2-16,0-2-2 0,1 6 6 0,-2 8 0 15,-1 6-2-15,-2 9 2 0,1 4 1 16,-4 3-2-16,1 5 3 0,-3 15-3 0,0-1 4 0,0 0 9 15,0 1-2-15,0-2 4 0,0 1-7 0,0 1-10 16,-1 0 1-16,0 0-4 16,-34 13 2-16,26 5-2 0,0 4 1 0,1 4-2 15,1 4 4-15,-1 9 2 0,-1 7 1 0,1 6 1 0,-1 4 11 16,2 6-8-16,-1 0 6 0,2-1-6 16,-1-1 2-16,1 0-5 0,3-1-4 0,2-1 0 15,1-3-7-15,4-5 3 0,2-1 0 0,2-9 1 0,3-6-2 16,-1-6-5-16,0-8-1 0,1-2-7 0,0-3-62 15,1-5-92-15,2-3-13 0,2-2-28 0,1-5-67 16,-1-2-89-16,1-3-24 0</inkml:trace>
  <inkml:trace contextRef="#ctx0" brushRef="#br0" timeOffset="103078.14">19200 5507 1632 0,'0'0'430'16,"0"0"-253"-16,0-1-17 0,0 0-50 0,-1 1 72 15,0 0-84-15,0 0 5 0,0 0-33 0,-31 29-18 0,26-6 10 16,0 2-7-16,-1 5 9 0,-3 2-12 16,1 2-10-16,0 5 0 0,2 1-6 0,1 1-19 0,-1-2-10 15,1-3-2-15,1-5-1 0,2-2-2 16,-1-9-6-16,3 0 1 0,1-6-12 16,0-14-90-16,0 1-78 0,0 0-11 0,0 0-18 0,0-1-27 0,1 0-104 15,34-9-71-15</inkml:trace>
  <inkml:trace contextRef="#ctx0" brushRef="#br0" timeOffset="103231.4">19314 5276 2270 0,'0'0'84'0,"0"0"42"0,0 0-38 0,0 0 37 0,0 0-76 0,0 1-16 16,-17 37-8-16,17-37 0 0,0 0-17 15,-10 45-3-15,10-45 0 0,0 0-1 16,-1 44-5-16,1-45-156 0,0 1 5 0,0 0-70 0,1 0-103 15,29 34-254-15</inkml:trace>
  <inkml:trace contextRef="#ctx0" brushRef="#br0" timeOffset="103598.99">19539 5421 1369 0,'0'0'97'0,"0"0"195"0,0 0-149 15,0 0 68-15,0 0-11 0,0 0 20 16,-1 0-70-16,0 0-15 0,0 1-2 0,0 0-6 0,0 0-15 0,-39 31-22 15,40-32-4-15,-1 0-7 16,0 1-25-16,-35 37-16 0,36-38-5 0,-1 1-3 16,-30 38-13-16,31-39-7 0,-1 1 0 0,-33 36-3 15,34-37-5-15,-1 1 3 0,-35 27-1 0,36-28 1 0,-1 0-4 16,0 1-3-16,-37 23 2 0,38-24-3 16,-1 0 4-16,0 0-7 0,0 1 2 0,0 0-5 0,-1 0-5 0,2 0-11 15,-16 37-3-15,16-38-1 0,1 0-5 16,0 0 4-16,45 20 0 0,-45-20 2 0,0 0 4 0,50 8 3 15,-50-8 5-15,37 3-2 16,-18-2 12-16,0 0 2 0,0 1 0 0,-2 0 2 0,-4 0 2 16,0 1 1-16,-2 2 3 0,-12-5 0 15,1 0 9-15,0 1-3 0,0 0 1 0,15 36-2 16,-16-37-2-16,0 1 2 0,-24 47-2 0,8-27 2 16,-1-1-2-16,-3 2-14 0,-2-4-11 0,0 1-6 0,-1-4-79 15,2-4-70-15,2 2-13 0,2-7-23 16,3 0-74-16,14-6-114 0,-1 0-55 0</inkml:trace>
  <inkml:trace contextRef="#ctx0" brushRef="#br0" timeOffset="103958.78">19583 5746 1177 0,'17'-6'108'16,"0"1"56"-16,-1 0-11 0,0-1 21 0,-1 0-41 0,1 1-35 16,-2-3-5-16,3-2-11 0,0-2-23 15,-1-2 2-15,4-1 5 0,-1-2-3 16,-1-3 9-16,0 0 3 0,0-3-6 0,-3 3 3 0,0 2-27 0,-2-3-4 15,-2 5 3-15,-2-1-2 16,-3 1 11-16,-3 6-5 0,-1-4 0 0,-2 14-1 16,0 0-4-16,0-1-4 0,0 0 3 0,0 0-3 0,-1 0 11 15,0 0-22-15,1 0 0 0,-39-31-9 0,39 32-18 16,-1 0-1-16,0 0-4 0,-43 11 3 0,44-11-8 0,-31 18 7 16,11-5-1-16,-1 4 2 15,-1 0-1-15,-2 3 2 0,2 6-1 0,2 0 1 0,0 6 2 16,3-3-4-16,1-1 3 0,3-1-3 0,3-1 3 15,3-2-6-15,4 0 0 0,0-3-2 16,3-4-3-16,1-2-1 0,-1-15-1 0,0 1 0 0,0 0-2 16,20 36 4-16,-20-37-1 0,0 0 2 0,1 0 0 0,40 0-10 15,-40 0-18-15,35-11 0 0,-16 2-67 16,3-1-25-16,-1-2 6 0,2 0-12 0,0 0 0 0,0 1-38 16,2-3-8-16,-1-1-16 15,2 0-80-15,-2-1-151 0</inkml:trace>
  <inkml:trace contextRef="#ctx0" brushRef="#br0" timeOffset="104330.02">20116 5520 435 0,'6'-15'486'0,"0"2"-156"0,-4-1-32 0,-2 14-26 16,0-1-34-16,0 0-38 0,0 0-8 0,-1 0-13 0,-24-35-53 15,25 36-29-15,0 0-1 0,-2 0-9 0,-37-3-13 16,39 3-16-16,-1 0-4 0,0 0-4 0,-44 20-11 0,45-20-7 16,-1 1 0-16,-36 36-3 15,23-21-12-15,1 5-9 0,-1 0-1 0,0 6-2 0,2-3 1 16,1 1-6-16,0 0 1 0,2-3-3 0,0-1 3 15,4-2-5-15,2-3 0 0,3-16-3 0,0 1-9 16,0 0 1-16,0 0-6 0,10 35 4 16,-10-36-2-16,0 0 5 0,1 0 2 0,38-15 0 15,-24 2 3-15,2-4 2 0,1 1-1 0,0-3 1 0,1 0 3 16,0 1 4-16,-1-1 0 0,0 0 1 16,0-1-4-16,-2 0 4 0,0 0 0 0,2 4 3 0,-2-1-4 15,-1 1 8-15,-2 4-5 0,-3 4 6 16,-10 8-6-16,0 0 2 0,1 0 4 0,0 0-2 0,0 0 2 15,0 0-4-15,0 0 3 0,-1 0-2 0,0 0 4 0,0 0-5 16,-7 38-4-16,-1-19 0 0,-1 2-7 0,-2 2 8 16,2 0-1-16,1 1 3 15,-2-1-7-15,2 1 3 0,0 0 0 0,1-3 0 0,3 2-6 0,2-9-42 16,2-14-25-16,0 1-12 0,0 0-136 0,0 0-47 16,0 0-2-16,1 0-27 15,0-1-122-15</inkml:trace>
  <inkml:trace contextRef="#ctx0" brushRef="#br0" timeOffset="104710.27">20632 5312 2138 0,'0'0'-27'0,"0"1"159"16,-1 0-32-16,-33 38 79 0,21-26-27 0,-5-1-35 15,0 2 0-15,0 2-13 0,1 2-17 0,-1-1-28 16,2-1-3-16,-2 2-8 0,-2-2-13 0,2-1-12 15,-1-1-1-15,2-4-6 0,1-1-11 0,3-1-1 16,-1-1 2-16,2 1-2 0,-2 0 3 0,1 0-7 16,1-1 4-16,-1 2-4 0,1-1 6 0,2-1-7 15,10-7-5-15,0 0 0 0,-1 1-5 0,1 0 2 16,0 0-3-16,0 1 0 0,0-2-9 0,4 36 12 16,-4-36 1-16,1 0 4 0,-1 0 4 0,44 4-6 15,-44-4 0-15,1 0-4 0,41 0 8 0,-42 0 1 16,1 0 1-16,43 1 0 0,-44-1 1 15,1 0-1-15,42 5 1 0,-43-5 0 0,1 0 6 16,37 12 5-16,-38-12 0 0,1 0 2 0,0 1 3 0,0 0 6 16,23 39-2-16,-24-40 2 0,0 1-8 0,-21 37 1 15,9-21 0-15,-3-1 1 16,-4 2-2-16,-3 1-8 0,0-3 1 0,-1-2-7 16,-1-3-31-16,1-3-73 0,2-2-13 0,1-2-23 15,4-3-72-15,16-1-98 0,-1 0-22 0,0 0-47 0,-1 0-276 16</inkml:trace>
  <inkml:trace contextRef="#ctx0" brushRef="#br0" timeOffset="105029.97">20508 5653 1310 0,'15'0'100'0,"-1"0"143"0,4 0-71 16,1 1-21-16,3-1 0 0,0 0-15 0,1-1-41 0,-1-2-12 16,2 0-4-16,0-2-3 0,0-2-13 0,-1-1-4 15,0-1-1-15,-4 0-4 0,0 0-21 0,-2-1-3 16,-1-2 4-16,-2 2 1 0,-2-2 26 0,-2 2-6 15,-1 2 2-15,-9 8-4 0,0-1-6 16,1 0 11-16,0 0-7 0,16-41 7 0,-17 42-18 0,0-1-7 16,0 0-1-16,-1 0-2 0,-25-42 1 0,26 43-10 15,-1 0-1-15,-42-24-5 0,23 20-8 0,-2-2-14 16,-3 3 2-16,0 8-8 0,-1 4 5 0,0 3-9 16,0 4 4-16,1 2-6 0,3 4 4 0,1 3 8 15,4 4 4-15,2 1 2 0,1 0 11 0,5 4-3 16,-1-4-1-16,5 2-1 15,3-2-3-15,1 0 0 0,5-3-2 0,0-2 0 16,0-5-10-16,2-2 4 0,3-3-2 0,2-5 0 16,2-1-30-16,2-7-118 0,1-2 8 0,2-6-51 15,1-5-43-15,4-5-111 0,2-2-73 0</inkml:trace>
  <inkml:trace contextRef="#ctx0" brushRef="#br0" timeOffset="105844.59">21584 5822 1874 0,'-16'7'44'16,"0"-3"103"-16,1-1-14 0,15-3 52 16,-1 0 15-16,0 0-76 0,0 0 2 0,0 0-29 0,0 0-21 0,0-1-15 15,-30-43-4-15,31 24-2 0,0-5-8 0,3-4-7 16,3-4-3-16,2-1-3 0,1-7-14 0,4-3 4 16,-3-1 0-16,5-1 0 0,0-1-4 15,2-4 3-15,0-6-5 0,4-5 4 16,3-3-6-16,0-1-7 0,2 5 2 0,0 6-5 15,1 3-10-15,0 6 15 0,0 3-5 0,-3 2 9 0,0 7-14 16,-4 4 8-16,-1 7-3 0,0 5 4 16,-4 3 1-16,-1 5-6 0,0 3 1 0,-14 7-3 0,1 0 3 15,0 0-1-15,0 0 1 0,45 14-2 16,-33 2-4-16,4 5 2 0,1 3 0 0,1 9 2 0,0 1-2 16,-2 3 15-16,3 0-4 0,-4-1 7 0,-1 4-5 15,1 5 1-15,0 3 1 0,-2 8 0 0,-1-1 2 0,-1 3 0 16,-1-1-1-16,-1-1 1 0,-1-3 2 15,-2 2 4-15,-1 0-8 0,0-1 5 0,0-1-13 0,3-3-1 16,-2-2-1-16,2-5-1 0,0-8-1 0,-1-4-3 16,0-5 3-16,0-3-4 0,0-3 5 0,-1-6-5 15,0 0 1-15,-7-14-2 16,0 1 0-16,0 0 0 0,0 0 1 0,0 0-1 0,0 0-1 0,0 0-33 16,0 0-9-16,0 0-14 0,0 0-75 15,0 0-117-15,0 0-26 0,0-1-51 0,0 0-262 0</inkml:trace>
  <inkml:trace contextRef="#ctx0" brushRef="#br0" timeOffset="106991.22">23143 4708 570 0,'-14'-3'327'0,"1"0"166"0,1 1 32 0,0-1-357 15,0 2-21-15,12 1 26 0,-1 0-5 0,0 0-10 16,0 0-60-16,-44-15-47 0,45 15 1 0,0 0-20 15,0 0-20-15,0 0 3 0,0 0-1 0,35 14 3 16,-13-10 7-16,6 1 8 0,3 1 2 16,4-1 2-16,4 1-2 0,0-3-6 0,1 2-5 0,1-1 1 15,-1 0-12-15,-5-1-7 0,3-1 2 0,1-1-4 16,1 0 6-16,1-1-9 0,0 0 6 0,-5 0-6 16,-3 0 4-16,-3-1-2 0,-4 1 3 0,-3 0-1 15,-3 0 4-15,-5 0-14 0,-15 0-22 0,1 0-2 0,0 0-102 16,0 0-55-16,0 0-9 15,0 0-18-15,0 0-62 0,0 1-131 0,0 0-199 16</inkml:trace>
  <inkml:trace contextRef="#ctx0" brushRef="#br0" timeOffset="107197.33">23552 4811 1964 0,'-12'4'73'0,"12"-4"85"15,-1 0-130-15,0 1 121 0,0-1-26 0,-39 40 51 16,40-40-68-16,0 1-19 0,-11 43 1 0,11-43-8 15,-3 35-6-15,4-9-5 0,-1 1 0 0,2 7-1 0,-1 4-3 16,-1 3-9-16,3 7-2 0,-2 3-3 0,1 0-17 16,0 3-15-16,-2-6 0 0,0-1-6 0,-1-2-6 15,1-4-6-15,1 3 1 16,0-6-5-16,1-5-30 0,-1-4-120 0,2-5-12 16,-1-5-47-16,2-2-131 0,-4-18-174 0,0 1-137 0</inkml:trace>
  <inkml:trace contextRef="#ctx0" brushRef="#br0" timeOffset="107557.86">24063 4768 2131 0,'0'0'245'0,"0"0"-162"0,-1-1 1 16,0 0-29-16,1 1 130 0,0 0-74 0,0 0 2 15,0 0-31-15,0 0-26 0,-2 31 18 0,8-11-3 0,0 8 5 16,-1 0-13-16,-1 3-9 0,1 1-2 0,-3 4-3 16,1 4-17-16,-1 3-6 0,-3 5-4 0,-1 3 0 15,-2 0-4-15,0 2-8 0,-1-3 4 0,1-2-6 16,0-2-2-16,-1-5-7 0,2 1 2 0,-1-1-2 0,0-3 0 15,3-3 3-15,-1-5-3 0,2-7 4 0,2-5-3 16,-1-5-53-16,-1-13-3 16,0 0-23-16,0 1-52 0,0 0-33 0,0-1 6 15,0 0-16-15,0 0-19 0,1 0-48 0,0-1-16 0,22-43-21 16,-20 25-156-16</inkml:trace>
  <inkml:trace contextRef="#ctx0" brushRef="#br0" timeOffset="107858.11">24165 4773 2071 0,'0'0'117'0,"0"0"-22"0,0-1 10 15,0 0 1-15,0 0 78 0,0 0-85 0,0 0 0 0,0 0-33 16,0 0-41-16,0 0-14 0,0 0-2 0,0 0-3 16,0 0-4-16,2 0 4 0,35-26-2 15,-37 27 3-15,1 0 7 0,48-1 1 0,-48 1 6 16,35 3-2-16,-18 1 12 0,0 1-6 0,-1 1-2 0,-3 1 0 15,2 0 4-15,-1 3 19 0,-6 0-1 0,-1 1 7 16,-4 2-4-16,-3 0-9 0,1 2-1 16,-4-1-3-16,-1 0-1 0,-4 2-9 0,-1 1 1 15,-3 3-3-15,-2-2-3 0,-2 4-17 0,-4-2 8 16,0 0-11-16,1 3 9 0,-2-2-3 0,0 2-1 0,3 0-1 16,-2-3-7-16,1-3 4 0,0-1-1 0,3-3 2 15,0-1-6-15,1-1-41 0,3-1-8 0,11-10-18 0,-1 0-87 16,0 1-93-16,0 0-17 15,-1 0-34-15,-35 20-144 0</inkml:trace>
  <inkml:trace contextRef="#ctx0" brushRef="#br0" timeOffset="108357.67">24866 4551 2560 0,'0'0'-12'16,"0"0"89"-16,0 0-7 15,1 0 40-15,0 0 5 0,0 0-31 0,38 1-2 16,-39-1-9-16,23 21-15 0,-7-5-15 0,-1 4 2 15,2 5-5-15,-2 0 1 0,0 5-1 0,-2 2 3 0,1 4 1 16,1 2 17-16,-1 2-7 0,-1-1-4 16,-2 0-1-16,-1 0-9 0,-3 2 1 0,-1 8 1 0,-3 4-1 15,-2 4-9-15,-2 0-7 0,-3 1-4 16,-2-2-1-16,-3-2-7 0,-1 1-7 0,-3 1 4 16,-4 3-5-16,-1 3 7 0,-3-2-9 0,-1-2 2 15,2-6-4-15,-2-3-1 0,0-8-20 0,0-3-13 0,-3-6-9 16,2-2-95-16,-3 0-111 0,0-2-12 0,-4-4-49 15,-1-2-201-15</inkml:trace>
  <inkml:trace contextRef="#ctx0" brushRef="#br0" timeOffset="109163.13">3912 8425 1805 0,'-15'-1'547'0,"15"1"-250"0,-1 0 274 16,0 0-752-16,1 0 39 0,0 0-11 0,28-1 107 15,2 1-2-15,2 2 23 0,4 1 20 0,-16-6-2 16,16 10 2-16,1 1-2 0,3 1 3 0,3 0-4 15,7 2 3-15,4 0-1 0,3-1 19 0,1-1 10 16,1-2 3-16,1 0 1 16,5-1 2-16,8-4-4 0,5 0 1 0,5-2-1 0,-2 1 5 15,-6-1 7-15,4 0-2 0,2 0 4 16,5-2-8-16,0 0 5 0,0-1-2 0,-5-1 3 0,-2 1-6 16,5-1-16-16,2 0 4 0,4-1-8 0,-8 1 0 15,-10 2-4-15,0-1-3 0,-1 0 1 0,5 1-1 0,1 1 1 16,-6 0 1-16,-9 0-1 0,-4 0-1 0,-5 1-1 15,0 0 1-15,-1-1-1 0,-1 1-1 0,-5 0 5 16,-6 0-5-16,-6 2 6 0,-3 0-3 0,-7 1-8 16,-2 1-52-16,-4 0-2 0,-3-1-339 0</inkml:trace>
  <inkml:trace contextRef="#ctx0" brushRef="#br0" timeOffset="110341.04">15652 6639 1037 0,'-24'-8'241'15,"1"0"118"-15,0 4 2 0,5-1-308 0,-1 2-10 0,3 0 33 16,2 2 5-16,1 0 5 0,13 1 0 0,-1 0-35 16,-41-13 9-16,42 13-16 0,0 0 14 0,0 0-12 15,-1 0-5-15,0 0-4 0,1 0-36 0,0 0 7 16,0 0-4-16,0 0 6 0,1-1 5 16,36-16 8-16,-17 15-5 0,2 1 6 0,5 0-9 15,-4 0 8-15,6 1 4 16,-2 0 1-16,-1 2 3 0,2 0 5 0,5 0-4 0,7 1 4 15,3-1-11-15,6-1-14 0,2-1 0 0,2 1-5 16,0-1-5-16,1 0 8 0,-1 1-8 0,6-1 7 16,4-3-11-16,9-2 2 0,4-2 1 0,0 2 1 15,-3-1 1-15,2 0 2 0,4-1-2 0,6 0 0 16,3-2-2-16,3 3 2 0,-8-2 3 0,4 4-2 0,2 1 1 16,7-3 13-16,3 4-5 0,-4-2 7 0,-3-1-8 15,9 3-1-15,3-3 0 0,4 0 0 16,-1 2 2-16,2-1-11 0,3 0 6 0,2 0-7 15,1-4 8-15,2 1-7 0,-2-1 7 0,4-2-7 16,0 5 1-16,-3-1 3 0,2 3-4 0,1 0 6 16,0-4-6-16,1 3 6 0,0-3-1 0,2 3 5 15,0 1 18-15,3-3-4 0,1-1 1 0,0-1-4 16,2-5-12-16,4 3 1 0,-2 0-4 0,0-1 3 16,0 2-5-16,-1-3-3 0,-1 2 1 0,-5 0-1 15,0 3 7-15,-2 1-7 0,-2 0 4 0,0 0-6 16,-5 2 5-16,0 0-3 0,-1 1 2 0,-2 0-2 15,0 2 4-15,-3 0 0 0,-1 1-1 0,2 0 0 16,-2 0-3-16,-3 0 0 0,-1 0 1 0,1 0 0 0,-1 0 0 16,-6 1 0-16,-4-1-3 0,-4 1 1 0,1 1-1 15,-3-1 0-15,-3 1 5 0,-14 0-4 0,-7 0 1 0,-3 1 6 16,-5-1-7-16,-2 1 7 16,-3-1-11-16,-6 0-6 0,-9 0-35 0,-7-2 3 15,-4 0-189-15,-8 0-107 0,-16 0-24 0,1 0 85 0,0 0 1228 16</inkml:trace>
  <inkml:trace contextRef="#ctx0" brushRef="#br0" timeOffset="110997.8">16804 6769 255 0,'-11'21'1162'16,"6"-11"-346"-16,2 6-765 0,2-1 17 0,0 4 21 0,2 4 0 15,-1 0 0 1,1 5-6-16,0 3-9 0,0 3-4 0,0 3 1 0,-1 4-4 16,-2 1-5-16,0 7-8 0,0 4 5 15,-1 5-5-15,2-1 13 0,-21-11-17 0,15 12-2 0,0 1-6 16,-2 3-12-16,0 3-12 0,2-1 3 0,0-4-6 16,2-4-5-16,0-5-3 0,2-3-2 0,-1-2 2 15,-1-1 4-15,1-6-10 0,0-5 4 0,4-6-5 16,-1-5 3-16,1-6-3 0,0-17-19 0,0 1 0 15,0 0-111-15,0 0-74 0,0 0-14 0,0-1-25 16,0 0-111-16</inkml:trace>
  <inkml:trace contextRef="#ctx0" brushRef="#br0" timeOffset="111283.23">16741 7011 1685 0,'0'0'268'15,"-1"0"-16"-15,0 0 112 0,-1 0-337 0,2 0-16 16,-1 0 36-16,0 0 12 0,0 0 5 0,1 0 25 16,0 0-49-16,0 0 5 0,0 0-21 15,1 0-5-15,46-2 1 0,-26 3-2 0,0 0 2 0,4 1-2 16,1 1-4-16,3 1 3 0,0 2-5 0,-1 1 1 16,-2 2 14-16,-1 0 3 0,-3 3 5 15,-2 0 5-15,-3 3-6 0,0 1-1 0,-5 2 0 16,-2-1 4-16,-1 4-5 0,-3 0 0 0,-3 2-2 15,-3 3-2-15,-5 1 15 0,-4 4-10 0,-5-2 11 16,0 3-21-16,-7 0-3 0,-4 3 1 16,-3 6-3-16,-4-3-7 0,-1 2-84 0,-2-3-18 15,-1-4-34-15,4-3-144 0,-1-3-199 0,1-2-139 0</inkml:trace>
  <inkml:trace contextRef="#ctx0" brushRef="#br0" timeOffset="111641.63">17838 7052 1936 0,'-12'-2'90'0,"-1"-1"6"0,-1 0 33 0,-3 2 7 0,1 1 6 16,-3 0-12-16,1 2-2 0,1 2-9 0,-1 2-33 0,-16-7-13 16,15 12-9-16,0 2 0 0,1 4-31 15,2 6-13-15,-1 1-2 0,2 6-5 0,0 2-8 0,-1 5 2 16,3 2 0 0,-1-2 3-16,2 3 2 0,0 4-1 0,-1 1 0 0,3 2-1 0,2 2-10 15,2-5 1-15,3-1-2 0,3-4 1 0,2-5-2 0,2-4-1 16,2-6-2-16,2-5-1 0,2-1-9 0,1-7-2 15,1-2-4-15,2-2-5 16,1-3-63-16,-1-3-79 0,2-4-10 0,1-6-29 16,1-5-84-16,3-5-192 0</inkml:trace>
  <inkml:trace contextRef="#ctx0" brushRef="#br0" timeOffset="111897.44">17941 7143 1553 0,'0'0'250'0,"-1"0"-59"0,0 0 63 0,0 1-204 16,-34 21 13-16,35-22 61 0,0 0 4 0,0 0 12 16,0 1-24-16,0 0-59 0,0 0 7 0,0 0-26 0,0 0-2 15,0 0-4-15,1 0-1 0,39 31-2 0,-39-32-5 16,35 6-2-16,-17-4 2 0,3-1-4 0,0 0-14 16,0 2 5-16,1-1-6 0,-4 0 5 0,3 1-7 0,-1-1-3 15,-1 0 3-15,5-1-3 0,-2 2 9 0,-2-1-6 16,0 0 3-16,-4 0-6 0,1 0-1 15,-3 0-119-15,1 0 13 0,-4 0-54 0,-12-2-22 0,1 0-26 16,0 0-2-16,0 0-14 16,36 4-73-16</inkml:trace>
  <inkml:trace contextRef="#ctx0" brushRef="#br0" timeOffset="112076.12">18193 7267 2015 0,'0'0'115'0,"0"0"31"0,-2 0-9 0,-34-6 16 15,36 6-24-15,0 0-22 0,-1 1-9 0,-1 0-4 16,-22 37-38-16,24-38 0 0,-10 35-2 0,6-10 2 16,-3 1 0-16,2 4 3 0,2 6-5 0,-4 0 3 15,3 6-26-15,-2 4-14 0,-4 1-2 0,3 1-3 0,0-1 2 16,-1-8-12-16,2-1-4 0,-1-6-13 0,-1-2-102 16,5-3-136-16,0-1-33 0,2-5-49 15,2-4-246-15</inkml:trace>
  <inkml:trace contextRef="#ctx0" brushRef="#br0" timeOffset="112457.92">18795 7050 2331 0,'0'0'84'0,"0"0"-16"0,0 0 35 0,0 0 20 0,-1 0 19 0,0 1-23 16,0 0 3-16,-25 44-23 0,26-45-27 0,-24 27-15 15,17-5-3-15,2 4-2 0,-1 2-4 0,-1 3 0 16,3 1 2-16,-2 2-2 0,1 0 3 0,0 3-10 15,-3 3-2-15,1 7-2 0,-1 4-12 16,-1 4-4-16,1 4 0 0,-2-3-4 0,2-2-11 16,-2-3 1-16,1-4 0 0,3-1 1 0,0 1 1 0,1-4-5 15,-2-3 0-15,2-5-1 0,-1-4-1 0,2-7 1 16,0-2-1-16,2-6-2 0,2-16-17 0,0 1-59 16,0 1-5-16,0-2-24 0,0 1-78 0,0-1-60 15,0 0-15-15,0 0-22 0,-8-33-117 0</inkml:trace>
  <inkml:trace contextRef="#ctx0" brushRef="#br0" timeOffset="112783.21">18704 7050 2359 0,'0'0'75'15,"-1"0"-16"-15,0 0 6 0,0 0 3 0,0 0 75 0,0 0-44 16,0 0-6-16,0 0-18 0,0 1-52 0,0 0 6 15,1 1 1-15,0-2 0 0,0 1-4 0,30 24 5 16,-11-21-7-16,4 1 8 0,0-1-1 16,1 2 6-16,2 0-3 0,0 3 3 0,2 0-13 0,-3 1 4 15,2 2 2-15,-4 1 0 16,-2 2 0-16,-4-2-5 0,-3 2 5 0,-3 2-4 16,-1 0 5-16,-1 0 6 0,-2 1-10 0,-3 0 7 15,-4 1-23-15,-3-1 12 0,-3 2-5 0,-1-2 6 0,-2 3-2 0,-1 2-8 16,-3-1 7-16,-2 3-7 15,-3-5-4-15,-1 1 2 0,0-1-4 0,-1-6 5 16,-1 1-4-16,-1-3-34 0,-1 0-4 0,2-2-15 0,0-2-49 0,2 0-61 16,2-1-2-16,2-2-29 0,15-5-79 0,-1 0-166 15,0 0-122-15</inkml:trace>
  <inkml:trace contextRef="#ctx0" brushRef="#br0" timeOffset="113095.13">19383 6997 2172 0,'0'0'223'0,"1"0"30"0,0 0-129 0,0 0-15 16,-1 0 19-16,39 12 3 0,-39-12-14 15,0 0-33-15,0 1-23 0,2 0-4 0,34 38-6 0,-23-23-7 16,-2 2-8-16,0 3 2 0,0 3-4 0,-3 3 1 15,-2 3-4-15,0 3 2 0,-1 2-3 0,1 3 5 16,-1-3 5-16,0 2 1 0,-1 4 1 16,1 3-5-16,-5 0-11 0,3 6 1 0,-1-1-3 15,1 0-4-15,-1 2-14 0,-2-4-1 0,-2-4-4 16,0-3-1-16,-2 0 0 0,-2 3 0 0,-2 1 0 16,-3 2 0-16,-2-4 0 0,1-3 0 0,-2-5 0 15,-3-3 0-15,0-7-129 0,0-1-18 0,3-8-60 16,-1-4-247-16</inkml:trace>
  <inkml:trace contextRef="#ctx0" brushRef="#br0" timeOffset="115673.89">11521 9880 2087 0,'0'0'112'0,"0"0"18"0,-2 0 16 15,2 0-43-15,-1 0-4 0,0 0-3 0,1 0 6 16,0 0-3-16,0 0 0 0,0 0-34 0,-1 0 3 16,1 0-13-16,0 0 5 0,0 0-19 0,34 3 0 0,-12-2-8 15,0 0 0-15,1 0-7 0,0-1 0 0,1 2-3 16,1 0-11-16,-3-1-4 0,1 0 0 15,-1-1-2-15,-1 0 1 0,-1 0-3 0,0 0 2 16,-1-2-2-16,-1 0-2 0,0-2 7 0,2 1-6 16,0 0 6-16,2 1-9 0,-2 0-6 0,-3 2-11 0,0 0-5 15,-4 0-84-15,-13 0-47 0,1 0-10 0,0 0-14 16,0 0-72-16,0 0-132 0,0 1-81 0</inkml:trace>
  <inkml:trace contextRef="#ctx0" brushRef="#br0" timeOffset="115904.3">11435 10254 2361 0,'0'0'109'0,"-1"0"13"0,0 0-18 0,0 0 15 16,0 0-34-16,0 0 31 0,1 0-13 0,0 0 17 16,1 0-27-16,36 3-17 0,-13-4-2 0,2-1-6 15,4 2-8-15,2-3-13 0,0 0 5 0,2-2-9 16,-1 0-9-16,1 2-7 0,-4 2-1 0,1 1-3 15,-3-1-9-15,-1 1-5 0,-1 0 0 0,-1-3-2 16,3 3-2-16,-1-2 0 0,1 0-7 16,-3 2 3-16,0 0-9 0,-4 0-129 0,-1 2-33 0,0 0-60 15,0-2-325-15</inkml:trace>
  <inkml:trace contextRef="#ctx0" brushRef="#br0" timeOffset="117669.41">15044 6641 1783 0,'0'0'53'0,"0"0"4"0,0 0 34 0,0 0 18 15,0 0 21-15,0 0-6 0,0 0-16 0,0 0 8 16,0 0-35-16,0-1-29 0,2 0 1 0,43-33-12 16,-44 34-8-16,32-15-8 0,-15 7 1 0,-1-1-4 0,-2 1-12 15,-3-1 5-15,2 1-4 0,1 0 6 0,1 2 1 16,2 0 2-16,1-1 3 0,3 1-1 0,1-1 4 16,2 0-1-16,1 0-2 0,3-1 0 15,1 1-8-15,3-2 0 0,1 0-2 0,0 0 2 16,2 2-6-16,-1 2-6 0,-1 3 1 0,0-5-2 15,-2 2 2-15,5 2 2 0,2-3 0 0,4 7 0 16,2-2-10-16,-1-3 6 0,-3 3-2 0,-1-1 6 16,-2 2-2-16,-1 2-3 0,0 2 2 0,-2 1-2 15,-1-2 7-15,1-1-7 0,5 1 6 0,2-3-5 16,3 2 10-16,2 1-7 0,-1-3-3 0,0 1 0 0,0 0 0 16,-3-1 1-16,0 5 1 0,-1 1-1 15,3-1-3-15,3 0 0 0,3-2-2 0,4-3 3 0,-1 3 13 0,0 0-14 16,-2 0 7-1,-5 3-10-15,-1-4 1 0,2 2 7 0,-1 1-5 16,8-2 6-16,3 0 3 0,-1-1 16 0,2 1-2 0,-5 2 3 16,-3-2-17-16,-1 1-1 0,0 0 1 0,4-2 0 15,5 1-1-15,1 0-4 0,0-1-4 0,-1 2 0 16,-3-2 0-16,-5-1-1 0,-2 1 6 0,3-1-3 16,0-1 2-16,5 0 4 0,5-2-8 0,-2-1 4 15,0 0-7-15,-4-1 9 0,-1-1-1 0,0 1 5 16,1 0-6-16,5-3 6 0,2-1-1 15,1 0 2-15,-2 0-5 0,-7 1 0 0,0 1-2 0,-4 0 2 16,1 0-2-16,6 0-5 0,1-1 4 0,2 0-3 16,1 1 4-16,-5 1-1 0,0 2-2 0,-4 0 2 15,0-3-1-15,5-1 2 0,4 0-3 0,2 2 2 16,2 2-6-16,-4 1 6 0,-4-2 1 0,-4 0 3 16,-2-2-6-16,4 1-1 0,2 4 0 0,3-3 0 0,2 4-5 15,-5 0 4-15,-1 0 1 16,-5 0 1-16,-2 1-1 0,0-1 4 0,4 2-5 15,5 2 4-15,3-2-4 0,0 1 2 16,-3-3 1-16,-4 3 1 0,-1-2-6 0,2 2 6 0,-1 1-4 16,7-2 4-16,2 0-3 0,-1-1 1 0,-2 2 2 0,-6 0 0 15,-3 1-6-15,-2-1 2 0,2 2 1 0,2-2 0 16,3-1 4-16,3-1-2 0,1-1 0 0,-4 2-1 16,-4-2-3-16,-1 2 6 0,-2 0-7 0,6-2 6 15,4 2-2-15,5-2-1 0,1 0 4 0,-3 0-4 16,-3 2-1-16,-4-1 1 0,-2 0 2 0,3 0 1 15,3-3-1-15,4 1 0 0,2 1 2 16,-2 0-2-16,-3 1 0 0,-5 1-2 0,0 2 0 0,4-4 0 16,2 1-1-16,6-2 3 0,1 0-1 0,-3 1 4 15,-1 0-5-15,-5 0 0 0,3 1-1 0,5 1 1 16,1 1 6-16,5-3-8 0,-1 0 2 16,-6 1-3-16,-4 0 3 0,-1 2 2 0,5 1-2 15,3-2 2-15,3-1 0 0,-1-1-2 0,-4 2 5 0,-3-1-5 0,-2 2-1 16,7 2 4-16,0-3-3 15,4-1 6-15,0-2-8 0,-5 1 4 0,-6 0 1 16,2 4 2-16,1 2 4 0,4-3-3 0,4 1 1 16,-5-1 0-16,0-1 9 0,-7 0-6 0,-1 1 5 0,3 0-6 15,3-1-1-15,1 0-1 0,2 0-4 0,-3-2 3 16,-3 1 3-16,-6 2-3 0,0-3 0 0,3 2-2 16,-1-2 0-16,3 0-5 0,-2 0 3 0,-5 1-3 15,-3 0 7-15,-4-1-2 0,-5 0-2 0,-3 0 0 16,0 2 1-16,2 0 0 0,-3-1 1 0,-2 1-2 15,-2 0-4-15,-8-1 4 0,-1 3 2 16,-8-2 1-16,-1-1 1 0,-3 1-4 0,-15-2 1 16,1 0-3-16,1 0 2 0,-2 0-41 0,1 0-10 15,0 0-19-15,-1 0-108 0,0 0-100 0,0 0-27 16,-1 0-53-16,-36-14-426 0</inkml:trace>
  <inkml:trace contextRef="#ctx0" brushRef="#br0" timeOffset="118634.54">16029 6406 2349 0,'0'0'39'0,"-1"0"-32"0,0 0 29 0,0 0-25 16,0 0-4-16,0 0 17 0,0 0 13 0,1 0-11 16,0 0 13-16,0 0-28 0,0 0 1 0,0 0-2 15,0 0 2-15,44 3-6 0,-21-4 4 0,0-1-7 0,6 2 4 16,2-5-9-16,-20-7 5 16,16 10 2-16,0 0 0 0,1 0-3 0,3 0 14 0,4 2-2 0,2 2 7 15,2-1 10-15,2-1-5 16,1 0-2-16,0-1-2 0,2 3-17 0,-2-1-3 0,0 1 0 15,8 0 0-15,5 1-2 0,7-1 5 0,2 0-1 16,-1 0 2-16,-2 1-6 0,-3-2 4 0,2 6-4 0,4-3 6 16,5 2-4-16,5 1 0 15,0 0 2-15,-3 2 0 0,-6 0 9 0,4 0 11 0,2 2 4 0,7-3 1 16,6-1 1-16,-2-1-16 0,-2 1-1 0,1 1-5 16,2-3-2-16,8 1 1 15,3 0-4-15,-3-2 2 0,0 1-3 0,2-1 0 16,3-1-1-16,5 0-1 0,-2-1-2 0,-3 1 5 15,3-2 4-15,6-2-1 0,2 0 0 0,1-3 1 0,-1 0-2 16,4 2 2-16,1-5-1 0,2 2 0 0,-2-1 0 16,3-1-1-16,2 2-3 0,-1-1 0 0,0 0 4 15,1 1-2-15,1-1-1 0,2 3 1 0,1 1-5 0,0 1 4 16,1 0 2-16,-2 0-5 0,1-1 5 0,0-1-6 16,0-1 3-16,1 3 3 0,-1-2 0 0,1 3 3 15,-1-3 15-15,-2-4-1 0,2 2 1 0,-1-4-2 16,0 4-7-16,-1 0-11 15,0 2 5-15,0-2-6 0,0 1 10 0,0 0-8 16,-2-2-1-16,-4 1-1 0,0 0 0 0,2 1-6 0,-5 0 7 16,-1 4-5-16,0-1 9 0,1-2-3 0,-1 3-3 15,-10 0 1-15,0-1 0 0,0-1 6 0,-1 0 12 16,-4 0-2-16,-8 2 37 0,2 1-29 0,-1 0 3 0,1-1-12 16,-1 0 0-16,-9 0-9 0,-7 2 0 0,-2 3-3 15,0-3-1-15,-2 0 1 16,-2 1 0-16,-5-1 1 0,-8 0-6 0,-5 2 3 15,-9 0-3-15,-6 1 3 0,-3 1-3 0,-8-5 8 16,-2 3-6-16,-4-2-3 0,-15-2-124 0,1 0-181 0,0 0-49 0</inkml:trace>
  <inkml:trace contextRef="#ctx0" brushRef="#br0" timeOffset="123851.22">15436 6508 727 0,'-11'-1'538'0,"11"1"-236"0,-1 0 284 0,1 0-568 15,-2 1-12-15,1-1-2 0,0 1 0 16,-19 43-2-16,20-44 6 0,0 1 10 0,0-1-12 15,0 1 3-15,0 0-6 0,24 35-5 0,-24-36 2 16,30 11-7-16,-10-6 7 0,2 0-11 0,-1 0 5 16,3-1 3-16,1 1 0 0,2 0 1 0,-2-2 9 0,0 1-2 15,3 0 7-15,-1-2 7 0,6 0-3 16,2 0-1-16,6-1-2 0,2 0-6 0,1 0 1 0,2 0-2 16,1-1 2-16,1 0-1 0,2 0-4 15,0-1 1-15,2-1-3 0,4-1-2 0,5-1-1 16,4 0 3-16,1 0-1 0,-1 0 0 0,-3 1 1 15,0 1-5-15,3 0 4 0,1-1-4 0,5 2 3 16,1-1-1-16,-1 1 1 0,-3-1 0 0,0 1 2 16,3 0 3-16,5-2 0 0,2 1-2 0,4-2 8 15,-7 0-2-15,-1 0 4 0,3 0-6 0,2-1-5 16,5-2 3-16,1 1-2 0,-3 0 4 0,-4 3-2 16,1-1-4-16,3-1 0 0,1-1 1 0,2 1-2 15,-4-2 4-15,-2 2-3 0,0 0 3 16,6-2-2-16,1 1-1 0,3-2 0 0,-4-1 1 0,1 1 2 15,1-2-2-15,5-1 2 0,-1 1-8 0,-1 0 7 16,-3 2-3-16,-2 1 4 0,3 0-6 0,1 2 3 16,1-2 1-16,-8 5 0 0,-1 0-1 0,-1 1-1 15,5 1 1-15,2 0-2 0,-2 0 2 0,-3 0 5 16,-3 0-1-16,3-2 1 0,5 0-5 0,0-3-2 16,1 3-1-16,-6 0-1 0,1-3 8 0,4 1-1 15,5-1 2-15,-2 1-3 0,-1 1-3 16,-4-1 1-16,2-2-2 0,2 0 2 0,3 3 0 15,-4 1-2-15,-4 2 5 0,0 0-4 0,0 3 7 0,5-2-6 16,-2 2 0-16,-3 3 0 0,-6-6 6 0,2 4-8 16,1 2 3-16,2-3-3 0,-1 5 13 0,-3-1 19 15,-5-4-5-15,1 4 8 0,4-3-16 0,3 0-10 16,2 2 4-16,-3 0-6 0,-7-4 1 0,6 2-6 16,1 1 0-16,4-2-2 0,3 5 8 0,-6-2-7 15,-4 1 3-15,2-1-3 0,1-1 8 0,1-1-2 16,0-2-3-16,-5 2 0 0,-3 1 0 15,2 1 2-15,-2 1 1 0,4-2 0 0,-1-1-8 0,-3 2 13 16,-2-2 2-16,-1 2 6 0,1-1 9 0,4-2-9 16,3 0 0-16,-4-1-3 0,0 1-4 0,-6 0-5 15,0-1 3-15,4 0-2 0,-1 0 10 0,1-1 5 16,-5 1-1-16,-8 0 2 0,-5-1-4 0,-6 1-13 16,-4 0 3-16,-3 0-7 0,-2 1 1 0,-1-3-4 15,-5 3-1-15,-5-3-1 0,-5 1 2 0,-5-1-171 16,-19 0-35-16,1 0-80 15,0 0-459-15</inkml:trace>
  <inkml:trace contextRef="#ctx0" brushRef="#br0" timeOffset="124917.65">15485 6521 2256 0,'0'0'51'15,"0"0"-59"-15,0 0-7 0,0 0-11 0,0 0-4 0,1 0 14 16,0 0 4-16,0 0 3 0,39-9 14 0,-40 9-5 15,0 0 4-15,1 0-4 0,38 8 1 0,-38-8 8 16,32 16-7-16,-11-8 7 0,1 0-4 0,1 0 13 16,1-1-3-16,5 0 7 15,1 0-4-15,9-1-9 0,3 0 9 0,5 0-10 16,2 1 4-16,2-2-3 0,0 1-2 0,0 1 1 16,2 0 3-16,4 0-1 0,5 1 0 0,7 1 1 0,2-2 9 0,-1 0-1 15,2 0 2-15,1-3-2 0,4 2 0 0,10-2 14 16,3 0-9-16,3-1 8 15,-5-3-19-15,3 0-3 0,5 0-1 0,4 0-1 16,-1 0-1-16,-5 0-1 0,2-3 4 0,-2 1-4 16,3-1-2-16,-4 0 0 0,-6-1-1 0,-3 0 1 0,0 1-5 15,-2-1 3-15,-1 0-4 0,-10 0-4 16,-5 0-97-16,-6 2-334 0</inkml:trace>
  <inkml:trace contextRef="#ctx0" brushRef="#br0" timeOffset="125825.12">13404 8709 635 0,'0'0'322'0,"0"0"202"0,0 0 20 0,0 0-417 16,0 0-4-16,0 0 11 0,0 0 0 0,0 0 3 0,0 0-14 0,-1 0-46 15,0 1 7-15,0 0-20 0,-18 43 2 0,19-44 4 16,0 1-8-16,-5 47 6 16,4-24-10-16,-1 5-3 0,-2 3-4 15,3 7 0-15,-2 0-13 0,-2 3 7 0,1 3-5 0,-1 2 2 16,1-2-23-16,-1 1 4 0,2-4-5 0,-2-1 3 15,2 5-5-15,-1-2-7 0,-2 0 3 0,2-1-7 16,-2-4-5-16,2-4 5 0,0-2-3 0,2-5 4 16,0-4-4-16,1-2-6 0,-1-5 1 0,2-3-3 15,0-14 1-15,0 0-17 0,0 1-7 0,0 0-9 0,0-1-75 16,0 1-34-16,0-1-16 0,0 0-5 16,0 0-51-16,0 0-65 0,5-26-22 0,-1 6-37 0,0-1-271 0</inkml:trace>
  <inkml:trace contextRef="#ctx0" brushRef="#br0" timeOffset="126191.29">13362 8733 2171 0,'0'0'81'16,"-1"0"2"-16,0 0 11 0,-40-16 0 0,41 16 45 0,0 0 9 15,-1 0-17-15,0 0 12 0,0 0-52 0,0 0-44 16,0 0 5-16,1-1-20 0,-2 0-19 0,1 0 0 15,1 0-8-15,0 0 6 16,0 0-9-16,1 0 4 0,49-30 1 0,-27 31 0 16,1-1-2-16,2 3 0 0,0-1 1 0,0 4 0 15,0-1 8-15,-1 1-4 0,-1 1 0 0,-1-1 0 16,-2 1 2-16,-3 1-2 0,-1 1 2 0,-3 1-2 16,-3 0 17-16,-2 1 2 0,-1 0 1 0,-8-10-1 0,0 1 4 15,0 0 4-15,9 46 1 0,-12-29 1 16,-3 2-3-16,-3 1-10 0,-1-1 5 0,-3 5-6 15,-2-1-5-15,-3 2-3 0,-2-1-5 0,-4 2 2 16,-1-1 0-16,0-2-6 0,0 0-1 0,1-3-1 16,-1-1 1-16,2-1-7 0,-1-4 2 0,1-4-7 15,3 0-27-15,2-6-44 0,3 2-14 0,15-7-16 16,-1 0-97-16,0 0-128 0,-35 7-39 0,36-7 85 0,-1 0 1126 16</inkml:trace>
  <inkml:trace contextRef="#ctx0" brushRef="#br0" timeOffset="127402.57">14167 8541 2024 0,'0'0'90'0,"0"0"0"16,-1 0 28-16,0 0 0 0,0 0 2 0,-38 10 1 0,39-10-5 16,-1 1-2-16,-28 30-42 0,4-20-30 0,13 13 0 15,-1 7-11-15,-1 2 0 0,-4 5 14 0,0 4-5 16,2 3 9-16,-1 4-1 0,-1 7 0 0,2 4-1 16,1 7 0-16,2-1-12 0,0-4 1 0,3 2-4 15,3-3 1-15,4-2-16 0,2 1-7 16,5-4 1-16,3-6-3 0,1-2-8 0,3-8 2 15,4-7-5-15,-2-4 5 0,2-4-3 16,2-2 1-16,0-4 3 0,-1-4-3 0,-1 0-17 0,1-4-149 16,0-3-12-16,0-1-64 0,0-1-182 0</inkml:trace>
  <inkml:trace contextRef="#ctx0" brushRef="#br0" timeOffset="128219.57">14475 8953 1409 0,'0'0'131'15,"0"0"47"-15,0 0 30 0,0 0-80 0,0 0 2 0,0 0 20 16,0 0-5-16,0 0 3 0,0 0-38 0,-1 0-28 15,0 1-9-15,-34 28-3 0,35-29-7 0,0 1-6 16,-15 48 3-16,10-28-5 0,0 5 1 16,-3 3-9-16,1 1-2 0,1 0-3 0,0 3-10 0,-2-5-1 15,0 2-2-15,-1 0-1 0,0 1-8 0,-1-2-4 16,3 2-3-16,0-2 0 16,1-3-4-16,-1-3-6 0,0-1 4 0,3-6-4 15,1 0 2-15,3-16-6 0,0 1 0 0,0 0-4 16,0 1 4-16,0-2-11 0,0 1 8 0,0 0-8 15,0-1 2-15,1 0-2 0,0 0-1 0,0-1 2 16,41-40 1-16,-32 23-1 0,-1-1-4 0,2-3 4 16,-1-4 4-16,-1-3-3 0,2-5 2 0,-1 4-1 0,0 1 5 0,0 1 3 15,0 1-1-15,2 1 1 0,0-1-8 16,1 3 9-16,-1 3-3 0,-1 2 6 16,1 0-3-16,0 4 8 0,0 1-1 0,-2 1 4 15,-2 2-2-15,-8 11 1 0,1-1 0 0,0 0 1 16,0 0 5-16,35-22-10 0,-36 23 1 0,0 0-3 15,1 0 3-15,0 1 1 0,0 0 6 0,37 47-5 16,-32-27 6-16,0 4-2 0,0 1 2 0,-1 4-2 16,-2-2 0-16,-1 1 0 0,0-2-7 0,-1 1 5 15,-1-2-9-15,2 4 5 0,-2-2-2 16,0 0 2-16,0-2-8 0,1-4-1 0,3-5-3 0,-1-2-4 16,-3-15-65-16,0 1-75 0,0 0-14 0,1 0-21 15,0 0-60-15,38 27-9 0,-39-28-7 0,1 0-4 16,0-1-51-16</inkml:trace>
  <inkml:trace contextRef="#ctx0" brushRef="#br0" timeOffset="128568.54">14935 9191 1125 0,'2'-16'184'0,"-2"5"64"0,0 11 23 0,0-1-56 0,0 0-15 16,-8-37-37-16,8 38-4 0,0 0-14 0,-1 0-34 16,0 0-30-16,-36-2 4 0,37 2-13 0,-26 23-2 15,12-9-18-15,1 4-1 0,-2-1-4 0,1 3 3 0,4 0-2 16,-1 2-5-16,3 0 0 15,1 1-16-15,1-1-13 0,4-1-1 0,2 0-6 16,0-3-6-16,4-3 0 0,0 0 3 0,3-2-4 16,-1 0-1-16,6-5-3 0,0 0 0 0,4-5-1 15,0-1-2-15,0-2 2 0,3-2-3 0,-1-4 4 16,2-2-7-16,1-1 11 0,0-3-8 16,2-4 8-16,-1 0-12 0,-1-2 12 0,0 1 4 0,-2-1 1 15,-4 3 0-15,-2 0 6 0,-1-1-1 0,-2 3 3 0,-3-1 3 16,-3 3 4-16,-1-4-3 0,-3 0 3 15,0 2-2-15,0 13-4 0,0-1 0 0,-11-36 0 16,11 37 6-16,-1-1-3 0,0 0 4 0,-36-20-4 16,37 21-5-16,-1 0-6 0,-45-2 2 0,27 6-3 15,1 0-5-15,-2 2-49 0,1 2-14 0,1-1-19 0,0 0-98 16,1-3-84-16,4 0-35 0,13-4-40 0,-2 0-357 16</inkml:trace>
  <inkml:trace contextRef="#ctx0" brushRef="#br0" timeOffset="129715.46">16008 9208 1501 0,'0'0'79'0,"0"0"49"0,0 0 32 0,0-1 6 16,0 0 7-16,0 0-17 0,0 0-13 0,0 0 4 16,-6-42-54-16,6 43-5 15,0-1 2-15,0 0-1 0,-14-39-1 0,14 40-2 16,0-1-8-16,0 0 3 0,-15-34-18 0,15 35 1 15,0-1-7-15,-1 0 3 0,-23-34-11 0,24 35-13 0,-1-1 8 0,0 0-10 16,0 0 2-16,-39-38-14 16,40 39-2-16,-1 0-4 0,0 0-5 0,-38-15 1 0,39 15-1 0,-1 0 2 15,0 0-2-15,-40-2-5 0,41 2-2 0,-1 0-1 16,0 0-4-16,-35 19 1 0,36-19 1 16,-2 1 0-16,-33 37-3 0,26-18-4 15,0 2 0-15,1 3 0 0,3 3 4 0,-1-2 3 0,3 4-1 16,1-1 1-16,1-2 1 0,-2 4-4 0,1-5 2 15,2 0-2-15,0 2 4 0,1-5-8 0,3-1 3 16,0-4-6-16,3-2-4 0,2-4 0 0,-2-3-3 16,4-4 3-16,3-2 0 0,3-3 7 0,3-3-2 15,1-5 3-15,1-2 1 0,-1-5 2 0,2-2-2 16,1-4 1-16,-2 0 1 0,2-4-3 16,-1-2 4-16,1 2-3 0,-1-1 3 0,-3-1 3 15,-1 1-3-15,-2-8 2 0,-3 0-6 0,0-9 6 16,-1 0-1-16,-1-2 4 0,-1-1-2 0,-2-2-2 15,1-4 0-15,-3 1 0 0,0 3-1 0,0 4 1 16,-2 2 5-16,0 2-2 0,-1-1 3 0,0 4 0 16,-2 3-4-16,2 4 4 0,-3 3 9 0,-1 3 0 15,0 1 6-15,-5 5-4 0,3 3 7 0,-2 2-12 16,4 13 3-16,0-1-6 0,0 0-5 0,-1 0 1 16,1 0-4-16,-1 0 4 0,0 0-1 0,-36-5-4 15,37 6 0-15,-15 37-1 0,9-12 1 0,0 7-2 16,-1 6 2-16,2 4-2 0,1 5 3 0,-1 3 0 15,1 1-2-15,-1-1 1 0,0 2 5 0,2 3-5 16,1 1 5-16,1 2-7 0,0-3-4 0,2-3 6 16,1-4 0-16,2-3 3 0,1-5-1 0,0-9-1 15,3-3-2-15,-1-5-1 0,1 3-9 0,0-4 4 16,-1-1-17-16,-1-4 7 0,2-3-54 0,0-2-58 0,2-3-2 16,-10-9-26-16,1 0-52 0,0 0-42 15,39 15-10-15,-40-15-20 0,1 0-112 0</inkml:trace>
  <inkml:trace contextRef="#ctx0" brushRef="#br0" timeOffset="129966.61">16472 8952 2057 0,'0'0'69'0,"0"0"17"15,0 0 22-15,0 0 32 16,-1 0 19-16,0 1-6 0,0 0 1 0,-21 38-63 15,22-39 0-15,-9 34-22 0,4-13-7 0,0 3-10 16,-2 1 1-16,3 3-8 0,-3 1-21 0,1-1-9 16,0 1 1-16,-1-5-5 0,0 0-10 0,3-2 9 15,-3-1-5-15,2-2 6 0,2-2-4 0,-1-2-5 0,4-15 2 16,0 1-4-16,0 0-5 0,0 0-80 16,0 0 4-16,0 0-35 0,0 0-39 0,0-1-47 15,0 0-8-15,0 0-19 0,17-29-78 0,-9 8-248 16</inkml:trace>
  <inkml:trace contextRef="#ctx0" brushRef="#br0" timeOffset="130114.42">16539 8689 1946 0,'0'0'170'0,"0"0"-20"16,0 0-23-16,0 0 10 0,0 0-37 0,1 0-5 16,0 0-15-16,0 0 6 0,-1 1-30 0,0 0-10 15,11 42 4-15,-11-43-9 0,0 1-18 0,0 0-11 16,-14 40-3-16,14-41-3 0,0 0-22 0,0 1-133 0,0 0-7 15,0 0-61-15,0 0-180 0</inkml:trace>
  <inkml:trace contextRef="#ctx0" brushRef="#br0" timeOffset="131010.83">16938 9033 1315 0,'0'0'82'0,"0"0"58"15,0 0 37-15,0 0 10 16,-2-1 5-16,1 0-35 0,0 0-11 0,0 0-2 15,-1 0-43-15,-45-28-12 0,47 29 5 0,0 0-7 0,-1 0-2 16,0 0-20-16,0 0 2 0,-41-15-8 0,42 15 0 16,-1 0-12-16,1 0 0 0,-2 0-5 0,-39-5-8 0,41 5-10 15,-1 0-3-15,0 0-1 0,-40 8-6 0,41-8-5 16,-1 0 1-16,-39 16-3 16,40-16-11-16,-1 1 6 0,-37 29-6 0,38-30 6 0,-1 1 1 0,-32 36-3 15,33-37 4-15,0 1-4 0,-24 37 0 0,24-38-7 16,0 1 1-16,0 0-2 0,-17 42 4 0,17-43-8 15,0 1 1-15,0 0-2 0,0-1 4 0,7 41-7 16,-7-41 2-16,0 0-4 0,1 1 9 0,0 0-8 16,37 28 5-16,-38-29-5 15,1 0 11-15,39 14-4 0,-40-14 2 0,34 10-2 16,-14-9 8-16,3 1-2 0,1-1 2 0,0 2-1 16,-1-2-2-16,0 1 6 0,-3 3-3 0,2-2 4 0,-2 2 2 15,-4 1-2-15,0-3 5 0,-3 2-3 0,-13-5 18 16,1 0 0-16,0 1 0 0,0 0-2 0,0 0 0 0,25 40 7 15,-26-41 1-15,0 1 1 0,0 0-6 0,-14 41-2 16,14-42-4-16,-2 1 1 0,-30 42-8 0,15-29 9 16,1 0-4-16,-2-2 4 0,0 1-9 0,1-1 1 15,-4-3 2-15,2 1-1 0,1-2-5 0,-1-2-1 16,4 1-4-16,-3-4 3 16,2 0 0-16,2-1-5 0,14-2 0 0,-2 0-4 15,2 0-9-15,-1 0 2 0,-41-1 0 0,42 1 0 16,0 0 2-16,-1 0-1 0,0 0-3 0,0 0-1 15,0 0-18-15,0 0-26 0,0 0-2 0,0 0-11 0,0 0-37 0,0 0-55 16,0 0-9-16,0 0-23 0,1-1-99 0,0 0-246 16</inkml:trace>
  <inkml:trace contextRef="#ctx0" brushRef="#br0" timeOffset="132329.07">17141 9222 413 0,'0'0'410'0,"0"0"-148"0,0 0 218 16,0 0-251-16,0 0-36 0,0 0 3 0,0 0-49 15,0 0-1-15,-1 0-4 0,0 0-26 0,0 0-20 16,-36-4-6-16,37 4-3 16,0 0-6-16,0 1-6 0,0 0-3 0,0 0-2 15,4 36-21-15,-4-37-19 0,0 0 1 0,1 0-8 16,0 0-4-16,38 13-12 0,-39-13 3 0,1 0-7 0,34-6 4 15,-35 6-3-15,1-1 1 0,39-23-3 0,-22 12 0 0,0 0 0 16,0 1-1 0,0 0 1-16,-2 1 7 0,-3-4-9 0,-2 2 6 0,1 1-6 15,-2 0 8-15,-10 11 0 0,0-1 4 0,0 0-1 16,1 0 10-16,-1 0 0 0,11-37-2 0,-11 38 1 16,0 0-2-16,-1-1-2 0,0 0 1 0,-46-27-1 15,47 28 10-15,-1 0-10 0,-46-10 4 0,46 10-6 16,-36 2 4-16,15 0-6 0,2 4 2 0,1 3-4 0,0 2 1 15,4 3-8-15,-1 3-1 0,2 4-2 16,0 1 0-16,4-2-2 0,-1 3-3 0,0-3-2 0,3 1-3 0,3 3-1 16,1-4 8-16,2 3-5 0,2 1 8 0,1 2 1 15,1-2-5-15,1-3 4 16,5-1-9-16,-2-5 5 0,3-1-2 0,2-4 1 16,-2-1-6-16,3-2-3 0,1-2 0 0,-2-3-2 15,2-1-13-15,2-2-177 0,0-2-7 0,8-3-74 0,3-1-160 0</inkml:trace>
  <inkml:trace contextRef="#ctx0" brushRef="#br0" timeOffset="132964.82">17666 9145 1350 0,'0'0'91'0,"0"0"92"16,1-1-27-16,0 0 45 0,0 0-44 0,26-36 2 15,-27 37-3-15,0 0-2 16,0-1-36-16,0 0-3 0,0 0-6 0,-4-34 1 15,4 35-21-15,0 0-3 0,0-1-6 0,-1 0 0 16,-19-36-30-16,20 37-11 0,-1-1 5 0,0 0-6 0,0 0 1 16,-35-28-12-16,36 29 2 0,0 0-5 15,-1 0 2-15,0 0-4 0,-39-4-2 0,40 4 1 0,-1 0-7 16,0 1-5-16,-43 40-1 0,32-23-2 0,-2 3-6 16,2 3-3-16,0 1-2 0,3 3-1 15,-1-3 0-15,2 2-2 0,1-4 1 0,3-1-2 16,4-4-2-16,0-2 2 0,1-1 0 0,3-3 2 15,2 2 5-15,-6-14-5 0,1 1 4 0,0 0-5 0,0 0 8 16,43 22-9-16,-44-23 5 0,2 0-6 0,34-13 9 16,-36 13 1-16,1-1-3 0,42-38 2 15,-30 26-1-15,0-2 2 0,2 0 1 0,-1 1 1 16,-2-3 1-16,3 3-3 0,-4-3 3 0,-2 4-2 0,0-2 1 16,-4 3 6-16,-1-1-3 0,-4 13 4 15,0-1-7-15,0 0 5 0,0 0-4 0,0 0 5 0,0 0-1 16,0 0 6-16,0 0-2 0,0 0 2 0,0 0-8 0,0 1-3 15,-1 0 2-15,-1 0-2 0,2 0-2 0,-1 1 2 16,-27 40-2-16,28-40 2 16,0 0 2-16,-4 47-5 0,4-48 3 0,0 1-4 15,0 43-1-15,0-44 5 0,0 1-5 0,11 37 4 16,-11-38-9-16,0 1-4 0,1 0-1 0,28 40-7 16,-29-41-65-16,1 0-76 0,0 1-4 0,45 20-25 15,-46-21-38-15,0 0-58 0,49 7-27 0,-48-7-39 16,35 1-379-16</inkml:trace>
  <inkml:trace contextRef="#ctx0" brushRef="#br0" timeOffset="133861.85">18114 8996 1718 0,'0'0'102'0,"0"-1"85"0,0 0-22 0,8-41 40 16,-8 42-50-16,0-2-10 0,0 1-10 0,1 0-1 15,-1 0-41-15,16-34 4 0,-16 35-2 0,0 0 1 0,0 0-21 16,0 0-21-16,0 0-3 0,-1 0-5 0,0 0-5 16,0 0-10-16,0 0 3 0,-39 9-6 0,40-9 0 15,-1 0-6-15,-1 1-4 0,-41 26 0 0,43-27-2 0,-1 1-11 16,-37 26 6-1,38-27-7-15,-1 1 3 0,-44 25-4 0,45-26 0 0,-1 1 0 16,-42 29-4-16,43-30 4 0,-1 1-3 0,-38 31 4 16,39-32-4-16,-1 1 0 0,-40 29-2 0,41-30 0 15,-1 1 1-15,0 0-12 0,-35 37 2 0,36-38-6 16,0 0-7-16,0 1-5 0,0 0 2 0,0 0-1 16,0 0 11-16,0 0-1 0,0 0 0 0,26 34 0 15,-26-35 7-15,1 0-1 0,48 6 4 16,-48-6-3-16,36 3 6 0,-37-3 4 0,38 5-5 0,-18-2 5 15,-1 0-5-15,-1 0 7 0,-1 0 2 0,-2 2 0 0,-1-1-5 16,-1 5 7-16,-1 1-1 16,-2-2 5-16,-10-8 2 0,0 1 12 0,1 0-4 15,0 0 7-15,15 39-4 0,-16-40 6 0,0 1 0 0,-9 39 0 0,9-40-6 16,-20 28-7-16,8-8 0 16,-1-3-2-16,0 2-10 0,-1-1-6 0,-1-3-13 0,1 1 1 15,2-4-42-15,0-3-46 0,1 0-10 0,11-9-21 16,-1 0-93-16,0 0-71 0,0 0-11 0,0 0-34 15,-34 3-178-15</inkml:trace>
  <inkml:trace contextRef="#ctx0" brushRef="#br0" timeOffset="134320.26">18217 9182 1280 0,'0'0'212'0,"0"0"-122"0,1 0 62 0,0 0-73 15,37 10 115-15,-38-10-58 0,0 0 4 0,0 0-21 16,0 1 2-16,0 0-45 0,0 0 9 0,11 35-21 15,-11-36 12-15,0 0-17 0,0 0-8 0,0 1-2 16,0 0-17-16,0 0-6 0,1 0 5 0,0-1-5 0,46 14 0 0,-47-14-2 16,1 0 0-1,47-12-1-15,-29 5-3 0,-1-1 0 0,2 0-3 16,-1-1 2-16,0 0-3 0,0-1-10 0,-2 0 4 0,-1-1-6 0,0 4 8 16,-3-1-5-16,-1-1 3 0,-4 0-3 15,-8 9 10-15,0-1 2 0,1 0 10 16,0 0-2-16,17-37 34 0,-18 38-20 0,0 0-1 0,0-1-9 15,-1 0-13-15,-23-37 4 0,24 38-2 0,-1-1 2 16,-35-25-4-16,20 18-3 0,-2 2 2 0,-1 2-2 16,-2 1-1-16,0 3 3 0,-2 1-4 0,0 4 4 0,-2 2-4 15,1 2-13-15,-1 3 5 16,2 1-7-16,1 3 7 0,3 2-7 0,-1-1 0 16,4 2-5-16,1 0-1 0,4 1-8 0,2 0 7 15,2 1-5-15,6-4 21 0,0 0-5 0,1 3-1 0,6-6-1 16,1-1-12-16,3 2 14 0,3 0-4 0,3-4 6 15,2 4-9-15,4-7 3 0,1 1-4 0,0-1 4 16,2-1 1-16,-1-2-4 0,2-1 5 16,-3-2-6-16,1-4 0 0,-1 1 6 0,-2-3-3 0,0-2 3 15,-1 0-5-15,0 1-67 0,1 0-11 0,-3-1-27 16,1-1-91-16,-2 0-40 0,-2-1-6 0,1-3-17 16,3 2-69-16</inkml:trace>
  <inkml:trace contextRef="#ctx0" brushRef="#br0" timeOffset="134686.88">18815 8624 1646 0,'0'0'274'0,"0"0"-149"0,0-1 36 0,0 0-59 16,-14-37 64-16,14 38-4 0,0 0 2 0,0 0-8 15,0 0-48-15,0 0-39 0,0 0-1 0,0 0-11 0,0 0 4 16,1 0-13-16,0 1 0 0,0 0-5 0,40 47-6 16,-30-33-7-16,3 2-1 15,-1 2-1-15,-1 0 1 0,1 1 3 0,-2-1-1 16,1 1 2-16,1 1-12 0,-2 1 3 0,3 3 1 0,-2 3 0 16,1-1 2-16,0 5 3 0,-2 2 0 0,2-1 1 0,-3 2 0 15,-1 1-12-15,-1 1-2 16,-3-1-3-16,-1 1-3 0,-1-2 3 0,-1-2 2 15,-2 1 0-15,-3 0 4 0,-1 3-13 0,-1 2 0 0,-3 0-4 16,-2-1-3-16,-3-1 0 0,-5-3 0 0,3-2 0 16,-4-3 0-16,1-6 0 15,1-2 0-15,-2-8-2 0,0-2-30 0,0-3-102 0,-1-4-7 0,-1-1-42 16,1-2-101-16,1-3-86 0,1-1-16 0,2-2-57 16,1-6-381-16</inkml:trace>
  <inkml:trace contextRef="#ctx0" brushRef="#br0" timeOffset="134853.31">19268 9084 2541 0,'0'0'137'0,"1"0"-95"0,0 1 0 0,39 27-20 16,-40-28 71-16,1 1-4 0,0 0-5 0,26 35-5 15,-27-36-51-15,0 0-47 0,0 1-31 0,0 0-18 0,0 0-208 16,0 0-292-16</inkml:trace>
  <inkml:trace contextRef="#ctx0" brushRef="#br0" timeOffset="135697.92">19972 8282 2014 0,'0'0'152'0,"0"0"15"0,0 0 20 0,0 0-64 16,0 0-12-16,0 0 11 0,0 0 4 0,0 0-18 16,-1 1-44-16,0 0-19 0,-29 47 6 0,29-27-8 0,1 2 20 15,-3 9-5-15,1 0-1 0,1 5 0 16,0 3 0-16,-3 3-21 0,2 3 10 16,-1 1-15-16,2 4 7 0,-1-6-8 0,-1 3-6 15,2 5 1-15,-1 1-10 0,-1 7-8 0,1 2 5 0,-1 1-6 16,0-3 4-16,-1-5-8 0,1 1 7 0,0-1-7 15,0 0-1-15,0 1 6 0,0-4-7 0,2-6 7 16,0-4-5-16,1-9-1 0,0-3-1 0,0-8 0 16,0-1 5-16,1-4-8 0,-1-18-4 0,0 1-6 15,0 0-37-15,0 0-49 0,0 0-5 0,0 0-19 0,0 0-42 16,0-1-36-16,3-10-6 16,-1-13-14-16,1-1-66 0,-2-8-148 0,1-2-140 15</inkml:trace>
  <inkml:trace contextRef="#ctx0" brushRef="#br0" timeOffset="136018.79">19970 8351 1744 0,'0'0'291'16,"0"-1"-189"-16,0 0 24 0,0 0-39 0,0 0 70 0,0 0 0 16,0 0-5-16,0 0-8 0,0 0-69 0,0 0-31 15,0 0-2 1,0 1-10-16,0 0-3 0,0 0 1 0,1 0 1 15,37 17-2-15,-38-17-3 0,1 0-7 0,44 19 0 0,-23-12-2 16,1-3 10-16,5 2-5 0,1-1 5 0,3 3-7 16,1 1 1-16,-1 1-3 0,-1 3-1 0,-3-1 1 15,-1 2 18-15,-7 1 0 0,-1 0 6 16,-4 3-6-16,-3 1 1 0,-4 0 8 0,-6 3-5 0,-1 1 6 16,-3 2-3-16,-6 2-3 0,-3-1 0 0,-6 2-3 15,-2-1-7-15,-4 2-5 0,-4-2-5 0,-3 2-1 16,-2-2-19-16,0 2 0 0,-1-1 0 0,2-1 0 15,1-4 0-15,1-3 0 0,6-2-3 16,2-6-3-16,-1-1-53 0,3-4-104 0,0-3-25 0,2-2-40 16,3-1-212-16</inkml:trace>
  <inkml:trace contextRef="#ctx0" brushRef="#br0" timeOffset="136932.81">20885 8386 1944 0,'-3'-13'76'0,"2"3"25"0,1-4 42 0,0 14 37 16,0-1 16-16,0 0-64 0,0 0-2 0,0 0-23 15,0 0-37-15,-2 0-4 0,2 0-4 0,-1 0-1 16,0 0-18-16,-41-10-13 0,30 25-1 0,1 7-3 16,-1 2 0-16,2 7-3 0,-1 2-3 0,-1 5 0 15,2 5-5-15,0 6 10 0,-2 1-4 0,3 5 5 16,-1-3-10-16,-2 2-5 0,3 5-1 0,-1 3-1 0,0 7-2 15,2 2 4-15,1-4-1 0,3-6 0 0,2-2-7 16,2-4 8-16,3-4 0 0,4-1 3 16,1-5-5-16,2-7 0 0,2-1-1 0,1-8 0 15,3-2-6-15,1-9-40 0,-1-4-11 0,2-5-18 0,0-4-101 0,0-5-147 16,3-5-43-16,1-8 79 16,-1-4 1126-16</inkml:trace>
  <inkml:trace contextRef="#ctx0" brushRef="#br0" timeOffset="137715.34">21072 8398 1799 0,'0'0'84'0,"0"0"18"16,-1 0 39-16,0 0 14 0,0 0 12 0,0 0-37 0,0 0-6 15,0 0-16-15,0 1-36 0,0-1-1 0,0 0 0 16,1 1 1-16,0 0 1 16,0 0-14-16,1 0 3 0,46 25-7 0,-25-25-10 0,2-1 3 15,6-1-6-15,-1 1 5 0,3-2-11 0,-2-2-10 16,0-1 1-16,-2 0-5 0,1 1-4 0,-4 1-9 15,0-1 1-15,-1 2-4 0,-3 0-5 0,0-3 7 16,1 0-3-16,-5-2 3 0,3 1-9 0,-1 1 6 16,-1 3 2-16,3 2 2 0,-4-2-4 0,-2 2 5 15,0 0-5-15,-15 0 6 0,1 0-9 0,0 0-9 16,0 0-9-16,0 0-3 0,0 0-47 0,34-9-46 16,-35 9-4-16,0 0-20 0,0 0-57 0,0 0-48 15,0 0-8-15,-1 0-20 0,0 0-93 0</inkml:trace>
  <inkml:trace contextRef="#ctx0" brushRef="#br0" timeOffset="138016.48">21348 8433 1187 0,'0'0'184'0,"0"0"64"15,0 0 127-15,0 0-297 0,0 0 104 0,0 0-17 16,0 0 9-16,0 0-18 0,0 1-24 0,0 1-34 16,14 34 2-16,-14-36-15 0,0 1-9 0,-1 46-2 15,0-26-3-15,-1 6 0 0,-1 0-24 0,0 2 2 16,-1 2-4-16,0 2 4 0,-2 1-6 0,3 0-16 16,-1 0-4-16,0 3-5 0,0 0-11 0,-1 3 4 15,1 0 0-15,-1 1 0 0,0-2-7 0,1-3 4 16,-1 0-1-16,0-4 2 0,0-2-1 0,0-2-18 0,1-1-11 15,0-6-8-15,-1-3-74 0,3-1-98 16,0-5-18-16,1 0-39 0,1-12-170 0</inkml:trace>
  <inkml:trace contextRef="#ctx0" brushRef="#br0" timeOffset="138571">21915 8204 1905 0,'0'0'91'0,"0"0"40"0,0 0 20 0,0 0 30 0,0 1-42 16,0 0-9-16,0 0-9 0,16 38-31 0,-16-39-3 16,-10 23-1-16,11-3-1 0,-1 3-11 0,-3-1-3 15,1 2-7-15,-2 6 1 16,1 2-14-16,-2 1-9 0,0 4 3 0,-1 4-7 16,0 1-10-16,-1 2-9 0,2 0-2 0,-1 1-4 15,1 0-8-15,1-2 4 0,-1 3-3 0,-1 1 3 0,0 0-6 0,1 3 5 16,-1-3-4-16,1-1 4 15,0-1-8-15,0-6 3 0,1 0 2 0,-1-9 2 0,1 0 4 16,0-5-4-16,-1-1 1 0,4-3-4 0,-1-4-14 0,2-17-33 16,0 0-8-16,0 1-10 0,0 0-59 0,0 0-50 15,0 0-5-15,0 0-19 16,0-1-47-16,-2 0-38 0,6-19-31 0,0-6-32 16,1-2-387-16</inkml:trace>
  <inkml:trace contextRef="#ctx0" brushRef="#br0" timeOffset="138985.85">21880 8264 1638 0,'0'0'58'0,"0"0"14"0,0 0 36 15,0 0 31-15,0 0 10 0,0-1-3 0,0 0-31 0,0 0-45 16,0 0-4-16,0 0-13 0,0 0-9 0,0 0 0 16,1 0 4-16,0 1-4 0,0-1 7 0,0 0-7 15,39-19-3-15,-40 20-1 0,0 0-16 0,1 0 0 16,0 0-3-16,43-6 1 0,-44 6-9 0,1 0 9 16,35 3-2-16,-36-3 5 15,1 0 0-15,47 15-3 0,-48-15 1 0,1 0-2 0,46 22 6 16,-47-22 3-16,1 1-1 0,39 29 3 15,-40-30 10-15,1 1 2 0,24 37 2 0,-25-38-1 16,0 1 3-16,8 47-8 0,-8-47 4 0,-5 36-7 16,-1-17-4-16,-2 3-1 0,-2 0-3 0,-4 1 2 0,-4-1-9 15,-1 2-6-15,-2-1 1 0,0-1-3 0,1 1 0 0,1-3-2 16,1 1-1-16,2-3 0 16,0-4-11-16,0-2 9 0,0-2-1 0,3-3 4 15,-2 1-6-15,4 0-23 0,-2-4-8 0,13-5-10 0,-1 0-70 0,0 0-101 16,-40 6-15-16,41-6-39 0,-1 0-126 0</inkml:trace>
  <inkml:trace contextRef="#ctx0" brushRef="#br0" timeOffset="139897.26">21189 9549 1374 0,'0'0'67'0,"-1"0"-15"0,0 0 44 16,0 0 90-16,0 0-9 0,0 0 22 0,0 0-55 15,0 0 6-15,0 0-19 0,-35-3-22 0,35 3-17 16,0 0-5-16,0 0-5 0,0 0-33 0,0 0-1 0,1 0-4 15,0 0 2-15,0 0-1 0,0 0-11 0,1 0 0 16,44-1-5-16,-26 2-7 0,2 0-4 0,3 1 3 16,-1 0-2-16,4 0 6 15,0-2-4-15,2 0-5 0,-2 0 0 0,1 1-6 0,0-1-5 16,0-1 6-16,2 1-6 0,2-2 11 0,2 0-14 16,2 0 3-16,0 1-5 0,-1 0 8 0,-4 1 1 15,-2 0-1-15,-1 0 0 0,-4 0-3 0,-1 1-3 16,-4-1 8-16,-1 2-5 0,-4 0 10 0,0-1-8 15,-14-1 0-15,1 0-1 0,0 0 4 0,0 0-1 16,0 0-11-16,34 2 0 0,-35-2-64 0,0 0-55 16,0 0-6-16,0 0-24 0,0 0-94 0,-1 0-146 15,0 0-65-15</inkml:trace>
  <inkml:trace contextRef="#ctx0" brushRef="#br0" timeOffset="140198.41">21199 9481 2359 0,'0'0'43'0,"0"0"-30"0,0 0 18 15,0 0-13-15,0 1 79 0,0 0 34 16,0 0-15-16,0 0 14 0,2 0-63 0,41 33-11 16,-42-34 3-16,35 7-4 0,-13-6 3 0,0-1-20 15,2 0 2-15,2-2-8 0,-1-1 6 0,1 0-1 16,1 1-5-16,-2-2 1 0,2-1-9 0,0 1-10 15,3-2 3-15,3 3-6 0,1-2 3 0,-3 0-5 16,0 1 2-16,-2-1-3 0,1 1-1 0,-4 0 0 16,1 0-2-16,-5 1 0 0,-1 0 0 0,-5 0 1 0,0 2-2 15,-1 0 1-15,-3 1-7 0,-13 0 7 0,1 0-4 16,0 0 3-16,0 0-37 0,35 7-77 0,-36-7-9 16,0 0-32-16,0 0-117 0,0 0-273 15</inkml:trace>
  <inkml:trace contextRef="#ctx0" brushRef="#br0" timeOffset="141229.16">22668 7931 1470 0,'0'0'41'0,"0"0"-6"0,0 0 32 0,0-1 139 0,0 0-27 16,0 0 21-16,0 0-66 0,0 0-6 15,0 0-9-15,0-35-20 0,0 36-17 0,0 0-2 0,0 0-5 16,0 0 2 0,0 0-7-16,0 0 4 0,-1 0-8 0,0 1-12 0,0 0-12 15,-24 48 3-15,20-25-6 0,2 2 0 0,0 5-5 16,-1 1-2-16,0 6-1 0,0 3-5 0,-1 1-11 0,2 2 4 16,-3 1-5-16,1 5 3 0,-1 3 1 15,-3 1 2-15,1 7-1 0,-2-1 1 0,1 6-10 16,0 0 0-16,-2-3-3 0,1 1 7 0,-2 1-3 15,3 3 1-15,0 6-2 0,0-1-3 0,2-3 6 16,0-6-2-16,1-2 3 0,2 2-1 0,0-1-3 16,2 2 3-16,-2-5-2 0,3-4 8 0,0-5-6 15,1-4 1-15,0-6-3 0,1-1 0 0,2-1 2 16,-1-2 1-16,1-1 0 0,2-4-11 0,-2-3 14 0,0-4-10 16,1-4 11-16,-1-3-15 0,1-3-28 0,-4-15-1 15,0 1-15-15,0 0-36 0,0 0-54 16,1 0-12-16,0 0-20 0,0 0-90 0,0-1-220 15,0 0-136-15</inkml:trace>
  <inkml:trace contextRef="#ctx0" brushRef="#br0" timeOffset="142186.19">23036 8482 747 0,'0'0'75'0,"0"0"96"0,0-1 40 0,0 0 23 16,-14-39-1-16,14 40-81 0,0 0 2 0,0 0-16 15,0 0-24-15,-1-1-15 16,-35-25-2-16,36 26-6 0,0 0-11 0,0 0-8 16,0 0 0-16,-1 0-2 0,0 1 0 0,0 0-4 15,-23 44-1-15,24-44-2 0,-5 36-10 0,2-12-9 0,0 3 1 16,0 6-4-16,-2 1-3 0,0 2-2 0,0 1 0 15,0-1-1-15,0-1 0 0,-3 0-6 16,1 1 0-16,-2-2-3 0,1 0-2 0,1-4-5 16,2-3 0-16,1-6 0 0,2-2 9 0,1-6 2 0,1-14 3 0,0 1-2 15,0 0 0-15,0 0-26 16,0 0 4-16,0 0-11 0,0-1-1 0,0 0 1 16,0 0-2-16,0-1 1 0,8-37-11 0,-3 18 8 15,1-2-2-15,0-3 5 0,-4-1-5 0,4-1 8 16,0-2-6-16,-2 0 6 0,4-2 0 0,-4 0-6 15,0-3 5-15,0 1-4 0,1-1 6 0,0 1 1 0,2 3 0 16,-2 0-1-16,1 3-2 0,0 2 1 0,2 2-2 16,-1 5 2-16,2 1-3 0,0 5-2 0,-1 0 2 0,-8 12-2 15,0 0 6-15,0-1 8 0,1 0-6 0,36-18 5 16,-37 19-11-16,1 0 9 0,0 1-1 0,35 31 4 16,-36-32-9-16,17 33 10 15,-9-14-2-15,-2 5 5 0,0 2-1 0,-3 2-6 16,0 2-1-16,-2 4-2 0,1 0-2 0,-2 0 7 15,0 1-3-15,0-6 3 0,-1 0-7 0,-1-4-1 0,1-4 1 16,1 4-1-16,1-6 7 0,3 1-23 0,0-3-13 0,0-4-9 16,-4-13-80-16,0 0-46 0,0 1-8 0,1 0-16 15,0-1-31-15,0 0 5 0,34 8-17 0,-35-8 5 16,1-1-88-16,0 0-176 16</inkml:trace>
  <inkml:trace contextRef="#ctx0" brushRef="#br0" timeOffset="142469.79">23325 8595 1446 0,'0'0'255'0,"0"0"-45"16,0-1-3-16,0 0-14 0,0 0-34 0,0 0-43 16,0 0-7-16,-1 1-11 0,0 0-22 0,0 0 2 0,-34 32-5 15,28-12 4-15,-1 1-10 0,2 3-4 0,0-2-1 16,1 1-4-16,2-2-21 0,2-2-6 16,1 0-3-16,0-5 0 0,3-2-1 0,-3-12 6 15,0 1-1-15,1 0 2 0,0 0 0 0,42 23-10 16,-43-24 3-16,1 0-6 0,37-8-1 0,-38 8-4 15,1 0-2-15,43-19-1 0,-28 9-12 0,-2-3 9 16,-1-2 1-16,-1 1 2 0,1 4-2 0,-2-4 4 0,-1 1 0 16,-1 3 3-16,-2-3 1 0,-5 0 4 0,-1 0-7 0,-5-2 4 15,-1 2-14-15,-3 1-17 0,-2-3 3 0,2 4-12 16,-3 0-24-16,0 3-37 16,0 0-4-16,11 8-15 0,-1 0-50 0,0 0-105 15,-35-11-26-15,36 11-47 0,-1 0-271 0</inkml:trace>
  <inkml:trace contextRef="#ctx0" brushRef="#br0" timeOffset="143285.97">24342 8745 1570 0,'0'0'115'16,"0"-1"-41"-16,0 0 76 0,0 0 75 0,-10-34-40 15,10 35 21-15,0-1-81 16,0 0-3-16,-5-38-10 0,5 39-19 0,-1-1-11 15,-21-42-4-15,22 43-2 0,0-1-8 0,-16-39-17 16,16 40 2-16,-1-1-9 0,-28-36-4 0,29 37-3 0,-1-1 0 16,0 0-3-16,-41-28-10 0,42 29-7 0,-1 0 0 15,-35-4-3-15,36 4-7 0,-1 0-5 0,0 1-2 16,-40 30-2-16,32-15-11 0,-2 4-3 0,0 3-3 0,0 6 3 16,-1 0 2-16,2 2 11 15,0-1-1-15,3 1 4 0,0-7 0 0,3-1 3 0,2-3 3 16,2-4 0-16,1 2 7 0,2-6 3 0,-3-12 3 0,0 1-1 15,1 0 1-15,0 0-14 16,38 25-1-16,-39-26-3 0,2 0-1 0,43-21-1 0,-29 4 1 0,5-2-2 16,-1-2-2-16,0-4 3 0,1 2-6 15,-2-5 6-15,1-2 3 0,0-4-5 0,-3-1 5 0,0-2-5 16,-2 1 3-16,-1-3-1 0,-3-2-2 0,0 3 1 16,-1-1 2-16,-2 3-1 0,1 2 1 0,-4 1-1 15,-1 2 2-15,-3 2 3 0,0 0 1 16,1 5 0-16,-2 0-5 0,0 4 9 15,0 4-4-15,-2 2 6 0,2 14-8 0,0-1-3 16,0 0 0-16,0 0 1 0,0 0 3 0,-18-35 4 0,18 36-3 16,0 0 2-16,0 0-9 0,0 0-2 0,0 0-3 0,-1 1 2 15,-15 39-1-15,12-18 3 0,-1 1 2 0,1 8-2 16,0 3-5-16,1 3 10 16,-1-1-2-16,-1 5 5 0,0 2-5 0,2 4 0 15,-4 6 1-15,1 1 1 0,2 1 0 0,-2-4 4 16,3-5-3-16,3-5 4 0,-1-6-1 0,4-3-1 0,1-3-1 0,-1-4-1 15,3 0-11-15,-1-4-51 0,0-3-6 16,3-4-20-16,-8-14-54 0,0 0-41 0,1 1-6 16,0-1-14-16,36 17-47 0,-37-17-115 0,1 0-54 0</inkml:trace>
  <inkml:trace contextRef="#ctx0" brushRef="#br0" timeOffset="143502.69">24659 8459 1312 0,'0'0'610'0,"0"0"-429"16,0 0-65-16,0 0-53 0,0 0 118 0,0 0-44 16,0 0 0-16,-1 1-16 0,-24 41-17 0,17-22-17 15,0 2 4-15,0 5-9 0,-1 0-13 0,1 4-20 16,-1 1-6-16,3 1-3 0,-3-2-19 0,1-2-5 16,0-5 3-16,1-4-3 0,2 0 4 0,3-3-2 15,-1-2-11-15,3 0 1 0,0-15-47 0,0 0-45 16,0 1-5-16,0-1-17 0,0 0-54 0,0 0-14 15,1 0-17-15,0 0 0 0,35-22-71 0,-26 6-122 16,1-3-91-16</inkml:trace>
  <inkml:trace contextRef="#ctx0" brushRef="#br0" timeOffset="143651.24">24704 8305 2002 0,'0'0'154'0,"0"0"-16"0,0 0-19 15,0 0 12-15,0 0-19 0,0 0-40 0,0 0-4 16,0 0-13-16,0 0-31 0,0 0-20 0,0 0-3 15,0 1-3-15,6 34-2 0,-6-35-36 0,0 0-14 16,0 1-15-16,0 0-99 0,20 37-74 0,-20-38-25 0,0 0-41 16,1 1-324-16</inkml:trace>
  <inkml:trace contextRef="#ctx0" brushRef="#br0" timeOffset="144037.17">25001 8450 1600 0,'0'0'86'0,"0"0"86"0,0 0 35 0,0 0-10 16,0 0 17-16,0 0-26 0,0 0-41 0,-1 0-18 16,0 0-6-16,0 0-4 0,-37 4-21 0,38-4-15 15,-1 0-2-15,0 0-9 0,-36 12-35 0,37-12-11 16,-1 0-8-16,0 0 1 0,0 1-19 0,-39 26 0 0,40-27 2 16,-1 0-1-16,0 1-1 0,0 0-9 0,0 0 4 0,-32 40-6 15,33-41 1-15,0 0-3 16,0 1-1-16,-17 35 0 0,17-36 8 0,0 1-5 0,0 0 5 15,-2 39-4-15,2-40 7 0,0 1 3 0,0 0 2 16,2 0 1-16,24 37 1 0,-26-38 2 0,1 0-4 16,34 18 4-16,-35-18-2 0,1 0 0 0,37 13-2 15,-38-13 0-15,1 0-2 0,47 9 0 16,-48-9 4-16,1 0-3 0,40 8 3 0,-41-8-1 16,1 0 0-16,0 0 0 0,0 1 3 0,0-1 7 15,0 1-2-15,0 0 4 0,28 42-5 0,-29-43 2 16,-1 1-3-16,0 0 3 0,-36 36-14 0,23-25 5 15,-1 2-3-15,-2 1 3 0,0-1-8 0,0 0 7 16,1-1-13-16,2-6 6 0,14-7-60 0,-1 0-63 0,0 1-10 16,-36 16-24-16,37-17-83 0,0 0-68 15,0 0-26-15,-1-1-35 0,-9-42-280 0</inkml:trace>
  <inkml:trace contextRef="#ctx0" brushRef="#br0" timeOffset="144419.18">25012 8671 1077 0,'0'0'115'16,"1"0"167"-16,0 0-54 0,0 0-35 15,39 15 2-15,-40-15-18 0,0 0-31 0,1 0-41 16,0 1 4-16,41 16-18 0,-42-17-15 0,1 0-11 0,0 0-2 16,44 0-4-16,-45 0-11 0,0 0-6 0,40-20-5 0,-40 20 0 15,1-1-18-15,45-27-5 16,-46 28-1-16,1-1-1 0,38-32 4 0,-39 33 9 16,1-1-1-16,0 0 3 0,38-39-2 0,-39 40-3 15,0-1 2-15,1 0-3 0,17-38-3 0,-18 39 9 16,0-1-1-16,0 0 3 0,-1-37-3 0,1 38-5 15,0-1-1-15,-1 0-2 0,0 0-8 0,-39-38-11 0,40 39 0 16,-1 0-6-16,-45-10-4 0,27 11 7 0,-1 3 2 16,2 3 1-16,-1 2 1 0,2 1 1 0,1 2-2 15,1 4 1-15,0 1 1 16,1 1-1-16,3 3 0 0,-1 2-1 0,0 0-4 0,2 4 8 16,0 0-2-16,3 0 4 0,0 3-6 0,0-2 6 0,2-4-4 15,2 4 6-15,1-5 1 0,3 2-3 0,2 2 3 16,1-6-3-16,3 1 8 0,3-3-3 0,0-4-3 15,4-2-2-15,1-3-17 0,2-5-16 16,1 0 1-16,0-5-8 0,4-2-17 0,-4-4-30 16,2-4-10-16,2-3-9 0,-2 0-44 0,2 0-34 15,-3-2 2-15,2-1-16 0,-1-2-20 0,1 4-70 16,0-3-28-16</inkml:trace>
  <inkml:trace contextRef="#ctx0" brushRef="#br0" timeOffset="144835.35">25611 8544 1464 0,'0'0'104'0,"0"-1"123"0,0 0-27 0,-8-39-11 16,8 40 7-16,0 0-15 0,-1-2-40 0,0 1-26 16,1 0-8-16,-44-19-7 0,44 20-36 0,-1 0 4 15,-33 6-8-15,34-6 5 0,-2 0-13 0,-37 23-9 16,39-23-3-16,-25 25-3 0,13-10-22 0,-2 2-5 16,3 2-3-16,-1 2 0 0,1 2-5 0,3 1-2 15,-2 0 1-15,4-2-1 0,-2-3 3 0,3 4-2 16,1-2 4-16,4-2-4 0,0-2 8 0,0-17-12 15,0 1-1-15,0 0-6 0,0 0-7 0,17 35 2 0,-17-36 0 16,0 0 1-16,0 0 1 0,1 0-12 16,47-21 6-16,-32 10-7 0,1 1 13 0,0-4 7 15,1 0-3-15,1-3 4 0,1 0 1 0,-3-1 1 16,0 1 1-16,-1-3 0 0,-2-2 7 0,-3 3-5 16,-1-1 7-16,-3 4-5 0,0-1 11 0,-3 3 5 15,-1 0-1-15,-3 14 3 0,0-1 6 0,0 0-6 16,0 0 3-16,0 0-4 0,-1 0 0 0,0 0 0 15,0 0-4-15,0 1 2 0,-36-6-11 0,37 6-1 16,0 1 3-16,-1 0-1 0,-22 46 6 0,23-46-2 0,0 0 3 16,-12 51-1-16,9-32 6 0,1 2-14 15,0-1-1-15,1 0-4 0,1-2 4 0,0-3-1 16,2 1-3-16,0-4-1 0,-2-13-33 16,0 0-46-16,0 1-4 0,1 0-18 0,0 0-50 0,0 0-56 15,33 34-6-15,-34-35-22 0,1 0-65 0,0 0-303 16</inkml:trace>
  <inkml:trace contextRef="#ctx0" brushRef="#br0" timeOffset="145246.65">25912 8426 2410 0,'0'0'16'0,"0"0"114"15,0 0-19-15,-1 0 51 0,0 0-27 0,0 0-12 16,0 0-6-16,-40 22-2 0,41-22-23 0,0 0-25 0,-1 1 0 15,0 0-11-15,-36 39-29 0,37-40-11 0,0 1-3 16,-1 0-1-16,-28 38-7 0,29-39-5 16,0 1 4-16,-1 0-4 0,-26 36 6 0,27-37-6 15,-1 1 0-15,0 0-2 0,-29 41 3 0,30-42-4 0,0 1-2 16,-1 0-1-16,-20 41 5 0,21-42-3 16,0 1 0-16,0 1-2 0,0-2-9 0,6 40 1 15,-6-40 4-15,0 0-1 0,1 0 6 0,0 1 4 16,36 15-6-16,-37-16 6 0,0 0-3 0,1 0 1 15,43 6 4-15,-44-6-1 0,1 0 3 0,0 0-3 16,35 6 0-16,-36-6 0 0,0 0 4 0,1 0-2 16,0 0 3-16,0 0-3 0,0 1-2 0,0 0 5 0,35 32-3 15,-36-33 4-15,0 0-6 0,0 0 16 16,0 0-5-16,0 1 10 0,-6 35-13 0,6-36 4 16,0 1-1-16,-1 0 1 0,-32 41-8 0,19-27 0 0,0-1-2 15,0-2 1-15,-1 4-4 16,0-2-17-16,3 1-11 0,-4-6-6 0,2-1-78 0,14-8-85 15,-1 0-7-15,0 0-32 0,0 0-78 0,0 0-174 16</inkml:trace>
  <inkml:trace contextRef="#ctx0" brushRef="#br0" timeOffset="145646.16">25900 8764 1822 0,'0'0'40'0,"0"0"87"16,1 0-16-16,40 14 37 0,-41-14-28 15,1 0-15-15,39 9 1 0,-40-9-9 0,1 0-25 0,47-2-13 16,-31-2 8-16,3 0-8 0,-1-3 14 0,0 0-13 16,0 0-4-16,0-5-3 0,-2 4-20 15,1 1 5-15,-2-2-5 0,-1 2 6 0,-3 0-6 0,-1-3-8 16,0 2 3-16,-2 0-5 0,-9 8 1 16,0-1-1-16,1 0 1 0,0 0 0 0,22-39 4 15,-23 40-3-15,0-1 1 0,0 0-2 0,-4-43-3 0,4 44-5 16,0-1 3-16,-23-39-3 0,23 40 4 0,-1-1-22 15,-39-34 1-15,20 25-9 0,-2 2 1 0,-1 2-16 16,-3 4 5-16,2 5-8 0,0 4 14 0,1 6-17 16,3 2 4-16,1 0-7 0,0 5 19 0,3 2 6 15,1 0 2-15,0 2 0 0,5 1 9 0,5 2 4 16,-2-1 1-16,5 1 3 0,0 0 6 0,2-6-6 16,3 0 4-16,1-4-5 0,1-1 9 15,5 1-6-15,2 1 0 0,1-4-1 0,3 0 0 16,-2-3-1-16,2-2 2 0,3-2-2 0,-1-1-6 0,1-3-1 15,1 1-3-15,-3-3 1 0,2 0-11 16,-1-1-18-16,0-3-8 0,-1-1-4 0,2-3-41 16,1-2-60-16,-2 1-9 0,2-3-27 0,-1-1-97 0,-1 0-116 15,4-2-79-15</inkml:trace>
  <inkml:trace contextRef="#ctx0" brushRef="#br0" timeOffset="145951.71">26679 8243 2396 0,'0'0'141'0,"0"0"-60"16,0 0 11-16,0 1-6 0,1 0 120 0,0 0-44 16,23 42-2-16,-24-43-20 0,0 1-47 15,17 42-25-15,-11-25-1 0,0 1-9 0,0 5 5 16,-1-3-12-16,2 3 6 0,-1 3-9 0,0 1-5 15,-1 3-10-15,-3 0-8 0,-2 2 0 0,-1 1-25 16,0 4 0-16,-1 2 0 0,-2-1 0 0,0-3 0 0,-2 0 0 16,-1-1 0-16,-1 4 0 0,-2 4 0 0,-1-2 0 15,-3 1 0-15,-1-5 0 0,-1 2 0 0,-2-5 0 16,-3-4 0-16,-1-4 0 0,-1-1 0 0,-3-7-79 16,0 3-18-16,-5-7-38 0,-1-4-192 15,-3 0-406-15</inkml:trace>
  <inkml:trace contextRef="#ctx1" brushRef="#br0" timeOffset="50312.32">17552 14662 0,'0'0'0,"15"-44"0,0 7 0,4-10 16,-1 3-16,4-8 15,7-12 1,1 6-16,-3 6 16,-10 18-16,-7 14 15,0 3-15,-3 2 16,0 0-1</inkml:trace>
  <inkml:trace contextRef="#ctx0" brushRef="#br0" timeOffset="149570.51">13232 10028 1288 0,'0'0'115'0,"-1"0"-22"16,0 0 55-16,0 0-31 0,0 0-17 0,0 0-11 0,0 0 11 16,0 0-11-16,0 0 13 15,0 0-29-15,-37-10-7 0,38 10 4 0,0 0-5 0,0 0 4 0,0 0-16 16,1 0 0-16,0 0-7 0,0 0-2 0,38-10-6 16,-39 10-3-16,0 0-2 0,1 0-8 0,0 0-8 15,40-3 1-15,-41 3-5 0,1 0-4 0,0 0-5 16,44 3-1-16,-45-3-1 0,1 0 0 15,44 2 0-15,-44-2 0 0,35 1-1 0,-16 0-1 16,1-1 6-16,0 0 2 0,1 0 0 0,-1 0-1 0,0 0 4 16,1 0 0-16,1 0 1 0,-1-2 4 0,0 1-8 15,-1-1 1-15,0 2-3 16,0-1-6-16,0 1 1 0,-1-1 0 0,1 1 1 16,-2 1 1-16,0-1-4 0,3 2 3 0,3 0-2 0,-1 0 1 15,3 0 6-15,-4-1 0 0,1 0 2 0,1 2-3 0,-1-2 0 16,0 1-3-16,2 0 3 15,-1-1-2-15,-1-1-1 0,2 1-1 0,-3 0 0 0,1 0 0 16,-1 1 0-16,0-1 1 0,1 0-1 0,-2 1-2 0,3 0 2 16,-1 1-3-16,4 0 1 0,0-1-4 0,2-2 5 15,-1 1 0-15,0-1 1 0,-1 0-2 0,2 0-3 16,0-1 3-16,0-1-1 16,0 0 9-16,0-1 17 0,-3 1-8 0,3-1 8 0,-4 1-22 15,2-1 2-15,1 1 0 0,-1 1 0 16,4-1-2-16,0 1-1 0,1-2 3 0,-2 2-3 0,0-1 3 15,-1 2-8-15,-1 0 2 0,0-1-3 0,0 0 11 16,-2 0-7-16,3 0 3 0,-4 0-5 16,1 0 1-16,-2 0 1 0,0-2 0 0,2 1 0 15,1 0 3-15,2-1-1 0,3 1-2 0,-2-1 2 16,1 2-2-16,-2-1 3 0,0 0-2 0,-1 1 3 16,0 0-1-16,0 1-3 0,2 0 0 0,-2 0-2 15,0 0 2-15,-2 0 0 0,-1 0 0 0,1 0 0 16,3 1 2-16,3-1-1 0,1 0-1 0,4 0 1 15,-2 0-1-15,1-1-1 0,0 1 2 0,0 0-1 16,1 0-1-16,0 0 3 0,-3 1-4 0,-1 0 4 0,-1 1-3 0,4 0 1 16,4 1 0-16,0-1 1 15,3 0-1-15,-1 1-1 0,1 0 0 0,-1 0 0 16,0 1 1-16,-3-2 0 0,1 1 1 0,-2-1-1 16,1 0 6-16,5 0-8 0,2-1 3 0,5-1-3 0,0 1 4 15,-1-2-2-15,0 0 0 0,-3 0 0 0,0-1 1 16,-3 2-1-16,0-1-3 0,5 0 1 0,2 0 8 0,2 0-7 15,2 1 2-15,-5 0-4 16,-2-1 3-16,-5 1 1 0,2 0-1 0,-5 0 0 16,-2 0-1-16,3 0 3 0,1 0 0 0,5 0 1 15,-1-1-1-15,-1 0-2 0,-2-1 3 0,-3 0-3 16,0-1 1-16,-3 2 0 0,1-1-2 0,-2 0 1 16,0 0 0-16,1-1 0 0,2 1 1 0,0 0 0 15,3 0-2-15,-4 2 2 0,-1-1-1 0,-2 0 3 0,-2 1-3 16,1 0 4-16,-5 0-3 0,0 0 5 15,-3 0 6-15,-3 2 25 0,1-1-7 0,0 0 9 0,0-1-28 0,2 1-3 16,1-1-1-16,-2 0-1 0,0 1-6 16,-1-1 2-16,-3-1-2 0,-1 1 4 15,-2-1 1-15,1 0-5 0,-1 0 0 0,-4-1-1 0,-15 2 0 0,1 0-160 16,0 0-5-16,37-10-81 16,-38 10-247-16</inkml:trace>
  <inkml:trace contextRef="#ctx0" brushRef="#br0" timeOffset="150611.7">20185 9995 2412 0,'0'0'77'0,"0"0"-42"16,-2 0 0-16,2 0-26 0,0 0-12 0,0 0 12 15,0 0-6-15,2 0 13 0,-1 0-12 0,0 0 0 16,46 6-3-16,-29-5 3 16,3-1 0-16,-1-1 2 0,2-1 1 0,0 1 0 0,0 0 3 15,2 0 18-15,0 2-2 0,0-1 8 16,3 1 5-16,0 0-4 0,1 0 0 0,1-1-2 0,2 1-3 0,2-1-9 15,4 0 1-15,5 0-4 16,0 0-8-16,0-1-1 0,0 0-3 0,0 0 3 16,0 0-3-16,-2 1-3 0,1 0-2 0,1 1 0 0,1 1-2 0,3 0 9 15,2 1 2-15,2-1 2 16,-1 1-5-16,-1 0 1 0,-2-1 0 0,0 0 1 16,1 1-2-16,-1-2-3 0,4 0-1 0,3 0 0 15,3-1 8-15,2 0-5 0,2 0 3 0,-3 0-3 16,-2-1 9-16,-1 0 2 0,0 0-1 0,5-1 0 0,3 0 1 15,3 0-7-15,2 0 5 0,-3 1-6 0,-2-1-2 0,-2-1 0 16,-1 2 0-16,5-1 0 16,1 0 1-16,3 0-6 0,2 0 3 0,-6 1-2 15,-3-1 7-15,2 0 4 0,3 0-1 0,3-1 4 0,5 0 7 0,0 0-7 16,-3 0-1-16,-4-2-3 16,1 1-7-16,3-1 2 0,2 1-4 0,2-1 3 0,1 1-8 15,-5 0 4-15,-6 0 2 0,3 1 1 0,2-1-4 0,0 0 0 16,3 1 4-16,-3 1-2 15,-3 0 4-15,-5 1-3 0,0 0 3 0,1-1-2 16,2-1 7-16,3 1 3 0,0 0-4 0,-4 1 5 0,-1 0-2 0,-5 1-5 16,2-2 2-16,1 0-3 15,2 1 0-15,-1-2 0 0,-1 2-5 0,-4-1 3 16,-3 1-3-16,-3 1-1 0,-1 0 4 0,1 1-5 16,1 0 0-16,2 1 8 0,-3 0-5 0,-1-1 5 15,-3 1-5-15,-1 1-1 0,-2-1 3 0,-3 1-4 0,-1-1-2 0,-1 0 6 16,5-1-6-16,0-1 7 15,1 0 3-15,-1 0 0 0,-2-1 1 0,-4 1-3 16,-1-1 1-16,-1 1-6 0,-4 0 7 0,-1 0-8 0,-2 0 3 0,-4-1-3 16,-2-1 1-16,0 2-1 15,0-1 4-15,1-1-2 0,-1 2-3 0,-3 0 3 0,-2-1 1 0,-3 0-3 16,-1 1 2-16,-1-2-3 16,0 2 1-16,-13 0-1 0,1 0-1 0,0 0-1 15,0 0 0-15,0 0-48 0,0-1-9 0,0 0-23 16,0 0-100-16,22-36-113 0,-23 37-32 0,0-1-44 0,-19-36-252 15</inkml:trace>
  <inkml:trace contextRef="#ctx0" brushRef="#br0" timeOffset="154961.63">18685 10016 40 0,'0'0'270'15,"0"0"-58"-15,0 0 128 0,0 1-101 0,0 0-37 16,0 0-26-16,0 0-57 0,-1 0 7 0,0 0-13 0,0 0 0 16,0 0-12-16,0 0-2 0,0 0-4 0,0 0-15 15,0 0-4-15,0 0-5 0,0 0 1 0,0 0-16 0,0 0-11 16,0 0 2-16,0-1-7 16,0 0-4-16,1 0-8 0,0 0-6 0,0 0 0 15,0 0-6-15,0 0 11 0,0 0 3 0,0 0 2 16,1 0 7-16,0 0-10 0,0 0 6 0,35-3-7 0,-36 3 2 15,0 0 0-15,2 0-3 0,33 5 1 0,-35-5-9 16,1 0 3-16,0 0 2 0,42 6 0 0,-43-6-3 16,1 0-5-16,0 0-3 15,43 4 0-15,-44-4-2 0,1 0 1 0,0 0-2 16,45 7 1-16,-46-7-9 0,1 0 5 0,0 0-2 0,40 5 2 16,-41-5-4-16,0 0 0 0,2 0 2 0,40 4-1 15,-42-4 8-15,1 0-5 0,0 0 6 0,44 0-4 16,-45 0 5-16,1 0 12 0,40 0-5 0,-41 0 7 15,1 0-11-15,46-7-12 0,-47 7 4 0,33-6-7 16,-11 3 6-16,-2 2-3 0,0-1-4 0,0 1 1 0,-3-1-2 16,2 1 3-16,1 0-1 0,-1 0 2 15,0 1-3-15,1-1 1 0,-2-1-1 0,0 1-1 16,2 0-3-16,-2-1 6 0,0 1 1 0,1 0 2 16,-1 0-6-16,-1 1 0 0,2-1 1 0,-1 1 0 0,0-2 4 0,0 1 0 15,0 0-5-15,2-1 3 16,3 0 1-16,5-1-2 0,1-1 4 0,2 0-5 15,-1 0-1-15,-2-1 7 0,4 0-4 0,-4-2 4 16,1 1-7-16,-2 0 0 0,2 2 2 0,-4 0-1 16,0 0-1-16,-3 2 2 0,0 0 1 0,-1 1 2 15,2 0-1-15,1 1 0 0,1 0-1 0,2 0 1 0,3 2-2 16,0-1 5-16,1 1-2 0,2-1 3 0,-2 0-4 0,-1 0 2 16,0 0-1-1,-2-1 1-15,2 1-6 0,-3-1 3 0,2 0 0 0,-4 1 1 0,2-1-2 16,-3 0 4-16,0 0-3 0,3 1 4 15,1 0-1-15,6-1-6 0,-1 2 1 0,1-2-1 16,-2 0 7-16,0 2-3 0,-1-1 6 0,-3 1-5 16,0 1 5-16,-1-1-6 0,0 1-2 0,-2 0 0 15,0 1 4-15,-3-2 3 0,0 1-3 0,1 0 1 16,-1 1-6-16,1-1 6 0,3 1-4 0,-2 0 5 16,-1 0-6-16,0 0-1 0,-4 0 2 0,-3 1-3 0,0-1-5 15,-2 0-135-15,-14-4-38 0,1 0-59 16,0 0-382-16</inkml:trace>
  <inkml:trace contextRef="#ctx0" brushRef="#br0" timeOffset="156515.26">16752 8305 1549 0,'0'0'157'0,"-1"0"-69"0,0 0 84 0,0 0-144 16,0 1 19-16,0 0 14 0,0 0 41 0,0 0-10 0,0 0 9 16,0 0-49-16,-35 18-7 0,36-19 0 0,0 0-3 15,0 0-1-15,0 0 8 0,0 0-1 0,1 0 4 16,0 0 0-16,39-1-12 0,-40 1 2 0,1 0-6 16,0 0 1-16,47-7-9 0,-47 7 1 0,0 0-5 15,48-3-11-15,-48 3-6 0,35-9-1 0,-14 6-1 16,-1 1 3-16,4-3-6 0,-1 2 3 15,-2 1-4-15,2-1 2 0,-1 3 0 0,1-5-1 0,-1-1 1 16,-2-1-1-16,2 1 7 0,1 4-6 0,2-3 6 16,3 4-3-16,6-2-1 0,-1 3 4 0,1-2-3 15,0-2 0-15,-2 3 4 0,1-2-3 0,-2 2 3 16,1-1-1-16,1 0-4 0,-3 1 3 0,1 0-3 16,-1 0 4-16,4 1 4 15,1-4 2-15,4 3 1 0,2 2 8 0,0-2-8 16,-2 1-3-16,-1-1-2 0,1 1-9 0,-3-1 2 0,-1 2 0 15,1-1 1-15,-2 3 4 0,-2 0-4 0,5-3 3 16,0 2-2-16,3-4 24 0,6 2-10 16,-2-2 6-16,2 0-11 0,-4 0-11 0,-1 1 2 0,2 1-4 15,-5 0 3-15,-1 1-2 0,1-1-1 0,2 0 2 16,3 1-2-16,1 0 1 0,-1 1 4 16,1 1-5-16,-4-2 4 0,-4 0-4 0,0-1-1 15,-3 2 4-15,-1 0-3 0,0 3 2 0,-3-1 0 16,1-2-4-16,0 2 4 0,2-3-1 0,-1 0 1 0,1 0 1 0,-2 1-1 15,-2-1 2-15,-5 1-2 0,0 1 0 0,-5-2-4 16,-2 1-52-16,-2 1-93 0,-1 0-10 0,-2 0-33 16,-12-3-97-16,1 0-200 15</inkml:trace>
  <inkml:trace contextRef="#ctx0" brushRef="#br0" timeOffset="165492.79">16267 8362 1517 0,'-15'-13'97'15,"4"1"16"-15,-2 3 15 0,3-2-4 16,10 11-34-16,0 0-27 0,-1-1-5 0,0 0-1 0,0 0-24 15,-33-44-8-15,34 45 0 0,0 0-4 0,0 0-15 16,0 0 5-16,0 0-2 0,0 0 5 0,0-1 1 0,0 0 10 16,0 0-4-16,0 1 5 0,1-2-4 0,0 1 6 15,34-21 3-15,-35 22 0 16,1 0 18-16,-1 0-9 0,43-8 1 0,-43 8-6 16,1 0-15-16,48-3-2 0,-27 3-5 0,1-1 0 15,0 0-19-15,1-1 6 0,1 0 0 0,3 1 1 16,1 1-2-16,2 1 0 0,-1 0-1 0,1 1 2 15,-3 0 4-15,1-1-5 0,-3 1 1 0,6 0-3 16,0 0 0-16,3 1 5 0,4-2-2 0,-3 0 5 16,0 0 0-16,-1 1-1 0,0-1 4 0,-1 2 1 15,-1-1 28-15,0 2-20 0,-3-5 3 0,1 2-10 0,-1 1-9 16,-1-1 1-16,6 6 0 0,3-3 0 16,2 1-2-16,1-1 2 0,-2 0-1 0,-1 2 2 15,0-1 4-15,-3 1-8 0,1 1 6 0,-1 1-7 0,-2 0 8 16,-2-1-2-16,3 2 1 0,1-1 0 15,4-3 2-15,5 1 15 0,0-1-5 0,2-1 10 0,-1-1-1 16,0-3 3-16,-2 0-3 0,-1-1 0 0,-1 1-19 0,1 2 2 16,-1-2-2-16,-1-1 2 0,2-1-7 0,0-2 0 15,-2 3 4-15,-1 0-2 0,0-1 4 0,-5 2-8 16,-1 0-1-16,0 0-3 16,-5 0 7-16,-1 1 0 0,-3-1-1 0,-3 2 0 15,1 1-1-15,-5-3-4 0,0 3 4 0,-1-1-3 16,-4-3 5-16,-12 1-2 0,1 0-2 0,0 0-6 15,0 0-80-15,-1 0-72 0,1 0-6 0,0 0-20 16,0 0-33-16,-1 0-185 0</inkml:trace>
  <inkml:trace contextRef="#ctx0" brushRef="#br0" timeOffset="166060.44">16356 8379 2040 0,'0'0'24'0,"0"0"-24"0,0 0-4 0,0 0-2 16,0-1 21-16,1 1 10 0,0 0-3 0,43-7 2 15,-26 10-15-15,6-2-3 0,4-1 3 0,4 0-1 0,1 1 2 16,4 0 4-16,1 0 4 0,1 0 1 16,5-3 27-16,3-3-18 0,2 1 9 0,5-1-12 15,0 3 5-15,1-1-5 0,0-1 1 0,-2-2-3 16,1 2-4-16,5 1-5 0,-3-4-4 0,8 1 3 15,0-2 17-15,-1 0 13 0,1 3 3 0,-4-1-1 16,1-1-27-16,3 2-2 0,4-2-10 0,3 0 6 16,0 1-2-16,-6 0 1 0,-1 1 1 0,-6 2-1 0,0-2-8 15,-1 0 7-15,0 1 0 0,1 2 3 0,-2-3 0 0,-4 3 3 16,-6-2-1-16,0 0 2 0,-4 2-2 16,-3-2-5-16,4 2 4 0,-1 1-3 0,0-2 4 0,1 3-2 15,-4-1-2 1,-1 1 1-16,-3 0-2 0,-5 0-9 0,-2 0 7 0,-3-1-6 15,-4 1 5-15,-1 2-3 0,-4 0-1 0,-3 1 0 16,-13-3 6-16,1 0-4 0,0 0-3 0,0 0-1 16,0 0-1-16,36 16 2 0,-37-16-8 0,0 0 0 15,0 0-67-15,0 0-46 0,0 0-13 0,0 0-14 0,0 0-80 16,-1 0-263-16</inkml:trace>
  <inkml:trace contextRef="#ctx0" brushRef="#br0" timeOffset="166304.43">17259 8453 2523 0,'-12'-22'434'0,"-1"3"-385"0,4 5-7 0,9 14-42 15,0 0-145-15,0 0 89 0,0 0-16 0,1 0 47 16,43-14 31-16,-19 18-16 0,4-2-6 0,8 2-5 15,6 0-15-15,7 0 19 0,3 2-3 16,3-2 10-16,0 0 1 0,5 0 8 0,2 0 2 0,3-4 2 16,1 0-1-16,-5-2-2 0,0-1-3 15,-1 0 0-15,0-2-1 0,2 0-3 0,5 2-5 16,0-2-2-16,1 1-37 0,-1 2-369 0,3-1 904 16</inkml:trace>
  <inkml:trace contextRef="#ctx0" brushRef="#br0" timeOffset="169017.95">16275 8342 634 0,'-18'-19'295'0,"4"2"150"0,2 4-1 0,6 3-414 16,6 10-29-16,0 0 16 0,0-1-3 0,0 0 13 16,0 0 21-16,-19-34-27 0,19 35 6 0,0 0-14 15,0 0 5-15,0 0 33 0,0 0-11 0,0 0 16 0,0 0-20 16,0 1 1-16,1 0 3 0,0 0-1 0,48 32 10 15,-30-28-2-15,2-3-2 0,4 1 0 0,2-3-6 16,-1-1-14-16,5 2 8 0,0 0-10 0,2-1 3 16,1 1-10-16,1-2-2 0,0 1-2 15,-2-1-1-15,0-1 11 0,-2 1-4 0,3 1 6 0,1 0 0 0,1 3-5 16,1-1 3-16,1 1-5 0,-1 1 5 0,0-3 5 16,3 3-4-16,0-4 2 15,3 0-13-15,2 1-3 0,0-2-1 0,8-2 0 16,1-1 4-16,7-3-2 0,3 2 2 0,-2 0-2 0,0-1-6 15,1 1 0-15,1 1-2 0,2-6 2 0,2 6-4 16,-1-1 2-16,-5 0-2 0,-4 5 2 16,-4 0 3-16,-3 0 7 0,-2 0 1 0,-1 4 1 15,3 0-6-15,0 0-2 0,0-2 1 0,-1-1-1 16,-3 1 4-16,1 5 1 0,-3 0-2 0,2-1 2 16,-1-2 12-16,2-5-4 0,4-1 2 0,1-2-2 15,0 0 7-15,-1 2-14 0,-4-2 3 0,-6-2-7 16,0 4-4-16,-4-1 5 0,-3 1-1 0,-3 2 1 15,-3-2-4-15,-6 1-1 0,1-2-2 0,-6 3 1 16,-2 1-3-16,-2 2-12 0,-14-3-18 0,1 0-9 0,0 1-188 16,0 0-294-16</inkml:trace>
  <inkml:trace contextRef="#ctx0" brushRef="#br0" timeOffset="175294.26">16470 8351 1656 0,'0'0'87'0,"0"0"-10"0,0-1 13 0,0 0-52 15,0 0 4-15,0 0 22 0,0 0 10 0,1 0 0 0,0 0 37 0,-1 0-35 0,1 0 5 0,-1 0-15 16,39-26-5-16,-39 27-15 0,1 0-2 0,0 0-4 16,42-4-4-16,-41 4-3 0,-2 0 3 0,49 2-4 15,-28-2-7-15,0-1-3 0,3 2-3 0,5-1 2 16,2 0-2-16,3-2 0 0,6 2 4 16,-2 0-2-16,3 0 5 0,2 0-7 0,3 1 1 0,-2 1-2 15,1-2 4-15,0 2-5 0,3 1-2 0,7-2-1 0,6 0 1 0,5-2 0 16,2-2 3-16,-3 4-2 0,-1 1 5 0,-2-1-6 15,0-1 0-15,8-4-4 0,1 0-4 0,2 4 2 16,-5 1 1 0,-6 1 0-16,-4 3 7 0,-2-3 20 0,2 2-8 0,4-1 10 15,0 1-19-15,-1-1-6 0,-4 0 4 0,-6 0-4 16,-3-2 0-16,-4 3-5 0,1-4-4 0,0 1 2 16,2-1 4-16,0 0-5 0,-3 0 6 0,-5 0-5 15,-1 0 6-15,-7 0-9 0,-2 0 3 0,-5-1-3 16,-3 0 2-16,-2 0 3 0,-2 1-3 15,-4 2 5-15,-13-2 2 0,1 0 0 0,0 0 6 0,0 0-4 16,35 6 4-16,-36-6-19 0,0 0-6 0,0 0-8 16,0 0-56-16,0 0-57 0,0 0-13 0,-1-1-19 0,-36-25-75 15,37 26-78-15,-34-14-44 16,11 10 119-16,-3-1 1296 0</inkml:trace>
  <inkml:trace contextRef="#ctx0" brushRef="#br0" timeOffset="175757.63">16856 8394 1453 0,'-1'0'261'0,"0"0"-126"0,0-1 141 16,1 0-285-16,0 0 10 0,0 0 18 0,1 0 69 15,39-33-12-15,-19 29 27 0,4-1-27 0,-8-12-9 16,15 10-3-16,5 1-4 0,1 1-26 0,0-1 5 16,3 3 1-16,2 3 3 0,6-3 9 0,5 2-17 15,4 0 1-15,3 1-6 0,0 0 0 0,-3 2-3 16,0 0-1-16,5 1 1 0,5 3 0 0,5-6-8 15,5 4 3-15,-5 0-5 0,-4-2 11 0,-4 6 22 16,2-4-10-16,0-2 12 0,3-1-23 16,1 1 4-16,-3-1-2 0,-7 0 1 0,-4 0-8 15,-1 0-4-15,-1 1 0 0,3 0-3 0,0-1 2 0,-3-1-10 16,-4 1 3-16,-6 2-6 0,-3-1 0 0,-5 2 1 16,-4-2 2-16,-3 0 0 0,-3 1 0 0,0 1 6 15,-5-2-5-15,1 1 4 0,-4 0-7 0,-3-2 7 16,-16 0 2-16,1 0 1 0,0 0-2 0,0 0-20 15,0 0-14-15,35 3-12 0,-36-3-130 0,0 0-206 16,0 0-56-16</inkml:trace>
  <inkml:trace contextRef="#ctx0" brushRef="#br0" timeOffset="192230.57">13387 10510 1625 0,'0'0'183'0,"-1"0"-61"0,0 0 96 0,0 0-73 0,0 0 6 15,0 0 11-15,0 0-21 0,0 0-2 16,0 0-15-16,0 0-65 0,-48 5-23 0,49-5 4 0,0 1-8 16,0 0 9-16,-12 47-2 0,9-30 3 0,0 5-1 15,1-1 4-15,0 5-2 0,1 2-3 16,-1 4 2-16,-1 4-4 0,-2 4-2 0,-1 5-5 0,2 5 3 15,-2 0-15-15,-2 2 4 0,3 1-1 0,-1-1 1 16,-2 1-6-16,1 3-7 0,-1 2-1 0,-1-1 0 16,0 0 0-16,1-6-9 15,0-3 4-15,1-6-4 0,1-3 6 0,2-12-6 0,0-5 1 16,1-6-2-16,0-4-5 0,3-13-12 0,0 1-15 16,0 0-1-16,0 0-69 0,0 0-38 0,0-1 0 0,0 0-19 15,0 0-63-15,0-1-71 0,5-35-35 0,-3 7-24 16,3-3-222-16</inkml:trace>
  <inkml:trace contextRef="#ctx0" brushRef="#br0" timeOffset="192530.3">13304 10510 2220 0,'0'0'110'0,"0"0"-28"0,0 0 2 0,0 0-5 16,0 0 32-16,-1 0-6 0,0 0-14 0,1 0 1 0,0 0-64 15,0 1-24-15,0 0 6 0,1-1-10 0,37 17 14 16,-11-18-4-16,0-2 5 16,7 1-4-16,1-2 12 0,2 1-13 0,1 1 3 15,-1 0-7-15,-1 2 9 0,-4 0 6 0,-4 3 2 16,-5 2 3-16,-2 1 14 0,-1 5 2 0,-2 1 0 16,-3 3 0-16,-3 1-6 0,-4 2 17 0,-3 2-6 15,-4 0 10-15,-6 4-5 0,-3 1-13 0,-5 5-4 0,-4 3-4 16,-7 3-15-16,-2 6 7 0,-4-3-5 0,-4 1 6 15,-3 1-8-15,-4-6-10 0,-1 0 2 16,0-4-8-16,0-4-22 0,2-7-87 0,4 1-14 0,4-9-39 16,7-2-160-16,5-4-298 0</inkml:trace>
  <inkml:trace contextRef="#ctx0" brushRef="#br0" timeOffset="193423.64">14322 10745 812 0,'-8'-12'224'0,"-1"-2"111"0,4 2 18 0,0 0-199 16,-1-2-37-16,0 1 30 0,0 2 3 0,-1-1 6 15,7 12-6-15,-2 0-31 0,1-1-1 0,-38-16-12 16,39 17-15-16,-38-9-12 0,38 9-1 0,-2 0-5 16,-37 11-11-16,39-11-20 15,-26 23 1-15,13-5-8 0,2 3-14 0,-2 2-2 0,3 2 0 0,0 10 0 16,2 2 6-16,1 7 4 0,-1 4-6 0,0 0 4 15,1 0-16-15,1 0-2 0,2 0 3 0,1-2-3 16,2 2-7-16,1-5-2 0,3 0-2 0,3-3 1 16,0-2-4-16,3-5-5 15,1-4 2-15,0-4-5 0,2-3-7 0,2-7-108 16,1-3-14-16,1-2-51 0,2-3-218 0,3-4-555 16</inkml:trace>
  <inkml:trace contextRef="#ctx0" brushRef="#br0" timeOffset="194907.1">14515 10566 1475 0,'0'0'177'0,"0"0"-59"0,0 0 93 0,0 1-86 0,0 0-3 15,-6 45 4-15,5-22-3 0,-2 4 0 0,0 4-4 16,0 4-27-16,-15-3-2 0,12 10 0 0,-2 4-4 15,0 3-16-15,-2 0-5 0,2 2-3 16,-2-1 0-16,2-2-11 0,-3-4-25 0,2 2 0 16,0-2-9-16,1 0-5 0,1-5-9 0,-2-6 3 15,3-5-6-15,2-4 5 0,1-4-6 0,2-4 2 16,1-17-4-16,0 1-3 0,0 0-12 0,0 0-14 0,0 0 1 16,0 0-43-16,0-1 14 0,0 0 10 15,1 0 3-15,29-34 33 0,-20 10-4 0,0-3 0 0,4-7-1 16,-1-2 12-16,0-4 5 0,1 0 2 0,1 5 0 15,0-2-2-15,-1 7 2 0,2 1 4 0,-1 2 1 16,-1 5 7-16,-2 1 10 16,-1 7-1-16,-3 1 7 0,-8 13 14 0,0 0 0 15,1-1-4-15,0 0 1 0,0 1-20 0,0 0 6 16,0 0-2-16,1 1 3 0,30 32-13 0,-30-10 5 0,0-1-2 16,-1 3 3-16,0 3 1 0,-1-4-14 0,0 5 3 15,2-2-7-15,-2 0-2 0,0 0 0 0,1 0 3 0,0-5 0 16,1-1-3-16,0-4-4 0,1-5-5 0,-3-12-4 15,0 1-81-15,1 0-95 0,0 0-15 0,0 0-26 16,44 25-53-16,-45-26-33 0,32-12-10 0,-12 2-21 16,3-2-162-16</inkml:trace>
  <inkml:trace contextRef="#ctx0" brushRef="#br0" timeOffset="195280.88">14970 11174 439 0,'4'-12'61'0,"-3"2"371"0,1-3 39 15,-2 13-152-15,0-1-90 0,0 0-25 0,-6-36-4 16,6 37-11-16,0-1-27 0,-1 0-25 0,0 0 1 0,-28-40-11 15,29 41-17-15,-1 0-20 0,0 0-1 0,-40-17-10 16,41 17-18-16,-1 0-16 0,-41 8 0 0,41-8-6 16,-30 22-11-16,13-8-7 0,3 3-2 0,0 2-2 15,-1-4-3-15,3 6-14 16,0 3 8-16,2 2-8 0,2 3 2 0,2 1-2 0,1 0 0 0,4-4 0 16,-2-1 0-16,4-6-11 0,1-2-1 0,4-2-2 15,1-4-1-15,-6-11-9 0,1 0-3 0,-1 1-1 16,41 15-11-16,-41-16-1 0,34-9 1 0,-16-1 0 15,3-3 9-15,1-2 15 0,-1-3 2 0,-1-2 5 16,-3-3 6-16,-1 2 2 0,-1-3-1 0,-2 2 3 16,-2 4 2-16,-2-1 3 0,-3 4-2 0,-1 2 2 15,-5 13 0-15,0-1 6 0,0 0 0 0,0 0 1 16,0 0-3-16,0 0 24 0,0 0-10 0,0 0 13 16,0 0-22-16,0 0-3 15,-1 0 0-15,0 1-1 0,0 0-3 0,0 0-1 0,0 1-5 16,0 0 3-16,-30 41-5 0,31-42-4 0,0 1 3 0,-3 49-5 15,3-49 1-15,0 0-10 0,8 43-1 0,-8-44-14 16,0 1-97-16,1 0-100 0,0 0-16 0,42 31-29 16,-43-32-75-16,1 0-69 0,49-4-69 0</inkml:trace>
  <inkml:trace contextRef="#ctx0" brushRef="#br0" timeOffset="195614.4">15381 11029 1257 0,'0'0'201'0,"0"0"146"0,0-1 46 15,0 0-132-15,-1 0-57 0,0 0-48 0,-37-35-3 16,38 36-15-16,-1 0-20 0,-48 1-29 0,28 4-2 16,0 5-9-16,2 1-18 0,1 1-8 0,3 2-3 15,1 1 0-15,0 2-1 0,1-3-28 0,-1-1 4 0,5-1-14 16,1 0-1-16,8-12-7 0,0 0-2 0,0 1-4 16,0 0-13-16,-2 0 11 0,-14 35 2 0,16-36 3 15,0 0-7-15,0 0-2 0,1 0 0 16,0 0 1-16,39 18 10 0,-39-18-7 0,0 0 2 0,49 1-6 15,-30-1-2-15,1 0 11 0,3-2-7 0,0 1 8 16,1-1-1-16,-1 2-1 0,-3 2 8 0,0-1-6 16,-3 3 6-16,-4-1 2 15,0 0-4-15,-3 6 6 0,-11-9 5 0,0 1 7 16,0 0-1-16,11 35 2 0,-11-36-6 0,-14 30-4 16,1-10 3-16,-4 0-2 0,-1 2 6 0,-6 0-11 0,0 0-1 0,-5-1-3 15,0-2-4-15,3-3-23 0,3-2-18 16,2-4-12-16,3-3-143 0,2-4-162 0,-2-2-40 0</inkml:trace>
  <inkml:trace contextRef="#ctx0" brushRef="#br0" timeOffset="196314.13">16283 11150 1840 0,'-12'-4'123'0,"2"-2"66"16,10 6 23-16,-2 0-37 0,2-1-16 0,-38-22-34 0,38 23-8 15,-2 0 4-15,-33-18-37 0,34 18-5 0,-38-12 6 16,39 12-5-16,-1 0 2 0,-35-3-26 0,36 3 1 16,-1 0-10-16,-36 9-9 15,37-9-11-15,-1 1-8 0,-40 28 1 0,27-17-18 16,-1 6-1-16,-1-1-1 0,2 4 0 0,1 1-2 0,0 4 1 15,-1 2 3-15,5 2-1 0,1-2 3 0,5-2-9 16,0-2-3-16,3-2-4 0,1-3-3 0,4-5-8 16,4-2 6-16,2-5-7 0,3-2-4 0,2-5-4 15,1-3-3-15,3-6 2 0,2-4 2 0,1-5 11 16,1-4-6-16,-1-6 9 0,2 0 5 0,-1-4 5 16,2-1 6-16,-1 0-4 0,-2-1 5 0,-1 2-1 15,-2-3 2-15,2 2-1 0,-2-1 1 0,-1-2 2 16,-1 1-4-16,-4-1 2 0,-1 0 3 0,-3 2-1 15,-1-4 4-15,-3 3-3 0,-2 1 4 0,-2 1 1 16,0 5-2-16,-2 3 2 0,0 4 2 16,-2 3 15-16,-2 3 10 0,4 15 1 0,0-1 16 15,0 0-11-15,-1 0-8 0,0 0 1 0,0 0-17 0,0 1-3 16,0 0-1-16,0 0 0 0,-34 16 2 16,30 0-6-16,-1 1 6 0,1 4-6 0,0 5 0 0,1 4-4 15,-1 7-1-15,1 4 0 0,-2 2-1 0,1 2 6 16,0 4-6-16,-1 0 6 0,2 1-7 0,3-2-1 15,-1-2 3-15,-1-1-3 0,1-1-2 0,0 2 3 16,-1-2-3-16,4-5 3 0,0-4-3 0,1-4 0 16,1-4-4-16,1-5-1 0,1-2-10 0,-1-8-119 15,-4-12 8-15,0 1-58 0,1 0-89 0,0 0-110 16,40 16-6-16,-41-17-53 0,28-22-197 0</inkml:trace>
  <inkml:trace contextRef="#ctx0" brushRef="#br0" timeOffset="196491.05">16617 11086 1706 0,'0'0'238'0,"0"0"-34"16,0 0-12-16,0 0-7 0,0 1-35 0,0 0-23 15,-18 37-4-15,18-38-8 0,-13 35-26 0,5-12-8 16,2 2 4-16,-2 5-8 0,0 2-3 0,0-2-27 16,-1 2 0-16,1-3-13 0,1-1-31 0,1-3 2 15,2-4-6-15,1-4 2 0,3-17-15 0,0 1-98 16,0 0-11-16,0 0-36 0,0 0-79 0,0 0-31 15,0 0-5-15,0-1-30 0,12-7-235 0</inkml:trace>
  <inkml:trace contextRef="#ctx0" brushRef="#br0" timeOffset="196650.11">16728 10898 1873 0,'0'0'99'0,"0"0"162"0,0 1-183 0,-15 35-23 0,15-36 8 16,0 1-17-16,-14 34-19 15,14-35-24-15,0 1 2 0,0 0-15 0,0 0-59 0,0 0-144 16,0 0 9-16,0 0-60 0,0 0-40 16,1-1-234-16</inkml:trace>
  <inkml:trace contextRef="#ctx0" brushRef="#br0" timeOffset="196977.87">16912 10931 214 0,'0'0'30'0,"0"0"245"0,1 0 10 0,0 0-46 0,0 1-32 0,0 0-23 15,-1 0 7-15,8 36-14 0,-8-37-7 0,0 0-23 16,-1 1 4-16,0 0-12 0,-33 39-8 0,34-40 0 15,-1 0-3-15,0 1 0 0,-37 31-9 0,38-32-17 16,-27 27-1-16,11-11-8 0,-2 0-22 0,0 1-15 16,-2 1-7-16,2-1-2 0,-2 0-21 0,4-3-10 15,1 0 0-15,4 2-4 0,-1-1-14 0,4-3-5 16,8-12-4-16,0 0 0 0,0 0-13 0,0 1-3 16,0 0 2-16,0 0-1 0,0 0 1 15,0 0 0-15,1 0 1 0,0 0 1 0,43 24 7 16,-25-26-1-16,1-1 1 0,5-2 0 0,-2 0-1 0,1 1 9 15,2 0-6-15,0 0 8 0,-2 0 5 0,0 1-1 16,-1-1 4-16,0 2-2 0,-4 1 6 0,-6 2 5 16,-13-2 7-16,1 0 0 0,0 0 21 0,0 1 0 15,0 0-5-15,20 40 1 0,-21-41-13 0,-18 29-6 16,6-11 1-16,-6 0-2 0,-2-1-8 0,-3 2 0 16,0 0-5-16,0-3-2 0,2 0-47 0,2-4-67 15,1-2-9-15,4-3-24 0,0 0-77 0,14-7-60 16,-1 0-25-16,0 0-24 0,0 0-203 0</inkml:trace>
  <inkml:trace contextRef="#ctx0" brushRef="#br0" timeOffset="197713">16991 11249 976 0,'0'0'158'0,"0"0"69"16,1 0 22-16,0 0-67 0,0 0-50 0,36 8-28 16,-37-8-3-16,1 0-7 0,0 0-16 15,0 0-7-15,38 4-2 0,-39-4 1 0,1 0 4 16,0-1-11-16,40-25 4 0,-28 12-6 0,0 1-1 0,-2-1-10 15,0 4 0-15,-1-3-5 0,0-1-8 0,-1 0-2 16,1 1-4-16,-3 2 1 0,-7 11-10 0,0-1 12 16,0 0 2-16,0 0 4 0,5-40 3 0,-5 41-13 15,0-1-2-15,0 0-3 0,-1 0-1 0,0 0 13 16,0 0-4-16,-41-33 4 0,42 34-15 0,-1 0-6 16,0 0-2-16,-44 18-1 0,45-18-7 0,-1 1 7 15,-41 27-3-15,42-28 4 0,-1 1-8 16,-35 42-3-16,27-25 1 0,0-1-2 0,1 2 0 0,1 1-3 15,1 0 1-15,2 4-2 0,2-2 2 16,0 0 1-16,1-1-3 0,1-1 0 0,3-3-9 0,0-4-6 16,-3-13-1-16,0 1-2 0,1 0-8 0,0 0-8 15,34 36-32-15,-35-37 7 0,1 0-103 16,38 1-4-16,-39-1-1 0,0 0-5 0,47-23-27 0,-28 11 34 16,0 0 0-16,6-3 16 0,-3-1 36 0,3 0 58 15,1 0 1-15,-4-3 22 16,3 1 31-16,-4 0 2 0,0-2 0 0,-2 5 1 0,-3 0 4 15,-2 2 15-15,-1-1 1 0,-1-3 10 0,-3 4 65 16,-1 0 25-16,-8 13 12 0,0-1-2 0,1 0-4 16,19-36-1-16,-20 37 2 0,0 0 1 0,0-1 2 15,0 0-17-15,-9-35-1 0,9 36-7 0,0 0-18 0,-1 0-15 16,0 0-4-16,-40-2-3 0,41 2-11 0,-1 0-21 16,0 1 2-16,-44 39-11 15,31-24-16-15,2 3-2 0,-2 0-6 0,3 2 3 16,1 1-3-16,-1-2-2 0,0 4 2 0,1-1-1 0,2 1 2 0,2 1-3 15,1-2-3-15,3-3-1 0,2-2-7 0,0-18 0 16,0 1-4-16,0 0 2 0,0 0-13 0,1 0-21 16,35 28 8-16,-36-29-9 0,1 0 34 0,45-22 0 15,-27 10 7-15,0-4-4 0,-1 0 13 0,0-1-1 16,-1-3-2-16,-1-1 1 0,2-1-1 16,-2 5 3-16,-2-2 0 0,-1 6 0 0,-3-1 2 15,-2 0 0-15,-2 0 5 0,-2 2-4 0,-4 12 3 16,0 0 18-16,0 0-7 0,0 0 13 0,0 0 6 0,0 0-13 15,0 0-3-15,0 0-5 0,0 0-12 16,0 0-2-16,-1 1 6 0,-17 38-5 0,18-39 6 16,0 1-8-16,-9 38-3 0,9-39-2 0,0 1 1 15,-4 39-9-15,4-40-2 0,0 1-10 0,0 0-64 0,10 35-48 16,-10-36-8-16,0 0-10 0,1 0-20 0,0 0-7 16,37 7-6-16,-38-7-2 0,29-15-35 0,-9 2-81 15,-1-3-5-15</inkml:trace>
  <inkml:trace contextRef="#ctx0" brushRef="#br0" timeOffset="198047.55">17869 11038 826 0,'4'-11'312'0,"-4"11"-53"0,0-1 8 0,0 0-24 0,0 0 5 15,8-35-45-15,-8 36-7 0,0 0-18 0,-1 0-59 0,0 0-26 16,-39-10-8-16,40 10-6 0,-1 0-28 0,-49 13 9 16,30-5 1-16,-2 3 3 0,-2 1 0 0,1 1-14 15,2 3-4-15,0 0-3 0,6-1-15 16,3-1-14-16,1-4-2 0,11-10-6 0,-1 0-9 0,0 1-8 15,0 0 3-15,0 0-5 0,-22 34-7 0,23-35 2 16,0 0-1-16,0 0 1 0,0 0-10 0,0 0 7 16,0 0-5-16,1 0 7 0,0 0 1 0,36 9 14 15,-37-9-3-15,1 0 7 0,45 1-5 16,-45-1 4-16,35-1 1 0,-15 3 2 16,-1 0 6-16,-1-1-6 0,-1-1 2 0,-2 2-3 0,-1 0 3 15,-15-2 13-15,1 0-2 0,-1 0 6 0,1 0 1 16,0 1-2-16,0 0 4 0,0 0-3 0,12 36 5 0,-13-37-8 15,-23 29-4-15,6-15-1 0,-4 3-4 16,1 1-8-16,-4 0 0 0,-1-3-4 0,3 1-30 0,0-4-43 16,6 0-5-16,2-5-15 15,1 0-49-15,13-7-45 0,-1 0-16 0,0 0-14 0,0 0-84 0,0 0-99 16,0 0 14-16</inkml:trace>
  <inkml:trace contextRef="#ctx0" brushRef="#br0" timeOffset="198381.69">17744 11210 764 0,'19'-11'261'0,"0"3"-75"0,2 1 0 0,-2 4-26 0,0 1-10 0,-1-1-33 15,0 2-4-15,-1 1-12 0,-2-1-25 16,0 2-17-16,-1-3-4 0,0 0-7 0,3-3-19 0,-2 3 15 16,0-3 7-16,0-2 2 0,1 3 23 0,-2-6 7 15,-1 1-3-15,-1 0 4 0,-1-6 4 0,1 5-7 16,-3-1 3-16,-9 11-7 0,0-1-16 0,1 0 13 16,0 0-9-16,18-40 9 15,-19 41-23-15,0 0-1 0,0-1-7 0,0 0 3 0,-22-37-13 16,22 38-11-16,-1 0 4 0,-36-13-7 0,37 13 3 0,-1 0-8 15,-48 3-1-15,29 3-3 0,-1 3-6 0,-1 2-4 16,2 2 2-16,0 3-2 0,1 1-1 0,2 5-3 16,2 0-6-16,2 4 5 0,2-2-1 0,3-3-4 15,2 1 4-15,3 0-3 16,2-1-3-16,4 2-7 0,2-2 0 0,2-3-2 0,4-1 2 0,0-4 9 16,4-2-6-16,-1-2 7 15,1-3-5-15,2-2-4 0,0-2 5 0,0-3-6 0,3-3 1 16,1-4-4-16,-1-3-29 0,1-4 4 0,-1 0-130 0,1-3-35 15,0 1-8-15,2-3-11 0,-1 2-48 0,4 0-48 16,1-1-22-16</inkml:trace>
  <inkml:trace contextRef="#ctx0" brushRef="#br0" timeOffset="198613.39">18352 10574 2177 0,'0'0'99'0,"0"0"-34"15,0 0-10-15,0 0 0 0,0 0 36 0,-2 1 36 16,1 0 0-16,-14 35 8 0,15-36-24 0,0 1 0 16,12 35-7-16,-6-18 2 15,0 1-16-15,0 1-6 0,1 2 1 0,-1 5-4 0,-1 4-11 16,0 6-11-16,-3-1-5 0,-1 5-3 0,-1 0-18 16,-1 2-7-16,-2 3-2 0,-4 0-3 0,-1-2-16 15,0-2-2-15,-1 0-3 0,-2-1 1 0,-1-1 0 0,1-6-68 16,0-3-21-16,2-9-34 0,1-2-216 0,4-7-321 15</inkml:trace>
  <inkml:trace contextRef="#ctx0" brushRef="#br0" timeOffset="199096.79">18915 10511 2267 0,'0'0'91'0,"0"0"34"0,0 0-11 0,0 0 21 0,-1 0 3 15,0 0-20-15,0 0-8 0,0 0-7 16,0 0-48-16,-15 31-6 0,14-8 4 0,0 5-2 0,0 4 8 15,0 3-16-15,1 4 5 0,-1 6-11 0,0 5-12 16,-2 5 1-16,0 4-2 0,-3 2 2 0,0 1-8 16,-1-1-5-16,-1 1-5 0,1 2 2 0,-2-3-4 15,0 0-3-15,0-4 0 0,0-7-2 0,1-7-2 0,4-7-3 16,-1-8 2-16,3-5-6 16,1-7-50-16,2-16-121 0,0 1-5 0,0 0-42 0,0-1-49 15,0 0-17-15,13-12-25 0,-7-17-7 0,3-3-172 0</inkml:trace>
  <inkml:trace contextRef="#ctx0" brushRef="#br0" timeOffset="199342.61">18820 10738 910 0,'1'-47'116'0,"2"3"162"15,0 6-66-15,1 6-2 0,0 5-10 0,0 5 3 0,-1 6-34 0,-3 16-27 16,0-1-8-16,0 0-8 0,0 0-44 0,0 0-25 16,1 0 1-16,0 0-9 0,0 0 1 0,46-32-7 15,-47 33 0-15,1 0-3 0,51 0-10 0,-28 0 5 16,0 1-5-16,2-1 5 15,4 1 2-15,-5 1-1 0,1 1 1 0,0 3 0 16,-3 0 8-16,2 2 0 0,-5 2 9 0,-2 2-6 0,-1 3-1 0,-8 2-11 16,1 3-5-16,-8 3 0 0,-2 1-3 0,-5 2-9 15,-6-1 3-15,-3 3-6 0,-7 1-5 0,-4 3 6 16,-4 5-5-16,-1 1 4 16,0 0-14-16,1-3 2 0,-1-1-2 0,0-5-2 0,0-2-38 0,4-5-70 15,0-3-18-15,5-3-24 0,1-3-111 0,5-5-119 16,15-8-46-16</inkml:trace>
  <inkml:trace contextRef="#ctx0" brushRef="#br0" timeOffset="199612.94">19654 10466 1986 0,'0'0'103'0,"0"-2"141"0,0 1-124 16,0 0 17-16,-10-35 10 0,10 36-4 0,-1 0-3 15,0 0-36-15,-42 4-1 0,33 8-14 0,-5 2-20 16,2 4-14-16,-3 4-4 0,3 3-5 0,-1 4-22 0,2 4-10 16,1 2 0-16,-3 3-5 0,3 3-2 0,-2 9-7 15,1 5 4-15,0 4-4 16,-2 3 6-16,2 1-7 0,2-2 2 0,2-7-2 16,2-2 4-16,3-6-4 0,3-1-1 0,2-3-3 0,2-5-8 15,3-7-84-15,2-6-4 0,0-5-34 0,4-4-62 16,1-7-14-16,1-4-11 0,4-6-2 0,0-5-23 0,4-7-188 15</inkml:trace>
  <inkml:trace contextRef="#ctx0" brushRef="#br0" timeOffset="199845.03">19721 10672 2021 0,'-17'9'88'0,"2"1"88"15,3-3-123-15,12-7 27 0,0 0 12 0,-1 1 6 16,0 0 41-16,1 0-62 0,0 0 7 0,0 0-27 16,1 0 7-16,0 0-8 0,56 15-3 0,-31-21-5 0,3 0-27 15,3 1-12-15,-1-3 0 0,-2 3-4 0,-1-1 0 0,-2-2 0 16,-2 1 0-16,-3 2 1 0,1-1-1 0,-4 0-3 16,-2 3-2-16,-1-3-1 0,-15 5-7 0,1 0-135 15,0 0 13-15,35 3-65 0,-36-3-79 16,0 0-78-16,0 0-65 0</inkml:trace>
  <inkml:trace contextRef="#ctx0" brushRef="#br0" timeOffset="200010.76">19978 10730 1446 0,'-11'7'232'0,"2"-4"23"0,9-3 77 0,-1 0-209 0,0 1 17 16,0 0-3-16,-32 42 10 0,33-43-11 0,0 1-9 15,-13 45-53-15,8-27 3 0,1 6-21 0,-3 0-6 16,0 3-4-16,-2 2-6 0,-1 1 0 15,0 1-23-15,1-1-16 0,-1-1 5 0,1-3-15 0,1-4-71 16,3-6-245-16,5-17-22 0,0 2-127 0,0-2-575 0</inkml:trace>
  <inkml:trace contextRef="#ctx0" brushRef="#br0" timeOffset="200389.63">20429 10438 1415 0,'0'0'221'16,"0"0"125"-16,-1 0 116 0,0 0-321 0,0 0-4 16,0 1-20-16,0 0 9 0,-32 44-14 0,29-26-8 0,0 5-38 15,0 3 5-15,-1 4-18 0,1 4-6 16,-2-1-5-16,1 5-2 0,0 8-1 0,-2 4-11 16,-1 6-5-16,-1 2-4 0,-3 1 2 0,0 3-4 0,1-4-7 15,-3 3 3-15,0-7-5 0,0 0-8 16,1-2 4-16,1-6-5 0,0-2 4 0,1-8-3 0,2-7-23 15,2-5-16-15,1-4-9 0,6-21-101 0,0 1-54 16,0 0-17-16,0 0-13 0,0 0-46 0,0-1-41 16,9-10-29-16</inkml:trace>
  <inkml:trace contextRef="#ctx0" brushRef="#br0" timeOffset="200663.47">20316 10566 1375 0,'0'-1'365'15,"0"0"-188"-15,0 0-5 0,7-35-54 0,-7 36 8 16,0 0-28-16,0 0-1 0,0 0-14 16,0 0-41-16,0 0-7 0,1 0 2 0,0 0-2 0,37-4 15 15,-38 4-3-15,1 0-5 0,45 1 4 0,-45-1 3 16,36-1 14-16,-36 1 3 0,35 2 2 0,-35-2-7 0,0 0-3 16,47 14-3-16,-48-14 2 0,1 1-5 0,0 0-11 15,35 48-2-15,-36-49-2 0,5 35-4 0,-6-13-17 16,-3 0 4-16,-3 0-9 15,-5 1 2-15,0 1-3 0,-3 2-2 0,-2 2 0 0,0 0-4 0,-3-3-21 16,1-2-18-16,-1-1-11 0,2-4-131 0,0-1-101 16,1-2-23-16,2-4-45 0,4-1-283 0</inkml:trace>
  <inkml:trace contextRef="#ctx0" brushRef="#br0" timeOffset="201031.85">20892 10432 2518 0,'0'0'49'16,"0"0"69"-16,0 0-18 0,0 0 45 0,0 0 27 0,0 1-36 16,0 0-1-16,-11 36-18 0,11-37-48 0,0 1-2 15,-6 39-3-15,4-20 2 0,0 4-9 0,-1 3-7 16,1 5-1-16,-1 0-3 0,0 3-5 0,-1 7-10 16,-1 3-1-16,-2 7-5 0,0 6-17 15,-3 6-6-15,1 2-2 0,1 0 0 0,-2-1 0 0,1 3 0 16,0 3 0-16,3 3 0 0,-1 2 0 0,3-4 0 15,0-4 0-15,1-13 0 0,2-3 0 0,1-8 0 16,0-4 0-16,2-2 0 0,0-9 0 0,3-6-123 16,1-7-6-16,-6-16-56 15,1 1-149-15,0 0-174 0,41 10-109 0</inkml:trace>
  <inkml:trace contextRef="#ctx0" brushRef="#br0" timeOffset="201856.64">21460 10963 1833 0,'0'0'86'0,"0"0"27"0,0 0-7 0,0 0 22 16,0 0 37-16,0-1-29 0,0 0 1 0,-15-37-15 0,15 38-33 16,0 0 2-16,0-1-4 0,0 0 4 15,0 0-11-15,-17-37-9 0,17 38-2 0,0 0-4 0,-1-1-16 0,0 0-9 16,0 0 0-16,-40-24-3 0,41 25-1 0,-1 0-6 15,0 0-4-15,0 0-1 0,-36-1-14 0,37 1-7 16,-1 1 0-16,0 0-3 0,-41 43-2 0,30-25-4 16,-1 6 5-16,0 1-3 0,2 5 0 15,-1-2-3-15,3 2 0 0,0 0 2 16,2-1 4-16,2-6-2 0,0-3 0 0,5-5-1 16,0-1-1-16,3 1-3 0,2-4-4 0,-5-12 1 0,0 0-15 15,1 1-11-15,37 15 4 0,-38-16-4 0,31-13 23 0,-12-1-4 16,1-1 2-16,2-6-3 0,1 1 4 0,-2-6 5 15,1-1 2-15,-1-3 1 0,1-3 4 0,-1 0 0 16,-4-3 0-16,1 2 0 0,-2 0 5 0,2-3-2 16,-1 1 3-16,-2-2-4 0,0 0 0 0,-5 5 3 15,0 0 3-15,-2 0-2 0,-3 1 2 0,-1 1-1 16,-1 2 1-16,-3 3-1 16,1 4 1-16,-1 2 1 0,-1 1 0 0,-1 2 1 0,1 2-2 15,1 15 10-15,0-1-6 0,0 0 10 16,-1 0 7-16,-19-37 13 0,20 38-4 0,0 0 6 0,-1 0-21 0,0 0-6 15,0 0-5-15,-35 14 0 0,36-14-13 0,-19 33 5 16,13-9-1-16,-4 7 3 0,3 3-2 0,0 3 1 16,-4 3-2-16,2 0 2 0,1 4 5 0,1 7 2 15,-2 1 0-15,0 6-1 0,1 0-6 0,-1-2-4 16,2-2 3-16,3-5-2 0,1-4-4 0,0-9 8 16,3-2-8-16,-1-3 7 15,1-3-8-15,0-1-32 0,1-6-19 0,2-4-10 16,-3-17-107-16,0 1-80 0,1 0-12 0,0 0-29 0,35 17-80 0,-36-18-218 15</inkml:trace>
  <inkml:trace contextRef="#ctx0" brushRef="#br0" timeOffset="202089.78">21829 10876 2104 0,'0'0'194'0,"0"0"-60"0,-1 0-13 0,0 0-2 0,0 0 18 16,0 0-15-16,-39 10-5 0,40-10-4 0,-1 1-22 15,-30 39 0-15,20-20-7 0,0 2 2 0,-1 2-30 0,2 1-22 16,0 1-4-16,0 1-7 0,1-2-22 0,2 0 1 16,0-3 0-16,1-7 2 0,6-15 2 0,0 1-13 15,0 0-2-15,-9 35-12 0,9-36-67 0,0 0-64 16,0 0-17-16,0 0-13 0,0 0-15 16,0 0 7-16,1-1 5 0,25-33-3 0,-17 18-12 0,0-6-67 15,0-1 3-15,-1-1-34 0,1-2-83 0</inkml:trace>
  <inkml:trace contextRef="#ctx0" brushRef="#br0" timeOffset="202213.05">21779 10828 378 0,'7'-28'53'0,"0"5"385"0,-1 3 28 0,-6 20-105 0,0-2-76 0,0 1-66 16,0 0-8-16,0 0-27 0,1 0-79 15,0 0-37-15,0 1-5 0,0 0-12 0,0 0-17 0,0 0-22 16,0 1 5-16,0 0-12 0,0 0-2 0,32 40-13 16,-33-41-12-16,0 0-7 0,0 0-101 0,1 1-119 15,0-1-17-15,0 1-50 16,38 16-217-16</inkml:trace>
  <inkml:trace contextRef="#ctx0" brushRef="#br0" timeOffset="202979.5">22162 10799 1760 0,'0'0'127'0,"0"0"46"0,0 0-22 0,0 0 38 0,0 0 14 0,0 0-20 15,0 0-4-15,-1 0-10 16,0 0-48-16,0 0-18 0,-39 7-4 0,40-7-6 0,-1 0-35 0,-36 25-5 15,37-25-5-15,-31 20 1 0,19-9-17 0,-3-1-9 16,1 1-6-16,3 0 3 16,-3-2-7-16,3-2-14 0,11-7 4 0,-1 0-6 15,0 1 12-15,-37 24-9 0,38-25 5 0,-1 0-6 0,0 0-3 0,0 1 1 16,-40 22-2-16,41-23 2 0,0 0-1 0,-1 0 0 16,0 1-8-16,0 0 3 15,0 0-7-15,0-1-20 0,0 1 5 0,-17 39-13 16,18-40-10-16,0 0-10 0,1 0 2 0,0 0-2 15,36 17 17-15,-37-17 24 0,1 0 5 0,42 4 7 0,-43-4 15 0,1 0-2 16,40 7-3-16,-41-7 1 0,1 0 7 0,34 11 5 16,-35-11 7-16,1 0-4 15,0 0 10-15,0 1 7 0,34 24-3 0,-35-25 4 16,0 1 1-16,0 0-4 0,-3 40-1 0,3-41-2 16,-1 1-9-16,-24 39-9 0,12-23 7 0,0-1-8 15,-2-3 3-15,2 2-2 0,-1-3-8 0,1-3 5 0,2 1-11 0,0-3-57 16,11-7-7-16,-1 0-24 0,0 0-77 0,0 0-34 15,-35-9-9-15,36 9-10 0,0-1-39 0,-1-43 14 16,1 43 0-16,14-34 12 16,-3 16 65-16,0 1 109 0,2-3-1 0,1 4 38 0,3 5 22 0,-3 0 33 15,-3 0 16-15,2 4 10 16,-3 1 78-16,-10 7 10 0,1 0 3 0,0 0 0 0,35-4-12 16,-36 4-32-16,1 0-3 0,0 0-12 0,0 0-25 15,42 13-16-15,-43-13-1 0,1 0-4 0,-1 0-5 0,49-4-2 16,-49 4 3-16,1 0-3 0,48-19 0 0,-32 11-16 15,3-3 5-15,-1-2-9 0,-2 0 0 0,0 0-4 16,-1 0-1-16,-1 0 1 0,-3 2 10 0,-1-1 14 16,-1 4 1-16,-10 8 4 0,0-1 3 0,1 0-2 15,0 0 2-15,0 0-2 0,25-39 10 0,-26 40-3 16,0 0-1-16,0-1-2 16,0 0-13-16,0 1-10 0,-1-2 0 0,-37-32-3 0,38 34 8 15,-1 0-11-15,-39-2 9 0,40 2-11 0,-1 0-4 16,-48 17 2-16,31-8-7 0,-1 3 7 15,2 0-6-15,0 4-8 0,1 2 3 0,3 2-5 0,-1 1 1 16,1 1 4-16,-1 4-3 0,4-2 3 0,3 3 3 16,2-1-5-16,1-3 1 0,4-1-4 0,1-3 0 0,3-3-10 15,3-3 1-15,-7-13-4 16,0 1-3-16,1 0-4 0,0 0 0 0,44 34-3 16,-45-35-17-16,1 0-18 0,42 3-25 0,-42-3 0 15,1 0-119-15,47-15-52 0,-30 8 4 0,-2-2-17 0,1 0 9 0,2-1-93 16,0-2-21-16</inkml:trace>
  <inkml:trace contextRef="#ctx0" brushRef="#br0" timeOffset="203409.35">22645 10880 1495 0,'0'0'225'0,"0"0"-20"0,0-1-13 0,-1 0 1 0,0 0-24 15,0 0-18-15,-35-29 2 0,36 30-13 0,-1 0-30 0,0 0-20 16,-36-18-3-16,37 18-6 0,-1 0-10 0,0 0-12 15,-41-2-2-15,42 2-5 0,-1 0-15 0,0 1-10 16,-45 26-4-16,46-27-3 0,-22 32-14 0,13-13-4 16,-2 1 5-16,0 1-4 0,2 0 3 15,-1 1-3-15,3 1-3 0,-1-2 1 0,2-1-1 0,3 0-4 16,-2-4-1-16,5-4-2 16,0-12-4-16,0 1-22 0,0 0-1 0,0 0-10 15,2 0-12-15,-1 0 31 0,0 0-6 0,41 21 14 0,-42-22-7 16,1-1 8-16,38-28 6 0,-23 16-1 15,0-3 4-15,-1 0 4 0,1-4-3 0,1 2 4 0,-1-1 2 0,3 2-1 16,0 0 0-16,-4 0-1 0,-2 3 9 0,0 0-4 16,-3 3 2-16,-1 1-4 0,-9 10 2 0,0 0 0 15,0-1 3-15,0 0 0 16,1 0 14-16,0 0 3 0,-1 0 0 0,0 1 0 0,0 0-2 0,0 0 2 16,0 0-3-16,0 1 1 15,-22 39-12-15,12-24-1 0,0 1 2 0,0 2-2 0,1 1-4 0,1-2-9 16,2 3 4-16,1-2-5 0,3-5 5 0,2-14-12 15,0 1 1-15,0 0-5 16,4 35-10-16,-4-36-86 0,0 0-2 0,1 0-34 0,0 0-36 0,34 8-44 16,-35-8 1-16,1 0-25 0,46-25-70 0,-29 10-293 15</inkml:trace>
  <inkml:trace contextRef="#ctx0" brushRef="#br0" timeOffset="203765.07">22964 10791 1688 0,'0'0'272'0,"0"0"-61"15,0-1-13-15,-1 0-19 0,0 0-62 0,0 0-11 16,-36-14-7-16,37 15-2 0,-1 0-24 0,-38 10-7 16,38-10 5-16,0 0-4 0,-41 22 10 0,26-12-21 15,1 2 3-15,-1 2-11 0,-2-1-21 0,1 3-2 16,-1-1-10-16,3 0 5 0,1-1-18 0,2 0-2 16,3-3-1-16,9-11-3 15,0 1-4-15,0 0-15 0,-1 0 3 0,1 0-7 0,0 0 0 0,0 0-5 16,0 0 4-16,0 0-5 0,1 0 9 0,0 0 12 15,45 27-3-15,-46-28 7 0,1 0 2 0,42-7 4 16,-43 7-2-16,1 0 4 0,41 1-2 0,-42-1-2 16,1 0 4-16,35 7-2 0,-36-7 6 0,1 0-2 15,0 0 2-15,38 20-1 16,-39-20 11-16,0 0 2 0,0 1 3 0,1 0-2 0,14 41 3 16,-15-42-2-16,0 1-2 0,-24 34 0 15,11-20 0-15,-1 1-9 0,-3 1 3 0,-2-6-4 16,-1 2 2-16,-1 1-34 0,2-2-9 0,0 0-15 15,1-5-83-15,4-2-67 0,14-5-12 0,-1 0-20 0,0 0-67 0,0 0-151 16,0 0-177-16</inkml:trace>
  <inkml:trace contextRef="#ctx0" brushRef="#br0" timeOffset="204115.9">22898 11015 370 0,'13'0'544'0,"2"0"-259"0,-1 0-62 0,-14 0-33 0,1 0-64 15,0 0-43-15,36 12-4 0,-37-12-13 0,0 0-20 16,1 0-9-16,0 0 0 0,42 18-1 15,-43-18 15-15,1 0 10 0,0 0 0 0,45-5 4 0,-46 5 1 16,1 0 16-16,46-23 0 0,-47 23 3 0,32-22-14 0,-16 11-27 16,-2 0-1-16,-1 0-9 0,-1 0-7 0,-2-1 8 15,-1 1 1-15,-9 11 2 16,0-1-3-16,0 1 0 0,13-38 2 0,-13 38 1 0,0-2 2 0,0 1-4 16,0 0-4-16,-21-40 0 15,21 41-10-15,-1 0 9 0,-36-20-8 0,21 15 8 0,-3 2-14 16,-2 3 2-16,0 1 5 0,-1 5-3 0,1-1 5 0,2 3-16 15,0-1 0-15,3 3-7 0,0 2-1 0,0 1-2 16,4 3-2-16,2 1 0 0,2 2-1 0,1 2 3 16,1-2 2-16,2 2 0 0,-1-1-3 0,4 0-1 15,1 1-2-15,1-2 1 0,3-2-7 0,3-1 2 16,-7-16 2-16,0 1 1 16,1 0-4-16,0 0-2 0,44 38-6 0,-45-39 4 15,1 0-6-15,43 8 3 0,-44-8 1 0,1 0 1 0,47-5-1 16,-29-1-106-16,1-3 0 0,-3 0-47 0,3-3-92 0,2 0-57 15,-2-2-36-15,1 1-47 0,0-5-537 0</inkml:trace>
  <inkml:trace contextRef="#ctx0" brushRef="#br0" timeOffset="204394.23">23444 10472 2285 0,'0'0'93'0,"0"0"44"16,-1 0-46-16,0 0 43 0,0 0-1 0,0 0 14 0,0 0-20 16,0 0-37-16,0 1 3 0,0 0-14 0,-12 44 3 0,13-45-8 15,8 35-5-15,-3-13 0 0,-2 1-12 0,2 3-2 16,0-1 2-16,-1-1-4 0,0 4-12 16,2 2-2-16,1 2-4 0,-1 5 1 0,-2 1-23 0,-3-1-10 15,-1 2 0-15,-1 2-3 0,0-1 0 16,-2 4 0-16,0-1 0 0,-2-1 0 0,-1-2 0 15,1 1 0-15,-3 1 0 0,-4 5 0 0,-2-2 0 0,-4 0 0 16,-2-2 0-16,-1-3-5 16,1-2-56-16,-4-5-311 0,-1-6-39 0</inkml:trace>
  <inkml:trace contextRef="#ctx0" brushRef="#br0" timeOffset="205073.61">23703 10816 1646 0,'-14'8'63'16,"1"0"3"-16,-1 1 28 0,1-1 22 0,1 1 27 0,1 1 28 15,1 1-7-15,-1 1-5 0,1 0-52 0,-11-7-5 16,15 7-3-16,6-12-3 0,0 1-25 0,0 0-13 16,0 0-2-16,0 38-3 0,0-39 4 0,2 0-3 15,36 14 1-15,-15-11-4 0,5-1-17 0,3-3-5 16,3-2 0-16,1-1-2 0,1-3-10 0,-4 1-8 15,2-2-4-15,-3 1 1 0,-3-1-2 0,3 1-2 16,-4 0 4-16,3 1-3 0,-3 0-3 0,-1 1 4 16,0-1-4-16,-4 1 4 0,-1-1-7 0,-4 1 4 15,-2 0 0-15,-1 1 1 0,-1 1-3 0,-13 3-65 16,1 0-2-16,0 0-30 0,0 0-67 0,0 0-42 16,0 0-21-16,0-1-8 0,0 0-66 15,0 0-458-15</inkml:trace>
  <inkml:trace contextRef="#ctx0" brushRef="#br0" timeOffset="205297.15">23925 10551 1976 0,'0'0'420'0,"-1"0"-284"0,0 0-18 0,0 0-64 0,0 0 63 16,0 0-1-16,0 0-1 0,0 0-4 0,1 1-39 15,-8 35-10-15,14-14-1 0,-5 2-2 0,1 3 13 16,-2 3-10-16,1 6-1 0,2 3-4 0,-2 6-8 15,0 7-12-15,-1-1-1 0,-1 5-5 0,-2 0-19 16,1-3-7-16,0 0-1 0,-2-4-4 0,2 0-3 16,-2-1-1-16,1-2-1 0,0-2-10 0,2-4-109 15,-1-7-203-15,2-1-34 0,2-4-78 0,0 0-336 0</inkml:trace>
  <inkml:trace contextRef="#ctx0" brushRef="#br0" timeOffset="207264.66">24597 10394 1265 0,'0'0'218'16,"0"0"-85"-16,0 0 124 0,0 1-70 0,0 0-13 15,10 36 28-15,-10-37-67 0,0 1-2 0,0 47-14 16,-2-27-10-16,-13-4-8 0,12 11-6 0,1 2-2 16,-1 4-19-16,-4-1-3 0,2 2-2 0,-2 4-2 15,0 7-15-15,-2 5-4 0,-1 6-4 0,-1 2 0 16,-1 2-23-16,-4-2-7 0,0 0-2 0,2-2-2 16,0 2-4-16,0 0 3 0,2 0-3 0,0-4 2 15,2-6-9-15,0-8 0 0,3-4-1 0,1-8 1 16,0-2 4-16,0-9-44 0,6-18-9 0,0 1-21 15,0 0-97-15,0 0-75 0,0 0-2 0,0 0-27 0,0-1-46 16,2-14-68-16,4-12 846 0</inkml:trace>
  <inkml:trace contextRef="#ctx0" brushRef="#br0" timeOffset="207543.35">24433 10523 1705 0,'0'0'131'0,"0"0"360"15,0 0-456-15,0 0 47 0,0 0-2 0,0 0 19 16,0 0 12-16,0 0-31 0,0 1 3 0,0 0-14 16,11 37-1-16,-11-38-10 0,2 0 0 0,33 13-5 15,-16-8-11-15,4-3-14 0,5 0 1 0,3-2-5 16,0-2-4-16,3 2 1 0,1-3-5 0,-3 3 3 16,0 0-8-16,-5-1 4 0,-1 2 3 0,-4 2 0 15,-2 3 6-15,-5-1 18 0,-15-5-2 0,1 1 9 16,0 0 3-16,20 41-9 0,-21-42-4 0,-9 33-2 0,-2-15-15 15,-4 1-5-15,-4 3-1 0,-6 0-1 16,-1 5-2-16,-3 1-5 0,-4 0 0 16,-3-1-4-16,0 0-22 0,-2-4-34 0,0 2-9 0,0-4-11 15,-2-2-55-15,3-1-59 0,2-1-17 0,7-3-19 16,0 0-113-16,5-4-233 0</inkml:trace>
  <inkml:trace contextRef="#ctx0" brushRef="#br0" timeOffset="207976.12">25150 10438 1705 0,'0'0'103'0,"0"0"202"0,0 0-188 15,0 0 75-15,0 0-10 0,0 0 23 0,-1 0-69 16,0 0-43-16,0 0-1 0,0 0-17 15,-41 19-20-15,30-3-10 0,-1 2-4 0,-2 3-2 16,-1 5-11-16,0 4-2 0,-3 1 1 16,0 4-2-16,3 2-3 0,0 5-14 0,2 6 2 0,0 5-5 15,-1 3 7-15,4 3 1 0,3 1 0 0,2-2-1 16,4-3-12-16,1-4 0 0,1-2-2 0,5-1 0 16,1-3-10-16,7-5-12 0,-1-6-3 0,3-7-3 15,4-6-13-15,3-5-12 0,1-4-35 0,1-7 4 0,1-4-159 16,3-4-83-16,-3-8-36 0</inkml:trace>
  <inkml:trace contextRef="#ctx0" brushRef="#br0" timeOffset="208566.75">25288 10769 1448 0,'0'0'234'0,"0"0"-53"0,-1 1 89 0,0 0-185 16,0 0 111-16,-26 36-7 0,27-37-3 16,0 1-9-16,0 0-49 0,-13 43-36 0,13-44-3 15,0 1-14-15,-6 46-25 0,1-28-16 0,-1 3 4 0,-2 0-9 16,0 2-8-16,-1 1-2 0,0 2-7 0,-1 2 3 16,-1-2-3-16,-1-3-6 0,1-5 2 0,2-3-3 15,-1-2 4-15,10-14-7 0,0 1 0 0,-1 0-2 16,0 0-7-16,0 0-10 0,0 0-2 0,0 0-6 0,1-1-27 15,0 0-15-15,1-19 10 0,9 1-7 16,0-2 31-16,2-3 20 0,0 0-4 0,1-5 11 16,-1 0 0-16,0-2 3 0,2 1 3 0,0-2 0 15,1 1 2-15,0-2-3 0,1 2-4 0,-2 3 1 16,0 2 9-16,-1 6 1 0,1 3 5 0,-3 3-2 16,1 1 20-16,-12 12 7 0,0 0-6 0,2-1 5 0,-2 0-8 15,35-19 7-15,-35 20 5 0,0 0-2 0,1 0-5 16,1 0 0-16,-1 0-7 0,35 31 7 0,-30-15-4 15,-3 5-1-15,0 3 2 0,-3 0-2 0,0 5-3 0,-2 3-14 16,0 1 5-16,-1 2-9 16,-2 0-4-16,0-1 4 0,1 0-7 0,0-4 5 15,-2-2-4-15,1-5-15 0,2-2-26 0,3-6-6 16,1 0-147-16,-1-15-89 0,0 1-15 0,1 0-31 16,0 0-94-16</inkml:trace>
  <inkml:trace contextRef="#ctx0" brushRef="#br0" timeOffset="208877.04">25676 10903 1759 0,'0'0'120'0,"-1"0"305"0,0 0-389 0,0 0 116 16,-39 18-27 0,40-18 54-16,-1 1-45 0,-23 40-27 0,24-41 1 15,-18 34-12-15,10-14-17 0,0 1-26 0,2 2 0 0,3-4-13 16,0 0-25-16,3-4-12 0,1-1-4 0,-1-14-2 15,0 1-18-15,1 0 7 0,0 0-5 0,40 21 7 16,-41-22-2-16,1 0 4 0,48-14 1 0,-28 1 2 16,2-4 3-16,-1-1 11 0,1-1 0 0,-1-4 6 15,1 1 5-15,-1 2 9 0,-4-2-1 0,-2 2 4 16,-4 1-7-16,-6 2 5 0,0 0-3 0,-3 4 6 16,-2-1 8-16,-5 2 2 0,-2 0-2 0,-2 4-2 0,-5 2-15 15,-1 2-12-15,0 3-2 0,-6 1-5 16,-2 5-18-16,0 0-18 0,-3 4-13 0,2-3-7 0,-2 0-100 15,2-1-125-15,2 0-29 0,0 1-61 0,4-1-375 16</inkml:trace>
  <inkml:trace contextRef="#ctx0" brushRef="#br0" timeOffset="209749">26552 10916 1586 0,'0'0'82'0,"0"-1"109"0,0 0-25 16,0 0 54-16,13-39-32 0,-13 40-41 0,0-1 0 0,0 0-15 15,0-43-22-15,0 44-6 0,0-1-8 0,-13-38 3 16,13 39-15-16,-1-1-13 0,-25-38 0 0,26 39-7 16,-1-1-9-16,-34-27-12 0,35 28-1 0,-1-1-3 0,-45-20-9 15,29 16-6-15,-2 1 1 0,1 1-3 16,0 2-6-16,0 1-13 0,0 2 1 0,0 5-5 0,2 0-2 0,-1 5 6 15,0 1-3 1,1 6 3-16,-2 3-7 0,2 4-1 0,1 6 2 16,0 1-1-16,1 5 2 0,2-1 2 0,4 1 0 0,1 0 2 15,3-2-5-15,2-3 0 0,2-4-3 0,2-5 2 16,4-8-6-16,2-2-16 0,2-3 1 0,2-4-6 16,3 1-1-16,1-4 13 0,-1-3-1 0,4-1 4 15,-1-6-6-15,1-5-2 0,1-1-2 16,2-4 1-16,-3-2 16 0,8-6-6 0,-2-3 5 15,3-1-4-15,3-2 11 0,-4-1 2 0,-1 0 1 0,-1-2 0 16,-2-1 4-16,-3-4-4 0,-1 1 4 0,-3-2-4 16,-3 1-1-16,0 3 3 0,-2-2-2 0,-1 2 1 15,-1 1-6-15,-3-1 7 0,0 2 0 0,-1 2 3 16,-2 1-5-16,0 2 6 0,-1 1-1 0,-1 3 4 16,-1 2 7-16,-1 2 10 0,0 4 2 0,-1 2 2 15,2 14-3-15,0-1 8 0,0 0-3 0,0 0 5 0,-14-34-5 16,14 35-7-16,0 0-6 15,0 0 0-15,-1 0-19 0,0 1 4 0,-34 33-4 0,26-12 3 0,-1 1-1 16,2 5-3-16,-1 3 6 16,-1 3-5-16,0 2 7 0,0 5-4 0,-1-1 3 0,3 3-3 15,0-1 1-15,0 0 0 0,1 2 0 0,2 4 1 16,-1 0 1-16,2 2-3 0,0-3-1 0,1-3 1 16,1-2 4-16,2-8-8 0,0-4 1 0,1-5-4 15,2-6 4-15,1-5-5 0,-4-14-14 0,0 1 0 0,0 0-60 16,1 0-68-16,0 0 2 15,0 0-31-15,40 19-53 0,-41-20-60 0,0 0-2 16,1 0-32-16,38-26-136 0</inkml:trace>
  <inkml:trace contextRef="#ctx0" brushRef="#br0" timeOffset="209965.73">26819 10817 1916 0,'0'0'74'16,"0"0"44"-16,0 0-11 0,0 0 35 15,0 1 50-15,-10 39-40 0,1-23-2 0,2 3-14 0,-2 3-17 0,0 3-27 16,1 0-1-16,-1 3-11 16,2-1-22-16,1 4-23 0,1-4-1 0,1-2-9 15,0-1-14-15,0-6-8 0,2-4-2 0,2-15-1 16,0 1-9-16,0 0-27 0,-2 37-15 0,2-38-12 16,0 0-107-16,0 0-30 0,0 0-8 0,0 0-5 15,0 0-36-15,1-1-113 0,37-39 843 0</inkml:trace>
  <inkml:trace contextRef="#ctx0" brushRef="#br0" timeOffset="210116.3">26927 10606 2354 0,'0'0'140'0,"0"0"-79"0,-1 0 2 0,0 0-11 0,0 1 85 16,0 0-51-16,0 0-6 0,0 0-18 15,-35 35-45-15,36-36-14 0,0 0-4 0,0 1-4 0,0 0-19 0,0 0-118 16,0 0 11-16,2 34-55 0,-2-35-51 0,0 0-127 15,1 0-143-15</inkml:trace>
  <inkml:trace contextRef="#ctx0" brushRef="#br0" timeOffset="211184.1">27153 10799 697 0,'0'0'99'0,"0"0"280"0,0 0 116 16,0 0-327-16,0-1 18 0,0 0 7 0,0 0 0 15,0 0-6-15,0 1-54 0,0-1-6 0,0 0-6 0,0 0 0 16,0 0-21-16,-1 0-29 0,0 0 5 0,0 0-13 15,0 0-5-15,0 0-12 0,-34-18-3 16,35 19-2-16,0 0-11 0,-1 0-3 0,0 1-2 16,-35 25-1-16,36-26-7 0,-2 0-3 0,2 1-1 15,-41 27-2-15,41-28-11 0,-1 1 3 0,0 0-2 16,-46 38 3-16,47-39-2 0,-28 25-2 0,13-13 0 16,-1 1-1-16,-2 1 6 0,3 2-4 0,0-2-1 15,2 0-1-15,3-1 1 0,2 0-4 0,2 0 0 0,2-2-4 16,4-11-2-16,0 1-11 0,0 0 2 15,0 0-5-15,0 0-7 0,6 35 16 0,-6-36-3 16,1 0 9-16,0 0 3 0,35 15-2 0,-36-15 2 16,1 0-2-16,38 7-2 0,-39-7 0 0,1 0-1 0,49 8 2 15,-49-8 9-15,0 0 0 0,50 7 0 16,-50-7-2-16,0 0-2 0,49 6 6 0,-50-6 1 0,1 0 3 16,40 12-6-16,-41-12 0 0,1 0 0 0,-1 0 0 15,1 1 7-15,36 24 17 0,-37-25-1 16,0 0 6-16,0 1-8 0,0 0 2 0,0 0-2 15,-17 36 1-15,17-37-2 0,-26 21-9 0,8-12 4 16,-2 4-6-16,-1 2-1 0,-4-4-6 0,1 4 0 0,1-4-3 0,-2-2-15 16,4-2-27-16,1 0-3 0,1-6-9 15,4 2-31-15,1-2-68 0,14-1 0 0,-1 0-31 16,0 0-64-16,0 0-58 0,0 0-59 0</inkml:trace>
  <inkml:trace contextRef="#ctx0" brushRef="#br0" timeOffset="211632.61">27194 11059 1547 0,'0'0'188'0,"0"0"-15"0,0 0-28 15,0 0 20-15,0 0-17 0,-2 0-37 0,1 0-4 0,0 0-12 16,0 0-35-16,0 1-20 0,0 0 4 0,1 0-9 15,0 0-8-15,0 0-12 0,0 0-5 16,1 0 0-16,39 16-5 0,-40-17 6 0,35-8 0 0,-18 0 3 16,0-3 1-16,3 1 9 0,-2-4-6 0,2 2 7 15,3-1-7-15,-4 1 7 0,-2 0-2 0,-2 1 3 16,-4 1-11-16,-2-2 16 0,-2 1-2 0,-7 11 8 16,0-1 7-16,0 0 0 0,-1-36-2 0,1 37 0 15,-1-1-12-15,-1 0-3 0,-43-29 1 16,30 25-3-16,-5-1-15 0,2 4 15 0,1 0-7 0,-2 1 10 15,3 2-14-15,-1 4-2 0,-1 1-2 16,0 3-1-16,-1 2-9 0,2 2 0 0,2 0-2 0,0 2 1 16,3 3-8-16,0 1 4 0,2 1-2 0,2 3 2 15,0 1-1-15,4 2 1 0,2-1 4 0,2 0-2 0,3 0 2 16,2-3-5-16,3-4-7 0,2 1 2 16,1-6-11-16,0 3 9 0,4 0-6 0,1-5 5 0,0 2-9 15,1-6 0-15,1-2 4 0,1-1-4 0,-3-3-1 16,4-1-8-16,2 0-33 15,0-4 4-15,4-3-137 0,-1-3-73 0,0-1-1 0,3 0-33 16,-2 0-97-16</inkml:trace>
  <inkml:trace contextRef="#ctx0" brushRef="#br0" timeOffset="212194.34">27805 10914 1971 0,'0'0'99'0,"0"-1"172"0,-1 0-174 0,0 0 65 15,-15-41 1 1,16 42 14-16,0-1-48 0,0 0-32 0,0 0-5 16,-14-36-8-16,14 37-14 0,0 0-12 0,-1 0 0 15,1 0-5-15,-39-17-11 0,39 17-13 0,-2 0-5 0,2 0-2 16,-46 19-20-16,31-8 0 0,-2 0 3 0,0 6-3 16,0 2-2-16,-2 2 1 0,1 4-3 15,1 1 3-15,1 0-5 0,2 3 6 0,0-2-4 16,5 2 3-16,-1-3-4 0,3-1-5 0,2-5 2 15,3-1-3-15,2-4-6 0,0-15-14 0,0 1-1 0,1 0-6 16,0 0-2-16,36 31-9 0,-37-32 1 16,1 0-5-16,43-12-10 0,-25 2 18 0,1-2 2 0,3-2 8 0,0-4 22 15,-1-2 5-15,-2-3-1 16,1-2 5-16,0 2 5 0,-2 1-3 0,2 3 1 0,-8 3-1 0,-3 0 10 16,0 4 4-16,-5 4 2 15,-5 8 1-15,0 0 11 0,0-1 20 0,0 0-7 0,0 0 8 16,0 0-25-16,0 0 1 0,0 1-3 0,0 0 2 15,-1 0-7-15,0 0-12 0,0 0 1 0,0 1-4 0,-35 37 9 16,36-37-14-16,-11 33 4 16,5-13-7-16,0 1 7 0,-2-4-3 0,4 1-3 15,1-5-1-15,1-2-6 0,2-12-97 0,0 1 6 16,0 0-49-16,0 0-79 0,1 0-28 0,0 0-2 0,35 26-8 16,-36-27-46-16</inkml:trace>
  <inkml:trace contextRef="#ctx0" brushRef="#br0" timeOffset="212565.66">28208 10791 1726 0,'0'0'156'0,"0"-1"390"0,0 0-431 0,-1 0 32 15,-22-36-15-15,23 37 16 16,-1 0-45-16,0 0-24 0,0 0 4 0,-45 0-11 0,46 0-5 16,-1 0-6-16,-40 20-5 15,23-8-3-15,0-1-34 0,-2 2-8 0,-1 1-6 16,-1 2 2-16,1-1 1 0,0 2 0 0,0-1 0 15,2-1-2-15,5-1-7 0,3-1-8 0,11-13 3 16,0 1-5-16,0 0 0 0,0 0-11 0,-9 37 6 16,9-38-7-16,0 0 0 0,1 0-5 0,40 14 0 15,-40-14-1-15,0 0 10 0,48 5 5 0,-48-5 3 16,36 2 1-16,-35-2 3 0,33 2 4 0,-15 0-2 0,-1-1 4 16,1 2 0-16,-1-1 1 0,-3 2 0 0,2-1 0 15,-3 0 5-15,-1 3 1 0,-2-1 2 16,-12-5 1-16,0 0 18 0,1 1 8 0,0 0-3 15,18 38 4-15,-19-39-5 0,0 1-4 0,-13 34 4 16,13-35-5-16,-1 1-3 0,-37 33-3 0,20-22-5 0,-3 1 2 16,1-1-13-16,1 1 1 0,-2 0-3 0,1 0 3 0,0-2-5 15,3 1-40-15,-1-5-9 0,1 0-17 0,3-2-75 16,14-5-73-16,-1 0-4 0,1 0-32 16,-1 0-88-16,0 0-243 0</inkml:trace>
  <inkml:trace contextRef="#ctx0" brushRef="#br0" timeOffset="212932.92">28206 11026 1528 0,'0'0'167'0,"0"0"-23"0,1 1-12 15,0 0 0-15,40 24-26 0,-41-25-23 0,1 0 0 16,0 0-7-16,41 6 1 0,-42-6-8 0,1 0-3 16,40-11-2-16,-40 11-12 0,32-19 2 0,-13 10 3 0,-3-2-3 15,-1-2-9-15,0 2 2 0,0-1-3 0,-1 2 4 16,-2 0-1-16,-2-1-8 0,-1 0-3 15,-3 1-2-15,-7 10 0 0,0-1 6 0,0 0 0 0,9-34 2 16,-9 35-5-16,0-1-9 0,0 0 2 16,-24-35-5-16,24 36-1 0,-1-1-3 0,-40-23-5 0,21 17 0 15,-2 2-13-15,-2 4 5 0,-2 2 4 16,0 2 0-16,3 3-2 0,3 2-2 0,0 1-9 0,6 5 3 16,1 0-7-16,3 4-6 0,5 1 4 0,-3 0-3 15,3 4 18-15,2-2-8 0,0 2 8 0,2 1-9 16,2-3 0-16,2 2 1 0,3-1-5 15,2-2 3-15,-1-4-5 0,2 0-5 0,-1-5 0 16,4 2-3-16,1-2 2 0,1-2-3 0,0 0 2 16,6-1-4-16,0-4-11 0,4 2 6 0,-2-4-2 15,0-1 5-15,0-1 2 0,0-3-88 0,-2-1-3 16,2-1-42-16,0 1-112 0,-3-1-118 0,1 1-38 16</inkml:trace>
  <inkml:trace contextRef="#ctx0" brushRef="#br0" timeOffset="213249.48">28838 10540 1765 0,'0'0'290'0,"0"0"-171"0,0-1 51 0,-1 0-106 0,0 0 98 16,0 0-18-16,0 0 3 0,0 0-19 0,0 0-60 15,1 0-11-15,0 1 0 16,0-2-4-16,0 1-7 0,0 1-4 0,0 0 0 0,0 0 0 0,1 1 1 16,28 47 4-16,-23-28 0 15,1 4 1-15,1 2 2 0,-1 2 6 0,2 1-3 16,-3 4 3-16,0 1-13 0,0 5-9 0,-3 2 3 16,-1 1-6-16,-1 0 1 0,-3-1-5 0,-2 2-7 15,-3 0 3-15,-3-4-9 0,-2-2-8 0,-3 0 2 16,-1-6-6-16,0 3-2 0,-3-5-25 0,0-4-14 0,2-6-18 15,1-5-170-15,16-14-226 0,-1 0-61 16</inkml:trace>
  <inkml:trace contextRef="#ctx0" brushRef="#br0" timeOffset="214332.43">29492 10288 455 0,'0'0'310'0,"0"0"152"16,0 0 32-16,0 0-275 0,0 0-61 16,0 0 11-16,0 0-1 0,0 0-12 0,0 0-51 15,-1 0-21-15,0 0-5 0,0 0-6 0,0 0-21 16,-27 34 4-16,26-11 1 0,-2 5 1 0,0 6 5 16,0 5-6-16,0 1-1 0,2 7 0 0,0 1-2 0,-1-3-11 15,0 5-3-15,1 1-3 0,-1 3-17 0,-1 7-9 16,0 2 2-16,-1-2-5 0,0 1-2 15,-2-3-1-15,-2-5-2 0,0 3 1 0,-2 0-2 16,-2 0-3-16,-1 3 4 0,-1-9-4 0,1-3 9 16,3-8-6-16,1-6-2 0,4-6-1 0,1-7-12 15,-1-2-53-15,3-4-2 0,3-15-22 0,0 0-42 0,0 1-33 16,0 0-11-16,0-1-8 0,0 0-19 16,0 0-27-16,0 0-27 0,7-35-18 0,-2 12-244 15</inkml:trace>
  <inkml:trace contextRef="#ctx0" brushRef="#br0" timeOffset="214643.41">29422 10230 2376 0,'0'0'102'15,"0"0"-66"-15,0 0 16 0,0 0-21 0,0-1 81 16,0 0-22-16,0 0-8 0,0 0-8 0,0 0-50 15,0 0-2-15,0 0-1 0,1 0 1 0,1 1-5 16,38-10-1-16,-40 10-2 0,1 0 2 0,50 8-6 16,-30-1-4-16,0-2 4 0,0 3-3 0,0 1 4 0,0 2 3 15,-1 2-1-15,0 2 5 0,2 0 27 16,-6 2 5-16,0 1 2 0,-3 1-1 16,-1 3 0-16,-5-2-6 0,-4 1-3 0,-3 2-2 15,-5 0-14-15,-3 3-2 0,0 1-4 0,-4 1 0 0,-3-1-15 16,-2 3 6-16,-3-4-1 0,0-3 2 0,-1 1-3 0,-1-6-7 15,0 2 2-15,-1 3-4 0,1-4-14 0,-1 3-60 16,2-3-7-16,3-5-24 0,0-1-77 16,4-2-45-16,4-3-13 0,10-8-10 0,0 0-61 0</inkml:trace>
  <inkml:trace contextRef="#ctx0" brushRef="#br0" timeOffset="-214513.71">30220 10319 1033 0,'-7'-10'153'16,"2"-1"214"-16,1 0 153 0,4 11-411 0,0-1 58 16,0 1 21-16,-1-1-5 0,-25-36-2 0,26 37-79 15,-1 0-7-15,0 0-9 0,0 0 2 0,-40-4-32 16,41 4-5-16,-1 0-4 0,0 1-1 0,-40 35-13 0,27-19-11 15,0 3 3-15,-4 5-6 16,0 2 1-16,-1 3-2 0,1 4 0 0,-2 2-1 0,1 6-2 16,0 2-2-16,1-2 1 0,-1 4-1 15,2 1 0-15,1 3-8 0,0 7 0 0,3 1-3 16,2 0-2-16,2-4 0 0,4-2-3 0,2-9 2 0,1-4-6 0,4-9-9 16,1-2 5-16,4-5-7 0,0-5-3 0,5 2-11 15,-1-7-9-15,2-2-9 0,2-3-123 0,-2-5-54 16,3-1-53-16,2-6-2 0,2-3-227 0</inkml:trace>
  <inkml:trace contextRef="#ctx0" brushRef="#br0" timeOffset="-212596.64">30169 10549 1820 0,'-12'-8'91'0,"-1"-1"22"0,1-1 28 0,0 2-10 15,1 1 14-15,11 7-20 0,-1 0 6 0,0-1-16 16,0 0-7-16,-40-29-11 0,41 30-7 0,0 0-3 16,0 0-46-16,0 0-15 0,1 0 6 0,0 0-8 15,41 1 9-15,-42-1-5 0,37 6-6 0,-16-1 2 16,4-1-11-16,3 0 1 0,2-1 3 0,2 0-3 16,4 0-2-16,-4 0-8 0,2-2 0 0,-2 1-3 15,-3-1-1-15,-2-1 5 16,-2 1-5-16,-3-2 5 0,-2-1-5 0,-5 0 0 15,-15 2 0-15,1 0-2 0,0 0-4 0,0 0-78 0,36-9-3 16,-37 9-36-16,0 0-82 0,0 0-30 0,0 0-5 16,0 0-14-16,-1 0-63 0</inkml:trace>
  <inkml:trace contextRef="#ctx0" brushRef="#br0" timeOffset="-212394.85">30334 10530 1692 0,'0'0'138'0,"0"0"-6"0,0 0-11 15,-1 0 15-15,0 2 29 0,0-2-32 0,0 1 2 0,-24 44-13 16,25-45-10-16,0 1-25 0,-9 41-2 0,9-41-7 0,-10 33-11 16,3-13-12-16,0-1 6 0,0 6-10 0,-1-1-8 15,-1 3-14 1,-1 3-3-16,-1-3-2 0,2-1-17 0,1 0 2 0,1-3-8 16,1-3 4-16,2-2-13 0,1-5-35 0,3-14-15 15,0 1-17-15,0 0-126 0,0 0-76 0,0 0-2 0,0 0-28 16,0 0-45-16</inkml:trace>
  <inkml:trace contextRef="#ctx0" brushRef="#br0" timeOffset="-211977.16">30695 10335 1538 0,'0'0'316'0,"0"0"-146"0,0 0-5 15,0 0-26-15,0 0 76 0,0 0-67 0,0 0 1 0,0 0-24 0,0 0-14 16,0 0-26 0,0 0-2-16,0 1-10 0,-17 44-14 0,17-44 0 15,-5 36-1-15,1-12-1 0,1 1-11 0,-1 5-11 16,-1 3 2-16,-3 1-6 0,-1 5-8 0,0-1 0 16,-4 4-4-16,4 7 2 0,-4 3-9 0,-2 4-1 0,0 0-1 15,0-2 0-15,-1 0-1 0,0-8-11 0,2-3 4 0,2-8-4 16,0-2 8-16,3-4-5 0,0-5-2 0,2-3-5 15,1-4-36-15,6-18-72 0,0 1-10 0,0 0-27 16,0 0-96-16,0 0-3 0,0 0-1 16,0-1 4-16,0 0 1 0,13-16-257 0</inkml:trace>
  <inkml:trace contextRef="#ctx0" brushRef="#br0" timeOffset="-211683.6">30665 10357 2233 0,'0'0'35'0,"0"0"62"0,0 0-18 16,0-1 34-16,0 0-34 0,0 0-20 0,0 0-7 0,0 0-2 15,0 0-13-15,0 0-1 0,0 0 3 0,1 0-3 16,-1 0-4-16,45-21 0 0,-27 24 1 0,5 2 0 16,2 0 3-16,2 2 9 0,-1-2 0 0,-3 3 4 15,0 3 3-15,-7-2-8 0,0 4-4 0,-5 0 0 16,-2 1 1-16,-2 2-6 0,-3 2 4 0,-3 1-6 15,-2 0 0-15,-3 2-14 0,-3-3 5 0,-4 1-10 16,0 2-3-16,-4 0 5 0,-2 1-8 0,-4-4 6 16,0 1-9-16,-3-2-3 0,1 0-7 0,4 0-2 15,-1-6-50-15,2 1-50 0,3-2-2 0,0-3-21 16,15-6-38-16,0 0-91 0,-1 0-4 0,-34 18-45 16,35-18-158-16</inkml:trace>
  <inkml:trace contextRef="#ctx0" brushRef="#br0" timeOffset="-211314.22">31148 10023 2290 0,'0'0'99'0,"0"0"24"0,0-1-5 0,0 0 22 15,0 0 36-15,0 0-51 0,0 0-2 0,0 0-19 16,0 1-33-16,0 0-25 16,0 0 1-16,0 0-8 0,0 1 9 0,5 46 2 15,-8-25-2-15,2 3-1 0,-3 0-11 0,0 3 1 0,-1 0 3 0,-1 8-2 16,1 2-6-16,-3 8 1 0,-1 4-1 0,-1 3 1 16,-3 4 0-16,0 2-14 15,0-2 0-15,0-3-5 0,-1 2-1 0,0 2-5 0,1 1 1 16,1 3-4-16,1-4-5 0,1-5 0 15,2-5 0-15,2-7 0 0,0 1 0 0,2-10 0 0,1 2 0 16,1-4 0-16,-1-3 0 0,0 0 0 0,1-4 0 16,0-4 0-16,0-2 0 0,2-17-22 0,0 1-4 0,0 0-11 15,0 0-52-15,-3 35-58 0,3-36-14 0,0 0-24 16,0 0-129-16,0 0-189 0,0 0-128 0</inkml:trace>
  <inkml:trace contextRef="#ctx0" brushRef="#br0" timeOffset="-210513.45">31342 10553 1668 0,'0'0'274'0,"0"-1"-133"0,0 0 61 0,-1 0-123 15,0 0 94-15,0 0-16 0,-32-35 4 0,33 36-13 16,0 0-28-16,0 0-38 0,0 0-5 0,-1 0-13 16,0 0-24-16,0 1 2 15,-29 42 1-15,24-25-1 0,0 4-7 0,0 4-6 0,0 1-2 16,-4 1-1-16,1 2-6 0,0 0-1 0,-1 2-2 16,1 2 0-16,-1-1-6 0,0-5-6 15,2-2 3-15,4-7-5 0,1-1-2 0,0-6 3 0,3-12-6 0,0 1 3 16,0 0-11-16,0 0-10 15,0 0 6-15,0 0-8 0,0-1 5 0,0 0-10 16,0 0 1-16,1 0-1 0,0-1 15 0,30-35-5 0,-24 18 6 16,4-2-4-16,1-1 11 0,-2-3-2 0,3-4-1 15,3 0 2-15,-1-1 5 0,-1 0-1 0,1 0 1 16,-1 3 0-16,0-3-3 0,-2 5 7 0,1 0-4 0,-1 2 8 16,0 3 22-16,-1 4 5 15,-3 3 5-15,-8 12-3 0,0-1-4 0,1 0-8 0,0 0-1 16,0 0-3-16,35-27-9 0,-36 28 0 0,0 0 0 15,0 0 0-15,0 0 0 0,1 1-7 16,0 0 2-16,21 39-3 0,-22-39 8 0,5 38-10 16,-3-18 2-16,-2 3-4 0,0 2 2 0,0 1 4 15,-2 1-2-15,-1 1 2 0,0-1-6 0,-1 3 4 0,1 0-2 16,-1 0 1-16,1-3-9 0,3-3 1 0,-1-5-24 16,1-2 7-16,1-3-95 0,-1-15-31 0,0 1-3 15,0 0-13-15,0 0-32 0,0 0-16 0,2 0-9 16,-1 0-1-16,38 21-23 0,-39-22 7 0,0 0 2 0,1-1-1 15,36-26-14-15</inkml:trace>
  <inkml:trace contextRef="#ctx0" brushRef="#br0" timeOffset="-210242.25">31629 10829 176 0,'12'-16'24'0,"-5"2"440"15,-1 3-65-15,-6 11 76 0,0-1-211 0,0 0-19 0,0 0-13 16,2-35-5-16,-2 36-57 0,0 0-40 0,0 0-7 16,-2 0-13-16,2 0-50 0,-1 0-17 0,-39 17 2 15,40-17-7-15,-1 1 10 0,-20 35-18 0,21-36 0 0,0 1-7 16,-6 36-22-16,6-37-10 0,0 0-5 15,0 1-2-15,1 0-4 0,0 0 3 16,35 19 5-16,-36-20-3 0,1 0 6 0,43-14 7 16,-26 6-5-16,3-1 7 0,2-3 4 0,0-1 10 0,3 2 0 15,-4-4 4-15,-1 4 6 0,-4 3 5 0,-4-2 4 16,-13 10 0-16,2 0 13 0,-2-1 1 0,1 0 5 0,16-39-5 16,-17 40-11-16,0 0-8 0,-1-1-7 15,0 0 1-15,-44-31-22 0,44 32-10 16,-33-3 1-16,15 1-5 0,3 1-19 0,0-3-42 0,2 1-11 15,0 1-12-15,1 0-63 0,13 2-28 0,-1 0-15 0,0 0-9 16,0 0-101-16,1 0 987 0</inkml:trace>
  <inkml:trace contextRef="#ctx0" brushRef="#br0" timeOffset="-209459.47">32382 10811 1917 0,'0'0'77'0,"0"-1"8"15,-1 0-4-15,0 0 13 0,-23-34 29 0,24 35-20 0,0-1-3 16,-1 0-5-16,-19-40 1 0,20 41-14 0,0 0 4 16,-1-2-8-16,-21-44 1 0,22 46-5 0,0-1-2 15,-17-39-2-15,17 40-6 0,0-1-7 0,-1 0 1 16,-24-34-2-16,25 35-2 0,0-1-7 16,-1 0-8-16,0 0 1 0,-35-21-25 0,36 22-8 0,-1 0 0 15,0 0-5-15,-38 26-5 0,39-26-2 0,-1 1 1 16,-31 37-2-16,20-20-1 0,2 2-4 0,4 1 5 0,-2 2-4 15,-1-1 9-15,5 3-8 0,-1-1 2 16,2-1-4-16,2 1 4 0,2-4 4 16,2 0-9-16,-2-1 7 0,1-3-4 0,2-3 2 0,1-1-5 15,-5-12 2-15,1 0-19 0,0 1 4 0,0 0-1 0,42 18 1 16,-43-19-12-16,1 0 5 0,43-13 2 0,-44 13 2 16,35-21 11-16,-16 7 1 0,2 0 2 15,1-3-1-15,-1-2 9 0,-2-3 0 0,-1-3 8 16,0-2-2-16,-2-4 11 0,-1 0-7 0,-1-2-3 15,-1 1 2-15,-1 1 4 0,-1-3-1 0,-2 0 1 0,0-3-2 16,1 1-3-16,-2 0 6 0,1 2 3 0,0-1 0 16,0 0 2-16,1 1 0 0,-3 1 1 0,0 5 2 15,-3 4 18-15,0 6-7 0,0 1 7 0,0 1-7 16,-3 1 0-16,-1 2 0 0,0 13-6 0,0-1 5 16,0 0-9-16,0 0 4 0,-8-42-2 0,8 43 1 15,0 0-7-15,0 0 6 0,0 0-2 16,0 0 3-16,0 0-10 0,0 0-2 0,0 0 0 0,0 0-2 15,0 0-2-15,0 0-4 0,-1 1-2 0,0 0 0 16,-24 49 6-16,18-32 0 0,-2 3 5 0,-1 3-5 16,-3 1-2-16,1 8 5 0,0 0-4 0,-1 6 6 15,-1-1 0-15,1 2-6 16,0 0 0-16,2 0-2 0,1 2-1 0,0-4 0 0,2 0 2 0,1-2-2 16,2 0 2-16,0 2-2 15,2 3 0-15,0 1 0 0,1-2 4 0,2-2-4 16,-1-3 4-16,1-4-4 0,1 1 2 0,0-7-2 0,2 1 0 15,-1-5 0-15,2-5 1 0,2-1-8 0,-6-15 1 16,0 1-5-16,1 0-4 0,0 0-87 0,35 32-3 0,-36-33-38 16,1 0-83-16,34-8-128 0,-35 8-6 0,28-18-69 15,-13 2-300-15</inkml:trace>
  <inkml:trace contextRef="#ctx0" brushRef="#br0" timeOffset="-209014.74">33049 10051 2146 0,'0'0'86'0,"0"0"84"15,0 0-92-15,0 0 83 0,0 0-13 0,0 0 30 16,0 0-60-16,0 0-13 0,1 0-4 0,0 0-4 16,0 1-28-16,0 0-15 0,0 0-2 0,35 44-4 15,-36-45-4-15,0 1 2 0,20 40-6 0,-13-24 4 16,2 2-3-16,-5 3-6 0,4 1 10 0,-3 3-8 15,1 2 8-15,0 6-6 0,0 5-9 0,-4 2 3 16,0 2-29-16,0 1-3 0,0 1-1 16,1 2 0-16,0-1 0 0,0-2 0 0,1 3 0 0,3 4 0 15,-2 0 0-15,0 3 0 0,0-3 0 0,-1-3 0 16,-1-1 0-16,-1-3 0 0,-2-3 0 0,-4-2 0 0,-3 1 0 16,-1-1 0-16,-2 3 0 15,0 3 0-15,-4-3 0 0,-2-1 0 0,-5-6 0 16,-3-4 0-16,0-3 0 0,-5-5-150 0,-2-2-26 15,-6-4-68-15,0-4-289 0</inkml:trace>
  <inkml:trace contextRef="#ctx0" brushRef="#br0" timeOffset="-208015.33">26444 9946 2186 0,'0'0'167'0,"0"0"-10"15,0 0-20-15,-1 0-183 0,1-1-20 0,0 0 87 0,0 0 7 16,0 0 17-16,0 0 3 0,-1 0-18 0,1 1 5 15,-22-37-8-15,22 37 3 0,0 0-13 0,0 0 1 0,0 0-3 16,0-1 9-16,1 0 11 0,0 0-8 16,0 0 6-16,42-13-17 0,-43 14 4 0,1 0 1 0,41 7 0 15,-23-4 1-15,1 1-7 16,3 0 1-16,2-1-4 0,4-1-8 0,3 0 2 16,1 0-1-16,3 0 2 0,3-1-1 0,0-1-3 15,4 0 3-15,5-2-2 0,5-1 2 0,4 1 2 0,1-2-5 16,-2 1 4-16,0 0 1 0,-1-1-7 15,2 2 3-15,6 0-4 0,3-1 0 0,4-1 5 0,0 0-3 16,-1 1 3-16,-2-2-5 0,-1 2-1 16,5-1 3-16,4-1 0 0,2 1 12 0,1-3-12 15,-2 2 7-15,-3 1-7 0,2-1 8 0,2 0 1 16,3-2-6-16,1-1 4 0,-6-2-2 0,-3 2 4 0,0 2-1 0,4 0 1 16,2 2-9-16,2-2 6 15,-2 0-4-15,-7 1 2 0,-1 1-6 0,3 1 14 16,2 0 1-16,5 2 8 0,-2-3 10 0,-4 1-12 15,-2 1 0-15,-2-3-6 0,5 3-12 0,3-1 7 16,0-2-2-16,0-1 2 0,-6 0-6 0,-2-2 0 16,3 2 1-16,3-2 1 0,1 1 0 0,-1 0-1 0,-3-1-2 15,-8 0 2-15,-2 0 4 0,7 1 9 16,0-3-3-16,3 4 5 0,-1 0-7 0,-5 0 3 0,-3 1-1 16,-2-1 2-16,2 1-4 0,4-2 3 15,0 0-2-15,3 3 2 0,-3 0-7 0,-4-1 0 16,-4 1 5-16,1 0-1 0,1 1 6 0,3 1 5 15,2 1-2-15,-4 1 4 0,-1 0-2 0,-4 3 9 16,-2 0-6-16,5 3 6 0,0 1-23 0,4-1 5 16,1 1-4-16,0 0 4 0,-1 1-13 0,0-1 4 0,-6 0-5 15,0 2 5-15,-1-2-4 0,-2 1-2 0,3-2 3 16,-6 2-3-16,-5-2 4 0,-4 2-4 0,-2-2 0 16,-4-4 0-16,-2 2 0 0,-1 0-4 0,-3 0 3 15,1 1-3-15,-3-2 2 0,-4-3-53 0,-3 0-22 16,-2 0-25-16,-3-2-199 0,-4 1-301 0</inkml:trace>
  <inkml:trace contextRef="#ctx0" brushRef="#br0" timeOffset="-206519.81">14116 12197 2309 0,'-11'-14'85'15,"2"2"-26"-15,9 12 35 0,0 0-128 0,0 0-8 16,0 0-25-16,1 0 53 0,35-13-3 16,-11 13 20-16,5 0 1 0,-8-15-2 0,14 9 1 15,7 1 1-15,4-2 5 0,7-2-3 0,5 2 1 0,3-3-1 16,2 2 1-16,-1-4 6 0,2 0-6 16,7 1 6-16,3 0-11 0,8 0 9 0,1-2-1 0,-1 1 2 15,-1-2-8-15,7 0-1 0,0 0 0 0,7-2-1 16,-4 0 5-16,-3 2 6 15,4-2 7-15,-2 0 2 0,4-1 35 0,-4 3-27 16,-5-1 2-16,-2 1-11 0,-2 1 3 0,4 3-12 16,-6 0 7-16,-5 2-9 0,-7 2-7 0,-9 0 4 0,-1 3-6 15,-4 2 6-15,-3 1-4 0,-3 1 1 0,-6 1 2 16,-6 0 0-16,-2 2 5 0,-7-1-1 0,-3 1-4 16,-3 0 3-16,-2 0-2 0,-4-1 5 0,-15-3-1 15,2 0 1-15,-2 0-8 0,38 10-15 0,-38-10-32 0,2 0-5 16,-1 0-210-16,0 1 846 0</inkml:trace>
  <inkml:trace contextRef="#ctx0" brushRef="#br0" timeOffset="-206020.13">18884 11868 1453 0,'0'0'384'0,"0"-1"-168"0,0 0 199 0,0 0-429 0,0 1 5 15,0-1-3-15,0 1 22 0,1 0 6 0,47-6 1 0,-27 9-9 16,0-12 15-16,13 11-3 0,8 0 9 0,4 0 10 16,6-3 2-16,5 0-4 0,6-1 4 15,2 1-10-15,3-2-7 16,2 1 1-16,1 0-4 0,4 1 1 0,3-1 13 0,5 1 1 0,1 0 6 15,-2 0 6-15,0-1-4 0,5-1 0 0,5-1-3 16,3 0-13-16,0 0-5 0,-3-1-6 0,5 0 4 16,4 0-4-16,-2-3-5 0,0 1 1 15,-7 1-4-15,-3-1-1 0,-1 0 1 0,1 1-4 16,-11-1 2-16,-7 2-4 0,-10 3 6 0,-6 1 1 0,-2 1-2 16,-4-1-8-16,-3 3 3 0,-5 1 1 0,-7 1-1 15,-2 2-28-15,-7-2-105 0,1 3-13 0,-2 1-39 16,-3 1-128-16,3 1-174 0</inkml:trace>
  <inkml:trace contextRef="#ctx0" brushRef="#br0" timeOffset="-205436.67">24924 11565 1941 0,'0'0'190'0,"0"0"-147"16,0 0-1-16,-1 0-44 0,1 0 5 0,-2 0 41 0,2 0-5 15,-1 0 16-15,-38 2-13 0,39-2-10 0,0 0-4 16,0 0-1-16,-1 0-12 0,0 0 8 0,0 0 3 0,0 1 2 16,1 0 14-16,0 0 16 0,0 0-4 0,0 0 8 15,0 0-20-15,31 34 3 0,-30-35-2 16,37 6 1-16,-11-6-8 0,5 1-2 0,5 0-1 15,6-1 1-15,1 0 8 0,5 0-8 16,2-3 5-16,5 0-6 0,6 2-4 0,11-5-8 0,4-1-3 16,8 0-2-16,2-1-4 0,-3-1-9 0,4 3 5 15,5 0-5-15,2 0 5 0,4 2-4 0,-7-2-2 16,-2 1 0-16,0 1 5 0,3-1-6 0,0 1 5 16,0 1-5-16,-1-2 18 0,4 1 0 0,3 2 7 0,2-1-6 15,1 0 3-15,-6 0-9 0,2 0-1 0,0 1-2 16,0 1 0-16,-8 1-5 15,-9 1 3-15,-3 1-4 0,1 0 0 0,-5 0 2 16,-5 1-2-16,-9 0 3 0,-7-1-4 0,-6 2-1 16,-4-1 2-16,-6 1-1 0,-1-1-4 0,2-2 1 0,-5-1-13 15,0 0 4-15,-5 0-66 0,-3 0-70 0,0 0-2 16,-2-1-28-16,0-2-48 0,0-1-11 0,1 0-12 16,4-2-4-16,3 0-105 0</inkml:trace>
  <inkml:trace contextRef="#ctx0" brushRef="#br0" timeOffset="-205132.69">29782 11388 943 0,'17'-6'1254'0,"-1"1"-931"16,-2-1-194-16,1 4-111 0,0 0 18 0,2 2 23 0,-2 0-4 16,1 1 9-16,-1 1-20 0,1-1 7 0,2 1-6 15,1 0 4-15,0 1-14 0,3 2-7 0,2 0-5 16,4 0 1-16,3 1-9 0,4-1-3 0,2 2 5 15,3-1-3-15,7 0 17 0,6 0 8 0,4 0 1 16,5-1 2-16,0 1-6 0,-1 2-4 0,2-2-1 0,2 2-1 16,4 0-11-16,4 2 0 0,1-1-4 0,0 0 3 15,-5-2-8-15,-5 0-1 16,-2 1-2-16,1-1 1 0,-2 0-4 0,0 0-1 0,-1-1-1 16,-8 0 0-16,-2-1 3 0,-4 1-6 0,-6 0 2 15,-6 0-3-15,-3 1 6 0,-4 0-84 16,-1 1-13-16,-4-2-35 0,1 1-128 0,-7-3-150 0,-16-4-57 15</inkml:trace>
  <inkml:trace contextRef="#ctx0" brushRef="#br0" timeOffset="-204058.81">19822 10031 2073 0,'-7'-13'79'0,"0"2"-16"0,7 11 3 0,0-1-38 15,0 0 1-15,0 1 28 0,0-1-11 0,0 0 14 16,0 0-40-16,-4-43-19 0,4 44 4 0,0 0-8 16,2 0 0-16,38-3 8 0,-40 3-3 0,34 5 7 15,-14-2 2-15,2 0 16 0,3 0 2 0,2 0 4 16,4 1 8-16,-1-1 6 0,2-1-3 0,6 0 4 16,5-2-12-16,8-1-9 0,5-1 0 0,1 0-5 15,2-3-2-15,0 1 4 0,2-1 0 0,6-1 2 16,4 0-5-16,6 0-4 0,5 0-3 0,-3 1 0 0,-2 0 1 0,6 2-10 15,3 1 9-15,5 0-10 16,2 2 1-16,-6 0 2 0,0 0-2 0,5 1 2 16,3-1 5-16,2 1-4 0,0-1 3 0,-5 0-3 15,4-1 1-15,3-2 9 0,3-2-2 0,0-2 6 16,-1 0 5-16,7-3-8 0,0-1-4 0,2-1-1 16,3-2-7-16,1 0 3 0,1-1 3 0,0-3-2 15,-3 3 0-15,-2 0-5 0,2 0-2 0,-1 6 0 0,-2-2 3 16,-7 1-7-16,1 3 4 0,2-2-4 15,1 0 1-15,-4 3 5 0,-3-2-2 0,2 1 2 16,1 2-3-16,-1-1 7 0,-4 0 1 0,-6 1 2 16,2-3 9-16,2 1-11 0,-3-2 1 0,-4 2-4 15,-7 1 10-15,5-4-10 0,-3 2 4 0,0-1-8 0,-3 1 1 0,-9-1-1 16,-3 2 1-16,2 1-1 16,0 0 5-16,3 1-6 0,-2 1 3 0,-7 0-5 15,-5 1 5-15,-5 0-1 0,-4 0-4 0,-2 1 3 0,-1 0 1 0,0 0 0 16,-1 0 2-16,-5 1-2 15,-4 0 1-15,-4-1 3 0,-4 2-3 0,-4-2 3 0,-4 2 3 0,1-1-8 16,-7 0 5-16,-1 0-8 16,-14 1 2-16,1 0 4 0,0 0-1 0,38-1 2 15,-39 1-13-15,0 0-44 0,0 0-5 0,1 0-17 16,0 0-55-16,0 0-56 0,0 0-14 16,-1 0-22-16,0 0-124 0</inkml:trace>
  <inkml:trace contextRef="#ctx0" brushRef="#br0" timeOffset="-203002.15">14168 10107 1768 0,'0'0'63'0,"0"-1"-30"0,0 0 2 15,-1 0-5-15,0 0-18 0,0 0 10 0,0 0 1 16,1 0 3-16,0 0-1 0,-20-40-9 0,20 41 2 15,0 0-2-15,1 0 24 0,0 0-13 0,0 0 3 0,44 4-7 16,-45-4 14-16,1 0-4 0,42-8 1 16,-22 4-5-16,3 0-14 0,3-2 2 0,6 2-3 0,3-2 2 15,1 1-10-15,1-2 2 0,3 1-4 16,-1-1 3-16,0 0-5 0,2 0-2 0,-2 1 6 16,0 1-6-16,3 0 13 0,3 0 10 0,5 1-1 0,2 0 5 15,1 0 2-15,1 0-7 0,0 0 0 0,-1 2-3 16,1 0-8-16,0-1-4 15,4 0-3-15,6-1 2 0,-1 0 3 0,3 0 2 0,-1 0 4 0,-2 0-2 16,-1 1 8-16,2-1-5 16,4 0 1-16,4 0-2 0,1 0-5 0,-1 2 6 15,-6-1-7-15,1 0 7 0,1 2 5 0,3-2 6 16,1-1-3-16,2-1 1 0,-4 0-15 0,-3-1-5 0,0 1 6 16,5-1-5-16,4 0 7 0,0 0 11 0,4 0-2 0,-8 4 4 15,-4-1-11-15,5 1-3 0,2-1-2 0,2 1 1 16,4 2-1-16,-10 0-2 15,-3 4 1-15,1-1-1 0,1-1 0 0,6 2 0 0,-2 1-1 0,-2-2 2 16,-4 2 7-16,-7-1 2 0,1-2 1 0,2-1-1 16,4 0-5-16,3-2 13 15,-3 1-6-15,-5 0 8 0,-2-2-4 0,-2 1-3 16,2-1-1-16,0-1-1 0,1 0-1 0,0 0-3 16,-5-2 4-16,-5 4-5 0,-4 0-8 0,-4-1 4 15,-5 2-5-15,0-1 5 0,-2 2-6 0,-2 1 4 16,1 0-4-16,-6 2 4 0,-2-2-8 0,-5 2-140 15,-2 2-27-15,-3 4-61 0,-1 1-302 0</inkml:trace>
  <inkml:trace contextRef="#ctx0" brushRef="#br0" timeOffset="-201078.11">11963 14042 2627 0,'-12'-7'139'0,"12"7"-40"0,0 0-7 0,-1 0-49 16,1 0-74-16,0 0 11 16,0 0-10-16,0 0 23 0,1 0 15 0,0 0-12 15,35 10 1-15,-14-7-7 0,3 1-4 0,5-1 5 16,3 0 2-16,3-3 1 0,0 0 2 0,-2-2 3 0,1-2 1 15,-3 0 0-15,-2-1 4 0,-3 1 0 0,1 0-2 16,-1 0 2-16,0 0-4 0,-3-2 1 16,0 2-3-16,-6 1 1 0,1 0-21 0,-5 1-213 0,-14 2 12 15,1 0-104-15,0 0-215 0</inkml:trace>
  <inkml:trace contextRef="#ctx0" brushRef="#br0" timeOffset="-200860.51">12111 14450 1546 0,'0'0'211'0,"0"0"536"16,-1 0 338-16,0 0-965 0,0 0-120 0,0 0-49 16,0 0 8-16,1 0-17 0,0 0 48 0,1 0-2 15,43-7 4-15,-19 10-7 0,4-1-9 0,4-1 9 16,-2-1 0-16,6-2 3 0,2 1-1 0,5-2 15 15,1 1-7-15,-1-1 9 0,-2-2-14 0,-3 2-41 16,-4 1-61-16,-1-1-7 0,-2 1-317 0,-3-1 952 16</inkml:trace>
  <inkml:trace contextRef="#ctx0" brushRef="#br0" timeOffset="-198324.69">14124 10079 1878 0,'0'0'78'0,"0"0"-20"0,-1-1-4 0,0 0-42 16,0 0-15-16,0 1 12 0,1 0-2 0,0 0 10 15,0 0-5-15,0-1 2 0,0 0-4 0,1 0 3 16,36-14-7-16,-37 15 2 0,1 0 1 0,47-10 0 16,-30 7-2-16,1-2 0 0,2 2 3 0,-1 0 0 15,2 1 6-15,1-1 7 0,0 1-9 0,3 1 8 0,-1 0-10 16,2 0 5-16,1 1 1 0,2 0-1 0,3 0-6 16,2 0 4-16,-1-2 0 0,1 0 3 15,2-1-4-15,1-1-1 0,5-1-4 0,5 1 2 16,3-2-1-16,2 1-8 0,1 0 9 0,-3 0-8 0,-1 1 10 0,-5 0-8 15,-1 1 3-15,-3 0-3 0,0 1 19 16,5 1-4-16,1 0 1 0,4-1-1 0,2 0-1 16,-1 1-11-16,-2-2 7 0,1 0-8 0,1 1 10 0,-6-2-10 15,5-1 1-15,5-2-3 16,2-1 4-16,6 0 3 0,-2 0-2 0,0-2 2 16,-4 2-3-16,-4 2-6 0,2-1 5 0,2 0-4 15,2 1 7-15,0 0-5 0,-1 2-2 0,-6 1-1 0,0 1 0 0,-6-1 1 16,-2 0 3-16,3 2-2 0,2-2-4 0,4 0 6 15,3 0-6-15,-2 1 6 16,-2-3-2-16,-2 4 1 0,-3-1-4 0,-1-1 3 0,0 2-2 16,3-4 3-16,1 0 3 0,2 3-1 0,-1-3 11 15,-4 2-14-15,-2 3 6 0,-3-1-9 16,-4 1 7-16,-4 0-3 0,-1-2 0 0,-3 2-1 0,2 0 1 16,-1 0-5-16,0 0 5 0,0 0-4 15,-1-1 2-15,-1 2 4 0,-3 3-7 0,-3-6 6 16,-2 2-3-16,-4 0 1 0,-1-3 2 0,-3 3-2 15,-14 0-3-15,1 0 9 0,0 0-2 0,36-3 4 16,-37 3 5-16,0 0-5 0,0 0 2 0,0 0-6 16,0 0-30-16,0 0-34 0,0 0-4 0,0 0-8 0,0 0-26 15,0 0-41-15,-1 0-9 0,0 0-14 0,0-1-65 16,-43-17-176-16</inkml:trace>
  <inkml:trace contextRef="#ctx0" brushRef="#br0" timeOffset="-197486.02">13728 13164 2166 0,'-20'-11'188'0,"0"-1"18"0,0 1 3 0,7 6-166 16,13 5-53-16,0 0-20 0,-1 0-9 0,0 0 11 0,-1 1-2 15,2 0 6-15,-29 37 1 0,30-15 2 0,0 4 6 16,-3 4 6 0,2 5-5-16,2 3 7 0,0-1 1 0,1 0 3 0,2-1 4 15,-1-3-1-15,1-3 10 0,3-7-2 0,-2 1 1 0,2-7-1 16,4 2 7-16,-2-6 0 0,1-3-2 0,1-3 1 0,-2 1-10 15,2-6 9-15,1-3-1 16,2-5 3-16,0-6 5 0,2-4-8 0,3-1 4 16,0-3-4-16,0-3 7 0,1-4 2 0,-3-2 2 0,2-3 0 15,-4-1 5-15,-3-1 1 0,-4 0-1 0,-1 1 1 16,-3-2-3-16,-4 5-2 0,-1 0-3 0,-4 3 1 16,-3 3-6-16,-3 0 10 0,1 7-7 0,-4 4 6 15,-2 0-18-15,-1 5-7 0,-3 1-4 0,-1 0-5 0,-2 3-51 16,0 1-27-1,0 2-6-15,2 4-7 0,2 2-30 0,4 3-32 0,-1 1-10 0,6-1-15 16,1 2-103-16</inkml:trace>
  <inkml:trace contextRef="#ctx0" brushRef="#br0" timeOffset="-197316.96">14107 13373 1345 0,'0'0'201'0,"0"0"821"15,0 0-1005-15,0 0-4 0,0 1 4 0,0 0-7 16,21 37-7-16,-21-38-3 0,0 1 5 0,0 0-5 16,21 44 0-16,-21-45-52 0,2 1-13 0,-1 0-19 15,0 0-97-15,0 0-87 0,38 34-47 0</inkml:trace>
  <inkml:trace contextRef="#ctx0" brushRef="#br0" timeOffset="-196725.35">14730 13132 2818 0,'0'0'30'0,"0"0"-9"0,0 0-6 15,0 0-2-15,0 0-30 0,0-1 20 0,0 0-3 0,0 0 6 16,1 0-22-16,0 0 11 0,30-43 2 0,-31 44 4 15,0-1 21-15,13-46 12 0,-10 28 3 0,-1-1 3 16,-2 0 11-16,-3-2-9 0,-2 1 2 0,-2-1-5 16,-1-2-10-16,-2 3-1 0,0 0-3 0,-1 1 1 15,0 4-14-15,-2 1 0 0,-1 2-4 0,-1 3 2 16,0 4-8-16,-2 2-7 0,-1 3 0 0,1 2-3 16,-2 2-7-16,1 1-7 0,2 5 5 15,-2 1-5-15,0 4 14 0,3 3-6 16,1 3-1-16,0 5-1 0,0 1 5 0,0 4 4 0,4 1 2 0,-2 0 0 15,1 1 5-15,2-1 0 0,1-4-1 0,2 0 1 16,3-2-13-16,2 0 10 16,0-2-3-16,3 0 5 0,2-2-6 0,3-7-2 15,1 1-1-15,4-6 0 0,0-2-1 0,3-3-3 16,2-4 1-16,4-1-2 0,3-6-5 0,3-3 6 0,-1-3 1 16,2-1 3-16,-3-4 5 0,-2 1 4 15,-1-1-3-15,-2 2 5 0,-1 2 7 0,-4-1-5 16,-1 3 2-16,-5 4-2 0,-9 8 4 0,0 0-7 0,1-1 8 15,0 0-5-15,0 0 14 0,0 0 6 0,0 0-2 16,0 0 4-16,0 0-3 0,0 0-16 0,0 1 1 16,1 0-5-16,-2 0 0 0,0 0-1 0,0 0-1 15,0 1-1-15,-14 40-6 0,8-20 7 0,0-1 0 0,-4 4 2 16,4 3-4-16,1 4 4 0,-2 0-2 0,2 4 4 16,0-1-4-16,1 3 2 15,0 1-2-15,1-1 2 0,1 0 1 0,0-2-2 16,-1 0 3-16,0-3-3 0,0 0 1 0,0 0 0 15,-1 0 4-15,1-3-2 0,0-3 6 0,0-4-4 16,1-4-6-16,-1-4-6 0,3-14-85 0,0 1-78 0,0 0-20 16,0 0-21-16,0 0-107 0</inkml:trace>
  <inkml:trace contextRef="#ctx0" brushRef="#br0" timeOffset="-196156.22">15252 13207 2014 0,'-7'-13'332'0,"3"3"-77"0,-1-3 139 0,5 13-355 15,0-1-4-15,0 0-35 16,2-37 1-16,-2 38-9 0,0-1 16 0,0 0-11 16,17-39 0-16,-17 40-4 0,0 0 7 0,16-42 6 15,-16 41 0-15,3-35 4 0,-5 16-1 0,-2-1 8 16,-2-4 1-16,-1 4 1 0,-2-3-3 0,-1 2 7 15,2-1-1-15,-2 3 5 0,-1 3 10 0,-1 2-8 16,0 2 0-16,2 4-4 0,10 9-21 0,-1 0-2 0,0 0-6 16,-42-12 1-16,43 12-27 0,-30 16 9 0,13-2-3 0,0 5 6 15,-1 2 2-15,-1 8 9 0,1 1-8 16,1 4 9-16,1 1 1 0,2-1-1 0,0 0 6 16,2-1-5-16,1-2 5 0,2-4-2 15,3 1 2-15,3-5-1 0,1 1 2 0,4-5-1 16,1-3-7-16,3-3 2 0,-6-13-4 0,0 0-4 15,1 1 3-15,36 17-4 0,-37-18-8 0,35-10 4 16,-15 2-1-16,3-5 4 0,0-3 5 0,2 0 7 0,1-3-3 16,-3-1 4-16,2 2 2 0,-1 0 2 0,-1-1 1 0,0 5 0 15,1 0-6-15,-1 1 10 16,-3 1-5-16,-1 3 7 0,-2 0-5 0,-5 1 13 16,-12 8-2-16,1 0 6 0,0 0 1 0,0 0-1 0,0 0 3 15,1 0-3-15,-2 0 3 0,1 0-15 0,0 0 8 16,-1 0-10-16,1 1 3 0,21 39-7 0,-22-19 0 15,-1 6-2-15,-1 8-1 0,-2 7 6 0,2 7-5 16,-3 6 7-16,0 2-2 0,-1 3 0 0,-1 1 8 0,-1-2-4 16,0 0 6-16,1 3-7 15,-2-1-2-15,0 2-1 0,3-3 3 0,-1-7-6 0,1-6 4 16,4-9-3-16,0-5 5 0,1-8-1 0,1-2-4 0,-3-7-4 16,0-3-74-16,3-13-102 15,0 1-15-15,0 0-36 0,0 0-125 0</inkml:trace>
  <inkml:trace contextRef="#ctx0" brushRef="#br0" timeOffset="-195436.06">13767 10031 2204 0,'-12'-18'70'0,"6"4"-47"0,6 14-2 16,0-1-21-16,0 0-19 0,0 0 15 0,0 0-2 0,1 0 7 15,36-33 1-15,-37 33 3 0,1 0-5 16,40-22 4-16,-14 19-4 0,4-2-6 0,3 0 6 16,3 2-3-16,0 1 9 0,3 1 0 0,0 1-2 15,-1 1 1-15,2 0-4 0,-3 0 15 0,0 0-2 16,7 0 6-16,2-1 6 0,6-4 5 0,5 0-3 0,4 0 3 16,0-1-4-16,-1-1-7 15,3 1 1-15,3-1-4 0,3 0-7 0,4-1-7 16,-1 2 4-16,-2-2-3 0,-2 4 7 0,-2-3-7 15,1 0 1-15,5 2-3 0,2-2 5 0,2 0-4 0,-3 3 3 16,-5 2-1-16,1 0 10 0,4-1 0 0,5 1-3 16,4-4 1-16,0 5-8 0,-6 0 0 0,-2 0 4 15,5 2-2-15,0-3 2 0,4 2-6 0,-3 1 2 16,-9-1-2-16,-1 3 9 0,-2 0-12 0,1-2 2 0,0 2-3 16,0-2 8-16,-6 1 5 15,-7 3 5-15,-6-1-1 0,-3 0 8 0,0-1-10 16,3-2 1-16,-2 1-5 0,3-1 1 0,-5 0-5 15,-5 1 3-15,-5-2-5 0,-3 0 0 0,-6 1 3 16,-3-1 1-16,-6-1 0 0,0 1 6 0,-4-2-3 16,-15 2 1-16,1 0-2 0,0 0 6 0,0 0-30 0,0-1-11 15,0 0-12-15,0 0-73 0,13-37-104 0,-26 26-2 16,-8-2-55-16,-7 2-224 0</inkml:trace>
  <inkml:trace contextRef="#ctx0" brushRef="#br0" timeOffset="-195055.38">14135 9828 2699 0,'0'0'5'0,"0"0"-80"16,0 0 4-16,0 0-27 0,0 0 45 0,28 7 40 0,-10 1 5 16,6 2 8-16,4 0-4 0,12 2-8 0,8-1 3 15,11 0-2-15,5-1 11 0,5-3 6 0,1-2-3 16,-1-1 8-16,5-3 18 0,3-2 17 0,7-4 2 16,6-1 3-16,-2-5-2 0,0 1-8 0,4-1-1 15,6-3-2-15,6-2 0 0,-1 1-9 16,2 1 2-16,7-4-5 0,2 2-8 0,5 0-5 15,3 1-1-15,-2 2 0 0,1 1-6 0,-1 3 1 16,-3 0-6-16,-2 1 3 0,-4 1-1 0,-6-1-1 16,-4 2 4-16,-12 4-4 0,-1 1-1 0,0 0 0 15,-3 1 0-15,-8-1 1 0,-7 1 1 0,-7 4 0 16,-3 1 2-16,0 2-2 0,-3-2-3 0,-1 3-15 16,-8-1-64-16,-9 1 7 0,-6 6-294 0</inkml:trace>
  <inkml:trace contextRef="#ctx0" brushRef="#br0" timeOffset="-193740.54">10540 4930 1660 0,'-18'-13'694'16,"18"13"-1"-16,-1 0-722 0,0 0-36 0,1 0 30 0,0 1-18 0,0 0 29 0,24 42 3 0,-7-29 11 0,1-3-9 0,6 5 8 0,1 2-10 0,-7-17 9 15,16 16-4-15,4-2 6 0,2 0 6 0,-4 0 9 16,3 0 2-16,-1 2 3 0,1-1 5 0,6 0-8 16,1-1 3-16,3 1-5 0,2-1 1 0,0 1-1 15,-1 0-1-15,0 0 1 0,1 0-1 0,4-4 10 16,4-1-6-16,8-2 8 15,3-1-8-15,1-3-1 0,1 1 3 0,-1-3-2 16,2-2 8-16,3-1-13 0,6-3 7 0,2 1-8 0,-1 2 1 16,-8-2 1-16,-1 2-2 0,1 1 2 0,1 0 1 15,3 3-5-15,0-1 0 0,-7 1-1 16,-4-2 3-16,4-1 0 0,3 0 0 0,3-1 0 16,0-2-2-16,-7-3 5 0,-2 0 2 0,-2-1 3 0,4-1 28 0,2 0-13 15,-1 0 2-15,-4-1-7 0,-7 0-9 0,-8 3-7 16,-9-1 8-16,-3 2-9 15,-2 1 0-15,-3 3-1 0,1-1 1 0,-4 2 1 0,-5 0 0 0,-3 1 6 16,-4 0-9-16,-5 0 9 16,-16-2-5-16,1 0 8 0,0 0 3 0,0 0 1 0,-1 0 5 0,1 0 15 15,0 0-2-15,0 0 7 16,0 0-5-16,-1 0-12 0,0 0 2 0,-28-8-6 0,2 4-2 0,-8 1-12 16,-7 2-1-16,-3 0-3 0,-4 0-9 0,-3 1 3 15,-3 1-4-15,-11 0 4 16,-6 0 3-16,-9 1 0 0,-2-2 4 0,1 1-3 0,-2-1 4 0,0 0-3 15,-5 2 0-15,-7 0-1 0,0 1 2 16,-2 2-7-16,-2 1 4 0,-1 1-3 0,-5 2 4 0,2 1 2 16,-1 0-1-16,3-2 2 0,-3 2-2 0,4-3-1 15,1-2 2-15,6 3-2 0,6-2 10 0,-2-1-10 16,3 0 2-16,6-5-3 0,0-2 3 0,9-3 3 16,1-2 2-16,4-2-2 15,0-1 3-15,6-1-2 0,5-1-1 0,7-2 0 16,3 0-3-16,10-1 7 0,0 0-3 0,4 1 3 15,4 0-7-15,5 3-7 0,2 1 2 0,7 2-5 16,13 8 0-16,-1 0-11 0,0 0-6 0,0 0-2 0,0 0-29 0,0 0 9 16,1 0-2-16,0 0 7 0,28 5 13 0,-2 6 8 15,6-1-1-15,6 1 2 0,3 0 4 16,6 1 2-16,6 1 2 0,8-2-1 0,5 1 3 0,6-1 5 16,0 2-4-16,1 0 5 0,4-3-3 0,5 5-1 15,5-5 5-15,3 3-3 16,3 4 6-16,-3-5-1 0,0 2-1 0,5-1-1 15,1-6-3-15,0 3 8 0,-2-2 0 0,3 2 4 16,-1-4-1-16,4 1 4 0,-2-1-2 0,-7 0 3 16,-2 1-4-16,-2-1-1 0,-2-2-3 0,-2 0 2 15,-8 2-3-15,-11 0-2 0,-3-2 4 0,-5-1-4 0,-2 1 6 16,-3-2-1-16,-6 3-3 0,-8 0 2 16,-4-1 3-16,-9-1 10 0,-5-1 3 0,-19-2 1 15,1 0 2-15,0 0 30 0,0 0-5 0,-1 0 13 16,0 0-11-16,-12-21-7 0,-11 10-8 0,-8-3 2 15,-9 2-16-15,-9-2-12 0,-9 0-1 0,-5 4-6 16,-4-1-2-16,-7 4 0 0,-2 1 4 0,-10-1-1 16,-3 3-5-16,3-1 7 0,3 2-8 0,8 1 8 0,3 1-6 0,-2 0-1 15,-2 0 3-15,3 2-1 16,3-2 0-16,7 5 0 0,4 1 0 0,3 0-1 0,0 1-8 16,3 0 3-16,6 0-4 0,7 1 4 0,4 2-2 0,10-2-13 15,7 0-1-15,6 1-8 16,3 1-37-16,7 2 8 0,1 0 1 0,4 4 6 15,4 2 23-15,4 4-186 0,6 5-30 0,9 5-82 16,10 3-364-16</inkml:trace>
  <inkml:trace contextRef="#ctx0" brushRef="#br0" timeOffset="-190849.81">15973 13391 633 0,'-7'-7'153'0,"7"7"74"0,0-1 5 0,-1 0-164 0,0 0-36 0,0 0-5 16,-1 1-4-16,-36-33 10 16,38 33-7-16,-1 0-9 0,1 0 2 0,-2 0-1 15,1 0 27-15,-37-15 15 0,38 15 4 0,0 0 4 0,0 0 20 16,-1 0 1-16,0 0-2 0,0 0-1 0,0 0-21 16,0-1-17-16,0 0-7 0,0 1-3 0,0 0-18 0,0-1-14 15,0 1 2-15,0 0-8 0,0 0-5 0,0-1 2 16,1 1-1-16,0 0 1 0,0 0 7 0,0-1 3 15,0 0 11-15,1 0-4 0,0 0 16 0,37-27 7 16,-38 28-5-16,0 0 8 0,1-1-6 0,0 0 4 16,29-36 0-16,-30 37 0 15,0 0-8-15,0-1 1 0,0 0-6 0,0 0 4 16,0 0-11-16,10-35-7 0,-10 36 1 0,0 0-4 16,0 0 3-16,0 0-4 0,0 0 1 0,-1 0-3 15,0 0-11-15,0 0 3 0,0-1-7 0,0 1 6 16,0 0-6-16,-37-13 10 0,38 13-2 0,0 0 3 15,0 0-2-15,-1 0 0 0,0 0 2 0,0 0 0 0,-1 0 0 0,2 0 5 16,-1 0-3-16,0 1 3 16,0-1 0-16,1 0-4 0,0 0 5 0,0 0-4 15,-1 0 8-15,1 0-3 0,0 0 0 0,0 0 3 16,0 0 18-16,0 0-6 0,0 0 1 0,0 0-3 16,-1 0 1-16,0 0-2 0,0 0 0 0,0 0-3 0,0 0-10 15,0 0-3-15,0 0 1 0,0 0-2 0,0 0-4 16,0 0 0-16,0 0 1 0,0 0 0 0,0 0 0 15,0 0-1-15,-34 12-3 0,35-12 1 0,0 0-5 16,0 0-94-16,0 0-13 0,0 0-42 0,0 1-177 0</inkml:trace>
  <inkml:trace contextRef="#ctx0" brushRef="#br0" timeOffset="-189022.18">22837 9649 648 0,'0'0'83'0,"0"0"5"16,0 0-4-16,0 0-58 15,0 0-37-15,0 0 21 0,0 0-2 0,0 0 9 16,0 0-17-16,0 0 12 0,0-2-4 0,0 2 9 16,0 0 10-16,0-1 5 0,0 0 2 0,1 0 1 15,0 0 11-15,0 0 7 0,35-20-3 0,-36 21 2 16,0 0-12-16,1 0-12 0,0 0 6 0,0 0-7 0,37-14 6 0,-38 14-13 15,1 0 2-15,36-2-6 16,-37 2-1-16,1 0-5 0,44-4-2 0,-44 4 1 16,35-4 6-16,-14 3 5 0,-2 0-2 0,1 0 2 0,-1 1 1 15,-1-2-1-15,1 0 2 0,0 0-2 16,2 0-3-16,-1-1-11 0,-1 1 5 0,2 0-6 16,1-1-3-16,-2 2 3 0,4-2-4 0,-1 1 5 15,0 0-6-15,0 1 15 0,2-1-4 0,2 0 10 16,3 0 7-16,1 0 5 0,2-1-2 0,-3 1 2 15,2 0-15-15,1 0 0 0,-2 0-5 0,3 0 3 16,-2 1-11-16,1-3 0 0,1 2-3 0,1 0 0 16,2 0-2-16,0 0-2 0,2-2 4 0,4 1-2 15,1-1 7-15,0 2-6 0,-3-1 2 0,-3 0-3 16,-1 0-2-16,-2 0 4 0,1 0 2 0,-1 0 2 0,-2-1 20 16,1 1-3-16,2-1 5 0,1-1-6 0,2 0-13 0,1 0 6 15,-2 0-7-15,-1 2 6 0,1-1-5 16,-4 0-4-16,2 2 0 0,-1-2-3 15,1 2-2-15,1-1 3 0,0 1 1 0,2 1 1 16,0 0-6-16,1 0 1 0,1-1-3 0,-4 0 4 16,-1 1 4-16,-2 1-3 0,-3-1 5 0,0 0-6 15,-1 1 2-15,1-1-3 0,-4 1 5 0,2-1-3 16,1 1 4-16,1-1-4 0,3 1 0 0,1-1-2 16,-2 0-1-16,0 1 4 0,0-1-6 0,-5 1 5 15,1 0-5-15,-2 1 3 0,0 1 3 0,0-2-1 16,-1 1 0-16,0 0 0 0,-1-1-1 0,-1 2 1 0,1-1 1 15,0 0 0-15,2 0-1 0,-1 0 1 16,1 0-2-16,-3 0 2 0,2 0 0 0,-5 0 1 16,0-1-2-16,0 0 1 0,-5 0 3 0,1 0-2 15,-1 0 7-15,-2 0-7 0,0 0-1 0,1 0-2 16,-1 0-5-16,-2-1 8 0,1 0-6 0,-1 1 7 16,1 0-5-16,-1 0-1 0,0 0 5 0,0-1-4 15,-1 1 2-15,-12 0 3 0,1 0-4 0,0 0 4 16,40-1-5-16,-41 1 5 0,2 0-3 0,-2 0 4 15,1 0-6-15,39-3 1 0,-40 3 1 0,1 0 1 16,0 0-2-16,0 0 0 0,37-1 1 0,-38 1-1 16,0 0 6-16,1 0-6 0,0 0-1 0,-1 0-1 15,1 0-3-15,0 0 3 0,36 0 3 0,-37 0-1 16,0 0 0-16,0 0-1 0,0 0-5 0,1 0 2 16,0 0-15-16,0 0-24 0,0 0-3 0,0 0-9 15,0 0-44-15,0 0-55 0,0 0-22 0,0 0-21 16,34-5-196-16</inkml:trace>
  <inkml:trace contextRef="#ctx0" brushRef="#br0" timeOffset="-188216.47">20955 9748 123 0,'0'0'79'0,"0"-1"20"16,0 0-5-16,0 0-62 0,8-37-39 0,-8 38 4 0,0 0 9 16,0-1 0-16,0 0 47 0,11-38 25 0,-11 39 3 15,0 0 6-15,0 0 3 0,0 0-18 16,0 0-1-16,0 0-7 0,0-1 3 0,0 0 0 16,0 0-1-16,0 0-3 0,0 0-14 0,0 0-18 15,0 0 3-15,0 0-10 0,1 0-4 0,0 0-4 0,34-28-1 16,-35 29-1-16,1 0 2 0,0 0 7 0,42-9 0 15,-42 9 2-15,0 0-5 0,46-4-3 0,-46 4 0 16,0 0 1-16,51-3 15 0,-52 3 9 16,37-1-1-16,-36 1 4 0,36-1 1 0,-17 0-10 15,-1-1 6-15,3 0-9 0,0 0-10 0,-1-1-1 16,5 1-4-16,-2-1 2 0,1 0-5 0,-1 0-8 16,2 0 1-16,-2 1-3 0,-1-2-3 0,3 1 5 15,-2-1-5-15,1 1 5 0,0 0-3 0,-5 0 2 16,-2 2 5-16,-5-1-5 0,-13 2-2 0,1 0 5 0,0 0-4 15,36-4 4-15,-37 4 0 0,0 0-7 16,1 0 1-16,0 0-3 0,0 0 3 0,0 0-44 16,0 0-1-16,0 0-24 0,0 0-73 0,0 0-75 15,0 0-24-15</inkml:trace>
  <inkml:trace contextRef="#ctx0" brushRef="#br0" timeOffset="-187863.41">20917 9682 1893 0,'0'0'65'0,"0"-1"-72"15,0 0 7-15,0 0-38 0,0 0-27 0,0 0 40 0,1 1-6 16,40-12 18-16,-39 12-2 0,33-4 11 0,-15 1 0 15,4 0 4-15,0 1-6 16,3-2 13-16,-1-3 0 0,0 0 7 0,2 1 19 16,-2 0 15-16,0 1-6 0,0-2 7 0,-2-1-25 0,3 0-9 15,-3-1-1-15,3 2-2 0,-2 0-8 0,-1-1-3 16,0 1-2-16,-1 1 1 0,0 0 8 0,-5 1-3 16,1 0 6-16,-2 2-8 0,-2-1 0 0,-1 1 2 15,-14 3-3-15,1 0 4 0,0 0 1 0,0 0-12 16,37-10 0-16,-38 10-10 0,0 0-30 0,0 0-45 15,0 0-13-15,0 0-17 0,0 0-101 0,0 0-324 16</inkml:trace>
  <inkml:trace contextRef="#ctx0" brushRef="#br0" timeOffset="-187584.03">21035 9643 1323 0,'-7'-11'211'0,"7"11"58"15,0-1 124-15,0 0-366 0,0 0-80 0,0 0 14 16,1 0-1-16,42-17 10 0,-23 17 19 0,2 0 8 16,1-2-2-16,2 2 5 0,3-1-4 0,-1-1 5 15,1-1-4-15,-4-2 5 0,1 1-5 0,-2 0 9 16,-2-1-4-16,1 1 6 0,-3 0-2 0,0 0-1 15,-1 1 4-15,-4 0-5 0,1 0-3 0,-3 1 4 16,2 1-3-16,-1 0 3 0,-13 2-2 16,1 0-4-16,0 0-11 0,-1 0-1 0,38-2-73 0,-38 2-88 15,0 0-24-15,1 0-46 0,0 0-354 16</inkml:trace>
  <inkml:trace contextRef="#ctx0" brushRef="#br0" timeOffset="-187321.1">21051 9651 2331 0,'0'0'44'0,"0"-1"-81"15,1 0-8-15,37-25-16 0,-16 25 34 0,6 0 17 16,4-1 2-16,0 0 3 0,-3-1 1 15,-1 0 1-15,-1 0-1 0,-2-2 1 0,-2 0 3 0,-2 0 0 16,-2 0 7-16,0 0-5 0,-2 0 4 0,-2 0-1 16,-2-1-2-16,0 1 2 0,-1-1 2 15,-12 6-15-15,1 0-16 0,0 0-6 0,0 0-119 0,0-1-113 16,34-15-60-16</inkml:trace>
  <inkml:trace contextRef="#ctx0" brushRef="#br0" timeOffset="-187068.27">20859 9715 1877 0,'0'0'323'0,"0"-2"-291"0,0 1 0 0,0 0-41 0,0 0-73 15,1 0 49-15,35-26-10 0,-13 27 24 0,1 0 11 16,3-2 8-16,3-2 1 0,3-2 1 0,1 0-6 0,2-2 3 15,1-1-1-15,-4-1 2 0,0 2 4 16,-3 0 2-16,-4-1 2 0,-3 1 1 0,-2-2-4 0,-5 1 2 16,0 1-19-16,-2 2 8 0,-1 0-57 0,-3 0-68 15,-10 6-14-15,1 0-28 16,0 0-142-16</inkml:trace>
  <inkml:trace contextRef="#ctx0" brushRef="#br0" timeOffset="-186819.84">20951 9627 2386 0,'0'0'3'0,"0"0"-34"0,0 0-1 0,0 0-10 0,1 0 17 15,0-1 15-15,39-16 6 0,-40 17 1 0,1 0 0 0,51-12-4 16,-29 6 0-16,5-1-2 0,4 0 0 0,-2-1 9 15,3 0-2-15,-5 0 5 0,-1 1-1 0,-2 0-2 16,-1 0 2-16,-3 1-2 16,-1-3 3-16,-1 4-3 0,-1-1-25 0,-1 1 4 15,1 1-109-15,-3 0-68 0,-2 1-13 0,-13 3-34 16,2 0-210-16</inkml:trace>
  <inkml:trace contextRef="#ctx0" brushRef="#br0" timeOffset="-186581.76">20998 9618 2146 0,'0'0'65'0,"0"0"15"0,0-1-127 0,0 0 16 16,2 0-7-16,33-16 14 0,-13 18 17 0,1-2 5 15,5 0 1-15,0-1 1 0,3-1-7 16,1 0 8-16,-1-1-1 0,-2-1 3 0,1 0-3 0,-3 0-2 15,-1-2 2-15,0 0-2 0,-3 1 4 16,1 1 4-16,-2-2-5 0,0 1 4 0,-3 1-5 0,-3-1-1 16,-1 2-26-16,-3-2 3 0,1 2-124 0,-13 4-100 15,1 0-36-15</inkml:trace>
  <inkml:trace contextRef="#ctx0" brushRef="#br0" timeOffset="-186354.44">21026 9671 1137 0,'0'0'172'0,"0"-1"717"16,0 0-933-16,0 0-1 0,31-22 2 0,-6 22 2 0,4 0 29 16,4-3 12-16,1 1-1 0,1-2 3 0,0-1-3 15,-1 1 0-15,0 1 0 0,-3-2 1 0,-1 0 7 0,-1-2-5 16,-2 1 4-16,0 1-5 0,-2-2 5 0,0 2-1 15,0-1-3-15,-3 0 2 0,1 2 0 0,-6 0-51 16,-1 1-4-16,-2 0-25 16,-14 4-76-16,1 0-97 0,0 0-54 0</inkml:trace>
  <inkml:trace contextRef="#ctx0" brushRef="#br0" timeOffset="-186113.54">21093 9667 2113 0,'0'0'-2'0,"0"0"-32"15,1 0 1-15,48-10-5 16,-24 9 31-16,4-1 0 0,-1-3 2 0,2 1-1 16,0 0 7-16,2 1 1 0,-2-2-3 0,-1-1 1 15,-1 1 0-15,-2-2 3 0,0 2 3 0,-4 1-2 16,-3-2 0-16,0 2 0 0,-1-2 2 0,-2 1-5 15,-1-1-47-15,-15 6-62 0,1 0-23 0,0 0-18 0,42-15-139 16</inkml:trace>
  <inkml:trace contextRef="#ctx0" brushRef="#br0" timeOffset="-185864.44">21314 9669 2202 0,'0'0'55'0,"0"-1"-74"0,0 0-22 0,1 0-4 16,0 1 14-16,47-14 23 0,-48 14 3 0,1 0 5 15,48-1-2-15,-48 1 4 0,0 0-2 0,50-4 3 16,-50 4-2-16,0 0 6 0,47-10-3 0,-48 10 5 16,2 0 17-16,44-17-7 0,-45 17 3 0,0 0-7 15,45-11-15-15,-46 11 1 0,1 0 0 0,38-13 0 0,-39 13 2 0,1 0-27 16,0 0-11-16,34-9-14 0,-35 9-94 0,0 0-76 15,0 0-15 1,1 0-50-16,0 0-407 0</inkml:trace>
  <inkml:trace contextRef="#ctx0" brushRef="#br0" timeOffset="-185661.68">21482 9658 1446 0,'0'0'242'0,"0"0"-85"0,0-1 36 0,0 0-141 15,0 0-76-15,0 0 8 0,0 0 1 0,1 0 4 0,0 0 11 16,42-16 1-16,-43 17-1 0,1 0 0 0,0 0 2 16,36 0 18-16,-37 0-3 0,1 0 8 15,0 0-3-15,35-6-6 0,-36 6 2 0,1 0-4 16,0 0-14-16,37 0 2 0,-38 0-2 0,1 0 3 16,0 0-8-16,35 3-94 0,-36-3-25 0,1 0-49 15,0 0-342-15</inkml:trace>
  <inkml:trace contextRef="#ctx0" brushRef="#br0" timeOffset="-184087.62">25163 2617 1178 0,'-2'-13'22'0,"2"13"-29"0,0-1 1 0,0 0 14 16,-7-36 3-16,7 37 53 0,0 0-4 0,0-1 19 16,0 0-3-16,-17-44 6 0,17 45 2 0,0 0 2 15,0 0-1-15,0 0-7 0,0 0-7 0,0-1 0 16,0 0-27-16,0 0-1 0,0 0 1 0,0 0-1 15,0 0-2-15,1 1-6 0,39-12-4 0,-13 14 0 0,7 1-11 16,6-3-4 0,4 0 1-16,9 0-2 0,4 0 3 0,5 0-5 0,2-2 4 0,-1 0-4 0,0-2 0 15,-3 0 0-15,0 3-6 0,64-2 1 16,-60 3-8-16,2-2 2 0,-4-1 2 16,-2 2 3-16,-5-2 0 0,-4 2 0 0,-5-1 0 15,-3 1 2-15,-5-2-2 0,-1 1 0 0,-5 1 1 0,-3-2 7 16,-5 1-6-16,-5 1 0 0,0-2-2 15,-19 3 4-15,1 0-8 0,1 0-13 0,34-8-3 16,-36 8-66-16,0 0-20 0,0 0-6 0,0 0-6 16,0 0-44-16,0 0-90 0,0-1-30 0</inkml:trace>
  <inkml:trace contextRef="#ctx0" brushRef="#br0" timeOffset="-183826.71">25274 2508 1719 0,'-22'-14'53'0,"4"5"-33"0,-1 2 8 0,19 7-15 16,-1 0 31-16,0 0 4 0,0 0-2 0,0 0 0 15,0 0-8-15,1 0-11 0,0 1 0 0,0 0-6 0,37 25-19 16,-12-22 7-16,5 2 0 16,1 0 1-16,3-1-10 0,8 1 5 0,2-4 2 15,5 0 3-15,1-2 8 0,0 0-12 16,1 1 2-16,-1-2-6 0,-1 3 5 0,-2-5 5 0,5 2-5 0,0 0 4 0,1-4-9 15,2 3 8-15,-3-2-2 16,-6-1 3-16,-4 3-7 0,-4 0 4 0,-4-1-3 16,-4 4 3-16,-1-1-2 0,-8-2-1 0,-2 2-12 0,-19 0-2 15,1 0-82-15,0 0-52 0,0 0-6 0,0 0-17 16,0 0-39-16,0 0-377 0</inkml:trace>
  <inkml:trace contextRef="#ctx0" brushRef="#br0" timeOffset="-183557.47">25148 2571 1589 0,'-13'-7'51'15,"1"4"8"-15,12 3-53 0,-2 0 41 0,2 0 0 0,-1 0 18 16,0 0 25-16,1 1-18 0,0 0-7 0,0 0-5 16,0 0-38-16,30 29 1 0,-8-22 0 0,7-2 0 15,2-1-4-15,9 2 10 0,5-2-4 16,7 0 4-16,7 1-12 0,5-6-4 0,4 3 0 15,-1-5-2-15,0 1 3 0,-3-3-5 0,1 1 2 16,-2-2-4-16,1 0-3 0,-2 0 7 0,-3-5-5 0,-5 5 5 16,-4 0-4-16,-7 1-4 0,0 1 6 15,-8 0-5-15,-1 2 4 0,-4-1-14 0,-4-1-10 0,-4-1-6 16,-3 0-73-16,-5 0-66 0,-14 4-9 0,1 0-24 16,0 0-85-16</inkml:trace>
  <inkml:trace contextRef="#ctx0" brushRef="#br0" timeOffset="-183308.47">24966 2654 2160 0,'-9'-16'146'0,"9"16"-162"0,0-1 16 0,0 1-55 16,0 0 70-16,1 0 6 0,38 2 1 0,-14 5 3 15,8 0 8-15,3-2 2 16,7 0 0-16,6-3-1 0,4 3-12 0,6-3-12 15,4-1 1-15,6 1-4 0,1-2 4 0,1-1-4 0,0 0 4 16,-6-3-4-16,-3 0-1 0,-5-3 7 0,0 1-7 16,-1-3 8-16,-3 0-3 0,-4 0 1 0,-7 1 0 0,-6 0-2 15,-6 2-23-15,-8 0-46 0,-3 1-9 16,-4 1-17-16,-15 4-75 0,1 0-69 0,0 0-32 16,0 0-51-16,-1 0-539 0</inkml:trace>
  <inkml:trace contextRef="#ctx0" brushRef="#br0" timeOffset="-183086.75">25213 2649 2480 0,'1'-15'54'0,"-1"15"-32"0,0 0-108 0,1 0 73 0,44-3-12 16,-18 4 36-16,5 1 15 0,3 3-13 0,3 0 0 15,9 2-5-15,0-4-1 0,8-1 1 0,0-1-1 0,1-2 1 16,-2 2-6-16,-3 1 6 0,1 0-4 0,-5-2 5 15,1-2-2-15,0-2 0 0,-2 1 1 0,0-2-2 16,-6 0 5-16,-5 2-6 0,-3-4-10 16,-6 1-5-16,1 2-79 0,-5-1-71 0,-4 2-4 0,-5-1-26 15,-13 4-67-15,0 0-388 16</inkml:trace>
  <inkml:trace contextRef="#ctx0" brushRef="#br0" timeOffset="-182879.46">25543 2707 1466 0,'0'0'240'0,"0"0"-59"0,0-1 91 0,1 0-272 16,39-14-9-16,-14 20 43 0,4-1 4 0,6 0 11 16,2-4 4-16,6 1 0 15,-1 1 0-15,6-2-1 0,5 0-13 0,6-2-19 16,5-2-2-16,2 0-5 0,0-3-6 0,-1 0 3 16,-2 1-2-16,2-1 2 0,1-1 1 0,-2-3-5 0,-2 2 2 15,-6 0-2-15,-7-1 9 0,-6 4-18 0,-2-3-6 16,-9-3-11-16,0 2-65 0,-9-1-68 0,-4-1-4 15,-1 4-28-15,-6-3-71 0,-13 11-411 0</inkml:trace>
  <inkml:trace contextRef="#ctx0" brushRef="#br0" timeOffset="-182638.28">25323 2686 2516 0,'0'0'-82'0,"0"0"49"0,30 17-11 16,-8-10 33-16,8 2 38 0,8-1 18 0,6-2-11 0,8-1 11 16,3-1-32-16,4 0 0 0,3-2 0 0,2 1-1 15,4 0-10-15,3-3 8 16,0-1-4-16,-4-1 5 0,-4-2 0 0,-8 2 1 0,-6-2 3 16,-4 0-2-16,-8-1-3 0,-7 0-27 0,-2 0-5 15,-6-2-11-15,-2 2-40 0,-5-1-69 0,-2-1-6 16,-13 7-30-16,0 0-111 0</inkml:trace>
  <inkml:trace contextRef="#ctx0" brushRef="#br0" timeOffset="-182421.45">25372 2833 2603 0,'0'0'0'0,"0"0"-37"0,0 0-1 0,36-3-1 16,-13 8 68-16,14-3 2 0,4 1 9 15,6-2-6-15,2-1 11 0,7-1-15 0,5-2 0 0,4-2-6 16,7-2-8-16,7 0-8 16,1-2 3-16,3 0-5 0,-3 1-4 0,-9 2 6 0,-2 0-6 0,-4 0 7 15,-2 1-4-15,-5 1-5 0,-6 1-12 16,-9 0-3-16,-6 1-78 0,-10-2-42 0,-7 0-12 0,-20 4-13 16,1 0-58-16,0 0-143 15</inkml:trace>
  <inkml:trace contextRef="#ctx0" brushRef="#br0" timeOffset="-182203.63">25339 2979 2517 0,'0'0'34'0,"0"0"-79"16,0 0 17-16,23-2-33 0,-2 10 70 0,11-1 18 15,3 2 7-15,8-4 2 0,5-2 8 0,3 2-17 16,2-5 1-16,2 1-8 0,3 1-15 0,1-2 8 0,1-1-9 15,1 1 9-15,-1-4-9 0,-5 2 10 0,-4 0-2 16,-8-2 2-16,-5 3-20 0,-7-3-37 16,-4 0-4-16,-7-3-15 0,-2 2-45 0,-7-3-47 15,-11 8-11-15,0-1-22 0,0 0-132 0</inkml:trace>
  <inkml:trace contextRef="#ctx0" brushRef="#br0" timeOffset="-181968.43">25443 2889 2840 0,'-1'-14'18'0,"1"14"-74"16,0 0 11-16,0 0-27 0,52-12 65 0,-19 15 10 16,3-1 4-16,5 0 0 0,1-1-3 0,4 0-4 15,3 0 5-15,1 0-4 0,4-1 7 0,4-1-7 0,0-1 0 16,1 0-1-16,-4 1 11 0,-7-2-5 15,-4 0 4-15,-6-1-4 0,-6 0 10 0,-1 0-41 0,-7 0-9 16,-3 0-15-16,-3-1-58 0,-18 5-62 16,1 0-4-16,0-1-33 0,0 0-156 0</inkml:trace>
  <inkml:trace contextRef="#ctx0" brushRef="#br0" timeOffset="-181768.93">25355 2846 2455 0,'7'-15'82'0,"3"3"91"0,5 5-233 0,12 5 50 16,7 2-2-16,12 1 23 0,6 0 25 0,6 0-15 15,4-1 0-15,3 1-6 0,2 1-4 0,10-2-4 16,2-1-1-16,5-1 0 0,2 0 0 0,-8-2 4 16,-6 2-1-16,-1-1 1 0,-4-1-3 0,-5-1-38 15,-2-1-14-15,-8 1-14 0,-7-1-82 0,-9 0-69 16,0 0-23-16,-9-2-30 0,-2-1-223 0</inkml:trace>
  <inkml:trace contextRef="#ctx0" brushRef="#br0" timeOffset="-181509.43">25538 2831 2677 0,'-8'-18'190'0,"3"5"-201"15,5 13 4-15,0 0-60 0,0 0 50 0,30-2 10 16,-8 6 2-16,2-1 2 0,0-1 3 0,3 1-2 16,0 0 1-16,4 1 0 0,3-1 4 0,1 0 1 15,1 1-2-15,0-2 2 0,0 1-4 0,1-2 2 0,2-1 0 16,-4-1 2-16,2 0 2 0,-5-2-21 16,-3-1 0-16,-3-1-10 0,-2-2-4 0,-4-1-16 15,-1 0-1-15,-5-2-9 0,-14 10-26 0,1 0-69 16,0 0-1-16,0-1-32 0,0 0-110 0</inkml:trace>
  <inkml:trace contextRef="#ctx0" brushRef="#br0" timeOffset="-181387.48">25797 2840 1687 0,'0'0'286'0,"0"0"-229"16,0 0 42-16,0 0-93 0,1 0 44 0,38-2 19 16,-19 6-6-16,6-3 8 0,5 1-38 0,6-1-18 15,3-1-4-15,5 1-3 0,1 1-11 0,1 0-108 16,1-1-41-16,5 1-61 0,5-1-540 0</inkml:trace>
  <inkml:trace contextRef="#ctx0" brushRef="#br0" timeOffset="-180288.74">17118 13094 36 0,'-15'-9'1030'0,"0"0"-444"0,-1 2 537 0,0 2-1137 0,16 5-19 15,-1 0-17-15,0 0 16 0,-36 13-5 16,37-13 14-16,-1 0-19 0,0 0 7 15,-39 22 2-15,40-22 4 0,-18 27 13 0,8-8-5 0,-2 2 2 0,1 4-1 16,1 3 29-16,1 1 17 16,0 1 4-16,4 0 2 0,1 0-2 0,2-2-4 15,2-1-6-15,4-1 3 0,2-3-5 0,2-3 5 16,2-2 4-16,1-4-1 0,3-3 0 0,-2-2-9 0,3-6 0 16,0-3-3-16,0-3-3 0,2-6 3 0,1 0-4 15,-1-5 4-15,1-5-4 0,-1-2 7 0,-3-3 2 0,1 0 0 16,0-1-2-16,-7-1 3 0,1 0 2 0,-4-5 1 15,-4 1 5-15,1-2-4 16,-2 0 0-16,-1 2-1 0,0 2 1 0,-5 5 10 16,-4 5-2-16,0 0 4 0,-2 3-16 0,-3 2-20 15,3 0-2-15,-5 6-7 0,0-2-16 0,0 5-13 16,-2 2-2-16,3 2-3 0,-2 4 2 0,4 1-41 16,-1 2-9-16,2 3-19 0,0 0-105 0,6 3-169 0,0 2-92 15</inkml:trace>
  <inkml:trace contextRef="#ctx0" brushRef="#br0" timeOffset="-180121.73">17436 13385 2261 0,'0'0'382'0,"0"0"-247"0,0 0 67 15,0 0-187-15,0 0-23 0,0 0-10 0,0 1 3 16,0 0-6-16,0 0-23 0,-3 34-157 15,3-35-3-15,0 0-67 0,0 0-151 0</inkml:trace>
  <inkml:trace contextRef="#ctx0" brushRef="#br0" timeOffset="-179777.6">17681 12996 2570 0,'-13'-2'107'0,"13"2"144"0,-1 0-243 0,0 0-44 16,0 1 11-16,-36 33-22 0,37-33 42 0,-6 34 3 15,1-13 3-15,4 4-2 0,0 1-7 0,1 4 7 0,1 4-1 16,2-1 3-16,1 1 3 0,-1-2-1 16,1-3 0-16,-1-1 0 0,2-4 9 0,0-2 4 0,1-2-2 15,2-7 2-15,1 0-5 0,-9-14 11 16,0 0-4-16,1 0 6 0,0 0-9 0,46 13 4 15,-47-13-3-15,1 0 2 0,43-26-5 0,-31 12-3 0,3-2 1 16,-2-2-3-16,-2-1 1 0,1-3 1 16,-1-2 0-16,-1 0 0 0,-1-3-1 0,-3-3 5 0,-2 0-4 15,-2-1 3-15,-2-1-2 0,-2 5 0 16,-2 1-3-16,-2 6 0 0,-2 0-21 0,-2 5-14 16,-2 2-3-16,-1 0-6 0,-1 4-27 0,-1 3-54 15,-3 3-15-15,-3 3-19 0,-3 1-109 0,0 3-66 16,2 0-18-16</inkml:trace>
  <inkml:trace contextRef="#ctx0" brushRef="#br0" timeOffset="-179391.19">18059 12896 1080 0,'0'0'171'0,"0"0"683"0,1 0-785 0,0 0 0 15,0 0 2-15,40 5-6 0,-41-5-13 0,0 0 3 16,0 1 0-16,1 0-3 0,17 38-28 0,-18-39 12 15,0 1 1-15,0 45 4 0,0-46-4 0,0 1-4 16,-5 45-3-16,5-46 2 0,0 1 2 0,-1 46-10 16,1-47 1-16,0 1-5 0,3 43-2 0,-3-44-4 15,0 1 3-15,4 43-4 0,-4-44-2 0,0 1-6 16,13 44 1-16,-13-45-2 0,0 1-3 0,19 46 1 0,-19-47 0 16,16 31 1-16,-2-15 4 0,4 0 0 15,1-1 2-15,2-1-1 0,-1 1-2 0,0-2 5 0,1-1-4 16,0 0 6-16,0-1 0 0,2 1-1 15,-2-1-3-15,-1 1 1 0,0 0-6 16,-4-2 2-16,0 0-2 0,-1 0 3 0,-3-2-1 0,0 2 1 16,-12-10 4-16,0 1-1 0,0 0 6 0,1 0 2 15,20 37-2-15,-21-38 2 0,0 0 6 0,0 1-15 16,-1 0 3-16,-26 39-9 0,27-40-3 0,-32 18 0 16,13-8-4-16,-2 1 1 0,-4-4-12 0,-2-3-31 15,-2-1-9-15,-3-3-12 0,-2-4-68 0,-2-6-39 16,0-1-12-16,0-7-10 0,3-4-48 0,0-10 940 0</inkml:trace>
  <inkml:trace contextRef="#ctx0" brushRef="#br0" timeOffset="-179220.24">18084 12913 1597 0,'0'0'728'0,"0"0"-473"0,1 0-84 16,0 0-75-16,37-9-44 0,-18 9 23 0,2 2-9 15,6 2 13-15,1 1-27 0,2 1-36 0,-2-2-1 16,2 2-9-16,-2-2 2 0,1-1 1 15,-2 1-4-15,0-1 2 0,-2-1-7 16,1 2-1-16,-3-1-25 0,0 0 3 0,2 1-125 16,-4-2-143-16,4 3-32 0</inkml:trace>
  <inkml:trace contextRef="#ctx0" brushRef="#br0" timeOffset="-178070.09">13157 14237 2238 0,'0'0'130'0,"-1"0"0"0,0 0 5 0,0 0-61 0,1 0-46 15,-2 0-25-15,1 0-3 0,1 0 6 0,-1 0 6 0,0 0-12 16,1 0 2-16,0 0-2 0,1 0 19 0,0 0 4 16,47-3 3-16,-28 2 2 0,0 1 9 0,2-2-6 15,-1 0 0-15,2 0-3 0,3 1-7 0,5 0-7 16,-1 1 1-16,6 0-4 15,-1 2-7-15,0-3 1 0,4 3 2 0,-1 0 0 16,0-1-5-16,0 0 0 0,0-1 3 0,0 0-1 16,0 0 8-16,7-1 10 0,1 1-4 0,6-2 8 15,2 0-1-15,-1-1 0 0,-1-1-3 0,-1 1 1 0,-1 0-18 16,0 0 5-16,2 0-6 0,3-1 7 0,3 0 0 16,4 1-10-16,-2-1 6 0,-2 2-7 0,-2 0 6 15,-3 1-4-15,2-1 2 0,3 1-2 0,5-1 11 0,1 0-5 16,2 0-3-16,-3 2 1 15,-1-1-2-15,-2 0-4 0,-1 0 8 0,5-3-8 0,3 2 13 0,4 0 11 16,-1 1-1-16,-4 1 5 16,-2 0-7-16,-4 0-11 0,4 1 1 0,7-1-3 0,1 2 7 15,3 0 0-15,-6-2-2 0,-3 3 1 16,0-1-2-16,5-1-3 0,1 1 6 0,7-2-4 16,0 0 10-16,-7 0-5 0,0 2-5 0,5-1 2 15,2-1-3-15,7 0-5 0,4 0 2 0,-4 0-4 16,-2 1 0-16,8-1 2 0,2 0 0 0,3 1 1 15,-3 0 1-15,-2 1-7 0,3 0 12 0,5-1-8 0,4 0 17 16,1 0-3-16,-2-1-7 0,4 1 5 16,3-1-1-16,4-1 2 0,0-1 2 0,2-1-1 15,4 0-3-15,1 0-6 0,-1 0-1 0,1 2-1 16,-2-1 4-16,2 0-4 0,-3 0 1 0,-4 1-2 16,2 0-6-16,-1 1 10 0,-2 4-6 0,-6-1 8 15,2 0 4-15,-1 1-4 0,-2-2 4 0,-7 3-5 0,1-2 4 16,-1 2-4-16,-2-1 4 0,0 1-4 0,-9 0 2 0,0 0-7 15,0 1 0-15,-3-1-4 16,0 0-1-16,-13-1-1 0,-6 2 0 0,-7-1 0 16,-1 0 0-16,-4 0 0 0,-2 0 0 0,-7-1 0 15,-6 1 0-15,-8-1-46 0,-7-1-23 0,-6-1-21 16,-18-2-213-16,1 0-366 0</inkml:trace>
  <inkml:trace contextRef="#ctx0" brushRef="#br0" timeOffset="-173025.07">24692 11814 1776 0,'0'0'164'0,"0"0"-4"0,0 0-10 0,0-1-106 16,0 0-72-16,0 1 51 0,0 0-5 0,0 0 26 15,1 0-5-15,0-1-15 0,0 0 0 0,0 1-3 16,35-19 18-16,-36 19-11 0,1 0 2 0,0 0-6 15,39 4-2-15,-40-4-2 0,1 0-3 0,38 1-1 0,-39-1-6 16,1 0-1-16,42-2 9 16,-43 2-5-16,1 0 17 0,39-2 3 0,-40 2-1 0,1 0 2 15,37-1-2-15,-38 1-5 0,1 0 3 16,50-3-3-16,-30 3 0 0,3-1-4 0,4 0-4 0,2-1 1 16,1 0-15-16,3 0-4 0,2 1 2 0,2 1-2 15,2-1 1-15,2 1 5 0,1 0-2 0,1 0 3 16,3 2-3-16,3-1-6 0,0 1 3 0,-1-2-3 15,-2 2 10-15,-1 1 7 0,-1-1-1 0,-1 1 3 16,3-1-3-16,3-1 0 0,4 1-3 16,6-1 3-16,2 0-2 0,3-1 0 0,1 0-5 0,0 0 3 15,2-2-11-15,4 0 6 0,5-1 1 16,2 0 1-16,0 0 1 0,-3-1 1 0,-4 1-1 16,3 2 1-16,2-1-5 0,1 0 8 0,1 1-2 0,-3 0 5 15,-4 0 4-15,3 1-2 0,4 1 3 0,0 0-4 16,7 0-5-16,-4-1 4 0,-2 0-4 0,4 0 4 15,4 0-2-15,4 0-6 0,5-1 3 16,-6-1-3-16,1-1 2 0,2-1-4 0,3 0-1 0,-1 0-1 16,-2-1 0-16,-4 2 0 0,1-1 5 15,3-3-3-15,0 3 4 0,-2-1-1 0,-4 2-2 0,5 1 1 16,4 0-6-16,5 1 8 0,-3-2-3 0,0 1 5 16,2 1-3-16,3-1-4 15,6 2 0-15,-5 0-1 0,1 1-1 0,1-1 2 0,-1-2 0 16,0 1 1-16,-9-1-5 0,3 2 4 0,-6 3 1 0,-4-3 1 15,4 3 7-15,-16-2-14 0,-4 2 8 0,0-1-8 16,-3 1 10-16,1-1-5 0,-4 1-1 0,-7 0-1 16,-5 0-3-16,-4 2 4 0,-7-2-2 0,-2 1 3 15,0 0-1-15,-2-2 0 0,0 1-1 0,-4 1 1 16,-4-2-2-16,-9 1 2 0,-3-1-7 0,-7-1 0 16,-14-1-39-16,1 0-47 0,0 0-9 0,0 0-17 15,0 0-74-15,0 0-94 0,0 0-4 0,-1 0-39 16,-18 7-92-16</inkml:trace>
  <inkml:trace contextRef="#ctx0" brushRef="#br0" timeOffset="-171557.24">24747 11741 2286 0,'0'0'127'0,"0"-1"-35"0,0 0-9 0,0 0-41 15,0 0-52-15,0 0 34 0,1 0 2 0,28-37 6 16,-29 38-19-16,1-1-8 15,46-20-1-15,-20 17-1 0,1 2-2 0,7 0 5 16,3-1 0-16,6 1 2 0,6-4 3 0,3 1 12 16,3-1 3-16,4 0 4 0,-1 1 19 15,6-2-4-15,5-4-4 0,8 3 1 0,4-1-8 0,2-4 1 0,0 4-1 16,3-2 0-16,4-1-5 0,5 1-13 0,4 1 4 16,-2 0-8-16,1 0-1 15,5 0 8-15,3 0-9 0,5 0 9 0,0 2-13 0,6 0-1 16,3 1 2-16,1 0-3 0,3 1 0 15,0 2 2-15,0-1 0 0,2 2 0 0,1 0-2 0,-2 0 3 16,2 0 1-16,-1 2-1 0,1-1-7 0,0 1 11 16,-2 0 1-16,-1 1 5 0,1 0 12 0,-1 0-16 15,0 2 2-15,3 1-6 0,1 0 9 0,1 1-8 16,1 0 3-16,3 0-6 0,-3 2-4 0,0 0 1 16,-5 0 0-16,3 0 1 0,-4-1 1 0,-1-2 2 15,-3 1-4-15,-7 0 4 0,0-2-4 0,-5 1 3 16,-4-1 1-16,-9 0-1 0,-6 0-6 0,-5-1 7 15,-1 2-3-15,-7 0 4 0,-4 0-2 0,-9 1-6 16,-6-1 2-16,-5-2-3 0,-4 1 2 0,-1 0-2 16,-4 0 3-16,-5-1-3 0,-4 2-14 0,-8-3-49 15,-6 2-11-15,-6 0-16 0,-15-2-63 0,1 0-46 16,0 0-4-16,0 0-22 0,-1 0-81 0,0 0-163 16</inkml:trace>
  <inkml:trace contextRef="#ctx0" brushRef="#br0" timeOffset="-171042.78">25444 11667 2356 0,'-16'-13'151'16,"3"1"-38"-16,3 3-5 0,10 9-101 0,0 0-41 0,0 0 40 16,0 0-8-16,0 0 6 0,0 0-48 0,0-1 16 15,37-30-3-15,-3 27 11 0,8 3 16 0,9-1 12 16,5 0 1-16,5 0 6 15,3-2 10-15,4 1 15 0,6 0 2 0,8 0 4 16,4 1 3-16,5-2 6 0,0 1-8 0,8 1 6 16,7 1-16-16,9-1-7 0,5 2 0 0,11 0-4 0,4 0-13 0,4 0-1 15,10 1 0-15,4 1 0 16,0 1 2-16,6 0-9 0,1-2 1 0,-2 4-4 0,1-1 4 16,5-2 2-16,-3 3-4 0,2 1 2 0,4 1-3 15,-9 4 3-15,4-4 4 0,0 1-1 0,-2 3 15 0,1-3-6 16,-1 1 1-16,-8 2-3 0,-2-5-4 0,6 2-3 15,-8 2 1-15,-2-2-1 0,0 2 0 0,-11 0-1 16,-6 0-1-16,-9-2 0 16,-8 2-1-16,-7-2-3 0,-3 1 4 0,-11-1-3 15,-8-2-2-15,-11 1 3 0,-5-1-3 0,-5 0 3 0,-5-1-2 0,-9-2-11 16,-7 0-9-16,-10-2-5 0,-8-1-60 0,-3 0-72 16,-20 0-2-16,2 0-29 0,-2 0-62 0,1 0-185 15</inkml:trace>
  <inkml:trace contextRef="#ctx0" brushRef="#br0" timeOffset="-170459.51">24471 11749 2619 0,'0'0'159'0,"0"-1"-63"15,0 0-16-15,1 0-78 0,57-31-64 0,-19 32 82 16,7-2 0-16,8 3 16 0,5 0-24 0,-2-15-6 0,13 15-3 16,13-1 0-16,6 0 0 0,10-3 8 0,5 2-3 0,10-1 3 15,7-3-7-15,9-3 12 0,4 0-4 0,10 0 6 16,3 0-7-16,2-3 6 15,13 0-7-15,-1-1 6 0,0 1-3 0,12-3 21 16,-3 3 4-16,1 1 5 0,9 0 3 0,-8 3-14 16,4-2 1-16,5 2-6 0,-6 4 0 0,8 0-13 0,-4 3 2 15,-6 3-6-15,10-1 2 0,-9 5-7 0,3 0-1 16,5-1-1-16,-10 2-3 0,6 1 3 0,-3-1 3 0,-14 3-2 16,3 2 3-16,-9-5-6 15,-7 1 5-15,-7 1-4 0,-6 0-2 0,-11 1 3 16,-8 5-3-16,-11-3 6 0,-10-1-1 0,-6 2-2 15,-6-2-1-15,-6 2 0 0,-7-2 5 0,-12 1-16 16,-8-2 0-16,-9-1-11 0,-4 1-31 0,-7-2-62 16,-2-2-7-16,-9 1-22 0,-19-8-55 0,0 0-45 15,2 0-7-15,-1 1-29 0,-1 0-204 0</inkml:trace>
  <inkml:trace contextRef="#ctx0" brushRef="#br0" timeOffset="-170176.97">28057 11469 2829 0,'-5'-13'471'0,"2"2"-402"16,3 11 17-16,0-1-81 0,0 0-106 0,22-18 39 0,3 19-9 0,15 3 26 15,12 2 29-15,15 2 8 0,14 1-4 16,21 2 6-16,10 1 8 15,19-1 1-15,11 2 3 0,11 0-2 0,3-1 4 0,14 2 11 16,-1-2-2-16,9 1 4 0,2-1-3 0,-10 0-9 0,6 1 5 0,-8-6-7 16,-7 4 1-16,1-2-1 15,-9 0 0-15,-13 1 0 0,-1-1-3 0,-15 0-2 0,-7-4 4 16,-9 2-3-16,-8 0-1 0,-14 1-111 0,-4-1-43 16,-9 2-45-16,-11-1-352 0</inkml:trace>
  <inkml:trace contextRef="#ctx0" brushRef="#br0" timeOffset="-168526.52">12894 9869 2621 0,'-9'-9'96'0,"9"9"-48"16,0 0-14-16,0 0-66 0,0 0-29 0,0 0 22 0,0 0-2 16,0 0 19-16,0 0 27 0,0-1-6 0,0 0 1 15,0 1-3-15,1 0 3 0,37-15 6 0,-38 15 1 16,1 0 4-16,43 0 13 0,-24 0 7 0,3-1 1 15,2-1 2-15,-1 0-3 0,0-1 0 0,1 0-4 16,1-2 2-16,1 3-11 0,0 0-5 0,-1 0 4 0,1 2-5 16,0 0-5-16,0-1 0 15,3-1-5-15,6 1 4 0,2 0 2 0,2 0-6 0,3 2 5 16,-1-2-6-16,-2-2 3 0,1 1 1 16,-1-3-3-16,-2 2 3 0,-2 1-2 0,0-1 26 0,3 1-4 15,1 0 10-15,5 1-17 0,0-3-1 0,-2 4-4 16,-1-3 3-16,-1-2-7 0,0 4 0 15,-1 0 1-15,-3 1 0 0,1 0-7 0,-1 0 2 16,-1-2-2-16,5 2 2 0,0 1-3 0,0 0 4 16,1 2-3-16,-2-1 2 0,-2 1-5 0,-2 2 3 15,0-3 0-15,-3 3 1 0,0 1 0 0,0-2-4 16,0-2 3-16,7-1-3 0,1-1 9 0,4-2-6 0,2 1 4 16,0-2-3-16,0 1 4 0,0-1 1 15,-1-1 0-15,-1 0 0 0,-1 0-2 0,-1-1 2 16,2 0 0-16,1 0 3 0,4-2 2 0,-2 1 0 15,3 2-3-15,-6-2 2 0,0 2 4 0,-2 1-7 16,-4-1 4-16,0 4-7 0,-1 0-6 0,2 0 1 0,5-3-2 16,2 2 2-16,2-2-2 0,0 3-1 15,-1-1 1-15,0 0 0 0,-2 0 1 0,-2-1 5 16,0 1-5-16,3-1 4 0,5 0-6 0,2 1 2 0,2 0 2 0,-2-4 2 16,-2 5-6-16,-1 0 1 15,-2-3 1-15,-2 3 3 0,1-4 6 0,3 2-12 0,4 0 0 16,3 0-4-16,-1 3 11 0,-1 2-5 15,-3-1 4-15,-3 3-4 0,-2-1-5 0,3-2 8 16,3 1-3-16,5 1 4 0,1-2-7 0,0 0 2 16,-4 1-1-16,-3-1 2 0,-1 0 2 0,-3-2 1 15,4 0 0-15,4 0 0 0,1 0-3 0,4 1 0 16,1-1 3-16,-6 0-1 0,-2-1 1 0,-2-1-1 16,-1 2-2-16,4 1 2 0,2 0-4 0,4 2 2 15,-1 1 0-15,-6-3 0 0,-1 3 3 0,-4 1-4 16,-1-3 3-16,0 4-2 0,1-3-1 0,2-1 5 15,3 2-5-15,-1-1 5 0,0 1-1 0,-3-2-2 16,-2 0 3-16,-2 0-4 0,2 0 2 0,2 0 0 16,3 0-2-16,2-2 0 0,1 0 0 0,-1 0 2 15,-4-1 1-15,-2 2 1 0,-1 2 0 0,-2 2-4 16,0-2 3-16,5 2-3 0,1-1 0 0,3-1 5 16,0 2-5-16,-1-3 5 0,-3-1-2 0,-1 2-2 15,-2-1 0-15,1 1-1 0,4-2 8 0,5-1 0 16,3 0 10-16,2-1-6 0,-4 0 12 0,-2 0-11 15,-2-1-1-15,0 0-3 0,5 0 0 0,7 0-5 16,1-1 0-16,1 1-3 0,-3-3 0 0,-6 5 2 16,2-1 0-16,2-3 0 0,4 3-3 0,4-2 3 15,-1-1-1-15,-2 2 2 0,-4 0 1 0,2 1-5 16,-1 1 1-16,4 0-3 0,4-4 2 0,0 1 3 16,-2 1-3-16,-4 1 2 0,2 0-1 0,7 1 0 15,3 0 3-15,6-1-2 0,-2-1-4 0,-4 0 2 16,1-3 1-16,6 1 2 0,4 0 3 0,2-3-3 15,-3 2 2-15,-4 1-3 0,2 0-3 0,3-1 4 16,1 0-2-16,-3 0 5 0,-5 2 16 0,3 0-4 16,3 0 4-16,2 1-6 0,4-1-9 0,-5 0-3 15,0-1 2-15,7-2-1 0,1 1 1 0,4 0-4 16,-5 0 4-16,1-2-4 0,2 0 7 0,0 2-8 16,-1-1 0-16,-7-1 0 0,1 0 6 0,0-3 3 15,-2 0 4-15,2 1-2 0,-7 1 10 0,0 0-10 0,4-1 0 16,-2 0-3-16,4 0-1 0,-8 0 1 15,-1 1-5-15,-1 2 2 0,2 0-7 0,1-3 5 16,-2 1-4-16,-9 0 4 0,-4 0 0 0,0 1-8 16,-4 1 11-16,-1 1-9 0,-2 0 12 0,-7 2-8 15,-7 0 0-15,-4 1-2 0,-4 1 2 0,-5 0 2 16,-2 1-4-16,-2 0 3 0,-3 0-3 0,-3 2-2 16,-3 0 0-16,-2-1-6 0,-5 2-42 0,-4 0-66 15,-14-3-18-15,0 0-19 0,0 0-94 0,0 0-115 0,0 0 8 16,-29 21-67-16,-19-14-243 15</inkml:trace>
  <inkml:trace contextRef="#ctx0" brushRef="#br0" timeOffset="-167568.55">13471 9747 2581 0,'-17'-15'118'0,"0"2"-49"15,6 3 57-15,11 10-144 0,0 0-3 0,0 0-9 0,0 0 21 16,0 0-3-16,0 0 9 0,0 0-6 16,0 0 2-16,29-7 1 0,-7 14 0 0,2 3 11 0,6-7-2 15,2 5 3-15,5-2-2 16,1 2 10-16,2 3-1 0,1-2 0 0,7 3-1 0,5-5 2 0,7 2 3 16,5-2-3-16,5-2 2 15,1 1-6-15,-1-3-3 0,0 0 5 0,6-2-6 16,3-1 1-16,5-2 20 0,4 0-7 0,-5 0 11 15,3-1-9-15,4 1-6 0,3-4 3 0,7 1-5 16,-3 0 0-16,0-3 8 0,4 5-8 0,3-2 7 16,2 1-13-16,-2 3-5 0,1 1 6 0,4-1-5 15,1 2 5-15,0 3-7 0,1 0 2 0,1 0-3 16,2-1 6-16,-1-1-6 0,-1-2 3 0,3 0-3 16,-1-3 3-16,4 1 2 0,-3 1-3 0,3-4 2 15,2 3-1-15,0-3 29 0,3-2-8 0,0 1 14 16,1 0-19-16,1 1-14 0,0-1 4 0,-1-1-7 0,2 1-1 15,0-1 3-15,1 1-2 0,-2 1 2 16,1 0-4-16,-3-1 0 0,2 2-2 0,-1 0 1 16,-2 0 3-16,1 1-2 0,0 1 3 0,-2 0-4 15,4 1 6-15,-3 1-1 0,2 0 10 0,0-3-4 16,0 3 22-16,2-2-18 0,0 1-4 0,2 0-2 16,0-1-9-16,3 0 8 0,1 1-3 0,0-1 3 0,-2 0-2 15,6 1-4-15,-4-2 2 16,-1 1-2-16,1 0 3 0,4-1-5 0,-4-2 5 15,1 2-5-15,-1 0 6 0,-3-1-1 0,-1 3-3 0,-3-2 2 16,5 1-4-16,-3 1 2 0,-1-1 6 0,2 1-1 16,1-1 18-16,-1 1-8 0,3 0-3 0,-2 0-2 15,1-2-13-15,0 2 3 0,-2-2-1 0,1 1 3 16,0-2-2-16,-3 0 2 0,1-2-2 0,-6 0 2 16,0 2 1-16,-2-2 0 0,-4 0 0 0,-5 0 0 15,-3 0-2-15,-2 0 1 0,-3 2 2 16,-2-2-1-16,-12 1 4 0,1 1-7 0,-5 0 2 0,-2 2-3 15,0 0 5-15,-10 2-5 0,-5 0 4 0,-7 1-5 16,-3 0-3-16,-1 1 3 0,-5 1-3 0,-4 1 4 16,-6-1 1-16,-7 1-28 0,-7 1-13 0,-5-1-12 15,-5 2-97-15,-17-6-102 0,1 0-9 0,-1 1-38 16,1 0-114-16</inkml:trace>
  <inkml:trace contextRef="#ctx0" brushRef="#br0" timeOffset="-166669.89">24929 11797 2508 0,'0'0'149'0,"0"-1"-67"15,0 0 76-15,0 0-178 0,-8-35 10 16,8 36 0-16,0 0 27 0,0 0-2 0,2-1 5 15,33-14-18-15,-17 13-2 0,5 1 4 0,3-2-4 16,6 2 6-16,6-1-6 0,4 2 4 0,4 0-2 16,1-1 25-16,0-11 3 0,5 12-1 0,6 0 2 15,3 1-5-15,4-4-2 0,6 1 4 0,6-1-4 16,-1-1 1-16,1 1-2 0,5-2-7 16,5 2 4-16,4 0-9 0,4-3-7 0,0 5 5 0,1-3-6 15,4-1 4-15,2 1-2 0,3-2-1 0,-2 4 1 16,4 1 6-16,4 0 1 0,2 1 2 0,1-3-1 15,1 2-3-15,5-1 10 0,-2-1 0 0,3 1 5 16,3 1-2-16,0-1-7 0,3 1-3 0,3-1-1 16,1-2-8-16,3 3 7 0,-3 0-4 0,9 1 5 15,-1 2-5-15,-4-3 0 0,5 1 0 0,-4 0 0 16,-2-1 0-16,-4 4-2 0,3-2 0 0,-6 3-1 16,-2 1 0-16,-2 1 6 0,-2 0 0 0,-3-1 0 15,-1 3-9-15,-2 1 9 0,-6 0-4 0,0 1 6 16,-3 1-6-16,-1-2-1 0,-1 2-2 0,-9 0 0 15,0-1 0-15,1 0 0 0,-5 0 2 0,-7-1-1 0,-7 1 2 16,-2 0 0-16,-2-3-1 0,-2 2 2 0,-3-2-1 16,-6 0-1-16,-6 0-2 0,-6 0 1 15,-3-2-4-15,-3-1 4 0,-6-1-1 0,-1-1 1 16,-3 0-8-16,-4 0-44 0,-2 0-14 0,-6-1-17 16,-3-1-100-16,-19 0-71 0,1 0-12 0,0 0-28 15,0 0-134-15</inkml:trace>
  <inkml:trace contextRef="#ctx0" brushRef="#br0" timeOffset="-166403.17">30289 11671 3275 0,'0'0'108'0,"0"0"-126"0,0-1-19 0,36-18-22 0,-10 19 27 15,10 0 44-15,8 2 1 0,4-1 11 0,8 1-16 16,6 0-1-16,8 2-3 0,17 1 1 0,5 0-3 16,9 2 2-16,3-2 5 0,-3 4-2 0,4-2 12 15,0-1-1-15,0 1-5 0,-4-2 3 0,-1 1-7 16,-4 0 5-16,-1-1-2 16,1 0 2-16,-10 0-6 0,-7 0-4 0,-2 1 1 0,-8 0-3 0,-2-1-2 15,-8 2-41-15,-10-1-33 0,-8 2-14 16,-6 1-214-16,-8 0-344 0</inkml:trace>
  <inkml:trace contextRef="#ctx0" brushRef="#br0" timeOffset="-165275.48">18890 15236 1677 0,'-15'-5'187'0,"0"1"-53"16,1 1 88-16,14 3-138 0,-1 0-14 0,0 0-19 16,-33-11 36-16,34 11-16 0,0 0 22 0,0 0-52 15,-2-1-14-15,1 1-3 0,0-2-3 0,0 1-12 0,1 0 1 16,0 0-3-16,0 0 2 15,1 0-5-15,0 1 10 0,46-13 1 0,-25 14 4 16,1 2 22-16,3 0-13 0,2 0 8 0,3 0-10 16,2 0-4-16,1-1-5 0,0 0-5 0,2-1 3 15,0-1-10-15,0 0 1 0,3 0 0 0,-5-1 0 16,1-1 3-16,-5 1-2 0,-3 0-8 0,-4 1-2 16,-2 0-59-16,-6 0-64 0,-1 0-5 0,-14 0-24 15,1 0-48-15,0 0-41 0,0 0-4 0,0 0-18 0,0-1-85 16</inkml:trace>
  <inkml:trace contextRef="#ctx0" brushRef="#br0" timeOffset="-165071.72">19103 14830 2209 0,'-14'-4'118'0,"-2"1"110"16,3 2-134-16,13 1-71 0,-1 0 8 0,0 0-28 15,0 1 16-15,-34 35 0 0,32-17-4 0,2 5 0 16,1 3-12-16,3 3 4 0,1 3 3 0,4 4 0 15,0 4 12-15,0 3 10 0,0 4-5 0,-2 2 4 16,-3 0-21-16,3 4-2 0,0-4-2 0,1 1 0 16,3-3 1-16,-1 1-3 0,1-1 1 0,-3 1-2 15,1 0-18-15,-2-3-88 0,0-3-12 0,0-4-37 16,0-2-160-16</inkml:trace>
  <inkml:trace contextRef="#ctx0" brushRef="#br0" timeOffset="-164236.64">13793 14021 1914 0,'0'0'101'0,"0"0"-39"0,0 0 48 16,-1 0-134-16,-1 0 0 0,2 0-15 0,0 0 42 16,0 0-3-16,0 0 12 0,2 0-21 0,-1-1 3 15,35-19 3-15,-17 20-1 0,3 0 1 0,0 0 1 16,1 0-7-16,1 1 6 0,-1 1 2 0,1-1 2 16,-1 1 6-16,3 1-2 0,-1 5 3 0,1-2 9 15,0-2-3-15,3 2 5 0,0-4-4 0,3 1 8 16,1-1-3-16,8-2 3 0,2-2-16 0,7-2 2 15,4 1-3-15,3-3 3 0,-1 1-7 16,-1-1 0-16,2 1 3 0,-1 2-2 0,5 0-3 16,3 0 2-16,1-1-2 0,0 1 2 0,-4-1-1 15,-1 2 2-15,-3 1-3 0,0-1 4 0,2 2-4 0,4 0 1 16,4 1-1-16,1 0 0 0,-1-2-2 0,-3 1 2 0,0 0 0 16,3 0 1-16,3 0-5 15,5-1 5-15,3-1-2 0,-3 2 4 0,-4-1-1 0,1 1 1 0,1 0-2 16,3 0 1-16,1 0 0 15,-2 0 1-15,-2 0-3 0,-7 2 0 0,4 0-3 0,2 0 4 16,3-1 4-16,3 1-1 0,-3 0-9 0,-5 1 8 16,-2 2-5-16,6-1 5 0,5-1-4 0,1-1 33 15,4 0-1-15,-7 0 12 0,-3 1-22 0,4-1 17 16,1-1-12-16,4 0 15 0,-1-1-14 0,-5-5-4 16,-5 3-4-16,0-2 0 0,-1 2-4 0,2 2-10 15,-1-1 7-15,-4-2-7 0,-5 3 4 0,-3 0-5 16,-1 1 1-16,0 0-1 0,5-1 3 0,0 1-6 15,-3 0 2-15,-3 0-1 0,-5 0 4 16,-1 0-6-16,-4 0-28 0,1 4 0 0,2 0-164 16,1 0-272-16</inkml:trace>
  <inkml:trace contextRef="#ctx0" brushRef="#br0" timeOffset="-163485.43">19925 15185 1728 0,'-13'-2'271'16,"2"2"-103"-16,-1 2 132 0,12-2-301 0,-1 0-8 16,0 1-23-16,0 0 25 15,-34 43-2-15,31-24 9 0,1 5-23 0,-6-4 5 16,9 11 1-16,3 2 3 0,0 0 8 0,2-4 19 15,-1-1-9-15,2-6 14 0,4-3 2 0,-1-5 8 16,2-2 6-16,1-6-2 0,-1 3 7 0,2-9 0 16,1 0-1-16,2-1 2 0,0-4-6 0,1-4-4 15,1-3 1-15,1-5-1 0,0-1 0 0,0-5-5 0,-1-4-2 0,2-2 1 16,-2-3 4-16,0-1 0 16,0 0 4-16,-2 1-3 0,-3-1 10 0,-4 2 0 15,-3 0 1-15,-2 2-1 0,-3 1 2 0,-1 3-18 0,-2-1 4 0,-2 7-10 16,-1-1-7-16,1 4-12 15,-2 4-7-15,-2 2-3 0,0 0-36 0,-2 2-63 0,10 7-2 16,-1 0-27-16,0 0-73 0,-37-6-105 0,38 6-64 16</inkml:trace>
  <inkml:trace contextRef="#ctx0" brushRef="#br0" timeOffset="-163319.55">20188 15521 2576 0,'0'0'74'0,"0"1"-27"0,0 0 4 0,20 35-15 16,-20-36-18-16,0 1-6 0,1 0-3 0,0 0 0 16,37 33-10-16,-38-34-69 15,1 0-1-15,0 0-32 0,42 17-81 0,-43-17-140 16,1 0-63-16</inkml:trace>
  <inkml:trace contextRef="#ctx0" brushRef="#br0" timeOffset="-162768.68">20697 15214 2819 0,'0'0'116'16,"-1"0"100"-16,0 0-167 0,0 0-33 15,0 0 4-15,0 0-14 0,0-1-5 0,0 0 3 16,0 1-4-16,0-2 2 0,-9-38-19 0,10 40 0 15,15-30 0-15,-7 10 3 0,-2-2 16 0,0-3 11 16,-1 0 1-16,-3 3 3 0,1-1 2 0,-3 0 4 0,-3-1 1 16,-3-1 0-16,-1 0 3 0,-1 2-13 15,0 2 3-15,-1 3-6 0,-3 2-1 0,0 3-5 16,0 3 1-16,0 3-3 0,-3 0-6 0,2 3-18 0,-1 3-1 16,2 1-4-16,-1 4-1 0,0 3-16 0,2 0 5 15,-2 4-8-15,4 3 6 0,-3 3 16 16,0 1-4-16,1 2 11 0,1 2 11 0,2 0 0 15,-1-1 4-15,5 1-2 0,-2-1 5 0,4-2 3 0,1 0 0 16,0-2 0-16,3 1 5 0,0-3 9 16,4 0-1-16,2-1 3 0,-3-3-4 0,4-1-9 15,1-2-4-15,2-3-1 0,2-1-9 0,-1-4 5 16,3-1 2-16,1-4 0 0,1 0 3 0,2-3-3 16,0-1 4-16,1 0-4 0,-2 0 6 0,0 1-1 0,-2 1-2 15,-4 1 2-15,-13 6-1 0,1 0-3 16,0 0 4-16,0 0-3 0,37-12 0 0,-38 12 6 0,0 0-5 15,0 0 6-15,0 0 0 0,0 1-7 16,0 0 4-16,8 34-5 0,-8-35 1 0,0 1 0 16,-4 43-4-16,1-23 2 0,0 1 1 0,0 3-1 15,-1 2 1-15,1 3-3 0,-2 3 2 0,2 4-2 16,0 0 2-16,-1 1-3 0,3 0-1 0,0-3 9 16,1 1-2-16,0-1 5 0,1-2-8 15,2-1-58-15,0-4-6 0,2-4-25 0,0-4-76 16,0-3-74-16,-5-17-10 0,0 1-35 0,2 0-172 0</inkml:trace>
  <inkml:trace contextRef="#ctx0" brushRef="#br0" timeOffset="-162202.7">21087 15193 2694 0,'0'0'155'0,"0"-1"-98"15,0 0-25-15,-7-44-13 0,7 45-26 0,0-2 7 16,0-39-2-16,0 40 3 0,0 0-10 0,12-51-6 16,-6 30 1-16,0 1 0 0,0-4 18 0,-2 5 6 15,0-3 3-15,-4 0 0 0,-1 2 10 0,-1-1 11 16,-1 3 1-16,0 2 5 0,-1 3 7 0,-3 2-6 16,1 1-1-16,6 11-4 0,0-1-9 0,-1 1-24 15,0-1 2-15,-43-20-10 0,44 21-6 16,-1 0 2-16,0 1-4 0,-35 27 2 0,25-12-20 0,-1 6 11 15,0 1-3-15,-2 5 7 0,4 3 9 0,-1-1 7 16,2 0 2-16,3 1 0 0,2-2 0 0,4-2 10 16,0-2-3-16,4-3 5 0,2-4-3 0,3-3-10 15,1-2-3-15,1-5-3 0,0-4 1 0,4-3-11 16,2-4 10-16,3-5-11 0,2-3 16 0,1-5 0 0,2 1 0 16,1-5 0-16,-1 4-1 15,-3 3 4-15,-1-1 1 0,-4 6 2 0,-3-3 0 16,-2 3 3-16,-12 8-4 0,1 0 2 0,0 0-2 15,0-1-1-15,0 0 2 0,0 0-3 0,0 0-7 0,0 0 7 16,0 0 1-16,0 1 3 0,0 0-3 0,-1 0 2 16,2 0-5-16,-1 0 4 0,-1 1-5 0,12 36 1 15,-12-36 1-15,-7 37 1 0,4-15 6 0,1 2-2 16,-1 6 4-16,2 1-3 0,-1 2 8 0,-1 4 2 16,1 1 0-16,0 1 2 0,1 2 3 0,1-4-12 15,0 0 2-15,0 2-7 0,0-1 1 16,1 3 0-16,0 1-2 0,0-1 1 0,1-3 0 0,-1-5-1 15,0-2 2-15,0-3-3 0,0-2-2 16,-1-6-20-16,1-2-6 0,-1-19-7 0,0 1-42 16,0 0-68-16,0 0 0 0,0 35-30 0,0-36-63 15,0 0-114-15,0 0-59 0</inkml:trace>
  <inkml:trace contextRef="#ctx0" brushRef="#br0" timeOffset="-162021.05">21480 15396 3606 0,'0'0'30'16,"0"0"-37"-16,0 0 1 0,0 0-13 0,0 0-1 0,0 1-28 16,0 0-26-16,0 0-9 0,1 0-165 0,0 0-61 15,42 31-4-15,-43-32-24 0,1 0-87 0</inkml:trace>
  <inkml:trace contextRef="#ctx0" brushRef="#br0" timeOffset="-161659.52">21788 15297 2644 0,'0'0'439'0,"0"0"-331"0,-1 1-52 0,0 0-63 0,-29 36-56 0,30-37 36 16,-4 34-8-16,4-13 21 0,1 3 12 0,4-4 5 15,0 0-10-15,1-3 7 0,4-4-31 0,0 1 22 16,1-5 1-16,1-2 7 0,0 0 1 0,-1-5 6 16,3 1-5-16,-1-3 4 0,1-4-11 0,1-4 13 15,1-1-1-15,1-6 7 0,-1-1-1 16,1 0 6-16,-1-5 0 0,-1 1 4 15,-2-2 4-15,-1-2-6 0,-1 2-1 0,-2-2-1 16,0 2-3-16,-2-1 7 0,-4 0 2 0,-2 2-1 0,-1 0-4 16,-4 1-6-16,1 2 1 0,-2 0-3 0,-4 1-10 15,-2 2-7-15,1 2-3 0,-2 3-1 0,12 10-4 16,-1 0-15-16,0 0-3 0,-38-15-4 0,39 15-21 16,-1 0-21-16,-36 4-1 0,37-4-6 15,-1 0-12-15,0 0-141 0,-36 25 7 0,37-25-71 0,0 0-160 0</inkml:trace>
  <inkml:trace contextRef="#ctx0" brushRef="#br0" timeOffset="-161203.61">22217 15443 2326 0,'0'0'102'0,"0"1"145"0,0 0-223 15,0 0-24-15,-8 36 3 0,8-37-10 0,0 0 5 0,0 1 1 16,0 0 3-16,0 37-2 0,0-38 3 0,0 0 8 16,0 1-3-16,0 0 4 0,0 0 4 0,0 0 11 15,0 0 0-15,0 0 4 0,0 0 3 0,0 0-4 16,0-1-2-16,0 0-1 0,0 0-8 16,0 0-9-16,0 0 4 0,0 0-5 15,0 0 6-15,0 0-8 0,0 0 3 0,0 0-6 0,0 0-2 0,0 0-2 16,0 0 2-16,0 0-2 0,0 0 3 0,0 0-2 15,0 0-1-15,0 0 0 16,0 0 1-16,0 0-1 0,0 1 3 0,1 0-2 16,0 0 1-16,25 41 2 0,-26-42-3 0,0 0 3 15,1 1 1-15,0 0-1 0,31 42 1 0,-32-43-2 16,1 1 0-16,0 0 1 0,0 0 1 0,41 38-1 0,-42-39 9 16,1 0 4-16,0 0 1 0,38 12 0 15,-39-12 10-15,0 0 9 0,1 0-2 0,0 0 5 16,0 0 1-16,37-20-5 0,-38 20 3 0,0 0-5 15,0-1-3-15,0 0-8 0,0 0-3 0,10-39-1 16,-10 40-12-16,0 0-8 0,0 0 3 0,0-1-5 16,0 0-2-16,0 0-67 0,0 0-16 0,-1 0-25 0,0 1-115 15,0-2-84-15,-37-33-23 0,38 35 94 0,-1 0 1275 0</inkml:trace>
  <inkml:trace contextRef="#ctx0" brushRef="#br0" timeOffset="-160736.43">22678 15239 2854 0,'0'0'158'0,"0"0"-125"0,-1 0-30 0,0 0-18 0,0 0-42 16,0 1 28-16,-1 0-4 0,-24 44 14 16,26-45 0-16,0 1 1 0,-8 44 1 0,8-44 3 15,-2 34 20-15,2-34-4 0,-1 36 2 0,1-37-2 0,0 1 8 16,5 46 8-16,-5-47 1 0,0 1 3 0,0 0 15 0,20 36 1 15,-20-37-1-15,0 0-2 0,1 0-18 16,0 0-5-16,37 8 2 0,-38-8-3 16,1 0-4-16,0-1 2 0,45-33-5 0,-33 21 5 15,0-5 2-15,-2 1 11 0,0-3-7 0,-1-4 7 16,0 0-11-16,-2-2 1 0,-1 0 10 0,-2-2-6 16,-2 1 12-16,-2-2-10 0,-1 2-3 0,-4 0-1 15,-2 2-8-15,-3 2-19 0,1 2 0 0,-2 6-10 0,0 1-18 16,-2 6-37-16,-2 2-5 0,-3 6-15 15,0 2-45-15,-2 4-44 0,-3 2-33 16,1 1-16-16,0 1-256 0</inkml:trace>
  <inkml:trace contextRef="#ctx0" brushRef="#br0" timeOffset="-160407.39">23051 15038 2651 0,'0'0'43'0,"0"0"-2"0,0 0-19 0,0 1 14 0,0 0-1 16,22 39 13-16,-22-40-4 0,0 0 2 0,15 44-46 16,-15-44 3-16,0 1-3 0,15 46 5 0,-15-47-1 15,0 1-2-15,15 48-2 0,-15-49 1 16,0 1 0-16,15 47 11 0,-15-47-1 0,0 0 4 0,15 46 12 16,-15-46-1-16,0 0-2 0,16 48 0 15,-16-49-6-15,0 1-1 0,21 45 1 0,-21-46-2 16,1 0-2-16,29 46-8 0,-18-31 4 0,1 1-5 15,1-3 4-15,2 1-3 0,-1-1-2 16,0 3 1-16,0 1 0 0,0 0 1 0,-3 0 1 16,-2 0-1-16,0-1 3 0,-5-1 15 0,-1 0 2 0,0-1 6 0,-4 0 8 15,-1-2-12-15,-2 3 0 0,-3-1-5 16,-1 2-5-16,-5-2-14 0,-1 0 0 0,-4-1-5 16,-2 1-17-16,1-6-35 0,-4 2-5 0,-2-2-12 15,-1-3-34-15,-6-4-104 0,-5-1-22 16,-11-8-46-16,-5-4-245 0</inkml:trace>
  <inkml:trace contextRef="#ctx0" brushRef="#br0" timeOffset="-160237.03">23010 15002 2730 0,'0'0'90'15,"2"0"33"-15,-2 0-100 0,51 15-20 0,-30-12 12 0,2 0-15 16,-1 2 7-16,2 2-8 0,-2-1-7 0,0 0-6 15,0 0-89-15,-2-4-125 0,0 2-31 0,-3-1-51 16,-4 1-345-16</inkml:trace>
  <inkml:trace contextRef="#ctx0" brushRef="#br0" timeOffset="-159301.98">21994 15692 2475 0,'0'0'4'0,"0"0"-56"0,0-1 3 0,0 0-22 0,0 0 26 16,19-37 35-16,-19 38 1 0,1 0 8 0,34-19-10 15,-35 19 14-15,1-1-3 0,0 0 9 16,41-28-3-16,-42 29 14 0,1 0-4 16,0 0 7-16,34-18 8 0,-35 18 5 0,1 0-2 15,0-1 2-15,36-21-10 0,-37 22 0 0,1 0 1 16,0-1-1-16,42-19-2 0,-43 20-4 0,2 0-3 16,-2 0 0-16,36-16-11 0,-36 16-2 15,0 0-1-15,1 0 0 0,0 0 9 0,-1 0-9 0,2 0 4 0,-1 0-6 16,0 0 3-16,0 0 3 0,0 0-1 0,0 0 4 15,0 0 23-15,0 0-10 0,0 0 11 0,0 1-13 16,0 0 1-16,12 36-9 0,-13-37-5 16,0 1 0-16,0 0-8 0,-4 47 3 0,4-48 0 15,0 1 2-15,0 0-1 0,9 40 7 0,-9-41 3 16,0 0 0-16,1 1-2 0,0 0 3 0,0 0-3 0,38 12 3 16,-39-13-1-16,1 0-2 0,0-1-3 0,36-29 3 15,-37 30 1-15,1-1 6 0,22-35-2 0,-23 36 3 16,0-1-1-16,0 0 5 0,8-39-2 0,-8 40 1 15,0 0-18-15,0-1 3 16,0 0-3-16,0 0 3 0,-1 0-15 0,0 0 2 16,-1 0-3-16,2 0 3 0,-38-17-6 0,38 18 2 0,0 1-1 15,0 0 2-15,-24 43 2 0,24-44 1 0,0 1 6 16,0 0-1-16,-13 39 9 0,13-40 4 0,0 0-3 0,0 1 4 16,0 0 4-16,0 0 4 0,0 0-3 0,0 0 1 15,0 0-15-15,0-1-1 0,0 0 2 0,0 0-1 16,0 0-3-16,0 0-3 0,0-1 0 0,7-36 0 15,-7 37 6-15,0-1 2 16,6-34-5-16,-6 35 2 0,0-1-4 0,0 0 6 0,0 0 1 16,0 0 1-16,0 0-16 0,0 0-2 0,0 0-7 0,0 0 4 15,0 0-17-15,-1 1 19 0,0 0-5 16,-36 15 10-16,37-15-4 0,0 1 10 0,-17 37-1 0,17-38 5 16,0 1 5-16,0 0 4 0,-8 37 2 0,8-38 0 15,0 0 5-15,0 0-9 16,0 0 1-16,1 0-4 0,0 0-4 0,37 6-3 15,-38-6 4-15,1-1-4 0,35-27 0 0,-36 28-1 16,1-1 3-16,37-32-1 0,-38 33 7 0,1-1-5 16,0 0 3-16,29-42-3 0,-30 43 12 0,0 0 0 0,0-1-2 15,0 0 2-15,0 0-10 0,0 0-4 0,0 0-2 16,0 0-1-16,0 0-3 0,0 1-16 0,0 0 3 16,0 0-8-16,-2 1 10 0,-41 34 5 0,33-17 1 15,1-2 1-15,0 0 4 0,3-1 8 16,1-2 0-16,5-13 4 0,0 1 9 0,0 0 3 0,0 0-1 0,0 0 1 15,0 0 0-15,0 0-11 16,0 0 3-16,0 0-6 0,0 0 3 0,0-1-7 16,1 0 4-16,38-8-6 0,-39 8 9 0,0-1 0 0,1 0 0 0,26-44-2 15,-27 45 0-15,0-1-5 16,0 0-9-16,0 0-2 0,5-34-57 0,-5 35-119 16,0 0-19-16,-1 0-53 0,-38-15-258 0</inkml:trace>
  <inkml:trace contextRef="#ctx0" brushRef="#br0" timeOffset="-158954.3">20407 15618 2472 0,'0'0'140'0,"-1"0"-76"0,0 0 43 0,0 0-633 16</inkml:trace>
  <inkml:trace contextRef="#ctx0" brushRef="#br0" timeOffset="-158375.3">21751 14270 1883 0,'0'0'199'0,"0"0"-82"0,0 0 100 15,0 0-209-15,0 0-5 0,0 0-5 0,0 0 13 16,0 0-4-16,0 0 7 0,0 0-14 0,0 0 19 16,0 0 2-16,1 0 12 15,0 0 47-15,36 4-10 0,-37-4 2 0,1 0-7 16,38 4-12-16,-39-4-8 0,1 0 4 0,50 6-5 15,-31-1-5-15,4-2-18 0,-1 2-3 0,0 1-5 16,2 2-6-16,3 0-1 0,3 2 1 0,6-2-1 0,0 2-1 16,1-1 21-16,1 2-3 0,-1-1 10 0,-1 0 0 15,3 0-10-15,-2-2 1 0,2 2-5 0,3-1 4 0,-1-3 5 16,5 0-2-16,4-3 2 0,2-1-13 0,1-1-9 16,-2-1 3-16,-3 3-5 15,0-1 1-15,-2 1-5 0,-1 0 0 0,2-1 0 0,0-2 6 16,0 2-55-16,-1-1-13 0,-4-1-23 0,-5 2-116 0,-6-2-117 15,-2 2-29-15</inkml:trace>
  <inkml:trace contextRef="#ctx0" brushRef="#br0" timeOffset="-157259.74">13704 12004 2595 0,'-17'-17'96'0,"0"2"-36"0,4 2-3 0,13 13-38 0,-1-1-22 15,0 0 8-15,0 0-5 0,0 0 12 0,-1 0-6 0,-18-40-19 16,20 41 4-16,0 0-11 0,2 0 14 0,39-3 5 15,-41 3-5-15,36-2 5 0,-14 4 1 0,1-1 5 16,3 2 1-16,3 0 1 16,2 1 5-16,4-1 9 0,1 1 2 0,1 1 1 0,3-1-5 15,-1 1-4-15,0-3-2 0,1 2 0 0,-1 0 2 16,-1-1-2-16,1 1 4 0,4 0-3 0,2-2 8 16,3 0-12-16,3 1 1 0,2-3-4 15,1 1 2-15,-2 0-5 0,0 0 0 0,0 0-1 16,0 1-6-16,5-1 7 0,2-1-4 0,1-1 6 0,3 0 1 15,-4 0-7-15,-3-1 10 0,-1 0-5 0,-2-1 46 16,1-1-25-16,6 1 5 0,1-1-16 0,3 0-10 0,0-2 3 16,-2 2 2-16,-3-2-1 15,-2 1-1-15,4 2-2 0,4-1-1 0,4 1 0 16,4 0-3-16,-3-1 1 0,-5 2-3 0,-1 0 2 16,3 0-2-16,3-1 5 0,3 2-1 0,0-1 2 15,-2 0-6-15,-5 0 0 0,-2 0 3 0,2-1-3 16,4-1 4-16,3-1-3 0,4-1 5 0,-2 0-4 15,-3-1 10-15,2-2 21 0,5-1-11 0,5-2 13 0,4 1-24 16,-3 0-3-16,-4 1 2 0,4-1-2 16,0 0 0-16,8 1-1 0,-2 1-6 0,-7-1 4 0,-6 1-9 15,1 2 9-15,1 0-5 0,-1 3 6 16,1 0-5-16,-5 2 2 0,-4 2 3 0,-2 0-2 16,2 0-2-16,1 1 3 0,4-3-3 0,3 1 3 15,-6 1-2-15,-1-1-3 0,4 1 3 0,3-2-3 16,3 0 2-16,2-1 0 0,-3 2 3 0,-7 0-1 0,0-1-3 15,6 2 5-15,-3 0-6 16,5 2 3-16,-5 0-6 0,-7 1 3 0,1 2 0 16,1-2 0-16,3 2 0 0,1-1 5 0,-1 1 1 0,-4 2 1 0,-2-1 1 15,5 3-3-15,3-1-1 0,1-1-1 16,3 0 0-16,-4-3-1 0,-2 1 2 0,2-1-1 16,2 0 3-16,5-2 1 0,1 0 2 0,-3-2 2 15,-3 0 36-15,0 1-28 0,2-1 13 0,3 0-20 16,0 0-7-16,-5 1 2 0,-2 0-4 0,0 0 4 15,3 0 0-15,5 2-3 0,-2-1 1 0,-4 0-2 16,-5 0-3-16,-2 0-1 0,4-1 3 0,-2 0-1 16,5-1 9-16,-5 0-6 0,-7 1 2 0,-6-1-2 15,-2 0 4-15,1-1 1 0,-2-1-6 0,2 0 4 16,-6 0-8-16,-8-1 4 0,-3 2 3 0,-7 1 0 16,-2-1 1-16,-5 1-4 0,-3 0 0 0,-7 1-1 15,-2 0-2-15,-17-1-36 0,1 0-11 0,0 0-13 16,0 0-67-16,0 0-32 0,0 0-24 15,0 0-8-15,2-17-136 0,-38 10-575 0</inkml:trace>
  <inkml:trace contextRef="#ctx0" brushRef="#br0" timeOffset="-156353.15">13112 11524 1981 0,'-15'-11'131'0,"2"2"-7"15,1 0 1-15,12 9-50 0,0 0-58 0,0 0-16 0,-1 0-2 16,0 0 2-16,1 0 4 16,-1 0 4-16,1 0 1 0,0 0-1 0,0 0-7 0,28 19 7 15,-7-11-5-15,5-1 6 0,2 2-4 0,6 1 2 16,1-1 1-16,3 1 1 0,3-1 8 0,4-4 16 16,2 3-2-16,9-2 7 0,1 2-10 0,1-1-8 15,1-1 3-15,0 0-3 0,3-1 2 16,6 0-6-16,6 0-1 0,7 1-1 0,0-1-2 15,-3 4-7-15,1-4 3 0,3 2-3 0,2-1-3 16,3-1 4-16,-1 4-4 0,-1-2 4 0,-1 3-9 0,5-4 11 16,0-1-3-16,6 0 10 0,-6 0 41 0,2 0-22 15,3-1 9-15,4-2-18 0,6 3-12 0,-1-2 10 16,4 1-1-16,4-3 3 0,2-1-9 0,4 2-4 16,2-2 1-16,1 1-3 0,0 3-7 0,0 0-1 15,-1 1 1-15,0 4 1 0,-2-3 1 16,-1 2-1-16,-2 1-2 0,3-1 2 0,2-1-4 0,-1 0 10 15,0 0-5-15,1 0 7 0,-1-2 14 0,2-1 15 16,2-1-7-16,-1-2 5 0,4-1-35 0,3-1 7 16,3-1-4-16,1-1 6 0,0-1-5 0,3 2-7 15,3-1 8-15,-5 2-7 0,0 1 4 0,2-2 1 16,-2 1-2-16,-4 1 1 0,-4 0 0 0,3 1-4 16,-6 0 2-16,-4 1-3 0,1 1-2 0,-6 1 5 15,-2 1-1-15,-2 0 4 0,-1-1 2 0,-1 1 0 16,-2-1-4-16,3-1 1 0,2 0-4 0,-2-2-1 15,0 1 1-15,1-1-1 0,0-1-1 0,1 0 4 16,-6 0-3-16,-1 0 3 0,-3 0-2 16,-2 0 3-16,-1 1-2 0,-11-1 3 0,-5 0-4 15,4 0 4-15,-6-1-1 0,3 1 1 0,-4-1 0 0,-8 0-1 16,-6 0-1-16,2-2 1 0,2 1-1 0,2 0-2 16,0-1 3-16,-5-1-4 0,-6 0 0 0,-4 1 1 15,-3-1 1-15,1 2 0 0,-1 0 3 0,0 0-4 16,-3-2 0-16,-5 0 0 0,-5 2 9 0,-3-2-13 15,-6 2 9-15,-3 0-9 0,-2 0 5 0,-4 0-18 16,-2 1-21-16,-3 0-3 0,-16 1-116 0,1 0-173 16,0 0-45-16</inkml:trace>
  <inkml:trace contextRef="#ctx0" brushRef="#br0" timeOffset="-155201.62">13332 12002 2070 0,'-10'-7'96'0,"10"7"-11"15,0 0 0-15,-1 0-43 0,0-1-19 0,1 0 14 16,-1 0-3-16,0 0 8 0,1 0-19 0,-1 0-19 16,1 0 1-16,0 0-7 0,1 0 2 15,37-13-1-15,-12 17-2 0,6 0 0 16,1 1 6-16,2 1 2 0,3 1-1 0,0-1 1 15,4 0 0-15,-2-2 11 0,2 2 0 0,0-2 4 0,3-1 7 16,4-3 0-16,3 0 6 0,8-2-4 0,4-2 6 16,-3-3-1-16,2 0-5 0,-2-1 2 0,2 1-14 0,5-1 7 15,2-1-5-15,3 0 5 0,0 1-4 0,-3 0-11 16,-2 3 5-16,0-1-8 0,3 1-1 0,5 3 2 16,1-2-1-16,-2 2 2 0,-3 1-4 0,-1 0-1 15,0-1 2-15,5 0-3 0,3 0 0 0,2-1 2 16,-2 1-2-16,-5-3 3 0,4 1 7 0,3 1-8 15,3-2 6-15,3-1-7 16,-6 2 2-16,-3 0 8 0,0-2-8 0,3 3 8 0,1-2-12 0,0 3 4 16,-6 0-1-16,-6 1 2 0,0 1-5 0,2 0 0 15,1 1-1-15,0-1 0 0,-1 1 5 0,-9 1 1 16,0 0-1-16,-3 0 1 0,0-1 0 0,7 0-3 16,-4 0 5-16,-2 0-5 0,-3 0 8 0,-8 0-3 15,-3-1-1-15,-3 0-1 0,-8 0-2 0,2 1 6 16,-1 0-3-16,-1 0 4 0,0 0-3 0,-6 0-5 15,-1 2 3-15,-6 0-3 0,-1-1 6 0,-6 0-8 16,-16-1 3-16,1 0-5 16,1 0-1-16,37 8-60 0,-39-8-12 0,0 0-20 15,0 0-72-15,0 0-42 0,0 0-22 0,0 0-20 0,0 0-209 0</inkml:trace>
  <inkml:trace contextRef="#ctx0" brushRef="#br0" timeOffset="-154610.35">13571 11890 3354 0,'-13'-9'-181'0,"1"4"-253"16,12 5 0-16,-1 0 475 0,1 0-42 0,-1 0-27 15,0 0 4-15,0-2-4 0,1 2 29 0,0-1-7 16,0 0 3-16,20-24-5 0,3 26 8 0,2-3 0 16,6 3 0-16,1-1 0 0,4 3 1 0,4 1 3 15,1 0 1-15,10 2 0 0,5 0 16 0,1 0 0 0,2 0 0 16,0 1-1-16,-1 0 2 0,-1-2-1 16,4 1 6-16,7-2-4 0,4 1 7 0,6-2 9 15,1 0-4-15,-1-2 4 0,2 0-13 0,5-2-8 16,5-1-1-16,3-1-1 0,1-2 6 0,-6-1 6 0,5 0-4 15,3-2 3-15,0 0-19 0,1 0-3 16,-8 0 2-16,-1 2-1 0,2 0 11 0,0 0-2 16,0 2 13-16,-9 1-8 0,-6 1 24 0,0 1-24 15,-1 0-1-15,-2 1-5 0,-3 2 4 0,-5 0-1 16,-5 1-1-16,-4 0 0 0,-2-1-5 0,2 1 0 16,-1 0-1-16,0-1-1 0,-3-1-7 0,-6 0 8 15,-6-1-6-15,-5 2 8 0,-2-1-1 0,-5 0 0 16,-4 0-3-16,-3 0 0 0,-5 0-5 0,-1 1 2 15,-1-1 0-15,-13-1-2 0,1 0-27 16,1 0-89-16,-2 0 0 0,1 0-39 0,0 0-75 0,0 0-163 16,0 1 825-16</inkml:trace>
  <inkml:trace contextRef="#ctx0" brushRef="#br0" timeOffset="-151238.9">13013 11919 1726 0,'-25'-12'101'0,"8"0"4"15,-3 2 7-15,4 1-35 0,2 3-33 0,14 6-10 16,-1 0-2-16,0 0 4 0,-36-13-4 0,36 12-16 16,0 0 0-16,0 1-6 0,0-1-9 0,1 0 0 15,0 0-2-15,0 0 1 0,0 0 7 0,32-24 2 0,-11 21 3 16,4 1-1-16,5 1 7 0,3-1-5 0,3 1 3 0,3 1-3 15,3-2-5-15,4 1-1 0,2-1-3 0,5 3 2 16,4-1 1-16,5 0-3 0,4 1 3 16,3 2-3-16,-1 2-8 0,0 0 7 15,2 2-1-15,5 1 4 0,2-1-4 0,7-1 5 0,-1-1 1 16,-2-3 1-16,3 0 2 0,5-3 21 0,2-2-5 16,6-3 11-16,-2 0-10 0,-1-2-8 15,-2 1-2-15,6-1 1 0,-1 0-2 0,-7 1 7 16,-1 3-2-16,1-1 3 0,-1 0-11 0,2 4-3 15,0-1-3-15,-10 1 0 0,2 3-3 0,-1-1 2 16,3 0-2-16,1 3 2 0,-1-1-3 0,-6 0 2 16,1 1-1-16,-2-3 2 0,4-3 4 0,-2 2-3 0,-3-1 3 15,-4 0-4-15,-4-1 6 0,1 0-2 0,-1-1 0 16,0-2 2-16,-4 1 50 0,-7 1-35 0,-7-1 16 16,-7 3-28-16,-2 1-11 0,-5-2 2 0,-3 1 0 15,-1 2 0-15,0-1-3 0,-1 1-4 16,-2 3-2-16,-6-2-3 0,-2 2-5 0,-5 1-70 15,-3 0-6-15,-14-4-33 0,1 0-104 0,0 1-148 16,0 0-79-16</inkml:trace>
  <inkml:trace contextRef="#ctx0" brushRef="#br0" timeOffset="-150433.71">13315 15305 1737 0,'-12'3'349'0,"-1"5"-150"0,-2 1 180 16,2 5-403-16,-1 5-5 0,5 2-14 0,5 5 32 0,0-1 4 15,3 1 9-15,0-3 8 0,-8-13-4 0,14 9-3 0,1-5 1 16,2-2 13-16,0 0 1 0,0-1 7 0,-8-11-4 16,0 0 14-16,1 1-5 15,0-1 2-15,36 16-4 0,-37-16-6 0,1 0-10 16,34-18 0-16,-18 4-4 0,1 0-1 0,-1-4 0 16,3 0-3-16,0-2 2 0,-5-3-2 0,-1-2 10 0,-2-1-1 0,-1-1 3 15,-2 3 2-15,-4-1 10 16,1 1-1-16,-2 0 4 0,0 1-7 0,-2 1-5 15,-2 0-3-15,0 3-1 0,-3-1-1 0,0 2 0 16,-1 4-2-16,0 2 0 0,4 12-12 0,0-1-7 16,0 0-1-16,-1 0-5 0,0 0-15 0,1 0-34 15,-39-34-9-15,39 35-13 0,0 0-87 0,-1 0-54 16,0 0-19-16,0 0-15 0,0 1-111 0</inkml:trace>
  <inkml:trace contextRef="#ctx0" brushRef="#br0" timeOffset="-150289.42">13635 15405 775 0,'0'0'129'0,"0"0"66"15,0 0 8-15,0 1-47 0,0 0-60 0,13 40-9 16,-13-41-3-16,0 0-3 0,0 1-35 0,0 0-28 16,0 0 0-16,8 41-9 0,-8-42-3 0,0 0-71 15,0 1-43-15,0 0-43 0,0 0-496 0</inkml:trace>
  <inkml:trace contextRef="#ctx0" brushRef="#br0" timeOffset="-149816.22">13918 15358 2588 0,'0'0'91'0,"-1"0"8"0,0 0-74 0,0 0-51 16,-35 0 6-16,36 0-21 0,0 0 14 0,0 1 3 16,0 0 4-16,0 0-1 0,16 40 8 0,-16-41 7 15,0 1-4-15,1 0 6 0,20 46-3 0,-21-47 7 0,0 1 5 16,13 35 1-16,-13-36 15 0,0 1 1 0,0 0-3 15,22 40 3-15,-22-41 0 16,0 0 2-16,1 0 0 0,0 0 2 0,40 16 3 0,-41-16-3 16,1 0-2-16,0 0 0 0,45-16-10 15,-46 16-5-15,1 0 2 0,37-37-3 0,-25 21 0 0,2-1-1 16,-3-4-3-16,-1-1 2 0,-1-3-2 0,-2-2 0 16,1 1 0-16,-1-1 0 0,0 1 1 0,-2-1 6 15,0 3-1-15,-4 1 3 0,0 2 7 16,-4 3-1-16,-2 1 2 0,-1 0-3 0,-4 2-4 0,3 3-11 15,6 12-6-15,-1 0-3 0,0-1-29 0,-43-19-7 16,44 20 2-16,-1 0-4 0,-43 0-6 16,44 0 4-16,-1 0-2 0,-38 24 6 0,39-24 8 0,-1 1-81 15,0 1-4-15,0-2-38 0,-34 43-103 0,35-43-219 16</inkml:trace>
  <inkml:trace contextRef="#ctx0" brushRef="#br0" timeOffset="-149485.04">14603 14944 1792 0,'0'0'297'0,"0"0"-70"16,0 0 97-16,0 0-229 0,0 0-10 0,0 0-47 0,0 0 2 16,0 0-10-16,0 0 31 0,0 1-37 15,0 0 2-15,0 45-15 0,0-46-7 16,0 1 14-16,2 51-8 0,-1-30 10 0,0 5-6 0,-1 8-6 15,0-1 7-15,0 5-8 0,0 2 11 0,0 1 14 16,0 2 1-16,2 0 4 0,-2 1-4 0,1-4 6 16,-1 3-8-16,-1 1 6 0,-1-1-14 0,2 5-2 15,-3-4 3-15,2 0-2 0,0-2 2 0,1-3-10 16,0-1-1-16,1-3-3 0,0-2-1 0,0-5-1 16,0-2 2-16,-1-2-1 0,1 1 2 0,3-4 0 15,-2 2-1-15,0-5 0 0,-2 1 3 0,1-1-2 16,0-5 1-16,-1-14-1 0,0 1-5 0,0 0-10 15,4 37-9-15,-4-38-5 0,0 0-64 0,0 0-89 16,0 1-5-16,0-1-34 0,0 0-83 0,0 0-239 16</inkml:trace>
  <inkml:trace contextRef="#ctx0" brushRef="#br0" timeOffset="-148673.95">13038 11921 2240 0,'-13'-13'114'15,"3"3"-41"-15,10 10 54 0,0 0-122 0,0-1-18 0,0 0-18 16,0 0 3-16,0 0-2 0,1 1 9 0,0 0 0 15,34-22 9-15,-17 29-6 0,4 3 8 0,-1-1 6 16,5 0 0-16,-1 0 0 0,3 0 0 0,-3 1 5 16,3-2 17-16,-2 0-4 0,2-1 7 15,5 0-3-15,5-2 7 0,2-3 3 0,4 0-1 16,2-2 0-16,1-4 5 0,6 0-3 0,-2-3 3 16,1 0-10-16,6-2-5 0,3-1-5 0,8 0 1 0,3 0-9 15,0-1-1-15,0 0 2 16,-3 2-2-16,1 1-3 0,1 3 2 0,0 0 1 15,0 1 1-15,0 1-6 0,-4 0 6 0,-2 2-6 0,1 0 6 16,3 1-7-16,3-2 7 0,1 2 1 16,-1 0 4-16,-3 0 1 0,-2 0 3 0,4 1-1 0,0 0 1 15,4-1 4-15,3 1 9 0,-3 0 7 0,-4 1-2 16,-3-1-1-16,4-1-15 0,0 0-2 0,5-1-1 16,3-1 8-16,-8 2 3 0,-1-1-4 0,-3 0 2 0,3 1-10 15,-2 0-1-15,2 1 5 16,-4-1-3-16,-3 1 15 0,-6 0-7 0,-2 0 2 15,-1-1-3-15,0 1 3 0,2-1 1 0,-2-2-1 16,-3 1 0-16,-3-3-4 0,-5 0-2 0,-2 1 4 16,-6-2-3-16,-1-1 1 0,-3 1-4 0,-1-2-2 0,-2 1 0 15,-1 1-6-15,1-1 4 0,-2 2-6 0,0 0 4 16,-5 1-7-16,-1 0-61 0,-4-1-18 0,-17 4-28 16,1 0-164-16,0 0-176 0,34-8-163 15</inkml:trace>
  <inkml:trace contextRef="#ctx0" brushRef="#br0" timeOffset="-147933.61">18931 11695 1499 0,'-7'-19'370'0,"1"7"135"16,6 12-2-16,0-1-456 15,0 0-66-15,0 0-17 0,0 0 9 0,0 0-4 16,0 0 32-16,1-36-15 0,-1 37-3 0,1 0-2 15,0 0 7-15,41 7 12 0,-42-7 1 0,1 0 5 16,44 12 9-16,-44-12 9 0,0 0 3 0,51 9 0 16,-51-9 4-16,-1 0 9 0,53 10-3 0,-28-6 3 0,5 1-6 15,2-1-9-15,4 3 4 0,4-4-6 16,1 0-6-16,2-3-2 0,1 4-2 0,4-1 1 0,0 1-11 0,1 2 11 16,3-4-6-16,4 2 7 0,1-3-8 0,1-2 1 15,1 1 1-15,-1 3-1 16,-2-2-1-16,-3 4 4 0,0-2-2 0,3-1 3 15,-1 0 4-15,9-1-3 0,-2 1 2 0,1-1-2 16,0 1-2-16,-3 0 0 0,4-2-3 0,2-1 2 16,2 0-1-16,4-1 9 0,-2 0-4 0,-2 0 6 15,-3 1-4-15,-2-1-6 0,1 1 4 0,2-1-4 0,0-2 13 16,-2 2-2-16,-2 0 2 0,-5-1-4 16,-1 2-11-16,-1-3-1 0,1 1-1 0,3 1 1 0,1 0-1 0,0-1-1 15,-4 0 1-15,-4 1-2 0,-1 2-4 16,-5 1 3-16,-1 1-2 0,0-1 4 15,-1-1-5-15,1 0 4 0,-2 4-1 0,-3-1 2 16,-6 1-5-16,-4 0 1 0,-4-3 0 0,-3 2 2 16,-2 2-3-16,-2-1 1 0,-2 0-3 0,-17-4 2 15,1 0-18-15,0 0-63 0,0 0-1 0,36 20-26 0,-37-20-49 16,0 0-39-16,0 0-8 0,0 0-14 0,0 0-78 16,0 0-390-16</inkml:trace>
  <inkml:trace contextRef="#ctx0" brushRef="#br0" timeOffset="-147185.34">19092 11651 2112 0,'0'0'94'0,"0"0"-46"16,0 0 45-16,0 0-150 0,0 0 18 0,0 0-1 0,0 0 58 15,1 0-3-15,0 0 15 0,34 16-17 0,-35-16 7 16,28-8 2-16,-7 10 5 0,7 1 18 0,-3-5 13 16,1 1 1-16,2 0 5 0,0 0 3 15,-1 2-11-15,-1 1-7 0,1-1-1 0,0 1-31 16,1-1-2-16,1-2-3 0,0 4 0 0,-1-1-4 0,1-2 2 16,2 2 4-16,3-1-1 0,3 1 3 0,5 0 1 15,1 0-3-15,1 1 3 16,2 1-7-16,0 1-3 0,1 0-2 0,2 3 0 15,0-1 6-15,4 1-9 0,1-2 1 0,5-1-3 0,1 2-1 16,-1-1 5-16,-2 1 0 0,-3 0 1 16,-2-2-3-16,0 1 4 0,2 0 0 0,2-1 1 15,0 0-4-15,1-1 35 0,-3 0-11 0,-2-1 17 16,-1 1-27-16,-3-1-7 0,-2 0 3 0,-2 0-3 0,3 0 7 0,1-1-7 16,0 0-3-16,-3 0 0 15,-4-1-3-15,-2 1 3 0,-5 1 2 0,0-1-1 16,-2-1-1-16,-4 0 3 0,0-1-5 0,-6 0 5 15,2 0-4-15,-3 0 1 0,-1-1 1 0,1 0-2 16,-4 0 0-16,0-1-3 0,0 1 1 0,-2 1-2 16,-2-1-3-16,-13 1-54 0,1 0-1 0,0 0-22 15,34-6-34-15,-35 6-16 0,0 0-4 0,0 0-7 16,2 0-53-16,-1 0-39 0,0 0-30 0,0 0-14 16,0 0-244-16</inkml:trace>
  <inkml:trace contextRef="#ctx0" brushRef="#br0" timeOffset="-146785.23">21654 11785 3702 0,'0'0'25'0,"0"-1"-42"0,0 0-7 0,0 0-8 16,0 1 1-16,0 0 22 0,0 0-12 0,0 0 8 15,0 0-70-15,0 0 1 0,0 0 9 0,0 0 3 16,0 0 57-16,0 0 11 0,0 0-1 0,1 0 5 0,-1 0 14 16,1 0-5-16,1 0 5 0,-2 0-5 0,0 0 3 0,0 0-10 15,0 0 0-15,1 0-3 0,-1-1 1 16,0 0-4-16,1 0 3 0,-1 0-3 0,0 0 2 15,0 0-5-15,1 1 2 0,0 0-4 0,0 0 1 16,0 0-3-16,0 0 0 0,0 0 1 16,0 0 1-16,0 0-27 0,0 0 5 0,0 0-11 15,0 0 14-15,0 0-12 0,0 0-4 0,0 0-4 0,0 0-24 0,0 0-32 16,-1 0-2-16,0 0-14 0,0 0-48 16,0 0-74-16,0 0-42 0,0 0-53 0,0 0-617 15</inkml:trace>
  <inkml:trace contextRef="#ctx0" brushRef="#br0" timeOffset="-146451.34">21790 11853 2911 0,'0'0'111'0,"0"-1"-62"15,0 0 50-15,0 0-257 0,0 0 40 0,0 0-8 0,0 0 108 16,0 0 1-16,0 0 15 0,0 0-51 15,0 0-19-15,0 0 3 0,0 0 2 0,0 0 65 0,0 0 6 16,0 0 6-16,0 1-2 0,0-2 2 16,0 1-3-16,0 0-3 0,0 0 0 0,0 0-14 15,1 0-71-15,0 0-1 0,0 0-32 0,0 0-72 16,0 0-225-16</inkml:trace>
  <inkml:trace contextRef="#ctx0" brushRef="#br0" timeOffset="-145782.36">21460 11784 1461 0,'0'0'-23'0</inkml:trace>
  <inkml:trace contextRef="#ctx0" brushRef="#br0" timeOffset="-145573.7">21272 11801 2161 0,'0'0'0'0,"0"0"-292"0,0 0-79 0</inkml:trace>
  <inkml:trace contextRef="#ctx0" brushRef="#br0" timeOffset="-144750.78">20969 11856 1010 0</inkml:trace>
  <inkml:trace contextRef="#ctx0" brushRef="#br0" timeOffset="-142370.8">11902 2627 1624 0,'0'0'269'15,"0"-1"-122"-15,0 0 138 0,0 0-340 0,7-36 32 16,-7 37 3-16,1 0 37 0,47-5 1 0,-27 6-2 0,2-1-12 16,-6-15 2-16,9 16 4 0,5 2-1 0,1-1 13 15,3-2 0-15,4 1 7 0,1-1-3 0,4 4 13 16,-1-3-13-16,4-1 0 0,7 0-4 15,2 2-1-15,2-2-8 0,4 3 0 16,-5 0-3-16,0-1-5 0,-1 2 4 0,-1 3 0 16,2-2 1-16,0-1-1 0,-1 2-7 0,-3-5 1 0,-6 2-2 0,-2 3 8 15,-3-4-4-15,-3 3 1 16,-4 4-1-16,-5-1-1 0,-2 0-3 0,-3 1 1 16,-3-3-1-16,-2-3 1 0,-5 5 2 0,-15-8-1 0,1 0 1 15,0 1 0-15,0 0 13 0,0 0 3 0,0 0 4 0,-1 0 13 16,0 0-16-16,0 0-4 15,-33 17-4-15,10-18-14 0,-5 0-7 0,-3 3 0 0,-4-1-4 16,-5 0-5-16,-7-2-5 0,-3 1 3 0,-6 2-4 0,-4 0 2 16,-5 2 10-16,-2-1 0 0,2-1 5 15,3-1 3-15,4 0 12 0,0-1-1 0,2 0 5 16,0-1 2-16,2 0 0 0,5 0 4 16,5 1-2-16,4 0 14 0,9-1 0 0,1 0-3 15,5 0 1-15,2 0-9 0,10 0-15 0,13 0 5 0,-1 0-10 16,0 0-19-16,1 0 13 0,0 0-3 15,0 1 9-15,0 0 13 0,24 31 2 0,-5-23-2 16,5 1 2-16,3-1-2 0,5 0 3 0,10 0-2 16,6-1 3-16,7 0-4 0,3-5 2 0,2 1-4 0,3-1 4 15,0-1-4-15,-1-2-3 0,3 0 5 0,1-2-5 16,1-1-1-16,-2-1 5 0,-4-1-5 16,-6-1 5-16,-4 1-5 0,-5-1-4 0,-4 2 4 0,-6 0-5 0,-3 2-1 15,-3 0 0-15,-3 2 2 0,-6 0-1 16,-21 0 2-16,1 0-8 0,0 0 0 0,0 0-2 15,0 0 6-15,0 0 1 0,-1 0-1 16,0 0-1-16,-17-2-10 0,-14 1-4 0,-6 0 1 0,-6 1-2 16,-4 0 1-16,-6 0 1 0,-5 0 1 0,-10-1 1 0,-7 0 6 15,-5 0 1-15,-2 1 2 16,-1-1 0-16,2-1 10 0,5 1 4 0,0 0 4 16,3-1-1-16,3 1-4 0,6 0 8 0,7 0-6 15,6 0 7-15,6-1-1 0,4 2 0 0,2-1-3 16,10 1 0-16,4 0-11 0,7 1-4 0,18-1 1 15,-1 0-2-15,0 0 8 0,0 0-2 0,0 0 9 0,1 0-5 0,0 0 23 16,20 8-6-16,4-10 0 16,6-2-3-16,6 0 1 0,6-5-6 0,4-2 0 0,4-4-2 15,3 1-10-15,8-2 2 0,2-4-1 16,5 1 1-16,-1-1-1 0,-5-1-3 16,-4 4 0-16,-7 1 0 0,-8 3 2 0,-6 3 3 0,-1-2-8 0,-5 6 6 15,-1-1-12-15,-7 4-6 0,-3 2 3 0,-5 1-5 16,-3 1-6-16,0 3-108 0,0 3-26 15,-1 3-51-15,0 11-315 0</inkml:trace>
  <inkml:trace contextRef="#ctx0" brushRef="#br0" timeOffset="-141431.91">15108 15363 2773 0,'-9'-6'163'0,"9"6"-53"15,-1 0 75-15,0-1-180 0,0 0-14 0,0 0-28 0,0 0-4 16,0 0 1-16,1 0 2 0,0 1 10 0,0-1-14 16,0 1-7-16,0 0-5 0,0 0-34 0,1 0-21 15,0 0 1-15,0 0-14 0,0 0-51 0,0 0-86 16,0 0-32-16,0 0-52 0,35 0-493 0</inkml:trace>
  <inkml:trace contextRef="#ctx0" brushRef="#br0" timeOffset="-140536.65">15540 15055 2291 0,'0'0'108'0,"-1"0"-70"0,0 0-19 0,0 0-14 0,0 0-43 0,0 0 37 15,-35 12-9-15,36-12 15 0,0 1-22 0,-8 39-1 16,5-22 1-16,2 4-1 0,0 2 11 0,2 1 6 15,0 4 1-15,1 1 0 0,2 3 4 16,-1-2 3-16,1 0 2 0,2 0 0 0,-1-3 8 0,1-4 3 16,2-1-3-16,0-4 3 0,2-1-7 15,0-3 15-15,1-2 1 0,-11-13 7 0,1 0 20 16,0 0 18-16,36 10 0 0,-37-10 6 0,1 0-9 16,0 0-13-16,38-25-4 0,-39 25-3 0,19-32-17 0,-9 12-11 15,-2-3 1-15,0 1-5 0,-1-2-2 0,-4-1-3 16,0-2 3-16,2-2-3 0,-3 2 2 0,1-1-10 15,0 1 1-15,-3 0-3 16,2 2-4-16,-2 1 6 0,0 3-5 0,-3 0 6 16,0-2-7-16,1 7-1 0,-2-3-1 0,4 19-1 15,0-1-10-15,0 0-8 0,0 0-5 0,-20-36-1 0,20 37-22 16,0 0-9-16,-1 0-1 0,1 0-4 0,-1 0-5 16,-1 0 1-16,2 0-11 0,-36 8-3 0,36-8-121 15,0 1-109-15,0 0-51 0</inkml:trace>
  <inkml:trace contextRef="#ctx0" brushRef="#br0" timeOffset="-140352.79">16205 15517 2799 0,'0'0'234'0,"0"0"-136"16,-1 0-46-16,0 0-12 0,0 0-67 0,0 0-31 15,-1 0-14-15,2 0-12 0,-1 1-121 0,1 0-168 16,0 0-64-16</inkml:trace>
  <inkml:trace contextRef="#ctx0" brushRef="#br0" timeOffset="-139691.4">16537 15312 2375 0,'0'0'396'15,"0"0"-279"-15,0-1 15 0,-1 0-67 0,0 0-63 16,0 0 3-16,-25-37-2 0,26 38 1 16,0-1-6-16,0 0-26 0,2-36-2 0,-2 36-6 15,0 0 8-15,8-47 21 0,-4 27 1 0,-2 0 6 0,0 2 10 16,-3-2 6-16,-1 1 1 0,-3-2 2 15,0 0 3-15,-2 3-7 0,-1-1 2 0,2 3-4 16,-2 3 7-16,8 14 4 0,-1-1-2 0,0 0 2 0,-29-38-12 16,30 39-15-16,-1 0 1 0,0 0-10 0,0 0-25 15,-42-9-12-15,43 9-7 0,-1 0 1 16,0 1-4-16,-44 30 20 0,32-16-2 0,0 3 7 0,0 1 9 16,0 3 11-16,2 3 4 0,-1 2 2 15,3-1 14-15,0 2 1 0,0-2 1 0,4 1 0 0,1-2 2 16,1 0-1-16,1-4-1 0,1 0-1 15,0-2-8-15,1-4 7 0,2 0-3 0,4-3 7 0,1-1 7 16,-7-11 4-16,1 0 1 0,0 0 0 0,0 0-16 16,43 15 1-16,-44-15-1 0,1 0 1 15,39-15 1-15,-40 15 5 0,30-23-6 0,-16 11 7 16,1 0-5-16,-2 1-1 0,-2-2 3 0,0 1-2 16,0 1-1-16,-2 0-1 0,0 1 1 0,-9 10-2 0,0-1-4 15,1 0 2-15,0 0 0 0,26-35 1 0,-27 36-4 16,0 0 3-16,0-1 2 0,0 0 1 0,0 0 19 0,1 0-10 15,0 0 3-15,-1 1-6 0,2-2-10 0,-1 1 0 16,0 1-6-16,0 0 3 0,0 0-11 0,0 0 9 16,0 1-4-16,17 35 6 0,-18-35-5 0,2 34 4 15,-1-12-1-15,1 3 2 0,-1 0 0 0,-1 6 1 16,2 1 0-16,-1-1 2 0,1 4 7 16,0-4-7-16,0 3 5 0,-2 2-6 15,1 0 5-15,-1 3-2 0,1-2-1 0,1-1 0 16,-1-2 0-16,1-1 5 0,-1-2-2 0,0-1 2 15,0-5-4-15,-1-5 1 0,0-1 3 0,-1-4-2 16,0 0 6-16,0-2-8 0,1-14-5 0,0 1-1 0,0 0-35 16,0 0-43-16,0 0-1 0,0 0-16 0,0 0-20 15,0 0-19-15,0 0-8 0,0 0-4 0,0-1-37 16,0 0-106-16,0 0-36 0</inkml:trace>
  <inkml:trace contextRef="#ctx0" brushRef="#br0" timeOffset="-139284.14">17022 15063 2707 0,'0'0'127'0,"0"0"-50"0,0 0-24 0,0 0-5 16,0 0-57-16,0 0 10 0,0 0 5 0,0 1-3 0,0 0-22 15,-2 40-1-15,2-41-2 0,0 1 2 0,1 40 9 16,-1-41 10-16,0 1-1 0,-2 46 4 0,2-46 8 15,0 0 1-15,-7 46 3 0,7-46 0 0,0 0 6 16,-5 43-7-16,5-44 0 0,0 1-3 0,1 40-1 16,-1-41-8-16,0 1 4 15,9 38-5-15,-9-39 1 0,0 1 2 0,21 41-2 0,-21-42 3 16,1 1-2-16,25 39 3 0,-26-40 1 0,1 1 0 16,0 0-2-16,41 42-3 0,-42-43-1 0,1 1 1 15,31 37 5-15,-32-38 1 0,1 0-2 0,28 37 1 16,-29-37-4-16,0 2 3 0,20 33-1 0,-20-35 2 15,0 1 1-15,16 38-2 0,-16-39 3 0,0 1-2 16,0 0 2-16,5 43 5 0,-5-44-2 0,0 1 3 16,0 0 0-16,-20 40-10 0,20-41 4 0,-1 1-6 15,0 0 3-15,0 0-5 0,-41 39 0 16,42-40-3-16,-1 0-8 0,-41 12-37 0,24-11-3 0,-5-1-16 16,1-2-52-16,-4-3-62 0,-2-2-7 0,0-2-24 15,-3-5-77-15</inkml:trace>
  <inkml:trace contextRef="#ctx0" brushRef="#br0" timeOffset="-139102.72">16868 15062 2916 0,'0'0'141'0,"0"0"-65"0,0 0-5 0,0 0-23 16,36-13-22-16,-17 13 13 0,3 0-4 0,3 0 4 15,1-1-28-15,5-1-2 0,1-1-1 16,3 2-1-16,0 0-7 0,0-1 1 0,1 2 1 0,-2-3 0 15,1 0 1-15,-2 3-9 0,-2-2-8 0,-3 2-2 16,-4 0-53-16,-2-1-93 0,0 4-32 0,-2 2-40 16,-1 0-309-16</inkml:trace>
  <inkml:trace contextRef="#ctx0" brushRef="#br0" timeOffset="-132512.08">13534 15157 480 0,'0'0'93'0,"0"0"43"15,0-1 9-15,0 0-36 16,0 0-41-16,0 0-13 0,-1-33-1 0,1 34 4 0,0 0 13 16,0-2 6-16,0 1 5 0,-11-43-2 0,11 44 0 15,0-1 10-15,0 0-6 0,0 0 6 0,-9-35-8 0,9 36-25 16,0 0 5-16,0-1-12 0,0 0-11 0,-2 0-15 16,1 0-3-16,-22-36-4 0,23 37-6 15,0 0-3-15,0 0 1 0,-1 0-2 0,0 0-6 16,0-1 0-16,0 1-2 0,-40-15 1 0,41 15-6 15,-1 0 6-15,0 0-1 0,-40 8 1 0,41-8-1 16,-1 0 0-16,0 0 5 0,-36 19-2 0,37-19 4 16,-1 0-6-16,0 0 0 0,-37 20 0 0,38-20 3 0,0 0-7 15,0 1 4-15,-1 0-6 16,0 0 3-16,-37 39 2 0,38-40-1 0,0 1 2 16,-1 0-5-16,-26 34-2 0,27-35-4 0,0 1 3 15,-17 34-1-15,17-35-2 0,0 1 3 0,-7 44-1 16,7-45 7-16,0 1-1 0,-3 50-5 0,3-32-9 15,1 3-122-15,2 1-281 0</inkml:trace>
  <inkml:trace contextRef="#ctx0" brushRef="#br0" timeOffset="-131470.96">23133 14512 776 0,'0'0'304'0,"0"0"-127"15,-1 0 157-15,-1-1-328 16,2 1 2-16,-1-1-5 0,0 0 5 0,0 0-2 0,0 0 0 16,0 0-16-16,0 0 16 0,-9-39 1 0,10 40 8 15,0 0 9-15,0 0 7 0,0-1 3 0,0 0 2 16,0 0 6-16,0 0-1 0,0 0-2 0,0 1 1 16,0-1-14-16,0 0 1 0,0 0-1 0,0 0 1 15,1 1 1-15,0 0-11 16,0 0-5-16,0 0-1 0,0 0-5 0,-1 0-6 0,36-8 5 15,-36 8-7-15,0 0-2 0,1 0-2 0,0 0-3 0,0 0-4 16,0 0-67-16,39 4-147 0,-40-4-76 16</inkml:trace>
  <inkml:trace contextRef="#ctx0" brushRef="#br0" timeOffset="-128715.86">24263 14372 2097 0,'0'0'343'0,"0"0"91"0,0 0-1 0,0 0-350 16,0 0-92-16,0-1-26 0,0 0 4 0,1 1-2 0,0 0 31 16,49-5 4-16,-29 7-1 0,3-2 2 0,0 1-2 15,-1-2 0-15,0 1 5 0,1 0-3 0,1 0 3 16,4-2-4-16,0 4-1 0,0 0 0 0,-2 0-1 15,-1 0 0-15,-2 1 0 16,1 0 0-16,-3 0-5 0,-3 0-45 0,0 1-8 16,-1 0-17-16,-3 1-57 0,-1-1-46 0,-1 0-13 0,-13-4-17 15,1 0-106-15,0 0-292 0</inkml:trace>
  <inkml:trace contextRef="#ctx0" brushRef="#br0" timeOffset="-128485.06">24364 14770 2560 0,'0'0'437'0,"0"0"-330"0,-1 0 39 0,0 0-128 0,0 0-34 15,0 0 9-15,0 0 5 0,1 0 1 0,0 0 17 0,0 0 0 16,0 1 3 0,1 0 0-16,36 25 18 0,-37-26-11 0,33 5-2 15,-11-2-2-15,3-1-1 0,6 0-6 0,-1 0-1 0,3 0-3 16,1 0-9-16,-1-1-2 0,0 0 1 0,2 1-1 15,-1-1-3-15,2 0-90 0,0 2-11 0,1 0-36 0,-1-3-126 16,2 3-302-16</inkml:trace>
  <inkml:trace contextRef="#ctx0" brushRef="#br0" timeOffset="-123202.47">1320 5552 1957 0,'0'0'7'16,"0"0"-10"-16,-1 0 3 0,0 0-44 0,0 0-11 16,0 0-6-16,0 0-11 0,0 0 12 0,1 0-1 0,0 1 78 0,-1 0 9 15,1 0-1-15,0 0 1 0,-5 36-23 0,5-37 0 16,0 1-3-16,1 0 4 0,33 44-2 15,-34-45 12-15,0 1 2 0,26 40 3 16,-26-40 2-16,0 0 1 0,16 46-1 0,-16-47 2 0,0 1 6 16,10 44-5-16,-10-45 2 0,0 1-1 0,0 0 6 15,-3 39-69-15,3-40-4 0,0 0-33 0,0 0-99 16,-1 0-228-16</inkml:trace>
  <inkml:trace contextRef="#ctx0" brushRef="#br0" timeOffset="-122652.45">885 5622 1623 0,'-4'14'34'0,"0"4"-31"0,0 4-27 15,2 4 23-15,3-1-5 0,1 0 9 0,3-1-24 0,1 0 26 16,2 0 0-16,0 0 13 15,1-2 15-15,2-2-3 0,-1-1-4 0,2 2 2 16,2 2-9-16,0 4 4 0,1 2 3 0,3 1-1 16,-1-1 8-16,2 0-7 0,0-1-3 0,0 1-1 15,0-3-7-15,1 0-9 0,1-2 0 0,2-2-4 16,-2-1-7-16,1-4 5 0,0-1-1 0,2-3 2 0,2 4-2 16,3-11 10-16,-2 1-1 0,1-5 4 0,0-2-10 0,2 0 5 15,0 0-4-15,1-4 5 0,-1-3-6 16,1-4-2-16,-2-4 0 0,-1-1-1 0,-1 0-1 0,-1-6 4 15,1-2 2-15,0-3 2 16,0-5 7-16,0 0 21 0,-4-1-7 0,1-2 13 0,-5 0 6 16,-5-2 10-16,1 1-1 0,-3 0 2 0,-2 2-11 15,-2 4-7-15,-2-4-1 0,-3 3-3 16,0-2-2-16,-3-3-12 0,0 3 3 0,-2-2-6 0,-2 2 2 0,-1 0-1 16,-3 0 1-16,-3 2 1 0,-2 1 12 0,-2 6 0 15,-2 0 2-15,-4 6 0 0,-2 0 16 0,-2 1-17 16,-1 3 4-16,2 1-11 15,-2 1-5-15,2 1-12 0,-2 1 2 0,0 2-5 16,-4 1-6-16,-1 4-5 0,-2 0-8 0,-2 5 2 16,-1 2-7-16,-1 4 5 0,-2 2 0 0,0 0 2 15,0 3 1-15,-1 8-3 0,3 2 1 0,0 4-1 0,0 8 6 16,0 3-5-16,-4 9 3 0,-2 8-4 0,3 3 1 16,-1 2 4-16,-3 3-7 0,9-1 5 15,-3 0-1-15,13 1-113 0,9-2-31 0,12 1-57 0,9-2-390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7T20:01:51.6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2-17T20:01:52.616"/>
    </inkml:context>
  </inkml:definitions>
  <inkml:trace contextRef="#ctx0" brushRef="#br0">574 13478 792 0,'0'0'244'0,"0"0"119"15,0 0 23-15,0 0-184 0,0 0-60 0,0 0-21 16,0 0 4-16,0 0-15 0,-1 0-39 0,0 0-9 16,0 0-9-16,0 0 2 0,0 0-20 0,-1 0-16 15,2 1 5-15,0 0-9 0,0 0 2 0,0 0-7 16,0 1 0-16,20 36-2 0,-20-38-3 0,2 0 10 16,37 14-7-16,-39-14 8 0,1 0-16 0,47 16 8 15,-48-16 1-15,33 11 1 0,-15-2-6 0,0-2 5 16,-1-1 1-16,1 3 1 0,2 2 1 15,-4-2 2-15,1 7-3 0,-4-2 3 0,-4-2 8 0,-3 6-1 16,-4-2 4-16,-2 4-4 0,0 1 0 0,-4 0-1 0,-4 0-2 0,-3-1 1 16,-3 2-6-16,0-2 3 15,0 0-2-15,-2-2 2 0,1 0 1 0,2-3-8 16,-3 1 6-16,1-1-7 0,0-3 7 0,2-2-9 16,0 1 0-16,5-2-4 0,8-9-4 0,-1 0 3 15,0 0-4-15,0 1 3 0,0 0-8 0,0 0-4 0,0 0 1 16,0 0-2-16,1-1 1 0,0 1 3 15,0-1-1-15,0 0 2 0,0 0-5 0,0 0 5 16,0 0-2-16,1 0 4 0,0 0 4 0,39 15 0 16,-40-15 0-16,1 0-1 0,0 0-1 0,0 0 6 15,42 8-2-15,-43-8 1 0,1 0-7 0,35 8 7 16,-36-8-1-16,1 0 1 0,34 11-2 0,-35-11 1 16,1 0 0-16,0 0 0 0,42 11 4 0,-43-11-3 15,1 0-1-15,0 0-8 0,35 5-57 0,-36-5-28 16,0 0-8-16,0 0-2 0,1 0-8 0,0 0 5 15,0 0 4-15,0 0 3 0,0 0 31 0,0 0 4 16,35-9 2-16,-36 9-2 0,0 0-12 0,0-1-30 16,1 0-14-16,0 0-11 0,25-35-99 0</inkml:trace>
  <inkml:trace contextRef="#ctx0" brushRef="#br0" timeOffset="466.45">676 13437 1434 0,'-13'-11'238'16,"1"0"-140"-16,1 0 13 0,-1 1-30 0,-4 3 20 0,3 0 19 0,1 2-15 0,-2 3 8 16,1 2-63-16,-1 4-14 0,-1 3 2 15,-1 3-8-15,0 2-11 0,2 4-3 16,1 3 0-16,1 5 0 0,1 4-3 0,1 3-2 15,2 0-3-15,0 6 2 0,2 4-4 0,1 5 10 0,0 9 1 16,3 3 4-16,2 2 13 0,4-2 4 16,3-1-8-16,2-7 3 0,1-3-30 0,5-1-3 15,2-3-6-15,2 1 0 0,6-5-16 0,-1-6-6 0,2-6-2 16,3-5-1-16,-3-5 4 0,2-5 17 16,0-6-1-16,2-5 6 0,2-3 1 0,6-5 14 15,4-7 3-15,2-7 5 0,0-4 20 0,-1-6-8 0,0-3 4 16,0-5-6-16,-3 0-2 0,-4 2 0 15,-1-3-4-15,-7-1 2 0,0-1-7 0,-5 0 16 16,1-1 7-16,-6 2 6 0,-4 0 47 0,-5 1-10 16,-5-4 1-16,-4 2-6 0,-7 2-13 0,-3 5-10 15,-5 2 1-15,-5 4-5 0,-1 0-1 0,-7 1-9 16,-3 1-3-16,-3 4-2 0,-4 2-14 0,-7 7-21 0,0 5 6 16,-4 6-10-16,-4 4-8 0,-1 6 0 15,1 5-2-15,4 4 2 0,8 0 5 0,7 4-8 16,3-1-15-16,3-4-4 0,0 3-107 0,2-3-116 15,6-2-48-15,1 1-57 0,4-1-492 0</inkml:trace>
  <inkml:trace contextRef="#ctx1" brushRef="#br0">2107 17322 0,'0'0'0,"0"0"16,0 0-1,0 0-15</inkml:trace>
  <inkml:trace contextRef="#ctx1" brushRef="#br0" timeOffset="1034.01">3277 16288 0,'0'0'0,"0"0"0</inkml:trace>
  <inkml:trace contextRef="#ctx0" brushRef="#br0" timeOffset="8192.92">1976 13114 2345 0,'0'0'66'0,"0"0"-25"15,0 0 34-15,0 0 14 0,0 0 14 0,0 0-46 16,0 2-7-16,0-2-10 0,-6 44 12 0,6-44-5 16,-1 1-3-16,-17 42-4 0,16-23-15 0,-2 5 2 15,2 1 3-15,-1 3-1 0,0 3 3 0,-2 2 5 16,1 2-1-16,0 3 3 0,2 1-5 0,-4 0 0 15,0 1-4-15,1 1 2 0,-1 0-15 0,0 3-1 16,0 2-3-16,2 0 0 0,0 0-4 0,-1-1-7 16,0-1 4-16,1-4-5 0,0-1 8 0,0-2-7 15,0-2 4-15,-1-3-5 0,1 0 6 0,-1-2-7 16,0-2 4-16,3-2-4 0,0-4 0 0,-1-4-20 16,0-5-16-16,3-14-2 0,0 1-67 0,0 0-59 15,0 0-9-15,0 0-23 0,0 0-79 0,0-1-181 16,0 0-145-16</inkml:trace>
  <inkml:trace contextRef="#ctx0" brushRef="#br0" timeOffset="8504.5">1910 13238 1895 0,'0'0'65'0,"0"-1"7"0,0 0-25 0,0 0 49 0,0 0-17 15,18-37 22-15,-18 38-56 0,0 0 24 0,1 0-4 16,0 0 10-16,42-13-15 0,-43 13-6 0,1 0-3 16,40-1-1-16,-40 1-6 0,0 0-1 0,47 8-4 15,-47-8 3-15,33 10-1 0,-13-4 3 0,-3 3 1 16,1-4 0-16,-1 3 4 0,-2-2-7 0,2 1 0 16,-3 3-3-16,-1-4-11 0,0 3 8 0,-4-1-2 0,-1 0 6 15,-9-8 6-15,0 1 5 16,0 0 1-16,12 40 2 0,-12-41 5 0,-14 33-13 15,1-13 0-15,-3 3-6 0,-4 4-11 0,0 1-10 16,-3 2 1-16,-1 1-4 0,-1-2-5 0,-1-4-26 16,-1 0-7-16,0-4-11 0,-2 1-51 0,1-1-91 15,-2-2-16-15,3 0-37 0,1-2-154 0,4-4 853 0</inkml:trace>
  <inkml:trace contextRef="#ctx0" brushRef="#br0" timeOffset="8877.9">2905 13182 1937 0,'0'0'29'0,"-1"0"97"0,0 0-28 15,-40-5 48-15,41 5-50 0,-1 0 16 0,-42 3 1 0,41-3 6 16,-32 12 4-16,15-1-30 16,-2 0-3-16,0 3-11 0,0 1-21 0,0 2-5 15,5 3 2-15,-2 3-3 0,0 3 0 0,2 1-20 16,-5 4 8-16,2 3-11 0,0 3 9 0,-1 3-19 16,1 0-4-16,0 4-5 0,-1-1-10 0,1 5 4 15,1 2 1-15,3 0 2 0,2 2 0 0,4-3-8 0,2 0-6 0,3-7-1 16,3 1-10-16,3-8-6 0,2-7 5 0,3-2-7 15,2-3-5-15,2-4-11 0,1 1 3 0,3-4-5 16,1-4-6-16,2-2-96 16,1-4 0-16,-1-3-41 0,0-3-58 0,2-6-115 15,2-4-57-15</inkml:trace>
  <inkml:trace contextRef="#ctx0" brushRef="#br0" timeOffset="9319.4">2889 13484 2136 0,'0'0'95'0,"0"0"60"0,0 0 3 0,0 0-27 0,0 0 14 15,0 0-28-15,0 0-37 0,0 0-3 16,0 0-11-16,-7 47 6 0,3-23-24 0,-5 0-8 16,0 5-1-16,-3 1-3 0,1 3-17 0,-2 6 12 15,0-3-4-15,0 2 6 0,-1-1-4 0,1-2-10 16,1-1 3-16,2-3-6 0,1-2-6 0,2-7-6 0,2-4-2 15,0-4-1-15,5-14-7 0,0 1 2 0,0 0-1 16,0 0 0-16,0 0-15 0,0-1-16 0,0 0-7 0,0 0-1 16,-7-10-20-16,12-11 15 0,0-4 7 0,1-3 4 15,3-1 25-15,0-4 10 16,3-1-5-16,0-3 8 0,-1-3 4 0,2 2-1 16,2-1 2-16,3 5-3 0,0 3 7 0,0 1 9 15,-1 3-2-15,-1 2 3 0,-1 2-6 0,0 5-2 0,-1 3 2 0,-2 3-2 16,-2 2 8-16,-10 10-1 0,1 0 3 0,0 0-2 15,0 0 1-15,35-9 9 16,-36 9-5-16,0 0 6 0,1 1 0 0,0 0 0 16,24 46 4-16,-25-46-3 0,5 35 4 0,-4-14-7 15,1-2 3-15,-1 5-5 0,1-1-5 0,-2 5-4 16,-1 3 1-16,-2 0-2 0,1 0-4 0,-3 1-3 0,2-2-3 16,0-1 3-16,0-3-7 0,0-3-37 0,0-2-10 15,1-2-16-15,1-3-79 0,0-3-60 0,1-14-11 0,0 1-21 16,0 0-80-16,0 0-94 0,0 0-61 0</inkml:trace>
  <inkml:trace contextRef="#ctx0" brushRef="#br0" timeOffset="9623.15">3229 13570 1799 0,'0'0'119'0,"0"0"101"0,0 0-22 0,0 0-95 0,0 0 11 15,0 0-43-15,-1 1-1 0,0 0-6 0,-29 47 3 0,23-24-6 16,0 2-2-16,1 5 0 0,-2 1 4 0,1 1-2 15,2 0 9-15,0-3-28 0,2-1-1 0,2-3-11 16,2-4-19-16,4-5-22 16,-5-17 8-16,0 1-14 0,1 0 3 0,-1 0-6 15,49 25 4-15,-30-30-1 0,-2-5 20 0,5-5 11 0,0-2 3 0,0-7 4 16,2-1 22-16,-1-2 16 0,1-2 1 16,-2 1 4-16,-2-2 1 0,-3 3-13 0,-2 1-3 15,-3 1-2-15,-3 2-5 0,-2 2-17 16,-3 1 4-16,-4 4-9 0,0 15 2 0,0-1-4 0,0 0 3 0,0 0-3 15,-22-39-5-15,22 40-25 0,-1 0-12 0,-36-2-7 16,36 2-50-16,0 0-90 0,-46 21-16 0,47-21-42 16,-1 0-192-16</inkml:trace>
  <inkml:trace contextRef="#ctx0" brushRef="#br0" timeOffset="10386.01">4046 13724 2054 0,'0'0'85'0,"0"0"120"0,0-1-132 0,0 0 47 16,0 0-14-16,12-38 12 0,-12 39-82 0,0 0 39 15,0-1-7-15,0 0 17 0,0 0-9 0,-1-37 5 0,1 38-4 16,0 0 2-16,0 0-23 0,0-1 3 0,-1 0-8 16,0 0 4-16,0 1-10 0,0 0-3 0,-34-11-2 15,35 11-1-15,0 0-14 0,-1 0-5 0,0 1 2 16,-42 36-4-16,43-37-2 0,-22 31-8 0,10-12 1 16,0 0-5-16,0 3-7 0,2 0 4 0,0 2-5 15,0-1 4-15,2 1-7 0,4-2 0 16,-1-3 2-16,4-3-2 0,1-16-7 0,0 0-13 0,0 1 0 15,0 0-3-15,16 38 4 0,-16-39 4 16,1 0-4-16,0 0 4 0,39-7-4 0,-23-5-1 16,0-4 3-16,2-4-2 0,1-3 11 0,-2-3 2 15,1 1 0-15,1-1 1 0,-1-1 8 0,0-2 1 16,-1 2 3-16,1-2-1 0,3 2-9 0,-1 0 15 16,1 1-6-16,-2-4 8 0,-1 2-10 0,-4-3 8 0,-1-2-1 15,-3 0 4-15,0 0-4 0,-1 2-3 0,-2 2-1 16,-1 1 1-16,1 2 4 0,-2 3-1 0,-1 5 4 15,-1 3 0-15,-4 15 27 0,0-1 1 0,0 0 6 16,0 0-4-16,3-37 3 0,-3 38-2 16,0 0-4-16,0 0 1 0,0 0-10 0,-1 0-1 15,0 0-4-15,0 0 1 0,0 0-15 0,1 1-3 16,-34 34 3-16,34-35-2 0,0 1 4 0,-9 51-2 16,6-27 0-16,0 2-1 0,1 5 1 0,-3 2 1 15,0 4-2-15,0 3 2 0,-2-2 4 0,2 1-8 16,0 1 6-16,-3 2-8 0,-1 4 2 0,2 1-1 15,1 0 1-15,3-2-1 0,-4-2-2 0,2-4-1 16,2-5-3-16,-1-3 1 0,4-4-2 0,1-6-38 16,2-2-6-16,1-6-20 0,-4-14-92 0,0 1-65 15,1 0-12-15,0 0-18 0,42 17-65 0,-43-18-144 16,34-21 859-16</inkml:trace>
  <inkml:trace contextRef="#ctx0" brushRef="#br0" timeOffset="10607.15">4519 13615 1921 0,'0'0'108'0,"0"0"160"0,0 0-118 0,0 0 9 15,0 0 2-15,0 1-6 0,0 0-37 0,0 0-18 16,13 46-2-16,-13-47-9 0,0 1-14 0,1 49-19 0,-2-30 0 16,1 2-9-16,0 1-26 0,0-1-11 0,0 1-1 15,0-2-3-15,-2 0 1 0,0-2-10 16,0-3-14-16,2 0-3 0,-1-1-79 0,1-15-50 15,0 0-2-15,0 1-20 0,0 0-44 0,0 0-26 0,0 0-28 16,0-1-8-16,0 0-172 0</inkml:trace>
  <inkml:trace contextRef="#ctx0" brushRef="#br0" timeOffset="10738.15">4627 13436 1959 0,'0'0'245'0,"0"0"-41"16,0 0-23-16,0 0-11 0,0 0-104 0,0 0-13 15,0 0-3-15,0 0-3 0,0 0-14 0,0 1-13 0,0 0-3 16,2 41-4-16,-2-42-12 0,0 1-161 0,4 40-5 16,-4-41-75-16,0 0-165 0</inkml:trace>
  <inkml:trace contextRef="#ctx0" brushRef="#br0" timeOffset="11126.56">4942 13480 1278 0,'0'0'198'0,"0"0"137"0,0 0 141 0,0 0-340 16,0 0 47-16,0 0-77 16,-1 1 15-16,0 0-36 0,0 1 13 0,-39 29 19 15,40-31-14-15,-1 1 13 0,0 0-33 0,-43 39-36 16,44-40 5-16,-1 1-17 0,-35 30-18 0,36-31-5 0,-1 1-8 16,1 0 3-16,-44 40-12 0,44-41 5 0,-1 1 0 15,1 0 2-15,-38 42 1 0,38-43-2 16,-1 1-1-16,-24 37-1 0,25-38-11 0,0 1 8 15,0 0-6-15,-15 38 5 0,15-39-17 0,0 0-4 16,0 1-4-16,0 0 2 0,0 0 2 0,1 0 10 16,44 26 0-16,-45-27 3 0,1 0 3 0,48 1 9 15,-30-2 1-15,0-1 1 0,1 0 4 0,0 2-1 16,-2 0 3-16,-1 1-2 0,-1 2-3 0,-3 1 10 16,-13-4 0-16,0 0 4 0,1 0 0 0,0 1 1 0,0 0 0 15,33 36 3-15,-34-37 8 0,0 1 0 0,0 0-5 16,-9 44 2-16,9-45-5 0,0 1-11 0,-26 44 5 0,13-26-9 15,-3-3-4-15,-2 2-29 16,0 0-5-16,-2-4-13 0,0 2-55 0,1-3-61 0,-1-3-8 16,1-2-24-16,3-5-87 0,-1 1-136 15,1-3-33-15</inkml:trace>
  <inkml:trace contextRef="#ctx0" brushRef="#br0" timeOffset="11507.09">4900 13729 1044 0,'15'0'166'0,"-4"0"68"0,-11 0 77 15,1 0-161-15,0 0 49 0,41 4-82 0,-42-4 3 16,1 0-31-16,0 0-12 0,38 20-35 0,-39-20 9 0,1 0-17 16,0 0 7-16,48 5 2 15,-49-5 5-15,1 0-1 0,46-13 13 0,-28 5-24 16,5 2 0-16,-2-1-10 0,2-3-17 0,-5 1-1 16,1-2 2-16,-2 2-1 0,-3 2 2 0,0 1 4 15,-3 0-2-15,-2-1 3 0,-10 7 0 0,0 0 10 16,1-1 1-16,0 0 6 0,0 0 12 0,0 0-3 0,16-37-3 15,-17 38 0-15,0 0-9 0,-1-1-3 0,-1 0 0 16,-40-24-1-16,41 25 2 0,-32-6-10 0,12 5 8 16,-1 2-10-16,-3 2 1 0,-1 0 0 15,1 1-5-15,1 0 4 0,3 2-15 0,1 3-1 16,3 2 0-16,3 4 0 0,1 1 2 0,3 3-5 0,-1-1 0 16,1 2-3-16,1 0 6 0,0 2 0 0,2 3-2 0,2-2 0 15,0 2-13-15,3-2 7 16,1 2-2-16,1-4 3 0,3 1-9 0,2-2-9 15,-1-4 1-15,3-2-3 0,3-1 5 0,0-3-14 16,3-1-22-16,2-5-2 0,1 0-106 0,1-4-28 16,3-2 2-16,2-3-13 0,1-5-14 0,3-3-33 15,2-1 3-15,2-2-12 0,-2-3 15 0,0 4-67 16,-3-3-37-16</inkml:trace>
  <inkml:trace contextRef="#ctx0" brushRef="#br0" timeOffset="11902.88">5398 13818 35 0,'16'-15'5'0,"0"2"320"15,-4 0-73-15,2 0 136 0,-3-1-159 0,-5 0-32 0,1 0-7 16,-5-3-5-16,1 3-4 0,-2 0 3 0,1 2-1 15,-2 2-2-15,0 10-30 0,0 0-21 16,0-1-5-16,0 0-5 0,-2 0-20 0,2 0-18 0,-1 0-4 16,-40-34-6-16,41 35-20 0,-1 0-18 0,0 0 2 15,-37 8-8-15,38-8 5 0,-1 0-11 0,-38 24 6 16,39-24-8-16,-32 21-6 0,17-9 1 16,-1 1-6-16,1 3 4 0,1-1-11 0,2 0-2 15,1 1-2-15,1-2-1 0,2-1-2 0,8-13-8 16,0 1 0-16,0-1-5 0,0 1-4 0,-8 37-6 0,8-38 3 0,0 0-4 15,1 0 3-15,0 0-5 16,0 0 2-16,44 10-2 0,-45-10 12 0,1 0-2 16,42-19 5-16,-43 19-4 0,31-18 11 0,-12 7 1 15,-3 2 3-15,-1-5-2 0,1 2 5 0,-3 0 7 16,-2 1-1-16,0 4 3 0,-11 7-2 0,0 0-1 0,1-1 5 16,0 0-2-16,0 0 20 0,0 0 8 0,0 0-7 15,0 1 7-15,0 0-22 0,-1 0 0 0,0 0-7 16,0 0 4-16,0 1-7 0,0 0 4 0,0 39 1 15,0-40 1-15,0 1 9 0,-7 39-15 16,7-39 8-16,0 0-11 0,-8 50 4 0,8-50 0 16,0 0 0-16,-6 49 0 0,6-50-8 0,0 1-89 15,0 41-4-15,0-42-35 0,0 1-58 0,0 0-12 16,0 0-5-16,20 37-5 0,-20-38-44 0,1 0-124 16,0 0-74-16</inkml:trace>
  <inkml:trace contextRef="#ctx0" brushRef="#br0" timeOffset="12293.37">5814 13569 2232 0,'0'0'172'0,"0"0"-12"16,0 0-12-16,-1 0-4 0,0 0-62 0,0 0-30 16,0 0-2-16,-42 4-11 0,43-4-20 0,-1 0 3 15,-36 20 2-15,36-20 2 0,0 0 11 0,-46 25 10 16,30-11-4-16,1 4 5 0,0 0-18 0,-1 1-13 15,1-2 1-15,1 1-4 0,2-1 1 0,2-3-16 16,2 0 0-16,9-14-5 0,0 1 3 0,-1 0-9 16,0 0 3-16,0 0-6 0,-13 37-6 0,14-38-11 15,0 0 8-15,0 0-8 0,0 0 15 0,1 0-1 16,0 0 2-16,34 16 2 0,-35-16 15 0,1 0 1 0,41 0-2 16,-22-1 1-16,2 1-1 0,-2-1 2 0,2 0 3 15,-1 1-2-15,0 0 3 0,-2 2-3 16,-3 0 3-16,-2 2-2 0,-1 1 4 0,-2 0 5 15,-11-5-3-15,1 0 3 0,0 1-6 0,0 0 11 16,29 39-2-16,-30-40 5 0,0 1 1 0,0 34-4 16,0-35-2-16,0 1-1 0,-12 40-4 0,12-41 3 15,-1 1 1-15,-24 39-1 0,25-40-10 0,-26 30-10 16,12-16-10-16,-3-3-4 0,0 2-68 0,0-6-77 16,-1 1-13-16,2 0-29 0,-2-8-106 0,3 0-226 15</inkml:trace>
  <inkml:trace contextRef="#ctx0" brushRef="#br0" timeOffset="12659.8">5919 13854 1684 0,'0'0'69'0,"1"0"17"0,0 1-21 0,39 23-24 15,-40-24 5-15,1 0-11 0,0 0 14 0,39 6 9 16,-40-6 7-16,0 0 1 0,2 0 28 0,38-14-5 15,-40 14 2-15,1 0-5 0,39-22-13 0,-40 22-13 0,1-1 3 16,46-25-6-16,-30 16-1 0,0 1-1 16,-3-1-3-16,-2 0 4 0,-1 0 8 0,-2-2-7 15,-3 0 6-15,-3 0-6 0,-3 12 2 0,0-1-10 16,0 1-6-16,-7-44-1 0,7 44-16 0,-1-1 11 0,0 0-7 16,-46-27 7-16,28 23-19 0,-3 3-8 15,-2 0 3-15,2 2-5 0,0 4-2 0,3 2-1 16,1-1-2-16,0 2 1 0,5 4-2 0,-3 3-2 15,3 3-2-15,-2 3 0 0,2 1 2 0,0 2-2 16,0 2 0-16,3 3-2 0,1-1-1 0,4 1 7 16,-1 0-1-16,5 0 2 0,1-1-12 0,3-3 3 0,2-5-7 15,2-1 6-15,3-1-9 0,2-7-6 0,-1-2 2 0,3-1-5 16,-2-2-18-16,3-1-168 16,0 1 0-16,1-5-76 0,-1-1-143 0</inkml:trace>
  <inkml:trace contextRef="#ctx0" brushRef="#br0" timeOffset="13657.78">6610 13085 413 0,'-1'0'618'16,"0"-1"-240"-16,0 0 326 0,0 0-502 0,0 0-39 16,-15-34-5-16,16 35-48 0,0 0-7 0,0 0 2 15,0 0-15-15,-1 0-21 0,0 0-3 0,0 0-6 16,0 0-8-16,0 1-2 0,-23 41 1 0,23-22-2 15,0 2 2-15,0 7-4 0,1 4 1 16,0 4-4-16,1 5-1 0,0 1-1 0,-2 3-2 0,1 1-1 16,0-1-15-16,-1 1-9 0,1 0 4 15,-4-2-5-15,4 5 0 0,-1-1-3 0,-3 2-3 16,2 2 0-16,-3-2-9 0,1-2 7 0,1-2-2 16,0-5 6-16,2-4-4 0,1-4-1 0,-1-4 1 15,1 2-1-15,-2-2-4 0,1 1 2 0,-1-1-2 0,-2-5 2 16,3 1 6-16,0-2-6 0,0-4 2 15,1 0-4-15,-1-2-4 0,-2-2 3 0,2 1-2 0,0-2 2 16,-1-2-2-16,2 0-4 0,0-13-6 0,0 1-3 16,0 0-46-16,0 0-49 0,-4 35-9 15,4-36-16-15,0 0-46 0,0 0-12 0,0 0 7 16,0 0-5-16,0 0 22 0,0 0-27 0,0 0-16 16,0 0-16-16,0-1-167 0</inkml:trace>
  <inkml:trace contextRef="#ctx0" brushRef="#br0" timeOffset="19714.58">6924 13319 1274 0,'0'0'132'16,"0"0"-31"-16,-1 0 71 0,0-1 19 0,0 0-24 0,-1 0 3 0,2 0-49 16,-36-27 3-16,36 28-10 0,0 0-8 15,-1 0-5-15,0 0-1 0,1-1-2 0,-2 1-21 16,1 0-22-16,1-2 2 0,0 2-8 0,0 0-9 16,0 0 13-16,0 0-13 0,1 0 12 15,1 0-15-15,44-3-8 0,-46 3-2 0,1 0-4 0,49 5-14 16,-31-5 4-16,2 3-5 0,6 0 3 15,1-1-13-15,5 1 5 0,-1-1 0 0,4-1 3 16,-1 1-4-16,-2-1 0 0,2 1-2 0,-3 0 1 16,-1-1 1-16,-1 0-1 0,-3-1-1 0,-3 0 0 15,-1-2-4-15,-6 2 5 0,1-1 0 0,-5 1 2 16,0 0 3-16,-13 0-3 0,1 0 2 0,0 0-4 16,0 0-9-16,0 0-41 0,36 2 1 0,-37-2-17 15,0 0-28-15,0 0-31 0,0 0-9 0,0 0-8 16,-1 0-38-16,0 0-10 0,0 0 2 0,-44 17-7 15,45-17-20-15,-2 0-34 0,-38 6-16 0,40-6-31 0,-1 0-311 16</inkml:trace>
  <inkml:trace contextRef="#ctx0" brushRef="#br0" timeOffset="19948.86">7328 13301 463 0,'0'0'65'0,"0"0"302"0,0 0 57 0,-1 0-178 16,0 0-57-16,0 0-13 0,0-1-5 0,0 0-4 15,-36-20-16-15,37 21-21 0,0 0-1 0,0 0-11 16,0 0-34-16,0 0-20 0,0 0-2 0,0 0-6 15,0 1-8-15,0 0 7 0,-14 40 7 0,14-40-1 0,0 33 6 0,2-13-11 16,-1 2-5-16,1 3 0 0,0 1-1 0,-1 4-3 16,0-2-2-16,0 0-2 0,-1 0-19 0,0 0-6 15,-1 0 0-15,-1 3-1 0,-2 0 2 0,1 0-10 16,-1-3-1-16,-1-2-3 0,2-1 1 0,-2-1-3 16,0-3 0-16,0-2-3 0,0-3-28 0,2-4-26 15,-2 1-8-15,5-14-8 16,0 1-51-16,0 0-66 0,0 0-16 0,0 0-25 0,0 0-124 15,0 0-401-15</inkml:trace>
  <inkml:trace contextRef="#ctx0" brushRef="#br0" timeOffset="20877.59">7913 13398 1686 0,'0'0'95'0,"0"0"167"0,0 0-159 0,0 0 13 16,0 0 10-16,0 0-4 16,0 0 17-16,0 0-15 0,0 0-2 0,0 0-8 15,0 1-20-15,0 0-7 0,0 35 3 0,0-36-7 16,0 1-13-16,0 0-11 0,-7 38-5 0,7-39-2 15,0 1-6-15,-11 42-17 0,11-42 5 0,0 0-11 16,-15 48-6-16,8-32-8 0,-2 4 4 0,2 0-4 16,-4 6 8-16,-1 0-11 0,-1 2-2 0,0 0-2 15,-1-2 6-15,0 0-6 0,0 1 4 0,0-4-5 0,3 1-2 16,1-5 1-16,2-2 0 0,2-3 1 0,0-2-2 16,6-13-2-16,0 1-3 0,0 0 0 15,0 0-21-15,0 0-23 0,0 0-4 0,0 0-5 16,0 0-4-16,0-1 2 0,0 0 7 0,0 0-3 0,0-1 19 0,20-43 11 15,-13 26 1-15,-1-2 4 0,3-1 6 16,-1 2 12-16,1-2-2 0,1 1 4 0,-1 3-3 0,-1-3 1 16,-1 0-1-16,2-1 2 0,-2 1 6 0,1 0-4 15,1 0 1-15,-1-1-1 16,1 5 1-16,-2 0 6 0,0 1-4 0,-1 1 4 16,0 1-6-16,0-4 24 0,1 6-2 0,-7 11 10 15,0-1 1-15,0 0 7 0,0 0-2 0,0 0 4 16,0 0 4-16,13-34-5 0,-13 35-2 0,0 0-2 0,0 0-5 15,0 0-7-15,0 0 1 0,0 0-5 0,0 0 2 16,0 0-2-16,0 0 3 0,0 2-4 16,0-2-11-16,1 1 8 0,19 38-9 0,-20-39 8 0,0 1-6 15,0 0-3-15,13 40 4 0,-13-41-4 0,0 1 6 0,11 48-6 16,-8-29 2-16,-1 1-4 16,0 0 1-16,1 1 1 0,-1 1-2 0,0-1 1 15,2 0-4-15,-4-3 0 0,1 0-1 0,2-1 1 0,1-1 3 0,-1-2-5 16,-3-15 1-16,0 1-1 15,0 0 5-15,19 35-5 0,-19-36 0 0,0 0-5 0,1 0 1 0,36 3 1 16,-37-3 2-16,30-13-1 0,-14 2 1 0,4-4-2 16,1-2 2-16,-1-2-1 15,4-4-2-15,0 0 3 0,1-4-2 0,1-2 3 16,0 1 3-16,0-3 0 0,-2 4 1 0,0 4-2 16,-4-2-6-16,-1 5 5 0,-3 0-3 0,-1 1 3 0,-2 1-4 0,-1 4 6 15,4-1-2-15,-8 0 5 0,3 2-6 0,-7 1 1 16,-4 12-1-16,0-1-1 15,0 0-19-15,0 0-26 0,8-39-7 0,-8 40-10 0,0 0-42 16,0-1-38-16,0 0-8 0,0 0-14 16,-7-37-61-16,7 38-50 0,0 0-5 0,0-1-26 15,0 0-123-15</inkml:trace>
  <inkml:trace contextRef="#ctx0" brushRef="#br0" timeOffset="21191.63">8710 13113 2054 0,'0'0'199'0,"0"0"-30"0,0 0-10 0,0 0-6 0,0 0-36 16,0 0 8-16,1 0-6 0,1 0 6 16,-2 0-23-16,39 15-10 0,-39-15-6 0,2 1-1 0,-2 0-30 15,30 45-8-15,-22-28 1 0,2 2-3 0,-1 1-9 16,1 3 7-16,-2 0-3 0,0 3 5 0,-1 0 1 15,-1 1-16-15,2 2 3 0,-3 2-8 16,0 0-12-16,0 3-9 0,-3-4-4 0,0-1 0 16,0-1 0-16,-1 2 0 0,-1-1 0 0,-2 5 0 15,-2 1 0-15,0 0 0 0,-2 2 0 0,-3 2 0 16,-1 0 0-16,-4 1 0 0,-1-1 0 0,-1-2 0 16,-2-2 0-16,-2-1 0 0,-1-1 0 0,-3-3 0 15,1 1 0-15,-1-4-136 0,-1-2-32 0,2-5-65 16,-3-1-348-16</inkml:trace>
  <inkml:trace contextRef="#ctx0" brushRef="#br0" timeOffset="25392.31">1084 16145 2089 0,'-13'-7'256'0,"1"1"41"16,12 6-6-16,0 0-213 0,-1 0-91 16,0 0-62-16,1 0 9 0,0 0-17 0,0 0 23 15,0-1 22-15,25-15 5 0,-3 17 7 0,3 0 10 0,-2-2 14 16,2-1-7-16,1-2 9 0,0 2 0 0,0-1 0 15,-1 1 2-15,0 0-2 0,-4 1 1 0,-1-2 5 16,0 1-6-16,-2 1 4 0,-3 1-1 0,0-1-3 16,-1-1 8-16,0 2-7 0,1-1 5 0,-2 2-71 15,0 0-32-15,-13-1-22 0,0 0-172 0,2 0-123 16</inkml:trace>
  <inkml:trace contextRef="#ctx0" brushRef="#br0" timeOffset="25581.17">1117 16586 2871 0,'0'0'174'15,"-1"0"-149"-15,0 0-20 0,0 0-25 0,0 0 18 0,0 0-9 16,1 0-1-16,0 0-3 0,0 0 2 16,0 0 12-16,1 1 0 0,45 17 2 0,-19-15-5 0,-1 0-2 15,8-2-3-15,3 0 3 0,3-1 6 16,6 0-3-16,0-2 6 0,4-2-18 0,1 1-149 15,1 0-248-15,4 0-105 0</inkml:trace>
  <inkml:trace contextRef="#ctx0" brushRef="#br0" timeOffset="38987.05">2920 14376 353 0,'0'0'227'0,"-1"0"177"0,0 0-321 16,-1 0-22-16,2 0-22 0,-1 0-29 0,0 0-1 0,0 0-3 15,0 0-6-15,-37-17 11 0,38 17 2 0,0 0 6 16,0 0 34-16,0 0 15 0,0 0 3 16,0 0 2-16,-1 0 4 0,0 0-11 0,0 0-1 15,0 0-5-15,0 0-12 0,0 0-18 0,0 0 0 0,0 0-7 16,0 0-10-16,1 0 1 0,0 0 2 0,0 0-2 0,0 0-3 15,0 0-5-15,0 1 2 0,0 0-2 0,0 0 5 16,0 0-7-16,1 0 0 16,0 0-1-16,0 1 6 0,0-2-4 0,38 23-1 0,-39-23-1 15,0 0-3-15,1 0 9 0,0 0 4 0,0 0 2 16,41 6 3-16,-42-6-1 0,0 0 0 0,1 0 1 16,0 0-6-16,37 3-4 0,-38-3-4 15,1 0 1-15,0 0 0 0,0 0 4 0,40-1-2 0,-41 1 3 16,0 0-4-16,1 0-6 0,0 0 7 0,41-1-7 0,-42 1 9 15,0 0-4-15,1 0 0 16,0 0 0-16,40 2-1 0,-41-2 0 0,0 0 1 16,1 0 0-16,0 0 16 0,37 1-4 0,-38-1 3 0,1 0-4 15,0 0-5-15,36 1-5 0,-37-1 0 0,1 0-1 16,0 0-3-16,36 2 3 0,-37-2-4 0,1 0 3 16,36 0-4-16,-37 0 3 0,1 0 0 0,0 0 2 15,43 3 0-15,-44-3-5 0,1 0 1 0,0 0-1 0,45-3 0 16,-46 3 2-16,0 0 3 15,41-1-2-15,-41 1-2 0,1 0 0 0,37-5 0 16,-38 5 1-16,0 0-1 0,2 0 3 0,43-2-4 16,-45 2 5-16,1 0-3 0,0 0-1 0,41-2 2 0,-42 2-2 15,1 0 7-15,0 0 13 0,40-2-3 0,-41 2 6 16,1 0-17-16,37-5-1 0,-38 5-2 0,1 0 0 16,42-6-8-16,-25 4 6 0,3 2 1 0,-1-1 4 15,-3 0-1-15,3 1-5 0,-2 0-1 0,-1 0 0 16,0-1-3-16,-1 1 3 0,0 1 0 0,-1-1 2 15,0 0-2-15,0 0 1 0,0 0-1 0,-2-1 3 16,2 1 4-16,-1-1-6 0,0 1 3 0,0 0-3 16,1 0-4-16,-2 0 4 0,2 0-1 15,-3 0 2-15,0 0 0 0,-12 0-2 0,1 0 0 0,35 0 0 16,-36 0 0-16,1 0 0 0,41 3 3 0,-42-3-2 16,1 0 1-16,43 1-2 0,-43-1 1 0,35 0-1 15,-36 0 2-15,2 0 2 0,49 2-4 0,-51-2 2 0,1 0-1 16,43 1-1-16,-44-1 0 0,0 0-2 15,43 1 5-15,-43-1-4 0,0 0 3 0,42 1-3 16,-42-1 5-16,1 0-6 0,43 3 0 16,-44-3-3-16,1 0 5 0,44 5 1 0,-45-5 4 15,1 0-3-15,41 4-2 0,-42-4 0 0,1 0 1 0,39 7 0 16,-40-7 0-16,1 0-1 0,44 5 0 0,-44-5 0 16,0 0 0-16,52 5 3 15,-33-1-4-15,1 0 2 0,-2-1-6 0,3 0 11 0,-3-2 2 16,1 1 5-16,1 0 4 0,-2 1-7 15,1-1-3-15,1 2-1 0,-2-1-5 0,2 0 1 0,-2 0 1 0,-1-3-1 16,2 3 1-16,-1-3 4 0,-1 1-4 0,2 1 4 16,-4 0-13-16,1 0 8 0,3 1-4 0,-1-1 5 15,2 1-6-15,3 1 4 0,-2-2 1 0,1 1 1 16,0 0-1-16,-1-1 2 0,0-1 2 0,-1 3-1 16,0-3 3-16,-1 4 3 0,-1-1-1 0,1-3 2 15,0 4-2-15,-2-4 2 16,1 2-3-16,-1-1 2 0,-1-1-9 0,0 1 2 0,-1-2-1 0,-1 0 2 15,2 0 0-15,-2 2 3 16,3-1 1-16,-3 2 1 0,-1-1-2 0,1 0 9 16,0-1-4-16,3-3 4 0,1 1-5 0,0 3 0 0,-1-2 1 0,-1 1-1 15,1 0-5-15,-4-2-1 16,2 1 2-16,-1 0-1 0,-15 0 4 0,1 0-2 16,0 0-4-16,0 0 2 0,37-1-3 0,-38 1-1 0,0 0 6 0,0 0-4 15,0 0 9-15,0 0-8 0,0 0-2 0,0 0-2 16,0 0-2-16,0 0-5 0,0 0-3 0,0 0-3 15,0 0-32-15,0 0-59 0,0 0-10 16,0 0-21-16,0 0-77 0,0 1-181 0,1 0 871 16</inkml:trace>
  <inkml:trace contextRef="#ctx0" brushRef="#br0" timeOffset="40115.11">7087 14419 1155 0,'0'0'95'0,"0"0"-8"0,-1 0 0 16,0 0-69-16,0 0-32 0,0 0 8 0,0 0 2 15,0 0 3-15,0 0 10 0,-34-5 22 0,35 5-6 16,0 0 14-16,0 0 32 0,0 0 11 0,0 0 5 16,0 0-1-16,0 0 4 0,0 0-23 0,-1 0 7 15,0 0-14-15,0 0-13 0,0 0-21 0,1 0 0 0,0 0-6 16,0 0-3-16,0 0 2 0,0 0-1 0,0 0 1 16,0 0-2-16,0 0 7 0,0 0-2 0,0 0 4 15,1 0 2-15,0 0 2 0,39 1 2 0,-40-1 0 16,1 0-1-16,0 0-14 0,38 0 2 15,-39 0-4-15,1 0 0 0,0 0-1 0,43 7-4 16,-44-7 3-16,1 0-11 0,37 4 6 0,-38-4 0 16,1 0 4-16,39 5 5 0,-40-5-6 0,1 0 8 15,45 8-7-15,-46-8 6 0,2 0 1 0,49 2-8 16,-32-1 7-16,0-1-11 0,-1 0 5 16,-1 0-1-16,2 1 2 0,0 2-9 0,-2-1 7 0,-1-2 0 0,3 3 2 15,-2-2 1-15,5-1 2 16,1 2-2-16,-2-2 3 0,3 1 1 0,-3 0-5 0,2 2-1 0,0-3 0 15,-2 1 2-15,2-1-2 0,-1 0 4 0,2 2-4 16,-1-2-3-16,-2 2 1 0,0-1-1 16,-1-1 1-16,-1 1-2 0,-1-1 3 0,-1 0 0 0,-1 0 1 15,0 0 5-15,1 2 5 0,-2 0-7 16,2 1 6-16,-2-3-7 0,-1 0-2 0,0 1 1 16,0 0-2-16,1-1-3 0,1 2-2 0,0-2 1 15,-3 0-1-15,4 1 1 0,-5-1-1 0,0-1-1 0,-12 1-1 16,0 0 0-16,1 0 0 0,0 0-1 0,37 3 0 15,-38-3-9-15,0 0-135 0,0 0-27 0,0 0-61 16,1 0-322-16</inkml:trace>
  <inkml:trace contextRef="#ctx0" brushRef="#br0" timeOffset="48026.23">7116 14253 83 0,'0'0'77'0,"0"0"12"0,0 0 0 16,0 0-55-16,0 0-41 0,-1 0 26 0,0 1 3 0,-35 28 6 16,36-29 12-16,-1 0 23 0,-46 12-4 15,47-12 12-15,-1 0 16 0,0 1 18 0,0 0-5 16,-37 16 7-16,38-17-26 0,0 0 12 0,-1 0-2 0,0 0 6 16,0 0-3-16,0 0-15 0,0 0 6 0,0 0-10 15,0 0 1-15,-35-6-16 0,36 6-3 0,0 0-2 16,0 0 0-16,0 0-15 0,0 0 3 0,0 0-8 15,0 0-7-15,0 0-4 0,0 0-2 0,0 0-1 0,0 0-7 16,0 0 4-16,0 0-1 0,0 0 1 0,0 0-2 16,0 0-8-16,0 0 4 15,0 0-4-15,0 0 6 0,0 1-8 0,0 0 4 16,0 0-3-16,1 0 5 0,0 0-6 0,44 34 2 0,-45-35-1 16,1 0 0-16,39 19-5 0,-22-14-3 0,2 1 0 15,1 0 2-15,2 0 4 0,-1 1 0 0,4-1 0 16,-1 1-5-16,2-3 4 0,-1 2 2 0,0-2 1 15,1 1 2-15,0 0-6 0,0-1 3 0,-1 1-3 16,-1-3 3-16,0 2 0 0,1 0-3 0,-3 0 3 16,4-1-3-16,-2 0 3 0,4 2-1 0,3-2 1 15,0-1-5-15,-2 1 2 0,1 1-2 0,-4 0 2 0,1 0 0 16,-3 0-3-16,1-4 3 16,-3 2-3-16,-1 3 5 0,-1-5-5 15,-2 3 4-15,-1-3-4 0,-2 1 3 0,-1 2 3 0,1 0 0 16,-2 0 2-16,-14-3 3 0,1 0-4 0,0 0-1 0,40 10-1 15,-41-10-5-15,1 0 3 0,-1 0-1 0,42 9 1 16,-42-9 3-16,1 0-6 0,0 0 0 0,0 0-3 0,0 0 3 16,36 15 4-16,-37-15-18 0,0 0 4 0,0 0-85 15,1 1-82-15,0 0-18 16,0 0-37-16,31 36-221 0</inkml:trace>
  <inkml:trace contextRef="#ctx0" brushRef="#br0" timeOffset="51773.63">3679 15344 1993 0,'-14'-6'137'0,"-2"1"-21"0,5 2 4 0,11 3-50 15,-1 0-58-15,0 0-9 0,0 0-1 0,0 0-3 16,1 0-25-16,-46-5-5 16,46 5-2-16,0 0 0 0,0 1 4 0,0 0 10 15,-9 44 4-15,9-45 2 0,0 1 22 0,-2 47 4 16,2-28-1-16,3 0 1 0,0-1 7 0,1 0-3 15,2 0 2-15,-2 0-3 0,3 0-8 0,0-4-1 16,2-2 0-16,2-3-1 0,-1-1 6 0,3-3 5 0,0 0 1 0,5-3 2 16,-3-3 7-16,3-2 4 0,0-4 5 15,-3-4-1-15,2 0 4 0,0-2-4 0,0-1-5 16,-1-2 2-16,0-4-5 0,-1 2-3 0,0-2 2 16,0-3-3-16,-2 0-1 0,2-2-8 15,-4 1 0-15,0 1-3 0,-2 2-2 0,-1 2 5 16,-1 1-3-16,-4 2 2 0,0 3-11 0,-3 12 4 15,0-1-1-15,0 0 0 0,0 0-6 0,-17-36-20 16,17 37 0-16,-1 0-7 0,0 0-16 0,-40-12 17 0,41 12-6 16,-1 0 9-16,-45 1-16 0,45-1 5 0,0 0-3 15,-45 10 2-15,46-10-17 0,-1 0-56 16,-39 13 2-16,40-13-26 0,-1 0-49 0,0 0-105 16,0 1-47-16</inkml:trace>
  <inkml:trace contextRef="#ctx0" brushRef="#br0" timeOffset="51958.2">4141 15480 3017 0,'0'0'82'0,"-1"0"-71"15,0 0-20-15,1 0-5 0,-1 1-3 0,0 0-11 16,-23 35 6-16,24-36-9 0,0 1-17 0,0 0-127 15,17 41-4-15,-17-42-50 0,1 1-97 0</inkml:trace>
  <inkml:trace contextRef="#ctx0" brushRef="#br0" timeOffset="52757.4">4833 15170 772 0,'0'0'125'0,"0"0"112"16,0 0 37-16,0 0-114 0,-1 0-40 0,0 0-28 16,0 0 1-16,1 0-11 0,-2 0-21 0,1-1-11 15,0 0-1-15,0 0-4 0,0 0-13 0,0 0 4 16,-22-40-4-16,23 41 4 0,0-1-1 0,0 0 17 15,-4-35-5-15,4 36 9 0,0-1-6 0,-10-34 1 16,10 35 1-16,0-1-1 0,-1 0-8 0,-22-39-8 16,23 40-1-16,0-1-2 0,-1 0-2 0,-28-36-14 15,29 37 2-15,-1-1-6 0,-1 0-3 0,-32-30-7 16,34 31-1-16,-1 0-1 0,0 0-12 0,-39-15-9 16,40 15-2-16,-1 0-3 0,0 0 0 0,-39 6 9 15,40-6 0-15,-2 1 4 0,-34 29 8 0,24-18 1 16,-2 5-3-16,1-2 1 0,2 3-12 0,0 4 9 15,1 0-2-15,3 4 4 0,2 3-4 0,2-5 8 16,1 1-1-16,1-2 4 0,1-4 1 0,2 0-2 16,1-2 3-16,1-2-4 0,0-1 8 15,3-2-3-15,-7-12-1 0,0 1 0 0,1 0 3 0,0 0 0 16,0 0 4-16,39 22-2 0,-40-23 4 0,1 0-2 0,0 0 0 16,38-22 0-16,-39 22 3 15,1-1-4-15,0 0 2 0,43-42-2 0,-31 29-1 16,3 1 1-16,-2 1-2 0,-2 1 1 0,-3 1-3 0,-1-1-3 15,-8 11 2-15,0-1-2 0,1 0-1 0,0 0 0 16,1 0 0-16,-2 0 0 0,1 0-5 0,0 0-2 16,0 0-5-16,0 0 3 0,0 0 3 0,0 0 9 15,0 0 4-15,0 1 0 0,0 0 3 16,-1 0-6-16,0 0 0 0,0 1-2 0,0 0 3 16,-1 38-4-16,1-39 0 0,0 1-1 0,-8 39-7 15,8-39 7-15,-5 33-1 0,3-12 2 0,2-1-2 0,-2 4-5 16,-1-1 3-16,-1 5-2 0,-2-1 2 15,1 2 4-15,-1 1-4 0,-4-1 3 0,2 2-5 0,0-1 6 16,0-2-1-16,2 0 4 0,0-4-3 16,0-1 0-16,3-4 0 0,1-2-1 0,-1-2 0 15,2-3-109-15,1-13-5 0,0 1-48 0,0 0-129 16,1 0-273-16</inkml:trace>
  <inkml:trace contextRef="#ctx0" brushRef="#br0" timeOffset="53542.69">5215 15274 1347 0,'0'0'786'0,"0"0"-585"16,-1 0-109-16,0 0-87 0,0 0-23 0,0 0 7 16,1-1 1-16,0 0 2 0,0 0 8 0,0 0 0 0,0 0 3 15,8-41 1 1,-8 42 12-16,0-1 7 0,0 0 1 0,12-43 3 16,-12 44 8-16,0-1-1 0,-3-39-2 0,3 40 2 0,0-1 8 15,-11-40 0-15,11 41 1 0,0-1-3 0,-14-40-14 0,14 41-9 16,0-1-2-16,-22-35-3 0,22 36-12 15,0-1 7-15,-1 0-4 0,-30-41 6 0,31 42-4 0,0-1-1 16,-38-21 2-16,38 22-2 0,-1 0 1 0,0-1-4 16,-42-21 0-16,43 22-1 0,-1 0 0 0,0 0-1 15,-40-1-4-15,41 1 1 0,-1 0-5 0,0 0 4 16,-37 22-3-16,38-22 1 0,-1 1-19 0,0 0 3 16,-30 43 2-16,31-44 0 15,0 1 4-15,-11 49 6 0,10-30-4 0,2 3 6 16,1 1 1-16,3-5 5 0,1-1 1 0,1-3 1 15,1-1 6-15,2-3 1 0,2-3 4 0,-2 0-3 16,-10-8 6-16,1 0-5 0,0 0 1 0,41 5-3 0,-42-5-2 0,1 0-3 16,40-21 0-16,-41 21-1 0,29-24 8 0,-14 12-5 15,2-2 1-15,-4 3-3 16,0 0 5-16,0 0-4 0,-3 1 1 0,1 1-1 0,-11 9 0 0,1-1-2 16,1 0 2-16,-2 0-3 0,38-26 1 0,-38 27-1 15,0 0-1-15,0 0 0 16,0 0 0-16,0 0-2 0,2 0 0 0,-2 0 1 0,0 0 11 15,0 0 5-15,0 0 2 0,0 0-2 0,0 0-7 16,0 1 10-16,0 0-11 0,4 42 11 0,-4-43-14 16,0 1 2-16,-11 48 1 0,8-27-1 0,0 1-4 0,0 3-1 15,-1 2-1-15,1 3-1 0,-1 1 2 0,1 2 1 16,-2-1 2-16,2 2 1 16,1-4-2-16,-5-1 3 0,2 1 2 0,-1-2 1 15,-1 6 12-15,4-1 3 0,-3 0-2 0,1-2 1 0,0-3-3 16,-1 0-5-16,1-2 6 0,1 1-6 15,-2-2 6-15,1-2-11 0,0-1 0 0,2-2-2 0,-1 0 3 0,1-3-1 16,-1-2-1-16,0-2 1 16,4-14 1-16,0 1-9 0,0 0 6 0,-2 37-6 0,2-38 6 15,0 0-25-15,0 0-3 0,0 1-10 0,0 0-33 0,0 0-69 16,0 0 3-16,0-1-32 0,0 0-58 0,0 0-156 16,0 0-221-16</inkml:trace>
  <inkml:trace contextRef="#ctx0" brushRef="#br0" timeOffset="53726.04">5747 15383 3402 0,'-1'0'91'0,"1"0"8"15,-2 0-157-15,-37-1-52 0,39 1-16 0,0 0-18 0,0 0-103 16,0 0-118-16,0 1-47 0</inkml:trace>
  <inkml:trace contextRef="#ctx0" brushRef="#br0" timeOffset="54682.56">6468 15100 2387 0,'-13'-1'127'15,"2"0"-30"-15,11 1-13 0,-1 0-97 0,1 0-39 0,-2 0 0 16,1 0-2-16,0 1 6 0,0 0 4 0,-39 35 13 16,40-36 3-16,0 1 4 0,-6 47 19 0,4-29 14 15,-2 4 6-15,0-1 3 0,0 1 19 16,-1-1-3-16,2-2-1 0,0-1-1 16,1 0-5-16,1-7-2 0,1-12 5 0,0 1-4 0,0 0 0 15,0 0 2-15,8 39-1 0,-8-40 4 0,0 0 9 16,0 0 5-16,1 0 1 0,0 0 0 0,0 0 0 0,0-1-13 15,37-33 4-15,-38 34-7 0,0-1-9 0,22-48 10 16,-13 30-6-16,-1-2 8 0,-2-2-7 0,-1 2-6 16,0-2-2-16,0 3-1 0,-1 1-2 0,1 1-3 15,-2 2-2-15,-3 2 0 0,0 0-9 0,0 14-12 16,0-1-3-16,0 0-7 16,0 0-38-16,0 0-69 0,-14-35-10 0,14 36-26 15,0 0-100-15,0 0-145 0,-1 0-108 0</inkml:trace>
  <inkml:trace contextRef="#ctx0" brushRef="#br0" timeOffset="54845.03">6708 15316 3204 0,'0'0'103'0,"0"0"28"0,-1 0-142 0,0 0-17 16,0 1-4-16,0 0-9 15,0 0-69-15,-12 40-144 0,13-41-14 0,0 0-48 16,1 1-96-16</inkml:trace>
  <inkml:trace contextRef="#ctx0" brushRef="#br0" timeOffset="55677.7">7066 15150 2242 0,'0'0'91'0,"0"0"94"0,0 0-171 15,0 0-9-15,0-1 0 0,0 0-3 0,0 0 7 0,0 0-8 16,0 1 6-16,0-2-7 0,0 1-3 0,-20-39 6 16,20 40 0-16,0 0 4 0,-1-1 7 0,0 0 5 15,-28-41 4-15,29 42 3 0,0-1 28 0,-1 0-4 16,-25-34 1-16,26 35-3 0,-1-1-6 0,0 0-15 16,-35-46 2-16,36 47-7 15,0-1-12-15,-1 0-9 0,0 0 1 0,-34-40-2 16,35 41-2-16,-1 0-5 0,0-1-2 0,0 0 0 15,-35-18-7-15,36 19-1 0,0 0 2 0,-1 0-2 16,0 0 8-16,-36 13-8 0,37-13 1 0,-1 1-3 0,0 0 12 0,-30 44 1 16,31-45 2-16,0 1 0 15,-20 51 7-15,16-33-9 0,1 0 6 0,2-1-7 16,1 0 8-16,2-1 0 0,2 0-1 0,3-3 0 0,1-1 2 16,0-3 6-16,-8-10 3 0,1 0 0 0,0 1-3 0,39 17-3 15,-40-18 2-15,1 0-1 16,38-6 1-16,-39 6 1 0,1 0-3 0,42-26 2 15,-43 26-1-15,1-1 5 0,42-30 0 0,-43 31 3 16,1-1-3-16,0 0-10 0,41-41 4 0,-42 42-4 16,1-1 9-16,1 0-7 0,-2 0-1 0,36-40-2 15,-36 41 2-15,0 0 2 0,0 0-4 0,0 0 3 16,1 0-5-16,0 0 4 0,-1 0 0 0,0 0 2 0,0 0 8 16,0 0-3-16,0 0 5 0,0 0-6 15,0 0-4-15,0 0-7 0,0 1 0 0,0 0-3 0,7 47-1 0,-7-47 6 16,-3 36-1-16,5-14 2 0,-2 2 7 0,2 1-5 15,-1 1-1-15,0 1-1 0,0 1 0 0,0-2 2 16,1 2-1-16,-2-2 1 16,3 1 3-16,0-4-1 0,1-2 3 0,1-3-3 0,-3-3-4 15,0-2 0-15,-2-14-3 0,0 1-1 0,0 0-35 0,0 0-55 16,10 38-8-16,-10-39-19 0,0 0-62 0,0 0-37 16,0 0-22-16,1 0-8 15,0 0-112-15</inkml:trace>
  <inkml:trace contextRef="#ctx0" brushRef="#br0" timeOffset="56082.28">7527 14931 2056 0,'0'0'342'0,"0"0"-108"0,0 0 85 0,0 0-257 15,-1 0-57-15,0 0-31 0,1 1 4 0,0 0-12 16,-11 39 11-16,11-40 4 0,0 1 1 0,6 44 3 0,-6-45 20 15,0 1-6-15,2 43 2 0,-2-44-3 16,0 1 1-16,0 40 21 0,0-41 1 0,0 1 9 0,-7 36 0 16,7-37 0-16,0 2-9 0,0-2 5 0,-6 45-12 0,6-45-11 15,0 1 4-15,0 0-7 16,6 37-2-16,-6-38 4 0,0 1-1 0,0 0 3 0,14 37-6 0,-14-38 2 16,1 1 0-16,0 0 0 15,0 0 6-15,44 41 0 0,-45-42 0 0,0 0 0 16,47 26 3-16,-46-26 2 0,0 0-4 0,44 22 2 15,-45-22-4-15,1 0 7 0,38 19-5 0,-39-19 5 16,1 0-9-16,0 1-4 0,37 27 3 0,-38-28-3 16,0 0-1-16,1 1 2 0,0 0 1 0,23 35 0 15,-24-36 0-15,0 1 0 0,0 0-1 0,0 0 2 16,-9 40-2-16,9-41-8 0,0 1-7 0,-1 0 2 0,0 0-5 16,-47 38 4-16,48-39 0 0,-33 14-1 15,11-6-18-15,-2-3-50 0,0-1 2 0,-4-2-19 16,3-2-18-16,-1-4-39 0,3-1-12 0,0-2-27 15,0-1-231-15</inkml:trace>
  <inkml:trace contextRef="#ctx0" brushRef="#br0" timeOffset="56280.72">7519 15072 3444 0,'0'0'1'0,"0"0"-39"0,0 0 3 0,1 1-15 16,0 0 19-16,47 28 9 0,-27-19-25 0,5-1 8 16,4 0-114-16,3-4 18 0,0 0-7 0,-1-3 12 15,-3 1-10-15,-2-3 34 0,-3 0 1 0,-3 1 13 0,-4 0 13 16,0 1-69-16,-1 0-28 0,0 0-46 0,0 1-451 16</inkml:trace>
  <inkml:trace contextRef="#ctx0" brushRef="#br0" timeOffset="57175.38">3172 16331 2456 0,'-1'0'157'16,"0"0"-77"-16,0 0 76 0,0 0-259 0,1 0 27 0,0 0-2 0,0 0 39 15,1 0 8-15,34-6-1 0,-13 8 28 16,-9-8 4-16,18 6 0 0,3 0 0 0,5 0 6 0,3-2 11 16,2 1-4-16,3-1 6 0,-1 1-12 15,3-1 2-15,-1 0 2 0,2 2 0 0,3 0 9 16,2-1 9-16,2 0-4 0,1 0 4 16,3 1-6-16,-4-2-13 0,0 0 4 0,9 1-7 0,2-1 6 15,9-1-1-15,5 1-2 0,-9-1-1 16,1 0-1-16,7-1 0 0,0-1 6 0,9 1-4 15,1-2 3-15,-6 1 1 0,0-1-3 0,2-1 4 16,5 1 0-16,1-1 13 0,2 1 1 0,-8 0 3 16,2 0-2-16,4 0 0 0,2 2-2 0,3 1 3 0,-4 2 4 15,6 0-11-15,1-1-5 0,1 1-1 0,0 0-8 16,-2 1-3-16,3 0 6 0,0-1-5 0,3 0 4 0,0-2 4 16,-6-1-4-16,6-2 4 15,0 1 1-15,0-2-2 0,-5 1 1 16,-2-1-1-16,-2 0-2 0,0 1 1 0,0-1 0 0,-11 2 2 15,-2 1 25-15,-3 1-9 0,0 0 2 0,0 1-8 16,-4 1-19-16,-6 0 2 0,-5 1 2 0,-1 1 0 16,-2 1-10-16,-1 2 6 0,-2-1-7 0,-6-1 5 15,-4 0-2-15,-4 0-1 0,-5 0 3 0,-4 1-3 0,-3 0 0 16,-10-1-29-16,-2-1-9 16,-8 0-13-16,-14-1-77 0,1 0-87 0,0 0-13 0,0 0-33 15,0 0-137-15</inkml:trace>
  <inkml:trace contextRef="#ctx0" brushRef="#br0" timeOffset="57839.9">2689 17176 2556 0,'-13'5'84'0,"5"4"-81"0,0 5-9 16,7 5-72-16,1 3 0 0,2 4 55 0,2 3 4 0,1 1 4 15,1 3 11-15,-12-9 1 0,10-1-3 16,-1 0 4-16,3-6 7 0,1 1-4 0,0-1 5 0,1-3-5 16,-8-14 5-16,0 1 7 15,0 0 5-15,1 0-1 0,0 0 11 0,0 0 11 0,35 11-6 16,-36-12 9-16,1-1-4 0,29-34-3 0,-16 18-2 15,0-5 0-15,3 2-2 0,-1-7-11 0,-2 0 6 16,0-3-8-16,0-1 3 0,-5 0-8 0,0-1 0 16,-3 1-2-16,0-2-5 0,-3 3 6 0,-2 2-8 0,-1 3 8 15,-3 2-3-15,0 4 12 0,-2 2-1 0,0 2 4 16,-2 2-4-16,7 13 7 16,0-1 3-16,-1 0 0 0,0 0-1 0,-41-33-25 15,42 34 0-15,-1 0-9 0,1 0-26 0,-46 1-15 16,46-1-3-16,0 0-4 0,-41 13-13 0,41-13 5 15,0 0-14-15,-38 22 3 0,38-22-78 0,-2 1-88 16,-27 37-29-16,29-38-41 0,0 1-331 0</inkml:trace>
  <inkml:trace contextRef="#ctx0" brushRef="#br0" timeOffset="57997.85">3128 17441 2425 0,'0'0'547'0,"0"0"-411"16,0 0-54-16,0 0-84 0,0 0-33 0,0 0 10 16,0 0-29-16,0 1 6 0,0 0-175 0,1 0-146 0,41 31-116 15</inkml:trace>
  <inkml:trace contextRef="#ctx0" brushRef="#br0" timeOffset="59094">3916 16839 2179 0,'0'0'158'15,"-1"0"-5"-15,0 0-1 0,-35-16-96 0,36 16-51 16,-1 0-11-16,0-1 5 15,0 0-6-15,0 0-8 0,-27-36 3 0,28 37-6 16,0-1 6-16,0 0 8 0,-17-37 15 0,17 38 2 16,-1-1 5-16,0 0 3 0,-32-46-1 0,33 47 5 0,-2-1-2 15,-39-27 7-15,40 28-8 0,0 0-8 0,-47-15 3 16,47 15-13-16,0 0-8 0,-44-5 2 0,45 5-7 16,0 0 0-16,-2 0-17 0,-42 26 0 0,32-9-6 15,0 2 2-15,4 5 15 0,-3 4 1 0,1 1 5 16,2 5 4-16,-1-2 5 15,2 2-2-15,3-2 2 0,0-3-6 0,2-3 8 16,2-4-2-16,0-1 3 0,2-2-9 0,2-4 10 0,-4-15-2 16,0 1 5-16,1 0-2 0,0 0 13 0,34 34-2 0,-35-35 5 15,1 0-4-15,0 0-5 0,45-18 0 16,-46 18-1-16,1-1-3 0,41-33 2 0,-26 21-6 16,1 1 3-16,-1 0-6 0,-1 2 3 0,0-3 3 15,-3 2-3-15,-2-1 3 0,0 2 2 0,-2 1 2 16,-8 9 1-16,0-1-4 0,0 0 2 0,1 0-3 15,0 0 2-15,0 0-8 0,-1 0 1 0,0 0 2 16,0 0 0-16,0 0 15 0,0 0-15 16,0 1 6-16,0 0-8 0,0 0 4 0,-1 1-1 0,0 0-3 0,-31 50 2 0,26-29 3 15,1 3-8-15,1 4 4 16,-1 0-5-16,0 2 12 0,2 4 1 0,-2 1 0 16,1 4-1-16,-1 4-7 0,0 2 2 15,1 0-2-15,0 2 1 0,0-2-4 0,1 0 2 0,-3 0 2 16,1-5-1-16,0 0-6 0,1-6-2 0,1-3-18 15,3-3 4-15,-1-4-92 0,1-5-38 0,1-3-13 16,-1-17-10-16,0 0-86 0,0 1-223 16</inkml:trace>
  <inkml:trace contextRef="#ctx0" brushRef="#br0" timeOffset="59691.57">4251 16991 1956 0,'0'0'832'0,"-1"-1"-618"0,0 1-106 15,0-2-101-15,0 1-25 0,0 0 1 0,0 0-8 0,-17-35 3 16,18 36-28-16,0 0 1 0,0-1 0 16,15-44 2-16,-15 44 17 0,3-35 26 0,-3 35 4 15,0 0 7-15,-18-48 23 0,6 32 2 0,-1-1-1 16,-3 3 1-16,2 1 3 0,-2 3 14 0,-1 1-9 15,3 4 8-15,-2 0-26 0,0 4-4 0,2 1-4 0,-2 3 0 16,0 4-14-16,1 3-9 0,0 3 4 0,0 4-8 16,2 2-9-16,1 6-6 15,1 2 5-15,1 4-2 0,3 1 22 0,0 0-4 0,1 1 5 16,3 0-4-16,-1 1 6 0,3-4-1 0,1-1-3 0,2-1 1 16,1-6 3-16,0-3 5 0,2-3-2 0,-5-15 5 15,0 1-1-15,0 0-7 16,1 0 5-16,0 0-6 0,40 17 2 0,-41-18 0 15,1-1-3-15,38-29 0 0,-24 13-5 0,0-2 4 0,1 0 0 16,0-1 2-16,0 1 1 0,2 2-6 0,-3-1 1 16,-1 1-3-16,0 5 8 0,-1-1-2 0,2 2 2 0,-6 2-4 15,-9 9-1-15,0 0 4 0,1 0-2 0,0 0 3 16,0 0 2-16,0 0 11 0,0 0-1 0,0 0 3 16,0 0-2-16,0 0 4 0,0 0-3 0,0 1 3 15,27 36-11-15,-28-37-6 16,0 33 3-16,0-9-3 0,1 2 1 0,-1 6 1 0,0 0-2 0,-3 4 1 15,-1 1 1-15,1 4 0 0,-1 3 3 16,0 1-2-16,-1-2 4 0,-1 1-2 0,1 0 2 16,0-1 0-16,-1 2 1 0,-1-2-3 0,0-4-3 15,2-2 0-15,-1-1-1 0,4-5 2 0,-3-3-1 16,1-6 1-16,3-2-4 0,-2-6-78 0,3-14-8 16,0 1-33-16,0 1-103 0,0-2-103 0,0 1-40 15</inkml:trace>
  <inkml:trace contextRef="#ctx0" brushRef="#br0" timeOffset="59862.51">4607 17096 2884 0,'0'0'492'0,"0"0"-367"16,-1 0 61-16,0 0-179 0,0 1-39 0,0 0-19 15,0 0-18-15,-23 38-4 0,24-39-112 0,0 1-154 16,1 0-6-16,41 40-67 0,-21-33-214 0</inkml:trace>
  <inkml:trace contextRef="#ctx0" brushRef="#br0" timeOffset="60277.71">4941 17156 2079 0,'0'0'349'0,"0"0"-156"15,0 0 85-15,-1 1-248 0,-22 34-29 0,23-35-16 16,0 1 4-16,-3 45-9 0,4-26 13 0,2 0 2 0,1 0 3 16,3-1-2-16,-2-2 7 0,2-4 6 15,-7-13 1-15,0 1 2 0,1 0 4 0,0 0 11 0,0 0 0 16,0 0 4-16,0 0 4 0,0 0 2 16,0 0-2-16,-1 0 1 0,2-1-15 0,37 8-14 15,-39-8 3-15,0-1-6 0,14-34 2 0,-8 19-3 0,0-3 0 16,-1 2 0-16,-2-3 1 0,-1 3-2 0,-1-2 4 15,-1-2-2-15,0 1 2 0,-4 2 4 0,0-1-3 16,-3 2 5-16,-2 1 7 0,3 4-1 16,-1-1-2-16,-2 4-1 0,2 2-19 0,7 7-9 15,-1 0-6-15,0 0 0 0,0 0-27 0,-37-13-36 16,38 13-14-16,0 0-14 0,0 0-115 0,0 0-99 16,-1 0-50-16</inkml:trace>
  <inkml:trace contextRef="#ctx0" brushRef="#br0" timeOffset="60443.31">5297 17277 2816 0,'0'0'49'0,"0"0"-36"16,0 0-7-16,0 0-6 0,0 1-7 0,1 0-14 15,0 0-19-15,0-1 0 0,41 21-88 0,-42-21-4 16,1 0-10-16,0 0 1 0,0-1-49 0,0 0-212 15</inkml:trace>
  <inkml:trace contextRef="#ctx0" brushRef="#br0" timeOffset="61007.47">5631 16985 2336 0,'0'0'181'0,"-1"0"511"0,0 0-678 0,0 0-26 0,0-1-11 15,-1 0-4-15,2 0-22 0,-26-38 6 0,26 39-5 16,0-1 3-16,13-41-18 0,-10 23 50 16,-1-2-2-16,0 3 17 0,-4-1 14 0,-5 2 14 0,1 1 3 15,-5 1 3-15,2 3-1 0,-1 3-9 16,-2 0 3-16,2 4-5 0,10 5 0 0,-1 0-17 15,0 0 1-15,-35-4-6 0,36 4-6 0,-1 0-29 16,0 1 2-16,-34 28-9 0,35-29 11 0,-19 32 12 16,11-12-3-16,0 1 5 0,1 0 0 0,1 0 4 15,0-1 1-15,2 1 0 0,1-2 7 0,1-4 4 16,2-15 0-16,0 1 1 0,1 36-2 0,-1-37 7 0,0 1 1 16,0 0 2-16,0 0-3 0,1-1-2 0,0 1 1 15,0 0-1-15,0 0 1 0,39 30-3 16,-40-31-2-16,1 0 1 0,0 0-2 0,43-13-3 15,-44 13-1-15,2-1-1 0,36-19 4 0,-38 20 4 0,1 0-1 16,-1 0 2-16,37-15-4 0,-37 15 0 0,0 0-2 16,1 0 0-16,0 0-5 0,1 0 14 15,-2 0 4-15,1 0 3 0,0 1 3 0,0 0 2 0,33 34-3 16,-34-35 2-16,0 1-8 0,4 37 3 0,-4-37-9 16,0 34 6-16,-1-15-4 0,1 5 12 15,-2 2-2-15,1 4 3 0,-1 3-3 0,-3 5 5 16,1 1 2-16,-3 2 0 0,2-1-6 0,-1 2-13 0,0-1 0 15,1 1-3-15,0 0 1 0,1-4-2 16,-2-4-1-16,5-3-3 0,-3-3-19 0,4-3-53 16,1-3-3-16,-2-5-20 0,1-3-52 0,0-15-64 15,0 1-10-15,0 0-27 0,0-1-107 0</inkml:trace>
  <inkml:trace contextRef="#ctx0" brushRef="#br0" timeOffset="61395.09">5956 16863 2598 0,'0'0'476'16,"0"0"-364"-16,-1 1-25 0,0 0-92 0,0 0-12 0,-25 46-14 16,26-47 2-16,0 1-4 0,1 48 15 15,2-30 5-15,0 0-1 0,1 2 3 0,-1-2 15 0,-2-3-4 16,0 2 5-16,1-1-5 0,-1-1 8 0,-1-1 3 15,-1-1 0-15,-1-1-1 0,1 1-4 0,1-2-2 16,1 1-2-16,-1-13 1 0,0 1 8 0,0 0-3 16,8 41-3-16,-8-42-1 0,0 1-8 0,1 0 4 15,28 36 2-15,-29-37 2 0,1 1 3 0,0 0-2 16,43 35 0-16,-44-36-1 0,1 1 3 0,0 0-2 16,41 33-1-16,-42-34 0 0,1 0-4 0,0 0 6 0,37 34 0 15,-38-34 2-15,1 1-4 16,0 0 1-16,0 0 2 0,29 39 1 0,-30-40 11 15,0 0-9-15,0 1 2 0,0 0-3 0,-3 42-4 0,3-43-5 16,0 1-1-16,-23 38-2 0,23-39 0 0,-1 1-20 16,-37 38-7-16,23-28-7 0,-2-3-40 0,0 0-27 15,-4-4 1-15,-2-2-12 0,-1-2-19 0,1-5-46 16,-3-2-41-16,-1-6-28 0,1-6-432 16</inkml:trace>
  <inkml:trace contextRef="#ctx0" brushRef="#br0" timeOffset="61596.52">5894 16920 2626 0,'0'0'81'15,"0"0"-18"-15,1 0-21 0,37-1 12 0,-20 1-16 0,3-1-17 16,4 4-4-16,-1-3-4 0,1-4-6 16,5 0 2-16,3-4 0 0,3 2 0 0,0-1 3 0,-2 0-18 15,-3 0-2-15,-4-1-10 0,-2 2-31 0,-5 1-16 16,-2-1-6-16,-1 2-4 15,-1 2-44-15,-3-2-97 0,-13 4-20 0,0 0-48 0,2 0-297 16</inkml:trace>
  <inkml:trace contextRef="#ctx0" brushRef="#br0" timeOffset="61879.99">6546 17147 3127 0,'0'0'115'0,"0"0"88"0,0 0-209 0,0 0-28 16,0 0 4-16,1 0-8 0,30 10 23 0,-8-10-8 15,7 0 3-15,3-2-3 16,1-3 18-16,1-3 7 0,0-1 6 0,-1 0-1 0,0 0 8 16,-3 2-10-16,1 0 4 0,-7 0-6 0,3-1 6 15,-2 2 1-15,-3-1-2 0,2 2 2 0,-2 1-8 0,-1 1 5 16,2 0-3-16,-1 0 3 15,0 0-11-15,-2 1 5 0,-2 1-3 0,-1-1 4 0,-1 1-2 16,-3 0-25-16,-14 1-6 0,1 0-11 0,0 0-67 0,0 0-43 16,37-3-3-16,-38 3-16 0,0 0-41 0,0 0-60 15,0 0-41-15</inkml:trace>
  <inkml:trace contextRef="#ctx0" brushRef="#br0" timeOffset="62073.2">7026 16848 3003 0,'-10'10'46'0,"4"1"-11"0,-2 3-10 0,1 3 5 16,1 5-5-16,1 4 1 0,2 4 2 0,1 2-3 0,1 5-5 16,0 3 17-16,3 6-7 0,0 6 7 0,0 2-24 15,1 4-6-15,-2 0-2 0,3-1-1 0,0-4-6 16,0-5-38-16,1 0-24 0,-1-4-14 0,1-1-173 15,2-2-178-15,3-1-130 0</inkml:trace>
  <inkml:trace contextRef="#ctx0" brushRef="#br0" timeOffset="62746.56">8893 16047 1524 0,'0'0'356'16,"0"0"135"-16,0 0 9 0,0 0-339 0,0 0-112 0,0-1-80 15,0 0-1-15,0 0-14 0,0 0 4 0,0 0 15 16,0 1 1-16,0 0 6 0,1 0 16 0,0 0 22 15,0 0 5-15,36 18 9 0,-37-18 31 0,0 0-14 16,1 1 5-16,0 0-8 0,40 29-3 0,-41-30-10 16,1 0 3-16,42 22-5 0,-24-12-6 15,2-3-7-15,1 0-3 0,0-1 0 0,3 1 0 16,-1-3-3-16,3 3-5 0,1-1 2 0,-1-1-4 0,2 2 2 16,-2-1 2-16,2-1-2 0,-3 0-4 15,1-1 4-15,1 0 5 0,-3-2-1 0,0-1 3 16,3 0 1-16,-2-1-4 0,2 0 4 0,-2-1-4 0,-2 1-1 15,-2-2-4-15,0 2 2 0,-3-1-2 16,-4 0-5-16,0 1 3 0,-2 0-6 0,0 2-30 0,-13-2-74 16,1 0-23-16,0 0-24 0,41 10-159 0,-42-10-245 15</inkml:trace>
  <inkml:trace contextRef="#ctx0" brushRef="#br0" timeOffset="64114.67">2766 14444 1569 0,'0'0'84'15,"-1"0"-22"-15,0 0 2 0,0 0-10 0,0 0-39 0,0 0-19 0,0 0-1 0,0 0-8 16,1 0 1-16,-2-1 7 0,2 0 5 0,-1 0-1 16,1 0 12-16,0 0 11 0,0 0 2 15,0 0 4-15,0 0 16 0,19-34 9 0,-19 35-3 0,1 0 5 16,0 0 4-16,-1 0-8 16,42-9 5-16,-42 9-8 0,1 0-10 0,40-4-13 15,-40 4-2-15,0 0-3 0,50-3-9 0,-31 1-11 16,2 0 3-16,0 0-3 0,2 1 5 15,0 0-5-15,1 1 2 0,-3-1-2 16,2 1-3-16,0 0 7 0,-4 0-4 16,5 0 4-16,-1 1-5 0,4-1 1 0,0-1 5 15,0 0-1-15,-1-1 9 0,0 2-1 16,1-1-5-16,1 0 3 0,-1 0-8 0,1-2 7 0,-1 0-2 16,0 2 3-16,0-1-8 0,3 2 3 0,-3 0-3 0,2 0 3 15,0 0-2-15,4 0-1 0,1 0 1 0,0 2-2 0,-1 0 0 0,-2 0 1 0,-1 0 0 0,-2-1 0 16,1 1 3-16,-4-2-1 15,3 1 3-15,-4-1-2 0,3 0 1 0,-5-2-2 16,1 1 7-16,0-1-1 0,0 1 35 0,2-3-25 0,0 0 6 16,4 1-13-16,-1 0-5 0,3 1 2 0,-4 1-3 15,-2 0 3-15,-3 1-6 0,0-1 4 0,0 1-4 16,0 0 4-16,-1 0-6 0,-1 0 4 0,1 0-4 16,-2 0 4-16,2 2-2 0,-4-2-2 0,1 1 7 15,0 0-5-15,2-1 9 0,2 1-6 0,4 0-1 16,-1-1-1-16,4 0 4 0,1 0 1 0,0 0 2 15,1 0 0-15,-1 0-2 0,0-1-1 0,0 0 2 16,-2 0-1-16,-1 0 2 0,-1 0-3 0,-1 0 0 0,0 1-1 16,-1-1-1-16,-1 1 2 0,1 0 2 15,-3-1-1-15,5 1-1 0,-1 0-1 16,1 0 1-16,1 0-1 0,-2-1-3 0,-2 1 5 0,-2 0-9 16,1 0 9-16,-4 0-8 0,1 0 5 0,0 0-1 15,-6 0 2-15,2 0-8 0,-4 1 5 0,-12-1-4 16,1 0 5-16,0 0-6 0,43 1-7 0,-44-1-21 15,1 0 0-15,0 0-123 16,0 0-88-16,39 8-21 0,-40-8-35 0,1 0-219 0</inkml:trace>
  <inkml:trace contextRef="#ctx0" brushRef="#br0" timeOffset="65013.6">7031 14395 671 0,'0'0'394'16,"0"0"166"-16,0 0-1 0,0 0-473 0,0 0-98 0,0 0 0 15,0 0-7-15,0 0 11 0,0 0-3 0,0 0 5 16,0 0 2-16,1 0 1 0,37 15 11 0,-38-15 13 16,1 0 6-16,37 8 1 0,-38-8 16 0,1 0-2 15,41 7-3-15,-42-7 1 0,1 0-7 0,46 10 0 16,-46-10-6-16,35 5 2 15,-36-5-13-15,38 5 2 0,-18-2 0 0,4 0 1 16,-1 0 0-16,2 0 15 0,1 0-6 0,-3-2 7 16,4 2-8-16,-1-1-4 0,3 0 4 0,0 2-5 0,2-4-4 0,5 4-5 15,1-2-1-15,-1-1-2 0,-2 2-9 0,0-2 9 16,-3 2-5-16,0 1 6 0,-1 1 5 0,-2-1 20 16,-1-1-3-16,-1-1 7 0,0 1-18 0,-1 0 1 15,-2-2-3-15,1 0 2 16,-1 1-7-16,1 0-4 0,1 1 0 0,0 0-1 15,-3-1 2-15,-2 0 1 0,-2-2-1 0,-3-2-1 0,0 2-5 16,-15 0 0-16,1 0-1 0,-1 0-2 0,1 0-29 16,36-8-63-16,-37 8-9 0,0 0-21 15,0 0-70-15,0-1-109 0,0 0-45 0</inkml:trace>
  <inkml:trace contextRef="#ctx0" brushRef="#br0" timeOffset="65714.42">3610 14388 1868 0,'0'0'96'0,"0"0"-36"0,0 0 1 16,0 0-52-16,0 0-20 0,0 0 19 0,1 0 1 0,42-8 2 15,-43 8-8-15,24-3-4 0,-2 9 1 0,4-1 0 0,0-1 16 0,4-3-13 16,0 1 5-16,2 0-8 16,-1 0 9-16,2 1 10 0,-3-2 1 0,0 3 5 15,-1 1 16-15,-2-1-5 0,0 2 0 0,1 0-2 16,0 0-1-16,4-1 2 0,1 0 4 0,3 1-3 16,4-1-5-16,-2 0-2 0,4-1-3 0,-3-1 3 15,3 1 10-15,-1 0-9 0,1-2 2 0,1 0-5 16,3-2-3-16,6-1-8 0,2-3 2 0,5 1-4 0,-1 0 2 15,-5-2-10-15,-2 3 4 0,-4 1-5 0,-2-1 4 16,-4 2-1-16,-2 0-3 16,-4-1 2-16,0 0-2 0,0 0 39 0,1 1-13 15,-1-1 21-15,-1 1-20 0,-4 0-8 0,-4 0 5 0,2-1-8 0,-4-1 0 16,-1 0-5-16,-1 2 2 0,-3-1-3 0,0 1 1 0,-4-1-3 16,0-2-4-16,1 2 2 0,-3-1 1 15,-13 2-5-15,1 0 4 16,0 0-5-16,35-5-2 0,-36 5-35 0,0 0-18 0,0 0-15 15,1 0-136-15,0 0-140 0,0 0-52 0</inkml:trace>
  <inkml:trace contextRef="#ctx0" brushRef="#br0" timeOffset="68861.94">7109 14402 1158 0,'-19'-6'331'0,"-1"0"131"0,4-1 1 15,16 7-379-15,-1 0-75 0,0 0-21 0,0 0 0 0,0 0-2 16,0 0 17-16,-35-19-3 0,36 19 0 0,0 0-4 15,0 0-7-15,0 0 6 0,0 0-2 0,1 0 3 16,39-17-1-16,-40 17 16 0,1 0-5 0,34-7 10 16,-35 7 2-16,1 0 4 0,38 0 5 15,-39 0-2-15,1 0 9 0,44 8-2 0,-45-8 6 16,1 0-5-16,48 15 12 0,-29-10-3 0,2-1-8 16,3 0 3-16,1 0-15 0,2 0-2 0,1 0 1 15,1-3-3-15,1 2-7 0,4 0-1 0,1-3-3 16,4 0 2-16,2 0-9 0,1 0 2 0,0 0 1 15,-1 0 1-15,-5 0 6 0,0 0-7 0,-3 1 3 0,-3 1-5 16,-5 2 1-16,2-3 7 0,-3 2-5 0,0 0 6 16,-2-1 1-16,0 1 0 0,-2 0 7 0,3-1-4 15,0 2 21-15,-2-2-15 0,0 0-2 16,-4 1-5-16,1-2-5 0,-1 1 1 0,-2-2-2 0,-3 0 1 16,1 0-4-16,-2 0-1 0,-12 0 5 15,1 0-3-15,0 0 3 0,36 0-4 0,-37 0 2 0,0 0-2 16,1 0-3-16,0 0-37 0,0 0-7 0,0 0-13 15,-1 0-36-15,2 0-29 0,-1 0-7 0,0 0-11 16,0 0-60-16,0 0-63 0,0 0-19 0,0 0-42 16,-1 0-346-16</inkml:trace>
  <inkml:trace contextRef="#ctx0" brushRef="#br0" timeOffset="70571.99">9450 16389 1372 0,'0'0'166'0,"0"0"33"16,0 0 5-16,0 0-74 0,0 0-89 0,0 0-29 15,0 0 5-15,0 0 1 0,0 0 16 0,0 0-29 16,0 0-1-16,0 0-8 0,0 0-2 0,0 0 1 16,42-16-2-16,-41 16 2 0,34-14 4 0,-16 8 1 15,0 0 5-15,0 2-1 16,-3 0 12-16,-3 1 6 0,1-1 5 0,-3 1 1 0,-11 3 28 0,1 0 12 15,0 0 2-15,41-7 1 0,-42 7-3 0,1 0-13 16,38-1-4-16,-39 1-4 16,1 0-25-16,44 2-1 0,-45-2-2 0,1 0 2 0,45 1-4 0,-46-1-3 15,1 0 1-15,49 4-2 0,-33-1-9 16,1-3 6-16,0 1-4 0,2 0 7 16,-1 0 0-16,3-1 3 0,-1 1 2 0,2-1 0 0,-2 0 1 15,0 2-3-15,-4-2-4 0,0 1 2 0,-2-1-1 0,-2 0 3 16,1 0 0-16,-1 1 1 0,-1-1 1 0,-12 0-1 15,1 0 2-15,0 0-1 16,0 0-3-16,40 6-3 0,-41-6-3 0,0 0 1 0,1 0-7 0,0 0 10 16,0 0-3-16,0 0 4 0,0 0-10 0,0 0 4 15,34 10-3-15,-35-10 3 16,0 0-4-16,0 0-1 0,0 0-2 0,0 0 1 0,0 0 0 16,0 0-6-16,1 0-15 0,0 0-1 15,-1 0-68-15,1 0-36 0,0 0-5 0,0 0-14 0,0 0-55 16,0 0-109-16,0 1-34 0</inkml:trace>
  <inkml:trace contextRef="#ctx0" brushRef="#br0" timeOffset="71964.09">7847 17087 711 0,'0'0'402'0,"-1"0"194"15,0 0-3-15,-44 3-499 0,45-3-86 0,0 0-26 16,-1 1 2-16,-33 39 0 0,34-39 11 0,-21 31-8 16,19-8 3-16,0 3-2 0,2 0 13 0,1-2 6 15,2 1-5-15,2 0 5 0,1-3 6 0,2 0-2 16,0-5 5-16,0-3-6 0,1 1-4 0,0-6 5 16,-1 1 1-16,-8-11 3 0,1 0 7 15,0 1 2-15,0-1-1 0,43 15 2 0,-44-15-13 0,1 0-6 16,0-1-4-16,43-36 0 0,-33 21-11 0,2-3 9 15,1-2-4-15,-1-4 5 0,2-3-7 0,-5 1 6 16,2-3-1-16,-1 1 2 0,2 0 7 0,-3 3 0 16,-3-2-1-16,0 4 1 0,-2 0-1 0,-2 0 8 15,0 5 4-15,-2 2 3 0,-1 17 21 0,0-1 13 16,0 0 2-16,-18-41 3 0,18 42 0 0,-1 0-49 16,0-1 3-16,-41-20-20 0,42 21-15 0,-1 0-11 15,-39 13-4-15,39-13-2 0,-31 20-18 0,13-7 0 0,0 3-3 16,1 0-1-16,2 2-27 15,0-2-25-15,2 2-10 0,4 0-11 0,0-2-92 0,3 3-219 16</inkml:trace>
  <inkml:trace contextRef="#ctx0" brushRef="#br0" timeOffset="72174.91">8268 17472 2340 0,'0'0'401'16,"0"0"-307"-16,0 0 21 0,-1 0-81 0,0 0-51 0,0 0-8 15,0 1 0-15,0 0-2 0,-11 36 13 0,12-37-64 16,0 1 9-16,1 0-29 0,1 0-2 0,-2 0-49 16,38 31 5-16,-38-32-25 0,0 0-43 0,0 0-170 15</inkml:trace>
  <inkml:trace contextRef="#ctx0" brushRef="#br0" timeOffset="72596.78">8431 17119 2647 0,'0'0'173'0,"-1"0"-132"0,0 0-29 0,0 2-21 0,0-2-47 0,0 1 35 16,-33 45-10-16,34-46 19 0,0 1-13 0,-1 50 19 15,1-32-4-15,3 3 10 0,-2-3-2 0,1 3 1 16,-1 0 2-16,-1-2-1 0,0 2 2 0,0-4 5 16,0-3-2-16,0-15 4 0,0 1 3 0,0 0 9 15,0 38 3-15,0-39 0 0,0 0-2 16,0 0-2-16,0 0-7 0,0 0 2 0,0 0-16 15,1 0-1-15,0 0-3 0,0 0 2 0,38-16-5 0,-39 16-1 16,1-1 1-16,31-39-1 0,-23 22 5 0,4 0-2 16,1-1 4-16,0-1-3 0,0-2 6 15,-1 1 0-15,0-1 0 0,-3 1 0 0,0 0 6 0,-5 2-1 16,-1 2 7-16,0 1-4 0,-3 1 15 0,-2 0 1 16,-3 3 1-16,1 0 1 0,-4 0 3 0,0 1-22 15,7 11-2-15,-2-1-8 0,2 0-24 16,-39-22-22-16,39 23-1 0,-2 0-8 0,2 0-22 15,-43-12-74-15,43 12-16 0,-1 0-31 0,0 0-169 0</inkml:trace>
  <inkml:trace contextRef="#ctx0" brushRef="#br0" timeOffset="72890.28">8814 16932 3156 0,'0'0'64'0,"0"0"-54"0,0 1-12 0,-2 0-10 0,-23 38-14 16,25-38 13-16,-1 35 4 0,3-12 2 16,0 0 3-16,2-1 4 0,-1 2-5 0,2-3 5 0,-1 2 2 15,0 1-2-15,0 2 4 0,-4 0-4 0,0 2 0 16,0-1 30-16,0 4-8 0,-2-4 15 0,0 2-6 0,0-3-2 15,-2 1 5-15,2 3-4 0,-1 0-4 16,1 0-15-16,0 1-5 0,-1-4-2 0,3 0-5 0,2-3 3 16,-2-1 2-16,1-4-2 0,-1 0-31 0,2-3-117 15,1-3-2-15,-3-14-48 0,0 1-112 0,0 0-265 16</inkml:trace>
  <inkml:trace contextRef="#ctx0" brushRef="#br0" timeOffset="74731.25">7006 14340 66 0,'0'0'163'16,"0"0"-32"-16,0 0 75 0,0 0-89 15,0 0-36-15,0 0-33 0,-1 0-45 0,0 0-1 16,0 0-3-16,0 0 5 0,-37-13 22 16,38 13 5-16,0 0 6 0,0 0 30 0,0 0-2 0,0 0 11 15,-1 2-6-15,0-2 36 0,0 0 3 16,0 1-3-16,1-1 1 0,-2 0-12 0,1 0-19 0,0 0 3 15,0 0-10-15,1 0-14 0,-1 0-14 0,0 0-4 16,0 0-4-16,0 0-16 0,0 0-3 0,0 0-3 0,0 0 0 16,0 0-5-16,0 0 6 0,0 0 2 15,0 0 0-15,0 1 8 0,0 0 7 16,1 0-4-16,0 0 4 0,0 0-8 0,0 0-2 16,0 0-2-16,0 0 0 0,0 0-14 0,0 0 0 15,0 0 2-15,1 0-2 0,0 0 1 0,0 0-1 0,0 0 0 16,36 26 1-16,-37-27 2 0,0 0-7 15,0 0 1-15,1 0-2 0,0 0 3 0,0 1 6 16,34 21-5-16,-35-22-2 0,1 0-81 0,0 0-154 0,39 20-59 16</inkml:trace>
  <inkml:trace contextRef="#ctx0" brushRef="#br0" timeOffset="78746.34">7109 14400 186 0,'0'0'156'0,"-1"0"97"0,0 0 10 0,0 0-125 16,0 0-57-16,-36-2-24 15,37 2-4-15,0 0 8 0,0 0 7 0,0 0-1 0,-1 0 0 16,0 0-3-16,0 0-19 0,0 0 12 15,0 0-4-15,0 0 7 0,0 0 0 0,-1 0-8 16,2 0-2-16,0 0-3 0,0 0-7 0,0 0-13 16,0 0 3-16,0 0-8 0,0 0-4 0,2 0-9 15,44-10 0-15,-46 10-3 0,1 0-1 0,37 4 7 16,-38-4-2-16,1 0 6 0,42 7 13 0,-42-7-3 16,0 0 3-16,50 4-5 0,-31-3-5 0,2 0-9 15,3 0 3-15,0-1-6 0,1 0 1 0,-1-2 0 0,-2 1-5 16,2 1 2-16,0-2-7 0,0 2 1 15,0 0 4-15,2 0-2 0,0 1 1 0,1 0 0 16,0 1 0-16,-3-1 1 0,0 1-2 0,-3-2 3 16,0 0-2-16,1 1 2 0,-4-1 2 0,4 0 3 15,-2 0 4-15,-3 0 0 0,-1-1 20 0,-1 0-11 16,-1 0 1-16,1 1-5 0,0 0 0 0,-2-1-7 0,-14 1 6 16,1 0-6-16,0 0 1 0,35 0 1 0,-36 0-4 0,1 0 4 15,0 0-3-15,0 0-8 0,37 2 2 0,-38-2-2 16,0 0 5-16,0 0 0 0,0 0-2 0,0 0 2 15,1 0-5-15,0 0-1 16,0 0 1-16,0 0-2 0,-1 0 2 0,2 0-2 16,-1 0 1-16,0 0-9 0,0 0-109 0,0 0-134 15,0 0-55-15</inkml:trace>
  <inkml:trace contextRef="#ctx0" brushRef="#br0" timeOffset="81660.2">9198 17358 1870 0,'-16'-4'380'15,"-1"-1"-136"-15,2 0 185 0,0-1-381 16,15 6-22-16,-1 0-31 0,0 0-24 0,0 0-5 16,1 0-2-16,-2 0-23 0,1-1 14 0,0 0 1 15,0 1 5-15,0-1 18 0,0 0 9 0,0 0-6 16,0 0 1-16,1 0-56 0,0 0-52 0,0 0-18 0,0 0-20 16,0 0-157-16</inkml:trace>
  <inkml:trace contextRef="#ctx0" brushRef="#br0" timeOffset="82440.42">9631 17146 1299 0,'0'0'232'16,"0"0"80"-16,-1 0 1 0,-1-1-205 0,2 0-82 0,-1 0-42 15,0 0 2-15,0 0-1 0,0 1 8 16,-35-22-22-16,36 22 4 0,0 0-6 0,0 0 31 0,0 2 6 16,0-2 9-16,0 1-3 0,-6 37 8 0,6-38 2 15,0 1-1-15,-1 40 2 0,1-40 10 16,0 0-1-16,-6 51-3 0,5-34 1 0,0 1-15 0,1-1-7 16,2 1 2-16,0-3-5 0,2 0 0 0,-4-16 7 15,0 1-4-15,0 0 4 0,1 0 0 0,18 37 10 16,-19-38 5-16,0 0 2 0,0 0 12 0,1 0 7 15,-1 0-3-15,1 0 3 0,0-1-13 0,39-32-3 16,-40 33-2-16,0-1 0 0,15-36-8 0,-15 36-7 16,0 0 0-16,11-45-3 0,-11 46-4 0,0-1-2 15,8-34-2-15,-8 35-2 0,0-1-9 0,0 0-4 16,6-34-2-16,-6 35-1 0,0 0-31 0,0-1-31 16,0 0-13-16,0 0-6 15,0 0-50-15,0 0-61 0,0 0-19 0,0 0-28 0,0 0-198 16</inkml:trace>
  <inkml:trace contextRef="#ctx0" brushRef="#br0" timeOffset="82645.78">9873 17378 2530 0,'0'0'176'0,"0"0"-112"0,-1 1-31 0,0 0-14 0,0 0-40 0,0 0 7 16,-1 0-2-16,2 0 2 0,-1 0-24 0,-14 35-66 16,15-36 4-16,0 0-28 0,0 0-24 0,0 0-62 15,0 0-12-15,0 0-23 0,0 0-108 0</inkml:trace>
  <inkml:trace contextRef="#ctx0" brushRef="#br0" timeOffset="83059.92">10088 17185 2597 0,'0'0'32'0,"-2"0"-50"15,2 2-2-15,-1-2-17 0,-29 40-5 0,30-40 29 16,0 1-4-16,0 40 12 0,0-41-7 0,0 1 8 15,12 41 3-15,-12-42 1 16,0 1 4-16,1 0-4 0,24 38 2 0,-25-39 0 16,0 1 7-16,0 0 2 0,1 0 1 0,0 0 1 15,0 0 7-15,0 0 4 0,0 0 2 0,0 0 0 0,0 0 0 16,36 25 1-16,-37-26-4 0,0 0 3 0,0-1-6 16,1 0-4-16,0 0-1 0,35-43 0 0,-36 44 5 15,1-1-5-15,0 0 2 0,30-35-5 0,-31 36-1 0,0-1-4 16,19-40 6-16,-19 41-4 0,0-1 13 0,18-44-9 15,-18 45 4-15,0-2-4 0,13-47 9 0,-13 48-8 16,0 0 2-16,6-45-3 16,-6 46 2-16,0-1-2 0,-4-37-2 0,4 38-1 15,0-1-2-15,0 0-12 0,-1 0 0 0,-27-35-6 0,28 36-12 16,-1 0-11-16,0 0 3 0,-34-11-5 0,35 11-5 16,-1 0-10-16,0 0-13 0,-35 8-2 0,36-8-83 0,-1 0-85 15,0 1-31-15,0 0-36 0,-27 34-313 0</inkml:trace>
  <inkml:trace contextRef="#ctx0" brushRef="#br0" timeOffset="83513.59">10339 17110 1145 0,'0'0'163'0,"0"0"443"15,0 0 233-15,0 0-693 0,0 0-136 0,0 0-46 16,0 0 13-16,0 0-19 0,0 1 39 0,0 0-4 15,7 42 2-15,-7-43-1 16,0 1 7-16,1 0-1 0,25 40 0 0,-26-41-1 16,0 1 1-16,15 35 0 0,-15-36 2 0,0 1-2 15,7 36 3-15,-7-37 19 0,0 1-4 0,0 0 10 16,12 37-8-16,-12-38-6 0,0 1-1 0,0 0-2 16,16 35-8-16,-16-36-5 0,0 0 3 0,1 1-3 0,1 0 3 0,34 40-1 15,-36-41 0-15,1 1 0 0,0 0 2 0,41 40-6 16,-42-41 6-16,1 1-5 15,0 1 9-15,42 33-3 0,-43-35-2 0,1 1 0 16,0 1 6-16,37 36-1 0,-38-38 5 0,1 1-4 16,0 0 10-16,39 35-3 0,-40-36 0 0,1 0 1 15,0 1 7-15,0 0-15 0,36 32 4 0,-37-33-6 0,0 0 6 16,0 1-3-16,0 0 3 0,0 0-4 16,10 38 4-16,-10-39-7 0,0 0 1 0,0 1-4 0,0 0-5 0,-29 39 2 15,29-40-6-15,-1 0 4 16,-39 23-10-16,39-23 1 0,-33 13-13 0,15-7 4 15,-4-1-46-15,-3 0-27 0,-2-2 3 0,0-3-16 16,3 0-26-16,2-4-1 0,2-3-10 0,3-1 4 16,0-3-30-16</inkml:trace>
  <inkml:trace contextRef="#ctx0" brushRef="#br0" timeOffset="83711.34">10430 17165 1976 0,'0'0'134'0,"0"0"173"0,0 0-162 15,0 0-85-15,0 0 13 0,0 0-35 0,0-1 26 0,1 0-15 16,0 0 2-16,34-18-9 0,-35 19-16 0,1 0-1 16,39-5-2-16,-39 5 1 0,0 0-13 0,46-3-6 15,-46 3-1-15,0 0-1 16,44 0-3-16,-45 0 3 0,0 0-2 0,42 4 2 0,-42-4-2 16,1 0 0-16,0 0 1 0,37 10-1 0,-38-10-4 15,0 0-11-15,1 0-22 0,0 0 1 0,0 0-116 16,0 0-97-16,0 0-18 15,0 0-53-15,0 0-344 0</inkml:trace>
  <inkml:trace contextRef="#ctx0" brushRef="#br0" timeOffset="84259.77">10061 16354 1715 0,'0'0'318'0,"-1"0"-177"0,0 0 1 0,-36-11-66 16,37 11-59-16,0 0-5 0,0 0-1 0,0 0-1 16,0 0-8-16,0 0-17 0,0 0-1 0,0 0-3 15,0 0 15-15,0 0 9 0,1 0 7 0,0 0 0 16,35-7 16-16,-36 7 4 0,1 0-2 0,0 0 3 16,46-1 10-16,-47 1 5 0,0 0-2 0,48 4 1 15,-30-3-16-15,2 0-19 0,-1 1 2 0,1-1-8 16,0 1 0-16,-2-2-2 0,0 1 3 0,-3 1-2 15,1-2 3-15,-3 1-19 0,-13-1-7 0,1 0-7 0,-1 0-49 16,1 0-41-16,37-4 0 0,-38 4-16 16,0 0-22-16,0 0-74 0,0 0-19 0,0-1-25 15,0 0-122-15</inkml:trace>
  <inkml:trace contextRef="#ctx0" brushRef="#br0" timeOffset="84647.32">9371 16257 2285 0,'-15'-4'196'0,"3"1"-135"0,12 3-27 0,-1 0-20 0,0 0-27 15,0 0 25-15,0 0-10 0,0 0 15 0,0 0-24 16,0 0 3-16,1 0 1 0,0 0 3 0,0 0 22 15,0 0-1-15,1 0 1 16,38-12-1-16,-39 12 6 0,0 0-3 0,47 2 6 16,-28 2-5-16,3-1 4 0,0 2 4 0,1 0-3 15,0 2 4-15,0-2 2 0,1 0-12 0,2 1 2 0,0-1-6 16,0 0-3-16,2 0 3 0,1-3 2 0,0-2-2 16,1 2-9-16,0-3-4 0,-2 0 2 0,4 1-1 15,-2-3 0-15,3 2 5 0,2-1-7 0,-1 0 6 16,0 0-13-16,-4 0 6 0,0 0-2 0,-6 2 5 15,0-2 1-15,-4 2-4 0,-2 0 3 0,-3-2-4 16,-15 2-1-16,1 0-20 0,0 0-2 16,37-4-10-16,-38 4-45 0,0 0-56 0,0 0-8 15,0 0-18-15,0 0-46 0,0 0-89 0,0-1-36 0,0 0-49 16,0 0-459-16</inkml:trace>
  <inkml:trace contextRef="#ctx0" brushRef="#br0" timeOffset="84940.49">9387 16189 2454 0,'-12'-4'145'0,"12"4"-94"0,-1 0-23 0,0 0-11 0,0 0-15 16,0 0-1-16,1 0-3 16,-2 0-1-16,2 0-10 0,0 0 10 0,2 0 3 15,35 21 2-15,-12-17 2 0,4 2 8 16,5-1-6-16,4 1 8 0,1-3 12 0,-1 1 0 0,2-1 6 0,1 1-4 15,-4-3 3-15,3 1 10 0,-3 0 0 0,-1-1 4 16,0 0-5-16,-1-1-2 16,3 0-5-16,4-2 1 0,1 0-7 0,1 0-11 0,-2-2-1 15,-1 0-3-15,-3-1 2 0,-3-1-3 0,0 1 2 16,-4 0-2-16,0 1 2 0,-6 1-8 0,-4-2 1 0,-2 1-5 16,0 0-7-16,-2 0-77 0,0 0-3 0,-4 1-33 15,2 0-86-15,-15 3-145 16,1 0-83-16</inkml:trace>
  <inkml:trace contextRef="#ctx0" brushRef="#br0" timeOffset="89322.66">9706 17942 187 0,'0'0'543'0,"0"0"-214"0,0 0 275 0,0 0-563 16,0 0-17-16,0 0-24 0,0 0 1 0,0 0-1 16,0 0 6-16,0-1 7 0,1 0 11 0,0 0 5 15,-1 1 4-15,39-17 40 0,-39 17 2 0,0 0 6 0,2 0-5 16,-2 0 3-16,1 0-4 16,36-12-4-16,-37 12 0 0,0 0-16 0,0 0-7 0,2 0 4 0,36-7-6 15,-38 7-5-15,1 0-12 0,-1 0 0 0,39-3-4 16,-39 3-6-16,0 0 0 15,36-1-3-15,-36 1 3 0,1 0-1 0,43-3-5 0,-43 3 8 16,35 2-7-16,-16-2 11 0,1 0-2 0,1 0-4 16,-1 0 2-16,-1 2-5 0,1-1 5 15,0 0-4-15,0 1 4 0,-1-4-1 0,1 2-1 16,0-1 3-16,-1 0-3 0,2 3-3 0,1-1-5 16,0 2-1-16,0-2-1 0,-2 2-4 0,-1-1 1 15,1-1-6-15,0 3 5 0,2-2-3 0,1 1 0 16,1 2 3-16,1-2-3 0,-1 0-2 0,0 1 2 0,-1 0 0 15,0 1 0-15,0 0 5 0,-1-3-3 0,-1 0 2 16,0-1-2-16,0 1-1 0,-3 1 2 0,1 0 1 16,-2-1 1-16,-2-2 4 0,-1 1-7 15,-1-1 2-15,-14 0-3 0,1 0 6 0,0 0-3 16,38 8-3-16,-39-8 0 0,0 0-3 0,1 0 0 16,0 0-1-16,-1 0-4 0,2 0-37 0,-1 0-20 0,0 0-1 15,0 0-6-15,0 0-18 0,0 0-25 0,0 0-6 16,0 0-8-16,0 0-45 0,-1-1-81 0,0 0-27 0</inkml:trace>
  <inkml:trace contextRef="#ctx0" brushRef="#br0" timeOffset="89853.68">9847 17989 1420 0,'0'0'83'16,"0"0"123"-16,-1 0-142 0,0 0-47 15,-35-9 10-15,36 9-19 0,0 0 33 0,0 0 20 0,0 0-4 16,0 0 7-16,0 0-25 0,0 0 2 16,0 0 0-16,0 0 0 0,0 0 1 0,0 0 14 0,0 0-1 15,0 0 6-15,0 0-1 0,1 0-14 0,38-13 1 16,-39 13-7-16,1 0-12 0,38-4 0 0,-39 4-4 0,1 0 4 16,45-5-2-16,-29 5 0 15,3-2 4-15,4 2-3 0,-1 0 7 0,1 0-1 16,0 2-4-16,1-1 1 0,0 2-4 0,1-3-11 15,-2 0 6-15,2 0-9 0,1-1 2 0,-3 1-3 16,3-1-3-16,-2 1 0 0,1-1-4 0,-3 1 5 0,0 1-1 16,-1-1 2-16,0 0-8 0,3 0 6 15,0-3 1-15,1 2 3 0,0 1 18 0,-2-1-6 16,-1 2 1-16,-2-1-3 0,-2 0-7 0,-1-1 10 16,-1 0-5-16,-1 1 6 0,-1-3-8 0,-3 3-9 15,-12 0 6-15,1 0-6 0,0 0 0 0,42 1-3 0,-43-1-4 16,0 0 2-16,0 0-4 0,1 0-3 0,0 0-10 15,0 0-3-15,0 0-87 0,33-4-123 16,-34 4-30-16,0 0-49 0,0 0-302 0</inkml:trace>
  <inkml:trace contextRef="#ctx0" brushRef="#br0" timeOffset="91804.53">563 14752 1716 0,'-15'-6'106'0,"4"2"-28"0,11 4-5 16,0 0-37-16,-1 0-53 0,0 0 2 0,1 0 5 0,-1 0 2 15,0 0 14-15,-36-8-8 0,37 8-1 0,0 0-3 16,0 0 2-16,0 0-13 0,0 0 9 0,0 0-8 16,0 0 20-16,0 1 18 15,0 0-7-15,0 0 10 0,1 0 2 0,0 0-11 16,0 0 4-16,35 33-6 0,-36-34 8 0,1 0 3 15,0 0-2-15,48 16 2 0,-31-15-1 0,-1 0 0 0,4 0 4 16,-2 0-4-16,-4 1 6 0,5-1-14 0,-2-1 0 16,3 0-6-16,4 0-3 0,2 0-7 0,1 0 1 0,1 0-1 15,1-1 5-15,-3 1-6 16,-1 0 6-16,-3 2-6 0,1-2 9 0,-2 2-4 16,0 0 0-16,-4-1-1 0,-1 1 5 0,-2-1-4 15,-1 2 3-15,-14-3-3 0,1 0 11 0,0 0-4 16,1 0 1-16,-2 0-2 0,35 10 7 0,-35-10 7 15,0 0-2-15,0 0 2 0,0 0 3 0,0 0-4 16,0 0 6-16,0 0-5 0,0 0-5 0,-1 0-10 16,0 0 1-16,-36 6-3 0,36-6 4 0,-33 1-3 15,14-1-4-15,-5 0 2 0,1 0 0 0,-4-2 2 16,0 0 3-16,-2 1-3 0,-1 0-4 0,-3 0-5 16,3 0 4-16,-3 0-3 0,4 0 10 0,5 1 1 0,0 0-3 15,6 0 3-15,3 1 1 0,-2-1 11 16,2 0-3-16,3 0 3 0,13 0-19 0,-1 0-3 15,0 0-2-15,0 0-1 0,-34 3-7 0,35-3-3 16,0 0-4-16,0 0 1 0,0 0-18 0,0 0 1 16,0 0 6-16,0 0-1 0,1 0 32 0,0 0-3 15,0 0 2-15,42 12-3 0,-43-12-1 0,0 0 2 16,42 4 1-16,-42-4-2 0,1 0-5 0,42 1 5 0,-43-1-4 16,1 0 5-16,50-1-4 0,-25-1-7 15,2 0-35-15,3 0 0 0,5 0-201 0,1-2-218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2-17T20:05:04.83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5-02-17T20:05:14.759"/>
    </inkml:context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2348 16131 0,'0'0'0</inkml:trace>
  <inkml:trace contextRef="#ctx1" brushRef="#br1">4210 1706 2009 0,'-14'2'59'0,"14"-2"8"0,0 0 38 0,-1 0 31 16,0 0 22-16,0 0-58 15,-1 1 0-15,-34 25-17 0,36-26-3 0,-1 0-34 16,0 1 8-16,-16 58-17 0,14-29 6 0,1 9 2 15,4 2 5-15,1 8-1 0,0 1 24 0,-1 1-18 0,3 4 2 16,-3 1-8-16,2 6-10 0,0 6-4 16,0 4-4-16,2 0 0 0,4-3-14 15,-1-4-3-15,2 3 1 0,0 0-3 0,-3 1-8 0,1 1 7 16,1-3-5-16,-3-7 7 0,2-7-3 0,-3-9-4 16,0-4 3-16,-1-6-3 0,-1-3 1 0,-1-4 1 15,0-5-9-15,-1-7-2 0,-2-15-67 0,0 1-73 16,0 0-17-16,0-1-28 0,0 0-140 0,-2-13-304 15</inkml:trace>
  <inkml:trace contextRef="#ctx1" brushRef="#br1" timeOffset="282.88">4291 1684 2332 0,'0'0'63'16,"0"0"-23"-16,0 0-21 0,0 0 55 0,0 0-11 0,0 0 21 15,0 0-31-15,0 1 16 0,2 0-5 16,-1 1 7-16,48 29-22 0,-30-23-19 16,3 0 2-16,6 2-7 0,-2-1 5 0,3 1-5 15,-1 0 1-15,0 1-3 0,1 3-3 0,0 1-1 16,2 1 0-16,3 3 2 0,1 0-2 0,0 2 1 16,-4 3 1-16,-6-1 2 0,-3 2 19 0,-7 4 0 15,-5-2 3-15,-4 2-5 0,-6 1-12 0,-7 2 3 16,-4 2-3-16,-8 3 3 0,-5 3 0 0,-6 2-10 15,-6 1 4-15,0-1-6 0,1-3-9 0,3-3-89 0,2-6-23 16,0-3-35-16,0-5-168 0,-3-5-253 0</inkml:trace>
  <inkml:trace contextRef="#ctx1" brushRef="#br1" timeOffset="665.63">5582 1754 1477 0,'-12'-12'150'0,"-1"-1"-27"15,1 6-18-15,-1 1 22 0,13 6 63 0,-1 0-46 0,0 0 5 16,-43-4-21-16,44 4-4 0,-1 0-43 0,-37 27 5 16,26-6-20-16,-1 4-23 0,0 6-23 0,0 7-4 0,1 7-5 15,2 9 0-15,0 3 8 16,1 5 2-16,0 4 2 0,4 4 10 0,2 10-2 16,2 6-2-16,4-4-2 0,3-4-19 0,5-2 0 15,3-3-2-15,2-1 1 0,3 2-11 0,1-13 8 16,3-6-6-16,-1-12 6 0,0-8-10 0,4-9-3 15,0-5-7-15,4-4-4 0,1-3-80 0,1-3-126 16,3-3-28-16,-3-5-46 0,1-4-221 0</inkml:trace>
  <inkml:trace contextRef="#ctx1" brushRef="#br1" timeOffset="1081.21">1914 2397 2020 0,'0'0'316'0,"0"0"-152"16,-1 0 169-16,0 1-376 0,-21 41 18 0,22-21 14 0,0 9 14 15,0 4-1-15,0 3 1 0,0 1 3 0,-19-9 1 16,14 9 2-16,-1-1-2 0,1 0 4 0,-2-1-3 16,1-2 2-16,-2-4-1 0,4-1 0 15,-1-6-48-15,1-5-16 0,4-18-18 0,0 1-104 0,0 0-96 16,-1 0-58-16</inkml:trace>
  <inkml:trace contextRef="#ctx1" brushRef="#br1" timeOffset="1400.13">1500 2390 1815 0,'-15'12'66'0,"-1"5"43"16,0 5-19-16,5 6 23 15,1 6-62-15,3 5-11 0,3 7-1 0,4 5 0 16,2 4 30-16,5 8 21 0,1-1-1 0,6 4 6 0,1-5-22 16,3-3-37-16,2-6 3 0,1-6-16 15,2-3-11-15,1-7-9 0,0-5 1 0,1-8-3 0,2-4 1 0,1-8-2 16,6-7 0-16,5-8 0 0,3-7 12 0,5-11 20 15,1-7-1-15,3-11 8 0,-3-4 5 0,-2-6-6 16,-1-4 5-16,-3-5-5 0,-1-5 7 0,0-5 18 16,-3-5-9-16,-2 4 10 0,-6 6-12 15,-6 5 3-15,-8 3 0 0,-7 3 0 0,-5-1-8 16,-8 3-11-16,-5 5-1 0,-7 5-5 0,-3 7-13 0,-4 8 3 16,-3 7-7-16,-2 9 5 0,-4 5-13 0,-2 10-4 15,-4 6 2-15,-3 11-3 0,-3 9-9 0,-9 11-76 16,-2 9-13-16,-7 10-29 0,-2 2-109 0,3 0-173 15,3 4-95-15</inkml:trace>
  <inkml:trace contextRef="#ctx1" brushRef="#br1" timeOffset="2176.51">6295 2225 1481 0,'0'0'9'0,"0"0"-15"15,0 0 16-15,0-1 60 0,0 0 5 0,0 0 31 0,-11-35 18 16,11 36 3-16,0-1 6 0,0 0-4 0,-7-45-11 16,7 46-5-16,0-2 1 0,9-43 4 0,-9 44-5 15,0 0-2-15,7-53-4 0,-7 53-17 0,0 0 0 16,-1-48-1-16,1 49 1 0,0-1-2 16,-16-38-24-16,16 39-1 0,-1-1-9 15,0 0-22-15,-46-32-16 0,46 33 2 0,0 0-8 16,-50 6-3-16,29 6-1 0,-3 2-4 0,0 11 1 15,1 5-8-15,0 3 2 0,3 5-1 0,2 2 1 16,3 3-3-16,3 7 6 0,-1 4-2 0,3 2 3 0,3-1-5 16,1-9 0-16,5-2-7 0,5-8 3 0,3-7-10 0,4-9-12 15,1-6 6-15,4-8-8 0,2-1 8 0,4-3 1 16,4-6 4-16,7-5-2 16,2-9 8-16,7-8 2 0,-1-1-1 0,-2-5 2 0,-1 0 3 15,-6 0 6-15,-1 1 1 0,-8 3 1 0,-1 2 8 16,-6 6-5-16,-3 4 5 0,-6 2-3 0,-6 14 16 0,0-1 7 15,0 0 0-15,0 0 2 0,0 0-9 0,0 0-14 16,0 1-5-16,0 0 1 16,0 0-4-16,-18 29 0 0,12-8 2 0,0 7-2 15,-1 4-4-15,0 6 4 0,1 4-1 0,0 3 3 16,1-1-1-16,0 2-1 0,2 5-1 0,-1 4 0 16,1 7 5-16,-1 5-4 0,-2-1 6 0,1-1-6 15,-2-5 0-15,0-3 8 0,-1 0-7 0,-3-2 9 16,1 1-10-16,-4-2 8 0,0-6-3 0,-2-3 4 15,0-5 5-15,-3-8 1 0,1-6-3 0,1-4-1 16,-1-4-33-16,-2-6-53 0,-1-1-5 0,1-11-22 16,1-3-72-16,-2-7-83 0,1-5-6 0,2-11-31 15,2-6-58-15,0-9-90 0</inkml:trace>
  <inkml:trace contextRef="#ctx1" brushRef="#br1" timeOffset="2575.67">6522 2496 2104 0,'6'13'21'0,"0"1"-2"0,3 3 20 0,-2-4-7 0,1-2 48 15,1 2-9-15,-1-4-6 0,5-1 4 0,-13-8-4 16,1 0-18-16,0 0 3 0,46 3-9 0,-29-9 4 16,1-4-8-16,0-4 3 0,0 0-6 0,0-5-1 15,1-4 1-15,-1-1-1 0,0-1 2 0,-2 0 9 0,-2 2 6 16,-3-1-5-16,-2 0 5 0,-2 1-7 0,-3 2-7 15,-3 1 5-15,-2 2-6 0,-4 2-1 0,-5 3 5 16,0 0-4-16,-5 5 4 0,-3 1-13 0,-3 3-17 16,-3 5 2-16,-4 4-7 15,-1 5 0-15,-2 4-7 0,1 3-1 0,-2 3-2 16,3 4 4-16,3 2-11 0,4 4 6 0,6 3-9 16,2 1 10-16,4 1-2 0,2-1-2 0,1 0 1 15,1-5 4-15,2 1 6 0,2 0-3 0,2 0 2 16,3 3-7-16,3-4 3 0,2-3-3 0,0-4 2 0,2-6-7 15,5-3 0-15,1-2 3 0,5-8-2 0,5-2-2 0,2-7-12 16,4-5 0-16,1-7-8 16,1-6-34-16,2-4-99 0,-1-7 4 0,-1 1-36 15,0-1 3-15,-6 1-26 0,-1 3-18 0,-3-4-13 16,0 0-138-16</inkml:trace>
  <inkml:trace contextRef="#ctx1" brushRef="#br1" timeOffset="2811.57">7028 2216 1197 0,'-19'3'190'0,"-1"0"55"0,1 2 90 0,3 2-212 16,-1-1 45-16,3 4-34 0,0-2 8 0,3-2-18 16,11-6 4-16,-1 0-18 0,0 1-11 0,0 0-6 15,0 0-67-15,0 0-2 0,1 1-6 0,0-2 4 16,0 1 0-16,1 0 1 0,40 22-1 0,-40-23-1 16,34-8-12-16,-12 3-7 0,1 1 2 0,2-1-3 15,3-1 8-15,2-1-11 0,0 1 2 0,2 0-4 16,-1 2 7-16,0-1-3 0,-1-1 4 0,-1 1-4 0,-3 1 7 15,-1 0-6-15,-3 1 0 0,-3-2-5 0,-3 1-47 16,-3 0-86-16,-14 4-2 0,1 0-30 16,0 0-23-16,0-2-27 0,36-17-20 0,-37 19-17 15,0 0-200-15</inkml:trace>
  <inkml:trace contextRef="#ctx1" brushRef="#br1" timeOffset="3041.38">7214 2000 1657 0,'-10'-6'183'0,"10"6"-7"0,-1 0-9 0,0-1 0 15,-35-15-43-15,36 16-29 0,0 0-3 0,-1 0-9 16,0 0-18-16,0 2-40 0,0-2 5 0,-36 47-17 16,34-25 0-16,-3 5 11 0,-1 3-7 0,-1 6 8 15,-1 5-12-15,-1 4 5 0,0 7-4 0,2 4 3 16,-2-1-3-16,3 0-6 0,2-6 4 0,1-4-6 16,4-2 3-16,3-5-4 0,4 2 1 0,3-8-2 0,2-2-8 15,3-7-2-15,2-4 1 0,4-4-2 16,0-7-2-16,3-5-9 0,0-4-3 0,2-6-2 0,0-4-15 15,0-7 2-15,-1-4-25 0,-1 0 5 16,-1-6-125-16,-3 5-12 0,-1-3-12 0,-1 0-1 16,-2 2-66-16</inkml:trace>
  <inkml:trace contextRef="#ctx1" brushRef="#br1" timeOffset="3526.14">7393 2208 1668 0,'0'0'443'0,"-1"0"-289"0,0 0-65 0,0 0-11 0,0 0 88 0,0 0-65 16,0 0 3-16,0 0-25 0,1 0-7 0,0 0-21 15,0 0 1-15,0 0-9 0,1 0-13 0,46 1-10 16,-47-1 2-16,33-7-5 0,-12 5-8 16,-2-1 0-16,2 3-4 0,-1-4 2 0,2 3-11 15,-1-1 5-15,3-3 0 0,-1 3 3 16,0-4 3-16,-1 1-2 0,-2 3 0 0,-1-2-1 0,0 2-4 15,-5-3 5-15,2 1-13 0,-4-1 1 0,-12 5-89 0,1 0-36 16,0 0-12-16,0-1-5 16,0 0-35-16,0 0-63 0,0 0-18 0,0 0-23 15,0 0-120-15,-1 0-86 0,2-43 126 0,-2 44-35 16,-1-1 732-16,-21-37-102 0,22 38 74 0,0-1-107 16,-18-36-12-16,18 37 27 0,0-1-4 0,-1 0 7 15,-19-37-20-15,20 38-38 0,0 0-1 0,-1 0-19 16,0 0-57-16,-35-7-30 0,36 7-6 0,-24 21-6 15,9-5-18-15,-1 7 12 0,-3 2-7 0,0 2 8 16,-1 4-6-16,2 5 1 0,-1 2 8 0,2 7-3 0,0 3 13 0,2 2-11 16,0 2-2-16,4-2-3 15,5-2-5-15,1-7-13 0,5-1 3 0,0-3-6 16,5-5 3-16,2 0-9 0,2-6 0 0,-1-4-3 0,4-2-3 0,-1-4-2 16,3-5 0-16,2-2-3 15,3-5-10-15,0-4-1 0,0-3-9 0,4-7 5 16,-2-1-8-16,1-5 6 0,1-1-22 0,-3-4 4 0,1 1-104 0,-1 1-23 15,-1-2-7-15,-1 4-7 0,-1 0-49 0,-5-2-280 16</inkml:trace>
  <inkml:trace contextRef="#ctx1" brushRef="#br1" timeOffset="3716.07">7960 2298 1265 0,'0'0'560'15,"0"0"-378"-15,0 0-65 0,-1 0-51 0,0 0 36 0,0 1-13 16,-28 35-4-16,29-36 1 0,-7 35 7 0,2-13-31 15,1 3 3-15,-3 2-13 0,-1 0-16 0,0 0-14 16,0 0-5-16,0-2-4 16,3-2-12-16,0-2 5 0,0-2-11 0,4-3 0 15,1-16-85-15,0 1-56 0,0 0-11 0,0 0-17 16,0 0-62-16,0 0-90 0,0-1-113 0</inkml:trace>
  <inkml:trace contextRef="#ctx1" brushRef="#br1" timeOffset="3880.14">7987 2018 1961 0,'0'0'67'0,"0"0"25"15,0 0-65-15,0 1 2 0,0 0 5 0,-2 36-3 0,2-37 11 0,0 1-9 16,-6 48-4-16,4-35-4 0,2 5-25 0,1-1 4 16,-2-5-20-16,5 5 0 0,-4-18-148 0,0 1-83 15,1 0-8-15,31 37-30 0,-30-38-111 0</inkml:trace>
  <inkml:trace contextRef="#ctx1" brushRef="#br1" timeOffset="4680.88">8207 2228 355 0,'0'0'124'0,"0"1"208"15,0 0-82-15,0 0-63 0,13 39-9 0,-13-40-18 0,0 1-27 16,-4 38-24-16,4-38 2 0,0 0-10 0,-10 51-11 16,6-32-2-16,0 0-2 0,0 2 2 0,-2-1 8 0,-1 5 5 15,-1-2-4-15,-1 0 0 0,0 2-32 0,-2-3-18 16,1 3 0-16,1 0-7 15,-2-1-17-15,3 0-14 0,0-2 0 0,2-3-4 0,1-4 2 16,5-16-7-16,0 1 0 0,0 0-5 0,0 0-20 16,0 0-19-16,0 0 9 0,0 0-9 0,1-1 38 15,28-6-2-15,-17-13 0 0,0-5 0 0,2 0 2 0,0-4 14 16,-1 4 1-16,-1-2 7 16,0-1 3-16,0-2 7 0,1-2-3 0,1-4 3 15,-1 2-14-15,2 0 1 0,2 3 6 0,-2 3-1 16,-1 5 20-16,-1 5-9 0,-1 2-4 0,-1 6-2 15,-11 9-7-15,1 0-8 0,0 0 3 0,0 0-6 16,0 0-8-16,34 22 3 0,-31-5 1 0,-2 6 3 0,-2 3 6 16,0 4-2-16,-1 4-1 0,-4-1 1 0,-1 3 2 0,0-5-6 15,0-1-3-15,2 1-9 16,3-3-91-16,1-3-47 0,3-3-21 0,1-4-1 16,3-3-26-16,3-5 46 0,1-1 8 0,4-6 16 15,-1-3 56-15,5-4 39 0,2-3-3 0,0-1 17 0,6-4 11 16,-3-1 4-16,0-4 1 0,-3 0 2 15,-1 0 8-15,0 0 35 0,-1 4 0 0,0-6 14 16,1 0 18-16,-2-3 25 0,0-3 4 0,-1 0 8 16,-2-1 32-16,-5 0-30 0,-1-1-1 0,-4 4-13 15,-1 1-31-15,-4 3 12 0,0 5 4 0,0 14 1 16,0-1-10-16,-1 0-32 0,-36-26-11 0,18 27-5 16,-4 3-26-16,1 6-5 0,-4 3 2 0,2 6-4 15,-4 3 0-15,2 3-7 0,-3 2 7 0,5 3-5 16,0 0 3-16,6 3 2 0,8-3-2 0,-1-4 3 0,5-3-6 15,5-5-7-15,-1-3-5 0,2-14 1 0,0 1-12 16,1 0 15-16,0 0-6 0,44 35 7 0,-25-34-7 16,1-4 11-16,4-5-2 0,-1-1 5 0,2 1 1 0,-3-1 5 15,-1 3 0-15,-1 0 1 0,-2-1-1 0,0 3 3 16,-1 2 2-16,-4 0-1 16,-14 1-4-16,1 0 4 0,0 0-4 0,0 0 5 15,38 5 1-15,-39-5 7 0,0 0 4 0,0 0 0 0,0 0 6 0,0 1 4 16,0 0-4-16,4 37 4 0,-4-38-1 0,0 1-4 15,-15 39 5-15,8-18-5 16,-1 3 6-16,-2 4 0 0,-2 2 1 0,-4 4-3 0,1 3-11 0,-2 5 0 16,-1 4-5-16,-3 2 3 15,1 1-12-15,-1 9 7 0,-5 1-4 0,1 5 4 16,-2 2-5-16,1-1 3 0,5-2 1 0,3-4 0 16,4-3-5-16,3 0 0 0,0-3 3 0,1-2-2 15,0-3-1-15,2-7 7 0,0-2-4 0,0-9 5 16,2-2-6-16,-2-8-3 0,2-3 3 0,6-18-3 0,-1 1-15 15,0 0-33-15,0 0-8 0,-34 10-9 0,35-11-50 16,-22-27-9-16,7 4-18 0,-4-9 0 0,-2-5-110 16,-3-3-206-16,-2-6-131 0</inkml:trace>
  <inkml:trace contextRef="#ctx1" brushRef="#br1" timeOffset="5669.54">10291 1622 774 0,'0'0'366'0,"0"0"-141"0,0 0 197 0,0 0-247 15,0 0-5-15,0-2 21 0,0 1-52 0,0 0 1 0,0 0-16 16,0 0-14-16,-1 0-19 0,0 0-2 0,0 0-7 16,-38-11-17-16,39 12-15 0,-1 0-1 15,0 1-5-15,-44 30-8 0,27-19-8 0,0 5 6 0,-3 5-8 16,-2 4 3-16,1 7-12 0,-3 3 1 16,-1 7-3-16,-1 2-2 0,0 4 2 0,0 3-4 15,2 1 1-15,3 1-10 0,1 4 7 0,2 3-4 16,1 6 4-16,-1 2-11 0,2-2 4 0,0-4-2 15,4-9 3-15,1-5-1 0,3-5-1 0,4-2 2 16,3-3-3-16,2 2 0 0,2-7-6 0,4-1 1 16,3-7-3-16,3-3 8 0,2-5-10 0,1-5-3 0,2-5-4 15,0-3-4-15,3-4 6 0,0-2 0 0,5-6 2 16,3-3 7-16,3-6 10 0,2-2 0 16,1-5 3-16,0-2-2 0,0 1 3 0,0-6 1 15,-4 0 0-15,-1-1 2 0,-6 2-3 0,-1 3 0 16,-3 3-2-16,-4-3 0 0,-4-1 4 0,-2-2 4 15,-3-1 0-15,-1 0 1 0,-5 2 1 0,0-1-1 0,-6 2 2 16,0 0 1-16,-2 2 1 0,-2 2-2 16,-1 2 1-16,-2 2-5 0,-3 3 3 0,-1 3-7 15,-2 4 5-15,-4 1-14 0,-5 3 2 0,-3 4 3 16,-4 2-3-16,-6 7-2 0,-2 5 1 0,0 3-1 16,3 6 0-16,2-2 0 0,8 4 0 0,-1-1 0 0,4 0 0 15,0 4-8-15,2-4 5 0,1 2-3 0,3-3 4 16,3-1-1-16,4-2-3 0,5-3 1 0,2-2-2 15,7-14-11-15,0 1-43 0,0 0 2 0,0 0-19 16,11 41-32-16,-11-42-94 16,1 0-20-16,36 5-32 0,-21-12-126 0</inkml:trace>
  <inkml:trace contextRef="#ctx1" brushRef="#br1" timeOffset="6309.71">11044 1354 2089 0,'-3'-13'45'0,"0"-2"45"16,3 15 7-16,0-1 16 15,0 0 30-15,-4-34-17 0,4 35-11 0,0 0-2 16,0 0-51-16,0 0-23 0,0 0-6 0,1 0-5 16,0 0-15-16,47-2 2 0,-28 12 1 0,3 4-2 15,4 1-3-15,2 5-5 0,3 4 2 0,-1 2-3 16,2 3 4-16,0 3 5 0,-1 2-3 0,4 2 3 15,3 1-3-15,5 0 15 0,2 5 2 0,-1 7 7 0,-4 4 16 16,-1 7-9-16,-4-1 3 0,-3-2-4 0,-2-2 6 16,-3-3-4-16,-1-5-1 0,-7 0 0 15,-2 4-5-15,-2 4-8 0,-6 7-1 0,-3-1-1 16,0 1 4-16,-7-5-7 0,-1-2 2 0,-6 1-7 16,-2 0-5-16,-6 10 1 0,-4 3 1 0,-4 3 1 15,-3 3 5-15,-5-9-5 0,-5 4-3 0,-4-2-1 16,-4 2-1-16,-4 12-5 0,-5-7 10 0,-1-3-9 15,2-2 2-15,2-7-6 0,6 0-3 0,3-1 0 16,-1-5-17-16,-1-1-34 0,0-4-13 0,1-9-11 0,2-5-83 16,-1-7-110-16,5-5-27 0,2-12-47 0,-2 0-248 0</inkml:trace>
  <inkml:trace contextRef="#ctx1" brushRef="#br1" timeOffset="15563.42">6294 4321 916 0,'0'0'196'0,"0"0"38"15,0 0 5-15,0 0-269 16,1 0 9-16,0 0 45 0,46-2 5 0,-47 2-7 15,35-6 42-15,-27-5 30 0,11 9-1 0,3-2 4 16,0 0-34-16,-2-4 0 0,5 0-2 0,-1-3 0 0,4 1-19 16,2 0 0-16,4-1-4 0,2 0 2 15,2 2-17-15,2-2-10 0,-1 4 3 0,1 0-4 0,1-1-2 16,-2 0 3-16,1-2-8 0,0 1 6 0,1 0-9 16,4 1 3-16,3-3-1 0,2-2 1 0,2 0-2 0,-4 0 4 15,2 1 2 1,-2 1-1-16,-2 1 0 0,-2-1 7 0,-1 1-3 0,1 2 4 15,5 1-4-15,1-2-10 0,2 1 4 0,-1 0-6 0,-2-3 2 16,-3 3 3-16,0 2-1 0,-1-2 1 16,-2 3-1-16,4 0 2 0,4 0 5 0,3 0-1 15,1-3 7-15,0 4 7 0,-3-2-11 0,-3 1 8 16,-1 3-13-16,-2-3-7 0,0 1 8 0,6 0-7 16,1 0 7-16,1 1-6 0,2 0-2 0,-3 2 0 15,-2-2 5-15,-3 1-5 0,-3 1 3 0,0 0-4 16,-1 0-2-16,5 1 9 0,1-2 0 0,0 1 5 15,0 1 7-15,-2-2 10 0,-2 1-7 0,-3 1 7 16,-2-2-16-16,0 2 0 0,-4 0 1 0,2 0-3 16,2 0-2-16,4 0 6 0,-1 0-2 0,0-1 1 15,-2 0-9-15,-1-1-1 0,-2 2-1 0,-2-2 0 16,-3 1 7-16,-2-1-6 0,-1 0 4 0,-2 1-6 16,2-1-1-16,3 1 3 0,-3-2-2 0,4 3 2 15,-5-2 1-15,-1 2 0 0,-2-1 0 0,-1 0-1 16,-3 1-2-16,2-1 1 0,-4 0-1 0,-1 1 2 15,-1 0 4-15,-2 1-2 0,1 0 2 0,-4 1-2 16,1-1-2-16,-2 0 0 0,-2-1-2 0,-11 0 1 16,1 0-4-16,0 0 5 0,38 5-2 0,-39-5 4 0,1 0-2 0,-1 0-1 15,43 6 2 1,-43-6-2-16,1 0-2 0,0 0 7 0,0 0-1 0,40 1 3 0,-41-1-3 0,0 0-3 16,1 0-3-16,0 0 2 15,0 0 3-15,34 5-2 0,-35-5 1 0,0 0-3 16,0 0-2-16,0 0 3 0,0 0 1 0,0 0 1 15,0 0-7-15,0 0 7 0,1 0-7 0,-1 0 7 16,0 0-4-16,1 0-27 0,0 0-5 0,0 0-12 16,-1 0-41-16,0 0-29 0,0 0-12 0,0 0-13 15,0 0-96-15,1 0-174 0</inkml:trace>
  <inkml:trace contextRef="#ctx1" brushRef="#br1" timeOffset="22794.62">5985 4331 1243 0,'0'0'3'0,"0"0"1"0,0 0 1 0,0 0 7 0,0 0-4 16,0 0-4-16,0 0 43 0,0 0-4 0,0 0 21 16,0 0 17-16,-2 0-8 0,2 0 0 0,0 0-6 15,0 0-24-15,0 0-4 0,0 0-2 0,0 0 1 16,2 0-4-16,-2 0-1 0,36 17 1 0,-36-17 0 16,1 0 4-16,0 0-11 0,34 1-2 0,-35-1-3 15,1 0-6-15,40 2 4 0,-40-2-2 0,0 0 1 16,51-2-10-16,-33 0 14 0,2 0-5 0,1 0 7 15,-1-1-12-15,2 1-2 0,0-2-3 0,1 2 0 16,-1-1-2-16,0-1-2 16,1-1 2-16,-2 1-3 0,2 0-3 0,-1 1 2 15,-1 2-1-15,1-1 1 0,-2 0 0 0,6 0-2 0,-1 0 5 16,3 0-4-16,2-1 3 0,-1 0-1 0,-1 0-4 16,3 0 1-16,-2 1 0 0,3-1 6 0,-2-1 0 0,2 0 5 15,0-1 2-15,-2-1-3 0,1 0 0 0,-1 2-3 16,0-2-7-16,4 1 7 15,1-1-2-15,4 0 6 0,-1 1 16 0,1-1-3 16,1 1 3-16,-2 0-4 0,0 0-16 0,1 0 5 16,-4 0-7-16,0-2 6 0,-1 0-9 0,2 0-2 0,4 1 1 0,1 1-1 15,6 0 6-15,-2-1-3 0,0-1 2 16,-1 3-3-16,-2-2-1 0,0 1 2 0,-4-1-2 0,0 1 2 16,1-1 6-16,2-3-7 0,2 1 0 0,4 1-2 15,1 0 5-15,-3 0-5 0,2 1 6 0,-6-1-6 16,-1 2 6-16,0 1-3 15,-3 0 1-15,0-2-1 0,3 3-3 0,-1-2 6 16,3-1-8-16,2 3 7 0,-2-4-4 0,1 0-1 0,-2 4 4 16,-3-2-4-16,0-1 4 0,-3 1-1 0,-1-1-3 15,2-1 0-15,1 0 1 0,2 0-1 16,1-1 1-16,3-1-1 0,-2 0 0 0,-2 0 3 16,-1 1 1-16,-1 2-1 0,-3 0-4 0,-2 0 1 0,-5-1 0 15,1 1 2-15,-2 1-2 0,3 0 6 16,-1 2-4-16,2-3 5 0,3 3-9 0,-4 0 2 15,1-1 0-15,-4 1 1 0,0 0 7 0,-4 1-4 16,0 0 0-16,-1-1-2 0,-3 1-4 0,1 0 2 16,-3 0 3-16,-3 1 0 0,-1-1 4 0,0 1-3 0,-13 1-1 0,1 0 0 15,0 0 2-15,36-2-2 0,-37 2 4 0,0 0-3 16,1 0 5-16,0 0-2 16,0 0 0-16,0 0 1 0,-1 0 2 0,2 0 5 0,-1 0 5 0,0 0-1 15,0 0 9-15,0 0-2 0,0 0-4 0,-1 0 2 16,0 0-9-16,0 0 4 0,0 0-4 0,-1 0 4 15,0 0-11-15,-47 7 5 0,47-7-4 16,-33 0 4-16,9 0-8 0,-3 0-5 16,-4 0 2-16,-4 0-2 0,-5 0-9 0,-4 0 4 15,-3 0-5-15,-1 2 5 0,0 1-7 0,-1 0 11 16,1 0-3-16,-6 0 5 0,-1 0-1 0,-5 0-7 0,-2 1 3 16,-1 0-6-16,1 0 1 0,1-1 2 0,0 2-4 15,-2-1 4-15,-2 1-3 0,-7 1 5 0,-1 0-1 0,0 0 1 16,0 0-5-16,2 3 6 0,-2 0-1 15,-4 0 2-15,-5 2-1 0,0 0 2 16,1-3-1-16,3 4 0 0,1-1 1 0,-6-1 0 16,0 2 2-16,4-1-1 0,2 4 0 0,4-3 6 15,0 2-4-15,-2-1 5 0,-2-2-9 0,3 8 0 0,4-3 2 16,1 1-1-16,1 0 2 0,0-1 1 0,-1 0-1 16,1-2 0-16,2 2 6 0,6-1-6 0,4-1 4 0,4-1-4 15,4 0 3-15,-3-1-3 0,3-1-2 0,1-2-1 16,-1 0 3-16,7 0 1 0,2-1 6 0,8 0-4 15,6-2 3-15,2-3-4 16,6 3 0-16,1-3-1 0,17-3 4 0,-1 0-8 16,0 0 3-16,0 0-7 0,0 0-9 0,0 0-12 15,0 0-4-15,1 0 0 0,0 0 8 0,0 0 6 16,32 2 4-16,-9-5-1 0,4-2 8 0,5-2-1 16,4 0 2-16,8-1-3 0,2 0 3 0,1-1 6 15,2 0-5-15,1 2 4 0,-2-2-6 0,2 2 1 0,-1-1 1 16,5-1 0-16,5 2-2 0,5-1 2 15,5 2 2-15,-1 0 1 0,-2-1 3 0,-1 2-5 16,3-1 4-16,5 0-5 0,5-1 6 0,4 1 0 16,-3 0-2-16,-4 1 1 0,-1-2-1 0,5 2 2 15,1-1-1-15,5 0 0 0,-4 2-6 0,-7-1 12 16,1 1-1-16,3 0 7 0,1 0-2 0,5-1-4 16,-2 0-2-16,-5 0 0 0,-1-1 0 0,2 0-2 15,1-1 3-15,2 2-3 0,-2-1-1 0,-5 0-1 16,-3 2 1-16,-1-3-1 0,1 1 8 0,-1-1 4 0,2-2-3 0,-6 4 3 15,-6-1-5-15,-5 2 2 16,-2 0 1-16,-1-2 1 0,2 3-3 0,-1 0-1 16,-2-1-1-16,-4 1 0 0,-3 0 6 0,-6-3-9 15,-4 2 4-15,-3 2-6 0,-5-1-1 0,0 0 4 0,-5 0 0 16,-2-1 4-16,-1 2 0 0,0 1-1 16,1 0-6-16,-1-1 4 0,-1 0-5 0,-3 2 2 0,-1-2 4 15,-2 2-2-15,-11 0 6 0,2 0-9 0,-1 0 3 16,34-1-4-16,-35 1 6 0,0 0-1 15,0 0-4-15,0 0-3 0,1 0-77 0,-1 0-152 16,0 0-17-16,0 0-77 0,0 0-431 0</inkml:trace>
  <inkml:trace contextRef="#ctx1" brushRef="#br1" timeOffset="25629.38">6339 4360 1533 0,'0'0'-13'0,"-1"0"-3"0,0 0-3 16,0 0 15-16,1 0 3 0,-1 0 7 0,0 0 6 15,0 0 5-15,0 0 2 0,-35-17 27 0,36 17-5 16,-1 0 6-16,0 0-5 0,1-1 6 0,-1 0-11 16,1 0-4-16,0 0-2 0,0 0-6 0,0 1 0 15,1-2-1-15,0 1-1 0,37-32-9 0,-38 33-6 16,1 0-1-16,45-6-1 0,-45 6-5 15,37-5 13-15,-18 1 2 0,4 0 5 0,2-1 16 0,0-1-6 16,8-2-2-16,3 0-1 0,2 0-4 0,3-1-3 16,0-2 1-16,0 2-3 0,0-1-15 0,1-1 5 15,-1 4-2-15,-2-4 3 0,0 0-4 0,1 3-4 16,2 0 2-16,3-1-3 0,2 3 8 0,2-2-9 16,1 1 4-16,-1 1-4 0,-3 2 15 0,-2 0-10 15,0 1 5-15,1 1-6 0,3 1 7 0,7-1-6 16,1 2 2-16,0-1-1 0,0-1 1 0,-4 1-1 15,-3-2 0-15,-2 5 0 0,1-2 10 0,3 0 5 16,4 0-1-16,1-6 2 0,2 1 0 0,-2 1 3 16,-4-1-4-16,-2 4 2 0,-1 1-8 0,-1-3-3 15,4-1 0-15,4 0-2 0,1 1-5 0,1-2 2 16,-1 1 3-16,-5 2-1 0,-2-5-1 0,-2 4-4 16,-1-3 0-16,2 0-1 0,3 0 8 0,3-1-10 0,-1 1 8 15,-1-1-7-15,-4 2 22 0,-4-2-4 16,-3 2-1-16,-3-1-2 0,-1 5-8 0,2-4-4 15,2 1 5-15,1 0-4 0,1-2 2 0,-4 4-6 0,0 1 3 16,-5 0-3-16,-2-1 8 16,-1 2-8-16,-4 0 3 0,-3-1-3 0,-2 1 0 15,-1-1 1-15,-1 1 1 0,-2 0 2 0,0 0 1 0,-1 1 1 16,1-1-2-16,-1 1 1 0,-1 1 2 0,-1 1-5 16,0 1 0-16,-2-2-1 0,-2 0 6 0,-13-2-58 15,1 0-10-15,0 0-27 0,41 4-123 0,-42-4-146 16,0 0-91-16</inkml:trace>
  <inkml:trace contextRef="#ctx1" brushRef="#br1" timeOffset="38040.75">12365 2096 1522 0,'0'0'321'0,"0"0"-181"0,0 0 182 0,0 0-400 0,1 1 62 15,41 25 56-15,-42-26 47 0,1 0 0 16,40 8-3-16,-40-8 3 0,0 0-34 0,35-2 7 0,-14 2-16 16,0 0 5-16,2-1-6 0,0 0-8 15,1-3-1-15,1 2-31 0,-3-2 0 0,2 2 0 16,-2 1 1-16,-2-1-4 0,-2 0 5 0,-3-4-4 0,0 1 4 15,-2 1-5-15,-1-2 0 0,0 2-2 0,-2-1-6 16,-11 5-98-16,1 0-84 0,0-1-21 0,0 0-23 16,30-34-109-16</inkml:trace>
  <inkml:trace contextRef="#ctx1" brushRef="#br1" timeOffset="38244.87">12461 2312 1917 0,'-12'7'86'15,"12"-7"146"-15,-1 0-211 0,0 1 111 0,0 0-20 0,0 0 48 16,-22 38-45-16,23-39-11 0,0 0-5 0,1 1-4 16,0 0-26-16,48 29-15 0,-32-25-2 0,6 1-3 15,1-2 12-15,5-1-21 0,1 0 1 0,3 0-11 16,1 0-19-16,0 1-1 0,-1-1-1 0,-3 1 1 16,1-1-1-16,1 0-12 15,2 1 6-15,2 2-7 0,0-2 9 0,0 2-11 0,-4 1-66 16,-1-2 5-16,-2-2-319 0,-2 1-286 0</inkml:trace>
  <inkml:trace contextRef="#ctx1" brushRef="#br1" timeOffset="43040.74">14108 1461 1128 0,'0'0'180'0,"0"0"88"16,0 0 37-16,0-1-122 0,0 0 9 0,0 0 12 15,-1 0-1-15,0 0-19 0,0 0-68 0,0 0-46 16,0 0 0-16,0 1-19 0,0 0-25 0,0 0 11 15,-10 23-2-15,17 0 7 0,1 7 7 0,-1 6 9 16,2 1-1-16,0 9 3 0,-1 5-1 0,0 9-15 16,-3 8 4-16,0 6-7 0,-1-1 2 0,-1 2-14 15,1 3 2-15,-1 3-7 0,0 6-5 0,-2 6-7 0,0-5 1 16,0-5-1-16,0-3 0 0,-2-1-6 0,0-1 0 16,-1 2-1-16,0-4 2 0,-1-11 0 15,0-2 2-15,-1-3-1 0,0-4-4 0,1-1-2 0,-1-5 0 16,1-7-2-16,0-7 0 0,-1-7 3 15,2-4-7-15,-1-6 3 0,0-4-36 0,4-15-30 16,0 1-8-16,0-1-13 0,-1 0-57 0,0 0-45 16,-32-12-13-16,26-11-16 0,1-5-86 0,-1-10-177 15</inkml:trace>
  <inkml:trace contextRef="#ctx1" brushRef="#br1" timeOffset="43431.62">14061 1661 2263 0,'0'0'72'0,"-1"0"-14"0,-36-1-38 0,37 1 131 0,-1 0-33 16,0 0 61-16,0 1-84 0,0 0-34 0,-35 21-7 16,36-22-7-16,0 0-18 0,0 0-13 15,0 0-1-15,1 0-5 0,44 12-8 0,-21-15 12 16,1 2 3-16,3-2 2 0,0 3 0 0,1-5-1 15,-2 5-1-15,3-1 1 0,-2-2-9 16,2 3-1-16,3-2-1 0,-1 3 2 0,1 6-3 0,-2 1 2 16,0 2-1-16,-5 1 3 0,-1-2 10 0,-4 6 13 15,0 2 2-15,-5 4 5 0,-2 1 5 0,-5 4 2 16,-3 0 1-16,-3 4 0 0,-4 3 2 0,-5 3-3 16,-5 2-1-16,-5 2-1 0,-5-1-12 0,-5 0-12 15,-5 2 0-15,-4 4-3 0,-4 5 3 0,-3 5-6 16,-1-1-6-16,6-3 1 0,1-3-4 0,5-4 3 15,-2-8 4-15,1-6-3 0,-1-2-6 16,1-6-2-16,2 0-6 0,1-6-1 0,1-2-43 16,4-3-99-16,1-5-19 0,5 0-44 0,3-4-211 0</inkml:trace>
  <inkml:trace contextRef="#ctx1" brushRef="#br1" timeOffset="44132.06">15298 1642 1387 0,'-10'-13'194'0,"2"4"93"0,8 9 39 16,-1 0-142-16,0-1 13 0,0 0-30 0,-42-21 6 0,43 22-31 16,-1 0-30-16,-51 4-21 0,51-4-2 0,0 0-9 15,-45 24-30-15,26-13-14 0,1 5-1 0,-2 2-5 0,1 10-16 0,-3 6-2 16,0 6-2-16,0 9 0 0,-1 8 3 15,-1 8-12-15,-2 6 6 0,1 7-6 0,0 4 18 16,2 8-1-16,3 7 1 0,4-2-3 0,6 1-12 0,6-3 6 16,5-1-3-16,6 3 2 15,0-7-9-15,8-12 5 0,4-7-5 0,3-11 6 0,4-4-3 16,1-6-5-16,1-5 1 0,1-9-5 16,-1-5-5-16,1-8-9 0,0-4-7 0,-1-9-6 15,-2-3-71-15,-1-5-197 0,-2-5-41 0,2-9 53 16,0-5 1038-16</inkml:trace>
  <inkml:trace contextRef="#ctx1" brushRef="#br1" timeOffset="44681.09">15574 2146 2266 0,'0'0'231'0,"0"0"-204"0,0 0 124 0,0 0-68 0,0 0 215 16,0 0-172-16,0 0-59 0,0 1-1 0,0 0-7 0,1 39-9 15,-1-39 1-15,5 34-4 0,-5-9 3 0,-2 3-14 16,0 3 5-16,0 6-7 16,0 3 7-16,-2 1-15 0,2 0 3 0,0-1-8 15,-1 1-1-15,1-3-1 0,2 2-1 0,1 2 0 0,0 2-4 0,-2 1-6 16,1-2 1-16,-1-3-2 15,0-1 3-15,1-6-1 0,-2-1-1 0,-1-8-2 16,1-2-12-16,-2-5-102 0,1-3-34 0,3-15-40 16,0 0-267-16</inkml:trace>
  <inkml:trace contextRef="#ctx1" brushRef="#br1" timeOffset="45313.19">16074 2538 1910 0,'0'0'70'16,"-1"0"42"-16,0 0 46 0,0 0 36 16,-36-13 27-16,37 13-76 0,-1 0-5 0,0 0-20 15,0-1-17-15,-46-21-34 0,47 22 13 0,0 0-23 16,0 0-12-16,-1 0-8 0,0 0-5 0,-37-2 2 16,38 2-14-16,-1 0-1 0,0 1-3 0,-42 23 2 0,43-24 2 15,-1 1-8-15,-39 30-1 0,40-31-2 16,-1 1-4-16,-39 34-2 0,40-35 5 0,-1 1-5 15,0 0-4-15,-39 35 3 0,40-36-7 0,0 1 4 0,0 0-1 0,-11 41-10 16,11-42 7-16,0 1-9 16,0 0 3-16,19 40 1 0,-19-41 0 0,0 1 2 15,1 0 7-15,39 37-5 0,-40-38-1 0,1 0-2 16,38 23-2-16,-39-23 5 0,1 0-3 0,45 17 4 16,-45-17-8-16,0 0 9 0,47 15-1 0,-48-15 4 15,2 0 9-15,-1 0 7 0,40 24-1 0,-41-24 3 16,0 1 3-16,0 0 0 0,2 39 0 0,-9-23-1 15,-3 2-1-15,-4 1-5 0,-1 2-4 0,-2-3-2 16,-2-1-10-16,0-3-20 0,1-6-6 0,0 1-11 16,2-1-70-16,-1-5-88 0,1 0-12 0,3-3-33 0,13-1-99 15,-1 0-159-15</inkml:trace>
  <inkml:trace contextRef="#ctx1" brushRef="#br1" timeOffset="45691.27">16025 2703 1700 0,'0'0'106'15,"0"0"87"-15,1 0-32 0,0 1 53 0,37 19-44 0,-38-20-50 16,0 0-1-16,1 0-17 0,0 0-20 16,46 12-22-16,-47-12-1 0,1 0-10 0,40-6-19 0,-41 6-13 15,1 0-5-15,47-13-2 0,-29 8-7 0,2 0 0 16,-1 1 3-16,2 0-2 0,-3 0 0 0,2 2-4 16,-1-1 2-1,-4-2-2-15,1 1 7 0,-2 1-4 0,-1-1-17 0,-14 4 0 16,1 0-90-16,0 0-32 0,36-16 1 0,-37 16-14 0,0 0-20 0,0-1-16 15,0 0-7-15,0 0-8 16,8-36-63-16,-8 37-130 0,-1-1-64 0,-81-71 191 16,89 75-25-16,-23-11 788 15,4 1-216-15,-1-4-2 0,3 2-66 0,10 9-16 0,-1 0-6 16,0-1-10-16,0 0 2 0,0 1-42 0,-34-8-47 16,35 8-6-1,0 0-15-15,-1 1-38 0,-22 46 9 0,18-27-3 0,-2 8 5 16,0 0 3-16,-2 3 2 0,-1 4 8 0,0 3-5 15,0 1-3-15,1 4-7 0,2 1-10 0,4-1 3 0,2-2-23 16,1-8-11-16,2-1-1 0,2-8-3 16,0-4-3-16,3-5-17 0,4-6-5 0,0-3-13 0,6-2-97 15,2-4-152-15,2-4-73 0</inkml:trace>
  <inkml:trace contextRef="#ctx1" brushRef="#br1" timeOffset="46442.01">17310 2741 2138 0,'0'0'81'16,"0"0"-39"-16,0 0 62 0,0 0 96 0,-1-1-43 16,1 0 32-16,0 0-112 0,-12-41-1 0,12 42-18 15,0-1-11-15,7-44-5 0,-7 45 1 0,0-1-1 16,2-34 3-16,-2 35-7 0,0-1 1 0,0 0-2 15,-12-43 4-15,12 44 0 0,0-1-2 0,-1 0 1 16,0 0 0-16,-33-36-5 0,34 37-1 16,-2 0-2-16,2 0-10 0,-36-2-14 0,36 2 1 15,-1 0-5-15,0 0-3 0,-46 28-10 0,47-28 5 0,-1 1-8 0,-31 44 7 0,19-24-8 16,-1 4 5-16,1 5-5 0,3 3 8 16,0 2-1-16,1 2-1 0,1-3 0 15,2-1 1-15,3 1 3 0,1-5 0 16,3 1 0-16,1-8 1 0,4-4-8 0,2-1 2 0,-1-11-4 0,-7-6 3 15,1 0-3-15,0 0 1 16,47 12 0-16,-32-18 6 0,2-10 5 0,4-4-2 0,3-4 1 16,2-5-1-16,3-2-8 0,-1-5 5 0,2 0-5 15,-2-1 14-15,-4-1-4 0,1 0-3 0,-5 2-1 16,-2-3 1-16,-1 2 3 0,-1 1 4 0,-4-2-2 16,1 1-5-16,-2-1 5 0,-3-3-4 0,-3 3 6 15,0 2-1-15,-1 3-3 0,-3 4 4 0,1 1-3 16,-1 2 5-16,1 1 5 0,-3 6 2 0,0 4 0 15,0 15-5-15,0-1 17 0,0 0-5 0,0 0 10 16,0 0 2-16,-1 0 3 0,-16-37-4 0,17 38 1 16,0 0-24-16,0 0-9 0,-1 0-2 0,0 0-3 0,0 1-3 15,-30 45 3-15,25-26 1 16,2 6 1-16,-2 2 4 0,0 3-4 0,-1 7 1 0,0 2-2 0,1 4 8 16,1 4-3-16,-2-1 1 15,1-1-1-15,-1 1 2 0,2-3 0 0,-1 5-1 0,1 0 0 16,1-2-1-16,1 0 3 0,0-4-1 0,2-4 1 15,1-2 0-15,1-7-6 0,0-3 3 0,2-5-11 16,0-4-54-16,-3-18-48 0,0 1-19 0,0 0-8 16,1 0-58-16,-1 0-53 0,2 0-13 0,39 15-27 15,-29-32-168-15</inkml:trace>
  <inkml:trace contextRef="#ctx1" brushRef="#br1" timeOffset="46645.89">17759 2576 2207 0,'0'0'16'0,"-1"0"137"0,0 1-39 16,0 0 68-16,-37 40-76 0,30-23-10 0,-2 4 0 0,1 2-2 15,1 3-10-15,0 1-25 0,0 1-1 0,2 1-9 16,1 0-14-16,1 2-20 0,-2 1 0 0,2-4-5 16,0-1 3-16,0-3-2 0,3-3-2 0,0-6 0 15,1-15-4-15,0 0-33 0,0 0-12 0,0 0-15 16,0 0-93-16,0 0-26 0,0 0-8 0,0-1-11 15,8 1-84-15,0-20-389 0</inkml:trace>
  <inkml:trace contextRef="#ctx1" brushRef="#br1" timeOffset="46796.57">17852 2371 2269 0,'0'0'3'15,"0"0"103"-15,0 1-22 16,-1 1 49-16,-18 35-46 0,19-37-46 0,0 1-7 0,0 0-11 15,-12 39-15-15,12-40-1 0,0 0-4 0,0 1-6 16,0 0-88-16,0 0-106 0,0 0-20 0,0 0-35 16,0 0-146-16</inkml:trace>
  <inkml:trace contextRef="#ctx1" brushRef="#br1" timeOffset="47243.75">17892 2761 1249 0,'0'0'206'0,"0"1"-89"0,0 0 69 0,-1 44-78 16,1-45 152-16,0 1-104 0,0 0 4 0,16 39-44 16,-16-40-40-16,1 0-30 0,0 0 0 0,36 15-13 15,-37-15-8-15,1 0 10 0,46-8-7 0,-30 0 7 16,2-2-14-16,0-2 7 0,-1-2 2 0,0-1 0 16,-1 1 5-16,0-1-9 0,0 0 3 0,-1 1-5 15,0 2-1-15,0-3 9 0,-3 3-1 16,-1 0 4-16,-12 12 6 0,0-1-4 0,1 0 4 0,20-38-3 15,-21 39-1-15,0-1-5 0,0 0 2 0,0 0-1 16,-13-39 7-16,13 40 6 0,-1 0-4 0,-37-23 6 16,38 23-2-16,-1 0-23 0,-41-6 1 0,41 6-10 15,-35 7-15-15,14 0-1 0,2 3 2 0,-2 0-2 0,-1 2-3 16,5 5 3-16,-6 1-5 16,3 2 3-16,2 0 0 0,1 2-6 0,1 0 6 15,3 4-6-15,0-1 8 0,3 2 6 0,2 0-3 16,2 0 4-16,3 0-4 0,3 1 1 0,2-3 1 0,4-2 0 15,2-1 4-15,3-2-9 0,2-3 3 0,-1-2-4 16,3-2 5-16,2-7-5 0,1 1-2 0,0-5-1 16,1 0 4-16,1-1-5 0,-2 0 8 0,1-2-5 15,0 1 6-15,-2-2-5 0,0 0 1 0,-3 0-1 16,2 1 13-16,-3 1-11 0,0-1 1 0,-12 1-6 16,1 0-3-16,0 0-93 0,0 0-3 0,40-9-40 15,-41 9-79-15,1 0-84 0,0 0-18 0,0 0-54 16,41-18-372-16</inkml:trace>
  <inkml:trace contextRef="#ctx1" brushRef="#br1" timeOffset="55687.76">18709 1841 1140 0,'0'0'377'15,"0"0"-172"-15,0 0 211 0,0 0-301 0,0 0 6 0,0 1 42 0,0 0-69 16,29 37 0-16,-14-27-24 0,3 4 4 0,-12-6-6 15,14 12-3-15,0-1-1 0,3 4-9 0,-2-1-3 16,2 3-2-16,-2 1-1 16,0 1-8-16,-4 2-5 0,0 1 6 0,-1 6-7 15,-2 2 6-15,-2 3-10 0,-4 4 0 0,0 0-4 0,-1 2-6 16,-3 0-1-16,-3-2 0 0,-1-2-1 0,0-1-9 0,-1 3 1 16,-1 1-5-16,-5 3 5 0,-1 2 2 0,-3-4-4 15,-3-3 1 1,0-2-2-16,-1-4-2 0,2-6-2 0,-2-2 3 0,0-4-2 0,0-5-1 0,1-2 0 15,-1-4-4-15,2-2-1 16,1-4-47-16,4 1-77 0,8-11-14 0,0 0-25 16,-1 0-76-16,0 0-105 0,0 0-14 0,1 0-75 15,0-1-479-15</inkml:trace>
  <inkml:trace contextRef="#ctx1" brushRef="#br1" timeOffset="56308.51">19769 1715 8 0,'-12'-8'816'0,"2"2"-350"0,10 6 438 16,-1 0-753-1,-1 0 17-15,2 0 40 0,-1 0-74 0,0 0-9 0,0 0-32 16,0 0-69-16,-36-13 16 0,37 13-10 0,0 0 12 16,3 41-7-16,-2-12 12 0,1 7 2 0,-2 10 4 15,0 4 10-15,-3 5-1 0,0 2-7 16,-1-1 1-16,-2 8-21 0,-3 4 1 0,2 8-1 0,-3 8-1 16,1-3-12-16,-1-3-4 0,0-1 3 0,0 2-2 15,2-1 2-15,1 5-11 0,-1-4-1 0,3-10-3 16,-2-10-2-16,1-7 1 0,3-1-3 0,-1-5 2 0,4 2-4 15,-5-11 0-15,3-8 0 0,0-6-2 16,0-4-24-16,2-19-52 0,0 1-5 0,0 0-23 16,0 0-75-16,0-1-59 0,0 0-4 0,6-28-18 15,-4 0-17-15,4-11-87 0,-1-8-20 0</inkml:trace>
  <inkml:trace contextRef="#ctx1" brushRef="#br1" timeOffset="56620.81">19684 1874 1126 0,'-9'-21'627'0,"-1"2"-370"0,1 4-58 0,0 0-52 16,1 2 72-16,0 0-42 0,8 13 0 0,0 0-24 15,0-1-58-15,0 0-22 0,-1 0-7 0,0 0-7 0,1 0-37 16,0 0-16-16,0 0 2 0,0 1-6 0,1-1 0 0,38-33-5 16,-19 32 2-16,8 4-5 15,3-1 3-15,1 2 3 0,3 4-2 0,0-2 1 16,-2 4-1-16,-1 1 6 0,0 1-2 0,-7 2 4 15,0 2-3-15,-6 0 19 0,-3 1 0 0,-2 3 9 16,-4 2 14-16,-3 2 2 0,-3 2-2 0,-2 3 1 16,-3 3-13-16,-4 1-9 0,-3 0-2 0,-6 1-3 15,-1 0-6-15,-5 8-5 0,-3 4 5 0,-3 2-6 0,-2 1 5 0,-4-3 0 16,-2-1-3-16,1-6 2 0,-2-1-6 16,-1-5-13-16,1-4-13 0,0-5-5 15,5-5-81-15,5 0-95 0,7-8-6 0,5 1-39 16,13-11-114-16,0 0-265 0</inkml:trace>
  <inkml:trace contextRef="#ctx1" brushRef="#br1" timeOffset="56962">20625 1722 1597 0,'0'0'398'0,"0"-1"-220"0,0 0-16 0,-1 0-24 15,0 0 149-15,0 0-110 0,-36-31 2 0,37 32-42 0,-1 0-35 16,0 0-35-16,-47 20-2 0,48-20-12 0,-25 23-16 16,10-3-8-16,-2 3-2 0,-3 7-2 0,-1 4-10 0,-2 6-3 15,-3 3 2-15,-1 5-3 0,1 4 0 16,-2 4-6-16,0 4 4 0,1 10-4 0,2 4-1 0,4 8 0 15,3-1-5-15,5-5 2 0,3-2 0 0,6-2-4 16,4 0 3-16,4 1-3 16,3-6 2-16,6-10-15 0,2-9 6 0,3-9-10 15,3-5-2-15,2-10-10 0,1 0-2 0,2-4-3 16,0-5-12-16,1-3-77 0,-1-4-33 0,-1-8-27 16,0-5-213-16,3-5 938 0</inkml:trace>
  <inkml:trace contextRef="#ctx1" brushRef="#br1" timeOffset="57672.08">21087 2350 1067 0,'0'0'298'0,"0"-1"-129"0,0 0 180 16,0 0-85-16,-7-41-51 0,7 42 39 0,0-1-134 15,0 0-3-15,3-36-17 0,-3 37 23 0,-1-1-31 16,-16-47 9-16,17 48-18 0,0-1 6 0,-12-43-3 16,12 44-3-16,-1-1-2 0,0 0-18 0,-38-33-13 15,39 34-5-15,-1 0-2 0,-39-14-22 0,39 14-10 0,-35 0 4 0,18 7-6 16,-2 2-3-16,-1 6-7 15,1 4 1-15,-1 7-5 0,0 2 1 0,3 5-4 16,1 2 3-16,3 3-2 0,3-1 0 0,3-1 3 16,2-1 0-16,4-6 3 0,2-4-5 0,3-6 0 0,3-3-8 15,2-6 5-15,1 1-20 0,4-6-10 16,2-4 2-16,4-1-4 0,1-4 3 0,3-7 16 0,0-3 2 0,0-6 6 16,1-1 16-16,-3-4-1 0,0 1 2 0,-2-2-3 15,-1 2-1-15,-4 1 4 0,0 1-3 0,-6 4 4 16,0 2 6-16,-3 1 7 15,-1 3-2-15,-4 12 5 0,0-1 17 0,0 0 1 16,0 0-1-16,0 1-3 0,0-1-16 0,0 0-11 16,0 1 1-16,-1 0-5 0,0 0-1 0,0 1-1 15,-20 33 0-15,20-9 1 0,-3 2-1 0,2 5 4 0,-1 5-2 0,1 1 3 16,0 3 1-16,0 2-4 0,-2 4 4 0,-2 3-4 16,-1 4 6-16,-2 7-1 15,1 1 0-15,0-1 0 0,-3-3 4 0,-1-7-7 0,-3-8 6 0,3-4-5 16,1-3 6-16,0-3-6 0,0-3 2 0,0-7-3 15,0-3 4-15,3-7-42 16,8-13-11-16,-1 0-19 0,0 0-89 0,0 0-75 16,0 0-14-16,-33-18-28 0,33-5-105 0,2-10-196 15</inkml:trace>
  <inkml:trace contextRef="#ctx1" brushRef="#br1" timeOffset="58041.16">21204 2460 1410 0,'0'0'111'0,"0"0"357"15,0 1-449-15,0 35 179 0,0-36-47 0,0 1 79 16,0 0-144-16,13 42-3 0,-13-43-13 0,0 0 6 16,0 1-40-16,1 0-6 0,1 0-3 15,39 15 0-15,-41-16 5 0,1 0-19 0,37-16 5 16,-38 16-11-16,1-1-2 0,35-27-1 0,-36 28-1 16,1-1 2-16,-1 0-4 0,41-36 8 0,-41 37-5 0,0-1 5 15,1 0-7-15,17-42 19 16,-18 43 5-16,0-1 5 0,0 0 20 0,-12-40-11 15,12 41-3-15,-1-1-3 0,0 0-12 0,-41-32 9 16,42 33-6-16,-1 0 5 0,-45-2-17 0,27 9-12 16,2 2 2-16,-4 2-5 0,0 1 4 0,2 3-5 15,0 0 2-15,0 4-4 0,4-2-4 0,0 3-1 16,2 2-2-16,4 2 2 0,1 2 6 0,4-3 0 16,3 4 2-16,-1-9-3 0,2 4-4 0,2-3 4 0,1-3-6 0,5 2 5 15,4-1-13-15,1-3-6 0,1-3 3 0,2-3-3 16,1-4 3-16,2-3-9 15,-2-1-37-15,1-5 6 0,2-2-140 0,0-6-69 16,1-3 7-16,2-2-37 0,-1-3-65 0</inkml:trace>
  <inkml:trace contextRef="#ctx1" brushRef="#br1" timeOffset="58254.55">21435 2455 1672 0,'0'0'78'0,"0"0"80"0,-1 0 0 0,0 0 29 15,0 0-6-15,0 0-3 0,0 0-100 0,1 0-6 16,0 0-6-16,0 0-2 0,0 0-31 0,0 0-8 16,1 0-2-16,39 13-1 0,-40-13 0 0,1 0-3 15,46-7-6-15,-26 5 0 0,0-2-13 0,4 1 0 16,-1-2 0-16,1-1 0 0,0 0-7 0,-1 0-1 0,-1 0 4 16,-2 1-3-16,0-1 7 0,-3 1-12 0,-2 0-3 15,-1 0-14-15,-2 0-126 0,-13 5-49 16,1 0-26-16,0 0 7 0,0 0-2 0,0-1-125 15</inkml:trace>
  <inkml:trace contextRef="#ctx1" brushRef="#br1" timeOffset="58470.9">21734 2204 752 0,'-16'-6'113'0,"5"-2"237"0,-1-2 70 16,3-2-201-16,-1 2-1 0,10 10-21 0,0 0-7 16,-1 0-12-16,0-1-64 0,0 1-29 0,0 0-3 0,0 0-13 15,0 0-39-15,-36-1 4 0,33 17 2 0,-3 8 2 16,-1 1 3-16,-1 8-10 0,-2 2-2 0,0 6 0 15,0 3 13-15,-2 0 0 0,2-1 5 0,3 0-4 16,-1-3 1-16,5-6-26 0,2 1 0 0,4-6-11 16,1-1-15-16,4-5-11 15,2-3 0-15,1-4-6 0,4-5-10 0,1-3 1 0,-2-3-10 0,4-4 6 16,0-2-11-16,1-3-17 0,-1-5-31 0,2-3-9 16,1-2-215-16,1-2-167 15</inkml:trace>
  <inkml:trace contextRef="#ctx1" brushRef="#br1" timeOffset="59056.52">22778 1908 1589 0,'0'0'86'0,"0"0"88"0,0 0 18 0,0-1 32 0,0 0-4 15,-1 1-2-15,0 0-100 0,0 0 5 0,-35-10-9 16,36 10 5-16,-1 0-37 0,0 1-11 0,-36 29-3 16,37-30-3-16,-25 26-19 0,11-9-12 0,-3 4-5 15,-1 2-1-15,0 2-11 0,-2 6-5 0,1-3 3 0,2 6-4 16,-3 3-3-16,2 5 3 0,2 6-4 15,-3 2 4-15,4 5-6 0,1 0-3 16,3 0 1-16,2-4-2 0,2-4-2 0,4-7 0 16,1-2 1-16,3-4-1 0,1-3-3 0,3-8-4 0,2-2-2 15,2-8 0-15,2-1-2 0,5-7-8 16,-1-3 6-16,3-5-5 0,4-4 8 0,5-7 2 16,1-4 1-16,2-5 0 0,-2-5 8 0,-1 3 4 15,-5-3-1-15,-2 7 2 0,-4 3 3 0,-5 1-2 16,-4 1 10-16,-4-1-5 0,-2 1 19 0,-4 1 3 15,3 15 1-15,0-1 1 0,-1 0 2 0,-35-29-23 16,36 30-3-16,-1 0-8 0,-48-4-22 0,26 9-15 16,0 2-8-16,-1-2-5 0,2 1-52 0,0-2-97 0,2-1-10 15,5 1-42-15,15-4-139 0</inkml:trace>
  <inkml:trace contextRef="#ctx1" brushRef="#br1" timeOffset="59622.84">23442 1340 1850 0,'0'0'117'15,"0"-1"322"-15,0 0-406 0,0 0 148 16,0 0-32-16,0 0 62 0,0 1-107 0,0 0-12 0,0 0-5 16,0 0 1-16,0 0-8 0,0 1-10 0,-10 43-5 15,9-21-1-15,-1 3-18 0,1 2 0 0,-1 5 3 16,-1 1-2-16,1 4-6 0,0 1-4 0,0 3-1 16,-1 6-1-16,0 3-5 0,-1 11-1 15,1 2-4-15,1 7 0 0,1-1-13 0,-2 1-9 16,-3 4 1-16,0 2-4 0,0 8 0 0,1 2 0 0,1-5 0 0,0-8 0 15,1-2 0-15,-2-3 0 16,1 1 0-16,1-3 0 0,2-2 0 0,1-2 0 16,3-6 0-16,-1-1 0 0,0 1 0 0,-1 0 0 15,0 2 0-15,1-3 0 0,1-1 0 0,-2-2 0 16,2-3 0-16,-1-7 0 0,0-6 0 0,2-5 0 0,-2-1 0 16,2-3 0-16,-3-3 0 0,0-3 0 0,2-5 0 0,-3-17-3 15,0 1-37-15,0 0-153 0,0 0-37 0,0 0-62 16,0 0-321-16</inkml:trace>
  <inkml:trace contextRef="#ctx1" brushRef="#br1" timeOffset="60287.34">23916 2315 787 0,'0'0'289'16,"0"0"133"-16,0 0 47 0,-1 0-263 0,0 0-9 0,0 0-46 16,0 1 12-1,-34 29-55-15,35-30-34 0,-22 29 5 0,20-6-1 16,2 5 2-16,-1 0-13 0,-2 3-12 0,-3-1-3 16,4 2-3-16,-2-4-8 0,-1-1-24 0,2-4 7 0,-1 0-12 15,1 2-1-15,1-4 0 0,0 1-9 0,1-5 6 0,-1-2-5 16,2-15-3-16,0 1 5 0,0 0-5 15,0 0-6-15,0 0-66 0,0 0-3 0,-1-1-28 16,0 0-67-16,0 0-41 0,0 0-7 0,-20-32-24 16,21 10-148-16</inkml:trace>
  <inkml:trace contextRef="#ctx1" brushRef="#br1" timeOffset="60487.01">23860 2007 1620 0,'0'0'324'0,"0"0"-210"0,0 0-28 0,0 1-9 16,0 0 156-16,0 0-102 0,0 0 6 0,16 37-42 0,-16-38-13 16,0 1-22-16,0 0 0 0,17 40-10 0,-17-41-29 0,0 0-10 15,0 1-2-15,1 0-2 0,0 0-9 0,0 0 2 16,0 0-3 0,38 36 2-16,-39-37-6 0,0 0-43 0,1 0-27 0,0 0-16 15,35 2-166-15,-36-2-145 0,1 0-93 0</inkml:trace>
  <inkml:trace contextRef="#ctx1" brushRef="#br1" timeOffset="61300.53">23940 1911 1680 0,'-6'-10'48'0,"6"10"115"16,0-1-17-16,0 0 54 15,-1 0-15-15,0 0-63 0,0 0-5 0,0 0-21 0,0 0-31 16,0 1-14-16,1 0 0 0,-2 1-4 0,-23 39-2 16,25-13-13-16,0 3 6 0,-1 2-7 15,1 1 14-15,-2 3-9 0,1 2 2 0,-1 1-4 16,-2 8 0-16,-1 0-8 0,-4 6-2 15,1 4-2-15,0-1 3 0,-2 1-5 0,3-6 2 0,-2-2-3 16,1 1-2-16,0-5-9 0,2 2 1 0,0-6-4 16,3-5-1-16,0-6 3 0,2-7 0 0,1-3 0 15,0-20-4-15,0 1-18 0,0 0 2 0,0 0-7 16,0 0 12-16,0 0-10 0,0-1 4 0,1 0-6 0,22-24 6 16,-20 2 5-16,4-4 4 0,-2-3-1 0,0-4 2 15,2-1 4-15,-5-6-2 16,4-1 4-16,-4-2 0 0,0-4 0 0,3-3-2 15,-4-5 1-15,2-4 0 0,1-3-2 0,3 4 3 0,0 5-2 16,1 5 3-16,-2 10-4 0,-1 4 3 0,-1 8-2 16,0 4 19-16,1 3-4 0,-4 5 10 0,-1 14-5 15,0-1 29-15,0 1-14 0,0-2-6 0,0 1-4 16,0 0-27-16,0 1-3 0,0 0-1 0,0 1 1 16,-7 34 5-16,2-8 0 0,0 3 3 0,1 7-2 15,2 9 5-15,-3 5 4 0,-3 7-3 0,2 7 3 16,-1 2-1-16,-1-2-6 0,2-1 3 0,1 0-4 15,0-2-1-15,2 0-1 0,0-2-1 0,1-8 1 16,2-4 6-16,0-9-40 0,3-6-38 0,1-7-14 16,1-2-210-16,1-9-213 0,3 0-102 0</inkml:trace>
  <inkml:trace contextRef="#ctx1" brushRef="#br1" timeOffset="61844.41">24378 2442 1532 0,'0'0'438'0,"-1"-1"-276"0,0 0-16 0,0 1-43 16,0-2 168-16,0 1-126 0,0 0 18 0,0 0-59 16,0 0-20-16,0 0-25 0,0 0-7 0,0 0-5 15,-36-12-14-15,37 13-11 0,0 1 4 0,-1 0-7 0,-30 35-6 16,31-36-7-16,-1 1 2 0,-26 35-4 0,27-36-4 0,-1 1 4 15,-29 38-2 1,19-23 3-16,0-1-6 0,-1-2-3 0,2 3 1 16,0-2 0-16,-1 0 4 0,1 3-1 0,1 0 0 0,1-1-1 15,1 1 2-15,3-2-1 0,1-1-3 0,3-14-2 0,0 1-12 16,0 0-13-16,4 34-3 0,-4-35-6 0,1 0-39 16,0 0 21-16,43 16-3 0,-25-13 14 0,1-2 34 0,1 1 12 15,-1-2 0 1,0-1 2-16,-1 0 1 0,0 1 6 0,-3 0-2 0,-16 0 3 15,1 0 8-15,0 0 6 0,38 9 4 0,-39-9 0 16,0 0 13-16,0 1-8 0,0 0 3 0,5 38-5 16,-5-39-1-16,0 1-1 0,-25 41-6 0,12-26 3 15,-3-1-14-15,-1 0-5 0,0 1-13 0,-1-3-3 16,1-1-68-16,0-6-60 0,1-2-9 0,1-4-27 16,0-3-115-16,15 3-114 0,-1 0-92 0</inkml:trace>
  <inkml:trace contextRef="#ctx1" brushRef="#br1" timeOffset="62230">24388 2673 1302 0,'0'0'213'0,"0"0"-95"0,1 0 90 0,0 0-117 15,37 2 182-15,-38-2-125 0,1 0 18 0,0 0-56 0,46 4 7 16,-47-4-37-16,1 0-1 0,43 7-17 16,-43-7-38-16,0 0-8 0,46 3-1 0,-47-3-2 0,1 0-5 15,46 2-4-15,-47-2 0 16,1 0-1-16,40 7 3 0,-41-7-7 0,1 0 1 0,0 0-2 0,34-4 6 15,-35 4-39-15,0 0-3 16,1 0-19-16,0 0-43 0,0 0-9 0,0 0-7 16,1 0 0-16,-2-1-32 0,1 0 6 0,0 0-2 0,31-40 2 15,-32 41-25-15,0-1 74 0,0 0-6 0,-8-47 38 16,1 29 58-16,1 0 25 0,-1-1 11 0,-1 1 9 16,2 1 68-16,-1 4 38 0,-1 1 3 0,8 13 11 15,-1-1 21-15,0 0-26 0,-35-20-16 0,36 21-10 16,-1 0-92-16,-35 15-10 0,22-3-2 0,1 6-3 0,-2 1-11 15,-1 6 1-15,3 3 1 0,-2 3 2 0,3 3 22 16,0 2 3-16,0 2 3 16,6 4-1-16,-1 2-2 0,3-1 2 0,3-3-10 0,3-2 4 15,1-5-31-15,7-4-24 0,0-5 2 0,3-7-12 16,3-2-10-16,1-6 5 0,2-1-7 0,0-5 2 16,0-3-48-16,3-4-147 0,0-7-30 0,2-3-62 15,3-2-305-15</inkml:trace>
  <inkml:trace contextRef="#ctx1" brushRef="#br1" timeOffset="62957.37">25635 2687 1481 0,'0'0'271'0,"0"0"-136"0,0-1-10 0,0 0-10 0,-12-35 92 16,12 36-99-16,0-1 1 0,0 0-31 15,9-43 2-15,-9 44-25 0,0-1 6 0,8-37-11 16,-8 37 17-16,0 0 3 0,0-38-2 0,0 39 2 16,0-1-8-16,0 0 1 0,-20-39-1 0,20 40 0 15,-1 0-5-15,0 0-33 0,-35-12 4 0,36 12-15 16,0 0-11-16,-41 24-3 0,25-12-6 0,-2 4 2 0,0 2-9 16,1-1 10-16,0 3-2 0,2 4 3 0,3 1-6 0,2 7 2 15,-1-2 2-15,1 5 0 0,2-2 6 0,1-1-1 16,2-1 0-1,3-6-3-15,3 0-4 0,4-6 1 0,0-2-7 16,-5-17 3-16,0 1-20 0,1 0 22 0,0 0-1 0,43 27 8 16,-44-28-11-16,33-15 5 0,-15-1-4 0,5-4 5 15,2-5-6-15,1-4 6 0,3-5-3 0,-1-3 5 16,1-4 2-16,-1-3-2 0,-1 2 4 0,-3 1-2 16,-1 3 8-16,-7-5-4 0,-2 0 1 0,-2-3-2 15,-2-3 2-15,-2 3 2 0,0-2-2 0,-2 3 2 16,-3 2-5-16,2 6 8 0,-2 3-3 0,0 5 5 15,-2 3-3-15,0 2 4 0,-2 3-1 0,1 4 5 16,-1 3 14-16,1 14 4 0,0-1 1 0,0 0 0 16,0 0 0-16,0 0-9 0,0 0 3 0,0 0-6 15,0 0-8-15,-1 0-14 0,0 0 0 0,0 1-4 16,-24 11 2-16,21 10 2 0,-2 4-1 0,-2 3 2 16,0 0 3-16,-1 4-4 0,0 4 3 0,-2 6-3 0,-1 7 8 0,0 6-2 15,0 4 1 1,-2 0-3-16,3-1 5 0,-1-4-5 0,1 1 2 0,1 1-5 15,2 1-3-15,2 1 7 0,1-5-5 0,3-5 6 16,2-3 0-16,1-8-11 0,5-5 6 0,1-5-8 16,0-4 5-16,3-8-2 0,0-2-6 0,-10-13-4 15,1 0-77-15,0 1-63 0,38 16-5 0,-39-17-20 16,1 0-44-16,0 0-72 0,43-21-32 0,-32 5-33 16,2-4-313-16</inkml:trace>
  <inkml:trace contextRef="#ctx1" brushRef="#br1" timeOffset="63166.88">26033 2568 1949 0,'0'0'23'0,"-1"0"135"0,0 0-36 0,0 1 68 0,0 1-62 16,-30 35-12-16,31-37-11 0,-5 31 1 0,2-12-26 16,0 4-16-16,-1 3 1 0,1 2-4 0,0 3 4 15,-1 0-28-15,-1 2 2 0,0-1-13 0,-1 2-8 16,1-7-9-16,0 0 0 15,2-7-3-15,-1-4-6 0,4-16-3 0,0 1-16 0,0 0 0 16,0 0-103-16,0 0-75 0,0 0-26 0,0 0-16 16,0-1-88-16,0-16-324 0</inkml:trace>
  <inkml:trace contextRef="#ctx1" brushRef="#br1" timeOffset="63353.57">26024 2409 1965 0,'0'0'33'16,"0"0"90"-16,0 0-16 0,0 0 49 16,0 1-8-16,0 0-42 0,0 0-14 0,1 0-8 15,0 0-53-15,0 0-15 0,36 26-8 0,-37-27 0 0,0 0-8 16,1 0-4-16,0 0 4 0,0 0-6 0,37 5-12 16,-38-5-119-16,0 0-2 0,1 0-48 0,0 0-68 15,0 0-144-15</inkml:trace>
  <inkml:trace contextRef="#ctx1" brushRef="#br1" timeOffset="63769.72">26196 2711 1551 0,'-3'15'98'0,"2"-1"288"15,0 2-337-15,2-1 125 0,1-3-37 0,-2-12 51 0,0 1-135 16,1 0 3-16,0 0-11 0,0-1 5 0,39 31-42 15,-40-31-1-15,2 0 2 0,38-24-1 16,-25 11 9-16,3-5-4 0,-1-2 0 0,-3 1-2 16,2-1 2-16,0-2 6 0,-2 4 2 0,0-1 4 15,1 2 27-15,-5 4-15 0,1 0 6 0,-2 2-8 16,-1-2 17-16,-4-1-5 0,-1 3 3 0,-3-4-3 16,-1 2 6-16,-2-2-12 0,-2 3 7 0,-2 0-9 0,7 12 3 15,-1-1-3-15,0 0 2 16,-39-26-2-16,40 27-3 0,-1 0-10 0,-44-5-8 0,44 5 2 15,1 0-13-15,-47 20-7 0,28-11 4 0,0 5-5 16,2 2-1-16,-2 3-4 0,3 2 5 0,3 0-3 16,-1 1 7-16,3 2 3 0,2 3-6 0,2 3 3 15,3 2-10-15,4 1 3 0,2 1 1 0,4-2 0 16,2-2-9-16,3-2 1 0,2 0 3 0,0-5-1 16,1-1-2-16,1-3 0 0,0-1-7 0,-1-3 6 0,1-2 2 15,0-5-2-15,-2-4 2 0,2-2-3 0,-1-1-4 16,1 3-5-16,4-2 0 0,-1 0-2 0,4-4-2 0,0-4-112 15,0-6-15 1,1-1-48-16,0-1-166 0,2-3-195 0</inkml:trace>
  <inkml:trace contextRef="#ctx1" brushRef="#br1" timeOffset="64393.47">26867 1618 1666 0,'0'0'84'15,"0"0"49"-15,-1 0 46 0,0-1 34 0,0 0-11 0,0 0 6 16,0 0-78-16,0 0-29 0,0 0-5 0,0 0-12 15,0 0-39-15,0 1-8 0,1 0 3 0,0 0-6 16,0 0-6-16,1 0-12 0,0 0 1 0,41 14-3 16,-42-14 0-16,1 1 3 0,37 30-4 0,-28-12 5 15,2 6 9-15,-3-2-3 0,1 8 5 0,-1 2-4 16,0 0-2-16,-1 4 8 0,0-1-3 16,-2 2 6-16,1 0 1 0,0-5-5 0,0 3 2 15,-1-4-4-15,0-1-8 0,1 2-2 0,-2-2-4 0,0 3 2 16,-1 0 5-16,-1 1-2 0,0 2 4 0,-2-2-4 15,0 1-1-15,0-1-4 0,-1-1-3 0,-1-3 2 16,0 0-4-16,0-3-3 0,0 2 4 0,1-2-5 16,-1-3 1-16,1 10-1 0,0-6 1 0,0 4-1 15,1 0 3-15,-1-2-3 0,-2 1 2 0,-1 1-1 16,-2 1 4-16,-2 0 6 0,-2-1-5 0,-4-2 5 16,-3 3-4-16,-3-3-9 0,-2 1 5 0,-4 2-8 15,-2-3 0-15,-2 7 0 0,-1-3 0 0,2-1 0 0,-1 1 0 16,2-4 0-16,1-3-12 15,-2-4-4-15,0-4-113 0,-5-7-184 0,6-3-24 16</inkml:trace>
  <inkml:trace contextRef="#ctx1" brushRef="#br1" timeOffset="65586.13">11215 5390 17 0,'-19'5'560'15,"1"2"-215"-15,3-2 294 0,1-2-444 0,14-3-21 16,-1 0 1-16,0 0 1 0,-39 15-16 0,40-15 17 16,-1 0-39-16,-43 2-28 0,44-2 4 0,-1 0-13 15,0 0-8-15,0 0-20 0,0 0-3 0,0 0-8 0,0 0-26 16,0 0-22-16,0 0 0 0,0 0-6 0,1 0 12 0,9 13-9 16,12-11 4-16,8 5-6 0,5-3 4 0,3-2 0 15,4 4 6 1,-1-2-4-16,1-1 6 0,-1 1-11 0,3-3 4 0,4 2-6 15,0 0 5-15,2 0-9 0,-3 5 2 0,-2-5-2 16,-6 3-1-16,-3-4 2 0,-2 1-4 0,-5-1 4 16,0 4-4-16,-5-5 5 0,-5-1-6 0,0 3 5 15,-4-3-5-15,0 5-29 0,3-3-18 0,-17-2-12 16,1 0-111-16,0 0-46 0,0 0-9 0,37-1-18 16,-38 1-75-16,0 0-226 0</inkml:trace>
  <inkml:trace contextRef="#ctx1" brushRef="#br1" timeOffset="65762.8">11596 5019 2333 0,'-16'-8'79'0,"3"1"7"0,13 7-12 15,-1 0-8-15,0 0 14 0,-37 25-11 0,28-9 24 16,1 12-36-16,-1 2 8 0,1 11-18 0,3 4 8 0,-1 3 1 16,1 4 3-16,0 0-2 0,-1 1-10 0,-1 3-16 15,-1 6-4-15,3 6-4 0,-5 3-15 0,4 0-7 16,-2-7 3-1,2-4-13-15,7-6-103 0,2-2-272 0,4 3-49 0</inkml:trace>
  <inkml:trace contextRef="#ctx1" brushRef="#br1" timeOffset="66777.48">13545 4599 1333 0,'0'0'276'0,"0"0"-126"0,0 0 150 15,0 0-241-15,-1 2 19 0,-16 38 30 0,16-19 15 16,-1 7-7-16,1 7 0 0,-1 7-38 0,0 12 0 16,1 5-1-16,-2 6 1 0,1 4-4 0,-15 1-18 15,12 11 1-15,1 9-8 0,-1 2-20 0,-2 4 3 16,0 3 0-16,1 4 2 0,-1 2-1 0,1-8-8 16,-1-1-5-16,0-9-1 0,2-5-11 0,-2-6 3 15,0-7-1-15,1-9 2 0,0-8-2 0,0-7-4 16,2-2-2-16,0-5 0 0,0-4-4 0,-2-7-47 15,2-6-9-15,-2-6-23 0,6-15-86 0,0 1-80 16,0-1-14-16,0 0-34 0,0 0-155 0</inkml:trace>
  <inkml:trace contextRef="#ctx1" brushRef="#br1" timeOffset="67131.28">13363 4621 2478 0,'-12'-5'177'0,"12"5"-132"0,-1 0-30 16,0 0-12-16,0 0 31 0,0 0 8 0,0 0 14 15,0 0-7-15,0 0 18 0,1 0-41 0,0 0 0 16,0 0-15-16,20 18-6 0,1-10 4 0,4-1 1 16,5 3 0-16,2-1 6 0,4-1 1 0,2 1 2 15,3 1-1-15,-1-2 1 0,-3 3 7 0,-1-1-1 0,-3 1 4 16,1 1 11-16,-3 1 5 15,-1 1-4-15,0 2 5 0,-5 2 5 0,-6 0 1 0,-2 1 3 16,-7 2-3-16,-3-1-8 0,-4 4-3 0,-3 1-1 0,-7 3-2 16,-3 1-10-16,-8 6-3 0,-3 1-2 0,-5 3 0 15,-5 5-8-15,0-1 6 0,-3 1-4 16,-1 0 4-16,-3 1-10 0,-6-5-1 0,-4-2-1 16,-6-4 0-16,0 0-2 0,0-1-35 0,2-4-5 0,6-4-20 15,6-5-80-15,6-6-134 0,6-1-27 16,2-6-65-16,6-3-347 0</inkml:trace>
  <inkml:trace contextRef="#ctx1" brushRef="#br1" timeOffset="67740.77">14751 4580 255 0,'-8'-2'1201'16,"-4"3"-352"-16,0 1-726 0,-3 2 6 0,0 5 29 0,-3 2-23 16,0 3-9-16,-2 4-7 0,1 1-61 0,-13-2-22 0,11 13-1 15,1 5-5-15,-2 5 0 0,-3 6 1 16,0 4 0-16,1 1 0 0,-2 7 4 0,1 7 2 0,1 6 7 15,-1 13-2-15,3-2 4 0,1 0-5 16,2 0-8-16,6 3 3 0,3 2-14 0,4 2-12 16,4-5 3-16,3-8-7 0,3-4-6 0,3-8-1 15,2-1-1-15,4-3 0 0,4-6 0 0,1-9-5 16,5-3-2-16,3-7 0 0,-2-5-9 0,3-9-17 0,-2 1-22 16,1-12-7-16,1-1-152 0,0-4-143 15,1-4-24-15</inkml:trace>
  <inkml:trace contextRef="#ctx1" brushRef="#br1" timeOffset="69252.25">14897 5241 1302 0,'0'0'126'0,"0"0"51"0,-1 0 36 0,1 0-71 16,-36 3 17-16,36-3 18 0,0 0-9 0,0 0-2 16,0 0-43-16,-1 0-30 0,0 0-6 0,0 0-10 15,-34-1-35-15,35 1 6 16,0 0 3-16,0 0-1 0,0 0-5 0,1 0-6 16,0 0-4-16,43 13 1 0,-44-13-3 0,1 0-2 15,46 11-2-15,-26-7 0 0,0 1-4 0,2 1 4 16,1 1-1-16,-2-1 0 0,0 1-11 0,-2 1 6 15,-1 2-2-15,-3 0 3 0,0 2 1 0,-5 1-2 16,0 0 0-16,-2 1 0 0,-4 1 5 0,-2 1-7 0,-3 2 5 16,-5 0-6-16,-2 2-1 0,-6 5-5 0,-2 5 0 0,-5 3-1 15,-3 3 1-15,-2-2-2 16,-4 1-3-16,1 0 2 0,-2 0-4 0,-2 0-3 16,0-1 4-16,-1-3-4 0,-2-1-2 0,5-2 3 0,3-1-4 0,3-2 3 15,5-2 1-15,4-3-4 0,0-1 1 0,6 0-2 16,2-1 0-16,3-2 1 0,4-16-3 15,0 1 1-15,0 0-14 0,0 0 2 0,8 38 0 0,-8-39 0 16,1 0 1-16,41 4 7 16,-21-6-2-16,4-3 4 0,3-1 5 0,5-1 1 0,1 1-1 0,-1-4 0 15,1 2-2-15,-3 0-5 16,1-3 4-16,-4 2-4 0,0 0 11 0,-5 1-7 16,-2 5 2-16,-3-1-3 0,-2 1 3 0,-4 3-6 0,-12 0-4 15,1 0-12-15,0 0-117 0,39-4-131 0,-40 4-24 16,1 0-40-16,0 0-133 0</inkml:trace>
  <inkml:trace contextRef="#ctx1" brushRef="#br1" timeOffset="70190.74">15505 5688 21 0,'0'0'816'0,"-1"0"-337"0,1 0 430 0,-2-1-753 0,-35-16-8 0,37 17 13 16,0 0-62-16,-1 0 2 16,-1 0-22-16,2 1-24 0,-47 27-13 0,40-10 0 15,1 3-2-15,-2 3 15 0,-3 1-16 0,2 2 5 0,0 0-10 16,-1 0 4-16,1-2-7 0,-2 0-2 15,-1-4-2-15,3-3-10 0,-2-5-8 0,1-1 5 16,10-12-6-16,0 1 5 0,-1 0-5 0,0 0-4 0,1 0-1 16,-1 0-20-16,0 0-6 0,0 0-5 0,0-1 0 0,1 0-15 15,0-1 10-15,8-34-4 0,6 15 7 16,2-2 4-16,-1-3 18 0,1-3-2 0,2 1 8 16,0-3-5-16,2 1 11 0,1 1 1 15,0 2 5-15,-1 3 5 0,0 3 9 0,-1 3-6 0,-3 5 6 16,-1 3-9-16,-15 9 11 0,0 0 0 15,1 0 5-15,0 0 11 0,37 1-9 0,-38-1-1 16,0 1-4-16,0 0-13 0,12 47 3 0,-12-26-4 0,-1-1 2 16,-2 2-11-16,1-1 1 0,0 0-1 15,0-2 1-15,-2-2-5 0,4-2 0 0,0 0-27 16,0-16 2-16,0 1-137 0,0 0-41 0,0 0 0 16,0 0-14-16,36 36-4 0,-36-37 17 0,1 0 8 0,46-8 9 15,-28 0 64-15,3 3 24 0,1-5 12 0,1 3 6 16,3-2 63-16,-1 1 11 0,1 2 3 0,-2-1 0 15,-1-1-1-15,-2 1 40 0,-1-3 6 0,-1 2 18 16,-1 0 49-16,-4-1 19 0,0 4 2 0,-3-2 6 16,-12 7 13-16,1 0-4 0,0-1-3 15,0 0 0-15,0 0-7 0,28-35-4 0,-29 36-4 0,0 0-3 16,0-1-35-16,0 0-12 0,-18-36-10 0,18 37 1 16,-2-1-26-16,1 0 3 0,-40-34-2 0,41 35 1 15,-1 0-16-15,-38-14-6 0,38 14 3 0,0 0-5 16,-45 0-8-16,45 0-5 0,-34 11-4 0,16-1 0 15,-2 3-8-15,2 5-2 0,-2 1 1 0,3 8 0 16,3-1 6-16,0 3-4 0,2 0 2 16,4-1-4-16,-1 0 2 0,6-2 0 0,3-3-1 0,1 1 0 15,2-2-2-15,4-5-1 0,0-1-2 0,-6-16 1 16,0 1-2-16,1 0-6 0,39 26 1 0,-39-27-3 16,35-4 2-16,-15-5-18 0,2-3 7 0,1-7-10 15,-1-2 7-15,3-2 16 0,0 1-6 0,1 0 9 16,-1-2 4-16,2-3 6 0,-3-4 6 0,-1-5-3 15,0-1-1-15,-4-3 2 0,0-1-4 0,-2 1 5 16,-4-3 3-16,-1-2 1 0,-3 0-2 0,0 1 2 16,-1 3 0-16,-3 2 6 0,-3 2 4 0,-2 1-1 15,-1 2 11-15,0 5 5 0,0 3-2 0,-3 8 4 16,3 18-1-16,0-1 0 0,0 0 2 0,0 0-2 16,-20-36-2-16,20 37-14 0,0 0-1 0,-1 0-5 15,0 1-9-15,-37 32 2 0,28-15-3 0,-1 8 3 16,0 3-4-16,-1 8 1 0,1-1-1 0,1 5 1 15,0 0-5-15,-1 3 8 0,1 7-4 0,0 3 6 16,0 2-8-16,3 2-2 0,1-4 4 16,1-5-3-16,3-2-8 0,3-8-185 0,2-5-23 15,5 0-80-15,1-3-274 0</inkml:trace>
  <inkml:trace contextRef="#ctx1" brushRef="#br1" timeOffset="70868.33">17093 5818 1433 0,'-11'-13'306'0,"2"0"-120"16,1-4 170-16,1 1-165 0,1-2-19 0,-1 1 20 0,1 1-60 16,2-1-3-16,0 2-11 0,-2 1-22 0,-10-4-9 15,11 4-7-15,-1 1-1 0,1 2-25 16,-4 1-4-16,0-1 2 0,-2 4-4 0,-1 1-9 0,-2-1-12 16,0 4 0-16,0 3-4 0,-1 1-8 15,-1 4-8-15,1 2-3 0,-2 2 0 0,0 4-4 0,-1 2-6 16,1 6-2-16,1 5-2 0,0 2 0 0,0 4 3 15,5 5 2-15,-2 0-1 0,3 2 4 0,4-4 0 16,-2-4-1-16,6-2 1 0,1-5 2 16,0 1-3-16,5-2-3 0,2-7 0 0,4 1-11 0,2-7-10 15,2-3 4-15,5-3-9 16,1-6-12-16,3-7-3 0,2-2-1 0,0-8 3 16,1 0 27-16,2-6 8 0,0-1 2 0,1-2 3 15,-1-3 6-15,1-6 0 0,-1-2 2 0,1-3-3 16,-3-4-4-16,-1-1 5 0,-2-3-1 0,-2 0 5 0,-1 2-1 0,-4 1 6 15,0 1-5-15,-3 2 4 0,0-1-9 0,-2 3 6 16,-2 2-2-16,-1 2 4 0,-2 5 3 0,-3 5 14 16,-1 4 7-16,-3 3 0 15,-2 4 8-15,-2 3-12 0,-2 2 2 0,1 3-5 16,6 9 3-16,-1 0-3 0,0-1-6 0,0 1 1 0,-36-14-11 16,37 14-5-16,-1 0-4 0,0 1 0 0,0 0-8 15,-40 48 3-15,31-26 1 0,3 7-1 0,-1 4 5 0,0 4-2 16,0 6 2-16,1 3-3 0,-1 3 7 0,1 0-2 15,-1 3 3-15,1 8-2 0,-1 1 2 0,2 8 1 16,0 0-2-16,-1-3 0 0,1-4-4 0,2-5 3 16,0-5-2-16,3-4 3 15,2-3-5-15,1-5 2 0,1-6 1 0,0-8 1 0,2-3-2 0,-2-9-14 16,-3-15-17-16,0 1-2 0,1 0-71 0,0 0-23 16,35 8-8-16,-36-9-8 0,25-28-62 0,-11 8 4 15,1-2-9-15,3-5 8 0,0 0-3 0,4-5-24 16,0-3-6-16,0-5-15 0,3-2-101 0</inkml:trace>
  <inkml:trace contextRef="#ctx1" brushRef="#br1" timeOffset="71051.75">17402 5759 1148 0,'22'-44'-164'0,"-10"22"461"0,-3 5-61 16,-1 3-3-16,-8 14-10 15,0-1 43-15,0 0-68 0,0 0 3 0,0 0-34 16,0 0-47-16,0 0-27 0,0 1-2 0,0 0-11 0,0 0-14 16,0 1 3-16,-20 39-4 0,12-16 2 0,0 5-14 15,-1 2 1-15,1 0-2 0,0 1-1 16,-1 0-21-16,2-1-11 0,0 1-3 0,0-6-4 15,2 0-16-15,-1-6 4 0,2-1-2 0,2-4 2 0,2-15-7 16,0 1-95-16,0 0-1 0,0 0-42 0,0 0-76 0,0 0-54 16,0-1-5-16,23-6-24 0,-13-16-100 0</inkml:trace>
  <inkml:trace contextRef="#ctx1" brushRef="#br1" timeOffset="71208.64">17597 5318 2448 0,'0'0'22'0,"0"0"-25"16,0 1-1-16,0 0-4 16,-18 34 23-16,18-35-13 0,0 0 2 0,0 0-8 0,0 0-33 0,0 0-172 15,0 1 0-15,0 0-85 16,0-1-248-16</inkml:trace>
  <inkml:trace contextRef="#ctx1" brushRef="#br1" timeOffset="71575.47">17698 5554 1359 0,'3'21'58'0,"-1"-2"70"0,1-1-9 0,1-1 39 0,-2-2 39 16,4 1-34-16,-1-2-7 0,0 0-10 0,2-2-32 15,1-2-47-15,1-2 6 0,-9-8-22 0,1 0-22 0,1 0-10 16,45 5 3-16,-28-10-2 0,0-5 19 0,4-3-3 16,-2-2 1-16,3-2-2 0,-1 0-9 0,-2-1-2 15,2-2 0-15,-3 2 0 16,0-2-1-16,-1 3-6 0,-6 1-2 0,-3 0 1 0,-1 2 21 0,-3 0 16 15,0 2 0-15,-6 12 4 0,0-1-11 0,0 0 0 16,-11-41 1-16,11 42-2 0,-1 0-5 0,0-1 3 16,-39-19-9-16,39 20 4 0,-35-1-34 0,14 7-2 15,-3 2-3-15,-1 2 1 16,-4 3 1-16,-2 4-4 0,0 2 3 0,-1 5-4 0,2 5-1 0,0 3 4 16,5 2-4-16,3 3 4 15,3 2-8-15,7 2 6 0,-1 1 1 0,4-1 2 0,5 0-4 0,2-7-6 16,6-3 2-16,0-2-2 0,4-6-2 0,2-1 0 15,4-3-8-15,5-2 4 0,1-3-12 0,5-2-7 16,-1-5-1-16,4-5-4 0,1-2-11 0,2-2 19 16,0-4-2-16,-1-5 5 15,1 1-20-15,-2-3-119 0,1-2 2 0,3-1-51 0,-3-4-76 0,3-2-147 16,2-3-136-16</inkml:trace>
  <inkml:trace contextRef="#ctx1" brushRef="#br1" timeOffset="71875.33">18336 5027 2097 0,'0'0'347'0,"0"0"-276"16,0 0 44-16,0 0-116 0,0 0 60 0,0 0 56 16,0 0 1-16,0 0 12 0,0 0-32 0,1 1-39 15,0 0 6-15,36 43-18 0,-25-26-2 16,-1 3 1-16,3 5-1 0,-1 1 1 0,0 4-5 15,2 2 7-15,0 5-4 0,1 2 5 0,0 3-10 0,-4-2-6 16,1 1 3-16,-1 3-3 0,-2 3 6 0,-2 9-4 16,-3 4-3-16,-1 3 1 15,-2 0-12-15,-3-2-5 0,-1 4 1 0,-4-2-2 0,1 3-2 0,-4 3-7 16,-4-3 5-16,-2-1-5 0,-2-3 1 16,-1-8-3-16,-2-6-1 0,2-6-4 0,0-6-62 0,0-7-162 15,0-5-18-15,1-8-61 0,1-5-177 16</inkml:trace>
  <inkml:trace contextRef="#ctx1" brushRef="#br1" timeOffset="72471.72">19529 4740 1511 0,'-13'7'217'0,"3"0"68"0,-1 2 22 0,3 4-242 15,1 5 15-15,0 4 24 0,4 8 3 0,3 9-14 16,-1 2-22-16,-9-3-4 0,15 12-1 0,0 7 2 0,1 7 10 0,-3 12-2 16,-1 0-1-16,-2 4-2 15,1 7-13-15,-6 6 0 0,2 4-4 16,-2 9 0-16,-2-3-21 0,0 0-1 0,-2-2-8 0,0-1 5 15,1-4-14-15,-3-14-4 0,3-10 0 0,1-9-2 16,0-4-2-16,2-8-9 0,0-4 1 0,3-10-3 16,-1-6 0-16,1-8-22 0,2-5-19 0,0-18-6 15,0 1-74-15,0 0-57 0,0 0 2 0,0-1-27 16,0 0-50-16,-1-26-25 0,3-4 16 0,-2-8-32 0,1-8-123 16</inkml:trace>
  <inkml:trace contextRef="#ctx1" brushRef="#br1" timeOffset="72760.2">19369 4799 2031 0,'-1'-16'90'0,"-1"1"27"0,1 2-3 0,1 13 16 16,0-1 2-16,0 0-45 0,0 0-8 0,0 0-13 16,0 0-26-16,1 0-6 0,-1 1 1 0,41-6-3 15,-25 14 3-15,5 1-16 0,2 1 5 0,3 1-9 16,2 3-2-16,5-1 11 0,3-1 0 15,6 2 5-15,4 0-7 0,3 0 2 0,2-2-6 16,-2 0 7-16,-3-1 13 0,-6 1-1 0,-2 2 4 0,-9 1-3 16,-3 3 7-16,-6 2-2 0,-1 1 1 0,-4 6-3 15,-6 1-6-15,-7 8 5 0,-4 1-2 0,-8 4 4 16,-2 4-5-16,-5 5-10 0,-4 2-3 0,-5-2-4 16,-4 1-8-16,-6-1 0 0,-1 2 0 0,-4 3 0 15,-2-2-1-15,-2-2-2 0,1-6-16 0,1-4-1 16,2-6-86-16,5-7-111 0,2-6-19 15,4-7-50-15,4-6-233 0</inkml:trace>
  <inkml:trace contextRef="#ctx1" brushRef="#br1" timeOffset="73308.56">20712 4710 748 0,'-17'-3'564'16,"4"3"-248"-16,-6-2 303 0,4 3-540 0,4 5 21 15,-4 2 32-15,-1 7-28 0,-2 4-4 0,2 8-16 16,-1 6-25-16,-14 0-24 16,16 13 10-16,-1 8-13 0,-3 4 22 0,1 6 5 0,-3 6-6 0,0 7 3 15,0 4-18-15,1 0-17 0,4 1 3 0,1 3-9 16,6 3 1-16,2-1-13 0,4-6 1 0,3-11-4 15,6-8-4-15,3-8-10 0,3-4 2 0,4-5-6 16,3-4-14-16,2-7-29 0,2-7-5 0,2-6-16 0,3-5-93 16,4-7-107-16,0-5-11 15,6-6-44-15,2-7-170 0</inkml:trace>
  <inkml:trace contextRef="#ctx1" brushRef="#br1" timeOffset="75388.88">21152 5213 1484 0,'0'0'36'0,"0"1"-20"0,0 0 32 0,-1 0 92 16,-17 37-7-16,18-38 35 0,0 0-63 16,0 0 5-16,0 0-18 0,0 0 7 0,-1 0-9 15,0 0-3-15,0 0-2 0,0 0-18 0,0 0-1 16,-36-24-6-16,37 24 1 0,0-1-19 0,-10-34-3 15,10 35 1-15,0-2-2 0,-4-44-3 0,4 45-2 16,1-37 1-16,-2 19 0 0,0 1 7 16,-3-4-6-16,-1 5 1 0,2-1-2 0,-1 1 6 0,-1 6-10 15,-1-3 6-15,-2 6-8 0,0 0 7 0,8 8 0 16,-1 0-12-16,0 0 6 0,0 0-22 0,-39-13-8 16,40 13 2-16,-1 0-5 0,-34 23-5 0,22-9 0 15,-1 3-3-15,1 7 1 0,-2 4-5 0,2 9 6 16,0 0 1-16,0 6 2 0,2 2 7 0,-1 1-5 15,3 2 5-15,2-5-4 0,2-2 7 0,4-4-2 16,1-6-2-16,3 0 1 0,3-2 1 0,3-1-3 16,2-4 2-16,2-6-3 0,0-4 3 0,3-7-9 15,1-3 1-15,2-4-5 0,1-5-7 16,2-4-14-16,1-4 4 0,-2-5-6 0,3-2 19 0,0-4 14 16,2 0 1-16,-1 3 4 0,-1-2 7 0,-3 4-10 15,1-3 6-15,-5 1-6 0,-1 2 12 0,-3-1-4 16,-2 0 3-16,-4 2-3 0,-1 0 10 0,-2 1 3 15,-3 2-3-15,0 1 3 0,-1-2-4 0,-1 2 0 16,-1 1-2-16,-1 1 2 0,3 12 3 16,0-1 1-16,0 0 3 0,-1 1-1 0,0-2 9 15,0 1-13-15,-1 0 4 0,-36-26-9 0,38 27-11 0,-2 0 2 16,2 1-7-16,-42 38 5 0,32-20-8 0,-4 6 6 16,1 2-1-16,1 4 1 0,-2 0-3 0,3 4 3 15,-3 1-1-15,3 5 2 0,0 6 1 0,0 7-9 16,1 2 6-16,-1 2-6 0,3 4 13 0,-1 0-9 15,3-1 8-15,-1-2-7 0,1 0 4 0,-1 0 2 16,0 1-4-16,1-1 3 0,0-1-3 0,1-4 0 16,-1-4 2-16,-1-10-1 0,0-2-1 0,1-4 6 15,0-2-6-15,1-1 5 0,-2-4-4 0,1-2 1 16,-1-7 2-16,1-6-3 0,6-12-12 16,0 1-17-16,-1 0-6 0,0-1-3 0,0 1-24 0,-38 13-17 15,39-14-2-15,-1-1-7 0,-27-35-37 0,18 17-32 16,1-5-16-16,1-6-2 0,0-1-20 0,2-11-67 15,1-3-28-15,4-5 123 0,3-4 1396 0</inkml:trace>
  <inkml:trace contextRef="#ctx1" brushRef="#br1" timeOffset="75824.53">21348 5239 1295 0,'0'0'178'0,"0"-1"652"0,0 0-807 0,0 0 91 16,0 0-16-16,0 1 40 0,0 0-37 0,0 0-30 15,0 1-6-15,-1 0-4 0,-21 46 2 0,22-46-10 16,0 1-3-16,-5 45-5 0,5-46-26 16,0 0 3-16,10 38-1 0,-10-39 3 0,0 0-3 15,1 0-2-15,0 1-2 0,46 13-1 0,-47-14-6 16,0 0 4-16,51-10-1 0,-32 1 1 0,3-3-5 0,0-2-5 16,1-1 1-16,2 1-2 0,-2-2 8 0,1 3-8 15,-2-2 6-15,-3 3-6 0,-2-1 5 0,-5 2 3 16,-2 0 0-16,-10 11 4 0,0-1 9 0,0 0 19 15,0 0-9-15,4-37 11 0,-4 38-12 16,-1-1-4-16,-34-21 4 0,34 22-5 0,-35-8 0 0,14 5-8 16,-3 1-3-16,0 2-1 0,-1 5-7 0,2 0-7 15,-2 5 2-15,-1 3-4 0,-4 3-5 0,2 3 5 16,-2 4-1-16,4 3 1 0,-1 2-6 0,5 0 3 16,0 0-2-16,4 1 4 0,3 1 1 0,4-1-10 15,2 4 7-15,4-3-7 0,4 2 6 0,3-1 0 16,4-3-4-16,4-2 2 0,2-5-5 0,4-3-12 15,3-3 3-15,2-3-6 0,2-2-1 0,2-3-13 16,1-3-2-16,0-5-3 0,3-4-5 0,-2-2 16 16,2-4-5-16,0-1 7 0,-2 0-9 0,4-3-146 0,1-1 16 15,0-1-69-15,3 2-32 0,-2-4-55 16,-1 1-32-16</inkml:trace>
  <inkml:trace contextRef="#ctx1" brushRef="#br1" timeOffset="76092.23">21753 5134 1381 0,'-22'1'213'0,"2"1"87"16,1 2 131-16,3 1-379 0,1 1 27 0,3-2 86 0,12-4-13 15,-1 0 26-15,0 0-76 16,0 0-50-16,0 0 4 0,0 0-22 0,1 0-20 16,0 0 4-16,24 15-6 0,-3-16 5 0,3-1-6 15,3 1-6-15,2 0 1 0,1-1-4 0,-2 2 8 16,1 0-11-16,-3 0 6 0,2 3-6 0,-1-1 6 15,-1 1-3-15,2-1-1 0,-1 1-1 0,4 0-1 0,0 0-2 16,-1 1 0-16,-3-1 0 0,-3 1 3 0,-3-3-10 16,-2 1-24-16,-3-1-2 0,-2 0-111 0,-14-1-20 15,1 0-8-15,0 0-6 0,0 0-41 0,38-3-24 16,-39 3-12-16,0 0-6 0,0 0-62 0,0 0-91 16,0-1 74-16</inkml:trace>
  <inkml:trace contextRef="#ctx1" brushRef="#br1" timeOffset="76302.53">22158 5085 1023 0,'-22'-15'123'0,"-1"-3"193"0,2 2-88 0,1-2-13 15,1 1-11-15,3 4-3 0,0 5-51 0,1 0-17 16,3 2-3-16,12 6-9 0,-1 0-39 0,1 0-39 16,-39 4 5-16,39-4-16 0,-1 1-6 0,-32 33 3 15,21-12-3-15,-2 6 5 0,0 4 13 0,2 0 10 16,-2 6-3-16,2 3 4 0,2 2-5 0,2 3-5 16,0-2-4-16,4 0-1 0,1-5-6 15,3-1 0-15,3-1 0 0,3-2-4 0,1-1-28 0,3-3 1 16,2-4-3-16,1-5 2 0,1-2-7 0,2-6-5 15,-1-2-8-15,2-3 1 0,-3-3-20 0,-1-2 7 16,2-3-4-16,-2-2 4 0,3-2-8 0,1-1-30 0,3-3-36 16,1 0-10-16,3-4-212 15,1 2-187-15,2 1 857 0</inkml:trace>
  <inkml:trace contextRef="#ctx1" brushRef="#br1" timeOffset="78113.7">23164 4561 1632 0,'0'0'202'16,"-1"-1"-89"-16,0 0 116 0,0 0-97 0,0 0 3 0,-38-17 37 0,39 18-71 15,0 0 0-15,-1 0-24 0,0 0-8 0,-53 7-2 16,54-7-6-16,-1 0 0 0,-36 30-32 0,22-9-3 15,0 4-4 1,-1 8-1-16,-1 9-17 0,-1 6 7 0,-1 6-6 0,-1 5 7 16,3 4-3-16,0 6-2 0,-1 5 0 0,4 5-1 0,2 1 1 15,2-6-3-15,4-8-1 0,2-10 0 16,3-9-3-16,3-8-2 0,3-2 5 0,4-7-5 16,1-6-9-16,1-8 6 0,5-4-10 0,-1-7 9 15,5-3-16-15,2-7 2 0,2-7 2 0,6-6-1 16,-2-8 11-16,5 0 6 0,1-6 1 15,-1 3 1-15,0 0 1 0,-4 2 13 0,-4 1-5 16,-5 3 8-16,-3 0 1 0,-8 3 12 0,-2 0 2 0,-5 0 3 16,-3 3 9-16,-4 2-4 0,-1 4 2 0,-5 0-3 15,-3 3 2-15,-3 3-18 0,-1 1-2 0,-5 4-6 16,-1 1-17-16,-4 3-32 0,0 2-7 0,-1 1-14 16,-3 0-59-16,6 1-56 0,-2-3-17 0,2 0-21 15,5-2-134-15</inkml:trace>
  <inkml:trace contextRef="#ctx1" brushRef="#br1" timeOffset="78615.25">23750 4117 2345 0,'0'0'121'0,"0"-1"-73"0,0 0 16 16,0 0-10-16,0 0 151 0,-1 1-87 0,-1 0 4 0,2 0-38 15,-1 0-26-15,0 1-11 0,-34 36 4 16,29-11-6-16,0 3-2 0,2 7-5 0,0 5 2 0,1 6 0 16,1 4 11-16,-1 2-6 0,2 4 2 15,-3 6-5-15,-2 6-5 0,-2 12-3 0,-2 2-1 0,-2 0-1 16,0 5-8-16,-2 2-13 0,0 6 2 0,-2 5-5 0,1-6 2 15,0-1-4-15,1-4 2 0,0-4-2 0,3 1 4 16,2-9-7-16,3-8 0 0,2-6-3 16,0-3 0-16,4-2 4 0,-2 0-3 0,2-4 4 15,-1-3-8-15,-2-2 4 0,1-4-1 0,-1-2 1 16,1-6-4-16,-1-5 9 0,0 3-4 0,-1-6 5 16,-1 2-21-16,0-2-19 0,2-3-5 0,-1-5-8 15,0-4-44-15,4-18-75 0,0 1-17 0,0 0-29 16,0 0-151-16,-1 0-433 0</inkml:trace>
  <inkml:trace contextRef="#ctx1" brushRef="#br1" timeOffset="79400.1">24138 5257 2072 0,'-20'7'53'0,"0"0"-18"0,2 1 35 0,3 1 68 0,0-2-4 16,3 0 26-16,12-7-55 0,-1 0-4 0,0 1-16 15,0 0-34-15,-37 21-16 0,38-22-5 0,0 0-2 16,0 1-3-16,1 0-7 16,34 26 2-16,-10-19-4 0,2 1-5 0,1-1 4 15,3-1 6-15,2 4-2 0,-1 1 5 0,0 2-4 0,-3-3-2 0,-3 0 2 16,-3-2 6-16,-5 3 3 0,0 3 2 0,-6-1 1 16,-1 5 6-16,-6 0 1 0,-2-2-5 15,-3 5 2-15,-3 1-10 0,-2 0 0 16,-1 3-1-16,-6 1-1 0,-1 1-9 0,-4 1 3 0,-1 1-3 0,-1-1 2 15,-2 0-8-15,0-2-2 16,-1-2-2-16,0-1 0 0,1 0-2 0,3-2-3 16,1 0 3-16,5 0-3 0,2-1-2 0,3 0 2 15,2-1-2-15,2-3 2 0,2-1 1 0,1-3-4 0,0-13 1 16,0 1-4-16,0 0-6 0,1 0 0 0,0 0-3 16,42 30 0-16,-43-31-21 0,1 0-2 0,48-6-5 0,-30 0 4 15,-2-2-1-15,1-2 5 16,1 0 3-16,-2-2-7 0,2 1-79 0,2-1-79 15,-3-2-16-15,2 1-18 0,0 0-48 0,-2 1-101 0,1-2-54 0</inkml:trace>
  <inkml:trace contextRef="#ctx1" brushRef="#br1" timeOffset="79762.99">24630 5693 2035 0,'0'0'74'0,"0"0"-3"16,0 0 121-16,-1 0-23 0,0 0 14 0,0 0-32 15,0 1-54-15,-39 36-10 16,33-22-1-16,-2 5-4 0,-1 0-17 0,-1 4-16 16,-2 0 2-16,3 4-8 0,-3-2-8 0,1-2-9 15,3 0 0-15,0-4-3 0,2 1-8 0,2 0-10 16,0-6 4-16,2 0-6 0,3 0-3 0,0-15-4 16,0 1-8-16,0 0 3 0,0 0-23 0,0-1-5 15,1 0 1-15,1 0-3 0,36-4-7 0,-22-10 6 16,0-3-2-16,2-2 7 0,0-3 18 0,1 3 16 0,0-1 1 15,0 0 4-15,-1 0-5 0,0-1 4 16,2-3-3-16,-6 3 6 0,2 1-2 0,-3 3 2 16,-2 4 2-16,-3 1 1 0,-8 12 15 0,0 0 9 15,0 0-1-15,1 0 3 0,0 0-7 0,0 0-15 0,0 0 4 16,0 0-7-16,-1 1 0 0,18 36-3 0,-18-37-3 16,0 1 2-16,-5 49 1 0,4-29-5 15,1-2 3-15,-2-3-5 0,2-16-1 0,0 1-67 16,3 35-3-16,-3-36-31 0,0 1-88 0,0 0-71 15,1 0-6-15,30 43-24 0,-31-44-60 0</inkml:trace>
  <inkml:trace contextRef="#ctx1" brushRef="#br1" timeOffset="80269.02">25158 5939 594 0,'10'-12'139'0,"1"0"360"16,0 2-234-16,0 0-17 0,-2 0 4 15,-3-3-18-15,0 0-52 0,-3-1-1 0,-1 1-16 16,-2 2 5-16,-1-3-52 0,-2 1-16 15,-1-1 0-15,-2 1-7 0,0 0-21 0,-2 0-9 16,-1 2-4-16,-2 2-1 0,0 3-8 0,-1 1-15 16,0 2 3-16,-3 2-9 0,-2 2-11 0,-1 4-17 15,0 1 0-15,-2 6-5 0,1 3 1 0,0 5-5 16,-1 4 0-16,3 3-2 0,1 0 0 0,2 3 4 0,1-2 2 16,0 0 1-16,5 1 1 0,2 0-2 15,3-4 2-15,2 2-2 0,0-7-2 0,3-2-7 16,2-3-3-16,4-5 0 0,-8-10-3 0,1 0-10 0,-1 0-2 0,51 14-3 15,-50-14-11-15,37-11 11 0,-17 2-2 0,1-3 5 16,1-2 4-16,-1-3 10 16,2-1-2-16,-1-3 3 0,-1-1-10 0,2 3-8 15,-1-9 7-15,0-1-6 0,-1-1 13 0,1-8 9 16,0-1-2-16,-3-6 5 0,0-3 2 0,-1-3 2 0,-2 0 2 16,-1-1 1-16,3 2 5 0,-4-1-3 0,1 4 3 15,2 4-2-15,-3-3 6 0,-1 6 6 16,-2 3 6-16,-5 5 2 0,1 6 37 0,-7 5-6 15,-1 4 2-15,-4 3-5 0,-3 2 1 0,7 12-9 0,-1 0 3 0,0-1-6 16,-34-17-13-16,35 18-21 0,-1 0 3 16,0 0-9-16,-36 27 0 0,26-10 4 15,0 4-5-15,2 9 5 0,-2 4-3 0,4 9 8 16,-3 5-2-16,2 3 3 0,-1 1 3 0,0 5 0 0,1 6-1 0,-3 8 0 16,-1 7 0-16,1 0-5 0,-2-6 6 0,2-1-7 15,-1-2-1-15,2-7-6 16,2 0 0-16,3-9-3 0,2-8-1 0,3-9-142 0,1-5 1 15,3-10-66-15,1-2-133 0,0-6-314 16</inkml:trace>
  <inkml:trace contextRef="#ctx1" brushRef="#br1" timeOffset="81113.14">26455 5888 1581 0,'0'0'44'0,"0"0"47"0,0 0 46 0,0-1 30 15,0 0 38-15,-14-41-64 0,14 42-5 16,0-1-10-16,-1-36-13 0,1 36-26 0,-15-34 1 16,15 34-12-16,0 0-15 0,-10-49-3 0,10 50-1 15,0-1 1-15,-17-45-1 0,17 46-7 0,-2-1 3 16,-21-36-4-16,23 37-1 0,-1-1-6 0,0 0-9 0,-43-22 2 15,44 23-24-15,-1 0-3 0,-39 12-2 0,24 3-1 16,0 3-8-16,-4 7-2 16,-1 7-3-16,1 3 3 0,-1 4-1 0,4 2 5 15,1-2 0-15,0-9 0 0,5 4 1 0,3-9 0 0,4 0 0 16,2 2 0-16,2-6-7 0,3-3 0 0,3-3-1 0,2-4-1 16,3-4-12-16,3-4 1 0,1-4-5 15,3-5 1-15,3-3-12 0,1-6 0 0,2-4 2 0,2-5-1 16,-1-1 6-16,4-4 18 0,-1 0-5 15,4-3 10-15,4-1 2 0,0-4 4 0,2-4-1 16,-4-1 1-16,-3-3-2 0,-4-2 0 16,-1-1 3-16,-6-1-2 0,-2 1-1 0,-2 4 3 15,-4 3 2-15,-3 3 2 0,0-1 4 0,-4 2 6 16,-1 2 0-16,-3 4 4 0,-1 4 13 0,-2 5-1 16,-3 2 2-16,2 7-3 0,3 13 8 0,0-1-2 15,0 0-3-15,-1 0 0 0,0 0-23 0,0 0-8 0,-36-8 3 0,37 9-4 16,-18 29-5-16,8-4 4 15,1 2-2-15,2 6 3 0,-3 3 0 0,1 2 1 16,0 6-1-16,-1-2 2 0,0 2 9 0,0 5-8 16,-4 0 5-16,1 6-6 0,0 1 6 0,1 1-6 15,0 0 2-15,2-5-3 0,0-1 3 0,2-8-2 16,2-4-2-16,1-2 0 0,4-3-1 0,1-5-1 16,5-1-10-16,0-6-5 0,0-4-95 0,-5-18-67 15,0 1-18-15,1 0-18 0,0 0-83 0,39 25-37 0,-40-26-33 16</inkml:trace>
  <inkml:trace contextRef="#ctx1" brushRef="#br1" timeOffset="81329.69">26811 5695 1965 0,'0'0'38'0,"0"0"134"0,0 0-39 0,0 0 66 16,0 0-87-16,0 1-4 15,0 0-4-15,5 48 0 0,-9-30-12 0,-1 3-24 16,1 3 3-16,-3-1-9 0,0 4 1 0,1-3-28 15,0 3 3-15,-1 0-14 0,0 1-10 0,-1-1 0 16,1-1-6-16,2-3 2 0,1-6-11 0,1-4-8 16,3-14-14-16,0 1-3 0,0 0-98 0,0 0-64 15,0 0-6-15,0-1-20 0,0 0-29 0,0-18-110 16,5-4-40-16</inkml:trace>
  <inkml:trace contextRef="#ctx1" brushRef="#br1" timeOffset="81446.13">26920 5380 2112 0,'0'0'78'0,"0"0"-69"16,0 0-13-16,0 1-6 0,0 0 22 0,0 0-13 15,-9 36 4-15,9-37-11 0,0 0-48 0,0 1-200 0,0 0-56 16</inkml:trace>
  <inkml:trace contextRef="#ctx1" brushRef="#br1" timeOffset="81852.58">27043 5791 1425 0,'0'15'103'0,"0"0"46"15,2 0-15-15,-2-15 45 0,0 1 54 0,0 0-83 16,14 39-4-16,-14-40-29 0,0 0-46 0,1 0-24 0,0 2-8 16,42 14-1-16,-43-16-9 0,31-14-9 0,-13 2 7 15,3-3-9-15,-3-2 1 0,3 1-4 0,-2-3 1 16,3-1 0-16,-2 3 16 0,-2-1-1 15,-2-1 3-15,1 3-3 0,-3-2-2 0,-1 3 4 0,-3-1-6 16,-2 4 6-16,-3-1 3 0,-8-2 2 16,3 1 2-16,-6 1-1 0,-1-1-1 0,-3 3-11 15,-2-2 2-15,-1 4-6 0,-4 0 4 0,1 2-13 16,-1 4 5-16,-2 3-8 0,-2 4-3 0,-1 3-6 16,0 2 1-16,-1 3-3 0,1 3-4 0,-1 4 2 15,2 0-5-15,-1 1 5 0,3 3-1 0,-1 2-3 16,2 3 6-16,4 1-6 0,2 2 6 0,3-3 4 0,3 1-1 0,4-2 2 15,2-2-5-15,3-2 3 16,2-2-3-16,4-1 1 0,0-2-6 0,4 0 2 16,0-1-3-16,3-6 3 0,0 2-4 0,2-5-4 15,0 1 4-15,1-5-6 0,-1-2-4 0,1-2-7 16,0-3 1-16,1 0-1 0,-1-2 2 0,3 0-119 16,0-2-11-16,-2-2-46 0,2-1-105 0,4-6-117 15,3-1-79-15</inkml:trace>
  <inkml:trace contextRef="#ctx1" brushRef="#br1" timeOffset="82146.91">27768 5095 2225 0,'0'0'363'0,"0"0"-279"0,-1 0-62 16,0 0-14-16,0 0 95 0,0 0 11 0,0 1-1 0,-25 40 4 15,22-23-13-15,-1 4-24 16,2 3-2-16,-1 2-8 0,1 4-4 0,1 2-9 0,1 1 2 15,1 3-6-15,0-1 1 0,0 1-12 0,0 2 6 16,0 2-9-16,0 6 2 0,3 5-10 16,-1 4 1-16,-1 1-4 0,0-1 5 0,0 0-21 15,-1-7 2-15,-2 5-9 0,2 2-5 0,-3 4 0 16,1 4 0-16,-2 0 0 0,-4-3 0 0,2-1 0 0,-4-4 0 0,0 0 0 16,-3 3 0-16,-4 3 0 15,-3 2 0-15,-2-3 0 0,-4-8 0 0,0-5 0 16,-3-6 0-16,-1-11-4 0,-1-6-51 0,-2-8-194 15,1-1-1-15,4-8-86 0,-4-2-189 0</inkml:trace>
  <inkml:trace contextRef="#ctx1" brushRef="#br1" timeOffset="83568.59">6130 8120 2417 0,'0'0'53'0,"0"0"-35"0,1 0 13 16,38 0 10-16,-19 1 11 0,4-1 18 0,2 3-8 0,3 0 13 16,0-1-10-16,-6-5-7 0,11 8-1 0,3-1-4 15,0 0-13-15,-1 0-13 0,-1-2 1 0,-1 0-6 16,0 2 3-16,1-3-13 0,4 1 3 15,-2-1-6-15,2 1 1 0,-4-2 1 0,-3 1-7 16,-2-1 5-16,-3 0-11 0,-5 0 7 16,0-1 0-16,-4 0 1 0,-3 0-28 0,-15 1-134 15,2 0-5-15,-1 0-56 0,0 0-117 0,0 0-383 0</inkml:trace>
  <inkml:trace contextRef="#ctx1" brushRef="#br1" timeOffset="83801.53">6114 8669 2375 0,'0'0'26'0,"0"0"37"0,0 0-6 15,0 1 23-15,1 0 36 0,35 22 18 0,-14-17-11 16,2-6 10-16,3 2-39 0,6-2-8 0,0-4-3 0,5-1-4 16,0-1-23-16,1-1-8 0,0-1-1 0,-2-1-3 15,2 0-13-15,3 0-6 16,5-2 0-16,1 2-2 0,-1-1-11 0,0 3-6 15,-5 0-1-15,-3 1-1 0,-4 0-4 0,-3 1 3 0,-5 2-1 0,-2 0 1 16,-3 1-15-16,-2 1-171 16,-1 0-19-16,-1 0-75 0,2 1-269 0</inkml:trace>
  <inkml:trace contextRef="#ctx1" brushRef="#br1" timeOffset="87591.75">13812 3681 1538 0,'-11'-17'33'0,"0"3"-40"0,11 14 0 0,0-1 32 0,0 0-25 16,0 0-79-16,0 1 21 0,0 0-31 0,0 0 60 0,0-1 5 15,0 1 2-15,0 0 0 0,2 0 11 0,33 6 0 16,-35-6 4-16,1 0-2 0,37 25 2 0,-38-25 46 16,1 0-1-16,0 0 21 0,44 20 31 15,-45-20-9-15,1 0 1 0,0 0-7 0,46 3-18 16,-46-3-27-16,0 0 3 0,53-6-12 0,-30 2-17 15,1 2 2-15,4 0-6 0,0 0 4 0,3 0-8 0,1 0-1 16,2 0 3-16,4 2-3 16,0 0 8-16,3 0-7 0,1-1-1 0,0-1-3 15,1 0 4-15,1 0 4 0,0 1 1 0,4 0 2 16,-7-2-3-16,3 2 9 0,1-2 2 0,2-1 5 16,5 2 5-16,3-4-2 0,0 2-4 0,-1-3-1 0,2 3-16 0,-2 1 2 15,0 0 0-15,4 0 2 0,0 1 1 16,6-3-3-16,2 2 0 0,0 1-1 0,-1-2 2 0,-2 3-1 15,0 0 0-15,1-3 0 0,3-1 1 16,2-1-2-16,-2-1 0 0,-5 1 1 16,-1 1 32-16,-4 0 18 0,0-2-4 0,4 1 4 15,0 1-38-15,0-3-6 0,-1 4 2 0,-2 0-4 16,-1 0-1-16,-1 1-1 0,1 0-2 0,3 0 1 0,2 0-1 16,2 2 2-16,1-2 1 0,-4 1 1 15,-3 1-4-15,1 1 3 0,-1-2-4 0,2 0 3 16,2 1-1-16,-5-4-4 0,1 3 5 0,-5-1-3 0,-3-1 9 15,-2 2-4-15,-1 0 5 0,0 0-4 0,3-1 22 0,3 1-13 16,-1 1 2-16,-2-1-7 16,-3 2-7-16,-3 0 0 0,-2 2 2 0,-1-2-1 15,0 0 3-15,1 3-6 0,0-2 1 0,0 1-1 16,2 0 3-16,-5-2-2 0,-1 1 1 0,-2 2-2 16,-1-1 5-16,-2 1 0 0,0-3-2 0,-5 1 2 15,-2-1-2-15,-3-1-1 0,-2 4 6 0,0-2-5 0,1 2 3 0,-2 0 2 16,-1-4 0-1,-3 1 1-15,-1 0-2 0,-3 0 1 0,1 2-6 0,-2-2 5 16,-12 0-4-16,1 0-1 0,0 0 2 0,39 0-1 16,-40 0 6-16,0 0 14 0,1 0-8 0,0 0 10 15,0 0-6-15,0 0-7 0,36-7-5 0,-37 7-8 16,0 0-94-16,0 0-101 0,0 0-30 0,0 0-54 16,0-1-467-16</inkml:trace>
  <inkml:trace contextRef="#ctx1" brushRef="#br1" timeOffset="93279.33">7904 8259 1795 0,'0'0'206'0,"0"0"20"0,0 0-155 0,0 0 12 0,0 0-9 0,0 1 17 0,0 0-21 0,0 0 23 0,0 0-40 16,0 0 4-16,0 1-15 0,-13 41 6 0,13-43-11 0,0 1-2 15,-1 43-1-15,4-22 7 0,-1 7-11 16,2 0 3-16,-1 3-7 0,1-1 0 0,0 0 2 16,-1-1-2-16,2-1 0 0,1-3-14 0,1-2-5 15,0-5 3-15,1-3-3 0,2-1 2 0,-3-2-5 16,6-6 0-16,-1-1 0 0,0-3 10 0,5-2 5 15,-3-3-1-15,5-6 3 0,-1-5 12 0,-1-5-1 16,3-2 5-16,-1-2-5 0,-1-1 1 0,1-2 4 16,-2-1-1-16,-1 2 2 0,-2-1 2 0,-3 1-10 15,-1 3 1-15,-3-1-6 0,-2 2 0 0,-3 1 2 0,-1-1-1 16,-2 5 0-16,-2-2-1 0,-2 2-7 16,-1 3 4-16,6 12-4 0,-1-1-1 0,0 0-7 15,0 0-1-15,-43-30-1 0,44 31-1 0,-1 0-14 0,-37-2 2 16,38 2-8-16,-1 0-7 15,-43 10-38-15,43-10-8 0,0 0-16 0,-44 16-78 0,45-16-104 16,-1 0-20-16,0 0-39 0,0 1-157 0</inkml:trace>
  <inkml:trace contextRef="#ctx1" brushRef="#br1" timeOffset="93463.09">8350 8467 1785 0,'5'11'98'15,"3"-1"32"-15,0 1-6 0,-8-11 8 0,0 1-37 0,1 1-9 16,17 40 3-16,-18-42-12 0,0 1-43 0,0 0-16 16,8 40-8-16,-8-41 0 0,0 0-11 0,0 0-54 15,0 0 1-15,1 0-26 0,0 0-46 0,0 0-81 16,0-1-25-16,39-37-44 0,-28 21-335 0</inkml:trace>
  <inkml:trace contextRef="#ctx1" brushRef="#br1" timeOffset="93802.37">8709 8079 1958 0,'0'0'120'0,"0"0"9"15,0 0-4-15,0 0 2 0,0 0-19 0,0 1-7 16,-1 0 3-16,-17 35-5 0,18-36 1 0,0 1-13 0,0 0 6 16,-3 46-10-16,3-47-5 15,0 1-23-15,5 44 2 0,-5-45-10 0,0 1-7 16,11 48-12-16,-11-48-3 0,0 0-3 0,19 43-12 15,-19-44-1-15,20 27-1 0,-8-11-1 0,-1 2-2 0,4-3-2 16,-3 1 0-16,4-1 0 0,-1-1-1 0,0 0-1 16,3-1 2-16,-4 1-2 0,1-1 5 0,0 1-4 15,0 0-2-15,0-1 1 0,2 1 1 16,0-2 0-16,-1 0-1 0,1 0 0 0,-1-1 4 16,0-1 2-16,-3 0-2 0,0 1 0 0,-1 0 1 0,-2 0 6 15,-2 2 4-15,-8-13 0 0,0 0 13 16,0 1-3-16,-3 44 1 0,3-45-1 0,-22 25-5 0,2-13-12 15,-1 0-1-15,-3 0-4 0,2 1-19 16,-2-1-30-16,0-1-7 0,-4-3-13 0,-2-3-71 0,-3-5-80 16,1 0-6-16,-2-3-32 0,-2-3-85 0,5-3-360 15</inkml:trace>
  <inkml:trace contextRef="#ctx1" brushRef="#br1" timeOffset="93969.97">8604 8305 850 0,'-5'-20'117'0,"7"4"335"16,0 3 194-16,-2 13-506 0,0-1 40 15,1 0-44-15,0 0 11 0,40-37-25 0,-41 38-4 0,1 0-34 16,46-14 1-16,-26 13-14 0,3 0-22 0,0 1-15 16,0-2-2-16,-1 2-5 0,0 1-13 0,-2 2-1 15,2 1-4-15,1 0 3 0,2 2-11 0,5-2-125 16,3 0-42-16,8 0-60 0,5-4-392 0</inkml:trace>
  <inkml:trace contextRef="#ctx0" brushRef="#br1" timeOffset="105897.71">24241 9068 0,'36'-44'0,"26"-25"0,-62 69 0</inkml:trace>
  <inkml:trace contextRef="#ctx1" brushRef="#br1" timeOffset="97625.86">19824 3663 706 0,'0'0'360'0,"0"0"-154"0,-1 0 191 16,0 0-322-16,0 0 14 0,0 0 21 15,0-1-16-15,0 0-1 0,0 0-12 0,0 0-26 16,0 0-15-16,0 0 2 0,1 0-5 0,0 0 8 0,0 0 2 16,0 0 1-16,0 0-1 0,1 1-3 15,0-2 0-15,44-23-5 0,-45 25 4 0,1 0 4 0,41-1-5 16,-40 1 1-16,-1 0-3 0,50 1-5 0,-33-6-16 15,2 4 4-15,1 1-9 0,-2-1-5 16,2 1 1-16,1 3-5 0,1-4 5 0,2-3-4 16,1 2 1-16,3 0 0 0,0 2-1 0,2 0-6 0,-1-1 6 15,0 1-1-15,-1-1 3 0,-1 1-1 0,0 0 2 0,1 0-1 16,-1 0 2 0,-1 1-9-16,0 4 1 0,-2-2 4 0,0 0-2 0,0-2-1 15,2 0 4-15,4 1-3 0,-2-1 4 0,3 4-3 16,-1-4 1-16,0 4-5 0,-1-2 3 0,0 1-1 15,0 3-1-15,-2-6 0 0,1 6-1 0,-1-3 0 0,2 0-4 16,0 3 7-16,-1-5-5 0,2 4 4 0,2-1 0 16,0-1-2-16,3 2 0 0,1-1-2 0,-4 1 6 15,1-1-6-15,-2 0 6 0,-1 1-8 0,2 0 4 16,-1-1 0-16,0 0 2 0,-1-1-3 16,-1 1 0-16,1 0 1 0,1 0-1 15,3 0 3-15,3-1 0 0,2 0 0 0,-1 0 0 0,-3-1-1 0,1 1-2 16,-2 0 1-16,-1 0 0 0,2 0 0 0,-5 0 0 15,2 0-1-15,-1 1-1 16,0-1 1-16,3 1 3 0,1-1-2 0,2 0 3 16,3 0-4-16,0 0 0 0,-2-1 5 0,0 1-4 0,-2-1-1 0,0 1 6 15,1-1-6-15,-1-2 6 0,-1 2-2 0,2-2 2 16,1 0 2-16,4 0-2 0,1-1-4 0,2 1-1 16,-3 0 1-16,-1-1 0 15,-2 2-1-15,1-2 8 0,-2 1-6 0,-1-1 7 0,0-2-1 16,2 1 0-16,2-2 3 0,3 2-3 0,3-1-4 15,-2 1 2-15,-2-2-2 0,0 0 2 0,-4 1 2 0,2-1-6 16,-3 1 2-16,-1-1-2 0,3 1 1 0,3 0-2 16,2 0-2-16,4 1 0 0,0 0 0 15,-4 0 0-15,2 1 1 0,-5 0 0 0,-1 0 5 0,-2 0-1 16,1 0-3-16,1 0 1 16,4 0-3-16,5 0 2 0,0 0 5 0,1 0-3 0,-2 0 4 15,-1 0-4-15,1 0-1 0,-5 0 0 0,0 0 1 0,2 0-1 16,3 0-1-16,4-1 0 0,1 1-2 15,-2-1 1-15,-1 1 4 0,-4 0-1 0,-1 0 4 0,-2 1 10 16,2-1-4-16,2 0 7 0,1 1-2 0,5-1-9 16,-3 0-2-16,-2 0-3 15,-1 1-5-15,-3-1 5 0,0 0 0 0,0 0 1 0,0 1 1 0,4-1-5 16,-2 1 2-16,3-1-4 0,0 0 2 0,-3 0 0 16,0 0 1-16,-3 0 1 0,-2 0 6 0,-1 0-5 15,-1 1 0-15,2-1-2 0,3 1 2 16,3-1 2-16,0 0 1 0,-1 0-1 0,-2-1-7 15,-1 0 6-15,0 1-2 0,-3-1 4 0,-2 1 1 0,2-1-7 16,-1 1 5-16,1-1-6 0,3 1 6 0,-1 1 8 16,0 0-8-16,-4 0 8 0,-2 1-11 0,-2-1 2 15,0 1 0-15,-4 1 1 0,1 1-5 0,-5-1-2 16,1 1 4-16,-4-1-3 0,3 1 3 0,1-1 2 16,-1 1-6-16,0 1 3 15,-3-2-3-15,-2 2 0 0,-3-4 0 0,-1 2 0 16,-1 0-4-16,-5-1-89 0,-13-2-22 0,1 0-36 15,0 0-192-15,0 0-434 0</inkml:trace>
  <inkml:trace contextRef="#ctx1" brushRef="#br1" timeOffset="104777.56">9475 8375 356 0,'0'0'163'0,"0"0"110"15,0 0 33-15,0 0-65 0,0 0-47 0,0 0-8 16,0 0-4-16,0 0 2 0,0 0-20 0,-1 0-20 16,0 0-4-16,0 0-7 15,0 0-19-15,-1 0-13 0,2 0 0 0,-1 0-7 16,0-1-15-16,0 0-15 0,0 0 4 0,0 0-10 16,1 0-11-16,0 1-11 0,0-1-4 0,0 1-1 15,0-1-14-15,0 0 0 0,0 1-6 0,0 0 4 0,0 0-10 16,0 0-3-16,0 0 2 0,0 0-3 15,0 0-1-15,0 0 0 0,0 0-41 0,0 0 2 16,0 0-247-16,0 0-272 0,0 0 816 0</inkml:trace>
  <inkml:trace contextRef="#ctx1" brushRef="#br1" timeOffset="106565.93">10166 8203 1644 0,'0'0'144'0,"0"0"56"0,0 0 34 16,0 0-66-16,0 0-3 0,0 0-34 0,0 0 7 16,0 0-20-16,0 0-17 0,-1 0-22 0,0 0-2 15,0 0-8-15,1 1-21 0,-1 0-4 0,-18 41-9 16,19-42 5-16,-6 30-9 0,2-8-1 16,0-2 6-16,-1 6-5 0,-1 4 2 0,-1 2 5 15,2 2-5-15,-2 2 6 0,1-3-6 0,-1-1-8 16,1-1 3-16,1-4-4 0,0-2-7 0,2-4-7 0,0-5-5 15,2-2 1-15,1-14-3 0,0 1 5 16,0 0 1-16,0 0 0 0,0 0-5 0,0 0 2 0,0 0-2 16,0 0 2-16,0 0-7 0,1-1-5 15,0 0 0-15,1-1-2 0,29-38 4 0,-25 15 1 16,-1-3 3-16,1-3-2 0,0-2 3 0,0-1 2 16,-2-4 0-16,0 1 0 0,0-3-1 0,-1 6 0 15,0 1 2-15,-1 3 0 0,0 3 4 0,0 0-3 16,0 3 3-16,0 4-2 0,-1 0 5 0,1 5 0 15,-2 14-3-15,0-1 3 0,0 0 5 0,0 0-3 16,0 0 2-16,0 0-3 0,0 0-2 0,0 0-10 16,0 1 1-16,0 0-3 0,-16 19 3 0,13 4-4 0,-1 1 4 15,1 5-4-15,-1 0 2 16,1 4 7-16,-1 1-7 0,2 1 7 0,-1 4-9 0,1 0 6 16,1 1-3-16,-1-1 3 0,1 1-2 0,0-6 1 15,1 0 1-15,-1-7-1 0,2-2-3 0,-1-5 4 16,0-5 0-16,2 0 2 0,-2-15-1 0,0 1 2 15,0 0-2-15,0 0 1 0,0 0-3 0,0 0-3 16,0 0 1-16,0-1-3 0,1 0-4 0,0 0-4 16,26-27 0-16,-22 5 0 0,2 0 12 0,-1-5-4 15,1-2 2-15,-2-5-3 0,1-4 5 0,-1-4-1 16,1-2 5-16,-3-2-3 0,0 3-2 0,0 5 2 16,-1 6-1-16,0 3 4 0,-1 3 6 0,0 5-10 15,-1 1 2-15,0 20-3 0,0-1 6 0,0 0 4 16,0 0-3-16,0 0 2 0,0 1-7 0,0 0-1 15,-15 24 0-15,9 3-1 0,0 3-6 0,-1 10 6 16,1 5-1-16,-4 5 2 0,0 5 2 0,-1-2-3 0,1 1-1 16,1-4-12-16,2-4-111 0,4-3-560 15</inkml:trace>
  <inkml:trace contextRef="#ctx1" brushRef="#br1" timeOffset="108789.83">10036 8953 252 0,'0'0'130'0,"-1"0"125"0,0 0 36 0,0 0-27 0,-35 7-43 0,36-7-75 16,0 0-10-16,0 0-6 0,-1 0-33 0,-43-5 3 15,44 5 0-15,0 0 0 0,-1 0 0 0,0 0-3 16,0 0 2-16,0 0-2 0,-1 0-7 0,-32 4-15 16,34-4-3-16,0 0-6 0,0 0-18 0,0 0-2 15,0 0-2-15,0 0-2 0,0 0-12 0,0 0-3 16,0 0-1-16,0 0-1 0,0 0-11 0,1 0 1 16,34 8 1-16,-35-8 0 0,1 0 2 0,43-6-2 15,-43 6-6-15,35-6 2 0,-17 3-14 0,-1-1 9 16,0 1-5-16,-2 1 8 15,-1 2-5-15,-1-2 0 0,1 0-1 0,-3 2 1 0,-12 0-8 16,1 0 7-16,0 0-3 0,36 5 6 0,-37-5-4 0,0 0 3 16,0 0 2-16,1 0 1 15,0 0 0-15,-1 1 9 0,0 0-1 0,0 0 3 16,0 0-8-16,0 0 9 0,0 0-4 0,-18 37 6 16,18-38-3-16,-1 0-11 0,-44 13 5 0,44-13-7 0,-35 8 5 15,14-4-2-15,0-1-3 0,-3-1 2 0,1 1-2 16,-1-1-2-16,0 0 5 0,2 0-5 0,1-1 0 15,4 0-1-15,3 0-5 0,0-1 2 0,1 1-1 0,0-1 2 16,3 0 3-16,-2-1-3 0,13 1-2 0,0 0 0 16,-2 0 1-16,1 0 0 15,-35-6-3-15,36 6-5 0,0 0-4 0,0 0 2 16,0 0-1-16,0 0 0 0,0 0 0 0,0 0 0 0,1 0 0 16,-1 0 3-16,36-12-1 0,-36 12 2 0,2 0 3 15,36-3 0-15,-38 3 0 0,2 0-1 0,44-4 2 0,-27 3 0 16,2 0 1-16,1 0-1 0,4 0 4 0,-1 1-3 15,2-1 2-15,-1 1-3 0,-2 0 0 0,-1-1 0 16,-2 0 3-16,0 0-1 16,-3 1 6-16,-3 0-2 0,-15 0-4 0,1 0 1 0,0 0 1 0,1 0 10 15,33 1-1-15,-35-1 3 16,0 0-1-16,0 0 8 0,0 0 1 0,0 0 1 16,0 0-2-16,-1 0-8 0,-45-2 2 0,45 2-5 15,-33-1-6-15,13 0 1 0,1 1 0 0,-3 0 1 16,0 0 4-16,1 0-7 0,-3 0-1 0,4 1-2 0,-2 0-2 15,2 0 3-15,3 1 3 0,5-1 1 0,13-1-7 0,-1 0 4 16,0 0-7-16,-34 6 6 0,35-6-1 0,0 0-6 16,-1 0 5-16,0 0-5 15,1 0 0-15,0 0-4 0,0 0-2 0,0 0 1 16,0 0 5-16,0 0 5 0,1 0 1 0,36-3 0 16,-37 3 0-16,1 0-2 0,44-12 2 0,-22 8-1 15,-1 0 1-15,1-1 0 0,0 0 0 0,-2 1 1 0,1-1-5 0,-2 1 9 16,0 0-4-16,0 0 6 0,-3 1-11 0,0 2 9 15,-2 0-6-15,-15 1 6 16,1 0-6-16,0 0 1 0,0 0 2 0,36 1-1 0,-37-1 2 0,0 0 0 16,0 0 3-16,0 0-2 0,0 0 9 0,0 0-9 15,0 1 3-15,0 0-5 16,0 1 0-16,0-2 6 0,0 1-6 0,0 0 5 0,-1 0-4 16,-22 34-3-16,23-35 2 0,0 0-2 0,0 0 1 15,-1 0-1-15,0 0-2 0,0 0 2 0,0 1-5 16,0 0-17-16,0 0 0 0,0 0-8 0,-36 26-9 15,37-27-46-15,0 0-9 0,0 0-21 0,0 0-100 16,0 1-124-16,0 0-40 0</inkml:trace>
  <inkml:trace contextRef="#ctx1" brushRef="#br1" timeOffset="113055.6">10963 8363 1253 0,'0'0'373'0,"0"0"-150"0,-2 0 201 0,1 0-275 16,0 0-6-16,0-1 18 0,0 0-22 0,0 0-3 15,0 0-7-15,0 0-45 0,-36-34-17 16,37 35-8-16,0 0-1 0,0 0-19 0,0 0-1 15,0-1 1-15,0 0-1 0,1 0-1 0,0 0-6 16,40-22-1-16,-41 23-2 0,34-4-13 0,-14 2 6 16,5 1-8-16,3 1 6 0,1 0-19 15,3 1 13-15,3 1-6 0,0 2 6 0,2-3-13 0,-1 3 2 16,0 1 4-16,1-2-1 0,-1 2-2 16,5-2-2-16,-2-2 0 0,3 1-1 0,-3-1 2 0,0 0-1 15,-3 2 1-15,-3-1-1 0,-1 3 6 0,-6-3-4 16,0 0-1-16,-7 0-1 0,-3-3-4 0,0-1-3 15,-16 2-16-15,1 0 2 0,0 0-82 0,0 0-60 16,0 0-6-16,0 0-21 0,0-1-40 16,0 0-69-16,-1 0-7 0,0 1-34 0,0-2-123 0</inkml:trace>
  <inkml:trace contextRef="#ctx1" brushRef="#br1" timeOffset="113240.36">11460 8133 1055 0,'-11'-7'915'15,"11"7"-581"-15,-1 0-136 0,0-1-53 0,0 0 9 0,0 0-58 16,0 0 5-16,0 0-24 0,0 1-15 0,-1 0-1 16,2 0-5-16,0 1 2 0,0 37-16 0,3-10-3 0,-1 2-1 15,-2 5 1-15,-2 3 11 16,-4 10-9-16,-1 2 0 0,-2 11-5 0,-5 4-17 0,2 1-8 16,-3 2-2-16,2-6-2 0,4 0-8 0,-1-4-85 15,2-1-85-15,4-3-29 0,1-4-527 16</inkml:trace>
  <inkml:trace contextRef="#ctx1" brushRef="#br1" timeOffset="114699.71">13122 6610 2451 0,'0'0'62'0,"0"0"-72"16,0 0-11-16,0 0-19 0,0 0-8 0,0 0 56 15,0 0 14-15,0 0 12 0,0 0 43 0,0-1-29 0,0 0-1 0,0 0-10 16,0 0-7-16,1 0 13 0,0 0-3 0,43-30 6 16,-44 31-2-16,1 0 0 15,49-7-1-15,-29 6-2 0,1 1-15 0,-3 0-8 0,5 0-4 0,3 2 0 16,3 0-6-16,3-1-2 15,1 0 5-15,1 0-6 0,1-1-4 0,4 1 4 16,0 2-4-16,2-1 5 0,-1 1-2 0,2-1 1 16,-1-1-3-16,7 1 2 0,4-2-4 0,9 1 4 15,3-1-3-15,0 0 4 0,1 2-4 0,-2-1 0 0,2 0 1 16,4 0 0-16,4-1 6 0,5 0-6 0,0 1 4 16,-2 1-4-16,-2 1 13 0,4-2 4 0,3 2 2 15,7-1-1-15,1 1 6 0,-4 1-7 16,0 0-2-16,5-1-1 0,4 0-8 0,4-2 3 15,-4 2-2-15,0-2 2 0,1 4-5 0,3-4-3 16,3 2 3-16,-4 1-4 0,-2-1 0 0,0 1 3 16,1 0 7-16,5 0 3 0,-7 1 51 0,2-3-27 15,-2 1 3-15,1 0-16 0,4 0-16 0,-10 1-3 16,-1-1 2-16,1-2-1 0,-3 1 0 0,3 0-3 16,-4 0 1-16,-10 0-2 0,0-1 3 0,-1 1-1 15,0 0-5-15,-1-1 3 0,-4-1-4 0,-8 0 3 0,-7 0 2 16,-6 0 0-16,-3 0-2 0,-2 0 2 15,-3 0 1-15,-1 0 1 0,-7-1 2 0,-3 1-2 16,-7 0 1-16,-4 0-2 0,-2 0 1 0,-17 0-1 0,1 0 2 16,0 0-1-16,0 0 4 0,-1 0-15 15,1 0-16-15,0 0-5 0,-1 0-108 0,2 0-176 16,-1 0-22-16,0 0-73 0,-1 0-298 0</inkml:trace>
  <inkml:trace contextRef="#ctx1" brushRef="#br1" timeOffset="116653.94">12493 8407 1277 0,'0'0'248'0,"-1"0"-81"0,0 0 129 15,0-1-121-15,0 0-24 0,-38-21 2 0,39 22-37 16,0 0-5-16,-1 0-4 0,0 0-44 0,-44 3-26 16,45-3 0-16,0 0-8 0,-1 1 2 0,-26 37-9 15,24-17 4-15,1 1-6 16,0 2 9-16,-1 3-3 0,1-1 0 0,1 0-2 0,3-1-9 0,6-5-8 16,1 0-1-16,3-5-2 15,-3-3 2-15,1-1-1 0,2-4 4 0,1-2-2 0,2-4 8 16,-1-3-1-16,1-2-7 0,3-2 4 0,-2-1-2 15,2-4 1-15,-1-1 6 0,-1-4-5 0,-1-2 1 0,-2 1 3 16,0-3-1-16,-2 0 3 0,0 2 10 0,-3-1 2 16,-2-1-1-16,-2 3 2 0,-3-3 1 15,-1 2-7-15,-1 1 8 0,-3 0-7 0,-1 1 5 0,-3 2-8 16,-2 3-2-16,-1 2-1 0,0 2-4 0,-1 1-3 16,0 2 0-16,-2 1-2 0,0 3-8 0,0 2 1 15,1-1-2-15,0 5 2 0,-1-3-6 0,3 4-61 16,-1-1-10-16,2 0-27 0,10-6-119 15,-1 0-114-15,0 0-14 0,1 1-46 0,-2-1-181 0</inkml:trace>
  <inkml:trace contextRef="#ctx1" brushRef="#br1" timeOffset="116821.05">12814 8543 1413 0,'12'14'266'15,"-2"0"-164"-15,0 1-12 0,3 0-28 16,-2 1 72-16,-1-1-5 0,0 0 3 0,-6-1-4 15,-1 1-16-15,-1-1-58 0,-2-14-4 0,0 1-18 0,0 0-17 0,0 0-5 16,-5 39-18-16,5-40-2 0,0 0-104 0,0 0-18 16,0 0-16-16,0 0 0 0,0-1-55 0,2 0-79 15,27-37-15-15</inkml:trace>
  <inkml:trace contextRef="#ctx1" brushRef="#br1" timeOffset="117130.23">13166 8345 791 0,'11'-15'122'0,"0"1"211"0,-1 3-78 0,-10 11-57 15,0 0 5-15,1 0-28 0,0 0-39 0,0 0-26 16,0 0-1-16,-1 0-10 0,0 0-21 0,0 0-8 16,0 0 1-16,0 0-1 0,0 1 10 0,5 42 11 15,-8-27-9-15,1 1 7 0,-1 3-36 16,1-1-14-16,2-1-2 0,0 3-4 0,3-2-5 0,-1-1-6 16,2 1-1-16,1-1-4 0,0-1-11 0,3 1 12 15,-2-1-8-15,0 0 9 16,3 0-10-16,-1-1 6 0,2 2-4 0,1-2 4 0,0 1-8 15,3-2-2-15,-1-3 4 0,0 3-4 0,2-2-4 0,1 2 1 16,0-1 1-16,-1-4 0 0,0 3 3 0,-2 0-4 16,-1-1 1-16,-4 1-1 0,-1-1 9 0,-2 0-2 15,-5-12 5-15,0 1-3 0,0 1 3 0,0 41 1 16,0-43 0-16,0 1 2 0,-1 0-11 0,-30 39 8 16,31-40-8-16,-1 0 6 0,-42 21-29 0,42-21-62 15,-35 2-11-15,18-4-24 16,-1-3-85-16,-2-3-46 0,-2-2 1 0,1-2-17 15,-2-4-30-15</inkml:trace>
  <inkml:trace contextRef="#ctx1" brushRef="#br1" timeOffset="117286.39">13130 8486 1700 0,'11'-8'104'0,"2"-1"192"16,4 1-209-16,4-1 39 0,2 2-3 0,4 0 14 0,-1 1-9 15,0 0-9-15,1 5-12 0,-1-2-2 16,2 2-60-16,-2 3-27 0,-1-2 0 0,-2 1-9 0,-1 0-2 15,-3 1-7-15,1 0 4 0,0 0-4 0,-2-1-2 16,1 0-162-16,0 2-6 0,-1-2-73 0,1 0-188 16</inkml:trace>
  <inkml:trace contextRef="#ctx1" brushRef="#br1" timeOffset="117653.43">14355 8718 2868 0,'0'0'122'0,"0"0"-108"0,0 0 32 0,0 1-21 0,0 0 69 0,3 35-64 16,-3-36-23-16,0 0-12 0,0 1-117 0,0-1-235 15,0 0-70-15</inkml:trace>
  <inkml:trace contextRef="#ctx1" brushRef="#br1" timeOffset="119859.62">19177 7084 1825 0,'-1'0'142'0,"0"0"-63"0,0 0 79 15,0-1-108-15,0 0-3 0,0 0 11 0,0 0-4 16,0 0-3-16,1 0 3 0,0 0 2 0,-13-36-16 15,13 37 3-15,1 0-9 0,36-4 1 16,-18 4-1-16,0 0 1 0,2-1-1 0,3 1-1 16,1-2 5-16,4 2-3 0,2 0 2 0,2 0-16 0,0-1-2 15,1 1-3-15,3 0 1 0,0 0-2 0,3-1-7 16,3 1 2-16,3 0-4 0,5 2 3 0,2-3 6 16,1 1 6-16,1 2 0 0,0 0 18 0,1 2-26 15,2 1 2-15,5-1-11 0,4-1-2 0,4 1 0 16,2 1 1-16,-1 1 0 0,-2-1 4 0,1 0 6 15,4 0-5-15,4 1 5 0,3 0-2 0,0 1 6 16,-3 0 0-16,3 0 2 0,2 0-1 0,8-1-3 16,0 0-3-16,-2 0-1 0,-1 0-12 0,4-1 5 15,3 0 2-15,5-1 2 16,-3 0-1-16,-1-1-1 0,2-1-5 0,2 2 1 0,3-2-3 16,-4 1 1-16,-4-1 6 0,4 0-4 15,-1 0 6-15,1-2 3 0,-2 2 1 0,-1-1 4 0,0 1 22 0,3-1-13 16,1 0 0-16,-5 1-7 15,-1-2-9-15,3 1-4 0,2 0 4 0,-1-2-5 0,-4 1 4 16,-3-2-2-16,1 0 0 0,1 0 0 0,1-1 0 16,-6 3-4-16,-3-1 1 0,-1-1-3 0,0 1 3 0,3 0 5 15,-4 0-5-15,-6 0 3 0,-5-1-7 0,0 2 5 16,0 0-3-16,0 0 5 16,-1 1-7-16,-3 0 3 0,-8 0 3 0,-4 1 0 0,1 1 4 0,1-2-4 15,0 3 2-15,-1-2-3 0,-2 0-2 0,-5 1 2 16,-3-1-3-16,-4 1 2 15,-2 0 2-15,-6-1-2 0,-4-1 3 0,-2-1-3 0,0 0 4 16,0 0-4-16,-3 0 0 0,-1 0-1 0,-4 0 0 0,-6-1 2 16,-2 0 1-16,-14 1 0 15,2 0-1-15,-1 0-26 0,0 0-8 0,0 0-13 16,0-1-92-16,0 0-86 0,0 0-18 0,22-35-25 16,-23 36-100-16,0-1 972 0</inkml:trace>
  <inkml:trace contextRef="#ctx1" brushRef="#br1" timeOffset="120581.44">19616 7177 1583 0,'-31'-8'286'0,"2"0"122"0,3 2 1 16,4-1-383-16,4 0-13 0,4 1 11 0,14 6-2 0,-1 0 9 16,0-1 13-16,0 0 1 15,-30-34-9-15,31 35 1 0,0 0-39 0,1-1 2 16,0 0 1-16,44-23 1 0,-28 21 2 0,2-1 5 16,4 2-5-16,4 0 5 0,3 2-4 0,3-2 4 15,3 1 2-15,3 1 0 0,3-1-2 0,2-1-1 16,5 2-2-16,0 0 2 0,1 1-2 0,-1 1 1 15,5-1 1-15,2-1-1 0,4 1 3 0,8-1-6 16,0 0 4-16,2 0-5 0,-1 0 3 0,4 0-4 16,3 0 4-16,6 1-3 0,3-1-2 0,1 2 2 15,-4 1-3-15,3 0 5 0,3 0 1 0,5 1 7 16,3 0 0-16,-3 1 3 0,0 0 8 0,5-1-2 16,2 1-2-16,5 0 0 0,-3-1-10 0,2 1 9 15,2 0-8-15,2-1 5 0,5 0-16 0,-5 0 10 16,3 0-5-16,1 1 6 0,-1 1-8 0,0 1 1 15,-1-1 3-15,1 2-2 0,2 0 1 0,-3 0 2 0,0 0-4 16,-1 1 2-16,-1-1-5 0,0 0 5 16,1 2-1-16,-1 0 2 0,2-1-3 0,2 0 1 15,-4-2 4-15,1 1-2 0,1 0 8 0,1-2 9 16,2 2 0-16,-2-2 2 0,1 0-1 0,2-1-5 0,-1 2-5 16,-4-2 0-16,2 1-9 0,-2 0 1 15,0-1 0-15,-5 1 1 0,-5-2-3 0,2 3 4 16,-7-1-1-16,2-1 2 0,-6-1 4 0,-6 6 4 15,-3-2 0-15,-4 1 1 0,0 0-4 0,-5-7-5 16,-4 2-3-16,-7 1 0 0,-4 1-5 0,-5 0 1 16,-2 0 1-16,-3-1-1 0,1 0 1 0,-4-3-1 0,-4 2 3 15,-6-2-3-15,-4 0-1 0,-5 1-21 16,-2-2-46-16,-4-1-3 0,0 2-273 0,0 0-510 0</inkml:trace>
  <inkml:trace contextRef="#ctx1" brushRef="#br1" timeOffset="122789.9">19723 7050 255 0,'0'0'1177'0,"0"-1"-353"0,0 0-796 0,0 0 0 0,1 0 10 0,1 0 29 16,-2 0-10-16,40-25 17 0,-40 26-22 0,0 0-3 15,1-1-3-15,35-13 3 0,-36 14 5 0,1 0-5 16,44-3 2-16,-27 2-4 0,3 0-2 0,1 1-8 16,1 1-6-16,5 0 0 0,0 0-5 0,0-2-2 15,1 1 9-15,3 0-7 0,2 2 2 0,5-2 0 16,4 0-10-16,4 0 6 0,0-1-13 0,2 1 3 15,1 0 3-15,1 0-2 0,-1 0-3 0,2 0-4 0,3 0 4 16,2 1-5-16,6 0 1 0,-1 0-1 0,-1 0 0 16,-1-1 0-16,0 2-1 0,1-1-1 15,3 0-4-15,2 1 3 0,3-2 3 16,-1 0-5-16,-1 1 5 0,-4 0-6 0,-1 0 0 0,4 1 21 16,2-2 3-16,3 1 7 0,0 1 6 0,-3 1-21 15,-4 1-6-15,-1-1-2 0,0 1-11 0,0-1 11 16,4 1-4-16,-1 2 6 0,-3-2-11 0,-4 0 6 15,-2 1 0-15,-2-1 2 0,-1 1-4 0,1-2 1 16,2 1-2-16,-1-1 2 0,-1 0 9 0,-5-1 23 0,-3 0-12 16,-3 1 13-16,-3-1-29 0,0 0 1 15,-1 0 0-15,2 0-1 0,-1-1-6 0,-1 0-1 0,-3 1 1 16,-4-2 0-16,-3 1 3 0,-3 0 1 16,-1 0-2-16,-3 0 0 0,-2-1-4 0,-2 0 3 15,-1 0-3-15,-4 1 3 0,0-1-5 0,-14 0 1 16,1 0 0-16,0 0 1 0,-1 0 5 0,37 0-6 15,-37 0 0-15,0 0-4 0,0 0-28 0,0 0-79 16,0 0-11-16,0 0-32 0,0 0-116 0,0 0-137 16,0 0-64-16</inkml:trace>
  <inkml:trace contextRef="#ctx1" brushRef="#br1" timeOffset="124731.52">14973 7943 1347 0,'0'0'86'16,"0"0"38"-16,0 0 24 0,0 0-9 0,0 0-7 0,0 0-7 16,0 0 0-16,0 0 2 0,0 0-17 0,0 0-23 15,0 0 1-15,0 0-7 0,0 0-1 0,0 1-17 16,0 0 4-16,0 0-9 15,-4 44-5-15,4-45 7 0,0 1-8 0,0 41 7 16,0-23-20-16,-1 2-9 0,-1-1 2 0,0 2-4 16,0-1-3-16,0-3-9 0,0 1-3 0,0-1 0 15,0-1-2-15,1-1-2 0,1-2 2 0,0-14-2 16,0 1-5-16,0 0-4 0,-3 40-18 0,3-41-1 16,0 0-96-16,0 0-128 0,0 1-18 0,0 0-55 15,0 0-218-15</inkml:trace>
  <inkml:trace contextRef="#ctx1" brushRef="#br1" timeOffset="125454.54">15592 7786 1559 0,'0'0'82'0,"0"-1"39"0,0 0 31 16,0 0 9-16,0 0 3 0,0 0-20 0,0 0-2 15,0 0-2-15,0 0-19 0,-20-36-36 0,20 37 4 16,0 0-15-16,0 0-7 0,0 0-12 0,-1 0-2 0,-35 20-2 16,36-20-8-16,-1 0-9 0,0 1-3 0,-35 33-2 15,36-34-4-15,-1 1-1 0,-33 42 0 0,23-22-2 16,-3 0-3-16,-1 2 2 0,-2 2-2 0,0 3 1 15,-1 1-4-15,-2 4-5 16,-1-1 4-16,-1 4-4 0,-1 2 8 0,1 0-13 0,1 2 4 16,2 0-7-16,-2-1 5 0,0 3 2 0,1 1-4 15,-2 2 3-15,0 1 0 0,-2 1 0 0,1 0 0 16,2-2-1-16,0 1-3 0,2-4-2 0,1-3 3 16,0-3-3-16,1 0 3 0,3 2-4 0,-2 1 2 15,2 3-3-15,0-4 5 0,1-2-5 0,0-1 3 16,-1-4-2-16,2 1 3 0,4-4-5 0,0 0 2 0,2-5-2 15,-1-1 2-15,-1-3 0 0,0-3 1 0,5 1 0 16,0-6 1-16,3-11-22 16,0 2-12-16,0-2-10 0,0 1-76 0,0 0-53 0,0 0-6 15,0 0-19-15,0-1-52 0,1 0-49 0,0 0-43 16,40-4 133-16,-26-9 1335 0</inkml:trace>
  <inkml:trace contextRef="#ctx1" brushRef="#br1" timeOffset="126066.73">15757 8428 2080 0,'0'0'78'0,"0"0"8"16,0 0 31-16,0-1 15 0,0 0 17 0,0 0 1 15,0 1-14-15,0-1 1 0,0 0-72 0,-1 0-19 0,0 0-2 16,-38-15-5-16,39 16-6 0,-1 0-5 0,0 1-1 15,-45 33 1-15,31-19 5 0,0 3-9 0,1 0 6 16,-3 3-8-16,1 3 2 0,-3 0 2 0,2 3-3 16,0 0 3-16,-1 1-12 0,2 2-2 15,-2 1-2-15,1-1 1 0,2 4-7 0,-2 1 5 16,0-2-6-16,2 5 5 0,0-3-7 0,3-1-1 16,-1 1 5-16,1-5-3 0,4-1 6 0,0-4-8 0,3 0 1 15,3-6-2-15,2-1 6 0,3-4-5 0,2-1 6 16,4-5-5-16,0-2 17 15,3-1 9-15,0-2-2 0,2-3 6 0,1 0 8 0,3-4-9 16,1-2 0-16,0-1-5 0,1-4-17 0,1 1 9 16,-2-2-2-16,0-3 5 0,-1 3-3 0,-3-1-3 15,0 2-2-15,-1-2 0 0,-2 1 1 0,-1 2 0 16,-4-3 0-16,-7 13 0 0,0-1 0 0,0 0-10 16,7-37 2-16,-7 38-5 0,0-1 0 0,0 0 0 15,-2 0 0-15,-22-37 0 0,24 38 0 0,-1 0 0 16,0 0 0-16,-43-13-2 0,44 13-10 0,-1 0-9 15,-45 4 2-15,44-4-3 0,-32 9 0 0,15-3-3 16,1 2-7-16,-1-1-5 0,0 0-93 0,1 0-210 16,2-1-38-16,2-1-121 0,3 3-775 0</inkml:trace>
  <inkml:trace contextRef="#ctx1" brushRef="#br1" timeOffset="128714.65">16980 8488 2184 0,'0'0'89'0,"0"0"-8"0,0 0 22 0,0 0 12 16,0 0-4-16,1 0 14 0,0-1-2 0,41-19 0 16,-42 20-26-16,23-18-26 0,-4 13-1 0,1 0-8 15,-1-2-6-15,1 1-15 0,1 0-2 0,-3-1-5 16,2 2-17-16,-1-1-2 0,-2 2 3 0,1 1-2 15,2 0-4-15,-6 0-3 0,5 0-4 0,-2 2 3 16,-2 1-3-16,-1-3-3 16,0 2 2-16,0 1-2 0,-14 0-2 0,1 0-1 0,0 0 0 0,36-2-6 0,-37 2-48 15,0 0-64-15,1 0-16 16,0 0-16-16,0 0-61 0,0 0-57 0,0 0-11 16,0 0-24-16,0 1-104 0</inkml:trace>
  <inkml:trace contextRef="#ctx1" brushRef="#br1" timeOffset="128979.54">17019 8643 751 0,'-14'6'982'0,"1"-1"-665"0,13-5-139 0,-1 0-71 16,0 0 58-16,0 1-4 0,0 0 3 0,0 0-6 16,0 0-28-16,0 0-38 0,0 1-3 0,0-2-11 15,1 1-6-15,0 0-14 0,1 0-2 0,0 0-6 16,52 20-13-16,-32-24-5 0,1 2-4 0,-2-2 1 15,2 0-3-15,0 0-7 0,2 0 1 0,0 1-4 16,1 0 0-16,2 1-6 0,0 0 1 0,1 0-3 16,-4 0 1-16,0 0-9 0,-2-1 4 15,-2 1-6-15,0 1 4 0,-2 0 4 0,-3 3-2 16,0-3 3-16,-1 2-2 0,-14-2-1 0,1 0-4 0,0 0-4 16,37 4-60-16,-38-4-116 0,0 0-20 0,1 0-47 15,0 0-188-15</inkml:trace>
  <inkml:trace contextRef="#ctx1" brushRef="#br1" timeOffset="129599.28">18487 7916 1804 0,'0'0'76'0,"0"0"25"0,0 0 38 0,0 0 21 16,0-1 19-16,0 1-21 0,1-1-1 0,0 0-12 15,0 0-39-15,-1 0-17 0,0 0-6 0,0 1-1 16,0-2-14-16,0 1-9 0,0 0-3 0,0 1-3 16,0 0-17-16,0 0-7 0,0 0 0 0,0 0-3 15,0 1-8-15,-3 34 1 0,3-35-6 0,0 1 4 16,-13 46-8-16,13-46-7 15,-8 37 4-15,3-17-5 0,0 1 6 0,-1-1-5 0,2 1 0 16,1 0-1-16,-1-2 5 0,-1-1-5 0,3 1 3 16,-3-5-4-16,2 0 0 0,3-15-2 0,0 1-2 0,0 0-3 15,-6 39-43-15,6-40-83 0,0 0-8 0,0 1-29 16,0 0-66-16,0 0-46 0,0 0-16 0,0 0-22 16,0 0-181-16</inkml:trace>
  <inkml:trace contextRef="#ctx1" brushRef="#br1" timeOffset="129866.51">18043 8376 1853 0,'0'0'465'0,"-1"0"-329"0,0 0-61 16,0 0-34-16,0 0 86 0,0 0 15 0,0 0-2 0,0 0 1 15,0 0-42-15,1 0-35 0,0 0-3 0,0 0-9 16,1 0-11-16,46 17-10 0,-25-16 2 0,2-1-4 15,3 2 3-15,0 0-13 0,3-2 0 0,2 0-5 16,2 0 0-16,4 0-2 16,0 0 1-16,1 0-2 0,-1-3-7 0,-1 2 4 0,0 0-3 15,-2-1 3-15,-3 1-1 0,-1 0-7 0,-2-1 4 16,0-2-4-16,1 2 9 0,-1 0-9 16,-1-2 0-16,0 2-10 0,-5 0-62 0,-5 1-83 0,-2-1-15 15,-16 2-25-15,1 0-86 0,0 0-109 0,34-3-69 0</inkml:trace>
  <inkml:trace contextRef="#ctx1" brushRef="#br1" timeOffset="130275.1">18221 8766 2264 0,'0'0'95'0,"0"0"-48"0,0 0 9 16,0 1-11-16,1 0 73 0,35 21 28 0,-36-22-13 15,1 0 10-15,51 3-67 0,-29-8-16 16,4 2 4-16,0 1-7 0,1-3 8 0,1 3-21 16,-1-3 2-16,0-1-7 0,-3 2-4 0,-2 2-12 15,-1 1 0-15,-4-1-3 0,-1 2-6 0,-3-1-2 16,-3 1 2-16,-11 0-1 0,1 0 8 0,0 0-11 16,0 0 2-16,-1 1-5 0,0 0 4 0,0 0-9 15,0 0-1-15,-17 37-1 0,17-38-16 0,-31 23-18 16,12-9 2-16,1 6-6 0,-6 0 14 0,0 1 7 15,1 1 3-15,0-2 0 0,3 0 8 0,2-2 4 16,2-1-3-16,3-1 4 0,4 0 0 0,0 0 0 16,4-3 0-16,5-13 1 0,0 1 6 0,0 1-2 0,-2 34 6 15,2-36-5-15,0 0 7 0,1 1-7 0,0 0 4 16,44 23-5-16,-45-24 3 0,2 0-7 0,45 4 2 0,-46-4-2 16,37-4 6-16,-18 1-1 0,1-2 0 0,0-3-1 15,0 0-2-15,0-1-15 16,1-3-7-16,3-2-9 0,0 0-62 0,7-3-61 15,-2-1-10-15,2 0-21 0,0 0-61 0,-1 1-108 16,0 0-60-16</inkml:trace>
  <inkml:trace contextRef="#ctx1" brushRef="#br1" timeOffset="130546.38">19160 8552 2250 0,'0'0'53'0,"0"0"76"16,0 0-18-16,0 0 42 0,0 0 6 0,0 0-26 16,0 0-10-16,0 0-8 0,0 0-46 0,1 0-10 15,0 0-3-15,41-12-4 0,-41 12-14 0,0 0-10 16,51-3 3-16,-30 1-6 0,-1 0-5 0,3-1-6 16,-2 3-2-16,0-3-2 0,1 1-11 0,-2 0 3 15,1-1-1-15,0 1 3 0,-1 1-4 0,-2-2 5 0,2 1-3 16,-1 0 3-16,-2-1-5 0,-3 1-1 0,-15 2-12 15,1 0 1-15,0 0-53 0,37-7-53 0,-38 7-4 16,0 0-21-16,1 0-68 0,0 0-61 0,0 0-24 16,0 0-31-16,0 0-285 0</inkml:trace>
  <inkml:trace contextRef="#ctx1" brushRef="#br1" timeOffset="130785.74">19450 8244 1729 0,'0'0'285'0,"0"0"-146"16,0 0 52-16,0 0-105 0,0 0 62 0,0 0-9 16,0 0 4-16,0 0-10 0,0 0-25 0,0 0-32 15,0 1-9-15,0 0-5 0,-6 40-6 0,6-41-5 0,-7 32 1 16,3-7-4-16,0 2 0 0,-2 7-3 16,0 0 0-16,0 3-4 0,0 1-8 0,1-1-19 15,-1 2 3-15,0-3-10 0,1-3-5 0,0-2 0 16,1-3 1-16,0-6 0 0,0 1 6 0,2-6-65 0,0 0-14 15,0-2-27-15,0-1-114 0,0 2-62 16,1-1-15-16,1-15-24 0,0 2-139 0</inkml:trace>
  <inkml:trace contextRef="#ctx1" brushRef="#br1" timeOffset="131535.97">20215 8535 3551 0,'26'-4'21'0,"1"0"1"0,3 0-10 0,-5-9 3 0,10 10-1 0,-1 1 1 0,4 0-7 0,2 1-4 0,-6-3 4 0,5 3-3 15,-3 1 0-15,-8-1-2 0,4 0-3 0,-2 1 2 0,0 0 3 16,-1 0-3-16,-1 0 4 0,-3 1-5 16,-6-1 5-16,-1-1-16 0,-2 2-8 0,-16-1-8 15,1 0-63-15,0 0-71 0,0 0-10 0,0 0-26 16,0 0-86-16,1 0-95 0,-2 1-62 0</inkml:trace>
  <inkml:trace contextRef="#ctx1" brushRef="#br1" timeOffset="131747.98">20334 8719 1856 0,'0'0'310'0,"0"0"-245"0,0 0 43 15,0 0-64-15,0 0 100 0,0 1-1 0,0 0-1 16,0 0-5-16,3 41-38 0,-3-42-39 0,0 1 6 0,0-1-17 16,2 49 8-16,-4-32-20 0,-2 4 1 0,-1 2-8 15,-2-2-16-15,0 2-5 0,-2-2-4 0,1 0 0 16,1 0-5-16,-1-5 4 0,2 1-3 0,2-4-1 16,4-13-53-16,0 1-98 0,0 0-9 0,0 0-35 15,0 0-82-15,0 0-118 0,0 0-78 16</inkml:trace>
  <inkml:trace contextRef="#ctx1" brushRef="#br1" timeOffset="132133.79">20535 8786 1618 0,'0'0'103'0,"0"0"272"16,1 0-339-16,0 0 96 0,46 10-12 15,-47-10 38-15,1 0-14 0,43 4-30 0,-43-4-1 0,34 3-12 16,-16 1-19-16,2 0-10 0,0 0 0 15,-1-2-6-15,0-2-12 0,0 0-11 0,0 0 3 0,-2 4-5 16,-1 2 3-16,-2-1-13 0,-3 3 6 0,-12-8-7 16,1 0 7-16,0 1-15 0,0 0-2 0,0 0-5 15,0 0-11-15,25 38-3 0,-26-39-4 16,0 0 0-16,-1 1-10 0,-37 27 1 0,22-18-2 0,-3-1 0 16,-2 0-12-16,-2 3-3 0,-2-1 3 0,0 2-1 15,-3 0 1-15,1-1 11 0,-2 3-5 0,4-1 8 16,-2 0 3-16,5-1 10 0,4 0-6 15,2-1 6-15,4 1-4 0,1-3-7 0,0 0 8 16,11-10-7-16,0 0 3 0,0 1 6 0,0 0-1 0,0 0 2 16,0 0 1-16,1 0 4 0,0 1-4 0,44 30 4 15,-44-32-6-15,34-8 4 16,-13 4-2-16,4-3 2 0,-2 2-4 0,6-2-1 0,-4-1 1 16,0 0 0-16,-3 1 1 0,1-2-28 0,-1-1-9 0,0 0-13 15,-1-1-88-15,-1-1-105 0,0 0-23 0,-1 1-33 16,-3 0-130-16</inkml:trace>
  <inkml:trace contextRef="#ctx1" brushRef="#br1" timeOffset="132379.46">20766 7790 2654 0,'2'-5'48'0,"-2"5"10"0,0 0-5 0,0 0 1 0,0 0 26 15,0 0-2-15,0 0-1 0,9 33-41 0,-20-23-3 16,6 15-7-16,-2 3 5 16,0 6-3-16,-4 4-6 0,-2 1-1 0,2 2-5 15,0 2-13-15,-4-2-1 0,2 2 1 0,-2-3 0 16,3 0 1-16,1-8-110 0,3 3-19 0,3-2-47 0,2-1-187 15,4 4-300-15</inkml:trace>
  <inkml:trace contextRef="#ctx1" brushRef="#br1" timeOffset="133715.56">21802 8428 1446 0,'0'0'146'0,"-1"0"36"16,0 0 27-16,0 0-98 0,0 0 1 0,-1 0 28 16,2 0 0-16,-1 0-5 0,0 0-28 0,0 0-29 15,0 0 0-15,1 0-10 0,0 0 7 0,1 1-17 16,37 20 5-16,-17-16-10 0,0 1-11 0,-2-3-14 0,4 0 1 15,-1-2-6-15,1 1 1 0,-3-1-13 16,-3 0 3-16,1 1-6 0,1-1 5 0,-2-2-13 16,4 2 3-16,-2-1-5 0,0 0 11 0,-2-2-26 15,-1-1-11-15,-1 0-12 0,-3 0-83 0,1-2-68 16,-13 5-10-16,1 0-26 0,0 0-93 0,0 0 1007 16</inkml:trace>
  <inkml:trace contextRef="#ctx1" brushRef="#br1" timeOffset="133931.75">21690 8766 2178 0,'0'0'65'16,"0"0"-9"-16,0 0-2 0,1 1 71 0,0 0 1 0,49 31 22 16,-49-32-4-16,36 4-49 15,-14-1-2-15,0-3-19 0,3-1-39 0,0 1-12 16,-2 0 1-16,2 0-5 0,-1-1-5 0,-1-2-7 15,-2-2 1-15,1 1-3 0,-3-3 3 0,1 2-3 0,3 2-3 16,-2 1 1-16,0-3-6 0,-1 3-117 16,-1-2-6-16,0 0-52 0,0 1-127 15,0-1-191-15</inkml:trace>
  <inkml:trace contextRef="#ctx1" brushRef="#br1" timeOffset="134380.95">22701 8647 1587 0,'0'0'55'0,"0"0"29"0,0 0-7 16,0 0 24-16,0 0 39 0,0 0-11 16,1 0-4-16,0 0-3 0,0 0-20 0,38 12-11 15,-39-12 0-15,1 0-5 0,40 14-15 0,-40-14-3 16,35 7-2-16,-15-3 0 0,3-2 0 0,3 2-2 15,0-3-2-15,1-1 0 0,1 0-9 0,5 0-9 16,3 0-3-16,2 0-3 0,3-2-19 0,0-4-3 0,-4 2-3 16,0-1 1-16,-1 0-5 0,-2 2-6 0,-2-1 3 15,1 0-3-15,-4 2 2 0,-1-3 1 16,-1 1-1-16,-1-2 0 0,-1 0-3 0,-2 2 5 16,-4 0-5-16,-3 1 3 0,-17 3-24 0,2 0-47 15,-1 0-8-15,0 0-19 0,0 0-74 0,0 0-49 16,0 0-9-16,0 0-19 0,0 0-87 0</inkml:trace>
  <inkml:trace contextRef="#ctx1" brushRef="#br1" timeOffset="134624.93">22991 8864 1189 0,'0'0'177'0,"0"0"180"15,0 0 170-15,0 0-472 0,0 0 29 0,0 1 48 16,0 0 1-16,-18 39 10 0,18-40-37 0,0 1-31 0,-12 42-2 16,12-41-9-16,-12 34-17 0,4-16 6 0,0 3-8 15,-2 0 7-15,2 3-19 0,-3 0-12 16,2 1 2-16,0-2-6 0,-3-2-7 0,2 0-4 16,0-4-2-16,3-4 0 0,1 3-2 0,1-5-20 15,0-1-19-15,5-12-8 0,0 0-117 0,0 1-57 16,-1 0-6-16,0 0-20 0,-18 35-58 0,19-36-343 15</inkml:trace>
  <inkml:trace contextRef="#ctx1" brushRef="#br1" timeOffset="135049.82">23133 8967 1985 0,'0'0'92'0,"0"0"32"16,0 0-9-16,0 0 27 0,1 0 26 0,0 0-26 15,0 0-10-15,38-9-6 0,-39 9-43 0,1 0-13 16,35 2-2-16,-36-2-4 0,1 0-13 0,50 4-17 0,-30-2 5 16,-1-1-8-16,4 2-6 0,-2 0-7 0,-1 1-2 15,-1 2-1-15,-5 1-2 0,1-1-4 0,-2 3 1 16,-4 1-1-16,0 0-5 0,-2 1-5 0,-1 0-1 0,-7-11-1 16,0 1 0-16,0 0-4 15,9 43 1-15,-9-44-2 0,0 1 1 0,-19 36-12 16,19-37 4-16,-27 26-7 0,11-13-1 0,-2 1 2 0,-4 0-5 15,-3-1 5-15,-2-1 4 0,-2 0 7 0,2 1 0 16,-2-1 2-16,3-1 8 0,1-3 3 0,2 2 0 16,3-3 1-16,2 1-2 0,6-2 0 0,12-6 0 15,-1 0 0-15,0 0 0 0,0 0-5 16,0 0-1-16,0 0-2 0,1 0 4 0,0 0 6 16,1 0 0-16,38-8 1 0,-17-2 0 0,3 4-1 15,1-1 0-15,0-1 0 0,3 3 6 0,-1-3-10 16,0-1 8-16,-1 1-8 0,0 2 4 0,-6-2-3 15,3 2-2-15,-2-1 0 0,3-1-10 0,-1 0-76 16,0 0-8-16,-1-3-31 0,-4 0-93 0,0 1-53 16,-3 2-16-16,0-2-31 0,-6 1-251 0</inkml:trace>
  <inkml:trace contextRef="#ctx1" brushRef="#br1" timeOffset="135411.6">23048 7903 3186 0,'0'0'55'0,"0"0"-29"0,1 1-6 0,35 24 1 0,-21-17 0 0,3 1-2 0,0-3-5 0,7 1-1 0,1-3 8 0,8 0-5 16,-1-1 14-16,-1-1 2 0,1 0 0 0,0-2 0 16,1 1-9-16,-7-2 5 0,1 2-8 0,-4 2 6 15,-1 1-22-15,-2 1 18 16,0 2-4-16,-5 2 9 0,-1-2-9 0,-4 4 5 0,-3 0-5 16,-3 4 3-16,-2 3-12 0,-3 4 1 15,-4 2 2-15,-5 5-1 0,-2 4 2 0,-7 2-8 0,-1 7-4 16,-5 1 1-16,-4 3-2 0,0 8 2 0,-3 3 0 15,0 6-1-15,-2 1-5 0,0-4-53 0,2-1-49 0,5-9-28 16,2-1-398-16</inkml:trace>
  <inkml:trace contextRef="#ctx1" brushRef="#br1" timeOffset="170140.51">1602 11260 1496 0,'0'0'195'0,"0"0"80"16,0 0 36-16,0 0-210 0,0 0 27 15,0 0-40-15,0 0 1 0,0 0-25 0,0 0 3 16,0 0 7-16,0 0-1 0,0 0 0 15,0 0-22-15,0 0-9 0,0 0-5 0,2 0-2 0,-2 0-8 16,1 0 0-16,34 19 1 0,-35-19-3 0,0 0-10 0,1 0 2 16,0 1-2-16,-1 0 1 0,39 32-5 0,-39-33 1 15,0 0 4-15,0 1-2 0,2 0 8 16,17 43 1-16,-19-44 3 0,0 1 0 0,-2 38 11 0,2-39-12 16,-11 33-2-16,5-13-4 15,-3 1-8-15,1 2 3 0,1 0-4 0,-1-2 3 0,2 1-8 0,0-2-2 16,1 1-1-16,0-1-2 0,1-2-6 0,1 0 4 15,0-5 1-15,3-13 1 0,0 1-4 0,0 35-7 16,0-36-4-16,0 1 0 0,0 0-6 0,18 36-2 16,-18-37 9-16,1 0-4 0,0 0 21 0,45 11-2 15,-45-11 2-15,34 2-1 0,-12-5 4 0,3 0-6 16,0-2 2-16,2-1-2 0,-2 1 9 0,1-1-7 16,-2 2-3-16,-1 2-1 0,-2-3-4 0,-1 0 0 15,-1 0 2-15,-4-2-2 0,-1-1-1 16,0-1-59-16,-2-1-30 0,-2-1-19 0,-11 11-163 0,2-1-47 15,-2 0-13-15,34-37-20 0,-27 21-114 16</inkml:trace>
  <inkml:trace contextRef="#ctx1" brushRef="#br1" timeOffset="170522.78">1525 11120 1653 0,'-44'12'272'16,"-1"-4"-115"-16,2 2 62 0,5 0-139 0,0 2 56 15,3 1-38-15,6 3 1 0,3 4-17 0,6 8-13 16,5 3-15-16,0 3 5 0,4 7-10 0,4 2-6 16,3 6 8-16,4 1-7 0,3 1 5 0,2 0-16 15,3 1-7-15,3 1-5 0,1 0-1 0,5 1-15 16,8-1 6-16,1-4-4 0,8-5 3 0,2-3-13 0,5-9 1 16,2-5-2-16,1-10 2 0,1-3-3 0,0-9 6 15,0-1 1-15,-1-3 3 0,0-5 4 0,2 0 13 16,5-10 0-16,-1-4 7 0,4-3 11 0,-6-4 8 15,-3-3-3-15,-6-3 3 0,-1-2-13 0,-9-5-5 16,1-2-1-16,-4-8-1 0,-2 0-4 0,-1 1 10 16,-4 0-1-16,-3 1 5 0,-5-2 1 0,-6-1-13 15,-5-3 5-15,0 7-8 0,-5 4 7 0,-2 9 6 16,-1 4-11-16,-4 6 7 0,-3 2-32 16,-2 6 0-16,-3 4 0 0,-4 6 0 0,0 1 0 15,-8 7 0-15,-3 3 0 0,-9 8 0 0,-7 5 0 0,-5 5 0 16,-5 2-7-16,1 5-2 0,2 2-55 0,9-4-72 15,4 1-32-15,9-4-28 0,6-4-241 0</inkml:trace>
  <inkml:trace contextRef="#ctx1" brushRef="#br1" timeOffset="171227.24">4519 10892 1634 0,'-3'-16'56'0,"1"-2"-22"0,1 1 17 0,2-1-15 16,2 2 15-16,0 2 41 0,-3 14 6 0,0-1 8 16,0 0 38-16,-14-39-11 0,14 40-2 0,0 0-2 15,0 0-17-15,0 0-27 16,-1 0-3-16,0 0-11 0,0 1-35 0,-32 42 1 16,27-23-4-16,2 9 5 0,2 3-3 0,1 9 1 15,0 6 3-15,4 9-2 0,0 4 0 0,-1 8 2 16,1 7-4-16,-2 8 5 0,0 6 2 0,-1 5-3 15,-1 2 2-15,-2 9-2 0,-1 0-5 0,0 5-6 0,1-4-3 16,-3-4-1-16,2-5-12 0,0-8-2 0,0-2-4 16,0-12 1-16,2-6-4 0,0-8-3 0,0-8 2 15,1-3-2-15,0-6-6 0,-1-5-59 16,1-5-5-16,0-12-25 0,-1-2-57 0,2-20-54 16,0 1-4-16,0 0-25 0,0 0-85 0,0 0-306 0</inkml:trace>
  <inkml:trace contextRef="#ctx1" brushRef="#br1" timeOffset="171562.21">4370 10974 2071 0,'0'0'346'0,"0"0"-299"15,0-1 22-15,0 0-39 0,-1 0 44 0,-13-39-24 16,14 40 6-16,0 0-13 0,0-1-3 0,1 0-18 0,0 0 7 15,43-24-11-15,-25 24 1 0,3-2-1 0,4 3-1 16,3 0 0-16,3 0 1 0,3 0 0 0,4 2 0 16,7 2 3-16,5 0 15 0,1 2 12 15,-4 1 4-15,-4 3 2 0,-3 0-2 0,-7 4 6 16,-5 0-5-16,-4 2 6 0,-8 1-1 0,-2 4 8 16,-5 1-7-16,-6 3 6 0,0 3-8 0,-5 2-3 15,-2 0 0-15,-5 4-5 0,-5 3-14 0,-6 5-5 16,-5 2 0-16,-6 2-4 0,-4 2-9 0,-1-2-6 0,-3-1-4 15,2-4 1-15,-2-3-6 0,-2-8-24 0,2-2-11 16,3-4-11-16,3-2-75 0,8-3-102 0,3 0-4 16,1-4-50-16,1 0-179 0</inkml:trace>
  <inkml:trace contextRef="#ctx1" brushRef="#br1" timeOffset="172025.93">6030 10810 2178 0,'0'0'363'0,"-1"0"-261"0,0-1 43 16,-40-17-86-16,41 18 58 0,-1 0-25 0,0 0 11 0,-45-6-15 15,29 12 24-15,-2 3-38 0,-3 5-2 0,-3 5-14 16,0-1-21-16,1 7-16 0,-3 5 5 0,0 7-9 15,-2 6 4-15,0 9 1 16,-2 3 3-16,2 9-1 0,0 8 4 0,4 8-1 0,0 11 1 16,6 3 0-16,0 1 3 0,4 3-15 0,3-2-1 15,3 0-6-15,4-1-7 0,3-12 0 16,5 0-3-16,4-6 1 0,0 0-5 0,5-1 8 16,2-7 0-16,3-7 4 0,1-6-7 0,6-6 0 15,2-3 0-15,3-4 0 0,3-1-5 0,2-5-1 16,-1-4 0-16,0-7-1 0,-2-2-6 0,0-5-58 15,-1-3-47-15,0-6-24 0,-1-5-345 0</inkml:trace>
  <inkml:trace contextRef="#ctx1" brushRef="#br1" timeOffset="172693.23">11188 10869 1883 0,'-1'0'206'16,"0"-1"-47"-16,0 0 104 0,-32-34-32 0,33 35-42 16,0 0-12-16,0 0-35 0,0 0-12 0,-1 0 5 15,0 0-60-15,-34-3-24 0,35 3-6 0,0 1-6 16,-10 36-15-16,8-15 1 0,0 5 5 0,4 10-4 16,1 5 4-16,3 5 3 0,1 3 0 0,-2 1 0 15,2 3-7-15,-1 7 2 0,0 5-6 0,0 9 5 16,0-1-7-16,-3 3-15 0,0-1 3 0,-3 0-8 15,2 4 0-15,-1 1 0 0,0-2 0 0,2-2 0 16,-1-11 0-16,0-3 0 0,0-3 0 0,0-5 0 16,1 2 0-16,-2-8 0 0,2-7 0 0,0-6 0 15,-2-3 0-15,2-7-133 0,-1-1-13 0,1-11-61 16,-3-14-195-16,0 1-318 0</inkml:trace>
  <inkml:trace contextRef="#ctx1" brushRef="#br1" timeOffset="173663.77">12264 11559 1424 0,'0'0'82'0,"0"0"19"16,0-1 31-16,0 0-55 0,0 0 6 0,1-35-22 0,-1 36 0 15,0 0-18-15,0-1 4 0,0 0-8 16,0 0 9-16,-1-37-5 0,1 38 0 0,0 0-3 16,0 0-3-16,0-1-6 0,0 0-4 0,0 0 1 15,0 0-1-15,0 0-2 0,0 0 9 16,0 0-6-16,0 0 8 0,0 1 4 0,0-1-1 0,0 0 3 16,0 0 1-16,0 0-5 0,0 0-3 0,0 0 0 15,0 0-1-15,0 0-9 0,10-36 4 0,-10 37-6 0,0 0 0 16,0 0-10-16,0-1 3 0,0 0-5 15,0 0 6-15,0 0-2 0,0 0-2 0,0 0 1 16,0 0 3-16,0 0-4 0,0 0 6 16,0 0-6-16,0 0 6 0,0 1-3 0,0-1 3 0,0 0-4 15,0 0 5-15,0 0-8 0,0 0 4 0,0 0-4 16,-13-35 12-16,13 36-5 0,0 0-1 0,0 0 0 16,0 0 5-16,0-1-2 0,0 0 6 0,-1 0-5 15,0 0 1-15,0 0 4 0,-27-35-8 0,28 36 6 0,0 0-12 16,-1 0-3-16,0 0 2 15,0 0-3-15,-36-14-3 0,37 14 4 0,0 0-4 0,-1 0 4 16,0 0 1-16,-36-1-8 0,37 1 1 0,-1 0-4 16,0 0 0-16,0 0 1 0,-39 18 1 0,40-18 0 15,-1 0 3-15,0 1-5 0,-34 32 0 0,25-16-2 16,0 3 0-16,1 2 1 0,1 5-1 0,2 2 1 16,2 5-5-16,1-1-1 0,1-1-1 0,2 2 1 15,1-7-6-15,2 0 6 0,0-2-4 0,4-6 4 16,1 1-5-16,1-3-2 0,2-3 4 0,2-3-5 15,1-3 2-15,3-5-7 0,1-1 0 0,0-3-2 16,3-3-8-16,1-3 6 0,-2-3 2 0,1-3 4 16,-3-2 16-16,-1-2 4 0,-1-2 4 0,0 2 0 15,-2 2 5-15,-3 0 0 0,-2 1-2 0,0 1 2 16,-1-2 2-16,-2 0 0 0,-6 15-1 0,0-1 2 16,0 0 9-16,6-36 5 0,-6 37 0 0,0-1 1 15,0 0-3-15,0 0-5 0,0 0-2 0,-1 0-1 16,0 0-3-16,0 0-4 0,0 0 6 15,0 0-6-15,-36-6 3 0,37 7-13 0,0 2 0 0,-21 39-2 16,14-21 3-16,-2 4-2 0,3 4 0 0,1 8 0 16,0 0 0-16,0 8 2 0,3 2-4 0,-2 1 2 15,3 6 0-15,0-1-1 0,-2 2 6 0,1-3-5 0,0 0-1 16,0 2 3-16,-3-1-1 0,1 0 4 16,-1-1 3-16,-1-6-5 0,0-3 4 0,-2-5-4 15,0-3 1-15,2-2 5 0,-4-5-8 0,0-2 5 0,0-7-24 16,-1-3-39-16,1-4-3 0,10-11-13 15,-1 0-23-15,0 0-41 0,-36 14-6 0,37-14-21 16,-1 0-82-16,-29-34 15 0,20 8-31 0,0-14 12 16,2-7-156-16</inkml:trace>
  <inkml:trace contextRef="#ctx1" brushRef="#br1" timeOffset="174495.28">12254 11685 1142 0,'15'-4'184'0,"-1"2"70"0,-14 2 37 0,1 0-103 16,0 0-34-16,0 0-13 0,39-5-1 0,-40 5-3 15,0 0-17-15,1 0-41 0,0 0 0 0,37 14-15 16,-38-14-16-16,1 0-13 0,0 0 0 0,49 8-4 0,-50-8-6 16,35-3 0-16,-14 1 0 0,-1-3-2 0,1-1-8 15,0 0 0-15,-1-1-6 0,-1-2 3 16,0-2-10-16,0 1 7 0,-2-5 1 0,-1 3 3 0,-2 0 7 16,-3-2-1-16,0 5 0 0,-5-5 1 15,-1 2 6-15,-5 12-2 0,0-1 4 0,0 0-3 16,-5-37-4-16,5 38 3 0,-1 0-7 0,0-2 6 0,-44-43-6 15,27 35-1-15,-2 2 1 0,2 3-1 0,-2 2-9 16,0 1 1-16,0 2-3 0,-1 5 2 16,-1 2-7-16,0 3-5 0,0 3 2 0,2 5-1 15,-1 1 10-15,5 5-9 0,0 0 3 0,5 5-4 16,4 1 2-16,-1-2-2 0,1 3 0 0,2-1 0 0,0 2 4 16,4 0 1-16,3 1 2 0,2-7-1 0,1 0-3 15,2-7-4-15,-1-2-2 0,7-2 0 16,1-4-4-16,5-2-2 0,3-4-2 0,-3-1 1 15,3-3-5-15,1-3-5 0,0-2 4 0,2-3-3 16,-3-5 0-16,0-2-64 0,0-1-5 0,0-2-23 16,1-2-36-16,-2-4 22 0,-1 2-3 15,-1-4 11-15,-3-3 19 0,0-1 19 0,-3-2-6 16,-4-1 8-16,1 3-15 0,0 0 26 0,-4 1 1 16,-2 3 11-16,-1 2 28 0,-3 4 36 0,1 3-6 15,-1 3 17-15,0 13 10 0,0 0 22 0,0-1 12 16,0 0 3-16,-1 0 40 0,0 0 12 0,0 0-3 15,0 0 3-15,0 0-24 0,0 0-14 0,0 0-7 0,0 0-2 16,1 0-24-16,-2 0 0 0,1 0-3 16,1 0 3-16,0 0 7 0,0 0-7 0,1 0 5 0,1 0-7 15,48-17 0-15,-49 18-21 0,37-1 1 0,-16-1-10 16,2 1-6-16,0-1-2 0,0 0-1 0,-1 2 0 16,0-1-5-16,-2 1 6 0,-2-1-3 0,-1 1 5 15,-1-1-9-15,-2 1 2 0,1-1 0 16,-3 1 2-16,-13 0-6 0,1 0-60 0,0 0 1 15,36-7-24-15,-37 7-25 0,0 0-3 0,1 0 4 0,0 0-3 16,0-1 13-16,0 1-8 0,0-1 3 0,-1 0-3 16,0 0 16-16,4-40 12 0,-4 41 13 15,-1-1 1-15,0 0 52 0,-38-36 15 0,39 37 4 16,-1-1 7-16,-37-35 27 0,38 36 33 0,-1-1 4 16,-35-30 12-16,36 31 21 0,0-1-4 0,-2 0 6 15,-33-25-6-15,35 26-3 0,-1 0-27 0,0 0-9 16,0 0-4-16,-37 3-31 0,38-3-4 0,0 1 4 15,-24 33-3-15,17-13-4 0,-2 5-3 0,0 4 0 0,1 3 2 16,-1 1 15-16,-2 7 9 0,1 2 2 0,0 3 2 16,0-1 7-16,2 1-16 0,2-2 3 0,-2 0-8 15,4 0-11-15,1-2-13 0,0 0-5 16,4-9-1-16,3-1 1 0,4-6-13 0,0-4 6 0,2-5-9 16,-1-2 4-16,1-3-7 0,1-2-4 0,-11-10-8 15,1 0-78-15,0 0-89 0,43 10-25 0,-25-18-27 0,0-3-148 0</inkml:trace>
  <inkml:trace contextRef="#ctx1" brushRef="#br1" timeOffset="175378.24">14315 11200 1759 0,'0'0'151'0,"0"-1"8"0,0 0-31 0,0 0 28 0,-11-41-17 16,11 42 15-16,0 0-9 15,0 0 7-15,0 0-43 0,-1-1-22 0,0 0 4 16,-38-13-9-16,39 14 3 0,-1 0-14 0,0 1-3 16,-44 24-3-16,45-25-19 0,-31 23-23 0,16-7 3 15,-3 4-9-15,-1 6-2 0,-1 6-3 0,-1 0-1 0,-1 6-1 16,1 1 1-16,-2 5-7 0,0 6 2 0,1 1-3 15,1 0 3-15,0 5-1 0,2 0 4 0,2 5-3 16,0 3 5-16,3-4-7 0,0-1 2 0,6-4-3 16,3-7-2-16,4-9 3 0,3-4-7 15,2-9 5-15,5-3-7 0,2-3-6 0,1-5 3 16,4-2-4-16,1-2 5 0,5-3 5 0,0-4-4 0,3-5 4 16,0-4-4-16,4-4 2 0,-1-5 3 0,2-1-1 15,-3-4 2-15,-1 0 4 0,-1 1 3 0,-2-7-1 16,-2 3 5-16,-3-1-3 0,-6-2 2 15,-1 4-1-15,0-1 2 0,-8 1 15 0,3 2-10 16,-7-1 12-16,-1-1-10 0,-4 0-2 0,-4 0 3 16,3 2-5-16,-4 0 0 0,-1 3-2 0,0 3 1 15,-2 3-1-15,0 2-4 0,-5 3-1 0,2 1-2 16,-5 4 1-16,0 2-10 0,-2 4-6 0,-1 1 1 16,1 3-4-16,-1 1-7 0,1-1-41 0,1 2-10 15,2-2-16-15,4 0-81 0,1-3-108 0,0 0-19 0,4-1-49 16,12-6-236-16</inkml:trace>
  <inkml:trace contextRef="#ctx1" brushRef="#br1" timeOffset="176629.07">6293 11325 2324 0,'0'0'71'0,"0"0"-4"0,-1 0 11 0,0 0-2 0,1 0-3 15,0 0-6-15,0 0-9 0,0 0 14 0,0 0-11 16,0 0-9-16,0 0 0 16,0 1-4-16,1 0 5 0,32 38-2 0,-33-39 3 15,1 1-3-15,39 31-6 0,-26-19-6 0,0-2 1 16,-1 3-2-16,0 0-5 0,-2-1-4 0,1 1 0 15,-6 1-1-15,2 2 0 0,-6 0-3 0,0-1-5 0,-2 1 2 16,0 2-9-16,-1-1 4 0,-3-1 3 0,-4 3-1 16,-2-6-4-16,-3 3 2 0,-1 1-6 0,-2 0 6 15,-3 5-5-15,-2 1 0 0,-1 0 2 0,-2-1-2 16,-1-3-2-16,1 3-4 0,-2-3-4 0,4-2 2 16,1 1 3-16,0-2-8 0,3-4 5 0,2 0-6 15,4-2 3-15,12-11-6 0,0 1-1 0,0 0-3 16,0 0-1-16,-10 34 1 0,10-35 0 0,1 0 0 15,38 14 8-15,-21-11-3 0,7 1 3 0,2-2-2 16,3-2 3-16,0 1 4 0,2 1-6 0,-2-4 4 16,1 3-5-16,-2 3 5 0,-1-2 2 0,-2 2 0 15,-2 0-4-15,-3-3 1 0,0 1 0 0,-2 0 0 0,-1-1 2 16,2 0-2 0,-2 0-1-16,-1-1-2 0,2 0-2 0,-4 1-68 0,-1-1-8 15,-14 0-30-15,1 0-88 0,0 0-35 0,43-7-7 16,-44 7-12-16,1 0-52 0,0-1-83 0,39-21-69 15</inkml:trace>
  <inkml:trace contextRef="#ctx1" brushRef="#br1" timeOffset="177067.14">6814 11643 1668 0,'0'0'283'0,"-1"0"-96"0,0 0-11 0,-35-18-21 15,36 18-13-15,-1 0-17 0,0 0-8 0,-37-11-1 16,38 11-18-16,-1 0-20 0,0 0 3 0,0 0-10 15,-40 21-6-15,41-21-33 0,-1 1 4 0,-20 34-15 16,14-16-5-16,1 5-4 0,2 7-4 0,-2 2 1 16,1 0 4-16,-1 4 5 0,1-2 0 15,2 1 2-15,-2-1-1 0,2-2-6 0,1-2 2 0,0-4-6 16,2-3-2-16,1-5-5 0,2-4 0 16,3-2-2-16,-6-13-4 0,0 0-4 0,1 1 0 15,0 0-2-15,0 0-9 0,38 17 1 0,-39-18-5 16,1 0 3-16,0 0-3 0,35-24 6 0,-36 24 4 15,19-28 0-15,-10 10 6 0,-1-3 9 0,0-4 1 0,0-1 5 16,-2-3 7-16,0-3-5 0,0 2 0 0,0-2-2 16,-1 4-1-16,1 4 3 0,0 4 1 0,0 0 2 15,-1 4 6-15,1 3-3 0,-6 13-1 0,0-1-1 16,0 0-3-16,1 0-7 0,0 0 6 0,0 0-6 16,1 0 3-16,-2 1 2 0,1-2-6 0,34-11 4 15,-35 13-4-15,0 1 2 0,18 40 3 0,-12-23-1 16,0 5 6-16,-1 2-9 0,0 0 1 0,-2-1-5 15,-1 1 4-15,2-3-5 0,0 0 5 0,0-1-4 16,1-3 4-16,1-1-33 0,-1-1-19 0,1-3-10 16,-6-13-90-16,0 1-67 15,1 0-8-15,25 38-27 0,-26-39-84 0,1 1-35 0,0 0-46 16</inkml:trace>
  <inkml:trace contextRef="#ctx1" brushRef="#br1" timeOffset="177707.32">7283 11979 1456 0,'0'0'124'16,"0"-1"173"-16,0 1-74 0,12-44-34 0,-12 44 0 0,0-1-18 16,1-36-26-16,-1 37-24 0,0-1 3 0,-8-36-12 15,8 37-14-15,0-1-22 0,-19-40 3 0,19 41-10 16,0-1-11-16,-22-35-16 0,22 36 0 0,-1-1-6 16,0 0-1-16,0 0-6 0,-40-35 0 0,41 36-3 15,-1 0-6-15,0 0-9 0,-37 13-5 0,38-13-1 16,-1 1-6-16,-33 38-4 0,26-21 4 15,-2 5-4-15,0 2 5 0,-1 1-5 0,0 3 5 0,4-1-5 16,2 3 8-16,3-2-7 0,0-1 4 0,2-4-6 16,1 0 9-16,3-8-5 0,1-1-2 15,-5-15-1-15,0 1 0 0,1 0-5 0,36 29 5 16,-37-30-5-16,1 0 1 0,36 3-2 0,-37-3-1 0,1 0 0 16,47-24-3-16,-30 9 3 0,0-2-2 0,-1-2 3 0,2-5 4 15,0 0 1-15,-2-3 2 16,0-5-1-16,0-2-4 0,-4-1 3 0,2-1 0 15,-3-6 2-15,-2 2 4 0,0-2-1 0,-3 1 3 0,-4 0-2 16,2 3 6-16,-3 1-6 0,0 0-2 0,1 4 0 16,-1 0 2-16,0 4 4 0,-1 1-1 0,-1 5 2 15,2 0-1-15,-2 4 9 0,-2 1 3 0,1 3 2 16,1 15 6-16,0-1-1 0,0 0 0 0,-9-37-1 16,9 38-3-16,0 0-3 0,0-1 0 0,-1 0-1 15,0 0-7-15,0 1 4 0,0 0-8 0,0 0 6 16,0 0-10-16,0 0-2 0,0 0 3 0,0 1-1 15,-34 42 0-15,32-26 1 0,-2 4 1 0,3 2-1 16,-3 1-1-16,2 1 4 0,-1 1-4 0,0 0 4 16,0 3-9-16,-1-1 5 0,1 0-1 0,0-2 3 15,-1-1-4-15,2 1 2 0,1 1-3 16,-2-1 4-16,3 0 6 0,-1-2-5 0,2 2 1 16,0-2-3-16,0 1-6 0,0 0 6 0,2-2 0 15,-1-1 1-15,3-1 1 0,-3-3 0 0,1 1-1 16,0-2 1-16,1 0 1 0,-1 0-5 0,1-3 3 0,0 0-3 15,-3-14 3-15,0 1 3 0,0 0-4 0,0 0 4 16,14 39-6-16,-14-40 2 0,0 0 1 0,0 0 1 16,0 0-3-16,0 0-14 0,0 0-16 0,0 0-2 15,0 0-87-15,0 0-96 16,0 0-19-16,0 0-43 0,0 0-206 0</inkml:trace>
  <inkml:trace contextRef="#ctx1" brushRef="#br1" timeOffset="180192.11">8073 11813 352 0,'0'0'223'0,"0"0"144"0,0 0 26 16,0 0-178-16,0 0-54 0,0 0-47 0,0 0 9 0,0 0-14 16,0-1-6-16,-1 0-26 0,-20-35-1 0,21 36-9 15,0-1-6-15,0 0 0 0,-11-38 0 0,11 39 3 16,0-1 14-16,-12-38-4 0,12 39 4 0,0-1-6 15,0 0 0-15,-12-44-18 0,12 45 2 0,0-1-7 16,0 0-5-16,0 0-12 0,-22-35-1 16,22 36-4-16,0 0-5 0,0 0-5 0,-1 0-3 0,0 0-1 15,-38-9-6-15,39 9-7 0,0 0 2 0,-1 0-4 16,0 1-1-16,-36 36-12 0,37-37 7 0,-19 33-8 16,10-13 6-16,0 6-5 0,-2 4 1 15,2 0 0-15,0 6 11 0,0 1-2 0,0 1 1 0,1-3 0 16,1 0 7-16,1-3-5 0,2-5 2 0,2-7-3 15,2-3-2-15,2-2-2 0,2-3-5 0,-4-12 1 16,0 1-8-16,1 0 5 0,0-1 2 0,40 8 1 16,-29-19 4-16,5-5 1 0,-1-4 3 0,3-2-2 15,2-4 8-15,1-4-6 0,0-3-1 0,3-1-2 16,0-1 4-16,3-2 6 0,-3-1-2 16,0 0 3-16,-2-2-3 0,-4 1 4 0,-1 2 1 15,-1 1 0-15,-3 2-3 0,-1 1 0 0,-1 2-1 16,-2-1 2-16,-2 0 1 0,-1 3 1 0,-3 0 0 0,0 4-1 15,-1 2 3-15,-2 2-3 0,0 4 3 16,-1 3-1-16,-2 0 17 0,2 14 5 0,0-1 1 0,0 0 0 16,0 0-4-16,-1 0-15 15,0 0 6-15,0 0-9 0,0 0 1 0,0 0-10 0,-35-10 0 16,36 11-2-16,0 0 0 0,-1 1 0 0,-24 52-3 16,18-30 3-16,0 3 3 0,-1 3-1 0,-1 3 1 15,1 4-1-15,-1 2 0 0,0 3 4 0,0-1-1 16,-3 1 0-16,1 0-7 0,1 4 4 0,-1 0 0 0,3-1 1 15,-3 0 2-15,2-3-3 0,0-2-1 0,4-7-1 16,1-1-2-16,4-7-2 0,0 0-16 0,1-7 0 16,2-4-90-16,2 0-36 0,-5-13-17 0,0 0-7 15,1 0-86-15,36 13-100 0,-37-13-43 0</inkml:trace>
  <inkml:trace contextRef="#ctx1" brushRef="#br1" timeOffset="180409.67">8361 11736 653 0,'0'0'909'0,"0"0"-560"0,0 0-121 0,0 0-65 15,0 0-15-15,0 0-16 0,0 1-10 0,0 0 2 16,-16 36-9-16,16-37-34 0,0 1 3 16,-6 41-17-16,6-41-13 0,-7 35-34 0,2-17 6 15,0 2-16-15,0 1-1 0,0-3-10 0,0 1 3 16,1-2-3-16,-1-3 9 0,5-15-84 0,0 1-11 0,0 0-35 15,0 0-103-15,-13 35-43 0,13-36 3 0,0 0-19 16,0 0-29-16</inkml:trace>
  <inkml:trace contextRef="#ctx1" brushRef="#br1" timeOffset="180559.64">8431 11467 1669 0,'0'0'255'0,"0"0"-64"0,0 0-19 0,0 0-20 15,0 0-99-15,0 0-13 0,0 0-3 0,0 0-1 16,0 0-13-16,0 1-18 0,0 0 1 0,1 35-6 16,-1-36 0-16,0 0-141 0,0 1-14 0,0 0-61 15,0 1-177-15</inkml:trace>
  <inkml:trace contextRef="#ctx1" brushRef="#br1" timeOffset="180928.75">8506 11803 892 0,'0'0'133'0,"0"0"375"16,0 1-325-16,-1 0-4 0,1 0 5 15,0 0-11-15,0 0-29 0,0 0-33 0,0 0-2 16,0-1-13-16,0 1-33 0,1 0-15 0,39 19-2 0,-40-20-5 16,33-16-14-16,-16 7-6 0,3-2 3 0,-1 0-3 15,-2-1 10-15,2 0-9 0,-1 2 2 0,-2 0-4 16,0 2-3-16,-1 1 1 0,-2 2-5 0,-13 5 4 15,1 0-5-15,0-1 8 0,0 0-1 0,1 0 4 16,-2 0 4-16,1 0-3 0,0 0 4 0,11-35-5 16,-12 36-4-16,-1 0 0 0,0 0 0 0,-38-25 0 15,38 25-4-15,0 0 5 0,-52-8-8 16,33 8 6-16,-1 2-16 0,1 2 6 0,1 1 0 16,0 3 0-16,5 0-7 0,1 4-8 0,1 2 2 15,5 2-4-15,2 6 9 0,-4 1-5 16,4 3 1-16,-2 2-1 0,-3 1 4 0,4-1 1 0,0 2 0 0,2-2 2 15,-2 2 3-15,4-3-6 0,0-1 0 16,2-3-3-16,4-3-2 0,-2-1-5 0,3-3 2 16,1-2-8-16,2-2-49 0,2-3-158 0,3 1-11 15,0-7-65-15,5 0-173 0</inkml:trace>
  <inkml:trace contextRef="#ctx1" brushRef="#br1" timeOffset="181499.14">9390 11775 1702 0,'0'0'190'0,"0"0"-20"0,-2-1-14 0,1 0-2 16,0 0-45-16,0 1 1 0,-40-33-6 0,41 33 1 16,-1 0-30-16,0 0-15 15,-40 8-4-15,41-8-4 0,-30 18-15 0,14-4-7 16,-1 1 1-16,-1 3-5 0,2 3-9 0,0 3-5 15,1 1 0-15,2 3 0 0,2 0 8 0,1 1-7 16,3 0 1-16,2-2-4 0,3-1-8 0,3-4-4 0,3-2-1 16,3-5-2-16,3-1-10 0,1-2 1 0,1-2 0 15,5-2 1-15,0-3-3 0,2-3 8 0,1-1-6 0,1-8 6 16,0 3 4-16,0-6-44 0,-2-4-1 0,3 2-22 16,-2-5-55-16,1 1-30 0,0-3-10 0,3-1-8 15,-1 0-56-15,2-4-75 0,0 0-21 16</inkml:trace>
  <inkml:trace contextRef="#ctx1" brushRef="#br1" timeOffset="181932.48">9638 11341 1408 0,'-11'-8'230'0,"0"2"32"0,0 1 18 16,11 5-66-16,-1 0-77 0,0 0-54 0,0 0-3 15,-38 3-16-15,39-3-19 0,0 1-8 0,-19 37 0 16,11-15-3-16,-1 4 3 0,2 4 8 0,-3 5-6 0,3 4 6 15,-1 2-15-15,-2 2 16 0,0 1-4 0,-3 5 8 16,2 1-4-16,-2 3-11 0,1 0 0 0,0-6-6 16,1-2-16-16,3-6-7 0,1-4 1 0,2-8-2 15,-1-4-1-15,5-4-2 0,0-3-5 0,1-4 2 16,0-13-7-16,0 1-2 16,0 0 4-16,1 0-4 0,0 0-3 0,-1 0 2 0,36 21-2 15,-36-22 4-15,0-1 9 0,1 0-1 16,33-41 1-16,-34 42-1 0,21-34-2 0,-9 14 10 0,-3-4-7 15,0 0 6-15,2 0-9 0,-5-3 6 0,4 0 3 16,0 2 0-16,-1-1-6 0,-1 3 1 0,1 0-1 16,-1 3 2-16,-1 3 0 0,0 3 4 0,-1 0-1 15,-6 14 1-15,0-1 3 0,0 0-4 0,0 1 2 16,0-2-3-16,0 1 1 0,0 0-1 0,1 0-2 16,0 1 0-16,0 0-3 0,0 1-3 0,15 34 4 15,-16-11-1-15,0 4 2 0,-1 1 2 0,-1 3-1 16,0 0 2-16,0 1-4 0,1-2-1 0,1 0 1 15,0-3-1-15,0-5 1 0,1 1-4 0,1-5-4 0,2-1-8 16,1 2-113-16,2-6-101 0,2 2-13 0,1-5-26 16,1-2-51-16,0-4-98 0,3-5 925 0</inkml:trace>
  <inkml:trace contextRef="#ctx1" brushRef="#br1" timeOffset="182227.16">9850 11993 923 0,'0'0'416'0,"0"0"-143"0,0-1-35 15,-1 0-27-15,-1 1-102 0,2 0-39 0,-1 0-8 16,-40 1-8-16,41-1-26 0,-1 1 1 0,-25 36 4 16,26-37 3-16,0 1 34 0,-18 37 2 0,18-38-4 15,0 1 0-15,0 0-29 0,-6 40-28 0,6-41 0 0,0 0-11 16,0 0-11-16,1 0 4 0,0 0-1 0,38 11 2 16,-39-11 4-16,1 0 7 0,38-24 2 0,-24 12 3 15,1-1 9-15,1-1 30 0,-2 2-3 16,2-1 14-16,0 1 19 0,-1-2-10 0,0-1 2 0,-4 2-8 15,-3 2-22-15,-4-3 3 16,-5 14-6-16,0-1 6 0,0 0 0 0,0 0-12 0,2-39-1 16,-2 40-4-16,-1 0-9 0,0-1-7 0,-39-23 2 15,40 24-6-15,-1 0-11 0,-36-6-22 0,37 6-7 16,-1 0-8-16,-40 0-50 0,41 0-64 0,-1 0-5 16,-38 7-25-16,39-7-60 0,-1 0-112 0,0 0-51 15</inkml:trace>
  <inkml:trace contextRef="#ctx1" brushRef="#br1" timeOffset="182609.16">10227 11776 1767 0,'0'0'257'0,"0"0"-54"16,1 0-29-16,0 0-2 0,0 0-67 0,0 0 22 15,-1 0-9-15,0 0 8 0,0 0-57 0,0 0-7 16,0 0-3-16,-1 0-1 0,0 0-3 0,-38 1-11 0,39-1-6 15,-1 0-1-15,0 1-17 0,-43 27-8 0,44-28 6 16,-1 1-8-16,-37 30-7 0,38-31 5 0,-1 1-9 16,-34 36 6-16,35-37-11 0,-1 0 10 0,0 1-7 15,-36 39 6-15,37-40-12 0,0 0-2 0,0 1 3 16,0 0-5-16,0 0-6 0,-8 34-3 16,8-35 4-16,0 0-2 0,1 0 7 0,0 1-1 0,40 19 1 15,-41-20 1-15,2 0 3 0,35 8 4 0,-37-8-3 16,1 0 3-16,41 7 4 0,-42-7 0 0,0 0 2 15,42 12-1-15,-42-12 2 0,1 0 2 0,0 0 0 0,33 17 1 16,-34-17 2-16,0 0 0 0,0 1 2 0,0 0 0 16,0 0 2-16,6 39 0 15,-6-40-2-15,0 1 0 0,-22 38-3 0,22-39-4 16,-25 27 4-16,9-13-4 0,2-1 0 0,-1-2-51 16,3 2-17-16,0-4-18 0,12-9-104 0,-1 0-59 0,0 0-7 15,0 0-26-15,0 0-111 0</inkml:trace>
  <inkml:trace contextRef="#ctx1" brushRef="#br1" timeOffset="182983.06">10238 11978 1299 0,'0'0'120'0,"0"0"117"15,1 0-24-15,0 0-67 0,0 0 3 0,0 0-27 16,35 0-18-16,-36 0-29 0,0 0-6 0,1 0-6 16,0 0-17-16,0 0-3 0,42-8-5 0,-43 8 2 15,1 0-4-15,34-19 3 16,-35 19-1-16,1-1-1 0,0 0-23 0,40-27 3 15,-41 28 1-15,1 0 2 0,-1-1 14 0,40-24-3 0,-40 25-1 16,0 0-1-16,2-1-9 0,-2 0 7 0,1 0-3 16,-1 0 4-16,1 0-2 0,13-36-1 0,-14 37-1 0,0 0-2 15,-1-1-5-15,0 0-6 0,-40-22 1 16,41 23-5-16,-1 0-20 0,0 0-2 0,-45 0-5 16,45 0 5-16,0 0 10 0,-40 25 1 0,41-25 2 15,-28 26-2-15,14-11 1 0,1 1-6 16,-1 1 5-16,3 1-5 0,1 0 7 0,2 2 2 15,2-1 2-15,3 0 1 0,-1-2-3 0,3-2-5 16,1 2-1-16,1-5 0 0,-1-12-3 0,0 1-4 16,0 0-1-16,23 36 1 0,-23-37 6 0,1 0-2 0,0 0-1 15,36 15 1-15,-37-15 4 0,1 0-48 16,0 0-4-16,45-7-21 0,-46 7-65 0,1 0-44 16,37-21-7-16,-38 21-14 0,1-1-38 0,43-34-32 0,-25 24-16 15</inkml:trace>
  <inkml:trace contextRef="#ctx1" brushRef="#br1" timeOffset="183359.6">10550 11972 33 0,'0'0'302'0,"0"-1"-31"0,0 0 49 0,0 1-67 16,0-2-55-16,0 1-13 0,0 0 4 0,0 0-8 16,0 0 1-16,0 0-40 0,0 0 0 0,0 0-19 15,0 0-38-15,0 0-33 0,0 1-2 0,0 0-10 16,-1 0-19-16,0 1-3 0,0 0 7 0,-42 41-2 16,32-26 32-16,0 0-8 0,3 3 1 0,1-1-4 15,2-1-8-15,0-2-19 0,-2-3 3 16,7-12-9-16,0 1 2 0,0 0-12 0,0 0 0 15,-3 37-3-15,3-38 5 0,0 0-4 0,0 0 5 0,0 0-6 16,0 0-12-16,0 0 6 0,0 0-1 0,0 0 4 16,0 0 7-16,1 0-12 0,0-1 0 0,0 0-4 15,35-35 5-15,-36 36 3 0,1-1 5 0,0 0-1 16,33-46 2-16,-34 47-4 0,20-30 1 0,-11 14 0 16,1-2 2-16,1 0 4 0,0 3-4 0,1 0 3 15,0 1-6-15,-1 3 12 16,0 1 1-16,0 2 5 0,0 0 0 0,-11 8 4 15,1 0-1-15,0 0 2 0,0 0-2 0,0 0 2 16,37-11 5-16,-38 11-2 0,0 0 3 0,0 1-5 16,0 0-4-16,0 0 2 0,13 42-10 0,-13-43 10 0,0 1-5 0,1 44 9 15,-1-44 16-15,-2 37-1 0,0-19 3 0,-1 2-4 16,0-4-5-16,2 2-11 16,-2-2-3-16,1-1-3 0,1 1-10 0,0-3-11 15,1-1-40-15,0-13-1 0,0 1-211 0,0 0-131 16,0 0-52-16</inkml:trace>
  <inkml:trace contextRef="#ctx1" brushRef="#br1" timeOffset="184806.89">14502 10506 17 0,'0'0'760'0,"0"-1"-302"0,0 0 397 0,0 0-690 15,0 0-42-15,0-35-12 0,0 36-66 0,0 0-1 16,0 0-5-16,0 0 4 0,0 0-3 0,1 0-3 16,0 0 1-16,41 39-3 0,-33-25 1 0,0 5-1 15,0 3 0-15,2 3-5 0,1 5 3 0,-1-2 1 16,3 6-1-16,2 3 1 0,1 3 4 0,0 8 0 15,3 2 2-15,-3 2 8 0,2-1-2 0,1 0-5 16,4-1 0-16,1-3-18 0,1 3-6 16,-1 3 1-16,-2 5-3 0,2 5-7 0,-4 0 14 15,-1-2 0-15,-2-2 6 0,0-4 12 0,-2 3-18 0,0 3 5 16,-7 0-9-16,1 4 6 0,-4-6-7 0,-1-2 2 16,-2-4-5-16,-3-3-10 0,-1-5 5 15,-2-3-4-15,-3 1 5 0,0 3 2 0,-4-1 0 0,-1 2-1 16,-4-3 2-16,-1-2 6 0,-2 0-4 0,-4-1 3 15,-5-5-4-15,2 2-4 0,-7-3 0 0,1-3-3 16,1 3 1-16,-1-3-8 0,2 4-37 0,-2-5-7 0,0-4-16 16,-2-3-57-16,2-4-79 0,-3-3-22 15,2-5-32-15,0 0-192 0</inkml:trace>
  <inkml:trace contextRef="#ctx1" brushRef="#br1" timeOffset="185313.47">15708 11388 2644 0,'13'2'92'16,"3"3"10"-16,3 1 17 0,6 2-32 0,2-1 0 0,3 2 1 16,-2-1-3-16,2 0-24 0,-8-10-10 0,9 10-2 15,-1-1-3-15,2 0-19 0,-3-5-9 0,0-2-3 16,-1-1-3-16,1 0-9 0,-6-2-3 0,1 0 0 15,-5-1-2-15,-1 0-8 0,-2 0-43 0,-1 0-8 0,0 0-21 16,-2 0-91-16,-13 4-81 0,1 0 8 16,0 0-32-16,0 0 6 0,0 0-41 0,0 0-34 0</inkml:trace>
  <inkml:trace contextRef="#ctx1" brushRef="#br1" timeOffset="185510.96">15840 11703 1382 0,'-47'17'228'0,"11"5"12"0,2-1 6 15,7 3-56-15,4-4-76 0,3-1 16 0,4 0-1 16,7 0 7-16,0-2-4 0,6-1-26 0,3 0-3 16,6-3-7-16,5 1-4 0,8 0 5 0,4-2-3 0,2 0 1 15,3-4-12-15,5-1-19 0,6-1 0 0,7-4-11 16,2 0-26-16,0 0-10 0,-5-2-1 0,1-1-2 16,-1-1-12-16,-5 0-5 0,0-1-1 0,-4-1-1 15,-4 0-2-15,4-2-44 0,-1 1-30 0,3 2-16 16,1-1-192-16,-2 1-244 15,1-1-126-15</inkml:trace>
  <inkml:trace contextRef="#ctx1" brushRef="#br1" timeOffset="193291.3">17858 10174 1514 0,'0'0'237'0,"0"0"-101"15,0 0 125-15,0 0-228 0,1 1 26 0,0 0 13 16,31 38 46-16,-32-39-6 0,0 1 5 0,14 38-41 0,-14-39 5 15,0 1-3-15,-1 40 2 16,5-18-24-16,-1 3 1 0,-1 2-3 16,0 5 3-16,-1 5-4 0,-2-1-5 0,1 7 0 0,-1 1-1 15,0 3-5-15,-3 2-7 0,1 3-2 0,-3 7-3 0,1 5-11 16,-2 3-5-16,-1 4-2 0,-1-2-1 0,-2-2-5 16,-3-3-2-16,1 2 3 0,1-2-3 15,0-2 5-15,1-8-5 0,1-3-4 0,2-10 1 16,0-4-1-16,4-7 2 0,-1-6 1 0,1-6-3 0,-1 0-19 15,1-6-52-15,4-13-2 0,0 0-20 0,0 0-34 16,0 0-56-16,0 0-8 0,0 0-26 0,0-2-106 0,12-38-344 16</inkml:trace>
  <inkml:trace contextRef="#ctx1" brushRef="#br1" timeOffset="193672.21">17834 10229 1653 0,'-14'-7'274'15,"2"0"-149"-15,1 0 36 0,11 7-92 16,0 0 9-16,-1 0 20 0,0 0 6 0,-1-1 2 0,2 0-9 16,0 0-50-16,0 0-3 0,0 0-12 0,0 1 5 15,0 0-5-15,0 0-1 0,44-10-3 0,-23 12-9 0,2 1-8 16,3-1 5-16,3 1-5 0,3-2 8 15,2 2-3-15,5 3 5 0,-1-2-3 16,0 0 7-16,4 3 0 0,-1-1-2 0,1 1 2 16,0 3 5-16,-4 0-2 0,-5 2-3 0,-2 4 1 15,-7 3 6-15,-4 2-1 0,-4 1 9 0,-5 1-3 0,-4 1 48 16,-7 1-40-16,-3 5 11 0,-8 1-24 16,-1 1-5-16,-7 1-12 0,-5-1 5 0,-2 2-8 0,-5-3 2 15,-1 2-8-15,-1-2 2 0,-5-1-4 16,3 3 0-16,-2-3-1 0,2 0 2 0,2-5-2 0,-1-1 6 15,3-5-9-15,1-4-4 0,4-3-8 0,-2-4-70 0,6-4-151 16,-1-3-33-16,3-3-56 16,3-1-247-16</inkml:trace>
  <inkml:trace contextRef="#ctx1" brushRef="#br1" timeOffset="195054.52">19273 10129 1379 0,'0'0'86'0,"0"0"29"0,0 0 28 16,0 0 6-16,0 0-1 0,0 0-13 0,-1 0 0 15,0 0-9-15,0 0-28 0,-48-8-24 0,49 8 3 16,-1 0-10-16,0 0 0 0,-37 19-12 0,38-19 1 0,-1 0-5 16,0 1 1-16,-43 25 1 0,44-26-6 15,-1 1 5-15,0 0-9 0,-42 40-2 0,43-41 4 16,-1 1-3-16,-30 35-3 0,18-22-7 16,2 4-3-16,-1 0-2 0,0 2-10 0,-1-1 2 15,-1 1-3-15,2 1 2 0,-2 1 0 0,2 1-4 16,0 1 2-16,0 0-4 0,-1 2 2 0,2-1 1 15,1 2 0-15,-3-1 1 0,2 3-7 0,0-2 3 16,1 2-4-16,2 0 2 0,0 2-3 0,-1 4 1 16,2 4 1-16,0 3-1 0,1 0 1 0,2 1-9 15,1 0 2-15,3-1-4 0,0-2 5 0,4-3 3 16,1-1 0-16,2-6 0 0,2 3-6 0,1 0-3 16,1-1 3-16,1 0-3 0,5-1 2 0,0-2 2 15,0-3-2-15,2 1 2 0,-1-4-1 0,0-1-4 16,2-1-1-16,1-4-1 0,0 1 4 0,1-1-6 0,-1-3 6 15,-2-4-7-15,1 1 7 0,2 0-3 0,1-3 0 16,1-2 0-16,1-3-4 0,-2 0-119 0,0-3-14 0,1-3-60 16,0 0-249-16</inkml:trace>
  <inkml:trace contextRef="#ctx1" brushRef="#br1" timeOffset="195734.96">6429 13157 1892 0,'-20'-5'419'0,"5"1"-184"0,15 4 218 15,-1 0-481-15,0-1 5 16,1 0-2-16,-1 0 28 0,0 0 10 0,0 0 4 15,0 0 20-15,0 0-21 0,0 0 1 0,1 0-9 16,0 0-4-16,0 0-4 0,31-20 2 0,-10 25-2 16,1 3-1-16,3-2 2 0,4 1-6 0,5 3 5 0,6-1-3 15,6-1 9-15,2-1-1 0,7-1 5 16,2 0 4-16,0-3 4 0,1 1 6 0,0 1-2 16,4 0 15-16,7-1-7 0,5-1-2 0,4-1-2 0,-2-1 1 0,-3 2-10 15,-1 0 4-15,5 1-6 0,6 1 0 16,4 0 5-16,-5 1-1 0,-5-2 1 0,0 3-10 0,2 0 14 15,5 0-1-15,2 1 8 16,-3 0 20-16,-8 1-19 0,-5 0 3 0,2-1-9 16,2 1-8-16,0-1-9 0,1 1 2 0,-11 1-5 15,-5-1 0-15,-9 0-2 0,-1-1-1 0,1-1 0 0,-1 1 3 16,0 0-3-16,-4 1 0 0,-4-2-2 16,-2 1 2-16,-4-1-3 0,-6 0 2 0,-3-1-10 0,-5 1-94 15,0-1-269-15,0 0-46 0</inkml:trace>
  <inkml:trace contextRef="#ctx1" brushRef="#br1" timeOffset="196253.36">12561 12939 1801 0,'-20'8'200'16,"5"-2"104"-16,-1 1 17 0,16-7-204 0,-1 0-11 0,0 0-58 16,0 0 10-16,0 1-9 0,0 0 22 0,-45 17-41 15,46-18-4-15,0 0-11 0,1 0-10 16,39 13 4-16,-15-12 0 0,6 1 2 15,4 2 2-15,7 1 0 0,2-1-1 0,1 0 2 0,1-1 18 16,4 0 11-16,4-1 3 0,9 0 0 0,3-2-10 0,1-3 7 16,0-1-8-16,-3 0 6 0,-1 0-14 0,1 1-6 15,2 1-1-15,2 1-3 16,-1 1-6-16,-9 0-5 0,-3 3 3 0,-9 0-4 0,-6-1-2 0,-1 3 2 16,-4-1-4-16,-3 2 3 0,3 0 1 0,-5 0-74 15,0 0-50-15,-3 0-33 0,0-2-359 0</inkml:trace>
  <inkml:trace contextRef="#ctx1" brushRef="#br1" timeOffset="197507.85">19480 10560 917 0,'0'0'256'0,"0"0"-74"16,-1 0 131-16,0 0-117 0,0-2-25 0,0 1-9 0,0 0-49 15,0 0 2-15,0 0-13 0,0 0-35 0,-35-24-8 16,36 25-8-16,0 0 4 0,1 0-11 16,0 0-5-16,0 0 6 0,0 0-7 0,39 18-3 0,-40-18-7 15,1 0 1-15,34 14-2 0,-35-14 6 0,1 0-6 16,40 22 0-16,-41-22-2 0,1 1-6 0,37 26 2 15,-38-27-1-15,1 1 2 0,0 0 11 16,32 38 9-16,-33-39-4 0,0 1 4 0,0 0-6 0,2 44-9 16,-9-32 0-16,-7 6-4 15,-1 1-4-15,-1 2-3 0,-2 2-1 0,-3 3-1 0,-5 0-3 0,-1 3-2 16,-2-1-3-16,0 0 1 0,0 0-2 0,3-1-4 16,-1-3 6-16,5 0-6 0,-2-2 1 15,6-2 2-15,2 0-4 0,3-6 2 0,4-3-3 16,9-12-3-16,0 1 4 0,0 0-5 0,0 0-4 15,0 0-11-15,0 0 7 0,11 35-5 0,-11-36 18 16,35 4 2-16,-12-3-5 0,4 0 3 0,0 0-8 0,1-2 6 16,1 2 2-16,0-3 0 0,-3 0-2 15,1 2 2-15,-2-4-3 0,-1 3 2 0,-3 0-10 16,0 1 4-16,0 0-1 0,-2 0 1 0,2 0-6 0,-3-1-128 16,-1-2 7-16,-1-1-64 0,2 2-128 0,-1-2-112 15,2-1-73-15</inkml:trace>
  <inkml:trace contextRef="#ctx1" brushRef="#br1" timeOffset="197912.25">20016 10815 1130 0,'0'0'199'0,"-1"0"732"0,0 0-885 0,0 0 55 0,0 0-14 16,0 0 31-16,0 0 1 15,0 0-10-15,0 0-5 0,0 1-5 0,-36 27-38 0,37-28-9 16,0 1-2-16,-6 34-3 0,6-35-16 0,0 1-1 16,-4 46-2-16,4-46 1 0,-6 34 2 15,3-14-6-15,-1 0 2 0,2-1-4 0,-3 1-6 16,0-3-2-16,1-1-4 0,-1-2 1 0,2-1-8 16,3-14 0-16,0 1 1 0,0 0-1 0,0 0-1 0,0 0-10 15,0 0-2-15,0 0-3 0,0 0 4 0,0 0-10 16,0 0 4-16,0-1-6 0,0 0 14 0,2 0-2 15,19-30 5-15,-13 12-4 0,-1-3 7 0,0-1 2 16,2 1 0-16,0-1 1 0,1-1 0 0,1-1-3 16,1 2 2-16,-3 3-2 0,2 1 4 15,-1 1 2-15,0 3 1 0,0 3-1 0,-10 11-6 16,0-1 8-16,1 0 0 0,0 0 5 0,0 0 0 0,0 0-3 16,0 0-1-16,35-14-1 0,-36 15 1 0,0 0-6 15,0 1 3-15,8 40-3 0,-8-39-1 16,2 33-2-16,-3-13 0 0,1 0-1 0,0 1 0 15,0-3 0-15,3 2-8 0,-2-5 0 0,3 0-56 0,4-1-154 16,-1-3-5-16,6-1-63 0,3-2-120 16,1-3-249-16</inkml:trace>
  <inkml:trace contextRef="#ctx1" brushRef="#br1" timeOffset="198590.78">20532 10957 1427 0,'0'0'115'0,"0"-1"222"0,0 0-178 16,-2-40 22-16,2 41-4 0,0-1 5 0,0 0-29 0,-11-37-22 16,11 38-3-16,0-1-11 0,-11-34-31 0,11 35-11 15,0-1 0-15,-15-38-7 0,15 39-20 0,0-1 2 16,0 0-4-16,-1 0 2 0,0 1-15 0,-25-36-9 16,26 36-1-16,0 0-3 0,-1 0-2 0,0 0-11 15,1 0-1-15,-39 2-4 0,39-2-8 0,-1 1-2 16,-27 34 3-16,18-17-2 0,-1 2 2 0,0 1-2 15,2 2 1-15,-1 3-1 0,0-1 4 0,2 3 2 16,-1-2-3-16,3 0 2 0,0-1 1 0,4-1-3 16,0-5 6-16,2-1-4 0,1-5-8 0,-1-13-2 15,0 1-5-15,1 0 4 0,-1 0-2 0,1 0-6 16,43 26 3-16,-44-27-2 16,1 0 13-16,37-14 0 0,-38 14 1 0,1-1-1 0,38-26-6 15,-39 27 8-15,24-26-5 0,-12 9 6 0,-2 0-4 0,0 0 8 16,2 0-3-16,0-1 3 0,-2-1-13 0,-3-1 8 15,1 1 2-15,-2-1 2 0,2 2 4 0,2 0-2 16,-5 1 0-16,2 4-1 0,-3-3-1 0,-2 4 4 16,-2 12-2-16,0-1 5 0,0 0-6 0,7-38 2 15,-7 39-2-15,0 0 1 0,0-1 4 0,0 0-5 16,4-34 0-16,-4 35-2 0,0-1 0 0,0 0 0 16,0 0 1-16,6-40 0 0,-6 41 7 15,0-1-5-15,0 1 3 0,2-38-4 0,-2 38-4 0,0-1 3 16,0 0 0-16,2-46 1 0,-2 47 2 0,0-1 0 15,3-38-1-15,-3 39 0 0,0-1-5 0,8-37 4 16,-8 38 0-16,0-1 2 0,5-34-1 0,-5 35-1 16,0-1 0-16,9-43-1 0,-9 43 1 15,0 0 5-15,11-49-5 0,-11 49 4 0,0 0-6 16,10-50 16-16,-10 50 1 0,0 0 7 16,5-39 8-16,-5 40-12 0,0 0 7 0,0-1-7 0,0 1 15 0,0 0-22 15,0 0 0-15,0 0-10 0,0 0-1 0,0 0 0 16,-1 0 0-16,-17 51 0 0,15-25-1 0,-1 4 0 15,2 5 1-15,-1-1 0 0,-1 4-2 16,2 3 5-16,-1 0 3 0,-1 2 0 0,1-1 1 16,-1 2 2-16,-4 1-6 0,4 3 5 0,-2 2-8 0,-1-2 2 15,1-1 0-15,2-6 1 0,0-5-4 0,3-5-30 16,1-6-50-16,1-4-8 0,4-4-285 16,7-4-319-16</inkml:trace>
  <inkml:trace contextRef="#ctx1" brushRef="#br1" timeOffset="199790.37">21492 10742 990 0,'0'0'191'0,"0"-1"631"0,-1 0-701 0,0 0 22 0,-26-36-11 16,27 37 16-16,0-1-4 15,-1 0-21-15,0 0 3 0,-35-34-13 0,36 35-25 16,-1 0-14-16,0 0-3 0,-42-23-3 0,43 23-16 16,-1 0-20-16,-42-6-4 0,42 6-6 0,-32 9-18 15,15 0-5-15,-1 5 1 0,0-2-4 16,0 3-5-16,-1 5 0 0,4 3-10 0,0 8 7 0,0 2-8 0,5 2 7 15,0 1 10-15,4-1-5 0,1-3 4 16,4-3-5-16,3-3-8 0,4-4 2 0,3-4-20 0,4-4 29 16,-1-3-9-16,4-5 15 0,3-4-15 0,0-4-13 15,5-3 2-15,0-8-5 0,2-3 2 0,1-7-6 16,0-3 9-16,1-6-6 0,1-3 25 0,0 0 5 16,0-4 1-16,-1-5 1 0,-2 4 1 0,3 0-1 15,-3 1 2-15,1 1 0 0,-3 0 4 0,-6-1 1 16,0-2-4-16,-5 1 4 0,-2 1 7 0,-5 0 2 15,-3-1-1-15,-2 3 1 0,0 3-10 0,-3 6 18 16,-1 6-1-16,-1 8 9 0,-3 1 17 0,8 13-12 16,0 0 3-16,-1-1-8 0,0 0-6 0,-37-12-20 15,38 13-2-15,-1 2-6 16,-22 29-17-16,16-9 10 0,-1 5 0 0,-3 6 4 0,3 6 8 16,-1 6 11-16,0 5-4 0,3 1 6 0,-5 0-7 0,3-1-4 15,0-1 5-15,0-1-5 0,-2 3 2 0,1-1-2 16,-1 0-4-16,4-4 2 0,-1-7-4 0,4-6-1 15,3-4-5-15,0-7-1 0,1-3-42 0,-1-19-138 16,0 1-2-16,0 0-57 0,1 0-87 0,0 0-96 16,43 11-71-16</inkml:trace>
  <inkml:trace contextRef="#ctx1" brushRef="#br1" timeOffset="199986.14">21766 10653 1287 0,'0'0'333'16,"0"0"-117"-16,0 0-17 0,0 0-27 0,0 0-35 0,0 0-28 15,0 0-4-15,0 1-12 0,0 0-35 0,-14 49 5 16,7-32-2-16,0 8 5 0,0-2 10 0,-2 5-9 16,1 4 0-16,0-4-6 0,-1 3-28 15,0-4-16-15,0-2-4 0,1-4-4 0,2-4-6 16,1-4-4-16,5-14-12 0,0 1-6 0,0 0-117 16,0 0-92-16,0 0-7 0,0-1-27 0,0 0-24 0</inkml:trace>
  <inkml:trace contextRef="#ctx1" brushRef="#br1" timeOffset="200106.78">21849 10410 1990 0,'0'0'-17'16,"0"0"-17"-16,0 1-35 0,-1 0-4 0,-16 36-228 0</inkml:trace>
  <inkml:trace contextRef="#ctx1" brushRef="#br1" timeOffset="200457.83">21969 10774 1299 0,'-3'17'214'0,"1"2"-80"0,1 0 69 0,1 0-99 0,0-6 122 15,0-13-49-15,0 1-9 0,0 0-17 0,6 35-59 16,-6-36-40-16,0 0 6 0,0 0-18 0,1 0 1 0,0 0-14 15,40-21-3-15,-27 4-4 0,1-2-17 16,2-3 5-16,2 0 1 0,-1-1 1 0,-1 3 6 0,-2 1 4 16,-5 1 7-16,-1 6 0 0,-1-1 25 0,-4 1-19 15,-1-1 4-15,-3 1-9 0,-2 0 2 0,-5 1 7 16,-1 3-5-16,-3 1 5 0,-2-1-4 0,-2 3-12 16,0 1 5-16,-3 3-8 0,-1 3-4 15,0 3-10-15,-2 2-5 0,3 5-1 0,2 7-5 0,-1 3 1 16,1 2 4-16,1 1-4 0,1 2-1 0,1 5 7 15,2 2 0-15,4 2 2 0,1-2 5 0,2-2-3 16,1-2-4-16,2-3 1 0,2-2-1 16,4-4-13-16,1-3 6 0,4-1-11 0,1-5 0 15,2-3-62-15,1-3-25 0,4-3-25 0,1-2-190 16,7-5-171-16,8-2-110 0</inkml:trace>
  <inkml:trace contextRef="#ctx1" brushRef="#br1" timeOffset="200884.46">22830 10639 2196 0,'-6'-11'95'0,"6"11"62"0,0-1-30 0,-1 0 24 16,0 0-2-16,0 1 4 0,-36-36-34 0,37 36-61 15,-1 0 5-15,-37 13-28 0,37-13-14 0,-29 23-6 16,13-9 1-16,1 6-3 0,-1 2-7 0,0 2-6 16,0 6 0-16,1 2-2 0,4 4 0 0,2 1 0 15,3-2-1-15,4-1-1 16,2-4-11-16,3-6-3 0,5-1-5 0,3-6 3 16,2-2-9-16,1-4-3 0,1-1 2 0,1-5-4 0,0-3-1 15,1-3 4-15,1-5-11 0,2-2 2 0,-1-3-63 0,2-1-88 16,0-3-10-16,-3-5-33 0,2 0-89 0,-2-4-298 15</inkml:trace>
  <inkml:trace contextRef="#ctx1" brushRef="#br1" timeOffset="201301.33">23049 10215 1992 0,'0'0'146'0,"-1"0"-57"15,0 0-10-15,0 0-6 0,-39 19 17 0,34-2-6 16,-3 6 0-16,-1 2-3 0,1 5-10 0,-1 1-7 15,0 4-2-15,1 4-3 0,-3 1-14 0,2 1-5 16,0 4 1-16,0-2-3 0,2 0-10 0,-2 2-5 16,0-3-7-16,0-2 1 0,1-3-17 0,0-3 3 15,3-3-2-15,2-5 2 0,1-4-4 0,2-4-9 16,1-3 3-16,0-15-8 0,0 0-12 0,0 1-23 16,0 0 1-16,0-1-9 0,1 0 5 0,-1 0 8 15,2 0 5-15,42-18 3 0,-44 18 28 0,1-1-2 16,29-45 3-16,-20 25-4 0,2-1 0 0,0-3 11 15,-2-4-4-15,2 1 6 0,-1-3-5 0,2 0 4 16,0 6 2-16,-1-1 1 0,2 3 4 0,-4 6 13 16,0 0 2-16,0 5 7 0,-10 12 20 15,0 0 2-15,1 0 0 0,0 0 0 0,0 0-7 16,0 0-19-16,0 0-1 0,-1 1-8 0,1 0-12 16,15 50 0-16,-16-31 2 0,-1 5-1 0,0 3-1 15,-1 4 6-15,-2 3-1 0,-1 1 3 0,0 1-7 0,-1 0-1 16,4-3-3-16,-1-2 2 0,3-3-3 0,0-4-6 15,0-5-5-15,7 0-13 0,-2-5-139 0,5-3-38 16,0-2-24-16,1-4 9 0,3 0-11 0,1-5-15 16,2-3-17-16,3-5-10 0,-1-3-168 15</inkml:trace>
  <inkml:trace contextRef="#ctx1" brushRef="#br1" timeOffset="201551">23323 10923 343 0,'11'-22'89'0,"-2"0"191"0,-2 1-63 0,-4 3 57 15,-1 3-7-15,-2 15 18 0,0-1-41 0,0 0-44 16,0 1-10-16,-1-2-16 0,0 1-71 0,0 1-54 15,-40 4 6-15,30 12-24 0,0 2-2 0,1 2 7 16,0 1 3-16,0 2 4 0,2 0 15 0,1 0-1 16,2 0-11-16,3-4 4 0,1-3-42 0,1-16-22 0,0 1-2 15,0 0-9 1,1 0-8-16,0 0 19 0,41 29 0 0,-42-30 6 0,1 0 6 0,43-20 4 16,-27 8 0-16,0 0 2 0,1-2 0 0,-2 0 17 15,1 0-4-15,-2 1 9 0,-2 0 3 0,-2 1-9 16,-11 12 3-16,0-1-4 15,0 0 15-15,9-34 4 0,-9 35-2 0,0 0-4 0,-1-1-52 16,1 0-59-16,-38-32-3 0,38 33-23 0,-1 0-61 16,-36-10-75-16,37 10-31 0,-1 0-41 0,0 0-398 0</inkml:trace>
  <inkml:trace contextRef="#ctx1" brushRef="#br1" timeOffset="201924.63">23664 10687 1278 0,'0'0'493'16,"1"0"-336"-16,0 0-19 0,0 0-74 0,38-2 83 0,-39 2 10 16,0 0-1-16,0 0 1 0,0 0-34 0,0 1-20 15,0 0-10-15,0 0-2 0,0 0-27 0,-20 36-29 16,20-37 2-16,-1 0-12 0,0 1-10 0,0 0-7 16,-43 32 0-16,44-33-2 0,-1 0 1 0,0 1-7 15,-38 24 5-15,39-25-5 0,0 0 3 16,-1 1-3-16,0 0-5 0,0 0 1 0,-34 40-2 0,35-41-6 15,0 1 1-15,0 0-4 0,0 0-5 0,-4 42 1 16,4-43-1-16,0 1 1 0,0 0 2 0,1 0-2 16,27 39-2-16,-28-40 0 0,1 0-7 0,0 1 5 15,38 22-1-15,-39-23 4 0,0 0 7 0,38 11 11 16,-38-11 2-16,1 0 3 0,36 8 4 0,-37-8 7 16,1 0-1-16,0 0 4 0,0 0 2 0,0 0 5 15,0 1 0-15,1 0 1 0,27 40-5 0,-29-41 2 16,0 1-2-16,0 0 2 0,-35 42-9 0,35-43-24 15,-28 25-6-15,13-15-11 16,1-2-53-16,2-1-51 0,12-7-11 0,-1 0-20 0,0 0-87 16,0 0-50-16,0 0-27 0,0 0-36 0,1-1-386 0</inkml:trace>
  <inkml:trace contextRef="#ctx1" brushRef="#br1" timeOffset="202276.27">23713 10950 567 0,'12'-11'103'0,"0"2"216"0,-2 1-138 0,2 2-12 15,-12 6 0-15,1 0-6 0,0 0-13 0,0 0-34 16,38-13-4-16,-39 13-13 0,0 0-34 0,1 0-1 0,0 0 0 15,40-7-2-15,-41 7-15 16,1 0 2-16,35-21 2 0,-21 10 2 0,0-2 18 16,5-1-6-16,-1-2 0 0,1 0-3 0,0 2-4 0,-2-2-15 15,1 0 1-15,-6 2-7 0,2 4-14 0,-4 3 6 0,-11 7-6 16,0 0 7-16,0 0-3 0,0-1 6 16,0 0 3-16,0 0-1 0,0 0-7 15,-4-39-10-15,4 40-2 0,-1 0-2 0,0-1-1 0,-40-28-2 16,41 29 2-16,-1 0-4 0,0 0 1 0,-45-14 0 15,46 14 0-15,-1 0-1 0,-39 0-2 16,40 0-7-16,-1 0-1 0,-39 27-3 0,40-27-9 0,-26 28 3 0,12-11 3 16,1 3 0-16,0 2 1 0,1 3-1 0,2 3 2 15,3-1-3-15,0 0-6 16,2 1 11-16,1-4-4 0,3 0 7 0,1-2 7 16,4-2-7-16,1 0 0 0,1-3-1 0,0-3-6 0,2-1-4 15,1-1-1-15,2 0-1 0,0-2 0 0,1-1-6 16,-3-3 4-16,4-4-4 15,-13-2 5-15,1 0-31 0,0 0-22 0,0 0-11 0,43 2-145 16,-44-2-137-16,1 0-52 0</inkml:trace>
  <inkml:trace contextRef="#ctx1" brushRef="#br1" timeOffset="203070.05">24189 10691 1744 0,'0'0'203'16,"0"0"-95"-16,0 0 4 0,0 0-24 0,0 0 53 0,0 0-35 15,0 0-4-15,0 0-12 0,0 0-32 0,0 0-22 16,0 0 5-16,0 0-9 0,0 1 12 0,9 46-13 16,-11-27-2-16,-2 3-4 0,0 0-11 0,-4 0-5 15,0-1 5-15,0 3-5 0,-1-1 9 0,1-2-13 16,1-1 2-16,1-4-5 0,2-3 6 15,4-14 2-15,0 1-5 0,0 0 2 16,0 0-13-16,0 0-8 0,0 0 9 0,0-1-8 0,0 0 11 16,0 0-10-16,0 0 1 0,0-1-2 0,23-41 8 0,-14 23 5 15,1-2 1-15,0-1 2 0,0-1-1 0,1 0 6 16,1-1-6-16,0-3 6 0,0 2-5 0,0 2 5 16,2 2 8-16,-1 9-1 15,-1-2 28-15,1 3-16 0,-2 2 2 0,-11 9-7 0,1 0-12 16,0 0 3-16,0 0-4 0,35-8 3 0,-36 8-6 15,0 0 2-15,1 1-3 0,24 36 2 0,-17-19-7 16,-2 3-1-16,-1 1 1 0,-1 6 0 0,2 3 9 16,-4 3-7-16,1-1 7 0,-1-1-8 0,1-2 1 0,1-5-5 15,0 0-8-15,2-3-15 0,0-2-191 0,4 0-248 16,3-2-124-16</inkml:trace>
  <inkml:trace contextRef="#ctx1" brushRef="#br1" timeOffset="208361.69">24940 10244 8 0,'-3'-18'310'0,"0"-3"-84"0,-3 2 154 0,2 3-147 0,-1 0-24 15,-2 3-13-15,-1 1-26 0,8 12-5 0,0 0-3 16,-2-1-41-16,-53-28-16 0,55 29-1 0,-1 0-6 16,0 0-11-16,-37 7-23 0,38-7-2 0,0 0-8 15,-1 0-16-15,0 1-1 0,1 0-1 0,-9 36-1 16,9-37-2-16,1 1-2 0,0 0-6 15,37 44 2-15,-25-30-4 0,1 4-3 0,0 1 10 16,-1 4-6-16,1 2 16 0,-3 0 9 16,-3 2-1-16,2 6 5 0,-4 0-2 0,-4 3-6 0,1 2-6 15,-6 1 1-15,-3-1-10 0,-3 5-9 0,-1-2 2 16,-8 2-6-16,1 4-1 0,-2 1-12 0,-5 1 3 16,0-2-7-16,-2-7-24 0,0-7-160 15,2-3-2-15,1-9-73 0,3-3-159 0</inkml:trace>
  <inkml:trace contextRef="#ctx1" brushRef="#br1" timeOffset="208717.23">25654 10049 1606 0,'-5'-11'264'0,"5"11"-110"0,0-1 37 0,-1 0-82 15,0 0 31-15,-35-24-16 0,36 25-7 16,-1 0-6-16,0 0-35 0,-43 24-17 0,31-10 1 16,0 4-7-16,-2 4-5 0,2 3-4 0,0 5 4 0,2 2-4 15,2 5 12-15,1 9-5 0,0 3 0 0,0 9-2 16,1 5-10-16,2 3-10 0,-4 1-1 0,3-1-5 15,-1 3-17-15,-4 3 4 0,2 4-3 0,-1 1 5 16,-2-2-11-16,2-10 4 0,4-8-5 0,-5-7 6 16,5-2-8-16,0-8-26 0,2-2-13 15,4-8-10-15,-3-9-98 0,3-21-54 0,0 1-1 16,0 0-18-16,0 0-19 0,0-1-120 0,0 0-95 16</inkml:trace>
  <inkml:trace contextRef="#ctx1" brushRef="#br1" timeOffset="209028.14">25558 10087 1742 0,'0'0'75'0,"0"-1"98"0,0 0-153 0,-8-34 74 0,8 35-11 16,0 0 32-16,0-1-10 0,0 0-25 0,0 0-3 15,0 0-8-15,0 0-19 0,1 0-8 0,24-35 3 0,-25 36-7 16,1 0-4-16,45-9-4 0,-25 6-4 15,0 1 1-15,3 2-2 0,-2 1 1 0,2 4 6 16,-2 2-2-16,-1 1 16 0,0 2 2 0,-4 1-1 0,-4 0 1 16,1 2-2-16,-4 1-9 0,0 2 3 0,0 1-5 15,-3 0 2-15,-2 0 3 0,0 3-6 0,-5-2 5 16,-2 0-3-16,-5 1-17 0,-2-1 9 0,-4 5-13 16,2 3-3-16,-4 2 0 15,-2 1-8-15,-3 0 6 0,-3-1-8 0,-3-1 3 0,-3-2 2 0,-2-4-1 16,-3 0-4-16,0-5-72 0,-1-3-18 15,-4-4-30-15,3 0-150 0,1-3-97 0,3-2-37 16,7 1 115-16,6-3 1343 0</inkml:trace>
  <inkml:trace contextRef="#ctx1" brushRef="#br1" timeOffset="209433.83">26588 9940 2252 0,'0'0'54'0,"0"-2"49"0,-1 1-11 0,0 0 30 16,0 0 7-16,-41-27-46 0,42 28-6 16,-1 0-15-16,-42 11-30 0,27-3-6 0,-2 3 2 15,0 2-4-15,0 3 0 0,-3 4-4 16,1 2 0-16,1 3-1 0,-1 3 0 0,5 6-4 0,-2 0 2 16,0 7-3-16,2 4 0 0,-3 6-4 0,1 8 0 0,0 3-1 15,0 1 5-15,2 0-13 0,1 0 3 0,3-5-6 16,2 2 0-16,2 0 6 0,5-1-4 0,4 1 2 15,1-5-9-15,5-7 6 0,2-4-1 16,2-8 2-16,3-3-6 0,-2-7-13 16,3-4-39-16,0-3 3 0,0-5-165 0,-1-4-103 0,4-2-41 15</inkml:trace>
  <inkml:trace contextRef="#ctx1" brushRef="#br1" timeOffset="209946.45">27334 9994 1941 0,'-11'-8'94'16,"2"0"126"-16,9 8-135 0,-2 0 76 0,1 0-17 0,-35-13 30 16,36 13-65-16,-1 0-25 0,-38 14-3 0,25-2-9 15,-1 2-27-15,0 4-14 0,-2 3-2 0,1 3-6 16,-2 7-16-16,-2 4-2 15,1 5 1-15,-3 9-1 0,-3 6-3 0,0 8-2 0,0 4 2 16,-1 2-1-16,1 0 2 0,5-6 0 16,4 2 1-16,2-6 0 0,4-5-3 0,7-6-1 0,0-8-3 15,6-8 2-15,2-6 1 0,6-7-11 16,2-6 2-16,4-7-4 0,2-4 11 0,5-6 2 0,1-4 2 0,4-9-1 16,0-4 3-16,2-3 7 0,-1-6-5 0,0-3 5 15,0-1 5-15,-4-1 13 0,-1 3 7 16,-4-1 0-16,-6 2 3 0,-1 7-1 15,-6 0-4-15,-4 3 3 0,-2 0 1 0,-8-2-3 16,1 1 1-16,-5 3-3 0,-3 2-12 0,-3 4-18 0,-2 3-1 16,0 5-6-16,-3 3-18 0,-3 4-35 15,-1 4-7-15,-1 2-14 0,-3 1-58 0,3 1-127 0,0-1-29 0,0 0-59 16,1 2-324-16</inkml:trace>
  <inkml:trace contextRef="#ctx1" brushRef="#br1" timeOffset="210276.54">28228 10047 2785 0,'0'0'89'15,"0"0"3"-15,0 0-38 0,0 0 65 0,0 0-9 0,0 0 24 16,-1 0-34-16,0 0-34 0,0 1 0 0,-34 35-13 16,29-16-17-16,-2 4-14 0,0 1 5 0,1 1-9 15,-1 4 5-15,1 5 6 0,1 7-8 0,-1 7 6 16,0 3-11-16,0 6-1 0,-1 2 4 0,1 1-5 16,-1-2-4-16,-1-1 0 15,-1 3-3-15,0 1 3 0,-1 5-3 0,0-2-3 16,1-6-1-16,1-5 0 0,2-6 7 0,2-7-13 0,2 0 7 0,-2-6-12 15,3 0-42-15,-1-1-116 0,1-7-39 0,2-5-40 16,0-6-254-16</inkml:trace>
  <inkml:trace contextRef="#ctx1" brushRef="#br1" timeOffset="214530.42">29252 10601 1885 0,'0'0'98'0,"0"0"12"0,0 0 12 15,0-1 6-15,0 1 60 0,0 0-71 0,-1 0-4 0,0 0-23 16,0 0-27-16,0 0-10 0,0 0 0 0,0 1-6 16,-1 0-17-16,-36 37-10 15,38-38-6-15,0 1-1 0,-13 41-8 0,7-22 6 16,-3-1 2-16,0 5 1 0,-1 5 6 0,-2-3-1 15,2 0-1-15,-1 0 0 0,2-2-2 0,-1-2-8 16,3-3 5-16,1-3-6 0,6-16 4 0,0 1-4 0,0 0-2 16,0 0 0-16,0 0-3 0,0 0-3 0,0 0 1 15,0-1-4-15,0 0-3 0,0-1-6 0,9-32 2 0,-1 12-1 16,2 0 11-16,0-2-1 16,2-1 1-16,-1 0-2 0,1-3 6 0,0 3 0 15,-1 1-3-15,0 2 1 0,3 3-7 0,-2-3 4 16,1 3 4-16,0 4 0 0,-5 1 6 0,4 5-8 15,-1 0 3-15,-11 8-4 0,2 0 1 0,-2 0 1 0,1 0-1 16,0 0 2-16,35-7-6 0,-36 7 8 0,0 0-1 16,0 1 4-16,2 0-2 0,26 40 2 0,-28-41 0 15,0 1 2-15,12 43-2 0,-12-43 6 16,4 34-4-16,-4-12 4 0,0 0 0 16,-1 2 1-16,1 1-3 0,-1 1 0 0,0-2-6 0,0-2-5 15,1-2 0-15,-2-4-1 0,2-1 2 0,0-16-7 16,0 1 2-16,0 0-14 0,0 0-85 0,0 0-66 15,0 0-16-15,2 0-10 0,-2 0-30 0,1 0-24 16,35 14-22-16,-36-15-9 0,1 0-160 0</inkml:trace>
  <inkml:trace contextRef="#ctx1" brushRef="#br1" timeOffset="-214379">29739 10790 1769 0,'0'0'143'0,"0"-1"-29"16,0 0 3-16,-1-40 3 0,1 41 60 0,0-1-44 0,0-34-7 15,0 35-11-15,0-1-24 0,0 0-33 0,-7-40 2 16,7 41-13-16,0-1-4 0,-11-36 3 0,11 37 1 16,0-1 0-16,0 0-2 0,-18-36-12 0,18 37-1 15,0 0-5-15,0-1-18 0,-1 0 1 0,0 0-7 0,0 0 4 16,-40-12-11-16,41 13-10 0,-1 0 2 0,0 1-5 15,-40 38-4-15,27-23-1 0,1 3-3 16,-1 2 2-16,0 4 6 0,1 6 4 16,1-2 7-16,1 2-2 0,0-4 10 0,3-2-11 15,2-4 3-15,4-3-6 0,1-2-1 0,1-16 4 16,0 1-4-16,0 0 4 0,0 0-3 0,17 35 0 16,-17-36 1-16,1 0 1 0,0 0 7 0,0 0-1 15,41-12-2-15,-42 12 1 0,1-1-5 0,37-29 5 16,-23 14 1-16,-1-2 1 0,1-1-3 0,1-3 1 0,1 1 2 15,-1-3 0-15,0-1 0 0,-1-1 0 16,-2-4 0-16,1 0 2 0,2-1 4 16,-5-1-4-16,3 1 2 0,1 0-2 0,-4 1 0 0,-1-1 0 15,1 4-2-15,0-1 3 0,0 3 1 0,-3 0 4 16,0 2-3-16,-3 3 2 0,0-1-4 16,0 3 6-16,-3-1-3 0,2 4 5 0,-4 15 1 0,0-1 2 15,0 0 3-15,5-37-1 0,-5 38 8 0,0 0-10 16,0-1 3-16,0 0-7 0,0 0 1 0,0 0 0 15,0 0-7-15,0 0 2 0,0 0-15 0,0 1-3 16,0 0 3-16,0 0-2 0,0 1 6 0,-16 42 6 0,12-15 0 16,-1 3 3-16,-1 7-2 0,-1 3-2 0,-1 1 1 0,0 1-1 15,-3 1 2-15,2 2 3 16,1-1-5-16,0-3 3 0,-1-2-9 0,4-2 5 0,0-2 0 16,0-1 1-16,1-1-4 0,3-6-139 0,-1-3-14 15,-2-5-58-15,4-3-165 0,-3-2-238 0</inkml:trace>
  <inkml:trace contextRef="#ctx1" brushRef="#br1" timeOffset="-213895.82">28683 10360 1699 0,'-9'-12'284'0,"9"12"-220"16,0-1 22-16,0 0-42 0,-5-35 51 0,5 36 5 15,0 0 0-15,0-1-4 0,0 0-38 0,0 0-12 16,1 0-4-16,0 0-2 0,34-26-14 0,-35 27 3 15,0 0-5-15,37-3 3 0,-37 3-14 0,1 0 5 16,44 10-9-16,-45-10 6 0,33 12-15 0,-16-1 4 16,-3 0 1-16,-2 6 1 0,-1-2 0 0,-2 2-1 15,-1 1 3-15,-5-1-3 0,-1 3 0 0,-4 1 3 16,-3 1-2-16,-2 0 3 0,-5 1-4 0,0 0 2 0,-1 3-3 16,-6-2 2-16,2 1-3 0,-2-2 2 15,0 0 1-15,0 0 0 0,4 1-5 0,0 0 1 16,0 0-1-16,3 1 1 0,-1-4 3 0,4 0-4 0,2-3 4 15,3-1-4-15,2-2 5 0,2-15 3 0,0 1 2 16,0 0-1-16,0 0 4 0,22 37-6 0,-22-38-5 0,1 0 0 16,34 4-3-16,-35-4 0 15,34-7 2-15,-12 1-2 0,0-1-2 0,3 1-1 16,0-1-7-16,2 0-6 0,3 0-107 0,1 0-142 16,2 0-55-16,0 3-51 0,3 1-402 0</inkml:trace>
  <inkml:trace contextRef="#ctx1" brushRef="#br1" timeOffset="-212781.55">30601 10683 811 0,'0'0'262'0,"0"0"129"0,0 0 33 0,0-1-242 15,0 0-27-15,7-38-16 0,-7 39 4 0,0-1-22 16,0 0-37-16,-17-47-17 0,17 48-7 0,0-1-3 16,0 0-18-16,-19-35 0 0,19 36 5 0,0-1-3 0,-1 0 4 15,0 0-21-15,-42-33 1 0,43 34-8 0,-1 0-9 16,0 0-5-16,-41-6-3 0,42 6 0 0,-1 0-7 15,-39 18-9-15,25-6 0 0,0 2-4 16,-2 2-7-16,0 3 2 0,0 1 2 0,2 3 1 0,-1 1 5 16,4 1 2-16,1 3 6 0,1-2-1 0,3 1 7 0,2-2-6 15,3-4-2-15,2 0 1 0,2-5 1 0,-2-16-2 16,0 1 1-16,1 0-1 0,0 0 10 16,44 22 0-16,-44-23 1 0,34-14-1 0,-16 3-5 0,4-6 1 15,1-3 4-15,1-1-1 0,0-5 6 16,0-1-4-16,0 0 1 0,-1 1-1 0,0 2 3 0,-3 0 0 15,0 2-2-15,-2-2 2 0,-2 2 3 0,-3-4-4 16,-3 0 3-16,0 0-4 0,-1-2 2 16,2 3 0-16,-2-4-1 0,-3 2 1 0,2-1 7 15,-6 0-3-15,1 0 3 0,0 2-4 0,-4 2 1 16,2 5 6-16,-2 4-4 0,0 1 4 0,-2 1-4 0,-1 2 16 16,3 11-4-16,0 0 7 0,0 0-14 0,0 0-7 15,0 0-1-15,-1 0-2 0,0 0-6 0,0 0-6 16,0 0 1-16,-32 43-2 0,28-22 7 0,-3 7 1 15,1 4 1-15,-3 5 0 0,1 1 4 16,2 5 2-16,-4-2-3 0,1 2 1 0,0-1-1 0,-2-2-1 16,-1-2-1-16,3-4 0 15,-2-3-1-15,4 1-5 0,2-3 6 0,2 0-7 16,2-4-21-16,1-6-131 0,1 0-9 0,2-8-50 16,-2-11-93-16,0 0-143 0</inkml:trace>
  <inkml:trace contextRef="#ctx1" brushRef="#br1" timeOffset="-212566.02">30923 10567 812 0,'0'0'111'0,"0"0"351"0,0 0 158 0,0 0-464 0,0 0-38 16,0 0-28-16,-1 0 7 0,0 0-19 0,-34 25-19 16,21-12 17-16,-2 2-4 0,1 2 5 0,-1 2-21 15,-1 3-22-15,0 1 1 0,1-1-10 0,-2-1-15 16,4 2-4-16,1-1-2 0,3-4 1 0,1 0-3 15,2-6-6-15,7-12-14 0,0 1-2 0,0 0-98 0,0 0-53 16,0 0-16-16,0 0-9 0,0 0-24 0,0-1-98 16,0 0-49-16</inkml:trace>
  <inkml:trace contextRef="#ctx1" brushRef="#br1" timeOffset="-212453.27">30960 10401 1800 0,'0'0'154'0,"0"0"-64"15,0 0-19-15,0 0-9 16,0 0-45-16,0 0-19 0,0 0-2 0,0 0-6 16,0 0-10-16,0 0-152 0,0 0-31 0</inkml:trace>
  <inkml:trace contextRef="#ctx1" brushRef="#br1" timeOffset="-212068.47">31033 10696 704 0,'1'12'71'0,"3"2"239"0,-2-1-254 0,2-1 114 16,-4-12-22-16,0 1 46 0,1 0-67 0,0 0-7 16,0 0-6-16,0 0-1 0,36 27-41 0,-37-28-20 15,1 0-2-15,0-1-6 0,46-26-7 0,-31 14-3 16,-2-2 3-16,0 1 0 16,-1-2 21-16,1 3 5 0,2 0 1 15,-2-2 0-15,0 3-7 0,1 2-10 0,-3-1-3 0,-2 2-3 16,-1-3-17-16,-5-1 6 0,-4 13-2 0,0-1 4 15,0 0 3-15,-1-40-3 0,1 41 0 0,-1-1-3 16,-1 0-10-16,-34-31-18 0,35 32-1 0,0 0-4 16,-45-7-6-16,45 7-1 0,-34 8 1 0,15 1 0 15,-1 2 1-15,2 3 9 0,-3 2-4 0,1 0 5 0,2 3-5 16,-1 0 0-16,2 0 0 0,4 2 1 0,0 1 10 16,2 1-6-16,3 4 3 0,4-2-4 15,0-1 1-15,5-1 0 0,0-2-1 0,5 0 0 16,3-3-9-16,3-1 0 0,1-1 1 0,2-4 1 15,1 0 6-15,2-2-2 0,0-1-1 0,-1-3-1 0,2-2 4 16,-1-1-18-16,-2-3-9 0,2 0-11 16,-2-1-91-16,4-2-39 0,-1-1-17 0,4-1-11 0,3 0-95 15,2 0 1067-15</inkml:trace>
  <inkml:trace contextRef="#ctx1" brushRef="#br1" timeOffset="-211699.27">31661 10016 1694 0,'0'0'278'0,"0"0"-158"0,0 0 36 0,0 0-108 16,0 0 16-16,1 0 39 0,0 1-3 0,46 35 12 15,-33-24-14-15,-1 6-17 0,1 2 3 0,0 0-9 16,-1 5-12-16,-2 1-9 0,-3 3-1 0,-1 4-2 16,-2 5 1-16,-4 3 12 0,0 6 1 0,-2 0 4 0,0 3-10 15,-1 3-2-15,-1 0-6 0,-1-1 2 16,-2-3-11-16,2 5-8 0,-3 1-4 0,-1 4-2 0,-1 2-19 15,-1-3-3-15,0-1-3 0,0-6 1 0,-3-3-7 16,0-4-11-16,-1-3-25 0,0 1-9 0,2-1-213 16,-4-2-266-16,5-2-133 0</inkml:trace>
  <inkml:trace contextRef="#ctx1" brushRef="#br1" timeOffset="-210553.46">17367 12059 2741 0,'0'0'71'0,"0"0"-62"16,0 0-10-16,0 0-31 0,0 0-24 0,1 0 53 0,37-2-13 15,-37 2 34-15,34 1-8 0,-23-10-5 0,17 9 1 16,4-1 0-16,-1-2 6 0,1 0-1 15,4 1-9-15,4-1 4 0,5 1-9 0,5 2 2 16,4-3 0-16,3 3 1 0,2 0-1 0,0-2 2 16,-2 1 5-16,5 3-1 0,4-2 8 0,4-1 5 15,7 3 0-15,-1-2 2 0,0 1 7 0,-1 1-1 0,4 0-2 16,6 0 0-16,3 0-15 0,3-1 3 0,-3-1-6 16,3 1 3-16,5-1-12 0,5 0 3 0,1 0 3 15,1 0 0-15,0 1 4 0,6-1-4 0,2 3-3 0,2-2 2 16,-1-1 0-16,3 0 7 0,3-2 4 0,0 1 2 15,3-2 22-15,2 0-12 0,0-1 0 16,4 0-6-16,3 2-5 0,-1-1-5 0,2 2 3 0,2 0-4 16,-1-1 6-16,-1 1-8 0,1-1 5 0,5 1-5 15,1 1 7-15,-2 2-10 16,3-2 6-16,1 0-7 0,0 0 7 0,0 0-7 16,9-1 0-16,-5-1-1 0,0 1 3 0,14-3 2 0,-5 2-4 0,-3 0 4 15,8-3 1-15,1 0 2 0,-2 0 3 0,7-2-1 16,0 1 5-16,-4 0-3 0,6-2 2 0,1 2-3 15,-5-1-3-15,13 1 1 0,-1 1-3 0,-7-2 2 16,12 2-7-16,-9-1 7 0,-3 3-6 0,9-2 6 16,-8 1-6-16,4 1-1 15,3 0 6-15,-11 2-4 0,6-2 11 0,1 1 1 0,-8 0 2 16,10-1 0-16,-4 0 1 0,-7 1-3 0,8-2-3 0,-8 1 0 16,-4 0-8-16,6 1-4 0,-7 0 3 15,-10 2-3-15,8 0 8 0,-8 2-9 16,-6 3 3-16,0 0-5 0,-5 1 5 0,-8 2 0 0,-5 1-1 0,-8 0 0 15,-5 2 1-15,-6 1-1 16,-6-1-1-16,-4 3 1 0,-15-3 0 0,-4 1 0 16,-3 2-3-16,-9-4 1 0,-1 0-8 0,-10-1-70 15,-8-3-33-15,-8-3-37 0,-6 1-324 0</inkml:trace>
  <inkml:trace contextRef="#ctx1" brushRef="#br1" timeOffset="-209222.32">19444 12346 1737 0,'0'0'100'0,"0"0"37"0,-1 0 16 0,0 0-42 0,0 0-6 16,0 0-14-16,0 0 1 0,0 1 3 0,0 0-7 15,-36 37-37-15,39-19 7 0,0 5-17 0,2 3 9 0,-5 5-16 16,1 5-1-16,0 3-5 16,0 6 2-16,-4 7 0 0,1 5 5 0,-3 8-3 0,0 5 1 15,-3 1-1-15,-1-1-3 0,-2 0 0 0,1 0-9 0,-3 1-4 16,0-2-5-16,0-3 1 16,0-2-6-16,4-11 3 0,-1-8 1 0,1-7 0 15,2-7-6-15,0-4-12 0,1-2-11 0,1-5-3 16,0-4-59-16,6-17-61 0,0 0-1 0,0 0-27 15,-1 0-63-15,0 0-41 0,-14-14-17 0,18-13-12 16,1-5-119-16</inkml:trace>
  <inkml:trace contextRef="#ctx1" brushRef="#br1" timeOffset="-208932.25">19317 12643 825 0,'3'-42'143'0,"0"6"377"15,-1 8-323-15,2 5-39 0,-1 5 4 0,0 4-21 0,-3 14-41 16,0-1-44-16,0 0 0 0,1 0-17 0,0 0-18 15,0 1 4-15,41-10-4 16,-42 10 5-16,1 1-7 0,37 28 4 0,-22-17-2 16,2 0 4-16,-1 0 14 0,4-4 8 0,2 0-1 15,-1 2 1-15,1-2-12 0,3 0 5 0,0 3-2 0,2-6 4 16,3 2 6-16,-3 3-4 0,1-4 4 0,-4 4-5 16,-1-1 5-16,-4 1 10 0,-4 1-8 0,-4 0 8 15,-2 3-4-15,-3 2-1 0,-4 2 8 0,-4 4-7 16,-5 2-9-16,-5 0-16 0,-4 5 2 0,-3 1-4 15,-4 3 3-15,-5 1-16 0,0-3 0 0,-3 2-6 16,0-4-1-16,0-1-3 0,0-5-3 0,1-2-3 0,2-1-50 16,1-2-89-16,-1-1-13 15,1-3-33-15,1-2-101 0,3-4-221 0,4 4-164 16</inkml:trace>
  <inkml:trace contextRef="#ctx1" brushRef="#br1" timeOffset="-208572.39">20375 12706 1697 0,'0'0'277'0,"0"0"-131"0,-1 0 76 0,0 0-189 0,0 0 16 16,-37 1 16-16,38-1 8 0,0 0 5 0,-1 0 24 0,0 0-38 15,-34 8-4-15,35-8-11 0,-1 1-9 0,-28 30-5 16,18-12 3 0,2 2-4-16,-2 5-4 0,1 5-6 0,1 5 5 0,0 7-3 15,0 1 22-15,3 0-3 0,2-1-7 0,3 1 3 16,1-2-22-16,3 2-9 0,3 1 1 0,1-3-4 15,3-3-8-15,1-5-12 0,1-3 3 0,2-5-6 16,2 0 1-16,-1-8-12 0,4 2-42 0,-3-4 7 0,0-5-167 16,1-1-114-16,-1-5-47 0</inkml:trace>
  <inkml:trace contextRef="#ctx1" brushRef="#br1" timeOffset="-207650.66">21049 13018 1107 0,'0'0'182'0,"0"0"-39"0,0 0 36 0,0 0-76 15,0 0 23-15,0 0 10 0,0-1-1 0,0 0 5 16,0 0-10-16,16-35-25 0,-16 36-5 0,0-1-6 15,0 0-11-15,8-36-9 0,-8 37 4 0,0-1-7 16,0 0-10-16,4-44-1 0,-4 45-4 0,0-1 2 16,1-36-5-16,-1 37-4 0,0-1 3 0,0 0-3 15,-14-41-1-15,14 42-11 0,-1-1 2 0,0 0-4 16,-34-36 1-16,35 37-10 0,-1 0 2 0,0-1-6 16,-43-23-10-16,44 24-2 0,-1 0 0 15,-40 0-1-15,41 0-9 0,0 0-6 0,-43 24-3 0,28-10 1 16,0 5-4-16,0 4 5 0,-1 5-6 0,0 2 5 0,4 4-8 15,1-2 15-15,1 2-4 16,2-3 6-16,3-1-7 0,2-5 1 0,2-2 0 16,3-6 0-16,1 0-6 0,4-4-5 0,0-2 3 15,2-1-3-15,3-4-7 0,0-1-14 0,3-4-1 16,2-5-3-16,-1-3 3 0,3-3 12 0,-1-7-2 0,1 3 7 16,-1-2 8-16,1 0 7 0,0 0 3 0,-3-4 2 0,1 2 2 15,-3-2 1-15,1 3-1 0,-1 3 1 0,0-4 7 16,-4 4 1-16,-2 1 3 15,-8 13-1-15,0-1 3 0,0 0 13 0,0 0-3 0,0 1 7 16,0-1-7-16,0 0 6 0,0 0-7 16,0 0 5-16,0 0-16 0,0 0-3 0,0 0 0 0,0 0-2 15,-1 1-6-15,0 0-2 0,0 1 0 16,-35 35 0-16,31-13 0 0,0 3 0 0,1 1-1 0,0 1 1 16,0 4 5-16,-1 3-6 0,0 7 5 0,1 7-6 15,0 2-1-15,-3 2 4 0,2 0-2 0,-1-1 3 16,-1-1 0-16,2-1 1 0,-1-1-2 0,-1 0 0 0,1 1 1 15,-1-2 1-15,1-1-1 0,-3-7 0 16,1-4-2-16,1-3-1 0,1-7 4 0,-1-5-3 16,1-5 7-16,2-2-49 0,4-14 1 0,0 0-22 0,0 1-40 15,-2-1-50-15,1 0-10 0,0 0-16 0,0 0-59 16,0-1-15-16,-25-39-31 0,26 15-14 0,1-3-290 16</inkml:trace>
  <inkml:trace contextRef="#ctx1" brushRef="#br1" timeOffset="-207268.71">21297 13060 1278 0,'0'0'203'0,"0"0"5"15,0 0 87-15,0 0-235 16,0 1-6-16,1 0 29 0,1 0 6 0,-2 0 10 16,29 35 11-16,-29-36-50 0,0 0-2 0,0 0-14 0,1 1-7 15,0 0-5-15,0-1-3 0,0 0 1 16,39 11-5-16,-40-11-2 0,0 0 2 0,1-1-2 15,36-22-3-15,-37 23-9 0,1-2 7 0,29-35-8 16,-30 37 7-16,1 0 2 0,29-37-4 16,-30 37 5-16,1-1 9 0,18-40-5 0,-19 41 5 0,0-1-6 15,8-37 2-15,-8 38 4 0,0-1-1 0,0 0 3 0,-10-44 5 16,10 45-9-16,-1-1 5 0,0 0-6 0,-39-40 2 16,40 41-13-16,-1 0 6 0,-40-17-7 15,41 17 14-15,-1 0-20 0,-42 6 2 16,27 4-9-16,0 3-9 0,1 4-2 0,-1 3-2 0,1 2 1 15,1 3 5-15,3 5-5 0,1-1 5 0,2 3-3 16,1-3 15-16,2 0-8 0,2-2 5 0,1 0-5 16,2 0 9-16,1 1-8 0,3-3 1 0,2 0-3 0,1-3 3 15,2-6-12-15,1-2-2 16,1-4-4-16,2-2-12 0,1-4-14 0,-1 0 2 16,0-5-13-16,1-3-69 0,1-3-130 0,1-4-8 15,0-3-41-15,2-2-27 0,1-2-388 0</inkml:trace>
  <inkml:trace contextRef="#ctx1" brushRef="#br1" timeOffset="-207032.78">21608 12872 1889 0,'0'0'125'0,"0"0"-8"0,-1 0-10 0,0 0 7 16,0 0 14-16,0 0-10 0,0 0-2 0,0 0-11 15,0 0-52-15,1 1-12 0,0 0-1 0,0 0-4 16,1 0-12-16,36 21-12 0,-37-22-6 0,1 0 1 15,48 7-8-15,-30-4 7 0,1 0-3 0,1-1 6 16,1 2-9-16,0-1 1 0,0-1-1 0,0 2 0 16,-4-3 0-16,1 1-2 0,-2 0-2 0,-1-2 0 15,0 1-7-15,-1-1-61 0,1 0-22 0,-1-1-26 16,-1 0-157-16,-2-2-115 0,3 0-79 0</inkml:trace>
  <inkml:trace contextRef="#ctx1" brushRef="#br1" timeOffset="-206789.56">21873 12711 1519 0,'-10'-6'127'0,"0"-4"300"0,1 3-322 16,9 7 22-16,0 0 4 0,-1 0 7 16,0-1 19-16,0 1-57 0,0 0-2 15,-40-5-24-15,41 5-42 0,-19 27-4 0,9-9 1 16,1 8-2-16,-1 1-1 0,0 5-1 0,1 2 3 0,0 4 1 15,2 3 15-15,0 2-6 0,0-3 2 0,0 1-3 16,1-4-5-16,0-3-12 0,1 1-4 0,3-3-3 16,2 0-14-16,2-5-9 0,0-1 2 0,4-5-5 0,-1-2-7 15,3-4-13-15,1-3-18 16,-1-2-3-16,5-1-101 0,0-3-66 0,3-3-11 16,-2-3-26-16,4 0-101 0</inkml:trace>
  <inkml:trace contextRef="#ctx1" brushRef="#br1" timeOffset="-206189.1">23197 12572 2031 0,'0'0'156'0,"-1"0"0"0,0-1-9 0,-34-21 4 16,35 22-10-16,-1 0-18 0,0 0-1 0,0 0-11 16,-44 1-37-16,45-1-12 0,0 0-4 0,-46 25-2 15,30-12-14-15,-2-3-6 0,-2 5-3 0,4 3-3 16,0 5-14-16,1 7-3 0,2 3-1 0,-1 4-1 16,0 3-7-16,1 1-1 0,-2 5 1 0,5 6-2 15,0 0 2-15,0-6-1 0,2 0 3 0,1-6-2 16,5 2 0-16,1-3-9 0,1-5 2 0,3-3-4 15,5-7 2-15,0-5-2 0,2-4-2 0,2-5 1 0,0-4-6 16,4-3-2-16,0-2-1 16,3-5 1-16,-3-2 5 0,5-5-4 0,3-3 1 0,1-3-1 15,4-2 8-15,-1-2 11 0,-2-2-2 0,-1 2 4 16,-3-1-5-16,-4 2 5 0,-2 1 0 0,-6 2 2 16,-3 0-4-16,-7 17 13 0,0-1 1 0,0 0 6 15,-5-43 11-15,5 44-6 0,-1-1-1 0,0 0-3 16,-46-36-12-16,46 37-9 0,-33-14-4 0,16 9-3 15,-2-1-15-15,1 3-9 0,-1 2-4 0,-1 1-4 16,-2 0-30-16,3 3-67 0,-1 0-3 0,3 0-29 16,2 0-78-16,-1-2-130 0,3-1-72 0</inkml:trace>
  <inkml:trace contextRef="#ctx1" brushRef="#br1" timeOffset="-205837.33">23686 12404 2243 0,'0'0'60'0,"0"0"29"0,1 0-11 0,-1 0 22 16,39 10 11-16,-39-10 0 0,1 0-10 0,0 0 4 15,36 21-29-15,-37-21 11 0,1 1-4 0,0 0 5 16,31 44-20-16,-24-27-1 0,2 0-1 15,0 5 0-15,1 1 0 0,0-2-13 0,-2 2 5 16,4 1-9-16,-2 1-10 0,1 7-1 0,-2 2-8 16,-5 3 5-16,1 0-11 0,-4 4-2 0,0 1 3 0,-1 3-3 15,0-1 1-15,0 0-17 0,-1-2 0 16,-1 0-6-16,-1 4 0 0,-2 0 0 0,-2 5 0 16,1-2 0-16,-1 0 0 0,-1 2 0 0,-3-3 0 0,-1 0 0 15,-2-2 0-15,-3-3 0 0,-2 5 0 0,-3-2 0 16,-1 0 0-16,-1-3 0 0,0-3 0 0,-2-7 0 0,-2-2 0 15,-1-8-152-15,1-3-32 16,3-7-66-16,0-4-294 0</inkml:trace>
  <inkml:trace contextRef="#ctx1" brushRef="#br1" timeOffset="-203351.87">3286 4125 2708 0,'-41'-14'57'0,"30"11"-50"0,11 3-37 0,-1 0 9 0,0 0-78 15,0 0 49-15,1 0 9 0,0 0 12 16,21-2 20-16,1 5-1 0,5-1-3 0,8 0 3 0,3 0-1 15,-4-13 7-15,18 8-5 0,2 3 5 16,5 0-7-16,2 2 9 0,6 2 2 0,7-1 2 16,6 1 5-16,-2 5 8 0,0 1-2 0,9 0 3 15,6 3-5-15,10-1-2 0,3-1 2 0,4 2-1 16,9-2-7-16,4-2 3 0,5 0-5 0,8-4 4 0,3-1 0 0,1 0 4 16,4-4-3-16,6 0 3 0,-5-2-7 0,0 1 3 15,5 1 1-15,-7 1 0 16,-1 1-1-16,4 2 6 0,-5 0-5 0,-1 4 6 15,-4-1 0-15,4 4-3 0,1-1 7 0,-6 0-4 16,11-2 18-16,-5-2 1 0,-3 0 0 0,3-4-1 16,2 1-10-16,-7-1 0 0,-4-1-7 0,2 0 3 15,-6 0-14-15,-8-1 3 0,-1 2 1 0,-12 1 0 16,-4 0-5-16,-6 4 6 0,-3 1-4 0,-12 2 6 0,-13 1 2 0,-6 0-3 16,-7 1 3-16,-2 2-3 0,-3-2 6 0,-7-2 3 15,-8 1-8-15,-12 0-1 16,-6-2-77-16,-18-9-78 0,0 0-2 0,0 0-31 15,0 0-79-15</inkml:trace>
  <inkml:trace contextRef="#ctx1" brushRef="#br1" timeOffset="-202867.89">3814 4178 2640 0,'28'6'-29'0,"3"2"5"0,8-2 13 0,6 2 2 0,5 1-1 16,5 1 3-16,18 0 7 0,14 1-5 0,6-2 1 0,13 2-2 0,-9-1 1 0,10-2 6 15,6-1 1-15,6-2 4 0,2-1 9 0,0-4 9 16,6 0-6-16,4 0 5 0,6-3-9 0,3-1 10 16,0 0-4-16,9-3 5 0,6-1-9 0,0-2 7 15,4-1 1-15,14-1 1 0,-4-2 1 0,8-2-5 16,6-2-4-16,-12-1-2 0,8 0-9 0,-3 2-5 15,-11 1 6-15,8 1-6 0,-8 2 0 0,-13 2 7 0,7 3-4 16,-10-3 5-16,-9 3-4 0,2 0-1 16,-5 1 2-16,-5 2-1 0,-4-1 6 0,0 3-3 0,-6 2 0 15,-4-4-1-15,1 5 0 0,-9-5 2 0,-4 2 0 16,-7-1 1-16,-4-2 3 0,-14 1 6 0,-13-1-4 16,-13 4 4-16,-5-1-5 0,-9 1-14 15,-4 1-5-15,-9 1-9 0,-9-3-69 0,-19 3-43 0,1 0-7 16,-1 0-19-16,0 0-94 0</inkml:trace>
  <inkml:trace contextRef="#ctx1" brushRef="#br1" timeOffset="-202534.52">5516 4234 2946 0,'48'16'-27'0,"6"1"9"0,9 2 12 0,16-3-2 0,6 0 0 0,5-1 1 0,20-2 8 0,12-2-1 0,7-3 4 0,22-4-2 0,-3 0 7 15,1-5 1-15,5-4-1 0,16 1 0 0,-5-2 0 0,7-4 1 0,6 1 1 16,-12-1 0-16,10-2 2 0,0 5 5 0,-7 1-5 16,13 1 3-16,-9 1-16 0,-7 2 6 15,8 2 0-15,-13 4 2 0,-1 3 1 0,5 3 3 16,-9 4-5-16,0 2-6 0,3 3-108 0,-6 1-219 16,3 2-60-16</inkml:trace>
  <inkml:trace contextRef="#ctx1" brushRef="#br1" timeOffset="-201301.37">22130 9564 2405 0,'0'0'124'0,"0"0"-31"16,-1-1-3-16,0 0-57 0,0 0-38 0,-41-33 9 16,42 34-2-16,0 0 6 0,0 0-8 0,0 0-5 15,0 0 0-15,0 0-4 0,1 0 3 0,0 0-4 16,51 18 5-16,-29-11-3 0,1 1 8 0,6 0 0 16,-2 0-2-16,3 2 2 15,3-2 10-15,2 1 5 0,3 0 1 0,3-2 0 16,5 1-5-16,8-1 8 0,5-1-6 0,4-1 5 0,1 0-12 15,-1 0 4-15,-1-2-2 0,0 0 2 0,3-1-4 0,6 0 11 16,2 0-7-16,4 0 8 0,-2 1-5 0,-3-1-8 16,1 0 6-16,5-4-7 0,4-1 8 0,1-2-5 15,-1 1 1-15,-6-5-2 0,0-1 10 0,3-5-9 16,-1-1 5-16,-1-2-7 0,-4-4 11 0,-8 1 4 16,-7-4-1-16,-5-1 2 0,-1 2 6 0,-5-1-3 15,1-1 2-15,-5-2-3 0,-2 0-9 0,-8-5 1 16,-1 4-2-16,-4 1 1 15,-2-3-3-15,0 2 2 0,-3-4-2 0,1-5 3 16,-2 0 2-16,-5-2-3 0,-1-2 0 0,-2-1-1 0,-1-3 2 16,-4 0-4-16,1 0 3 0,-5-1-5 0,-2-2 4 0,-4 0-8 15,-1 0 2-15,-2-1-4 0,-2 2 4 0,-3-1-9 16,0 0 5-16,-2 2-6 0,-2-3 3 0,0 3 0 16,-3 3-3-16,-2 0 3 0,1 5 2 15,-1-4 0-15,0-1-1 0,-1 1 0 0,-3-1 4 0,2 1-5 16,-1 2 1-16,-2 0-3 0,2 3 1 15,-5 1 5-15,1 3-3 0,-3 1 1 0,-2 0-10 0,0 1 5 16,1 0-3-16,-3 1 3 0,2 0-6 16,3 1-3-16,-3 1 7 0,1 3-5 0,-1-1-3 0,-3 2 6 15,0-1-7-15,-3 2 9 0,0 1-3 0,-2 2 0 16,-3 6-2-16,-4-2 3 0,-2 1 1 0,-2 2-4 16,2 1 7-16,-2 1-5 0,1 1 8 0,-2 1-2 15,-3 3-4-15,-1 2 2 0,-2 1 0 0,-1 2-4 16,2 2 5-16,-2 1-6 0,4 3 1 0,-1 2 4 15,-1 2-3-15,3 3 3 0,-1 3 3 0,1 3-9 16,-3 3 4-16,-3 4-7 0,0 3 3 16,-1 5 0-16,2 5 5 0,-3 7-2 0,-1 3 5 0,-4 6-3 15,-3 3-4-15,0 2 2 0,-3-1-2 0,5 1 7 16,2 2 1-16,3 5 2 0,1 5-5 0,3 3 4 16,1-2 0-16,4-3 1 0,5-2 0 0,9-1 9 15,9 0-6-15,9 1 8 0,4 0 0 0,12 1 9 16,4-2 7-16,10-4-2 0,8 4 18 0,4 3-13 15,7 1-2-15,10 7-7 0,5-3-19 16,5-5-19-16,5 1-9 0,6 3-6 0,4 2-46 16,5 2-65-16,10 0-8 0,8-4-30 0,6-1-120 0</inkml:trace>
  <inkml:trace contextRef="#ctx1" brushRef="#br1" timeOffset="-200289.87">15307 15998 2838 0,'-14'-5'150'0,"4"-1"-41"15,10 6 62-15,0 0-191 0,0 0-28 0,0 0-47 0,15-2 63 16,8 4-10-16,7 1 36 0,4 3 5 0,-6-12-7 15,13 11 7-15,9 2-6 0,-2-1 7 0,4 0 2 16,-2 3-1-16,-4-2 4 16,0 0 2-16,-1-2 3 0,-1 1-10 0,0 0 7 15,-3-2-17-15,-6-1-97 0,0-1 6 0,-3 1-45 16,-6 2-45-16,-1-2-58 0,-4 1-14 0,-2 0-31 0,-3-3-212 0</inkml:trace>
  <inkml:trace contextRef="#ctx1" brushRef="#br1" timeOffset="-200091.92">15576 16478 2697 0,'0'0'138'0,"-1"0"-97"0,0 0-9 0,0 0-27 16,0 0-13-16,1 1 31 0,0 0-4 0,1 40 10 0,-1-41-24 15,23 26-7-15,-9-11 1 0,6 2-2 0,2 0 5 0,5-2 1 16,1 0 2-16,6-2-4 0,6 0-19 0,6-5-93 15,3 0-10-15,3-2-35 16,0-4-88-16,4-3-245 0</inkml:trace>
  <inkml:trace contextRef="#ctx1" brushRef="#br1" timeOffset="-199703.73">17215 16493 3180 0,'0'0'100'0,"0"0"-23"16,0-1-82-16,0 0-53 0,14-19 11 0,10 20-18 15,6-3 48-15,7 4 8 0,3 0 0 0,6 0 3 16,5 4 4-16,6-2 6 0,7 0-4 0,9 0 4 0,6-2 1 0,9 0 4 15,3-2 6-15,-1 1-1 0,5-1 24 16,6-3-5-16,4-1 9 0,5 0-9 0,-1 0-4 0,6 0-4 16,2 2-3-16,2-4 2 15,1 4 1-15,3 0-11 0,-1 1 1 0,3 1-6 16,0-1-1-16,0 2 1 0,0 0-4 0,-3 1 2 0,2 1 0 0,0 0-1 16,-2 2 4-16,-2 0-3 0,-3-1-3 0,-4 4 3 15,-3-2-4-15,-4 2 4 0,-6 0-4 16,-10 1-4-16,-3-2 4 0,-6 2-3 0,-1 1 3 0,-11-1-3 15,-9 3-6-15,-12-2-3 0,-4 3-53 16,-7-1-102-16,-4 2-10 0,-4 0-39 0,-1-1-108 16,-3 0-178-16</inkml:trace>
  <inkml:trace contextRef="#ctx1" brushRef="#br1" timeOffset="-199203.24">17799 17270 2873 0,'-24'-4'168'0,"4"-2"-111"0,1 0-12 0,2 2-32 0,17 4-36 16,0 0 6-16,-1 0-4 0,0 0 1 0,0 0-23 0,1 0-5 16,0 0 4-16,14-3-1 15,8 6 26-15,2 0 17 0,5 0-1 0,2-1 5 16,0 1 5-16,0-2 4 0,3 0-3 0,-4 0 4 0,2-1 2 15,-3 2-2-15,1-1 6 0,-1-1-5 16,-3 1 0-16,1 0 0 0,-4-1-4 0,-2 1 4 16,1 2-3-16,-4-1 22 0,-1 1-9 0,-2 0 11 15,-3 1-21-15,-12-4-3 0,1 0-3 0,0 1-1 16,0 0-6-16,0 0-5 0,28 40 6 0,-29-41-5 16,0 1 1-16,-3 41 1 0,-2-22-5 0,-3-3 6 0,1 8-3 15,-6 2-9-15,0 3 1 0,-3 4-3 16,0-1 6-16,-1 1-2 0,2-1 1 0,0 0-2 15,2-1 7-15,2-2-52 0,0-5-5 0,5-3-26 16,0-3-95-16,6-19-93 0,0 1-37 0</inkml:trace>
  <inkml:trace contextRef="#ctx1" brushRef="#br1" timeOffset="-198903.46">18701 16949 2065 0,'0'0'167'0,"0"0"376"16,0 0-421-16,0 0-89 0,0 0 13 0,-1 0-40 0,0 0 17 0,1 0-4 15,-1 2 6-15,-16 37-6 16,16-21-8-16,-3 4-6 0,0 2 1 0,1 5-1 0,0-2 5 16,-1 8 1-16,0 2 2 0,-1 3-1 0,-1 3 10 15,-1 2 14-15,-2 1-5 0,-3 0 8 0,1 1-11 16,0 6 1-16,-2 0 0 0,-3 4 0 15,2 1-8-15,-5 2 1 0,1-2-3 0,1-2 1 16,-1 0-7-16,0-3-4 0,2 0 1 0,1 1-2 0,0-3-2 16,1-2 1-16,-1-4-6 0,4-5 3 15,-2-1-3-15,2-7-2 0,1-5 1 0,1-4-9 16,1-3-70-16,2-6-92 0,6-14-22 0,0 0-26 16,0 1-118-16,0 0-226 0</inkml:trace>
  <inkml:trace contextRef="#ctx1" brushRef="#br1" timeOffset="-198586.85">19277 17528 2170 0,'0'0'200'0,"0"0"531"0,-1 0-643 0,0 0-99 16,0 0 5-16,0 1-38 0,0 0 15 0,-28 42 6 16,29-43 5-16,-3 35-4 15,1-14-7-15,1 6 2 0,-2 1 0 0,2 5 3 0,-2 0 17 0,-1 4 14 16,-2 2-2-16,-1-2 7 0,-1 1 6 0,-3 2 9 16,1-1 3-16,-1 2 1 0,1-2-6 0,-1-4-12 15,-2-2-4-15,3-3-2 16,2-2-7-16,3-3-14 0,2-4-10 0,-1-6-10 15,4-15-92-15,0 1-109 0,0 0-11 0,0 0-48 16,0 0-181-16</inkml:trace>
  <inkml:trace contextRef="#ctx1" brushRef="#br1" timeOffset="-198202.88">19491 17488 2294 0,'0'0'707'16,"0"0"-454"-16,0 0-131 0,0 0-40 0,0 0-104 16,0 0-12-16,0 0 1 0,1 0-1 15,0 0 7-15,44 18 4 0,-28-9 1 0,4 3 2 0,7 1 17 0,2-1 3 16,4 1 2-16,1-2 1 16,-3 0-3-16,0 2 1 0,-2-1 2 0,-3 0 1 0,-1 1 5 0,-5 0-5 15,0 1 2-15,-4-2-1 16,-1 2 26-16,-4 0-7 0,-2-2 1 0,0 2-5 0,-4-3-8 0,-3 2-2 15,-1-1-2-15,-2 2-1 16,0 1-3-16,-4-1-6 0,-1 1 6 0,-4 0-5 16,-4-3 1-16,-1 4 0 0,-2-3 0 0,-1-1 0 15,1-1 10-15,-3 0-5 0,2 2 2 0,-1 0-1 16,-1-2 5-16,4-1 1 0,-3-1 5 0,2 3-2 0,3-3 9 16,2 2-9-16,11-11-2 0,0 1-1 0,-1 1 1 15,1-2 0-15,-15 41-5 0,15-41 2 0,0 1-4 16,1 0 4-16,43 35 7 0,-23-27-3 0,3 1 11 0,3-1-19 15,0-1-4-15,6-1-5 16,3 2-21-16,3-5-33 0,2-1-9 0,6-1-18 16,5-1-103-16,11 0-229 0,7-1-120 0</inkml:trace>
  <inkml:trace contextRef="#ctx1" brushRef="#br1" timeOffset="-195176.62">17465 11807 1091 0,'0'0'91'0,"0"0"-9"0,-1 0 2 0,0 0-42 0,0 0-43 0,0 0 3 15,0 0-6-15,0 0 6 0,0 0-2 0,0-1-3 16,0 0 3-16,1 0-4 0,-2 0 10 0,1 0 8 16,0 0-2-16,0 0 4 0,1 0-8 0,0 0-6 15,0 0 2-15,0 1-1 0,0 0 10 0,1 0 1 16,0 0 1-16,0 0 0 0,39 1 3 0,-40-1-9 16,2 0-2-16,36 9-2 15,-38-9 2-15,2 0 8 0,38 12 4 0,-40-12 0 0,1 0 0 0,51 6 10 16,-28-5-6-16,3 0 6 0,0-2-4 15,2 0 4-15,2-1-1 0,1-3 1 16,3 0 2-16,-1-1-7 0,-2 1 0 0,-1 1-4 0,0-1-3 16,1 1 5-16,-2 2-3 0,2-1 3 0,2 1-11 15,0 1 1-15,3-2 3 0,1 1 0 0,2 1 4 16,2 0-5-16,2 0 0 0,-2 1-2 0,0-1-3 0,-1-1-3 16,2 2 3-16,-1 0-4 0,1 0 0 0,4-2 8 15,1 1-3-15,5-2 6 0,0 1 9 0,-1-2-5 16,-1 0-2-16,-2 2 0 15,0-1-4-15,-2 1-2 0,1 2 4 0,3-2-3 16,1 2 5-16,3 0-6 0,-1-3-1 0,-1 4-1 16,-2-2 2-16,-2 1 0 0,1 4-1 0,0-3 1 15,4 3-5-15,6-3 0 0,1 0 0 0,4 0-1 0,-2-1-4 16,-3 3 3-16,0-2 0 0,-1-2 2 0,3 0 2 16,6-2 3-16,4 1-3 0,0-1 3 0,-3 1-2 0,0 1 3 15,0-2-2-15,4 1 1 0,3-1-3 0,3-2 3 16,0 1-2-16,-5 2 2 15,0 0-14-15,3 0 9 0,6-2-6 0,3-2 9 16,1 2-8-16,-5 2 1 0,2 2 1 0,4-5-2 0,4 2-3 0,3 0 1 16,-1 1 1-16,-2 0 1 0,5-1 6 0,4-2-7 15,0-3 2-15,1 6-3 0,-3 0 7 16,5-1-1-16,1 3-1 0,1-3 1 0,-2-2-4 0,-1 2 3 16,3 1-2-16,2 0 2 0,1 0-2 0,0-1-1 15,2-1 1-15,3 0-1 0,0-1 3 0,0 1-5 16,1-1 3-16,0-3-2 15,3 4 12-15,-6-2 1 0,1 1 7 0,-1 2-1 16,0-3 16-16,3 1-15 0,-4-1-1 0,3 4-4 16,1-2-2-16,-1 3-1 0,-2 2 0 0,0-1-1 0,-1 2-2 15,1-2-1-15,-1 1 2 0,1 2-3 0,1-3-8 16,2 3 8-16,-3-3-7 0,2 4 7 0,2 0-8 16,0-1 6-16,2 3-1 0,-6-4 2 15,2 4-8-15,-1 0 5 0,-1-1-1 0,-6 0 4 16,0-1-4-16,0-1-1 0,-1 3 3 0,-1 0-1 15,-2 3 11-15,4 0-5 0,-1-2-2 0,0 1-1 0,-2-1-1 16,1 2 0-16,2 2 2 0,1-1-2 0,0-2-5 16,-4 2 1-16,-2-1 0 0,1 0 0 0,-3-1 3 0,-3 0-1 15,-7 1-1-15,-1 0 0 0,0 0 2 0,-3 0-1 16,-3-2 0-16,-6 2-1 0,-4 0 0 0,1 1 0 16,-1 0 4-16,-2-1-3 0,1 0 1 0,-6 1-3 15,-4 1-1-15,-5-1 0 0,-3 0-1 0,-3 0 0 16,-1-1 2-16,-3 1 0 0,-1 0 2 0,-6-1-5 15,-5 0 1-15,-6-1-5 16,-3 0-29-16,-3 1-105 0,-3-2-16 0,-4 0-39 0,0 1-133 16</inkml:trace>
  <inkml:trace contextRef="#ctx1" brushRef="#br1" timeOffset="-194333.47">17936 11895 2039 0,'0'-1'115'0,"0"0"-55"16,0 0 55-16,0 0-193 0,0 0 3 0,0 0-14 0,1 0 76 16,47-23-3-1,-23 25 24-15,5 1-8 0,-7-8 0 0,14 10 0 16,4-2 0-16,3 2 4 0,4-4 4 15,4 0-5-15,1 0 5 0,2-1 2 0,0 0 12 0,2 0 5 16,3 0 3-16,4-1 11 0,7-1-6 0,5 0 0 0,3-1-4 16,2 0-1-16,1-2-6 0,9 1 0 0,5-2-3 15,5 0-6-15,2-1-5 0,2 1-1 0,3 3-2 16,5-2-7-16,1 1 3 0,1-1 0 0,2 0 2 16,3 0 1-16,4 1-4 0,2-1 3 0,4-3-4 15,3 0 0-15,4-3 5 0,6 2-3 0,0-2 6 16,-3 1 6-16,8-2-7 0,-4 1 2 0,-4 1-1 15,0 2 28-15,2 2 5 0,-6 1 0 0,0 1-2 16,2 0-21-16,0 0-4 0,-5 0-3 0,5 5-1 0,2-2-9 16,-2 3 3-16,1 1-1 0,5 1 2 15,-2 1 1-15,1 1 0 0,1-2-2 0,4 0 0 16,-4-1 0-16,0-1-3 0,6 6 2 0,-6-5-3 16,-1 2 0-16,5-2 11 0,-5-2-7 0,-7 2 6 15,1-2-10-15,2 2-1 0,-2-2 3 0,-4 3-2 16,3-2 12-16,-1 0-2 0,-2 0 6 0,4 3-4 0,1 0 14 15,-4-1-6-15,0 3 0 0,-6-3-3 16,1 2-6-16,0 6-7 0,-5-2 3 0,0 1-6 0,-5 3 1 16,-4-2 3-16,-1 0-4 0,-6 2 4 15,-3-1-3-15,0-1 1 0,-4 0 0 16,0-1 0-16,-8-1 3 0,1 1-7 0,-2-2 9 0,-3 0-9 0,0-1 6 16,-8 0 0-16,-6 0-2 0,2 0 2 15,-2 1-4-15,-2-2 0 0,-4 1 0 0,-11-1 1 16,-5-1 1-16,-5 2-2 0,-4-3-2 0,-3 0-2 15,-2 2-28-15,-1-2-62 0,-2 1-7 0,-7-3-24 16,-3 0-66-16,-8 0-69 0,-18-2-35 0,1 0-47 16,0 0-483-16</inkml:trace>
  <inkml:trace contextRef="#ctx1" brushRef="#br1" timeOffset="-193597.77">21109 11772 2155 0,'0'0'97'0,"0"-2"-46"0,0 1 43 0,0 0-184 16,0 0 18-16,25-16-10 0,0 17 83 0,7 0-2 0,6-1 19 16,5-1-19-16,3-12-6 0,13 8-2 0,8 2 1 15,8-4 8-15,5 0 1 0,4 1 3 0,2 0-2 16,0 0-9-16,-1 4 15 15,6 0-8-15,3 2 9 0,1 1-6 0,3 0 6 0,-1 0 4 16,7 0-1-16,4 0 7 0,4 2 4 0,0-1-1 0,6-3 1 16,3-1-13-16,6-1 10 0,1-1-5 15,5 1 8-15,1-5 2 0,1-1-7 0,9 1 1 0,-2-2-4 16,3 4-11-16,6-1 1 0,-3-2 0 0,0 2 3 16,-2 2 4-16,3 0-3 0,-6 6 4 0,-3-3-4 15,8 3 12-15,-7 1-4 0,-2 0 0 0,3 2-2 16,-1 1 0-16,-4 1-5 15,2 2 5-15,4 0-5 0,-4-2 9 0,0 2-10 0,3 3-1 0,-3 0-1 16,-3-1 7-16,-1 1 2 0,-1-2 4 16,-5 0-2-16,-2 4 4 0,0-4-1 0,-7 3 1 15,-4-1-2-15,-1 0-10 0,-6-1 1 0,-6 1-4 0,-1 0 3 16,-4-2-6-16,-2 2-4 16,-5-3 2-16,-8 0-2 0,-1-1 3 0,-3 1-2 0,-2-1 0 0,-10 0-1 15,-6-1 1-15,-6 1-12 0,-6 0-9 0,-3-1-8 16,-1 0-75-16,-4-1-67 0,0 1-20 0,-5-1-25 15,-2 0-156-15</inkml:trace>
  <inkml:trace contextRef="#ctx1" brushRef="#br1" timeOffset="-193064.96">28066 11911 2470 0,'19'-6'71'0,"8"2"-105"0,7 0-9 0,11 3-41 15,8 1-1-15,7-6 80 0,7 8-2 0,5 1 6 16,0 0-16-16,-3 0 15 0,3 0-6 16,-3 0 8-16,5 2-1 0,-1-2 7 0,-1 1-4 0,-4 0 6 15,-4 1 0-15,-3 1 0 0,-3-1 2 0,0 1-3 16,-1 0-7-16,-1-1 3 15,0 2-1-15,-4 0 1 0,-2-2-6 0,-5 2 8 16,-1-1-5-16,-3 2 5 0,0-1-7 0,0-2-1 0,-4 1 3 16,0 0-7-16,-3 0-56 0,-3 2-126 0,-3-4-24 0,-5 0-55 15,-2 0-284-15</inkml:trace>
  <inkml:trace contextRef="#ctx1" brushRef="#br1" timeOffset="-192863.81">29823 12084 2288 0,'0'0'381'0,"0"0"-306"0,0 0 27 0,1 0-94 15,0 0-24-15,35-9 6 16,-36 9 5-16,1 0-1 0,38 9-1 0,-39-9-12 0,2 0-10 0,39 9-1 16,-41-9-37-16,1 0-45 0,45 9 8 0,-46-9-21 15,1 0 6-15,42 2 3 0,-43-2-7 0,1 0 4 16,35-7-23-16,-36 7-71 15,1 0-28-15,0 0-37 0,0 0-306 0</inkml:trace>
  <inkml:trace contextRef="#ctx1" brushRef="#br1" timeOffset="-191627.11">16870 15238 1866 0,'-14'-2'323'16,"-1"0"-118"-16,0 2 158 0,0 1-351 0,3 5-39 15,2 2-42-15,0 4 24 0,4 5-7 0,0 3 25 16,2 3-12-16,-7-2 13 0,9 8-1 0,2 6 9 16,3-3 18-16,2-3 6 0,-2-2 5 0,3-6-2 15,1-1 2-15,0-2 3 0,1-1-2 0,2-1 4 0,-2-4 4 16,-8-12 9-16,1 0 2 0,0 1 3 16,34 19 16-16,-35-20 4 0,1 0-9 0,37-22 4 15,-22 6-31-15,3-5-10 0,1-4 3 16,-1 0-4-16,-1-4 7 0,-1 2-2 0,0-2 0 15,-2-1-1-15,-1-1-9 0,0 1 0 0,-2-1 0 16,-2 2 0-16,-3 2-2 0,-5 2 8 0,-1 0-4 0,-2 6 4 16,-1 2-8-16,-1 2-6 0,-2 2 0 0,-3 1-4 0,8 12-22 15,-1-1 6 1,0 0-10-16,-35-17 5 0,36 18-36 0,-1 0-17 0,-36 6-2 16,37-6-2-16,-26 21 12 0,11-6-36 0,0 3-24 0,0 2-16 15,1 3-179-15</inkml:trace>
  <inkml:trace contextRef="#ctx1" brushRef="#br1" timeOffset="-191480.1">17198 15624 1757 0,'0'0'571'0,"0"0"-373"0,0 0-94 0,-2 0-45 15,2 0-84-15,-1 1 0 0,0 0-8 0,1 0-2 16,-9 35-95-16,9-36-142 0,0 0-32 0,1 0-71 15,44 15-468-15</inkml:trace>
  <inkml:trace contextRef="#ctx1" brushRef="#br1" timeOffset="-191097.37">17506 15113 2824 0,'0'0'100'0,"-1"0"-61"0,0 0-18 0,0 1-13 16,0 0-48-16,-36 49 25 0,37-49-4 0,-7 35 10 16,5-14-20-16,-1 4 15 0,1 2-3 0,0-1 9 15,0 0 8-15,1 1 0 0,-1-3 4 0,0 0-2 16,1-3 2-16,-1-4 1 0,2 0-1 0,1-5 2 16,1 1 6-16,1-1-1 0,1-1 6 0,3 0-4 15,-2-2 4-15,4 0-9 0,3 0-5 16,0 1 1-16,2 0 0 0,1 1-3 0,1-1 6 0,1-1-6 15,1 0 5-15,1-1 2 0,-2 0-3 16,1 0 3-16,0 0 0 0,-3 1-4 0,1-3 2 0,-3 2-2 16,-13-9 3-16,1 0 0 0,0 1 1 0,0 0 0 15,32 39 6-15,-33-40-3 0,0 1 2 16,0 0-3-16,2 36-6 0,-2-37-3 0,0 1 0 16,-1 0 0-16,-23 44 3 0,10-31-14 0,0-1-5 0,-3 0-4 15,2-1-11-15,-4-2-35 0,-2 1 1 0,-2-2-18 16,-4-3-24-16,1-4 2 0,-1-2 0 0,2-5-1 15,0-5-7-15,5-2-68 0,0-5-90 0</inkml:trace>
  <inkml:trace contextRef="#ctx1" brushRef="#br1" timeOffset="-190917.76">17527 15242 1872 0,'0'0'134'15,"0"0"192"-15,0-1-174 0,0 0-87 0,1 0 5 0,0 0-35 16,0 0-12-16,41-31-10 0,-42 32 1 0,1 0-6 0,34-4-8 15,-35 4-4-15,1 0-1 16,37 1-2-16,-38-1-1 0,1 0 1 0,42 4-2 16,-42-4 2-16,0 0-2 0,45 10-54 0,-45-10 3 15,0 0-28-15,46 15-48 0,-46-15-61 0,34 11-17 0,-14-4-31 0,2-2-220 16</inkml:trace>
  <inkml:trace contextRef="#ctx1" brushRef="#br1" timeOffset="-190733.93">18329 15562 2689 0,'0'0'448'0,"0"0"-290"0,-1 0 19 0,0 0-82 16,0 0-79-16,0 0-39 0,0 0-2 0,0 0-10 15,0 1 14-15,1 0-52 0,0 0-1 0,0 0-21 16,7 35-23-16,-7-36-27 0,0 0-6 15,1 0-20-15,0 1-117 0,-1 0-407 0</inkml:trace>
  <inkml:trace contextRef="#ctx1" brushRef="#br1" timeOffset="-189593.67">18948 14967 1952 0,'0'0'249'0,"-1"0"85"16,0 0 6-16,0 0-199 0,-43 3-88 0,44-3-70 15,-1 0-2-15,0 1-1 16,0 0 13-16,-34 42-13 0,35-42 0 0,-9 34-4 16,7-11 4-16,-2 3 10 0,3 2 0 0,0 2 4 0,-1 0 6 15,1-3 3-15,-1-1-2 0,1-3 2 0,1 0-5 16,-1-4-22-16,1-2-9 0,0-3-11 0,0-15-78 0,0 1-68 15,0 0-7-15,0 0-27 16,0 0-88-16,1 0-345 0</inkml:trace>
  <inkml:trace contextRef="#ctx1" brushRef="#br1" timeOffset="-189260.6">19440 14541 2868 0,'0'0'96'0,"-1"0"21"0,0 0-120 0,0 0-71 15,0 1 14-15,-38 32-28 0,35-13 59 0,0 8 12 16,-1 3 0-16,1 7 2 16,-1 3-8-16,-1 3 14 0,0 3 2 0,-1-1 6 15,-1 3 18-15,-1 0 6 0,-2 0 6 0,-4 2-1 0,1 0 6 16,1 1 5-16,-3 1-7 0,1-1 4 0,-2 0-19 0,3-2-3 15,-3-1 2-15,3-2-2 0,1 0-6 16,2 0-7-16,1 0 1 0,1 1-2 0,-1-4 1 16,1-5 3-16,3-3-2 0,2-4 2 0,1-2 3 0,-1-4-8 15,-1-7-4-15,2-5-2 0,3-14-15 0,0 1-5 16,0 0-5-16,0 0-1 0,-11 39-33 0,11-40-35 16,0 0-7-16,0 0-15 0,0 0-73 0,0 0-120 15,0 0-72-15</inkml:trace>
  <inkml:trace contextRef="#ctx1" brushRef="#br1" timeOffset="-188500.4">20017 14939 1914 0,'0'0'315'0,"0"0"-101"0,-1 0 46 0,0 0-151 0,0 0-85 0,-35-12-32 15,36 12-2-15,0 0-6 0,-1 0 21 0,0 1-18 16,-38 32 3-16,39-33-9 0,-21 29 8 0,9-12 11 15,1 6 0-15,-2 5 3 0,0 4 1 16,-2 6 7-16,1 2-2 0,-3 6 5 0,-2 2 6 0,1 6 12 16,-2 1 3-16,-1-1 2 0,2 3-9 0,1-2-11 15,0 1-7-15,6-1 0 0,-1-2-6 0,4-6-1 16,1-2 6-16,4-7-4 0,3-3 4 0,2-8-1 16,3-2 1-16,3-5-1 15,-1-4-2-15,2-4-7 0,-8-12-1 0,1 0-1 0,0 0 11 0,44 7 0 16,-44-7 6-16,33-14-2 0,-15 4 26 15,0-3 2-15,-2-1 1 0,2-4 0 0,-1-2-9 16,0-1-14-16,2-4 1 0,-1-1-6 0,-2-1-4 0,-2 0 1 16,0 1-5-16,-5 1 4 0,-2 1-2 0,-5 4-4 15,-1 1 4-15,-4 2-4 0,-1 3 1 0,-3 0 0 16,-4 3 0-16,-1-1-1 0,0 4-6 0,-5 0-15 16,2 0-8-16,-4 5-3 15,0-1-47-15,1 2-8 0,-1 1-29 0,1 1 2 0,0-1-148 0,0 2-285 16</inkml:trace>
  <inkml:trace contextRef="#ctx1" brushRef="#br1" timeOffset="-187212.66">22069 16518 2703 0,'-10'-9'179'0,"10"9"0"16,0 0-6-16,0 0-91 0,0 0-88 15,0-1-49-15,0 0 4 0,19-18 7 0,8 19 50 16,5 0-6-16,5 2 2 0,6-2-3 0,1 0 3 16,1-2 3-16,0-3-2 0,1 6 1 0,0 1-4 0,-6-2 0 15,0 4 3-15,-4-4-2 0,0 0-3 0,-4-2-41 16,-1 1-6-16,-5 3-14 15,-2-1-56-15,-5 2-78 0,0-1-14 0,-2 0-30 16,-1 0-114-16</inkml:trace>
  <inkml:trace contextRef="#ctx1" brushRef="#br1" timeOffset="-186983.95">22198 16996 2849 0,'0'0'148'0,"-1"0"240"0,0 0-345 0,1 0-59 16,-2 0 7-16,1 0-26 15,1 0 10-15,0 1 15 0,21 19-3 0,1-18 8 0,5 2-2 16,2-3 16-16,5 2-3 0,0-1 7 0,6-2-5 16,1 1-2-16,-1-4 3 0,3 1-2 15,-4-2 4-15,3 0-5 0,-3 1-3 0,-5 0-1 0,-1-3-19 16,-7 2-63-16,0 1-10 0,-3-2-28 15,0 3-118-15,-2-3-110 0,0 1-56 0</inkml:trace>
  <inkml:trace contextRef="#ctx1" brushRef="#br1" timeOffset="-186483.92">24197 15247 2954 0,'0'0'254'0,"0"0"-189"16,-1-1-4-16,0 0-73 0,0 1-92 0,0 0 48 16,0 0-9-16,-24 29 26 0,25-4-4 0,-3 7 1 15,2 5 3-15,-1 5 2 0,0 1 28 0,1-3 14 16,-1 3 0-16,0 4 3 0,0-1-7 0,-1 2 11 16,-1-3-4-16,0-2 6 0,-1-1-4 0,0-5-7 15,-2-1 0-15,2-2-2 16,-2-3 1-16,1-3-7 0,2 1-10 0,-1-4-13 15,1 2-156-15,1 2-110 0,1-2-50 0</inkml:trace>
  <inkml:trace contextRef="#ctx1" brushRef="#br1" timeOffset="-185958.24">23329 16460 2964 0,'0'0'67'0,"0"0"-61"15,0 0-8-15,0 0-15 0,0 0-10 0,0 0 14 16,2 0 3-16,-2 1 2 0,51 19 4 0,-28-12 10 15,3-5 1-15,8 3 5 16,6 1 10-16,3-1 12 0,5 0 5 0,-1-3 3 0,1 2 26 0,1-1-13 16,1-2-2-16,1 2-5 0,2-1-21 15,4-2 3-15,5-1-7 0,2 0 3 0,2-1-15 0,0-1 0 16,-3 1 3-16,-2 1-4 0,-3-4-4 0,0 2 3 16,0 2-3-16,-2-2 3 15,-1 2-4-15,-5 0 3 0,-4-1-2 0,-4 0 1 0,-3 1-11 0,-7 1 6 16,-2 2-7-16,-7 0 4 15,-3-1-37-15,-2 0-29 0,-3 1-10 0,-15-3-7 0,1 0-47 16,0 0-45-16,0 0-9 0,0 0-18 0,0 0-80 16,0 1-161-16</inkml:trace>
  <inkml:trace contextRef="#ctx1" brushRef="#br1" timeOffset="-185447.06">23959 16938 2003 0,'0'0'622'0,"-1"0"-437"0,0 0-47 0,-42-1-106 0,43 1-53 15,-1 0 0-15,0 0 5 0,0 0 0 0,0 0 21 0,0 1-13 16,0 0 0-16,1 0-6 0,0 0 10 0,0-1 15 15,17 40 4-15,-16-40 4 0,1 0 0 0,49 13 3 16,-26-10-2-16,0 1 4 0,5 1 9 0,-2 1 0 16,2 1 1-16,-2-2-2 0,1-1-8 0,-2 0-2 15,2 1-3-15,-3-2 1 0,0 3-14 0,-1 0 5 16,-1-1-4-16,-1 1 5 16,-4 1 0-16,-4-1 14 0,-15-6-3 0,1 0 6 0,0 1-8 15,0 0-10-15,34 33-1 0,-35-34-2 0,0 1-1 0,0 0 1 16,10 40-1-16,-10-41 1 15,0 1-8-15,-5 50-4 0,1-30-1 0,0 5-2 16,-1 0-6-16,-1 6 13 0,-2 0-5 0,-3 1 7 0,1 2 3 16,-3-2-3-16,1 3 6 0,-1 3-5 0,3-1 9 0,1-1 1 15,-2-2-8-15,3-1 5 0,0-1-6 0,1 0 5 16,0-4 2-16,4-1-2 0,-2-4-9 0,2 0 5 16,0-3-4-16,0-2 7 0,0-1-8 0,2-3 1 15,1 3 2-15,0-1 0 0,1 2-1 0,-1-1-2 16,0-4-2-16,2 0 0 15,0-2-12-15,-2-12-37 0,0 1-4 0,0 0-16 0,8 35-52 0,-8-36-55 16,0 0-9-16,0 1-23 0,1 0-105 0</inkml:trace>
  <inkml:trace contextRef="#ctx1" brushRef="#br1" timeOffset="-177341.12">23573 18401 2399 0,'0'0'198'0,"-1"0"-67"0,0 0 90 0,0 0-262 16,1 0-23-16,0 0-44 0,-2 0 67 0,1 0-5 15,0 0 33-15,0 0 6 0,1 0 0 16,0 0 5-16,1 0 1 0,0 0 33 0,50-17 3 16,-30 16 0-16,1-1-2 0,0 1-8 0,1-4-3 15,1 2 3-15,1 0-2 0,2 2 5 0,3 0-6 16,2-1 0-16,1-1-2 0,0 2 2 0,5-1-12 0,0 1 6 15,4-2-9-15,3-1-1 0,-2 2 7 16,-1-1-4-16,-2 0 5 0,0 0-8 0,-1 3 3 0,1-1-4 16,-1 0 4-16,-3 0-2 0,2-1-6 0,1 1 4 15,2 1-4-15,1 0 5 0,-1 0 0 0,-1-3-4 0,-5 0 3 16,1 4-5-16,-4 0 3 0,-1 1-1 0,-1 0 3 16,-1 0-6-16,-2-1 1 0,-3 0-1 0,0 1 1 15,-4 1-7-15,1 3 1 16,-2-4 0-16,-2 2-5 0,-2-4-45 0,-2 0-47 15,0 4-11-15,-13-4-13 0,1 0-43 0,0 0-55 16,0 0-12-16,-1 0-24 0,2 0-136 0</inkml:trace>
  <inkml:trace contextRef="#ctx1" brushRef="#br1" timeOffset="-176965.33">23511 18395 2863 0,'0'0'111'0,"0"0"78"0,0 0-173 0,0 0-84 0,0 0 14 16,0 0-33-16,31-3 56 0,-7 3 22 0,6-3 6 15,4 0 2-15,4-3 9 0,3 1-1 0,3-1 4 16,1 2-2-16,4 1 13 0,-3-2-11 0,4 3 5 16,3-2-6-16,0 0 3 0,2 1-7 0,-3 0-5 0,-4-2 1 15,0-1-1-15,1 3 8 16,-2-1-3-16,-3 3 2 0,-1-1-8 0,-1-1 7 16,1-2 0-16,-3 2 0 0,-2 0-1 0,-2 1-2 0,-5 0-2 0,-3-2 1 15,-3 1 2-15,-2 1-19 16,-3-2 2-16,-1 2-11 0,-2 1-21 0,-4-2-46 15,-13 3-11-15,1 0-16 0,0 0-73 0,35-1-57 0,-36 1-26 16,0 0-26-16,0 0-229 0</inkml:trace>
  <inkml:trace contextRef="#ctx1" brushRef="#br1" timeOffset="-176657.41">23649 18409 3084 0,'0'0'155'0,"0"0"-118"15,-2 0-27-15,1 0-28 0,1 0-102 0,0 0 77 0,0 0-12 16,27 12 36-16,-2-10-7 0,9-2 20 0,3 0-3 16,5-5 12-16,4 2 24 0,3-1-2 15,-3-1 5-15,1 0-5 0,0 0-3 0,-3 1-9 0,3 1 1 16,-4 3-4-16,-2-4 1 0,0 0-5 0,-2 2 0 0,-2-1-1 15,0 2 7-15,0 0-5 0,-1 1 3 16,0-3-4-16,-1 2-2 0,-2-2-4 0,-2 0 2 16,-1 3-2-16,-4-2-8 0,-6-1-14 0,-1 1-7 0,-3-1-3 15,-3 0-38-15,-13 3-59 0,1 0-3 0,0 0-24 16,0 0-51-16,35-14-55 0,-36 14-12 0,0 0-39 16,0-1-291-16</inkml:trace>
  <inkml:trace contextRef="#ctx1" brushRef="#br1" timeOffset="-176391.17">23607 18535 3116 0,'0'0'68'0,"0"0"-87"16,0 0-12-16,0 0-25 0,32 1-23 0,-5-3 52 0,6-2 3 15,10 1 17-15,6-4 10 0,4 1 2 0,2-3-3 16,4-3 3-16,1 1 1 0,-2-1 2 0,-1 2 3 0,-4 0-2 16,-7 2-3-16,-1 0 3 0,-4 1-4 0,-1 2 4 15,-2-2-5-15,-3 2-1 0,1 1-2 0,-5-2 1 16,1 1 0-16,-3-1-45 0,-2 6-2 0,-4-3-22 16,-3 3-53-16,-4 1-43 15,-2-5-13-15,-14 4-15 0,1 0-90 0,0 0-341 16</inkml:trace>
  <inkml:trace contextRef="#ctx1" brushRef="#br1" timeOffset="-176125.31">23712 18530 2256 0,'0'0'166'16,"0"0"343"-16,0 0-441 0,0 0-68 0,1 0-9 15,0 0-17-15,49 3-6 0,-20-4 21 0,3-2 1 0,8-1 4 16,4-2-5-16,7-3 16 0,6-1-3 0,4-2 8 16,0 1 1-16,-4-2 0 0,0 0 1 0,-4 3-2 15,-3 0-3-15,-1 2-1 16,0 0 1-16,-2-1-1 0,-1 2-4 0,-3 3 3 0,-3-2-3 0,-4 1 3 16,-4 0-5-16,-1 1-2 15,-3 1 1-15,-1 0-7 0,-1 0-36 0,-4-1-71 0,-2 3-7 16,-2-2-26-16,-1-1-65 0,-2 0-96 15,-3-2-57-15</inkml:trace>
  <inkml:trace contextRef="#ctx1" brushRef="#br1" timeOffset="-175804.75">23591 18509 2954 0,'0'0'109'0,"0"0"49"15,0 0-161-15,0 0-135 0,1 0 28 0,44-2-52 16,-7-4 119-16,12-1 36 0,6-2 5 0,4-5 4 16,6 0-2-16,5-4 0 0,2 0 3 0,-1 1-1 15,-6 0 12-15,-9 1-3 0,-1 2 0 0,-4 2-1 16,-4 1-1-16,-1-1-2 0,-2 2 1 0,-1 2-2 15,1 0 3-15,-2 3-11 0,-6-3 5 0,-2 1-7 16,-3-1 5-16,-3 1-27 16,0 3-16-16,-3-1-10 0,-1 0-95 0,-3-1-64 0,-4-1-18 15,-1 0-27-15,-2 1-183 0</inkml:trace>
  <inkml:trace contextRef="#ctx1" brushRef="#br1" timeOffset="-175508.23">23759 18450 3172 0,'0'0'133'0,"0"0"-113"0,0 0-29 0,1 0-27 15,52-1-71-15,-15 1 83 0,8 0-4 0,10-2 30 16,6-4 4-16,2-2-3 0,7-6 3 0,-1 1-2 15,2-2 4-15,-3 0-3 16,0 3 1-16,0 0-2 0,-4 3 8 0,-4 0-10 0,-5-3 7 0,-10 2-7 16,-3 1 9-16,-4 2-9 0,-6 2 3 15,-4 0-3-15,-1 1 9 0,-4-1-22 0,-2 2-3 0,-3 0-11 16,0 0-39-16,-3 0-64 0,-2 1-1 0,-14 2-24 16,1 0-21-16,0 0-23 0,0 0-5 0,0 0-9 15,0-1-27-15</inkml:trace>
  <inkml:trace contextRef="#ctx1" brushRef="#br1" timeOffset="-175235.52">24113 18452 2033 0,'0'0'331'0,"0"0"-74"0,0 0 33 0,0 0-161 15,0 0-126-15,0 0-22 0,1 0 6 16,41 1-10-16,-21-1 27 0,7-2 10 0,3 1-2 0,5-2 4 15,1 0-4-15,4-2 3 0,1-1-1 0,2-2 1 16,3 1-4-16,-1-1 1 0,2 0-1 0,-4 2 0 16,-3-3-4-16,-3 4-2 0,-1 0 0 0,-1 1 0 15,0 3 0-15,-5-3 0 0,0 1-3 0,-2 1 1 16,-2-2-3-16,-1 1-12 16,-1 0-7-16,0 1-6 0,-1 0-56 0,-1-1-37 0,-2 1 0 0,-2-4-15 15,1 0-19-15,-1 0-69 0,-1-3-36 0,1 5-50 16,0-3-508-16</inkml:trace>
  <inkml:trace contextRef="#ctx1" brushRef="#br1" timeOffset="-173113.3">11905 12888 33 0,'-28'-11'876'0,"1"-1"-362"16,1 1 451-16,2 4-924 0,4 2-18 0,1 2-21 15,19 3 13-15,-1 0-3 0,-1 0 14 0,2 0 20 16,-38-10-10-16,38 10-1 0,0 0-7 0,0 0-27 16,0 0-6-16,1 0 1 0,43-4-2 0,-21 2 7 15,5 1 4-15,4-1 2 0,8 2 2 16,6 0 8-16,7-1-10 0,5 3 3 0,3-1-5 16,0 1 8-16,0-1-4 0,2 1 2 0,2 1-3 15,5 1 9-15,4-1 3 0,3 0 1 0,-5 0 2 16,0 0 6-16,2-1-13 0,4-1 3 0,5 0-7 15,3-1-4-15,-2-1 4 0,-3-1-5 0,3-1 3 16,2-1-12-16,1 0 3 0,-1 1 0 16,-8 1 2-16,-7 2 1 0,-2 0 2 0,-3 4 0 0,0 1 1 15,-1 2 8-15,-9 1-2 0,-4 2 1 0,-9-1-3 16,-1 1-2-16,-9 1 4 0,-2 0 2 0,-5 0-1 16,0-1-2-16,-3-1-7 0,0 0-2 0,-2-1-5 15,-4-2-46-15,-17-6-66 0,1 0-16 0,0 0-17 16,0 0-69-16,0 0-118 0,0 0-60 0</inkml:trace>
  <inkml:trace contextRef="#ctx1" brushRef="#br1" timeOffset="-172736.49">11800 13082 3047 0,'-18'-6'161'0,"3"3"-126"16,15 3-39-16,0 0-22 15,0 0-95-15,0 0 58 0,26 2 8 0,4 4 19 16,6-3 39-16,12 3-9 0,7 2-3 0,9-3-1 16,10 3 5-16,0-1-4 0,0-2 0 0,8-1 0 15,4-1 8-15,6-3-6 0,3 0 9 0,-7 0-6 0,-3-1 13 16,0 3 3-16,-3-2-1 15,0 0 2-15,-5 0 5 0,-11 1 7 0,-6 1 5 0,-2 1 0 16,0-2 14-16,0 1-18 0,1 0 2 0,-4-1-8 16,-5 1-8-16,-6 0-2 0,-1 3-3 0,-6-2 2 15,-1 2-4-15,-1-3 1 0,-6-1-2 0,2 2 0 16,-2-3-5-16,-1 2 8 0,-2-1 0 0,-3-1 4 16,-3 1 2-16,-4-1-4 0,-16 0-5 0,1 0 0 15,0 0-18-15,0 0-34 0,0 0 3 0,0 0-17 16,0 0-27-16,1 0-62 0,-2 0-22 0,-14-9-24 15,-15 7-193-15</inkml:trace>
  <inkml:trace contextRef="#ctx1" brushRef="#br1" timeOffset="-172413.66">12201 13155 2960 0,'0'0'128'0,"0"0"-137"0,0 0-13 0,22-18-35 0,7 18 3 0,20 2 27 15,11-2-1 1,13 0 10-16,6-4 15 0,4 1-6 0,0-1 4 16,9-2-5-16,6 0 6 0,6-7-3 0,6-1 4 15,-7-2-4-15,5-2 7 0,0 0 2 0,0-5 1 16,-3 2 1-16,-10 0-2 0,-7 1 3 0,-3 3 0 0,-2-1 2 15,-4 3 4-15,-16 4-7 0,-7 0 1 0,-9 3-2 16,-6 2 8-16,-1 2 0 0,-1 1 2 16,-3 2-2-16,-2 0 5 0,-5 1-8 0,-5 1 4 15,-4 0-6-15,0 1-3 0,-2 1-42 0,-1-2-29 16,-1 1-11-16,-2 0-152 0,-14-2-128 0,1 0-59 0</inkml:trace>
  <inkml:trace contextRef="#ctx1" brushRef="#br1" timeOffset="-172029.82">12486 13178 2694 0,'-10'-7'-15'16,"10"7"6"-16,0 0-21 0,0 0-87 0,0 0 19 15,0 0-19-15,27-9 67 16,1 12 1-16,5-2 14 0,4 2 8 0,-5-11 15 16,15 9 3-16,6 3 7 0,1 0 35 0,-1 1 8 15,3-2 9-15,2-2-1 0,1 0 11 0,-1-3-14 16,-1-2 1-16,-3 1-5 0,0-3-7 0,-3 0-12 15,2-2-4-15,-1 0-1 0,-1 1-5 0,-6 1-1 16,-2 2-5-16,-6-4 2 0,-4 6-6 0,-4-3 7 0,-3 1 2 16,-5 4 0-16,-1-1 1 0,-3 1-4 0,-2 0 6 15,0 0-4-15,-15 0 8 0,1 0-10 16,0 0-2-16,34 2-5 0,-35-2-47 0,0 0-78 16,1 0-8-16,0 0-31 0,0 0-123 0</inkml:trace>
  <inkml:trace contextRef="#ctx1" brushRef="#br1" timeOffset="-170453.78">6177 13052 1611 0,'-16'-2'85'0,"3"-2"-26"0,13 4-7 0,0 0-35 0,0 0-41 0,0 0 18 16,0 0 2-16,0 0 11 15,1 0 39-15,0 0-12 0,38-1 2 0,-12-3-9 0,5 1-16 16,9-3-4-16,7-1 1 0,7 2-1 0,2-1-2 15,5 1-6-15,7 3 2 0,6 2-1 0,3-1 6 0,3 3-6 16,-2 3 0-16,1 1-2 0,5 1 2 0,5-2 4 16,4-3-2-16,-2 0 4 15,-2 0 1-15,3 1 15 0,3 1-4 0,2-2 7 16,-3-2-9-16,-4-3-1 0,2 0 0 0,1 1-1 16,4 2 0-16,-7-1-10 0,-5 0 5 0,-6 0-7 15,1 1 1-15,-3-1 5 0,-2 1 0 0,-10 0 1 0,-6 3-3 16,-10 1 4-16,-4 0-3 0,-3 1 5 0,1-2-2 15,-3 4-3-15,-2-2 4 0,-4-1-4 0,-5 1-1 16,-5-4-61-16,-5 3-10 0,-5 0-27 0,-15-4-110 0,1 0-143 16</inkml:trace>
  <inkml:trace contextRef="#ctx1" brushRef="#br1" timeOffset="-170069.35">6514 13193 2783 0,'-14'-10'77'0,"14"10"-83"0,0 0-11 0,0 0-42 0,9 1-4 15,17 4 41-15,6 2 5 0,9-3 2 0,3 2 6 16,-6-13 5-16,23 11-2 0,9-2 3 0,5-2-3 16,4-2 7-16,10-2-4 0,5-5 5 0,5-2-3 0,4-4 1 15,2-2 1-15,4-3 2 0,-1 1-2 0,-3 2 0 16,-5 1-1-16,-3 1 0 0,0 2-2 16,-1-1 2-16,-3 1 0 0,-10 5 2 15,-4 1-2-15,1 4 5 0,-2 1 1 0,0 2 1 16,-4 2-1-16,-11 0 2 0,-5 3-5 0,-7 2 4 15,1 0-8-15,-1 2 9 0,-3-1-1 0,-3 1 5 0,-3 1-6 0,-9 0 2 16,-3 1-10-16,-5-2-1 0,-4-4-70 0,-8 1-117 16,-13-6 7-16,0 0-51 0,0 1-57 0</inkml:trace>
  <inkml:trace contextRef="#ctx1" brushRef="#br1" timeOffset="-169703.7">6748 13063 2829 0,'-19'-11'78'0,"19"11"-4"0,-1 0-144 15,1 0 20-15,2-8-9 0,26 11 17 0,9 1 11 0,10 0 18 16,5 2 1-16,6-1 6 0,10 3 0 15,15-1 7-15,8-4-2 0,6 3 4 0,-1-5-4 16,7 0 2-16,2 3 3 0,3-2 1 0,1 1-5 16,-7 2 1-16,0-2-1 0,0 2 2 0,-1 2-2 15,-10-1 5-15,0 4-8 0,-3-4 8 0,0-1-10 0,1-2 4 16,-6-5 2-16,-9 0-1 0,-2-3 0 16,-1-1 1-16,1 3-3 0,-1-3 2 0,-1-1 0 0,-7 3 0 15,-6-6 6-15,-7 6-5 0,-2-2 1 16,0 1 1-16,0 3-1 0,0-2 3 0,-3-1 0 15,-7 4 0-15,-3-3-8 0,-7 3-2 0,-3 2-68 0,-5-2-55 16,-3 3-4-16,-17-2-20 0,1 0-52 0,0 0-121 16,0 1-74-16</inkml:trace>
  <inkml:trace contextRef="#ctx1" brushRef="#br1" timeOffset="-160075.42">6077 13327 2222 0,'-54'-20'27'0,"4"1"1"15,3 1 10-15,9 1 3 0,12 1-14 0,6 0-12 0,8 3-19 16,5 0 2-16,7 13-5 0,0-1-7 0,-12-37-10 16,12 38-1-16,24-20-2 15,-5 9 12-15,3 3 9 0,3 2-2 0,7 3 4 16,1 3 8-16,1-1-3 0,5 0 5 0,3 2-5 15,5-1 1-15,6 1 13 0,4 1 1 0,4 1 4 16,0-3 8-16,-4-2 5 0,5-3 1 0,8-3 0 16,5-1-4-16,14-6 1 0,2 0-8 0,4-2 6 15,1-5-14-15,10 1-6 0,5-3 4 0,2-2-6 16,6 3-6-16,1-2-1 0,2 4 1 0,1 1 1 16,4 1 9-16,1 4-4 0,1 4-1 0,2 3-1 15,0 3-2-15,1 2-2 0,-2 1 6 0,6 1-4 16,-1 0 11-16,1 0 11 0,2-1-4 0,6-3 6 0,2 0-7 15,-4-4-6-15,10-1 0 0,1-3-1 0,-5-3-6 16,10-3 4-16,1 1-5 0,-7 2 4 0,7-2-6 16,1 2 4-16,-7 0 0 0,1 0 1 0,1 3 1 15,-9 2 1-15,-3 1-4 16,5 5 1-16,-5 0-12 0,-7 2 10 0,2 0-2 0,-6 0 6 0,-5 0-10 16,-6 3 8-16,-3 0-6 0,-7 1 6 15,-4 3-6-15,-3-2 1 0,-10 4-1 0,-10 1-1 16,-4-1 2-16,-2 2 1 0,-1-3 1 0,-8 3-2 15,-8 2-5-15,-8 2 6 0,-7 3 0 0,-7-2 1 16,-4 1-4-16,-2-1-40 0,-4-1-16 0,-4 1-15 16,-7-4-110-16,-18-9-61 0,1 1-19 0,-1 0-25 15,1 29-189-15</inkml:trace>
  <inkml:trace contextRef="#ctx1" brushRef="#br1" timeOffset="-159537.27">6131 12861 2983 0,'-53'-31'72'0,"8"5"-76"16,10 3-13-16,15 9 5 0,20 14-48 0,0-1-79 15,0 0 14-15,24-29-15 0,9 24 80 0,-4-11 33 16,22 14-2-16,12 1 11 0,7 2-4 0,11 4 15 16,2 3-2-16,10 5 7 0,7 1 2 0,6 5-1 15,4-1-1-15,1 3-1 0,3 1-3 0,4-2 6 16,1 2-3-16,4-1 3 0,1-1-1 0,3-2 27 15,1-3-7-15,8-4 14 0,6 0-3 0,-3-2-2 16,9-3 9-16,8-3-8 0,-4 0 10 0,10-2-11 16,8-1-1-16,-8 1-3 15,9 2-10-15,8 1-9 0,-7 0 2 0,14 1-3 16,-1 2 0-16,-6 4-2 0,13-1-2 0,-12 1 1 0,7 1 1 16,3 1 0-16,-6 2 3 0,8-1-3 15,-5 0 3-15,-2-1 11 0,6-3 8 0,-15 1 1 16,9 2 21-16,-5-1-21 0,-11 1-5 0,10-2-4 0,-9-1-7 15,-6 0-3-15,3 2 3 0,-11 1-2 0,-11 0 1 16,6 0-1-16,-11 0-3 0,-11 0 1 0,-3 3-4 0,-13 0 3 16,-6 1 0-16,-10 1 0 0,-5 1-3 0,-16 0 1 15,-8 2 0-15,-4 1-1 0,-4-1-8 16,1 4-293-16,-7 3-13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D1F5-3CBD-251C-E3A8-24188D3D6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614C1-9B48-81B8-D5C7-133F957C7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B71E0-CE8D-C932-B6AA-CF3FB44B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11495-029D-8487-8F0B-185C1267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5016-B206-1DC5-7BFC-DF908F9D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2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67A7-FF7E-FB98-145D-F3387FE5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38FA-AB9C-8909-8D04-2E0DD6E93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DEAD1-1307-0465-DDE9-CEC0804A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B6327-8AC4-04C4-D3E8-35324E61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13AAB-CE43-D3D3-73EF-AAEC363E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C47A-1349-1AB1-21C6-428DB7FD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9070C-6C3E-0E73-3E47-C45A9F1F4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4711-60CF-3DE2-A86F-6B0784F8A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E6B23-6AD4-5C1C-CCCB-452B126A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DE847-7336-AE46-5645-D19F366A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13D5-F8F5-D550-9DAF-C8E49FBC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AD16A-1E04-8752-C516-E494A41E0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96C63-3E29-776C-1E13-4CD8A0688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09E9A-E028-DE81-0FFC-93074CBF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BF349-849F-6349-6CBA-4F8F2040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6FBCF-8352-534F-40D3-0B0AF295C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34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239D-8ED5-44C4-DB41-F671C997B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DD626-DE14-4586-ACD5-5E0EC76B4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4F04A-F958-96CE-41FE-7336CB7C7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40EBDD-285B-2A5A-2889-CE0924C3E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C939A-D41D-517C-3721-D5F829AAE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4260F-095D-C41B-1941-4FC95619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54470-7FC4-85B0-E188-0DBDE2B5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2220B-7188-E0C1-3A99-6B4814DA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9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2E2E-2663-CEFF-F2DA-E3E1DE04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9FE0F5-E065-76F1-D87E-E8DBB5F9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FC7EA-2CC8-E585-F227-725EED20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D46BA-917E-0C07-874C-08915949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7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7D255-0903-3E6E-56F1-5DCF77A9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008FE-0BAB-D0B9-65B0-23ACDB86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06607-4A20-9623-B823-00CE0DBB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E372-1B61-579C-6F44-57B24A8A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7754-772F-24FE-31F4-4A2EA6AF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C6684-82D1-D71D-F5A3-ECF810588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DB188-F627-A9A5-1704-3CED6909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843C7-AB3F-E484-D0FC-BC9EFB29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4857D-051B-78D1-F3AC-BF2BC2C7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1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ADDC-A65D-362F-540B-8F85E7B3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356D5-5090-4BC1-2AFA-F126BA34B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073D-33CA-0503-2134-B4A30396B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EEA8C-7A9B-3C6D-BED5-6EAF91E5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88D3D-8365-B0BF-13C7-F04035DD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A58C7-0A19-5D13-973D-AAEACB97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3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9F73-E1CF-A933-D711-102427A7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ADB76-534D-9C24-600C-68747CE03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F41EF-1490-D16D-5971-18A7F574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3B866-238F-5CF6-12E7-1B73FF9C6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24A57-8BB2-69AF-3CF5-182EBB51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42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1B121-BF9F-8DC4-8D33-E6372C4B94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8C8C2-9018-F153-FCAF-6520F2099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D5465-F036-66E6-8F53-B9C870D4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E78DE-23F5-6137-5D8B-5634D0BA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D1E4-761A-35BA-77C8-543C7DF2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2260A-C3D1-27AC-C393-66AD1603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EDE5-63B7-98D5-9A8D-9E1769DB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06918-DA80-C9A7-AD45-F6F9CD8F1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6C8D0-0181-490B-BCFE-31C41ED7FE6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8848F-30D5-ABA0-977F-D06FFCC01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FC3AC-E997-34D6-39C5-AEA6DAD30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16E88-DA3F-46DA-97B0-F2E952DA0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4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3C47AB-827C-52B9-6647-09AB6D755ACB}"/>
              </a:ext>
            </a:extLst>
          </p:cNvPr>
          <p:cNvSpPr txBox="1"/>
          <p:nvPr/>
        </p:nvSpPr>
        <p:spPr>
          <a:xfrm>
            <a:off x="1376039" y="949911"/>
            <a:ext cx="9738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Announcement:</a:t>
            </a:r>
          </a:p>
          <a:p>
            <a:pPr marL="342900" indent="-342900">
              <a:buAutoNum type="arabicPeriod"/>
            </a:pPr>
            <a:r>
              <a:rPr lang="en-US" dirty="0"/>
              <a:t>Midterm 1 this Friday (calculator allowed, one cheat sheet allowed)</a:t>
            </a:r>
          </a:p>
          <a:p>
            <a:pPr marL="342900" indent="-342900">
              <a:buAutoNum type="arabicPeriod"/>
            </a:pPr>
            <a:r>
              <a:rPr lang="en-US" dirty="0"/>
              <a:t>Come to class 10 minutes earlier</a:t>
            </a:r>
          </a:p>
          <a:p>
            <a:pPr marL="342900" indent="-342900">
              <a:buAutoNum type="arabicPeriod"/>
            </a:pPr>
            <a:r>
              <a:rPr lang="en-US" dirty="0"/>
              <a:t>Graduate students sit in odd columns, undergraduate sit in even columns</a:t>
            </a:r>
          </a:p>
        </p:txBody>
      </p:sp>
    </p:spTree>
    <p:extLst>
      <p:ext uri="{BB962C8B-B14F-4D97-AF65-F5344CB8AC3E}">
        <p14:creationId xmlns:p14="http://schemas.microsoft.com/office/powerpoint/2010/main" val="123020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B3C5-131B-13ED-D4E3-F32C8786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71E8-34F7-E97D-B9FE-825DD603B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EE5B-003D-329B-86DD-9364ACE0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FA218-9360-0B5A-9F06-03770D9C0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4C1543-A091-0E6A-AB71-CA7EDEA97A05}"/>
                  </a:ext>
                </a:extLst>
              </p14:cNvPr>
              <p14:cNvContentPartPr/>
              <p14:nvPr/>
            </p14:nvContentPartPr>
            <p14:xfrm>
              <a:off x="1050840" y="318600"/>
              <a:ext cx="10770840" cy="649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4C1543-A091-0E6A-AB71-CA7EDEA97A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1480" y="309240"/>
                <a:ext cx="10789560" cy="65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46335A-7CDF-6E50-7FD1-8B21B6A63DAA}"/>
                  </a:ext>
                </a:extLst>
              </p14:cNvPr>
              <p14:cNvContentPartPr/>
              <p14:nvPr/>
            </p14:nvContentPartPr>
            <p14:xfrm>
              <a:off x="1084320" y="495000"/>
              <a:ext cx="10967760" cy="606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46335A-7CDF-6E50-7FD1-8B21B6A63D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4960" y="485640"/>
                <a:ext cx="10986480" cy="608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887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B4597-13E5-C987-F947-C83189A7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02985-D40B-C56C-9B6F-5CB59238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AE9D0A-237F-9264-D23A-B4E7B3443474}"/>
                  </a:ext>
                </a:extLst>
              </p14:cNvPr>
              <p14:cNvContentPartPr/>
              <p14:nvPr/>
            </p14:nvContentPartPr>
            <p14:xfrm>
              <a:off x="261360" y="105480"/>
              <a:ext cx="11415240" cy="6761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AE9D0A-237F-9264-D23A-B4E7B34434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00" y="96120"/>
                <a:ext cx="11433960" cy="678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8721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305E-C74F-E88B-6949-8C2E53F4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E2935-84D0-C93C-472D-A5FD27011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5A2413-A974-3BFB-FCA9-A6425223D47D}"/>
                  </a:ext>
                </a:extLst>
              </p14:cNvPr>
              <p14:cNvContentPartPr/>
              <p14:nvPr/>
            </p14:nvContentPartPr>
            <p14:xfrm>
              <a:off x="275400" y="104760"/>
              <a:ext cx="11726280" cy="572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5A2413-A974-3BFB-FCA9-A6425223D4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040" y="95400"/>
                <a:ext cx="11745000" cy="57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BE48A01-2E8C-4627-2BC0-6FE1439646D7}"/>
                  </a:ext>
                </a:extLst>
              </p14:cNvPr>
              <p14:cNvContentPartPr/>
              <p14:nvPr/>
            </p14:nvContentPartPr>
            <p14:xfrm>
              <a:off x="145800" y="4696560"/>
              <a:ext cx="3768480" cy="1779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BE48A01-2E8C-4627-2BC0-6FE1439646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440" y="4687200"/>
                <a:ext cx="3787200" cy="179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401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D346-DF40-70C2-7C40-0DBC5B9C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48B2A-9E78-74BA-623B-2BAAA07E2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5391DB-7690-F2F5-E7F7-9ACBA0684A8C}"/>
                  </a:ext>
                </a:extLst>
              </p14:cNvPr>
              <p14:cNvContentPartPr/>
              <p14:nvPr/>
            </p14:nvContentPartPr>
            <p14:xfrm>
              <a:off x="415800" y="463320"/>
              <a:ext cx="11036520" cy="6210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5391DB-7690-F2F5-E7F7-9ACBA0684A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6440" y="453960"/>
                <a:ext cx="11055240" cy="622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0563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Geng, Baocheng</dc:creator>
  <cp:lastModifiedBy>Geng, Baocheng</cp:lastModifiedBy>
  <cp:revision>1</cp:revision>
  <dcterms:created xsi:type="dcterms:W3CDTF">2025-02-17T18:58:25Z</dcterms:created>
  <dcterms:modified xsi:type="dcterms:W3CDTF">2025-02-18T01:44:18Z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2025-02-18T01:44:15Z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7fde5860-6190-4300-b7cd-ebfa54561008</vt:lpwstr>
  </property>
  <property fmtid="{D5CDD505-2E9C-101B-9397-08002B2CF9AE}" pid="8" name="MSIP_Label_ae7542bc-63e5-412b-b0a0-d9586028a7d0_ContentBits">
    <vt:lpwstr>0</vt:lpwstr>
  </property>
</Properties>
</file>