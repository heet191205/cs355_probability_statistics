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ink/ink1.xml" ContentType="application/inkml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362" r:id="rId9"/>
    <p:sldId id="259" r:id="rId10"/>
    <p:sldId id="359" r:id="rId11"/>
    <p:sldId id="266" r:id="rId12"/>
    <p:sldId id="263" r:id="rId13"/>
    <p:sldId id="273" r:id="rId14"/>
    <p:sldId id="363" r:id="rId15"/>
    <p:sldId id="364" r:id="rId16"/>
    <p:sldId id="365" r:id="rId17"/>
    <p:sldId id="366" r:id="rId18"/>
    <p:sldId id="278" r:id="rId19"/>
    <p:sldId id="286" r:id="rId20"/>
    <p:sldId id="367" r:id="rId21"/>
    <p:sldId id="287" r:id="rId22"/>
    <p:sldId id="291" r:id="rId23"/>
    <p:sldId id="295" r:id="rId24"/>
    <p:sldId id="297" r:id="rId25"/>
    <p:sldId id="298" r:id="rId26"/>
    <p:sldId id="299" r:id="rId27"/>
    <p:sldId id="300" r:id="rId28"/>
    <p:sldId id="301" r:id="rId29"/>
    <p:sldId id="302" r:id="rId30"/>
    <p:sldId id="307" r:id="rId31"/>
    <p:sldId id="308" r:id="rId32"/>
    <p:sldId id="310" r:id="rId33"/>
    <p:sldId id="311" r:id="rId34"/>
    <p:sldId id="315" r:id="rId35"/>
    <p:sldId id="320" r:id="rId36"/>
    <p:sldId id="325" r:id="rId37"/>
    <p:sldId id="329" r:id="rId38"/>
    <p:sldId id="335" r:id="rId39"/>
    <p:sldId id="336" r:id="rId40"/>
    <p:sldId id="341" r:id="rId41"/>
    <p:sldId id="342" r:id="rId42"/>
    <p:sldId id="360" r:id="rId43"/>
    <p:sldId id="361" r:id="rId44"/>
    <p:sldId id="368" r:id="rId45"/>
    <p:sldId id="357" r:id="rId4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F14CC-3426-42CF-ADD0-87F91224EFF9}" v="641" dt="2023-02-28T13:38:49.278"/>
    <p1510:client id="{3F9D5346-BFE3-4DFC-B0AD-3A2DDA701735}" v="201" dt="2023-02-28T15:39:36.9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7" d="100"/>
          <a:sy n="167" d="100"/>
        </p:scale>
        <p:origin x="1406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3F9D5346-BFE3-4DFC-B0AD-3A2DDA701735}"/>
    <pc:docChg chg="undo custSel addSld delSld modSld sldOrd">
      <pc:chgData name="Geng, Baocheng" userId="b4253f3e-c40b-4a70-8207-93818653a34c" providerId="ADAL" clId="{3F9D5346-BFE3-4DFC-B0AD-3A2DDA701735}" dt="2023-02-28T15:39:36.994" v="876" actId="47"/>
      <pc:docMkLst>
        <pc:docMk/>
      </pc:docMkLst>
      <pc:sldChg chg="delSp modSp mod">
        <pc:chgData name="Geng, Baocheng" userId="b4253f3e-c40b-4a70-8207-93818653a34c" providerId="ADAL" clId="{3F9D5346-BFE3-4DFC-B0AD-3A2DDA701735}" dt="2023-02-27T19:36:37.206" v="32" actId="20577"/>
        <pc:sldMkLst>
          <pc:docMk/>
          <pc:sldMk cId="0" sldId="256"/>
        </pc:sldMkLst>
        <pc:spChg chg="mod">
          <ac:chgData name="Geng, Baocheng" userId="b4253f3e-c40b-4a70-8207-93818653a34c" providerId="ADAL" clId="{3F9D5346-BFE3-4DFC-B0AD-3A2DDA701735}" dt="2023-02-27T19:36:37.206" v="32" actId="20577"/>
          <ac:spMkLst>
            <pc:docMk/>
            <pc:sldMk cId="0" sldId="256"/>
            <ac:spMk id="7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6:09.224" v="0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19:36:45.485" v="33" actId="478"/>
        <pc:sldMkLst>
          <pc:docMk/>
          <pc:sldMk cId="0" sldId="257"/>
        </pc:sldMkLst>
        <pc:grpChg chg="del">
          <ac:chgData name="Geng, Baocheng" userId="b4253f3e-c40b-4a70-8207-93818653a34c" providerId="ADAL" clId="{3F9D5346-BFE3-4DFC-B0AD-3A2DDA701735}" dt="2023-02-27T19:36:45.485" v="33" actId="478"/>
          <ac:grpSpMkLst>
            <pc:docMk/>
            <pc:sldMk cId="0" sldId="257"/>
            <ac:grpSpMk id="20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19:36:51.873" v="35" actId="478"/>
        <pc:sldMkLst>
          <pc:docMk/>
          <pc:sldMk cId="0" sldId="258"/>
        </pc:sldMkLst>
        <pc:grpChg chg="del">
          <ac:chgData name="Geng, Baocheng" userId="b4253f3e-c40b-4a70-8207-93818653a34c" providerId="ADAL" clId="{3F9D5346-BFE3-4DFC-B0AD-3A2DDA701735}" dt="2023-02-27T19:36:50.622" v="34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6:51.873" v="35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19:40:38.818" v="108" actId="1076"/>
        <pc:sldMkLst>
          <pc:docMk/>
          <pc:sldMk cId="0" sldId="259"/>
        </pc:sldMkLst>
        <pc:spChg chg="mod">
          <ac:chgData name="Geng, Baocheng" userId="b4253f3e-c40b-4a70-8207-93818653a34c" providerId="ADAL" clId="{3F9D5346-BFE3-4DFC-B0AD-3A2DDA701735}" dt="2023-02-27T19:40:38.818" v="108" actId="1076"/>
          <ac:spMkLst>
            <pc:docMk/>
            <pc:sldMk cId="0" sldId="259"/>
            <ac:spMk id="3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0:05.719" v="105" actId="478"/>
          <ac:grpSpMkLst>
            <pc:docMk/>
            <pc:sldMk cId="0" sldId="259"/>
            <ac:grpSpMk id="4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3F9D5346-BFE3-4DFC-B0AD-3A2DDA701735}" dt="2023-02-27T19:40:00.830" v="104" actId="47"/>
        <pc:sldMkLst>
          <pc:docMk/>
          <pc:sldMk cId="0" sldId="260"/>
        </pc:sldMkLst>
        <pc:spChg chg="mod">
          <ac:chgData name="Geng, Baocheng" userId="b4253f3e-c40b-4a70-8207-93818653a34c" providerId="ADAL" clId="{3F9D5346-BFE3-4DFC-B0AD-3A2DDA701735}" dt="2023-02-27T19:37:11.982" v="38" actId="1076"/>
          <ac:spMkLst>
            <pc:docMk/>
            <pc:sldMk cId="0" sldId="260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7:07.173" v="37" actId="478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7:40.986" v="39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19:39:59.870" v="103" actId="47"/>
        <pc:sldMkLst>
          <pc:docMk/>
          <pc:sldMk cId="0" sldId="261"/>
        </pc:sldMkLst>
      </pc:sldChg>
      <pc:sldChg chg="delSp modSp del mod">
        <pc:chgData name="Geng, Baocheng" userId="b4253f3e-c40b-4a70-8207-93818653a34c" providerId="ADAL" clId="{3F9D5346-BFE3-4DFC-B0AD-3A2DDA701735}" dt="2023-02-27T19:40:56.504" v="111" actId="47"/>
        <pc:sldMkLst>
          <pc:docMk/>
          <pc:sldMk cId="0" sldId="262"/>
        </pc:sldMkLst>
        <pc:spChg chg="mod">
          <ac:chgData name="Geng, Baocheng" userId="b4253f3e-c40b-4a70-8207-93818653a34c" providerId="ADAL" clId="{3F9D5346-BFE3-4DFC-B0AD-3A2DDA701735}" dt="2023-02-27T19:38:26.877" v="48" actId="20577"/>
          <ac:spMkLst>
            <pc:docMk/>
            <pc:sldMk cId="0" sldId="262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8:08.702" v="45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7:59.478" v="41" actId="478"/>
          <ac:grpSpMkLst>
            <pc:docMk/>
            <pc:sldMk cId="0" sldId="262"/>
            <ac:grpSpMk id="12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8:00.869" v="42" actId="478"/>
          <ac:grpSpMkLst>
            <pc:docMk/>
            <pc:sldMk cId="0" sldId="262"/>
            <ac:grpSpMk id="19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8:01.901" v="43" actId="478"/>
          <ac:grpSpMkLst>
            <pc:docMk/>
            <pc:sldMk cId="0" sldId="262"/>
            <ac:grpSpMk id="24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19:39:47.062" v="98" actId="478"/>
          <ac:picMkLst>
            <pc:docMk/>
            <pc:sldMk cId="0" sldId="262"/>
            <ac:picMk id="31" creationId="{BD17114C-7423-1716-9E9B-63F0C2F963EF}"/>
          </ac:picMkLst>
        </pc:picChg>
        <pc:picChg chg="mod ord replST">
          <ac:chgData name="Geng, Baocheng" userId="b4253f3e-c40b-4a70-8207-93818653a34c" providerId="ADAL" clId="{3F9D5346-BFE3-4DFC-B0AD-3A2DDA701735}" dt="2023-02-27T19:39:52.191" v="102" actId="1076"/>
          <ac:picMkLst>
            <pc:docMk/>
            <pc:sldMk cId="0" sldId="262"/>
            <ac:picMk id="33" creationId="{82E9EEA5-B158-B528-70AD-87C5FE543D3B}"/>
          </ac:picMkLst>
        </pc:picChg>
      </pc:sldChg>
      <pc:sldChg chg="delSp modSp mod">
        <pc:chgData name="Geng, Baocheng" userId="b4253f3e-c40b-4a70-8207-93818653a34c" providerId="ADAL" clId="{3F9D5346-BFE3-4DFC-B0AD-3A2DDA701735}" dt="2023-02-27T19:42:29.729" v="146" actId="1076"/>
        <pc:sldMkLst>
          <pc:docMk/>
          <pc:sldMk cId="0" sldId="263"/>
        </pc:sldMkLst>
        <pc:spChg chg="mod">
          <ac:chgData name="Geng, Baocheng" userId="b4253f3e-c40b-4a70-8207-93818653a34c" providerId="ADAL" clId="{3F9D5346-BFE3-4DFC-B0AD-3A2DDA701735}" dt="2023-02-27T19:41:14.692" v="116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1:16.391" v="117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1:19.809" v="118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2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19:41:00.652" v="113" actId="478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1:08.078" v="114" actId="478"/>
          <ac:grpSpMkLst>
            <pc:docMk/>
            <pc:sldMk cId="0" sldId="263"/>
            <ac:grpSpMk id="23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19:42:29.729" v="146" actId="1076"/>
          <ac:picMkLst>
            <pc:docMk/>
            <pc:sldMk cId="0" sldId="263"/>
            <ac:picMk id="30" creationId="{05871298-48FF-B116-9CF1-99AB6408C28E}"/>
          </ac:picMkLst>
        </pc:picChg>
      </pc:sldChg>
      <pc:sldChg chg="delSp modSp del mod">
        <pc:chgData name="Geng, Baocheng" userId="b4253f3e-c40b-4a70-8207-93818653a34c" providerId="ADAL" clId="{3F9D5346-BFE3-4DFC-B0AD-3A2DDA701735}" dt="2023-02-27T19:45:05.555" v="194" actId="47"/>
        <pc:sldMkLst>
          <pc:docMk/>
          <pc:sldMk cId="0" sldId="264"/>
        </pc:sldMkLst>
        <pc:spChg chg="mod">
          <ac:chgData name="Geng, Baocheng" userId="b4253f3e-c40b-4a70-8207-93818653a34c" providerId="ADAL" clId="{3F9D5346-BFE3-4DFC-B0AD-3A2DDA701735}" dt="2023-02-27T19:42:53.410" v="150" actId="20577"/>
          <ac:spMkLst>
            <pc:docMk/>
            <pc:sldMk cId="0" sldId="264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2:37.598" v="148" actId="478"/>
          <ac:grpSpMkLst>
            <pc:docMk/>
            <pc:sldMk cId="0" sldId="264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2:59.132" v="151" actId="478"/>
          <ac:grpSpMkLst>
            <pc:docMk/>
            <pc:sldMk cId="0" sldId="264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19:45:04.671" v="193" actId="47"/>
        <pc:sldMkLst>
          <pc:docMk/>
          <pc:sldMk cId="0" sldId="265"/>
        </pc:sldMkLst>
      </pc:sldChg>
      <pc:sldChg chg="delSp modSp mod">
        <pc:chgData name="Geng, Baocheng" userId="b4253f3e-c40b-4a70-8207-93818653a34c" providerId="ADAL" clId="{3F9D5346-BFE3-4DFC-B0AD-3A2DDA701735}" dt="2023-02-27T21:40:45.308" v="839" actId="478"/>
        <pc:sldMkLst>
          <pc:docMk/>
          <pc:sldMk cId="0" sldId="266"/>
        </pc:sldMkLst>
        <pc:spChg chg="del mod">
          <ac:chgData name="Geng, Baocheng" userId="b4253f3e-c40b-4a70-8207-93818653a34c" providerId="ADAL" clId="{3F9D5346-BFE3-4DFC-B0AD-3A2DDA701735}" dt="2023-02-27T19:43:40.758" v="156" actId="478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Geng, Baocheng" userId="b4253f3e-c40b-4a70-8207-93818653a34c" providerId="ADAL" clId="{3F9D5346-BFE3-4DFC-B0AD-3A2DDA701735}" dt="2023-02-27T21:40:45.308" v="839" actId="478"/>
          <ac:spMkLst>
            <pc:docMk/>
            <pc:sldMk cId="0" sldId="266"/>
            <ac:spMk id="10" creationId="{00000000-0000-0000-0000-000000000000}"/>
          </ac:spMkLst>
        </pc:spChg>
        <pc:grpChg chg="mod">
          <ac:chgData name="Geng, Baocheng" userId="b4253f3e-c40b-4a70-8207-93818653a34c" providerId="ADAL" clId="{3F9D5346-BFE3-4DFC-B0AD-3A2DDA701735}" dt="2023-02-27T19:43:52.001" v="158" actId="1076"/>
          <ac:grpSpMkLst>
            <pc:docMk/>
            <pc:sldMk cId="0" sldId="26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3:27.643" v="152" actId="478"/>
          <ac:grpSpMkLst>
            <pc:docMk/>
            <pc:sldMk cId="0" sldId="266"/>
            <ac:grpSpMk id="11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21:40:37.847" v="838" actId="1076"/>
          <ac:picMkLst>
            <pc:docMk/>
            <pc:sldMk cId="0" sldId="266"/>
            <ac:picMk id="18" creationId="{210F773E-125D-A3CB-1517-7BA3436A28D2}"/>
          </ac:picMkLst>
        </pc:picChg>
      </pc:sldChg>
      <pc:sldChg chg="delSp del mod">
        <pc:chgData name="Geng, Baocheng" userId="b4253f3e-c40b-4a70-8207-93818653a34c" providerId="ADAL" clId="{3F9D5346-BFE3-4DFC-B0AD-3A2DDA701735}" dt="2023-02-27T21:41:15.245" v="840" actId="2696"/>
        <pc:sldMkLst>
          <pc:docMk/>
          <pc:sldMk cId="0" sldId="267"/>
        </pc:sldMkLst>
        <pc:grpChg chg="del">
          <ac:chgData name="Geng, Baocheng" userId="b4253f3e-c40b-4a70-8207-93818653a34c" providerId="ADAL" clId="{3F9D5346-BFE3-4DFC-B0AD-3A2DDA701735}" dt="2023-02-27T19:44:55.859" v="192" actId="478"/>
          <ac:grpSpMkLst>
            <pc:docMk/>
            <pc:sldMk cId="0" sldId="267"/>
            <ac:grpSpMk id="4" creationId="{00000000-0000-0000-0000-000000000000}"/>
          </ac:grpSpMkLst>
        </pc:grpChg>
      </pc:sldChg>
      <pc:sldChg chg="add del">
        <pc:chgData name="Geng, Baocheng" userId="b4253f3e-c40b-4a70-8207-93818653a34c" providerId="ADAL" clId="{3F9D5346-BFE3-4DFC-B0AD-3A2DDA701735}" dt="2023-02-27T21:41:29.259" v="842" actId="47"/>
        <pc:sldMkLst>
          <pc:docMk/>
          <pc:sldMk cId="1730096192" sldId="267"/>
        </pc:sldMkLst>
      </pc:sldChg>
      <pc:sldChg chg="delSp del mod">
        <pc:chgData name="Geng, Baocheng" userId="b4253f3e-c40b-4a70-8207-93818653a34c" providerId="ADAL" clId="{3F9D5346-BFE3-4DFC-B0AD-3A2DDA701735}" dt="2023-02-27T21:42:28.608" v="850" actId="47"/>
        <pc:sldMkLst>
          <pc:docMk/>
          <pc:sldMk cId="0" sldId="268"/>
        </pc:sldMkLst>
        <pc:grpChg chg="del">
          <ac:chgData name="Geng, Baocheng" userId="b4253f3e-c40b-4a70-8207-93818653a34c" providerId="ADAL" clId="{3F9D5346-BFE3-4DFC-B0AD-3A2DDA701735}" dt="2023-02-27T21:41:43.249" v="843" actId="478"/>
          <ac:grpSpMkLst>
            <pc:docMk/>
            <pc:sldMk cId="0" sldId="268"/>
            <ac:grpSpMk id="5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42:26.586" v="849" actId="47"/>
        <pc:sldMkLst>
          <pc:docMk/>
          <pc:sldMk cId="0" sldId="269"/>
        </pc:sldMkLst>
        <pc:grpChg chg="del">
          <ac:chgData name="Geng, Baocheng" userId="b4253f3e-c40b-4a70-8207-93818653a34c" providerId="ADAL" clId="{3F9D5346-BFE3-4DFC-B0AD-3A2DDA701735}" dt="2023-02-27T21:42:12.449" v="844" actId="478"/>
          <ac:grpSpMkLst>
            <pc:docMk/>
            <pc:sldMk cId="0" sldId="269"/>
            <ac:grpSpMk id="6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42:25.718" v="848" actId="47"/>
        <pc:sldMkLst>
          <pc:docMk/>
          <pc:sldMk cId="0" sldId="270"/>
        </pc:sldMkLst>
        <pc:grpChg chg="del">
          <ac:chgData name="Geng, Baocheng" userId="b4253f3e-c40b-4a70-8207-93818653a34c" providerId="ADAL" clId="{3F9D5346-BFE3-4DFC-B0AD-3A2DDA701735}" dt="2023-02-27T21:42:17.868" v="845" actId="478"/>
          <ac:grpSpMkLst>
            <pc:docMk/>
            <pc:sldMk cId="0" sldId="27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42:25.017" v="847" actId="47"/>
        <pc:sldMkLst>
          <pc:docMk/>
          <pc:sldMk cId="0" sldId="271"/>
        </pc:sldMkLst>
      </pc:sldChg>
      <pc:sldChg chg="del">
        <pc:chgData name="Geng, Baocheng" userId="b4253f3e-c40b-4a70-8207-93818653a34c" providerId="ADAL" clId="{3F9D5346-BFE3-4DFC-B0AD-3A2DDA701735}" dt="2023-02-27T21:42:24.096" v="846" actId="47"/>
        <pc:sldMkLst>
          <pc:docMk/>
          <pc:sldMk cId="0" sldId="272"/>
        </pc:sldMkLst>
      </pc:sldChg>
      <pc:sldChg chg="addSp delSp modSp mod">
        <pc:chgData name="Geng, Baocheng" userId="b4253f3e-c40b-4a70-8207-93818653a34c" providerId="ADAL" clId="{3F9D5346-BFE3-4DFC-B0AD-3A2DDA701735}" dt="2023-02-27T21:42:53.740" v="856" actId="478"/>
        <pc:sldMkLst>
          <pc:docMk/>
          <pc:sldMk cId="0" sldId="273"/>
        </pc:sldMkLst>
        <pc:spChg chg="del">
          <ac:chgData name="Geng, Baocheng" userId="b4253f3e-c40b-4a70-8207-93818653a34c" providerId="ADAL" clId="{3F9D5346-BFE3-4DFC-B0AD-3A2DDA701735}" dt="2023-02-27T21:42:53.740" v="856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6:44.123" v="228" actId="1076"/>
          <ac:spMkLst>
            <pc:docMk/>
            <pc:sldMk cId="0" sldId="273"/>
            <ac:spMk id="30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5:22.694" v="195" actId="478"/>
          <ac:grpSpMkLst>
            <pc:docMk/>
            <pc:sldMk cId="0" sldId="273"/>
            <ac:grpSpMk id="25" creationId="{00000000-0000-0000-0000-000000000000}"/>
          </ac:grpSpMkLst>
        </pc:grp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7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20" creationId="{00000000-0000-0000-0000-000000000000}"/>
          </ac:picMkLst>
        </pc:picChg>
        <pc:picChg chg="del mod replST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2" creationId="{60AD30EB-3CBC-DF89-897F-B051FDE91575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3" creationId="{C602B6B6-29E7-50F8-1DC6-3724B96E9CDE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4" creationId="{D80CB966-6536-9760-E017-1011F48494B4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5" creationId="{1638A272-62A7-483F-01EE-065C8FC3CAFB}"/>
          </ac:picMkLst>
        </pc:picChg>
      </pc:sldChg>
      <pc:sldChg chg="addSp delSp modSp del mod">
        <pc:chgData name="Geng, Baocheng" userId="b4253f3e-c40b-4a70-8207-93818653a34c" providerId="ADAL" clId="{3F9D5346-BFE3-4DFC-B0AD-3A2DDA701735}" dt="2023-02-27T20:04:39.225" v="244" actId="47"/>
        <pc:sldMkLst>
          <pc:docMk/>
          <pc:sldMk cId="0" sldId="274"/>
        </pc:sldMkLst>
        <pc:spChg chg="del mod">
          <ac:chgData name="Geng, Baocheng" userId="b4253f3e-c40b-4a70-8207-93818653a34c" providerId="ADAL" clId="{3F9D5346-BFE3-4DFC-B0AD-3A2DDA701735}" dt="2023-02-27T19:48:03.746" v="232" actId="478"/>
          <ac:spMkLst>
            <pc:docMk/>
            <pc:sldMk cId="0" sldId="274"/>
            <ac:spMk id="1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19:47:58.314" v="230" actId="478"/>
          <ac:grpSpMkLst>
            <pc:docMk/>
            <pc:sldMk cId="0" sldId="274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8:16.356" v="235" actId="478"/>
          <ac:grpSpMkLst>
            <pc:docMk/>
            <pc:sldMk cId="0" sldId="274"/>
            <ac:grpSpMk id="15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19:48:14.305" v="234" actId="1076"/>
          <ac:picMkLst>
            <pc:docMk/>
            <pc:sldMk cId="0" sldId="274"/>
            <ac:picMk id="21" creationId="{1C071CE2-501A-B9D8-1919-0419724F888A}"/>
          </ac:picMkLst>
        </pc:picChg>
      </pc:sldChg>
      <pc:sldChg chg="del">
        <pc:chgData name="Geng, Baocheng" userId="b4253f3e-c40b-4a70-8207-93818653a34c" providerId="ADAL" clId="{3F9D5346-BFE3-4DFC-B0AD-3A2DDA701735}" dt="2023-02-27T20:04:37.516" v="243" actId="47"/>
        <pc:sldMkLst>
          <pc:docMk/>
          <pc:sldMk cId="0" sldId="275"/>
        </pc:sldMkLst>
      </pc:sldChg>
      <pc:sldChg chg="addSp delSp modSp del mod">
        <pc:chgData name="Geng, Baocheng" userId="b4253f3e-c40b-4a70-8207-93818653a34c" providerId="ADAL" clId="{3F9D5346-BFE3-4DFC-B0AD-3A2DDA701735}" dt="2023-02-27T20:08:31.729" v="286" actId="47"/>
        <pc:sldMkLst>
          <pc:docMk/>
          <pc:sldMk cId="0" sldId="276"/>
        </pc:sldMkLst>
        <pc:spChg chg="del">
          <ac:chgData name="Geng, Baocheng" userId="b4253f3e-c40b-4a70-8207-93818653a34c" providerId="ADAL" clId="{3F9D5346-BFE3-4DFC-B0AD-3A2DDA701735}" dt="2023-02-27T20:02:50.951" v="238" actId="478"/>
          <ac:spMkLst>
            <pc:docMk/>
            <pc:sldMk cId="0" sldId="276"/>
            <ac:spMk id="1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02:48.417" v="237" actId="478"/>
          <ac:grpSpMkLst>
            <pc:docMk/>
            <pc:sldMk cId="0" sldId="276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2:54.818" v="239" actId="478"/>
          <ac:grpSpMkLst>
            <pc:docMk/>
            <pc:sldMk cId="0" sldId="276"/>
            <ac:grpSpMk id="18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03:09.374" v="242" actId="1076"/>
          <ac:picMkLst>
            <pc:docMk/>
            <pc:sldMk cId="0" sldId="276"/>
            <ac:picMk id="24" creationId="{44C5AB33-577D-059D-577F-1F9F5E47A43E}"/>
          </ac:picMkLst>
        </pc:picChg>
      </pc:sldChg>
      <pc:sldChg chg="delSp modSp del mod">
        <pc:chgData name="Geng, Baocheng" userId="b4253f3e-c40b-4a70-8207-93818653a34c" providerId="ADAL" clId="{3F9D5346-BFE3-4DFC-B0AD-3A2DDA701735}" dt="2023-02-27T20:08:30.857" v="285" actId="47"/>
        <pc:sldMkLst>
          <pc:docMk/>
          <pc:sldMk cId="0" sldId="277"/>
        </pc:sldMkLst>
        <pc:spChg chg="del">
          <ac:chgData name="Geng, Baocheng" userId="b4253f3e-c40b-4a70-8207-93818653a34c" providerId="ADAL" clId="{3F9D5346-BFE3-4DFC-B0AD-3A2DDA701735}" dt="2023-02-27T20:04:51.659" v="247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8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20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04:45.885" v="246" actId="478"/>
          <ac:grpSpMkLst>
            <pc:docMk/>
            <pc:sldMk cId="0" sldId="27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4:58.877" v="249" actId="478"/>
          <ac:grpSpMkLst>
            <pc:docMk/>
            <pc:sldMk cId="0" sldId="277"/>
            <ac:grpSpMk id="21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45:27.068" v="870" actId="1076"/>
        <pc:sldMkLst>
          <pc:docMk/>
          <pc:sldMk cId="0" sldId="278"/>
        </pc:sldMkLst>
        <pc:spChg chg="del">
          <ac:chgData name="Geng, Baocheng" userId="b4253f3e-c40b-4a70-8207-93818653a34c" providerId="ADAL" clId="{3F9D5346-BFE3-4DFC-B0AD-3A2DDA701735}" dt="2023-02-27T21:44:41.987" v="863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4:43.365" v="864" actId="478"/>
          <ac:spMkLst>
            <pc:docMk/>
            <pc:sldMk cId="0" sldId="278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8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20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1:44:40.038" v="862" actId="478"/>
          <ac:spMkLst>
            <pc:docMk/>
            <pc:sldMk cId="0" sldId="278"/>
            <ac:spMk id="31" creationId="{D74EF64D-C17A-603F-FD7E-8192D4787DC4}"/>
          </ac:spMkLst>
        </pc:spChg>
        <pc:grpChg chg="del mod">
          <ac:chgData name="Geng, Baocheng" userId="b4253f3e-c40b-4a70-8207-93818653a34c" providerId="ADAL" clId="{3F9D5346-BFE3-4DFC-B0AD-3A2DDA701735}" dt="2023-02-27T20:05:21.753" v="253" actId="478"/>
          <ac:grpSpMkLst>
            <pc:docMk/>
            <pc:sldMk cId="0" sldId="27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5:23.039" v="254" actId="478"/>
          <ac:grpSpMkLst>
            <pc:docMk/>
            <pc:sldMk cId="0" sldId="278"/>
            <ac:grpSpMk id="21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28" creationId="{0A9297CF-386F-12AC-887C-71A8709A5AD8}"/>
          </ac:picMkLst>
        </pc:picChg>
        <pc:picChg chg="add mod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29" creationId="{936D3E43-CD2B-270F-6A48-C78E0069920C}"/>
          </ac:picMkLst>
        </pc:picChg>
        <pc:picChg chg="add mod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30" creationId="{61B0B2B3-9F0C-BC4D-9D2E-BF035FB6FD72}"/>
          </ac:picMkLst>
        </pc:picChg>
        <pc:picChg chg="add mod">
          <ac:chgData name="Geng, Baocheng" userId="b4253f3e-c40b-4a70-8207-93818653a34c" providerId="ADAL" clId="{3F9D5346-BFE3-4DFC-B0AD-3A2DDA701735}" dt="2023-02-27T21:45:27.068" v="870" actId="1076"/>
          <ac:picMkLst>
            <pc:docMk/>
            <pc:sldMk cId="0" sldId="278"/>
            <ac:picMk id="33" creationId="{5420CF1E-D3DB-613C-4C7F-12890515A471}"/>
          </ac:picMkLst>
        </pc:picChg>
      </pc:sldChg>
      <pc:sldChg chg="del">
        <pc:chgData name="Geng, Baocheng" userId="b4253f3e-c40b-4a70-8207-93818653a34c" providerId="ADAL" clId="{3F9D5346-BFE3-4DFC-B0AD-3A2DDA701735}" dt="2023-02-27T20:08:44.876" v="289" actId="47"/>
        <pc:sldMkLst>
          <pc:docMk/>
          <pc:sldMk cId="0" sldId="279"/>
        </pc:sldMkLst>
      </pc:sldChg>
      <pc:sldChg chg="modSp del mod">
        <pc:chgData name="Geng, Baocheng" userId="b4253f3e-c40b-4a70-8207-93818653a34c" providerId="ADAL" clId="{3F9D5346-BFE3-4DFC-B0AD-3A2DDA701735}" dt="2023-02-27T21:38:29.695" v="835" actId="47"/>
        <pc:sldMkLst>
          <pc:docMk/>
          <pc:sldMk cId="0" sldId="280"/>
        </pc:sldMkLst>
        <pc:spChg chg="mod">
          <ac:chgData name="Geng, Baocheng" userId="b4253f3e-c40b-4a70-8207-93818653a34c" providerId="ADAL" clId="{3F9D5346-BFE3-4DFC-B0AD-3A2DDA701735}" dt="2023-02-27T21:37:45.879" v="809" actId="1076"/>
          <ac:spMkLst>
            <pc:docMk/>
            <pc:sldMk cId="0" sldId="280"/>
            <ac:spMk id="3" creationId="{00000000-0000-0000-0000-000000000000}"/>
          </ac:spMkLst>
        </pc:spChg>
      </pc:sldChg>
      <pc:sldChg chg="addSp delSp modSp del mod">
        <pc:chgData name="Geng, Baocheng" userId="b4253f3e-c40b-4a70-8207-93818653a34c" providerId="ADAL" clId="{3F9D5346-BFE3-4DFC-B0AD-3A2DDA701735}" dt="2023-02-27T21:44:37.054" v="861" actId="47"/>
        <pc:sldMkLst>
          <pc:docMk/>
          <pc:sldMk cId="0" sldId="281"/>
        </pc:sldMkLst>
        <pc:spChg chg="mod">
          <ac:chgData name="Geng, Baocheng" userId="b4253f3e-c40b-4a70-8207-93818653a34c" providerId="ADAL" clId="{3F9D5346-BFE3-4DFC-B0AD-3A2DDA701735}" dt="2023-02-27T21:38:24.518" v="834" actId="20577"/>
          <ac:spMkLst>
            <pc:docMk/>
            <pc:sldMk cId="0" sldId="281"/>
            <ac:spMk id="4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38:04.926" v="823" actId="1076"/>
          <ac:spMkLst>
            <pc:docMk/>
            <pc:sldMk cId="0" sldId="281"/>
            <ac:spMk id="11" creationId="{9ED81664-19CC-E0A7-6AD7-00AA33320DC5}"/>
          </ac:spMkLst>
        </pc:spChg>
        <pc:grpChg chg="del">
          <ac:chgData name="Geng, Baocheng" userId="b4253f3e-c40b-4a70-8207-93818653a34c" providerId="ADAL" clId="{3F9D5346-BFE3-4DFC-B0AD-3A2DDA701735}" dt="2023-02-27T21:37:34.093" v="808" actId="478"/>
          <ac:grpSpMkLst>
            <pc:docMk/>
            <pc:sldMk cId="0" sldId="281"/>
            <ac:grpSpMk id="5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10:31.880" v="301" actId="47"/>
        <pc:sldMkLst>
          <pc:docMk/>
          <pc:sldMk cId="0" sldId="282"/>
        </pc:sldMkLst>
      </pc:sldChg>
      <pc:sldChg chg="del">
        <pc:chgData name="Geng, Baocheng" userId="b4253f3e-c40b-4a70-8207-93818653a34c" providerId="ADAL" clId="{3F9D5346-BFE3-4DFC-B0AD-3A2DDA701735}" dt="2023-02-27T20:10:34.088" v="302" actId="47"/>
        <pc:sldMkLst>
          <pc:docMk/>
          <pc:sldMk cId="0" sldId="283"/>
        </pc:sldMkLst>
      </pc:sldChg>
      <pc:sldChg chg="del">
        <pc:chgData name="Geng, Baocheng" userId="b4253f3e-c40b-4a70-8207-93818653a34c" providerId="ADAL" clId="{3F9D5346-BFE3-4DFC-B0AD-3A2DDA701735}" dt="2023-02-27T20:10:36.019" v="303" actId="47"/>
        <pc:sldMkLst>
          <pc:docMk/>
          <pc:sldMk cId="0" sldId="284"/>
        </pc:sldMkLst>
      </pc:sldChg>
      <pc:sldChg chg="del">
        <pc:chgData name="Geng, Baocheng" userId="b4253f3e-c40b-4a70-8207-93818653a34c" providerId="ADAL" clId="{3F9D5346-BFE3-4DFC-B0AD-3A2DDA701735}" dt="2023-02-27T20:10:37.758" v="304" actId="47"/>
        <pc:sldMkLst>
          <pc:docMk/>
          <pc:sldMk cId="0" sldId="285"/>
        </pc:sldMkLst>
      </pc:sldChg>
      <pc:sldChg chg="addSp delSp modSp mod">
        <pc:chgData name="Geng, Baocheng" userId="b4253f3e-c40b-4a70-8207-93818653a34c" providerId="ADAL" clId="{3F9D5346-BFE3-4DFC-B0AD-3A2DDA701735}" dt="2023-02-27T21:37:26.633" v="807" actId="692"/>
        <pc:sldMkLst>
          <pc:docMk/>
          <pc:sldMk cId="0" sldId="286"/>
        </pc:sldMkLst>
        <pc:spChg chg="add mod">
          <ac:chgData name="Geng, Baocheng" userId="b4253f3e-c40b-4a70-8207-93818653a34c" providerId="ADAL" clId="{3F9D5346-BFE3-4DFC-B0AD-3A2DDA701735}" dt="2023-02-27T21:37:26.633" v="807" actId="692"/>
          <ac:spMkLst>
            <pc:docMk/>
            <pc:sldMk cId="0" sldId="286"/>
            <ac:spMk id="27" creationId="{DCBCABF7-ABF0-2EA3-3618-A7A3C366D8D5}"/>
          </ac:spMkLst>
        </pc:spChg>
        <pc:grpChg chg="del">
          <ac:chgData name="Geng, Baocheng" userId="b4253f3e-c40b-4a70-8207-93818653a34c" providerId="ADAL" clId="{3F9D5346-BFE3-4DFC-B0AD-3A2DDA701735}" dt="2023-02-27T20:10:13.517" v="299" actId="478"/>
          <ac:grpSpMkLst>
            <pc:docMk/>
            <pc:sldMk cId="0" sldId="286"/>
            <ac:grpSpMk id="21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09:55.111" v="292" actId="1076"/>
          <ac:picMkLst>
            <pc:docMk/>
            <pc:sldMk cId="0" sldId="286"/>
            <ac:picMk id="28" creationId="{43DA429A-A809-FB2A-621E-2638C16744BE}"/>
          </ac:picMkLst>
        </pc:picChg>
        <pc:picChg chg="add mod">
          <ac:chgData name="Geng, Baocheng" userId="b4253f3e-c40b-4a70-8207-93818653a34c" providerId="ADAL" clId="{3F9D5346-BFE3-4DFC-B0AD-3A2DDA701735}" dt="2023-02-27T20:09:57.968" v="294" actId="1076"/>
          <ac:picMkLst>
            <pc:docMk/>
            <pc:sldMk cId="0" sldId="286"/>
            <ac:picMk id="29" creationId="{A833928E-149F-EBF2-C355-1A785E3B0D3F}"/>
          </ac:picMkLst>
        </pc:picChg>
        <pc:picChg chg="add mod">
          <ac:chgData name="Geng, Baocheng" userId="b4253f3e-c40b-4a70-8207-93818653a34c" providerId="ADAL" clId="{3F9D5346-BFE3-4DFC-B0AD-3A2DDA701735}" dt="2023-02-27T20:10:03.126" v="296" actId="1076"/>
          <ac:picMkLst>
            <pc:docMk/>
            <pc:sldMk cId="0" sldId="286"/>
            <ac:picMk id="30" creationId="{3B497C34-1513-6D4B-1000-835BE0D33A59}"/>
          </ac:picMkLst>
        </pc:picChg>
        <pc:picChg chg="add mod">
          <ac:chgData name="Geng, Baocheng" userId="b4253f3e-c40b-4a70-8207-93818653a34c" providerId="ADAL" clId="{3F9D5346-BFE3-4DFC-B0AD-3A2DDA701735}" dt="2023-02-27T20:10:08.248" v="298" actId="1076"/>
          <ac:picMkLst>
            <pc:docMk/>
            <pc:sldMk cId="0" sldId="286"/>
            <ac:picMk id="31" creationId="{8ACDD51A-9581-11BC-B24F-D61BAF348DD3}"/>
          </ac:picMkLst>
        </pc:picChg>
      </pc:sldChg>
      <pc:sldChg chg="delSp mod">
        <pc:chgData name="Geng, Baocheng" userId="b4253f3e-c40b-4a70-8207-93818653a34c" providerId="ADAL" clId="{3F9D5346-BFE3-4DFC-B0AD-3A2DDA701735}" dt="2023-02-27T20:10:16.020" v="300" actId="478"/>
        <pc:sldMkLst>
          <pc:docMk/>
          <pc:sldMk cId="0" sldId="287"/>
        </pc:sldMkLst>
        <pc:grpChg chg="del">
          <ac:chgData name="Geng, Baocheng" userId="b4253f3e-c40b-4a70-8207-93818653a34c" providerId="ADAL" clId="{3F9D5346-BFE3-4DFC-B0AD-3A2DDA701735}" dt="2023-02-27T20:10:16.020" v="300" actId="478"/>
          <ac:grpSpMkLst>
            <pc:docMk/>
            <pc:sldMk cId="0" sldId="287"/>
            <ac:grpSpMk id="8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0:11:47.639" v="314" actId="47"/>
        <pc:sldMkLst>
          <pc:docMk/>
          <pc:sldMk cId="0" sldId="288"/>
        </pc:sldMkLst>
        <pc:grpChg chg="del">
          <ac:chgData name="Geng, Baocheng" userId="b4253f3e-c40b-4a70-8207-93818653a34c" providerId="ADAL" clId="{3F9D5346-BFE3-4DFC-B0AD-3A2DDA701735}" dt="2023-02-27T20:10:49.187" v="305" actId="478"/>
          <ac:grpSpMkLst>
            <pc:docMk/>
            <pc:sldMk cId="0" sldId="288"/>
            <ac:grpSpMk id="6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11:49.667" v="315" actId="47"/>
        <pc:sldMkLst>
          <pc:docMk/>
          <pc:sldMk cId="0" sldId="289"/>
        </pc:sldMkLst>
      </pc:sldChg>
      <pc:sldChg chg="del">
        <pc:chgData name="Geng, Baocheng" userId="b4253f3e-c40b-4a70-8207-93818653a34c" providerId="ADAL" clId="{3F9D5346-BFE3-4DFC-B0AD-3A2DDA701735}" dt="2023-02-27T20:11:51.145" v="316" actId="47"/>
        <pc:sldMkLst>
          <pc:docMk/>
          <pc:sldMk cId="0" sldId="290"/>
        </pc:sldMkLst>
      </pc:sldChg>
      <pc:sldChg chg="addSp delSp modSp mod">
        <pc:chgData name="Geng, Baocheng" userId="b4253f3e-c40b-4a70-8207-93818653a34c" providerId="ADAL" clId="{3F9D5346-BFE3-4DFC-B0AD-3A2DDA701735}" dt="2023-02-27T20:11:40.669" v="313" actId="478"/>
        <pc:sldMkLst>
          <pc:docMk/>
          <pc:sldMk cId="0" sldId="291"/>
        </pc:sldMkLst>
        <pc:grpChg chg="del">
          <ac:chgData name="Geng, Baocheng" userId="b4253f3e-c40b-4a70-8207-93818653a34c" providerId="ADAL" clId="{3F9D5346-BFE3-4DFC-B0AD-3A2DDA701735}" dt="2023-02-27T20:11:40.669" v="313" actId="478"/>
          <ac:grpSpMkLst>
            <pc:docMk/>
            <pc:sldMk cId="0" sldId="291"/>
            <ac:grpSpMk id="21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11:22.675" v="307" actId="1076"/>
          <ac:picMkLst>
            <pc:docMk/>
            <pc:sldMk cId="0" sldId="291"/>
            <ac:picMk id="27" creationId="{513CEAAE-F8B7-17C4-C02E-9D0188532FC3}"/>
          </ac:picMkLst>
        </pc:picChg>
        <pc:picChg chg="add mod">
          <ac:chgData name="Geng, Baocheng" userId="b4253f3e-c40b-4a70-8207-93818653a34c" providerId="ADAL" clId="{3F9D5346-BFE3-4DFC-B0AD-3A2DDA701735}" dt="2023-02-27T20:11:27.006" v="309" actId="1076"/>
          <ac:picMkLst>
            <pc:docMk/>
            <pc:sldMk cId="0" sldId="291"/>
            <ac:picMk id="28" creationId="{A60BAC03-7023-C600-1C78-BB9D3E5E8C3D}"/>
          </ac:picMkLst>
        </pc:picChg>
        <pc:picChg chg="add del mod">
          <ac:chgData name="Geng, Baocheng" userId="b4253f3e-c40b-4a70-8207-93818653a34c" providerId="ADAL" clId="{3F9D5346-BFE3-4DFC-B0AD-3A2DDA701735}" dt="2023-02-27T20:11:32.056" v="312" actId="478"/>
          <ac:picMkLst>
            <pc:docMk/>
            <pc:sldMk cId="0" sldId="291"/>
            <ac:picMk id="29" creationId="{D04F9CE6-9695-7B7F-D881-F553F233B527}"/>
          </ac:picMkLst>
        </pc:picChg>
      </pc:sldChg>
      <pc:sldChg chg="delSp mod">
        <pc:chgData name="Geng, Baocheng" userId="b4253f3e-c40b-4a70-8207-93818653a34c" providerId="ADAL" clId="{3F9D5346-BFE3-4DFC-B0AD-3A2DDA701735}" dt="2023-02-27T20:56:50.476" v="343" actId="478"/>
        <pc:sldMkLst>
          <pc:docMk/>
          <pc:sldMk cId="0" sldId="292"/>
        </pc:sldMkLst>
        <pc:grpChg chg="del">
          <ac:chgData name="Geng, Baocheng" userId="b4253f3e-c40b-4a70-8207-93818653a34c" providerId="ADAL" clId="{3F9D5346-BFE3-4DFC-B0AD-3A2DDA701735}" dt="2023-02-27T20:56:50.476" v="343" actId="478"/>
          <ac:grpSpMkLst>
            <pc:docMk/>
            <pc:sldMk cId="0" sldId="292"/>
            <ac:grpSpMk id="8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56:46.754" v="342" actId="47"/>
        <pc:sldMkLst>
          <pc:docMk/>
          <pc:sldMk cId="0" sldId="293"/>
        </pc:sldMkLst>
      </pc:sldChg>
      <pc:sldChg chg="del">
        <pc:chgData name="Geng, Baocheng" userId="b4253f3e-c40b-4a70-8207-93818653a34c" providerId="ADAL" clId="{3F9D5346-BFE3-4DFC-B0AD-3A2DDA701735}" dt="2023-02-27T20:56:39.756" v="341" actId="47"/>
        <pc:sldMkLst>
          <pc:docMk/>
          <pc:sldMk cId="0" sldId="294"/>
        </pc:sldMkLst>
      </pc:sldChg>
      <pc:sldChg chg="addSp delSp modSp mod">
        <pc:chgData name="Geng, Baocheng" userId="b4253f3e-c40b-4a70-8207-93818653a34c" providerId="ADAL" clId="{3F9D5346-BFE3-4DFC-B0AD-3A2DDA701735}" dt="2023-02-27T20:56:22.786" v="340" actId="1076"/>
        <pc:sldMkLst>
          <pc:docMk/>
          <pc:sldMk cId="0" sldId="295"/>
        </pc:sldMkLst>
        <pc:spChg chg="del">
          <ac:chgData name="Geng, Baocheng" userId="b4253f3e-c40b-4a70-8207-93818653a34c" providerId="ADAL" clId="{3F9D5346-BFE3-4DFC-B0AD-3A2DDA701735}" dt="2023-02-27T20:56:10.943" v="336" actId="478"/>
          <ac:spMkLst>
            <pc:docMk/>
            <pc:sldMk cId="0" sldId="295"/>
            <ac:spMk id="7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0:55:56.727" v="334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0:55:53.914" v="333" actId="478"/>
          <ac:spMkLst>
            <pc:docMk/>
            <pc:sldMk cId="0" sldId="295"/>
            <ac:spMk id="21" creationId="{00000000-0000-0000-0000-000000000000}"/>
          </ac:spMkLst>
        </pc:spChg>
        <pc:grpChg chg="add del mod">
          <ac:chgData name="Geng, Baocheng" userId="b4253f3e-c40b-4a70-8207-93818653a34c" providerId="ADAL" clId="{3F9D5346-BFE3-4DFC-B0AD-3A2DDA701735}" dt="2023-02-27T20:56:01.573" v="335" actId="1076"/>
          <ac:grpSpMkLst>
            <pc:docMk/>
            <pc:sldMk cId="0" sldId="295"/>
            <ac:grpSpMk id="17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56:22.786" v="340" actId="1076"/>
          <ac:picMkLst>
            <pc:docMk/>
            <pc:sldMk cId="0" sldId="295"/>
            <ac:picMk id="25" creationId="{6055A08C-5A77-BFF0-9F10-124414058EDA}"/>
          </ac:picMkLst>
        </pc:picChg>
      </pc:sldChg>
      <pc:sldChg chg="delSp mod">
        <pc:chgData name="Geng, Baocheng" userId="b4253f3e-c40b-4a70-8207-93818653a34c" providerId="ADAL" clId="{3F9D5346-BFE3-4DFC-B0AD-3A2DDA701735}" dt="2023-02-27T20:56:55.068" v="344" actId="478"/>
        <pc:sldMkLst>
          <pc:docMk/>
          <pc:sldMk cId="0" sldId="296"/>
        </pc:sldMkLst>
        <pc:grpChg chg="del">
          <ac:chgData name="Geng, Baocheng" userId="b4253f3e-c40b-4a70-8207-93818653a34c" providerId="ADAL" clId="{3F9D5346-BFE3-4DFC-B0AD-3A2DDA701735}" dt="2023-02-27T20:56:55.068" v="344" actId="478"/>
          <ac:grpSpMkLst>
            <pc:docMk/>
            <pc:sldMk cId="0" sldId="296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20:57:22.844" v="349" actId="478"/>
        <pc:sldMkLst>
          <pc:docMk/>
          <pc:sldMk cId="0" sldId="297"/>
        </pc:sldMkLst>
        <pc:spChg chg="del">
          <ac:chgData name="Geng, Baocheng" userId="b4253f3e-c40b-4a70-8207-93818653a34c" providerId="ADAL" clId="{3F9D5346-BFE3-4DFC-B0AD-3A2DDA701735}" dt="2023-02-27T20:57:21.456" v="348" actId="478"/>
          <ac:spMkLst>
            <pc:docMk/>
            <pc:sldMk cId="0" sldId="29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7:20.242" v="347" actId="20577"/>
          <ac:spMkLst>
            <pc:docMk/>
            <pc:sldMk cId="0" sldId="297"/>
            <ac:spMk id="15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57:11.047" v="346" actId="478"/>
          <ac:grpSpMkLst>
            <pc:docMk/>
            <pc:sldMk cId="0" sldId="297"/>
            <ac:grpSpMk id="11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57:22.844" v="349" actId="478"/>
          <ac:grpSpMkLst>
            <pc:docMk/>
            <pc:sldMk cId="0" sldId="297"/>
            <ac:grpSpMk id="16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1.142" v="350" actId="478"/>
        <pc:sldMkLst>
          <pc:docMk/>
          <pc:sldMk cId="0" sldId="298"/>
        </pc:sldMkLst>
        <pc:grpChg chg="del">
          <ac:chgData name="Geng, Baocheng" userId="b4253f3e-c40b-4a70-8207-93818653a34c" providerId="ADAL" clId="{3F9D5346-BFE3-4DFC-B0AD-3A2DDA701735}" dt="2023-02-27T20:57:31.142" v="350" actId="478"/>
          <ac:grpSpMkLst>
            <pc:docMk/>
            <pc:sldMk cId="0" sldId="29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4.337" v="351" actId="478"/>
        <pc:sldMkLst>
          <pc:docMk/>
          <pc:sldMk cId="0" sldId="299"/>
        </pc:sldMkLst>
        <pc:grpChg chg="del">
          <ac:chgData name="Geng, Baocheng" userId="b4253f3e-c40b-4a70-8207-93818653a34c" providerId="ADAL" clId="{3F9D5346-BFE3-4DFC-B0AD-3A2DDA701735}" dt="2023-02-27T20:57:34.337" v="351" actId="478"/>
          <ac:grpSpMkLst>
            <pc:docMk/>
            <pc:sldMk cId="0" sldId="299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9.915" v="352" actId="478"/>
        <pc:sldMkLst>
          <pc:docMk/>
          <pc:sldMk cId="0" sldId="300"/>
        </pc:sldMkLst>
        <pc:grpChg chg="del">
          <ac:chgData name="Geng, Baocheng" userId="b4253f3e-c40b-4a70-8207-93818653a34c" providerId="ADAL" clId="{3F9D5346-BFE3-4DFC-B0AD-3A2DDA701735}" dt="2023-02-27T20:57:39.915" v="352" actId="478"/>
          <ac:grpSpMkLst>
            <pc:docMk/>
            <pc:sldMk cId="0" sldId="300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44.664" v="353" actId="478"/>
        <pc:sldMkLst>
          <pc:docMk/>
          <pc:sldMk cId="0" sldId="301"/>
        </pc:sldMkLst>
        <pc:grpChg chg="del">
          <ac:chgData name="Geng, Baocheng" userId="b4253f3e-c40b-4a70-8207-93818653a34c" providerId="ADAL" clId="{3F9D5346-BFE3-4DFC-B0AD-3A2DDA701735}" dt="2023-02-27T20:57:44.664" v="353" actId="478"/>
          <ac:grpSpMkLst>
            <pc:docMk/>
            <pc:sldMk cId="0" sldId="301"/>
            <ac:grpSpMk id="22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04:04.155" v="442" actId="13822"/>
        <pc:sldMkLst>
          <pc:docMk/>
          <pc:sldMk cId="0" sldId="302"/>
        </pc:sldMkLst>
        <pc:spChg chg="add del">
          <ac:chgData name="Geng, Baocheng" userId="b4253f3e-c40b-4a70-8207-93818653a34c" providerId="ADAL" clId="{3F9D5346-BFE3-4DFC-B0AD-3A2DDA701735}" dt="2023-02-27T20:58:37.088" v="366" actId="478"/>
          <ac:spMkLst>
            <pc:docMk/>
            <pc:sldMk cId="0" sldId="302"/>
            <ac:spMk id="11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0:59:05.134" v="370" actId="1076"/>
          <ac:spMkLst>
            <pc:docMk/>
            <pc:sldMk cId="0" sldId="302"/>
            <ac:spMk id="12" creationId="{00000000-0000-0000-0000-000000000000}"/>
          </ac:spMkLst>
        </pc:spChg>
        <pc:spChg chg="add del">
          <ac:chgData name="Geng, Baocheng" userId="b4253f3e-c40b-4a70-8207-93818653a34c" providerId="ADAL" clId="{3F9D5346-BFE3-4DFC-B0AD-3A2DDA701735}" dt="2023-02-27T20:58:15.748" v="359" actId="478"/>
          <ac:spMkLst>
            <pc:docMk/>
            <pc:sldMk cId="0" sldId="302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8:59.964" v="369" actId="1076"/>
          <ac:spMkLst>
            <pc:docMk/>
            <pc:sldMk cId="0" sldId="302"/>
            <ac:spMk id="15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4:04.155" v="442" actId="13822"/>
          <ac:spMkLst>
            <pc:docMk/>
            <pc:sldMk cId="0" sldId="302"/>
            <ac:spMk id="23" creationId="{7CD7B065-B5FE-93A0-DF88-88F6EF2FF30B}"/>
          </ac:spMkLst>
        </pc:spChg>
        <pc:grpChg chg="del">
          <ac:chgData name="Geng, Baocheng" userId="b4253f3e-c40b-4a70-8207-93818653a34c" providerId="ADAL" clId="{3F9D5346-BFE3-4DFC-B0AD-3A2DDA701735}" dt="2023-02-27T20:59:15.010" v="372" actId="478"/>
          <ac:grpSpMkLst>
            <pc:docMk/>
            <pc:sldMk cId="0" sldId="302"/>
            <ac:grpSpMk id="17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3F9D5346-BFE3-4DFC-B0AD-3A2DDA701735}" dt="2023-02-27T21:04:08.593" v="443" actId="47"/>
        <pc:sldMkLst>
          <pc:docMk/>
          <pc:sldMk cId="0" sldId="303"/>
        </pc:sldMkLst>
        <pc:spChg chg="del">
          <ac:chgData name="Geng, Baocheng" userId="b4253f3e-c40b-4a70-8207-93818653a34c" providerId="ADAL" clId="{3F9D5346-BFE3-4DFC-B0AD-3A2DDA701735}" dt="2023-02-27T20:59:53.330" v="392" actId="478"/>
          <ac:spMkLst>
            <pc:docMk/>
            <pc:sldMk cId="0" sldId="303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9:51.162" v="391" actId="1076"/>
          <ac:spMkLst>
            <pc:docMk/>
            <pc:sldMk cId="0" sldId="303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0:38.170" v="400" actId="1076"/>
          <ac:spMkLst>
            <pc:docMk/>
            <pc:sldMk cId="0" sldId="303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0:30.804" v="399" actId="20577"/>
          <ac:spMkLst>
            <pc:docMk/>
            <pc:sldMk cId="0" sldId="303"/>
            <ac:spMk id="13" creationId="{00000000-0000-0000-0000-000000000000}"/>
          </ac:spMkLst>
        </pc:spChg>
        <pc:spChg chg="add">
          <ac:chgData name="Geng, Baocheng" userId="b4253f3e-c40b-4a70-8207-93818653a34c" providerId="ADAL" clId="{3F9D5346-BFE3-4DFC-B0AD-3A2DDA701735}" dt="2023-02-27T21:00:01.899" v="393" actId="11529"/>
          <ac:spMkLst>
            <pc:docMk/>
            <pc:sldMk cId="0" sldId="303"/>
            <ac:spMk id="20" creationId="{F231C0E4-FA25-5E3E-5DF9-C6B527333D94}"/>
          </ac:spMkLst>
        </pc:spChg>
        <pc:grpChg chg="del">
          <ac:chgData name="Geng, Baocheng" userId="b4253f3e-c40b-4a70-8207-93818653a34c" providerId="ADAL" clId="{3F9D5346-BFE3-4DFC-B0AD-3A2DDA701735}" dt="2023-02-27T21:00:23.007" v="394" actId="478"/>
          <ac:grpSpMkLst>
            <pc:docMk/>
            <pc:sldMk cId="0" sldId="303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00:58.270" v="405" actId="1076"/>
          <ac:picMkLst>
            <pc:docMk/>
            <pc:sldMk cId="0" sldId="303"/>
            <ac:picMk id="21" creationId="{0A120CB1-348B-4358-F840-4DE8B6A33BA4}"/>
          </ac:picMkLst>
        </pc:picChg>
      </pc:sldChg>
      <pc:sldChg chg="del">
        <pc:chgData name="Geng, Baocheng" userId="b4253f3e-c40b-4a70-8207-93818653a34c" providerId="ADAL" clId="{3F9D5346-BFE3-4DFC-B0AD-3A2DDA701735}" dt="2023-02-27T21:04:16.894" v="444" actId="47"/>
        <pc:sldMkLst>
          <pc:docMk/>
          <pc:sldMk cId="0" sldId="304"/>
        </pc:sldMkLst>
      </pc:sldChg>
      <pc:sldChg chg="del">
        <pc:chgData name="Geng, Baocheng" userId="b4253f3e-c40b-4a70-8207-93818653a34c" providerId="ADAL" clId="{3F9D5346-BFE3-4DFC-B0AD-3A2DDA701735}" dt="2023-02-27T21:03:35.189" v="437" actId="47"/>
        <pc:sldMkLst>
          <pc:docMk/>
          <pc:sldMk cId="0" sldId="305"/>
        </pc:sldMkLst>
      </pc:sldChg>
      <pc:sldChg chg="del">
        <pc:chgData name="Geng, Baocheng" userId="b4253f3e-c40b-4a70-8207-93818653a34c" providerId="ADAL" clId="{3F9D5346-BFE3-4DFC-B0AD-3A2DDA701735}" dt="2023-02-27T21:03:30.050" v="436" actId="47"/>
        <pc:sldMkLst>
          <pc:docMk/>
          <pc:sldMk cId="0" sldId="306"/>
        </pc:sldMkLst>
      </pc:sldChg>
      <pc:sldChg chg="addSp delSp modSp mod">
        <pc:chgData name="Geng, Baocheng" userId="b4253f3e-c40b-4a70-8207-93818653a34c" providerId="ADAL" clId="{3F9D5346-BFE3-4DFC-B0AD-3A2DDA701735}" dt="2023-02-27T21:03:27.275" v="435" actId="478"/>
        <pc:sldMkLst>
          <pc:docMk/>
          <pc:sldMk cId="0" sldId="307"/>
        </pc:sldMkLst>
        <pc:spChg chg="del">
          <ac:chgData name="Geng, Baocheng" userId="b4253f3e-c40b-4a70-8207-93818653a34c" providerId="ADAL" clId="{3F9D5346-BFE3-4DFC-B0AD-3A2DDA701735}" dt="2023-02-27T21:01:22.464" v="406" actId="478"/>
          <ac:spMkLst>
            <pc:docMk/>
            <pc:sldMk cId="0" sldId="307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47.381" v="413" actId="1076"/>
          <ac:spMkLst>
            <pc:docMk/>
            <pc:sldMk cId="0" sldId="307"/>
            <ac:spMk id="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57.522" v="417" actId="20577"/>
          <ac:spMkLst>
            <pc:docMk/>
            <pc:sldMk cId="0" sldId="307"/>
            <ac:spMk id="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51.847" v="414" actId="20577"/>
          <ac:spMkLst>
            <pc:docMk/>
            <pc:sldMk cId="0" sldId="30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2:29.907" v="423" actId="1076"/>
          <ac:spMkLst>
            <pc:docMk/>
            <pc:sldMk cId="0" sldId="307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2:48.412" v="427" actId="1076"/>
          <ac:spMkLst>
            <pc:docMk/>
            <pc:sldMk cId="0" sldId="307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3:14.040" v="431" actId="1076"/>
          <ac:spMkLst>
            <pc:docMk/>
            <pc:sldMk cId="0" sldId="307"/>
            <ac:spMk id="2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3:19.133" v="432" actId="1076"/>
          <ac:spMkLst>
            <pc:docMk/>
            <pc:sldMk cId="0" sldId="307"/>
            <ac:spMk id="23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2:11.258" v="419" actId="13822"/>
          <ac:spMkLst>
            <pc:docMk/>
            <pc:sldMk cId="0" sldId="307"/>
            <ac:spMk id="35" creationId="{02A4544C-1B46-76EE-B432-CACC0FFA2C6D}"/>
          </ac:spMkLst>
        </pc:spChg>
        <pc:grpChg chg="del">
          <ac:chgData name="Geng, Baocheng" userId="b4253f3e-c40b-4a70-8207-93818653a34c" providerId="ADAL" clId="{3F9D5346-BFE3-4DFC-B0AD-3A2DDA701735}" dt="2023-02-27T21:03:27.275" v="435" actId="478"/>
          <ac:grpSpMkLst>
            <pc:docMk/>
            <pc:sldMk cId="0" sldId="307"/>
            <ac:grpSpMk id="29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02:35.892" v="424" actId="1076"/>
          <ac:picMkLst>
            <pc:docMk/>
            <pc:sldMk cId="0" sldId="307"/>
            <ac:picMk id="36" creationId="{25F38297-B429-E5E4-25D1-474068493314}"/>
          </ac:picMkLst>
        </pc:picChg>
        <pc:picChg chg="add mod">
          <ac:chgData name="Geng, Baocheng" userId="b4253f3e-c40b-4a70-8207-93818653a34c" providerId="ADAL" clId="{3F9D5346-BFE3-4DFC-B0AD-3A2DDA701735}" dt="2023-02-27T21:02:55.453" v="428" actId="1076"/>
          <ac:picMkLst>
            <pc:docMk/>
            <pc:sldMk cId="0" sldId="307"/>
            <ac:picMk id="37" creationId="{8F6088A1-3E66-BD8B-EA55-DAA931F0F89E}"/>
          </ac:picMkLst>
        </pc:picChg>
        <pc:picChg chg="add mod">
          <ac:chgData name="Geng, Baocheng" userId="b4253f3e-c40b-4a70-8207-93818653a34c" providerId="ADAL" clId="{3F9D5346-BFE3-4DFC-B0AD-3A2DDA701735}" dt="2023-02-27T21:03:04.654" v="430" actId="1076"/>
          <ac:picMkLst>
            <pc:docMk/>
            <pc:sldMk cId="0" sldId="307"/>
            <ac:picMk id="38" creationId="{CECAC624-77AF-AFA9-A21E-4BD7406B6D31}"/>
          </ac:picMkLst>
        </pc:picChg>
        <pc:picChg chg="add mod">
          <ac:chgData name="Geng, Baocheng" userId="b4253f3e-c40b-4a70-8207-93818653a34c" providerId="ADAL" clId="{3F9D5346-BFE3-4DFC-B0AD-3A2DDA701735}" dt="2023-02-27T21:03:23.260" v="434" actId="1076"/>
          <ac:picMkLst>
            <pc:docMk/>
            <pc:sldMk cId="0" sldId="307"/>
            <ac:picMk id="39" creationId="{0F3F430F-9938-E2ED-8C8D-67D3B5A140A4}"/>
          </ac:picMkLst>
        </pc:picChg>
      </pc:sldChg>
      <pc:sldChg chg="addSp delSp modSp mod">
        <pc:chgData name="Geng, Baocheng" userId="b4253f3e-c40b-4a70-8207-93818653a34c" providerId="ADAL" clId="{3F9D5346-BFE3-4DFC-B0AD-3A2DDA701735}" dt="2023-02-27T21:04:52.152" v="452" actId="20577"/>
        <pc:sldMkLst>
          <pc:docMk/>
          <pc:sldMk cId="0" sldId="308"/>
        </pc:sldMkLst>
        <pc:spChg chg="del">
          <ac:chgData name="Geng, Baocheng" userId="b4253f3e-c40b-4a70-8207-93818653a34c" providerId="ADAL" clId="{3F9D5346-BFE3-4DFC-B0AD-3A2DDA701735}" dt="2023-02-27T21:04:27.502" v="445" actId="478"/>
          <ac:spMkLst>
            <pc:docMk/>
            <pc:sldMk cId="0" sldId="308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4:29.585" v="446" actId="478"/>
          <ac:spMkLst>
            <pc:docMk/>
            <pc:sldMk cId="0" sldId="308"/>
            <ac:spMk id="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4:52.152" v="452" actId="20577"/>
          <ac:spMkLst>
            <pc:docMk/>
            <pc:sldMk cId="0" sldId="308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4:49.698" v="451" actId="20577"/>
          <ac:spMkLst>
            <pc:docMk/>
            <pc:sldMk cId="0" sldId="308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4:44.677" v="449" actId="478"/>
          <ac:spMkLst>
            <pc:docMk/>
            <pc:sldMk cId="0" sldId="308"/>
            <ac:spMk id="14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4:41.526" v="448" actId="13822"/>
          <ac:spMkLst>
            <pc:docMk/>
            <pc:sldMk cId="0" sldId="308"/>
            <ac:spMk id="21" creationId="{48A33EF3-89CF-9AA0-1809-4BB7896F72A3}"/>
          </ac:spMkLst>
        </pc:spChg>
        <pc:grpChg chg="del">
          <ac:chgData name="Geng, Baocheng" userId="b4253f3e-c40b-4a70-8207-93818653a34c" providerId="ADAL" clId="{3F9D5346-BFE3-4DFC-B0AD-3A2DDA701735}" dt="2023-02-27T21:04:45.970" v="450" actId="478"/>
          <ac:grpSpMkLst>
            <pc:docMk/>
            <pc:sldMk cId="0" sldId="308"/>
            <ac:grpSpMk id="15" creationId="{00000000-0000-0000-0000-000000000000}"/>
          </ac:grpSpMkLst>
        </pc:grpChg>
      </pc:sldChg>
      <pc:sldChg chg="modSp del mod">
        <pc:chgData name="Geng, Baocheng" userId="b4253f3e-c40b-4a70-8207-93818653a34c" providerId="ADAL" clId="{3F9D5346-BFE3-4DFC-B0AD-3A2DDA701735}" dt="2023-02-27T21:05:08.566" v="454" actId="47"/>
        <pc:sldMkLst>
          <pc:docMk/>
          <pc:sldMk cId="0" sldId="309"/>
        </pc:sldMkLst>
        <pc:spChg chg="mod">
          <ac:chgData name="Geng, Baocheng" userId="b4253f3e-c40b-4a70-8207-93818653a34c" providerId="ADAL" clId="{3F9D5346-BFE3-4DFC-B0AD-3A2DDA701735}" dt="2023-02-27T21:05:00.821" v="453" actId="1076"/>
          <ac:spMkLst>
            <pc:docMk/>
            <pc:sldMk cId="0" sldId="309"/>
            <ac:spMk id="19" creationId="{00000000-0000-0000-0000-000000000000}"/>
          </ac:spMkLst>
        </pc:spChg>
      </pc:sldChg>
      <pc:sldChg chg="addSp delSp modSp mod">
        <pc:chgData name="Geng, Baocheng" userId="b4253f3e-c40b-4a70-8207-93818653a34c" providerId="ADAL" clId="{3F9D5346-BFE3-4DFC-B0AD-3A2DDA701735}" dt="2023-02-27T21:35:48.455" v="801" actId="1076"/>
        <pc:sldMkLst>
          <pc:docMk/>
          <pc:sldMk cId="0" sldId="310"/>
        </pc:sldMkLst>
        <pc:spChg chg="del mod">
          <ac:chgData name="Geng, Baocheng" userId="b4253f3e-c40b-4a70-8207-93818653a34c" providerId="ADAL" clId="{3F9D5346-BFE3-4DFC-B0AD-3A2DDA701735}" dt="2023-02-27T21:35:22.376" v="795" actId="478"/>
          <ac:spMkLst>
            <pc:docMk/>
            <pc:sldMk cId="0" sldId="310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5:20.299" v="794" actId="20577"/>
          <ac:spMkLst>
            <pc:docMk/>
            <pc:sldMk cId="0" sldId="310"/>
            <ac:spMk id="4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1:35:48.455" v="801" actId="1076"/>
          <ac:spMkLst>
            <pc:docMk/>
            <pc:sldMk cId="0" sldId="310"/>
            <ac:spMk id="9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1:05:11.205" v="456" actId="478"/>
          <ac:grpSpMkLst>
            <pc:docMk/>
            <pc:sldMk cId="0" sldId="31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05:13.840" v="457" actId="478"/>
          <ac:grpSpMkLst>
            <pc:docMk/>
            <pc:sldMk cId="0" sldId="310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21:36:18.480" v="806" actId="1076"/>
        <pc:sldMkLst>
          <pc:docMk/>
          <pc:sldMk cId="0" sldId="311"/>
        </pc:sldMkLst>
        <pc:spChg chg="del">
          <ac:chgData name="Geng, Baocheng" userId="b4253f3e-c40b-4a70-8207-93818653a34c" providerId="ADAL" clId="{3F9D5346-BFE3-4DFC-B0AD-3A2DDA701735}" dt="2023-02-27T21:36:07.213" v="803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36:06.494" v="802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0.242" v="804" actId="1076"/>
          <ac:spMkLst>
            <pc:docMk/>
            <pc:sldMk cId="0" sldId="311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8.480" v="806" actId="1076"/>
          <ac:spMkLst>
            <pc:docMk/>
            <pc:sldMk cId="0" sldId="311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3.705" v="805" actId="1076"/>
          <ac:spMkLst>
            <pc:docMk/>
            <pc:sldMk cId="0" sldId="311"/>
            <ac:spMk id="11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1:05:16.358" v="459" actId="478"/>
          <ac:grpSpMkLst>
            <pc:docMk/>
            <pc:sldMk cId="0" sldId="31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05:17.757" v="460" actId="478"/>
          <ac:grpSpMkLst>
            <pc:docMk/>
            <pc:sldMk cId="0" sldId="311"/>
            <ac:grpSpMk id="12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34:35.829" v="784" actId="47"/>
        <pc:sldMkLst>
          <pc:docMk/>
          <pc:sldMk cId="0" sldId="312"/>
        </pc:sldMkLst>
      </pc:sldChg>
      <pc:sldChg chg="delSp modSp mod">
        <pc:chgData name="Geng, Baocheng" userId="b4253f3e-c40b-4a70-8207-93818653a34c" providerId="ADAL" clId="{3F9D5346-BFE3-4DFC-B0AD-3A2DDA701735}" dt="2023-02-27T21:34:43.228" v="788" actId="1076"/>
        <pc:sldMkLst>
          <pc:docMk/>
          <pc:sldMk cId="0" sldId="313"/>
        </pc:sldMkLst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3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0:54:38.619" v="317" actId="478"/>
          <ac:grpSpMkLst>
            <pc:docMk/>
            <pc:sldMk cId="0" sldId="313"/>
            <ac:grpSpMk id="14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21:09:44.252" v="510" actId="478"/>
          <ac:picMkLst>
            <pc:docMk/>
            <pc:sldMk cId="0" sldId="313"/>
            <ac:picMk id="21" creationId="{685CBB27-670C-9193-8C73-86705421DDDB}"/>
          </ac:picMkLst>
        </pc:picChg>
        <pc:picChg chg="mod ord replST">
          <ac:chgData name="Geng, Baocheng" userId="b4253f3e-c40b-4a70-8207-93818653a34c" providerId="ADAL" clId="{3F9D5346-BFE3-4DFC-B0AD-3A2DDA701735}" dt="2023-02-27T21:34:43.228" v="788" actId="1076"/>
          <ac:picMkLst>
            <pc:docMk/>
            <pc:sldMk cId="0" sldId="313"/>
            <ac:picMk id="23" creationId="{3F6A6319-0F6F-3DDC-F131-55CF31BF7899}"/>
          </ac:picMkLst>
        </pc:picChg>
      </pc:sldChg>
      <pc:sldChg chg="del">
        <pc:chgData name="Geng, Baocheng" userId="b4253f3e-c40b-4a70-8207-93818653a34c" providerId="ADAL" clId="{3F9D5346-BFE3-4DFC-B0AD-3A2DDA701735}" dt="2023-02-27T21:34:28.424" v="783" actId="47"/>
        <pc:sldMkLst>
          <pc:docMk/>
          <pc:sldMk cId="0" sldId="314"/>
        </pc:sldMkLst>
      </pc:sldChg>
      <pc:sldChg chg="addSp delSp modSp mod">
        <pc:chgData name="Geng, Baocheng" userId="b4253f3e-c40b-4a70-8207-93818653a34c" providerId="ADAL" clId="{3F9D5346-BFE3-4DFC-B0AD-3A2DDA701735}" dt="2023-02-27T21:14:00.989" v="648" actId="962"/>
        <pc:sldMkLst>
          <pc:docMk/>
          <pc:sldMk cId="0" sldId="315"/>
        </pc:sldMkLst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5.714" v="583" actId="478"/>
          <ac:spMkLst>
            <pc:docMk/>
            <pc:sldMk cId="0" sldId="315"/>
            <ac:spMk id="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10:56.230" v="553"/>
          <ac:spMkLst>
            <pc:docMk/>
            <pc:sldMk cId="0" sldId="315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50.899" v="589" actId="478"/>
          <ac:spMkLst>
            <pc:docMk/>
            <pc:sldMk cId="0" sldId="315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48.487" v="588" actId="478"/>
          <ac:spMkLst>
            <pc:docMk/>
            <pc:sldMk cId="0" sldId="315"/>
            <ac:spMk id="11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10:56.231" v="554"/>
          <ac:spMkLst>
            <pc:docMk/>
            <pc:sldMk cId="0" sldId="315"/>
            <ac:spMk id="18" creationId="{21EDCAF5-B905-88EA-60C7-3410E23E2A37}"/>
          </ac:spMkLst>
        </pc:spChg>
        <pc:grpChg chg="del">
          <ac:chgData name="Geng, Baocheng" userId="b4253f3e-c40b-4a70-8207-93818653a34c" providerId="ADAL" clId="{3F9D5346-BFE3-4DFC-B0AD-3A2DDA701735}" dt="2023-02-27T21:10:25.175" v="530" actId="478"/>
          <ac:grpSpMkLst>
            <pc:docMk/>
            <pc:sldMk cId="0" sldId="315"/>
            <ac:grpSpMk id="12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21:11:32.616" v="580" actId="478"/>
          <ac:picMkLst>
            <pc:docMk/>
            <pc:sldMk cId="0" sldId="315"/>
            <ac:picMk id="20" creationId="{559F0770-9B04-5D22-CF47-F93E9E4ED8B5}"/>
          </ac:picMkLst>
        </pc:picChg>
        <pc:picChg chg="del mod ord replST">
          <ac:chgData name="Geng, Baocheng" userId="b4253f3e-c40b-4a70-8207-93818653a34c" providerId="ADAL" clId="{3F9D5346-BFE3-4DFC-B0AD-3A2DDA701735}" dt="2023-02-27T21:14:00.988" v="646" actId="478"/>
          <ac:picMkLst>
            <pc:docMk/>
            <pc:sldMk cId="0" sldId="315"/>
            <ac:picMk id="22" creationId="{32700B4D-B866-11AB-D45F-02834E43D7A5}"/>
          </ac:picMkLst>
        </pc:picChg>
        <pc:picChg chg="mod replST">
          <ac:chgData name="Geng, Baocheng" userId="b4253f3e-c40b-4a70-8207-93818653a34c" providerId="ADAL" clId="{3F9D5346-BFE3-4DFC-B0AD-3A2DDA701735}" dt="2023-02-27T21:13:47.528" v="618" actId="1076"/>
          <ac:picMkLst>
            <pc:docMk/>
            <pc:sldMk cId="0" sldId="315"/>
            <ac:picMk id="24" creationId="{5A8037F0-E561-F43D-62B8-7C9F6DC585CF}"/>
          </ac:picMkLst>
        </pc:picChg>
        <pc:picChg chg="mod ord replST">
          <ac:chgData name="Geng, Baocheng" userId="b4253f3e-c40b-4a70-8207-93818653a34c" providerId="ADAL" clId="{3F9D5346-BFE3-4DFC-B0AD-3A2DDA701735}" dt="2023-02-27T21:14:00.989" v="648" actId="962"/>
          <ac:picMkLst>
            <pc:docMk/>
            <pc:sldMk cId="0" sldId="315"/>
            <ac:picMk id="26" creationId="{990EC5E4-D2D9-7091-8BFE-FAE774CC356E}"/>
          </ac:picMkLst>
        </pc:picChg>
      </pc:sldChg>
      <pc:sldChg chg="del">
        <pc:chgData name="Geng, Baocheng" userId="b4253f3e-c40b-4a70-8207-93818653a34c" providerId="ADAL" clId="{3F9D5346-BFE3-4DFC-B0AD-3A2DDA701735}" dt="2023-02-27T21:34:16.703" v="782" actId="47"/>
        <pc:sldMkLst>
          <pc:docMk/>
          <pc:sldMk cId="0" sldId="316"/>
        </pc:sldMkLst>
      </pc:sldChg>
      <pc:sldChg chg="del">
        <pc:chgData name="Geng, Baocheng" userId="b4253f3e-c40b-4a70-8207-93818653a34c" providerId="ADAL" clId="{3F9D5346-BFE3-4DFC-B0AD-3A2DDA701735}" dt="2023-02-27T21:34:15.061" v="781" actId="47"/>
        <pc:sldMkLst>
          <pc:docMk/>
          <pc:sldMk cId="0" sldId="317"/>
        </pc:sldMkLst>
      </pc:sldChg>
      <pc:sldChg chg="delSp del mod">
        <pc:chgData name="Geng, Baocheng" userId="b4253f3e-c40b-4a70-8207-93818653a34c" providerId="ADAL" clId="{3F9D5346-BFE3-4DFC-B0AD-3A2DDA701735}" dt="2023-02-27T21:34:14.054" v="780" actId="47"/>
        <pc:sldMkLst>
          <pc:docMk/>
          <pc:sldMk cId="0" sldId="318"/>
        </pc:sldMkLst>
        <pc:grpChg chg="del">
          <ac:chgData name="Geng, Baocheng" userId="b4253f3e-c40b-4a70-8207-93818653a34c" providerId="ADAL" clId="{3F9D5346-BFE3-4DFC-B0AD-3A2DDA701735}" dt="2023-02-27T21:34:04.233" v="778" actId="478"/>
          <ac:grpSpMkLst>
            <pc:docMk/>
            <pc:sldMk cId="0" sldId="318"/>
            <ac:grpSpMk id="21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34:12.843" v="779" actId="47"/>
        <pc:sldMkLst>
          <pc:docMk/>
          <pc:sldMk cId="0" sldId="319"/>
        </pc:sldMkLst>
        <pc:grpChg chg="del">
          <ac:chgData name="Geng, Baocheng" userId="b4253f3e-c40b-4a70-8207-93818653a34c" providerId="ADAL" clId="{3F9D5346-BFE3-4DFC-B0AD-3A2DDA701735}" dt="2023-02-27T21:34:00.800" v="777" actId="478"/>
          <ac:grpSpMkLst>
            <pc:docMk/>
            <pc:sldMk cId="0" sldId="319"/>
            <ac:grpSpMk id="23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15:40.906" v="656" actId="1076"/>
        <pc:sldMkLst>
          <pc:docMk/>
          <pc:sldMk cId="0" sldId="320"/>
        </pc:sldMkLst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6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5:39.635" v="655" actId="478"/>
          <ac:grpSpMkLst>
            <pc:docMk/>
            <pc:sldMk cId="0" sldId="320"/>
            <ac:grpSpMk id="27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5:40.906" v="656" actId="1076"/>
          <ac:picMkLst>
            <pc:docMk/>
            <pc:sldMk cId="0" sldId="320"/>
            <ac:picMk id="34" creationId="{659C30CE-5B41-2144-887D-643A9AB397F3}"/>
          </ac:picMkLst>
        </pc:picChg>
      </pc:sldChg>
      <pc:sldChg chg="del">
        <pc:chgData name="Geng, Baocheng" userId="b4253f3e-c40b-4a70-8207-93818653a34c" providerId="ADAL" clId="{3F9D5346-BFE3-4DFC-B0AD-3A2DDA701735}" dt="2023-02-27T21:16:06.473" v="657" actId="47"/>
        <pc:sldMkLst>
          <pc:docMk/>
          <pc:sldMk cId="0" sldId="321"/>
        </pc:sldMkLst>
      </pc:sldChg>
      <pc:sldChg chg="del">
        <pc:chgData name="Geng, Baocheng" userId="b4253f3e-c40b-4a70-8207-93818653a34c" providerId="ADAL" clId="{3F9D5346-BFE3-4DFC-B0AD-3A2DDA701735}" dt="2023-02-27T21:16:07.870" v="658" actId="47"/>
        <pc:sldMkLst>
          <pc:docMk/>
          <pc:sldMk cId="0" sldId="322"/>
        </pc:sldMkLst>
      </pc:sldChg>
      <pc:sldChg chg="del">
        <pc:chgData name="Geng, Baocheng" userId="b4253f3e-c40b-4a70-8207-93818653a34c" providerId="ADAL" clId="{3F9D5346-BFE3-4DFC-B0AD-3A2DDA701735}" dt="2023-02-27T21:16:09.963" v="659" actId="47"/>
        <pc:sldMkLst>
          <pc:docMk/>
          <pc:sldMk cId="0" sldId="323"/>
        </pc:sldMkLst>
      </pc:sldChg>
      <pc:sldChg chg="del">
        <pc:chgData name="Geng, Baocheng" userId="b4253f3e-c40b-4a70-8207-93818653a34c" providerId="ADAL" clId="{3F9D5346-BFE3-4DFC-B0AD-3A2DDA701735}" dt="2023-02-27T21:16:11.368" v="660" actId="47"/>
        <pc:sldMkLst>
          <pc:docMk/>
          <pc:sldMk cId="0" sldId="324"/>
        </pc:sldMkLst>
      </pc:sldChg>
      <pc:sldChg chg="addSp delSp modSp mod">
        <pc:chgData name="Geng, Baocheng" userId="b4253f3e-c40b-4a70-8207-93818653a34c" providerId="ADAL" clId="{3F9D5346-BFE3-4DFC-B0AD-3A2DDA701735}" dt="2023-02-27T21:17:36.988" v="669" actId="1076"/>
        <pc:sldMkLst>
          <pc:docMk/>
          <pc:sldMk cId="0" sldId="325"/>
        </pc:sldMkLst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16:34.810" v="663" actId="1076"/>
          <ac:spMkLst>
            <pc:docMk/>
            <pc:sldMk cId="0" sldId="325"/>
            <ac:spMk id="3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6:15.830" v="661" actId="478"/>
          <ac:grpSpMkLst>
            <pc:docMk/>
            <pc:sldMk cId="0" sldId="325"/>
            <ac:grpSpMk id="34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7:36.988" v="669" actId="1076"/>
          <ac:picMkLst>
            <pc:docMk/>
            <pc:sldMk cId="0" sldId="325"/>
            <ac:picMk id="41" creationId="{111803C1-E141-0BF8-64D0-487DFC1C6045}"/>
          </ac:picMkLst>
        </pc:picChg>
      </pc:sldChg>
      <pc:sldChg chg="del">
        <pc:chgData name="Geng, Baocheng" userId="b4253f3e-c40b-4a70-8207-93818653a34c" providerId="ADAL" clId="{3F9D5346-BFE3-4DFC-B0AD-3A2DDA701735}" dt="2023-02-27T21:46:28.979" v="874" actId="47"/>
        <pc:sldMkLst>
          <pc:docMk/>
          <pc:sldMk cId="0" sldId="326"/>
        </pc:sldMkLst>
      </pc:sldChg>
      <pc:sldChg chg="del">
        <pc:chgData name="Geng, Baocheng" userId="b4253f3e-c40b-4a70-8207-93818653a34c" providerId="ADAL" clId="{3F9D5346-BFE3-4DFC-B0AD-3A2DDA701735}" dt="2023-02-27T21:46:28.025" v="873" actId="47"/>
        <pc:sldMkLst>
          <pc:docMk/>
          <pc:sldMk cId="0" sldId="327"/>
        </pc:sldMkLst>
      </pc:sldChg>
      <pc:sldChg chg="delSp del mod">
        <pc:chgData name="Geng, Baocheng" userId="b4253f3e-c40b-4a70-8207-93818653a34c" providerId="ADAL" clId="{3F9D5346-BFE3-4DFC-B0AD-3A2DDA701735}" dt="2023-02-27T21:46:26.896" v="872" actId="47"/>
        <pc:sldMkLst>
          <pc:docMk/>
          <pc:sldMk cId="0" sldId="328"/>
        </pc:sldMkLst>
        <pc:grpChg chg="del">
          <ac:chgData name="Geng, Baocheng" userId="b4253f3e-c40b-4a70-8207-93818653a34c" providerId="ADAL" clId="{3F9D5346-BFE3-4DFC-B0AD-3A2DDA701735}" dt="2023-02-27T21:46:20.691" v="871" actId="478"/>
          <ac:grpSpMkLst>
            <pc:docMk/>
            <pc:sldMk cId="0" sldId="328"/>
            <ac:grpSpMk id="37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19:11.929" v="680" actId="1076"/>
        <pc:sldMkLst>
          <pc:docMk/>
          <pc:sldMk cId="0" sldId="329"/>
        </pc:sldMkLst>
        <pc:spChg chg="del">
          <ac:chgData name="Geng, Baocheng" userId="b4253f3e-c40b-4a70-8207-93818653a34c" providerId="ADAL" clId="{3F9D5346-BFE3-4DFC-B0AD-3A2DDA701735}" dt="2023-02-27T21:18:44.561" v="673" actId="478"/>
          <ac:spMkLst>
            <pc:docMk/>
            <pc:sldMk cId="0" sldId="329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9:09.385" v="679" actId="478"/>
          <ac:spMkLst>
            <pc:docMk/>
            <pc:sldMk cId="0" sldId="329"/>
            <ac:spMk id="45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8:38.729" v="671" actId="478"/>
          <ac:grpSpMkLst>
            <pc:docMk/>
            <pc:sldMk cId="0" sldId="329"/>
            <ac:grpSpMk id="40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9:11.929" v="680" actId="1076"/>
          <ac:picMkLst>
            <pc:docMk/>
            <pc:sldMk cId="0" sldId="329"/>
            <ac:picMk id="47" creationId="{7FD67228-C560-663C-7A24-B164022E7BEC}"/>
          </ac:picMkLst>
        </pc:picChg>
      </pc:sldChg>
      <pc:sldChg chg="delSp del mod">
        <pc:chgData name="Geng, Baocheng" userId="b4253f3e-c40b-4a70-8207-93818653a34c" providerId="ADAL" clId="{3F9D5346-BFE3-4DFC-B0AD-3A2DDA701735}" dt="2023-02-27T21:19:28.365" v="681" actId="47"/>
        <pc:sldMkLst>
          <pc:docMk/>
          <pc:sldMk cId="0" sldId="330"/>
        </pc:sldMkLst>
        <pc:grpChg chg="del">
          <ac:chgData name="Geng, Baocheng" userId="b4253f3e-c40b-4a70-8207-93818653a34c" providerId="ADAL" clId="{3F9D5346-BFE3-4DFC-B0AD-3A2DDA701735}" dt="2023-02-27T21:17:59.683" v="670" actId="478"/>
          <ac:grpSpMkLst>
            <pc:docMk/>
            <pc:sldMk cId="0" sldId="33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19:29.452" v="682" actId="47"/>
        <pc:sldMkLst>
          <pc:docMk/>
          <pc:sldMk cId="0" sldId="331"/>
        </pc:sldMkLst>
      </pc:sldChg>
      <pc:sldChg chg="del">
        <pc:chgData name="Geng, Baocheng" userId="b4253f3e-c40b-4a70-8207-93818653a34c" providerId="ADAL" clId="{3F9D5346-BFE3-4DFC-B0AD-3A2DDA701735}" dt="2023-02-27T21:19:30.583" v="683" actId="47"/>
        <pc:sldMkLst>
          <pc:docMk/>
          <pc:sldMk cId="0" sldId="332"/>
        </pc:sldMkLst>
      </pc:sldChg>
      <pc:sldChg chg="del">
        <pc:chgData name="Geng, Baocheng" userId="b4253f3e-c40b-4a70-8207-93818653a34c" providerId="ADAL" clId="{3F9D5346-BFE3-4DFC-B0AD-3A2DDA701735}" dt="2023-02-27T21:19:31.753" v="684" actId="47"/>
        <pc:sldMkLst>
          <pc:docMk/>
          <pc:sldMk cId="0" sldId="333"/>
        </pc:sldMkLst>
      </pc:sldChg>
      <pc:sldChg chg="del">
        <pc:chgData name="Geng, Baocheng" userId="b4253f3e-c40b-4a70-8207-93818653a34c" providerId="ADAL" clId="{3F9D5346-BFE3-4DFC-B0AD-3A2DDA701735}" dt="2023-02-27T21:19:33.148" v="685" actId="47"/>
        <pc:sldMkLst>
          <pc:docMk/>
          <pc:sldMk cId="0" sldId="334"/>
        </pc:sldMkLst>
      </pc:sldChg>
      <pc:sldChg chg="delSp mod">
        <pc:chgData name="Geng, Baocheng" userId="b4253f3e-c40b-4a70-8207-93818653a34c" providerId="ADAL" clId="{3F9D5346-BFE3-4DFC-B0AD-3A2DDA701735}" dt="2023-02-27T21:19:36.623" v="686" actId="478"/>
        <pc:sldMkLst>
          <pc:docMk/>
          <pc:sldMk cId="0" sldId="335"/>
        </pc:sldMkLst>
        <pc:grpChg chg="del">
          <ac:chgData name="Geng, Baocheng" userId="b4253f3e-c40b-4a70-8207-93818653a34c" providerId="ADAL" clId="{3F9D5346-BFE3-4DFC-B0AD-3A2DDA701735}" dt="2023-02-27T21:19:36.623" v="686" actId="478"/>
          <ac:grpSpMkLst>
            <pc:docMk/>
            <pc:sldMk cId="0" sldId="335"/>
            <ac:grpSpMk id="32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1:19:39.957" v="687" actId="478"/>
        <pc:sldMkLst>
          <pc:docMk/>
          <pc:sldMk cId="0" sldId="336"/>
        </pc:sldMkLst>
        <pc:grpChg chg="del">
          <ac:chgData name="Geng, Baocheng" userId="b4253f3e-c40b-4a70-8207-93818653a34c" providerId="ADAL" clId="{3F9D5346-BFE3-4DFC-B0AD-3A2DDA701735}" dt="2023-02-27T21:19:39.957" v="687" actId="478"/>
          <ac:grpSpMkLst>
            <pc:docMk/>
            <pc:sldMk cId="0" sldId="336"/>
            <ac:grpSpMk id="9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31:12.447" v="750" actId="47"/>
        <pc:sldMkLst>
          <pc:docMk/>
          <pc:sldMk cId="0" sldId="337"/>
        </pc:sldMkLst>
        <pc:grpChg chg="del">
          <ac:chgData name="Geng, Baocheng" userId="b4253f3e-c40b-4a70-8207-93818653a34c" providerId="ADAL" clId="{3F9D5346-BFE3-4DFC-B0AD-3A2DDA701735}" dt="2023-02-27T21:21:04.059" v="688" actId="478"/>
          <ac:grpSpMkLst>
            <pc:docMk/>
            <pc:sldMk cId="0" sldId="337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31:14.094" v="751" actId="47"/>
        <pc:sldMkLst>
          <pc:docMk/>
          <pc:sldMk cId="0" sldId="338"/>
        </pc:sldMkLst>
      </pc:sldChg>
      <pc:sldChg chg="del">
        <pc:chgData name="Geng, Baocheng" userId="b4253f3e-c40b-4a70-8207-93818653a34c" providerId="ADAL" clId="{3F9D5346-BFE3-4DFC-B0AD-3A2DDA701735}" dt="2023-02-27T21:31:15.471" v="752" actId="47"/>
        <pc:sldMkLst>
          <pc:docMk/>
          <pc:sldMk cId="0" sldId="339"/>
        </pc:sldMkLst>
      </pc:sldChg>
      <pc:sldChg chg="del">
        <pc:chgData name="Geng, Baocheng" userId="b4253f3e-c40b-4a70-8207-93818653a34c" providerId="ADAL" clId="{3F9D5346-BFE3-4DFC-B0AD-3A2DDA701735}" dt="2023-02-27T21:31:16.906" v="753" actId="47"/>
        <pc:sldMkLst>
          <pc:docMk/>
          <pc:sldMk cId="0" sldId="340"/>
        </pc:sldMkLst>
      </pc:sldChg>
      <pc:sldChg chg="addSp delSp modSp mod">
        <pc:chgData name="Geng, Baocheng" userId="b4253f3e-c40b-4a70-8207-93818653a34c" providerId="ADAL" clId="{3F9D5346-BFE3-4DFC-B0AD-3A2DDA701735}" dt="2023-02-27T21:31:35.127" v="759" actId="14100"/>
        <pc:sldMkLst>
          <pc:docMk/>
          <pc:sldMk cId="0" sldId="341"/>
        </pc:sldMkLst>
        <pc:spChg chg="mod">
          <ac:chgData name="Geng, Baocheng" userId="b4253f3e-c40b-4a70-8207-93818653a34c" providerId="ADAL" clId="{3F9D5346-BFE3-4DFC-B0AD-3A2DDA701735}" dt="2023-02-27T21:31:23.316" v="756" actId="1076"/>
          <ac:spMkLst>
            <pc:docMk/>
            <pc:sldMk cId="0" sldId="341"/>
            <ac:spMk id="8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30:56.769" v="749" actId="478"/>
          <ac:grpSpMkLst>
            <pc:docMk/>
            <pc:sldMk cId="0" sldId="341"/>
            <ac:grpSpMk id="9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31:35.127" v="759" actId="14100"/>
          <ac:picMkLst>
            <pc:docMk/>
            <pc:sldMk cId="0" sldId="341"/>
            <ac:picMk id="15" creationId="{F0BD2746-EB4E-B57F-A644-675A033BAB93}"/>
          </ac:picMkLst>
        </pc:picChg>
      </pc:sldChg>
      <pc:sldChg chg="addSp delSp modSp mod">
        <pc:chgData name="Geng, Baocheng" userId="b4253f3e-c40b-4a70-8207-93818653a34c" providerId="ADAL" clId="{3F9D5346-BFE3-4DFC-B0AD-3A2DDA701735}" dt="2023-02-27T21:30:47.582" v="748" actId="1076"/>
        <pc:sldMkLst>
          <pc:docMk/>
          <pc:sldMk cId="0" sldId="342"/>
        </pc:sldMkLst>
        <pc:spChg chg="mod">
          <ac:chgData name="Geng, Baocheng" userId="b4253f3e-c40b-4a70-8207-93818653a34c" providerId="ADAL" clId="{3F9D5346-BFE3-4DFC-B0AD-3A2DDA701735}" dt="2023-02-27T21:26:16.651" v="692" actId="20577"/>
          <ac:spMkLst>
            <pc:docMk/>
            <pc:sldMk cId="0" sldId="342"/>
            <ac:spMk id="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7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26:21.289" v="694" actId="478"/>
          <ac:grpSpMkLst>
            <pc:docMk/>
            <pc:sldMk cId="0" sldId="342"/>
            <ac:grpSpMk id="8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30:45.015" v="746" actId="1076"/>
          <ac:picMkLst>
            <pc:docMk/>
            <pc:sldMk cId="0" sldId="342"/>
            <ac:picMk id="15" creationId="{D332364F-039B-543F-4B0B-C34062A29A8C}"/>
          </ac:picMkLst>
        </pc:picChg>
        <pc:picChg chg="add mod">
          <ac:chgData name="Geng, Baocheng" userId="b4253f3e-c40b-4a70-8207-93818653a34c" providerId="ADAL" clId="{3F9D5346-BFE3-4DFC-B0AD-3A2DDA701735}" dt="2023-02-27T21:30:46.103" v="747" actId="1076"/>
          <ac:picMkLst>
            <pc:docMk/>
            <pc:sldMk cId="0" sldId="342"/>
            <ac:picMk id="17" creationId="{9CA31EB6-14B7-480F-EA9F-9D1D0DFF5C53}"/>
          </ac:picMkLst>
        </pc:picChg>
        <pc:picChg chg="add mod">
          <ac:chgData name="Geng, Baocheng" userId="b4253f3e-c40b-4a70-8207-93818653a34c" providerId="ADAL" clId="{3F9D5346-BFE3-4DFC-B0AD-3A2DDA701735}" dt="2023-02-27T21:30:47.582" v="748" actId="1076"/>
          <ac:picMkLst>
            <pc:docMk/>
            <pc:sldMk cId="0" sldId="342"/>
            <ac:picMk id="19" creationId="{BF05CDD2-58A7-A20E-35B4-7E919C419EEE}"/>
          </ac:picMkLst>
        </pc:picChg>
      </pc:sldChg>
      <pc:sldChg chg="del">
        <pc:chgData name="Geng, Baocheng" userId="b4253f3e-c40b-4a70-8207-93818653a34c" providerId="ADAL" clId="{3F9D5346-BFE3-4DFC-B0AD-3A2DDA701735}" dt="2023-02-27T21:33:39.243" v="760" actId="47"/>
        <pc:sldMkLst>
          <pc:docMk/>
          <pc:sldMk cId="0" sldId="343"/>
        </pc:sldMkLst>
      </pc:sldChg>
      <pc:sldChg chg="del">
        <pc:chgData name="Geng, Baocheng" userId="b4253f3e-c40b-4a70-8207-93818653a34c" providerId="ADAL" clId="{3F9D5346-BFE3-4DFC-B0AD-3A2DDA701735}" dt="2023-02-27T21:33:40.657" v="761" actId="47"/>
        <pc:sldMkLst>
          <pc:docMk/>
          <pc:sldMk cId="0" sldId="344"/>
        </pc:sldMkLst>
      </pc:sldChg>
      <pc:sldChg chg="del">
        <pc:chgData name="Geng, Baocheng" userId="b4253f3e-c40b-4a70-8207-93818653a34c" providerId="ADAL" clId="{3F9D5346-BFE3-4DFC-B0AD-3A2DDA701735}" dt="2023-02-27T21:33:41.326" v="762" actId="47"/>
        <pc:sldMkLst>
          <pc:docMk/>
          <pc:sldMk cId="0" sldId="345"/>
        </pc:sldMkLst>
      </pc:sldChg>
      <pc:sldChg chg="del">
        <pc:chgData name="Geng, Baocheng" userId="b4253f3e-c40b-4a70-8207-93818653a34c" providerId="ADAL" clId="{3F9D5346-BFE3-4DFC-B0AD-3A2DDA701735}" dt="2023-02-27T21:33:41.861" v="763" actId="47"/>
        <pc:sldMkLst>
          <pc:docMk/>
          <pc:sldMk cId="0" sldId="346"/>
        </pc:sldMkLst>
      </pc:sldChg>
      <pc:sldChg chg="del">
        <pc:chgData name="Geng, Baocheng" userId="b4253f3e-c40b-4a70-8207-93818653a34c" providerId="ADAL" clId="{3F9D5346-BFE3-4DFC-B0AD-3A2DDA701735}" dt="2023-02-27T21:33:42.409" v="764" actId="47"/>
        <pc:sldMkLst>
          <pc:docMk/>
          <pc:sldMk cId="0" sldId="347"/>
        </pc:sldMkLst>
      </pc:sldChg>
      <pc:sldChg chg="del">
        <pc:chgData name="Geng, Baocheng" userId="b4253f3e-c40b-4a70-8207-93818653a34c" providerId="ADAL" clId="{3F9D5346-BFE3-4DFC-B0AD-3A2DDA701735}" dt="2023-02-27T21:33:43.226" v="765" actId="47"/>
        <pc:sldMkLst>
          <pc:docMk/>
          <pc:sldMk cId="0" sldId="348"/>
        </pc:sldMkLst>
      </pc:sldChg>
      <pc:sldChg chg="del">
        <pc:chgData name="Geng, Baocheng" userId="b4253f3e-c40b-4a70-8207-93818653a34c" providerId="ADAL" clId="{3F9D5346-BFE3-4DFC-B0AD-3A2DDA701735}" dt="2023-02-27T21:33:43.658" v="766" actId="47"/>
        <pc:sldMkLst>
          <pc:docMk/>
          <pc:sldMk cId="0" sldId="349"/>
        </pc:sldMkLst>
      </pc:sldChg>
      <pc:sldChg chg="del">
        <pc:chgData name="Geng, Baocheng" userId="b4253f3e-c40b-4a70-8207-93818653a34c" providerId="ADAL" clId="{3F9D5346-BFE3-4DFC-B0AD-3A2DDA701735}" dt="2023-02-27T21:33:44.111" v="767" actId="47"/>
        <pc:sldMkLst>
          <pc:docMk/>
          <pc:sldMk cId="0" sldId="350"/>
        </pc:sldMkLst>
      </pc:sldChg>
      <pc:sldChg chg="del">
        <pc:chgData name="Geng, Baocheng" userId="b4253f3e-c40b-4a70-8207-93818653a34c" providerId="ADAL" clId="{3F9D5346-BFE3-4DFC-B0AD-3A2DDA701735}" dt="2023-02-27T21:33:44.695" v="768" actId="47"/>
        <pc:sldMkLst>
          <pc:docMk/>
          <pc:sldMk cId="0" sldId="351"/>
        </pc:sldMkLst>
      </pc:sldChg>
      <pc:sldChg chg="del">
        <pc:chgData name="Geng, Baocheng" userId="b4253f3e-c40b-4a70-8207-93818653a34c" providerId="ADAL" clId="{3F9D5346-BFE3-4DFC-B0AD-3A2DDA701735}" dt="2023-02-27T21:33:45.159" v="769" actId="47"/>
        <pc:sldMkLst>
          <pc:docMk/>
          <pc:sldMk cId="0" sldId="352"/>
        </pc:sldMkLst>
      </pc:sldChg>
      <pc:sldChg chg="del">
        <pc:chgData name="Geng, Baocheng" userId="b4253f3e-c40b-4a70-8207-93818653a34c" providerId="ADAL" clId="{3F9D5346-BFE3-4DFC-B0AD-3A2DDA701735}" dt="2023-02-27T21:33:46.092" v="770" actId="47"/>
        <pc:sldMkLst>
          <pc:docMk/>
          <pc:sldMk cId="0" sldId="353"/>
        </pc:sldMkLst>
      </pc:sldChg>
      <pc:sldChg chg="del">
        <pc:chgData name="Geng, Baocheng" userId="b4253f3e-c40b-4a70-8207-93818653a34c" providerId="ADAL" clId="{3F9D5346-BFE3-4DFC-B0AD-3A2DDA701735}" dt="2023-02-27T21:33:47.292" v="771" actId="47"/>
        <pc:sldMkLst>
          <pc:docMk/>
          <pc:sldMk cId="0" sldId="354"/>
        </pc:sldMkLst>
      </pc:sldChg>
      <pc:sldChg chg="del">
        <pc:chgData name="Geng, Baocheng" userId="b4253f3e-c40b-4a70-8207-93818653a34c" providerId="ADAL" clId="{3F9D5346-BFE3-4DFC-B0AD-3A2DDA701735}" dt="2023-02-27T21:33:48.871" v="772" actId="47"/>
        <pc:sldMkLst>
          <pc:docMk/>
          <pc:sldMk cId="0" sldId="355"/>
        </pc:sldMkLst>
      </pc:sldChg>
      <pc:sldChg chg="del">
        <pc:chgData name="Geng, Baocheng" userId="b4253f3e-c40b-4a70-8207-93818653a34c" providerId="ADAL" clId="{3F9D5346-BFE3-4DFC-B0AD-3A2DDA701735}" dt="2023-02-27T21:33:49.709" v="773" actId="47"/>
        <pc:sldMkLst>
          <pc:docMk/>
          <pc:sldMk cId="0" sldId="356"/>
        </pc:sldMkLst>
      </pc:sldChg>
      <pc:sldChg chg="delSp modSp mod">
        <pc:chgData name="Geng, Baocheng" userId="b4253f3e-c40b-4a70-8207-93818653a34c" providerId="ADAL" clId="{3F9D5346-BFE3-4DFC-B0AD-3A2DDA701735}" dt="2023-02-27T21:33:54.225" v="776" actId="478"/>
        <pc:sldMkLst>
          <pc:docMk/>
          <pc:sldMk cId="0" sldId="357"/>
        </pc:sldMkLst>
        <pc:grpChg chg="del mod">
          <ac:chgData name="Geng, Baocheng" userId="b4253f3e-c40b-4a70-8207-93818653a34c" providerId="ADAL" clId="{3F9D5346-BFE3-4DFC-B0AD-3A2DDA701735}" dt="2023-02-27T21:33:53.177" v="775" actId="478"/>
          <ac:grpSpMkLst>
            <pc:docMk/>
            <pc:sldMk cId="0" sldId="35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33:54.225" v="776" actId="478"/>
          <ac:grpSpMkLst>
            <pc:docMk/>
            <pc:sldMk cId="0" sldId="357"/>
            <ac:grpSpMk id="10" creationId="{00000000-0000-0000-0000-000000000000}"/>
          </ac:grpSpMkLst>
        </pc:grpChg>
      </pc:sldChg>
      <pc:sldChg chg="add del">
        <pc:chgData name="Geng, Baocheng" userId="b4253f3e-c40b-4a70-8207-93818653a34c" providerId="ADAL" clId="{3F9D5346-BFE3-4DFC-B0AD-3A2DDA701735}" dt="2023-02-27T19:40:58.160" v="112" actId="47"/>
        <pc:sldMkLst>
          <pc:docMk/>
          <pc:sldMk cId="2400001236" sldId="358"/>
        </pc:sldMkLst>
      </pc:sldChg>
      <pc:sldChg chg="add">
        <pc:chgData name="Geng, Baocheng" userId="b4253f3e-c40b-4a70-8207-93818653a34c" providerId="ADAL" clId="{3F9D5346-BFE3-4DFC-B0AD-3A2DDA701735}" dt="2023-02-27T19:40:47.645" v="110" actId="2890"/>
        <pc:sldMkLst>
          <pc:docMk/>
          <pc:sldMk cId="1170193177" sldId="359"/>
        </pc:sldMkLst>
      </pc:sldChg>
      <pc:sldChg chg="addSp delSp modSp add mod">
        <pc:chgData name="Geng, Baocheng" userId="b4253f3e-c40b-4a70-8207-93818653a34c" providerId="ADAL" clId="{3F9D5346-BFE3-4DFC-B0AD-3A2DDA701735}" dt="2023-02-27T21:30:41.338" v="745" actId="1076"/>
        <pc:sldMkLst>
          <pc:docMk/>
          <pc:sldMk cId="2136012013" sldId="360"/>
        </pc:sldMkLst>
        <pc:spChg chg="del">
          <ac:chgData name="Geng, Baocheng" userId="b4253f3e-c40b-4a70-8207-93818653a34c" providerId="ADAL" clId="{3F9D5346-BFE3-4DFC-B0AD-3A2DDA701735}" dt="2023-02-27T21:29:57.854" v="722" actId="478"/>
          <ac:spMkLst>
            <pc:docMk/>
            <pc:sldMk cId="2136012013" sldId="360"/>
            <ac:spMk id="13" creationId="{00000000-0000-0000-0000-000000000000}"/>
          </ac:spMkLst>
        </pc:spChg>
        <pc:picChg chg="add mod">
          <ac:chgData name="Geng, Baocheng" userId="b4253f3e-c40b-4a70-8207-93818653a34c" providerId="ADAL" clId="{3F9D5346-BFE3-4DFC-B0AD-3A2DDA701735}" dt="2023-02-27T21:29:54.628" v="721" actId="1076"/>
          <ac:picMkLst>
            <pc:docMk/>
            <pc:sldMk cId="2136012013" sldId="360"/>
            <ac:picMk id="4" creationId="{6BEFA133-FA52-5D85-D477-81C404D37F94}"/>
          </ac:picMkLst>
        </pc:picChg>
        <pc:picChg chg="mod">
          <ac:chgData name="Geng, Baocheng" userId="b4253f3e-c40b-4a70-8207-93818653a34c" providerId="ADAL" clId="{3F9D5346-BFE3-4DFC-B0AD-3A2DDA701735}" dt="2023-02-27T21:30:41.338" v="745" actId="1076"/>
          <ac:picMkLst>
            <pc:docMk/>
            <pc:sldMk cId="2136012013" sldId="360"/>
            <ac:picMk id="15" creationId="{D332364F-039B-543F-4B0B-C34062A29A8C}"/>
          </ac:picMkLst>
        </pc:picChg>
        <pc:picChg chg="del">
          <ac:chgData name="Geng, Baocheng" userId="b4253f3e-c40b-4a70-8207-93818653a34c" providerId="ADAL" clId="{3F9D5346-BFE3-4DFC-B0AD-3A2DDA701735}" dt="2023-02-27T21:29:43.235" v="714" actId="478"/>
          <ac:picMkLst>
            <pc:docMk/>
            <pc:sldMk cId="2136012013" sldId="360"/>
            <ac:picMk id="17" creationId="{9CA31EB6-14B7-480F-EA9F-9D1D0DFF5C53}"/>
          </ac:picMkLst>
        </pc:picChg>
        <pc:picChg chg="del">
          <ac:chgData name="Geng, Baocheng" userId="b4253f3e-c40b-4a70-8207-93818653a34c" providerId="ADAL" clId="{3F9D5346-BFE3-4DFC-B0AD-3A2DDA701735}" dt="2023-02-27T21:29:43.887" v="715" actId="478"/>
          <ac:picMkLst>
            <pc:docMk/>
            <pc:sldMk cId="2136012013" sldId="360"/>
            <ac:picMk id="19" creationId="{BF05CDD2-58A7-A20E-35B4-7E919C419EEE}"/>
          </ac:picMkLst>
        </pc:picChg>
      </pc:sldChg>
      <pc:sldChg chg="addSp delSp modSp add mod ord">
        <pc:chgData name="Geng, Baocheng" userId="b4253f3e-c40b-4a70-8207-93818653a34c" providerId="ADAL" clId="{3F9D5346-BFE3-4DFC-B0AD-3A2DDA701735}" dt="2023-02-27T21:30:36.983" v="744" actId="1076"/>
        <pc:sldMkLst>
          <pc:docMk/>
          <pc:sldMk cId="1411334702" sldId="361"/>
        </pc:sldMkLst>
        <pc:spChg chg="del">
          <ac:chgData name="Geng, Baocheng" userId="b4253f3e-c40b-4a70-8207-93818653a34c" providerId="ADAL" clId="{3F9D5346-BFE3-4DFC-B0AD-3A2DDA701735}" dt="2023-02-27T21:30:28.622" v="740" actId="478"/>
          <ac:spMkLst>
            <pc:docMk/>
            <pc:sldMk cId="1411334702" sldId="361"/>
            <ac:spMk id="13" creationId="{00000000-0000-0000-0000-000000000000}"/>
          </ac:spMkLst>
        </pc:spChg>
        <pc:picChg chg="add mod">
          <ac:chgData name="Geng, Baocheng" userId="b4253f3e-c40b-4a70-8207-93818653a34c" providerId="ADAL" clId="{3F9D5346-BFE3-4DFC-B0AD-3A2DDA701735}" dt="2023-02-27T21:30:35.617" v="743" actId="1076"/>
          <ac:picMkLst>
            <pc:docMk/>
            <pc:sldMk cId="1411334702" sldId="361"/>
            <ac:picMk id="4" creationId="{8546FFEC-6002-2F7D-14E0-D6D758070E27}"/>
          </ac:picMkLst>
        </pc:picChg>
        <pc:picChg chg="add mod">
          <ac:chgData name="Geng, Baocheng" userId="b4253f3e-c40b-4a70-8207-93818653a34c" providerId="ADAL" clId="{3F9D5346-BFE3-4DFC-B0AD-3A2DDA701735}" dt="2023-02-27T21:30:36.983" v="744" actId="1076"/>
          <ac:picMkLst>
            <pc:docMk/>
            <pc:sldMk cId="1411334702" sldId="361"/>
            <ac:picMk id="6" creationId="{2BE131D3-B622-27BD-13AF-48D3D2AF7F38}"/>
          </ac:picMkLst>
        </pc:picChg>
        <pc:picChg chg="mod">
          <ac:chgData name="Geng, Baocheng" userId="b4253f3e-c40b-4a70-8207-93818653a34c" providerId="ADAL" clId="{3F9D5346-BFE3-4DFC-B0AD-3A2DDA701735}" dt="2023-02-27T21:30:34.397" v="742" actId="1076"/>
          <ac:picMkLst>
            <pc:docMk/>
            <pc:sldMk cId="1411334702" sldId="361"/>
            <ac:picMk id="15" creationId="{D332364F-039B-543F-4B0B-C34062A29A8C}"/>
          </ac:picMkLst>
        </pc:picChg>
        <pc:picChg chg="del">
          <ac:chgData name="Geng, Baocheng" userId="b4253f3e-c40b-4a70-8207-93818653a34c" providerId="ADAL" clId="{3F9D5346-BFE3-4DFC-B0AD-3A2DDA701735}" dt="2023-02-27T21:30:03.998" v="727" actId="478"/>
          <ac:picMkLst>
            <pc:docMk/>
            <pc:sldMk cId="1411334702" sldId="361"/>
            <ac:picMk id="17" creationId="{9CA31EB6-14B7-480F-EA9F-9D1D0DFF5C53}"/>
          </ac:picMkLst>
        </pc:picChg>
        <pc:picChg chg="del">
          <ac:chgData name="Geng, Baocheng" userId="b4253f3e-c40b-4a70-8207-93818653a34c" providerId="ADAL" clId="{3F9D5346-BFE3-4DFC-B0AD-3A2DDA701735}" dt="2023-02-27T21:30:03.495" v="726" actId="478"/>
          <ac:picMkLst>
            <pc:docMk/>
            <pc:sldMk cId="1411334702" sldId="361"/>
            <ac:picMk id="19" creationId="{BF05CDD2-58A7-A20E-35B4-7E919C419EEE}"/>
          </ac:picMkLst>
        </pc:picChg>
      </pc:sldChg>
      <pc:sldChg chg="add">
        <pc:chgData name="Geng, Baocheng" userId="b4253f3e-c40b-4a70-8207-93818653a34c" providerId="ADAL" clId="{3F9D5346-BFE3-4DFC-B0AD-3A2DDA701735}" dt="2023-02-27T21:38:45.117" v="836"/>
        <pc:sldMkLst>
          <pc:docMk/>
          <pc:sldMk cId="535313770" sldId="362"/>
        </pc:sldMkLst>
      </pc:sldChg>
      <pc:sldChg chg="delSp add mod">
        <pc:chgData name="Geng, Baocheng" userId="b4253f3e-c40b-4a70-8207-93818653a34c" providerId="ADAL" clId="{3F9D5346-BFE3-4DFC-B0AD-3A2DDA701735}" dt="2023-02-27T21:43:01.619" v="858" actId="478"/>
        <pc:sldMkLst>
          <pc:docMk/>
          <pc:sldMk cId="699811667" sldId="363"/>
        </pc:sldMkLst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01.619" v="858" actId="478"/>
          <ac:spMkLst>
            <pc:docMk/>
            <pc:sldMk cId="699811667" sldId="36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7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01.619" v="858" actId="478"/>
          <ac:picMkLst>
            <pc:docMk/>
            <pc:sldMk cId="699811667" sldId="363"/>
            <ac:picMk id="32" creationId="{60AD30EB-3CBC-DF89-897F-B051FDE91575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3" creationId="{C602B6B6-29E7-50F8-1DC6-3724B96E9CDE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4" creationId="{D80CB966-6536-9760-E017-1011F48494B4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5" creationId="{1638A272-62A7-483F-01EE-065C8FC3CAFB}"/>
          </ac:picMkLst>
        </pc:picChg>
      </pc:sldChg>
      <pc:sldChg chg="delSp add mod">
        <pc:chgData name="Geng, Baocheng" userId="b4253f3e-c40b-4a70-8207-93818653a34c" providerId="ADAL" clId="{3F9D5346-BFE3-4DFC-B0AD-3A2DDA701735}" dt="2023-02-27T21:43:10.211" v="859" actId="478"/>
        <pc:sldMkLst>
          <pc:docMk/>
          <pc:sldMk cId="1189327197" sldId="364"/>
        </pc:sldMkLst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3" creationId="{C602B6B6-29E7-50F8-1DC6-3724B96E9CDE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4" creationId="{D80CB966-6536-9760-E017-1011F48494B4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5" creationId="{1638A272-62A7-483F-01EE-065C8FC3CAFB}"/>
          </ac:picMkLst>
        </pc:picChg>
      </pc:sldChg>
      <pc:sldChg chg="delSp add mod">
        <pc:chgData name="Geng, Baocheng" userId="b4253f3e-c40b-4a70-8207-93818653a34c" providerId="ADAL" clId="{3F9D5346-BFE3-4DFC-B0AD-3A2DDA701735}" dt="2023-02-27T21:43:30.517" v="860" actId="478"/>
        <pc:sldMkLst>
          <pc:docMk/>
          <pc:sldMk cId="3288848465" sldId="365"/>
        </pc:sldMkLst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3:30.517" v="860" actId="478"/>
          <ac:picMkLst>
            <pc:docMk/>
            <pc:sldMk cId="3288848465" sldId="365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30.517" v="860" actId="478"/>
          <ac:picMkLst>
            <pc:docMk/>
            <pc:sldMk cId="3288848465" sldId="365"/>
            <ac:picMk id="35" creationId="{1638A272-62A7-483F-01EE-065C8FC3CAFB}"/>
          </ac:picMkLst>
        </pc:picChg>
      </pc:sldChg>
      <pc:sldChg chg="add">
        <pc:chgData name="Geng, Baocheng" userId="b4253f3e-c40b-4a70-8207-93818653a34c" providerId="ADAL" clId="{3F9D5346-BFE3-4DFC-B0AD-3A2DDA701735}" dt="2023-02-27T21:42:42.423" v="854" actId="2890"/>
        <pc:sldMkLst>
          <pc:docMk/>
          <pc:sldMk cId="1147304112" sldId="366"/>
        </pc:sldMkLst>
      </pc:sldChg>
      <pc:sldChg chg="del">
        <pc:chgData name="Geng, Baocheng" userId="b4253f3e-c40b-4a70-8207-93818653a34c" providerId="ADAL" clId="{3F9D5346-BFE3-4DFC-B0AD-3A2DDA701735}" dt="2023-02-28T15:39:36.994" v="876" actId="47"/>
        <pc:sldMkLst>
          <pc:docMk/>
          <pc:sldMk cId="1911033079" sldId="367"/>
        </pc:sldMkLst>
      </pc:sldChg>
      <pc:sldChg chg="del">
        <pc:chgData name="Geng, Baocheng" userId="b4253f3e-c40b-4a70-8207-93818653a34c" providerId="ADAL" clId="{3F9D5346-BFE3-4DFC-B0AD-3A2DDA701735}" dt="2023-02-28T15:39:36.050" v="875" actId="47"/>
        <pc:sldMkLst>
          <pc:docMk/>
          <pc:sldMk cId="592933374" sldId="368"/>
        </pc:sldMkLst>
      </pc:sldChg>
    </pc:docChg>
  </pc:docChgLst>
  <pc:docChgLst>
    <pc:chgData name="Geng, Baocheng" userId="b4253f3e-c40b-4a70-8207-93818653a34c" providerId="ADAL" clId="{4BC9B64F-428C-4F1F-AF7D-ED54CAEE9298}"/>
    <pc:docChg chg="modSld">
      <pc:chgData name="Geng, Baocheng" userId="b4253f3e-c40b-4a70-8207-93818653a34c" providerId="ADAL" clId="{4BC9B64F-428C-4F1F-AF7D-ED54CAEE9298}" dt="2023-02-28T15:43:06.246" v="1" actId="20577"/>
      <pc:docMkLst>
        <pc:docMk/>
      </pc:docMkLst>
      <pc:sldChg chg="modSp mod">
        <pc:chgData name="Geng, Baocheng" userId="b4253f3e-c40b-4a70-8207-93818653a34c" providerId="ADAL" clId="{4BC9B64F-428C-4F1F-AF7D-ED54CAEE9298}" dt="2023-02-28T15:43:06.246" v="1" actId="20577"/>
        <pc:sldMkLst>
          <pc:docMk/>
          <pc:sldMk cId="0" sldId="256"/>
        </pc:sldMkLst>
        <pc:spChg chg="mod">
          <ac:chgData name="Geng, Baocheng" userId="b4253f3e-c40b-4a70-8207-93818653a34c" providerId="ADAL" clId="{4BC9B64F-428C-4F1F-AF7D-ED54CAEE9298}" dt="2023-02-28T15:43:06.246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Geng, Baocheng" userId="S::bgeng@uab.edu::b4253f3e-c40b-4a70-8207-93818653a34c" providerId="AD" clId="Web-{3F2F14CC-3426-42CF-ADD0-87F91224EFF9}"/>
    <pc:docChg chg="addSld delSld modSld sldOrd">
      <pc:chgData name="Geng, Baocheng" userId="S::bgeng@uab.edu::b4253f3e-c40b-4a70-8207-93818653a34c" providerId="AD" clId="Web-{3F2F14CC-3426-42CF-ADD0-87F91224EFF9}" dt="2023-02-28T13:38:49.278" v="334" actId="20577"/>
      <pc:docMkLst>
        <pc:docMk/>
      </pc:docMkLst>
      <pc:sldChg chg="del">
        <pc:chgData name="Geng, Baocheng" userId="S::bgeng@uab.edu::b4253f3e-c40b-4a70-8207-93818653a34c" providerId="AD" clId="Web-{3F2F14CC-3426-42CF-ADD0-87F91224EFF9}" dt="2023-02-28T13:35:08.536" v="331"/>
        <pc:sldMkLst>
          <pc:docMk/>
          <pc:sldMk cId="0" sldId="296"/>
        </pc:sldMkLst>
      </pc:sldChg>
      <pc:sldChg chg="del">
        <pc:chgData name="Geng, Baocheng" userId="S::bgeng@uab.edu::b4253f3e-c40b-4a70-8207-93818653a34c" providerId="AD" clId="Web-{3F2F14CC-3426-42CF-ADD0-87F91224EFF9}" dt="2023-02-28T13:36:46.509" v="332"/>
        <pc:sldMkLst>
          <pc:docMk/>
          <pc:sldMk cId="0" sldId="313"/>
        </pc:sldMkLst>
      </pc:sldChg>
      <pc:sldChg chg="modSp">
        <pc:chgData name="Geng, Baocheng" userId="S::bgeng@uab.edu::b4253f3e-c40b-4a70-8207-93818653a34c" providerId="AD" clId="Web-{3F2F14CC-3426-42CF-ADD0-87F91224EFF9}" dt="2023-02-28T13:38:49.278" v="334" actId="20577"/>
        <pc:sldMkLst>
          <pc:docMk/>
          <pc:sldMk cId="0" sldId="341"/>
        </pc:sldMkLst>
        <pc:spChg chg="mod">
          <ac:chgData name="Geng, Baocheng" userId="S::bgeng@uab.edu::b4253f3e-c40b-4a70-8207-93818653a34c" providerId="AD" clId="Web-{3F2F14CC-3426-42CF-ADD0-87F91224EFF9}" dt="2023-02-28T13:38:49.278" v="334" actId="20577"/>
          <ac:spMkLst>
            <pc:docMk/>
            <pc:sldMk cId="0" sldId="341"/>
            <ac:spMk id="2" creationId="{00000000-0000-0000-0000-000000000000}"/>
          </ac:spMkLst>
        </pc:spChg>
      </pc:sldChg>
      <pc:sldChg chg="addSp modSp new">
        <pc:chgData name="Geng, Baocheng" userId="S::bgeng@uab.edu::b4253f3e-c40b-4a70-8207-93818653a34c" providerId="AD" clId="Web-{3F2F14CC-3426-42CF-ADD0-87F91224EFF9}" dt="2023-02-28T12:27:54.564" v="330" actId="20577"/>
        <pc:sldMkLst>
          <pc:docMk/>
          <pc:sldMk cId="1911033079" sldId="367"/>
        </pc:sldMkLst>
        <pc:spChg chg="mod">
          <ac:chgData name="Geng, Baocheng" userId="S::bgeng@uab.edu::b4253f3e-c40b-4a70-8207-93818653a34c" providerId="AD" clId="Web-{3F2F14CC-3426-42CF-ADD0-87F91224EFF9}" dt="2023-02-28T12:20:04.749" v="34" actId="20577"/>
          <ac:spMkLst>
            <pc:docMk/>
            <pc:sldMk cId="1911033079" sldId="367"/>
            <ac:spMk id="2" creationId="{9B7439C6-94F9-E643-27CC-BC29BCC423C6}"/>
          </ac:spMkLst>
        </pc:spChg>
        <pc:spChg chg="add mod">
          <ac:chgData name="Geng, Baocheng" userId="S::bgeng@uab.edu::b4253f3e-c40b-4a70-8207-93818653a34c" providerId="AD" clId="Web-{3F2F14CC-3426-42CF-ADD0-87F91224EFF9}" dt="2023-02-28T12:27:54.564" v="330" actId="20577"/>
          <ac:spMkLst>
            <pc:docMk/>
            <pc:sldMk cId="1911033079" sldId="367"/>
            <ac:spMk id="3" creationId="{A730EDE6-582A-3194-237F-EFC3C697CE5E}"/>
          </ac:spMkLst>
        </pc:spChg>
      </pc:sldChg>
      <pc:sldChg chg="addSp modSp add ord replId">
        <pc:chgData name="Geng, Baocheng" userId="S::bgeng@uab.edu::b4253f3e-c40b-4a70-8207-93818653a34c" providerId="AD" clId="Web-{3F2F14CC-3426-42CF-ADD0-87F91224EFF9}" dt="2023-02-28T12:22:41.599" v="143" actId="14100"/>
        <pc:sldMkLst>
          <pc:docMk/>
          <pc:sldMk cId="592933374" sldId="368"/>
        </pc:sldMkLst>
        <pc:spChg chg="mod">
          <ac:chgData name="Geng, Baocheng" userId="S::bgeng@uab.edu::b4253f3e-c40b-4a70-8207-93818653a34c" providerId="AD" clId="Web-{3F2F14CC-3426-42CF-ADD0-87F91224EFF9}" dt="2023-02-28T12:20:14.281" v="36" actId="20577"/>
          <ac:spMkLst>
            <pc:docMk/>
            <pc:sldMk cId="592933374" sldId="368"/>
            <ac:spMk id="2" creationId="{9B7439C6-94F9-E643-27CC-BC29BCC423C6}"/>
          </ac:spMkLst>
        </pc:spChg>
        <pc:spChg chg="add mod">
          <ac:chgData name="Geng, Baocheng" userId="S::bgeng@uab.edu::b4253f3e-c40b-4a70-8207-93818653a34c" providerId="AD" clId="Web-{3F2F14CC-3426-42CF-ADD0-87F91224EFF9}" dt="2023-02-28T12:22:41.599" v="143" actId="14100"/>
          <ac:spMkLst>
            <pc:docMk/>
            <pc:sldMk cId="592933374" sldId="368"/>
            <ac:spMk id="3" creationId="{E01BB11D-7D27-1CC3-36A3-97F3F24D63E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29T21:49:17.74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5783 2121 1607 0,'0'0'64'16,"0"0"-1"-16,0 0 28 0,0 0 1 0,0 0 10 0,0 0-22 15,0 0-7-15,0 1-8 0,0-1-38 0,-1 0-11 16,1 0-1-16,0 0-3 0,-1 0-5 0,0 0 2 16,1 0-5-16,-1 0 4 0,1 0-7 0,0 0-1 15,-1 0-1-15,1 0 0 0,0 0 1 0,0 0-4 16,0 0 2-16,0 0-10 0,0 0-56 0,0 0-158 15,0 0-53-15</inkml:trace>
  <inkml:trace contextRef="#ctx0" brushRef="#br0" timeOffset="688.85">5791 2106 222 0,'0'0'109'16,"0"0"106"-16,0 0 43 0,0 0-53 0,0 0-3 16,0 0-80-16,0 0-3 0,0 0-20 0,0 0-16 0,-1 0-7 15,1 0 6-15,-1 0-8 0,1 0-7 0,-1 0-6 16,1 0-8-16,-1 0 3 15,1 0-14-15,0 0 5 0,0 0-2 0,0 0 2 0,0 0-10 0,0 0-4 16,0 0-4-16,0 0 0 0,0 0-18 0,0 0 1 16,0 0-3-16,0 0 2 0,0 0-11 0,-1 0 3 15,0 0-3-15,1 0-1 0,-1 0-42 0,1 0-74 16,0 0-8-16,0 0-30 0,-1 0-105 0</inkml:trace>
  <inkml:trace contextRef="#ctx0" brushRef="#br0" timeOffset="155235.87">11780 5073 2295 0,'0'0'107'0,"0"0"-22"16,0 0 7-16,0-1-59 16,0 1-17-16,0-1-25 0,0 1-2 0,0-1-7 15,0 1 15-15,0-1-26 0,1 1 8 0,-1 0-16 16,1 0-4-16,0 0 14 0,-1 0 2 0,17-1 5 0,-17 1 9 16,0 0-14-16,0 0 4 0,0 0-7 0,0 0 3 0,0 0-85 15,0 0-7-15,0 0-37 0,0 0-116 0,0 0-336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628" y="62407"/>
            <a:ext cx="42430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839609"/>
            <a:ext cx="4251960" cy="19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7.png"/><Relationship Id="rId3" Type="http://schemas.openxmlformats.org/officeDocument/2006/relationships/slide" Target="slide2.xml"/><Relationship Id="rId7" Type="http://schemas.openxmlformats.org/officeDocument/2006/relationships/image" Target="../media/image5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20.xml"/><Relationship Id="rId5" Type="http://schemas.openxmlformats.org/officeDocument/2006/relationships/image" Target="../media/image3.png"/><Relationship Id="rId15" Type="http://schemas.openxmlformats.org/officeDocument/2006/relationships/slide" Target="slide41.xml"/><Relationship Id="rId10" Type="http://schemas.openxmlformats.org/officeDocument/2006/relationships/slide" Target="slide26.xml"/><Relationship Id="rId4" Type="http://schemas.openxmlformats.org/officeDocument/2006/relationships/image" Target="../media/image2.png"/><Relationship Id="rId9" Type="http://schemas.openxmlformats.org/officeDocument/2006/relationships/slide" Target="slide2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slide" Target="sl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7.xml"/><Relationship Id="rId7" Type="http://schemas.openxmlformats.org/officeDocument/2006/relationships/image" Target="../media/image1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slide" Target="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.png"/><Relationship Id="rId3" Type="http://schemas.openxmlformats.org/officeDocument/2006/relationships/tags" Target="../tags/tag10.xml"/><Relationship Id="rId7" Type="http://schemas.openxmlformats.org/officeDocument/2006/relationships/image" Target="../media/image14.png"/><Relationship Id="rId12" Type="http://schemas.openxmlformats.org/officeDocument/2006/relationships/slide" Target="slide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11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9.png"/><Relationship Id="rId4" Type="http://schemas.openxmlformats.org/officeDocument/2006/relationships/tags" Target="../tags/tag11.xml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2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1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6.png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r>
              <a:rPr sz="140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355/555</a:t>
            </a:r>
            <a:endParaRPr sz="1400">
              <a:latin typeface="Book Antiqua"/>
              <a:cs typeface="Book Antiqu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Statistics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for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15668"/>
            <a:ext cx="1229764" cy="4501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marL="26034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18  03/05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9593" y="648233"/>
            <a:ext cx="1868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020559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101680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90" y="988618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316342"/>
            <a:ext cx="155092" cy="1550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918" y="1538528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784210"/>
            <a:ext cx="155092" cy="1550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918" y="2006384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90" y="1284402"/>
            <a:ext cx="2030095" cy="8318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3990" marR="5080" indent="-161925">
              <a:lnSpc>
                <a:spcPct val="102600"/>
              </a:lnSpc>
              <a:spcBef>
                <a:spcPts val="55"/>
              </a:spcBef>
              <a:buClr>
                <a:srgbClr val="EDEDE5"/>
              </a:buClr>
              <a:buSzPct val="72727"/>
              <a:buFont typeface="Century"/>
              <a:buAutoNum type="arabicPlain" startAt="2"/>
              <a:tabLst>
                <a:tab pos="307975" algn="l"/>
              </a:tabLst>
            </a:pP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Continuous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Random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Variables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</a:rPr>
              <a:t> 	</a:t>
            </a:r>
            <a:r>
              <a:rPr sz="1100" spc="-10">
                <a:latin typeface="Book Antiqua"/>
                <a:cs typeface="Book Antiqua"/>
                <a:hlinkClick r:id="rId9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  <a:p>
            <a:pPr marL="173990" marR="245110" indent="-161925">
              <a:lnSpc>
                <a:spcPct val="102600"/>
              </a:lnSpc>
              <a:spcBef>
                <a:spcPts val="975"/>
              </a:spcBef>
              <a:buClr>
                <a:srgbClr val="EDEDE5"/>
              </a:buClr>
              <a:buSzPct val="72727"/>
              <a:buFont typeface="Century"/>
              <a:buAutoNum type="arabicPlain" startAt="2"/>
              <a:tabLst>
                <a:tab pos="307975" algn="l"/>
              </a:tabLst>
            </a:pP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Uniform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Random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Variable</a:t>
            </a: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</a:rPr>
              <a:t> 	</a:t>
            </a:r>
            <a:r>
              <a:rPr sz="1100" spc="-10">
                <a:latin typeface="Book Antiqua"/>
                <a:cs typeface="Book Antiqua"/>
                <a:hlinkClick r:id="rId11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830" y="2252065"/>
            <a:ext cx="155092" cy="1550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90" y="224830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890" y="2220125"/>
            <a:ext cx="3644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Expectation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and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Variance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of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Continuous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830" y="2547861"/>
            <a:ext cx="155092" cy="1550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8790" y="2515895"/>
            <a:ext cx="38055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r>
              <a:rPr sz="1200" spc="195" baseline="3472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Expectation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and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Variance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of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Continuous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830" y="2843631"/>
            <a:ext cx="155092" cy="15509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8790" y="28398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890" y="2811691"/>
            <a:ext cx="1857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Exponential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00">
              <a:lnSpc>
                <a:spcPct val="100000"/>
              </a:lnSpc>
              <a:spcBef>
                <a:spcPts val="135"/>
              </a:spcBef>
            </a:pPr>
            <a:r>
              <a:rPr spc="-25"/>
              <a:t>Copyright</a:t>
            </a:r>
            <a:r>
              <a:rPr spc="30"/>
              <a:t> </a:t>
            </a:r>
            <a:r>
              <a:rPr spc="-1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056" y="62407"/>
            <a:ext cx="318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Continuous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4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393050"/>
            <a:ext cx="888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Speed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car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3447" y="1565122"/>
            <a:ext cx="79183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0" i="1" spc="-25">
                <a:latin typeface="Book Antiqua"/>
                <a:cs typeface="Bookman Old Style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lang="en-US" sz="1100" b="0" i="1" spc="-25">
                <a:latin typeface="Book Antiqua"/>
                <a:cs typeface="Bookman Old Style"/>
              </a:rPr>
              <a:t>80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13/42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9ED81664-19CC-E0A7-6AD7-00AA33320DC5}"/>
              </a:ext>
            </a:extLst>
          </p:cNvPr>
          <p:cNvSpPr txBox="1"/>
          <p:nvPr/>
        </p:nvSpPr>
        <p:spPr>
          <a:xfrm>
            <a:off x="130343" y="2008537"/>
            <a:ext cx="269494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>
                <a:latin typeface="Book Antiqua"/>
                <a:cs typeface="Book Antiqua"/>
              </a:rPr>
              <a:t>Temperature</a:t>
            </a:r>
            <a:endParaRPr sz="1100">
              <a:latin typeface="Book Antiqua"/>
              <a:cs typeface="Book Antiqua"/>
            </a:endParaRPr>
          </a:p>
          <a:p>
            <a:pPr marL="1673860">
              <a:lnSpc>
                <a:spcPct val="100000"/>
              </a:lnSpc>
              <a:spcBef>
                <a:spcPts val="35"/>
              </a:spcBef>
            </a:pPr>
            <a:r>
              <a:rPr sz="1100" spc="-20">
                <a:latin typeface="Book Antiqua"/>
                <a:cs typeface="Book Antiqua"/>
              </a:rPr>
              <a:t>98</a:t>
            </a:r>
            <a:r>
              <a:rPr sz="1100" b="0" i="1" spc="-20">
                <a:latin typeface="Bookman Old Style"/>
                <a:cs typeface="Bookman Old Style"/>
              </a:rPr>
              <a:t>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spc="-25">
                <a:latin typeface="Book Antiqua"/>
                <a:cs typeface="Book Antiqua"/>
              </a:rPr>
              <a:t>98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6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98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58</a:t>
            </a:r>
            <a:r>
              <a:rPr sz="1100" spc="-70">
                <a:latin typeface="Book Antiqua"/>
                <a:cs typeface="Book Antiqua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535313770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Continuous</a:t>
            </a:r>
            <a:r>
              <a:rPr spc="-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6" y="745579"/>
            <a:ext cx="4288790" cy="532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60" dirty="0">
                <a:latin typeface="Abadi" panose="020F0502020204030204" pitchFamily="34" charset="0"/>
                <a:cs typeface="Bookman Old Style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is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5" dirty="0">
                <a:latin typeface="Abadi" panose="020F0502020204030204" pitchFamily="34" charset="0"/>
                <a:cs typeface="Book Antiqua"/>
              </a:rPr>
              <a:t>continuous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random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0" dirty="0">
                <a:latin typeface="Abadi" panose="020F0502020204030204" pitchFamily="34" charset="0"/>
                <a:cs typeface="Book Antiqua"/>
              </a:rPr>
              <a:t>variable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if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10" dirty="0">
                <a:latin typeface="Abadi" panose="020F0502020204030204" pitchFamily="34" charset="0"/>
                <a:cs typeface="Bookman Old Style"/>
              </a:rPr>
              <a:t> </a:t>
            </a:r>
            <a:r>
              <a:rPr lang="en-US" sz="1100" b="0" i="1" spc="10" dirty="0">
                <a:latin typeface="Abadi" panose="020F0502020204030204" pitchFamily="34" charset="0"/>
                <a:cs typeface="Lucida Sans Unicode"/>
              </a:rPr>
              <a:t>takes values on </a:t>
            </a:r>
            <a:r>
              <a:rPr sz="1100" spc="-80" dirty="0">
                <a:latin typeface="Abadi" panose="020F0502020204030204" pitchFamily="34" charset="0"/>
                <a:cs typeface="Lucida Sans Unicode"/>
              </a:rPr>
              <a:t> </a:t>
            </a:r>
            <a:r>
              <a:rPr sz="1100" dirty="0">
                <a:latin typeface="Abadi" panose="020F0502020204030204" pitchFamily="34" charset="0"/>
                <a:cs typeface="Arial"/>
              </a:rPr>
              <a:t>R</a:t>
            </a:r>
            <a:r>
              <a:rPr sz="1100" spc="15" dirty="0">
                <a:latin typeface="Abadi" panose="020F0502020204030204" pitchFamily="34" charset="0"/>
                <a:cs typeface="Arial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and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the</a:t>
            </a:r>
            <a:r>
              <a:rPr sz="1100" spc="5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0" dirty="0">
                <a:latin typeface="Abadi" panose="020F0502020204030204" pitchFamily="34" charset="0"/>
                <a:cs typeface="Book Antiqua"/>
              </a:rPr>
              <a:t>domain</a:t>
            </a:r>
            <a:r>
              <a:rPr sz="1100" spc="4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of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65" dirty="0">
                <a:latin typeface="Abadi" panose="020F0502020204030204" pitchFamily="34" charset="0"/>
                <a:cs typeface="Bookman Old Style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has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an</a:t>
            </a:r>
            <a:r>
              <a:rPr sz="1100" spc="1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uncountable</a:t>
            </a:r>
            <a:r>
              <a:rPr sz="1100" spc="2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0" dirty="0">
                <a:latin typeface="Abadi" panose="020F0502020204030204" pitchFamily="34" charset="0"/>
                <a:cs typeface="Book Antiqua"/>
              </a:rPr>
              <a:t>number</a:t>
            </a:r>
            <a:r>
              <a:rPr sz="1100" spc="2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of</a:t>
            </a:r>
            <a:r>
              <a:rPr sz="1100" spc="2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10" dirty="0">
                <a:latin typeface="Abadi" panose="020F0502020204030204" pitchFamily="34" charset="0"/>
                <a:cs typeface="Book Antiqua"/>
              </a:rPr>
              <a:t>values.</a:t>
            </a:r>
            <a:endParaRPr sz="1100" dirty="0">
              <a:latin typeface="Abadi" panose="020F0502020204030204" pitchFamily="34" charset="0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Continuous</a:t>
            </a:r>
            <a:r>
              <a:rPr spc="-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15225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30145" y="843200"/>
            <a:ext cx="347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65">
                <a:solidFill>
                  <a:srgbClr val="FFFFFF"/>
                </a:solidFill>
                <a:latin typeface="Book Antiqua"/>
                <a:cs typeface="Book Antiqua"/>
              </a:rPr>
              <a:t>Sums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0" y="464863"/>
            <a:ext cx="4559935" cy="65582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8265" marR="171450">
              <a:lnSpc>
                <a:spcPct val="102699"/>
              </a:lnSpc>
              <a:spcBef>
                <a:spcPts val="55"/>
              </a:spcBef>
            </a:pPr>
            <a:r>
              <a:rPr sz="1100" spc="-20">
                <a:latin typeface="Book Antiqua"/>
                <a:cs typeface="Book Antiqua"/>
              </a:rPr>
              <a:t>Mostly,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ideas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same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for </a:t>
            </a:r>
            <a:r>
              <a:rPr sz="1100">
                <a:latin typeface="Book Antiqua"/>
                <a:cs typeface="Book Antiqua"/>
              </a:rPr>
              <a:t>discrete.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However: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68435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39569" y="1714014"/>
            <a:ext cx="728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872421"/>
            <a:ext cx="2752090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591945">
              <a:lnSpc>
                <a:spcPct val="100000"/>
              </a:lnSpc>
              <a:spcBef>
                <a:spcPts val="785"/>
              </a:spcBef>
            </a:pPr>
            <a:r>
              <a:rPr sz="1100" spc="95">
                <a:latin typeface="Book Antiqua"/>
                <a:cs typeface="Book Antiqua"/>
              </a:rPr>
              <a:t>#(</a:t>
            </a:r>
            <a:r>
              <a:rPr sz="1100" b="0" i="1" spc="95">
                <a:latin typeface="Bookman Old Style"/>
                <a:cs typeface="Bookman Old Style"/>
              </a:rPr>
              <a:t>A</a:t>
            </a:r>
            <a:r>
              <a:rPr sz="1100" spc="95">
                <a:latin typeface="Book Antiqua"/>
                <a:cs typeface="Book Antiqua"/>
              </a:rPr>
              <a:t>)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⇒</a:t>
            </a:r>
            <a:r>
              <a:rPr sz="1100" spc="-4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length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 b="0" i="1" spc="-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one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253239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39569" y="2562056"/>
            <a:ext cx="728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2720451"/>
            <a:ext cx="2694305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785"/>
              </a:spcBef>
            </a:pPr>
            <a:r>
              <a:rPr sz="1100" spc="95">
                <a:latin typeface="Book Antiqua"/>
                <a:cs typeface="Book Antiqua"/>
              </a:rPr>
              <a:t>#(</a:t>
            </a:r>
            <a:r>
              <a:rPr sz="1100" b="0" i="1" spc="95">
                <a:latin typeface="Bookman Old Style"/>
                <a:cs typeface="Bookman Old Style"/>
              </a:rPr>
              <a:t>A</a:t>
            </a:r>
            <a:r>
              <a:rPr sz="1100" spc="95">
                <a:latin typeface="Book Antiqua"/>
                <a:cs typeface="Book Antiqua"/>
              </a:rPr>
              <a:t>)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⇒</a:t>
            </a:r>
            <a:r>
              <a:rPr sz="1100" spc="-4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area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1100" b="0" i="1">
                <a:latin typeface="Bookman Old Style"/>
                <a:cs typeface="Bookman Old Style"/>
              </a:rPr>
              <a:t>A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5/42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3" name="Picture 32" descr="\documentclass{article}&#10;\usepackage{amsmath}&#10;\pagestyle{empty}&#10;\begin{document}&#10;&#10;$\sum \Rightarrow \int$&#10;&#10;&#10;\end{document}" title="IguanaTex Bitmap Display">
            <a:extLst>
              <a:ext uri="{FF2B5EF4-FFF2-40B4-BE49-F238E27FC236}">
                <a16:creationId xmlns:a16="http://schemas.microsoft.com/office/drawing/2014/main" id="{82E9EEA5-B158-B528-70AD-87C5FE543D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081" y="1167917"/>
            <a:ext cx="565938" cy="19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3177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3544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56918" y="1065120"/>
            <a:ext cx="1894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Density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30">
                <a:solidFill>
                  <a:srgbClr val="FFFFFF"/>
                </a:solidFill>
                <a:latin typeface="Book Antiqua"/>
                <a:cs typeface="Book Antiqua"/>
              </a:rPr>
              <a:t>Function</a:t>
            </a:r>
            <a:endParaRPr sz="1200">
              <a:latin typeface="Book Antiqua"/>
              <a:cs typeface="Book Antiqu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230643"/>
            <a:ext cx="4432935" cy="417017"/>
            <a:chOff x="87743" y="1221168"/>
            <a:chExt cx="4432935" cy="417017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4" y="1221168"/>
              <a:ext cx="44325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265440"/>
              <a:ext cx="4432935" cy="372745"/>
            </a:xfrm>
            <a:custGeom>
              <a:avLst/>
              <a:gdLst/>
              <a:ahLst/>
              <a:cxnLst/>
              <a:rect l="l" t="t" r="r" b="b"/>
              <a:pathLst>
                <a:path w="4432935" h="372744">
                  <a:moveTo>
                    <a:pt x="4432566" y="0"/>
                  </a:moveTo>
                  <a:lnTo>
                    <a:pt x="0" y="0"/>
                  </a:lnTo>
                  <a:lnTo>
                    <a:pt x="0" y="321856"/>
                  </a:lnTo>
                  <a:lnTo>
                    <a:pt x="4008" y="341580"/>
                  </a:lnTo>
                  <a:lnTo>
                    <a:pt x="14922" y="357733"/>
                  </a:lnTo>
                  <a:lnTo>
                    <a:pt x="31075" y="368647"/>
                  </a:lnTo>
                  <a:lnTo>
                    <a:pt x="50800" y="372656"/>
                  </a:lnTo>
                  <a:lnTo>
                    <a:pt x="4381766" y="372656"/>
                  </a:lnTo>
                  <a:lnTo>
                    <a:pt x="4401491" y="368647"/>
                  </a:lnTo>
                  <a:lnTo>
                    <a:pt x="4417644" y="357733"/>
                  </a:lnTo>
                  <a:lnTo>
                    <a:pt x="4428558" y="341580"/>
                  </a:lnTo>
                  <a:lnTo>
                    <a:pt x="4432566" y="32185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444" y="755992"/>
            <a:ext cx="4509135" cy="843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2235" algn="ctr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b="1" spc="-10">
                <a:latin typeface="Georgia"/>
                <a:cs typeface="Georgia"/>
              </a:rPr>
              <a:t>Density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Book Antiqua"/>
              <a:cs typeface="Book Antiqua"/>
            </a:endParaRPr>
          </a:p>
          <a:p>
            <a:pPr marR="93345" algn="ctr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-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nonnegative</a:t>
            </a:r>
            <a:r>
              <a:rPr sz="1100" b="1" spc="7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function</a:t>
            </a:r>
            <a:endParaRPr sz="1100">
              <a:latin typeface="Georgia"/>
              <a:cs typeface="Georgia"/>
            </a:endParaRPr>
          </a:p>
          <a:p>
            <a:pPr marR="93980" algn="ctr">
              <a:lnSpc>
                <a:spcPct val="100000"/>
              </a:lnSpc>
              <a:spcBef>
                <a:spcPts val="35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24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: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Ω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→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40">
                <a:latin typeface="Book Antiqua"/>
                <a:cs typeface="Book Antiqua"/>
              </a:rPr>
              <a:t>[0</a:t>
            </a:r>
            <a:r>
              <a:rPr sz="1100" b="0" i="1" spc="-40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∞</a:t>
            </a:r>
            <a:r>
              <a:rPr sz="1100" spc="-35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7/42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8" name="Picture 17" descr="\documentclass{article}&#10;\usepackage{amsmath}&#10;\pagestyle{empty}&#10;\begin{document}&#10;&#10;&#10;$P(X\in B) =\int_B f_X(x)dx $&#10;&#10;\end{document}" title="IguanaTex Bitmap Display">
            <a:extLst>
              <a:ext uri="{FF2B5EF4-FFF2-40B4-BE49-F238E27FC236}">
                <a16:creationId xmlns:a16="http://schemas.microsoft.com/office/drawing/2014/main" id="{210F773E-125D-A3CB-1517-7BA3436A28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476" y="1956814"/>
            <a:ext cx="1599589" cy="17230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Continuous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089" y="815975"/>
            <a:ext cx="903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Some notation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29" y="1123564"/>
            <a:ext cx="4432935" cy="278765"/>
          </a:xfrm>
          <a:custGeom>
            <a:avLst/>
            <a:gdLst/>
            <a:ahLst/>
            <a:cxnLst/>
            <a:rect l="l" t="t" r="r" b="b"/>
            <a:pathLst>
              <a:path w="4432935" h="278764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78498"/>
                </a:lnTo>
                <a:lnTo>
                  <a:pt x="4432566" y="27849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3050" y="1217546"/>
            <a:ext cx="1645920" cy="25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b="0" i="1" spc="45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18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200" spc="5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45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45">
                <a:solidFill>
                  <a:srgbClr val="FFFFFF"/>
                </a:solidFill>
                <a:latin typeface="Bookman Old Style"/>
                <a:cs typeface="Bookman Old Style"/>
              </a:rPr>
              <a:t>a,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-95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9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17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30">
                <a:solidFill>
                  <a:srgbClr val="FFFFFF"/>
                </a:solidFill>
                <a:latin typeface="Bookman Old Style"/>
                <a:cs typeface="Bookman Old Style"/>
              </a:rPr>
              <a:t>c,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-55">
                <a:solidFill>
                  <a:srgbClr val="FFFFFF"/>
                </a:solidFill>
                <a:latin typeface="Bookman Old Style"/>
                <a:cs typeface="Bookman Old Style"/>
              </a:rPr>
              <a:t>d</a:t>
            </a:r>
            <a:r>
              <a:rPr sz="1200" spc="-5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17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4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40">
                <a:solidFill>
                  <a:srgbClr val="FFFFFF"/>
                </a:solidFill>
                <a:latin typeface="Bookman Old Style"/>
                <a:cs typeface="Bookman Old Style"/>
              </a:rPr>
              <a:t>e,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165">
                <a:solidFill>
                  <a:srgbClr val="FFFFFF"/>
                </a:solidFill>
                <a:latin typeface="Bookman Old Style"/>
                <a:cs typeface="Bookman Old Style"/>
              </a:rPr>
              <a:t>f</a:t>
            </a:r>
            <a:r>
              <a:rPr sz="1200" b="0" i="1" spc="-229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t>6/42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0" name="Picture 29" descr="\documentclass{article}&#10;\usepackage{amsmath}&#10;\pagestyle{empty}&#10;\begin{document}&#10;&#10;$\int_B dx = \int_a^b dx + \int_c^d dx +\int_e^f dx$&#10;&#10;&#10;\end{document}" title="IguanaTex Bitmap Display">
            <a:extLst>
              <a:ext uri="{FF2B5EF4-FFF2-40B4-BE49-F238E27FC236}">
                <a16:creationId xmlns:a16="http://schemas.microsoft.com/office/drawing/2014/main" id="{05871298-48FF-B116-9CF1-99AB6408C2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" y="1550654"/>
            <a:ext cx="2263140" cy="2411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DC9CD8-72F7-9C7E-7C86-201D60E52D90}"/>
                  </a:ext>
                </a:extLst>
              </p14:cNvPr>
              <p14:cNvContentPartPr/>
              <p14:nvPr/>
            </p14:nvContentPartPr>
            <p14:xfrm>
              <a:off x="2080080" y="758160"/>
              <a:ext cx="2168280" cy="1068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DC9CD8-72F7-9C7E-7C86-201D60E52D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0720" y="748800"/>
                <a:ext cx="2187000" cy="108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699811667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2719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1743506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7602" y="1820989"/>
            <a:ext cx="1066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532" y="1658036"/>
            <a:ext cx="157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3822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75">
                <a:latin typeface="Bookman Old Style"/>
                <a:cs typeface="Bookman Old Style"/>
              </a:rPr>
              <a:t>f</a:t>
            </a:r>
            <a:r>
              <a:rPr sz="1200" b="0" i="1" spc="112" baseline="-10416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)</a:t>
            </a:r>
            <a:r>
              <a:rPr sz="1100" spc="-9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138553"/>
            <a:ext cx="63233" cy="632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69834" y="186449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8378" y="1941893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6809" y="2216035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532" y="2053069"/>
            <a:ext cx="1789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185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b</a:t>
            </a:r>
            <a:r>
              <a:rPr sz="1100" spc="-65">
                <a:latin typeface="Book Antiqua"/>
                <a:cs typeface="Book Antiqua"/>
              </a:rPr>
              <a:t>])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9148" y="222931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602B6B6-29E7-50F8-1DC6-3724B96E9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10" y="1642204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D80CB966-6536-9760-E017-1011F48494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96" y="1997753"/>
            <a:ext cx="140800" cy="2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48465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1743506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7602" y="1820989"/>
            <a:ext cx="1066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532" y="1658036"/>
            <a:ext cx="157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3822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75">
                <a:latin typeface="Bookman Old Style"/>
                <a:cs typeface="Bookman Old Style"/>
              </a:rPr>
              <a:t>f</a:t>
            </a:r>
            <a:r>
              <a:rPr sz="1200" b="0" i="1" spc="112" baseline="-10416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)</a:t>
            </a:r>
            <a:r>
              <a:rPr sz="1100" spc="-9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133" y="2138553"/>
            <a:ext cx="63233" cy="632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69834" y="186449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8378" y="1941893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6809" y="2216035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532" y="2053069"/>
            <a:ext cx="1789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185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b</a:t>
            </a:r>
            <a:r>
              <a:rPr sz="1100" spc="-65">
                <a:latin typeface="Book Antiqua"/>
                <a:cs typeface="Book Antiqua"/>
              </a:rPr>
              <a:t>])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3133" y="2503373"/>
            <a:ext cx="63233" cy="6323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02932" y="2417889"/>
            <a:ext cx="2223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For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Ω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dimensional,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Z</a:t>
            </a:r>
            <a:r>
              <a:rPr sz="1100" b="0" i="1" spc="2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spc="5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9148" y="222931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6110" y="2580856"/>
            <a:ext cx="408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>
                <a:latin typeface="Century"/>
                <a:cs typeface="Century"/>
              </a:rPr>
              <a:t>(</a:t>
            </a:r>
            <a:r>
              <a:rPr sz="800" b="0" i="1" spc="-10">
                <a:latin typeface="Bookman Old Style"/>
                <a:cs typeface="Bookman Old Style"/>
              </a:rPr>
              <a:t>x,y</a:t>
            </a:r>
            <a:r>
              <a:rPr sz="800" spc="-10">
                <a:latin typeface="Century"/>
                <a:cs typeface="Century"/>
              </a:rPr>
              <a:t>)</a:t>
            </a:r>
            <a:r>
              <a:rPr sz="800" spc="-10">
                <a:latin typeface="Lucida Sans Unicode"/>
                <a:cs typeface="Lucida Sans Unicode"/>
              </a:rPr>
              <a:t>∈</a:t>
            </a:r>
            <a:r>
              <a:rPr sz="800" b="0" i="1" spc="-1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245" y="2417889"/>
            <a:ext cx="889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f</a:t>
            </a:r>
            <a:r>
              <a:rPr sz="1200" b="0" i="1" spc="195" baseline="-10416">
                <a:latin typeface="Bookman Old Style"/>
                <a:cs typeface="Bookman Old Style"/>
              </a:rPr>
              <a:t>Z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30">
                <a:latin typeface="Bookman Old Style"/>
                <a:cs typeface="Bookman Old Style"/>
              </a:rPr>
              <a:t>y</a:t>
            </a:r>
            <a:r>
              <a:rPr sz="1100" spc="-30">
                <a:latin typeface="Book Antiqua"/>
                <a:cs typeface="Book Antiqua"/>
              </a:rPr>
              <a:t>)</a:t>
            </a:r>
            <a:r>
              <a:rPr sz="1100" spc="-7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dy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602B6B6-29E7-50F8-1DC6-3724B96E9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10" y="1642204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D80CB966-6536-9760-E017-1011F48494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96" y="1997753"/>
            <a:ext cx="140800" cy="281600"/>
          </a:xfrm>
          <a:prstGeom prst="rect">
            <a:avLst/>
          </a:prstGeom>
        </p:spPr>
      </p:pic>
      <p:pic>
        <p:nvPicPr>
          <p:cNvPr id="35" name="Picture 3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638A272-62A7-483F-01EE-065C8FC3CAF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067" y="2358573"/>
            <a:ext cx="140800" cy="2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0411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44" y="592350"/>
            <a:ext cx="5492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40">
                <a:solidFill>
                  <a:srgbClr val="FFFFFF"/>
                </a:solidFill>
                <a:latin typeface="Georgia"/>
                <a:cs typeface="Georgia"/>
              </a:rPr>
              <a:t>Picture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2401" y="364398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0945" y="441791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9375" y="715933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529" y="552980"/>
            <a:ext cx="1851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80160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b="0" i="1" spc="-60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3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b</a:t>
            </a:r>
            <a:r>
              <a:rPr sz="1100" spc="-5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2401" y="75944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0945" y="836838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0760" y="948013"/>
            <a:ext cx="1203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8133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5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25">
                <a:latin typeface="Bookman Old Style"/>
                <a:cs typeface="Bookman Old Style"/>
              </a:rPr>
              <a:t> </a:t>
            </a:r>
            <a:r>
              <a:rPr sz="1100" spc="-5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1154" y="75944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9698" y="836838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3340" y="948013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8060" y="1094315"/>
            <a:ext cx="1602740" cy="563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225"/>
              </a:spcBef>
              <a:tabLst>
                <a:tab pos="1272540" algn="l"/>
              </a:tabLst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r>
              <a:rPr sz="800">
                <a:latin typeface="Lucida Sans Unicode"/>
                <a:cs typeface="Lucida Sans Unicode"/>
              </a:rPr>
              <a:t>	</a:t>
            </a: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b="0" i="1" spc="-80">
                <a:latin typeface="Bookman Old Style"/>
                <a:cs typeface="Bookman Old Style"/>
              </a:rPr>
              <a:t>b</a:t>
            </a:r>
            <a:r>
              <a:rPr sz="1100" spc="-80">
                <a:latin typeface="Book Antiqua"/>
                <a:cs typeface="Book Antiqua"/>
              </a:rPr>
              <a:t>)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F</a:t>
            </a:r>
            <a:r>
              <a:rPr sz="1200" b="0" i="1" spc="104" baseline="-10416">
                <a:latin typeface="Bookman Old Style"/>
                <a:cs typeface="Bookman Old Style"/>
              </a:rPr>
              <a:t>X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b</a:t>
            </a:r>
            <a:r>
              <a:rPr sz="1100" spc="-35">
                <a:latin typeface="Book Antiqua"/>
                <a:cs typeface="Book Antiqua"/>
              </a:rPr>
              <a:t>)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F</a:t>
            </a:r>
            <a:r>
              <a:rPr sz="1200" b="0" i="1" spc="104" baseline="-10416">
                <a:latin typeface="Bookman Old Style"/>
                <a:cs typeface="Bookman Old Style"/>
              </a:rPr>
              <a:t>X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 spc="-25">
                <a:latin typeface="Book Antiqua"/>
                <a:cs typeface="Book Antiqua"/>
              </a:rPr>
              <a:t>(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11/42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0A9297CF-386F-12AC-887C-71A8709A5A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75" y="496080"/>
            <a:ext cx="140800" cy="281600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936D3E43-CD2B-270F-6A48-C78E006992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1" y="892965"/>
            <a:ext cx="140800" cy="281600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1B0B2B3-9F0C-BC4D-9D2E-BF035FB6FD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381" y="891488"/>
            <a:ext cx="140800" cy="281600"/>
          </a:xfrm>
          <a:prstGeom prst="rect">
            <a:avLst/>
          </a:prstGeom>
        </p:spPr>
      </p:pic>
      <p:pic>
        <p:nvPicPr>
          <p:cNvPr id="33" name="Picture 32" descr="A picture containing text, athletic game&#10;&#10;Description automatically generated">
            <a:extLst>
              <a:ext uri="{FF2B5EF4-FFF2-40B4-BE49-F238E27FC236}">
                <a16:creationId xmlns:a16="http://schemas.microsoft.com/office/drawing/2014/main" id="{5420CF1E-D3DB-613C-4C7F-12890515A4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5" y="1860387"/>
            <a:ext cx="3481125" cy="11673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410641"/>
            <a:ext cx="4187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-1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b</a:t>
            </a:r>
            <a:r>
              <a:rPr sz="1100" spc="-114">
                <a:latin typeface="Book Antiqua"/>
                <a:cs typeface="Book Antiqua"/>
              </a:rPr>
              <a:t>]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 Function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120">
                <a:latin typeface="Bookman Old Style"/>
                <a:cs typeface="Bookman Old Style"/>
              </a:rPr>
              <a:t>f</a:t>
            </a:r>
            <a:r>
              <a:rPr sz="1200" b="0" i="1" spc="179" baseline="-10416">
                <a:latin typeface="Bookman Old Style"/>
                <a:cs typeface="Bookman Old Style"/>
              </a:rPr>
              <a:t>X</a:t>
            </a:r>
            <a:endParaRPr sz="1200" baseline="-10416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3951" y="1032929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133" y="974153"/>
            <a:ext cx="529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8309" y="778802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9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5479" y="887895"/>
            <a:ext cx="8680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8279" algn="l"/>
              </a:tabLst>
            </a:pP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90">
                <a:latin typeface="Bookman Old Style"/>
                <a:cs typeface="Bookman Old Style"/>
              </a:rPr>
              <a:t>b</a:t>
            </a:r>
            <a:r>
              <a:rPr sz="1100" spc="-9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5479" y="1059980"/>
            <a:ext cx="791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0</a:t>
            </a:r>
            <a:r>
              <a:rPr sz="1100" spc="215">
                <a:latin typeface="Book Antiqua"/>
                <a:cs typeface="Book Antiqua"/>
              </a:rPr>
              <a:t>  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144" y="1272375"/>
            <a:ext cx="27247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c</a:t>
            </a:r>
            <a:r>
              <a:rPr sz="1100" spc="-25" dirty="0">
                <a:latin typeface="Book Antiqua"/>
                <a:cs typeface="Book Antiqua"/>
              </a:rPr>
              <a:t>?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DCBCABF7-ABF0-2EA3-3618-A7A3C366D8D5}"/>
              </a:ext>
            </a:extLst>
          </p:cNvPr>
          <p:cNvSpPr/>
          <p:nvPr/>
        </p:nvSpPr>
        <p:spPr>
          <a:xfrm>
            <a:off x="2093888" y="887895"/>
            <a:ext cx="45719" cy="3592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E177-5761-1B67-A40F-EF43DFBF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6CF0C3-929D-EA26-27A3-E1F546996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97E92BF-5C9B-4850-372D-5E5C4F66CE1B}"/>
              </a:ext>
            </a:extLst>
          </p:cNvPr>
          <p:cNvSpPr txBox="1"/>
          <p:nvPr/>
        </p:nvSpPr>
        <p:spPr>
          <a:xfrm>
            <a:off x="100444" y="410641"/>
            <a:ext cx="4187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-1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b</a:t>
            </a:r>
            <a:r>
              <a:rPr sz="1100" spc="-114">
                <a:latin typeface="Book Antiqua"/>
                <a:cs typeface="Book Antiqua"/>
              </a:rPr>
              <a:t>]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 Function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120">
                <a:latin typeface="Bookman Old Style"/>
                <a:cs typeface="Bookman Old Style"/>
              </a:rPr>
              <a:t>f</a:t>
            </a:r>
            <a:r>
              <a:rPr sz="1200" b="0" i="1" spc="179" baseline="-10416">
                <a:latin typeface="Bookman Old Style"/>
                <a:cs typeface="Bookman Old Style"/>
              </a:rPr>
              <a:t>X</a:t>
            </a:r>
            <a:endParaRPr sz="1200" baseline="-10416">
              <a:latin typeface="Bookman Old Style"/>
              <a:cs typeface="Bookman Old Style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8DF37C-2027-7C0D-06FA-A970C2914089}"/>
              </a:ext>
            </a:extLst>
          </p:cNvPr>
          <p:cNvSpPr txBox="1"/>
          <p:nvPr/>
        </p:nvSpPr>
        <p:spPr>
          <a:xfrm>
            <a:off x="1543951" y="1032929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C584A38-BCC2-44A0-CE24-E0D9B3F0DB18}"/>
              </a:ext>
            </a:extLst>
          </p:cNvPr>
          <p:cNvSpPr txBox="1"/>
          <p:nvPr/>
        </p:nvSpPr>
        <p:spPr>
          <a:xfrm>
            <a:off x="1476133" y="974153"/>
            <a:ext cx="529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873298-066D-FE4B-5A50-4806028D8B82}"/>
              </a:ext>
            </a:extLst>
          </p:cNvPr>
          <p:cNvSpPr txBox="1"/>
          <p:nvPr/>
        </p:nvSpPr>
        <p:spPr>
          <a:xfrm>
            <a:off x="2018309" y="778802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9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5F08B94-32D2-7739-46F4-5D907C46BCC0}"/>
              </a:ext>
            </a:extLst>
          </p:cNvPr>
          <p:cNvSpPr txBox="1"/>
          <p:nvPr/>
        </p:nvSpPr>
        <p:spPr>
          <a:xfrm>
            <a:off x="2185479" y="887895"/>
            <a:ext cx="8680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8279" algn="l"/>
              </a:tabLst>
            </a:pP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90">
                <a:latin typeface="Bookman Old Style"/>
                <a:cs typeface="Bookman Old Style"/>
              </a:rPr>
              <a:t>b</a:t>
            </a:r>
            <a:r>
              <a:rPr sz="1100" spc="-9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C063D98-17A2-2E53-00D4-A7477971ED43}"/>
              </a:ext>
            </a:extLst>
          </p:cNvPr>
          <p:cNvSpPr txBox="1"/>
          <p:nvPr/>
        </p:nvSpPr>
        <p:spPr>
          <a:xfrm>
            <a:off x="2185479" y="1059980"/>
            <a:ext cx="791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0</a:t>
            </a:r>
            <a:r>
              <a:rPr sz="1100" spc="215">
                <a:latin typeface="Book Antiqua"/>
                <a:cs typeface="Book Antiqua"/>
              </a:rPr>
              <a:t>  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46624C-4D2E-9F31-8268-CF24F15ED5E0}"/>
              </a:ext>
            </a:extLst>
          </p:cNvPr>
          <p:cNvSpPr txBox="1"/>
          <p:nvPr/>
        </p:nvSpPr>
        <p:spPr>
          <a:xfrm>
            <a:off x="2139607" y="171507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3A579AB-6928-D35C-172A-E24B6AC35C8E}"/>
              </a:ext>
            </a:extLst>
          </p:cNvPr>
          <p:cNvSpPr txBox="1"/>
          <p:nvPr/>
        </p:nvSpPr>
        <p:spPr>
          <a:xfrm>
            <a:off x="113144" y="1272375"/>
            <a:ext cx="2724785" cy="471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100" spc="-2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  <a:p>
            <a:pPr marL="1708150">
              <a:lnSpc>
                <a:spcPct val="100000"/>
              </a:lnSpc>
              <a:spcBef>
                <a:spcPts val="880"/>
              </a:spcBef>
            </a:pPr>
            <a:r>
              <a:rPr sz="1100">
                <a:latin typeface="Book Antiqua"/>
                <a:cs typeface="Book Antiqua"/>
              </a:rPr>
              <a:t>1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650" spc="442" baseline="75757">
                <a:latin typeface="Arial"/>
                <a:cs typeface="Arial"/>
              </a:rPr>
              <a:t>   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9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8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3E20E51-BDF2-E38E-02C2-11D78226BB8F}"/>
              </a:ext>
            </a:extLst>
          </p:cNvPr>
          <p:cNvSpPr txBox="1"/>
          <p:nvPr/>
        </p:nvSpPr>
        <p:spPr>
          <a:xfrm>
            <a:off x="2062632" y="173187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DBA05D8-356B-909B-1368-D7177C405027}"/>
              </a:ext>
            </a:extLst>
          </p:cNvPr>
          <p:cNvSpPr txBox="1"/>
          <p:nvPr/>
        </p:nvSpPr>
        <p:spPr>
          <a:xfrm>
            <a:off x="2201176" y="1809267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90">
                <a:latin typeface="Lucida Sans Unicode"/>
                <a:cs typeface="Lucida Sans Unicode"/>
              </a:rPr>
              <a:t>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DEEBD69-EC21-EAE3-5E44-255079D60182}"/>
              </a:ext>
            </a:extLst>
          </p:cNvPr>
          <p:cNvSpPr txBox="1"/>
          <p:nvPr/>
        </p:nvSpPr>
        <p:spPr>
          <a:xfrm>
            <a:off x="1916391" y="1920456"/>
            <a:ext cx="704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593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5AAC3B1-C3F9-830D-0A6E-188F1982BF7C}"/>
              </a:ext>
            </a:extLst>
          </p:cNvPr>
          <p:cNvSpPr txBox="1"/>
          <p:nvPr/>
        </p:nvSpPr>
        <p:spPr>
          <a:xfrm>
            <a:off x="2062632" y="2137460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347948D-D2B2-7C84-61A1-8EF844F1FB73}"/>
              </a:ext>
            </a:extLst>
          </p:cNvPr>
          <p:cNvSpPr txBox="1"/>
          <p:nvPr/>
        </p:nvSpPr>
        <p:spPr>
          <a:xfrm>
            <a:off x="2139607" y="2073427"/>
            <a:ext cx="217170" cy="2882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  <a:p>
            <a:pPr marR="13970" algn="ctr">
              <a:lnSpc>
                <a:spcPct val="100000"/>
              </a:lnSpc>
              <a:spcBef>
                <a:spcPts val="7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7070493-EDEA-5914-D0CA-4866418BAD55}"/>
              </a:ext>
            </a:extLst>
          </p:cNvPr>
          <p:cNvSpPr txBox="1"/>
          <p:nvPr/>
        </p:nvSpPr>
        <p:spPr>
          <a:xfrm>
            <a:off x="2139607" y="2488996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D1BBD85-7018-10C9-36F0-626F4ED646A5}"/>
              </a:ext>
            </a:extLst>
          </p:cNvPr>
          <p:cNvSpPr txBox="1"/>
          <p:nvPr/>
        </p:nvSpPr>
        <p:spPr>
          <a:xfrm>
            <a:off x="1916391" y="2326043"/>
            <a:ext cx="620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2745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E509006-B3C1-FEC7-AED3-0C964734CC2C}"/>
              </a:ext>
            </a:extLst>
          </p:cNvPr>
          <p:cNvSpPr txBox="1"/>
          <p:nvPr/>
        </p:nvSpPr>
        <p:spPr>
          <a:xfrm>
            <a:off x="2145690" y="2532507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29474DE-A137-44E9-7BA4-5E47982FAEFA}"/>
              </a:ext>
            </a:extLst>
          </p:cNvPr>
          <p:cNvSpPr txBox="1"/>
          <p:nvPr/>
        </p:nvSpPr>
        <p:spPr>
          <a:xfrm>
            <a:off x="2284234" y="2609900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6970146-FB2F-E8F6-02F3-1AF860E9BC21}"/>
              </a:ext>
            </a:extLst>
          </p:cNvPr>
          <p:cNvSpPr txBox="1"/>
          <p:nvPr/>
        </p:nvSpPr>
        <p:spPr>
          <a:xfrm>
            <a:off x="1916391" y="2721089"/>
            <a:ext cx="643255" cy="488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05"/>
              </a:lnSpc>
              <a:spcBef>
                <a:spcPts val="90"/>
              </a:spcBef>
              <a:tabLst>
                <a:tab pos="466090" algn="l"/>
              </a:tabLst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  <a:p>
            <a:pPr marL="51435" algn="ctr">
              <a:lnSpc>
                <a:spcPts val="944"/>
              </a:lnSpc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80">
                <a:latin typeface="Book Antiqua"/>
                <a:cs typeface="Book Antiqua"/>
              </a:rPr>
              <a:t>(</a:t>
            </a:r>
            <a:r>
              <a:rPr sz="1100" b="0" i="1" spc="-80">
                <a:latin typeface="Bookman Old Style"/>
                <a:cs typeface="Bookman Old Style"/>
              </a:rPr>
              <a:t>b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EE9E12E-3855-20B0-1EBD-720638A30C54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F7E02C2-1696-5F5F-41A1-E57D3CC502B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AC18283-6036-A57E-EF40-422DC6510860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7B10B493-4368-1B63-721C-AE904634C2F4}"/>
              </a:ext>
            </a:extLst>
          </p:cNvPr>
          <p:cNvSpPr/>
          <p:nvPr/>
        </p:nvSpPr>
        <p:spPr>
          <a:xfrm>
            <a:off x="2093888" y="887895"/>
            <a:ext cx="45719" cy="3592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79A84A86-3BD2-C79E-69F9-C3C097EFF1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8" y="1541629"/>
            <a:ext cx="140800" cy="281600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B359437-0D7D-8EFE-BC50-0AAA71B3360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868" y="1868373"/>
            <a:ext cx="140800" cy="281600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AC754646-BB41-379A-3491-69E77C7053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8" y="2278192"/>
            <a:ext cx="140800" cy="281600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591811F3-5C6C-063F-AFF2-D71ED502466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757" y="2664202"/>
            <a:ext cx="140800" cy="2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76561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82928"/>
            <a:ext cx="1433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100" spc="-2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2764" y="1650669"/>
            <a:ext cx="231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9002" y="155694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5332" y="176728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2632" y="1745703"/>
            <a:ext cx="327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15/42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25602"/>
            <a:ext cx="2564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70">
                <a:latin typeface="Bookman Old Style"/>
                <a:cs typeface="Bookman Old Style"/>
              </a:rPr>
              <a:t>b</a:t>
            </a:r>
            <a:r>
              <a:rPr sz="1100" spc="-7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7757" y="87961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4074" y="1089952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8622" y="973340"/>
            <a:ext cx="935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9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90">
                <a:latin typeface="Book Antiqua"/>
                <a:cs typeface="Book Antiqua"/>
              </a:rPr>
              <a:t> </a:t>
            </a:r>
            <a:r>
              <a:rPr sz="1650" b="0" i="1" spc="-307" baseline="-37878">
                <a:latin typeface="Bookman Old Style"/>
                <a:cs typeface="Bookman Old Style"/>
              </a:rPr>
              <a:t>b</a:t>
            </a:r>
            <a:r>
              <a:rPr sz="1650" b="0" i="1" spc="-89" baseline="-37878">
                <a:latin typeface="Bookman Old Style"/>
                <a:cs typeface="Bookman Old Style"/>
              </a:rPr>
              <a:t> </a:t>
            </a:r>
            <a:r>
              <a:rPr sz="1650" spc="-52" baseline="-37878">
                <a:latin typeface="Lucida Sans Unicode"/>
                <a:cs typeface="Lucida Sans Unicode"/>
              </a:rPr>
              <a:t>−</a:t>
            </a:r>
            <a:r>
              <a:rPr sz="1650" spc="-120" baseline="-37878">
                <a:latin typeface="Lucida Sans Unicode"/>
                <a:cs typeface="Lucida Sans Unicode"/>
              </a:rPr>
              <a:t> </a:t>
            </a:r>
            <a:r>
              <a:rPr sz="1650" b="0" i="1" spc="-75" baseline="-37878">
                <a:latin typeface="Bookman Old Style"/>
                <a:cs typeface="Bookman Old Style"/>
              </a:rPr>
              <a:t>a</a:t>
            </a:r>
            <a:endParaRPr sz="1650" baseline="-37878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484" y="1778292"/>
            <a:ext cx="1277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δ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8323" y="1667103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x</a:t>
            </a:r>
            <a:r>
              <a:rPr sz="800" spc="-25">
                <a:latin typeface="Century"/>
                <a:cs typeface="Century"/>
              </a:rPr>
              <a:t>+</a:t>
            </a:r>
            <a:r>
              <a:rPr sz="800" b="0" i="1" spc="-25">
                <a:latin typeface="Bookman Old Style"/>
                <a:cs typeface="Bookman Old Style"/>
              </a:rPr>
              <a:t>δ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6754" y="1941245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4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779" y="1589709"/>
            <a:ext cx="102870" cy="586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7916" y="1778292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8323" y="2062149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x</a:t>
            </a:r>
            <a:r>
              <a:rPr sz="800" spc="-25">
                <a:latin typeface="Century"/>
                <a:cs typeface="Century"/>
              </a:rPr>
              <a:t>+</a:t>
            </a:r>
            <a:r>
              <a:rPr sz="800" b="0" i="1" spc="-25">
                <a:latin typeface="Bookman Old Style"/>
                <a:cs typeface="Bookman Old Style"/>
              </a:rPr>
              <a:t>δ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3538" y="2173338"/>
            <a:ext cx="769620" cy="309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305"/>
              </a:lnSpc>
              <a:spcBef>
                <a:spcPts val="90"/>
              </a:spcBef>
              <a:tabLst>
                <a:tab pos="52197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  <a:p>
            <a:pPr marL="235585">
              <a:lnSpc>
                <a:spcPts val="944"/>
              </a:lnSpc>
            </a:pPr>
            <a:r>
              <a:rPr sz="800" b="0" i="1" spc="4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1338" y="243886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77668" y="264919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03538" y="2532595"/>
            <a:ext cx="1344930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73990" marR="5080" indent="-161925">
              <a:lnSpc>
                <a:spcPct val="56699"/>
              </a:lnSpc>
              <a:spcBef>
                <a:spcPts val="660"/>
              </a:spcBef>
              <a:tabLst>
                <a:tab pos="52197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90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75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0" i="1" spc="-145">
                <a:latin typeface="Bookman Old Style"/>
                <a:cs typeface="Bookman Old Style"/>
              </a:rPr>
              <a:t>δ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0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x</a:t>
            </a:r>
            <a:r>
              <a:rPr sz="1100" spc="-25">
                <a:latin typeface="Book Antiqua"/>
                <a:cs typeface="Book Antiqua"/>
              </a:rPr>
              <a:t>)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3538" y="287972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2570" y="2785999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35">
                <a:latin typeface="Bookman Old Style"/>
                <a:cs typeface="Bookman Old Style"/>
              </a:rPr>
              <a:t>δ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77668" y="299632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64968" y="2974759"/>
            <a:ext cx="327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7" name="Picture 2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513CEAAE-F8B7-17C4-C02E-9D0188532F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679" y="1715727"/>
            <a:ext cx="140800" cy="281600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A60BAC03-7023-C600-1C78-BB9D3E5E8C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273" y="2111854"/>
            <a:ext cx="140800" cy="281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2564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70">
                <a:latin typeface="Bookman Old Style"/>
                <a:cs typeface="Bookman Old Style"/>
              </a:rPr>
              <a:t>b</a:t>
            </a:r>
            <a:r>
              <a:rPr sz="1100" spc="-7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582726"/>
            <a:ext cx="1590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0">
                <a:latin typeface="Book Antiqua"/>
                <a:cs typeface="Book Antiqua"/>
              </a:rPr>
              <a:t> </a:t>
            </a:r>
            <a:r>
              <a:rPr sz="1200" u="sng" spc="480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spc="450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390" baseline="31250">
                <a:latin typeface="Century"/>
                <a:cs typeface="Century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934" y="854290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667816"/>
            <a:ext cx="132651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4705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b</a:t>
            </a:r>
            <a:r>
              <a:rPr sz="800" spc="-25">
                <a:latin typeface="Lucida Sans Unicode"/>
                <a:cs typeface="Lucida Sans Unicode"/>
              </a:rPr>
              <a:t>−</a:t>
            </a:r>
            <a:r>
              <a:rPr sz="800" b="0" i="1" spc="-25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0" i="1">
                <a:latin typeface="Bookman Old Style"/>
                <a:cs typeface="Bookman Old Style"/>
              </a:rPr>
              <a:t>F</a:t>
            </a:r>
            <a:r>
              <a:rPr sz="1100" b="0" i="1" spc="434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d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5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d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7743" y="7613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80">
                <a:latin typeface="Bookman Old Style"/>
                <a:cs typeface="Bookman Old Style"/>
              </a:rPr>
              <a:t>d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0807" y="881507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6018" y="795528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8898" y="1081852"/>
            <a:ext cx="2877820" cy="2273300"/>
            <a:chOff x="858898" y="1081852"/>
            <a:chExt cx="2877820" cy="2273300"/>
          </a:xfrm>
        </p:grpSpPr>
        <p:sp>
          <p:nvSpPr>
            <p:cNvPr id="12" name="object 12"/>
            <p:cNvSpPr/>
            <p:nvPr/>
          </p:nvSpPr>
          <p:spPr>
            <a:xfrm>
              <a:off x="2303995" y="1086932"/>
              <a:ext cx="0" cy="2263140"/>
            </a:xfrm>
            <a:custGeom>
              <a:avLst/>
              <a:gdLst/>
              <a:ahLst/>
              <a:cxnLst/>
              <a:rect l="l" t="t" r="r" b="b"/>
              <a:pathLst>
                <a:path h="2263140">
                  <a:moveTo>
                    <a:pt x="0" y="0"/>
                  </a:moveTo>
                  <a:lnTo>
                    <a:pt x="0" y="2262845"/>
                  </a:lnTo>
                </a:path>
              </a:pathLst>
            </a:custGeom>
            <a:ln w="1012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3978" y="2514295"/>
              <a:ext cx="2867660" cy="0"/>
            </a:xfrm>
            <a:custGeom>
              <a:avLst/>
              <a:gdLst/>
              <a:ahLst/>
              <a:cxnLst/>
              <a:rect l="l" t="t" r="r" b="b"/>
              <a:pathLst>
                <a:path w="2867660">
                  <a:moveTo>
                    <a:pt x="0" y="0"/>
                  </a:moveTo>
                  <a:lnTo>
                    <a:pt x="2867380" y="0"/>
                  </a:lnTo>
                </a:path>
              </a:pathLst>
            </a:custGeom>
            <a:ln w="1012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00655" y="24792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a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8810" y="2483167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4654" y="1687690"/>
            <a:ext cx="95250" cy="537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sz="1100" spc="-5">
                <a:latin typeface="Book Antiqua"/>
                <a:cs typeface="Book Antiqua"/>
              </a:rPr>
              <a:t>c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1220" y="1804434"/>
            <a:ext cx="2867660" cy="720090"/>
            <a:chOff x="863978" y="1794281"/>
            <a:chExt cx="2867660" cy="720090"/>
          </a:xfrm>
        </p:grpSpPr>
        <p:sp>
          <p:nvSpPr>
            <p:cNvPr id="18" name="object 18"/>
            <p:cNvSpPr/>
            <p:nvPr/>
          </p:nvSpPr>
          <p:spPr>
            <a:xfrm>
              <a:off x="2447994" y="2154291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5">
                  <a:moveTo>
                    <a:pt x="0" y="0"/>
                  </a:moveTo>
                  <a:lnTo>
                    <a:pt x="419354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3978" y="1794281"/>
              <a:ext cx="2867660" cy="720090"/>
            </a:xfrm>
            <a:custGeom>
              <a:avLst/>
              <a:gdLst/>
              <a:ahLst/>
              <a:cxnLst/>
              <a:rect l="l" t="t" r="r" b="b"/>
              <a:pathLst>
                <a:path w="2867660" h="720089">
                  <a:moveTo>
                    <a:pt x="0" y="720013"/>
                  </a:moveTo>
                  <a:lnTo>
                    <a:pt x="1584020" y="720013"/>
                  </a:lnTo>
                  <a:lnTo>
                    <a:pt x="2016023" y="0"/>
                  </a:lnTo>
                  <a:lnTo>
                    <a:pt x="2867380" y="0"/>
                  </a:lnTo>
                </a:path>
              </a:pathLst>
            </a:custGeom>
            <a:ln w="1012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18/42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55A08C-5A77-BFF0-9F10-124414058E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24" y="753144"/>
            <a:ext cx="127715" cy="2554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86384"/>
            <a:ext cx="43472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>
                <a:latin typeface="Book Antiqua"/>
                <a:cs typeface="Book Antiqua"/>
              </a:rPr>
              <a:t>Alvin’s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driving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work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is </a:t>
            </a:r>
            <a:r>
              <a:rPr sz="1100" spc="-40">
                <a:latin typeface="Book Antiqua"/>
                <a:cs typeface="Book Antiqua"/>
              </a:rPr>
              <a:t>sunny,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5">
                <a:latin typeface="Book Antiqua"/>
                <a:cs typeface="Book Antiqua"/>
              </a:rPr>
              <a:t>rainy,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all</a:t>
            </a:r>
            <a:r>
              <a:rPr sz="1100" spc="50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times </a:t>
            </a:r>
            <a:r>
              <a:rPr sz="1100" spc="-10">
                <a:latin typeface="Book Antiqua"/>
                <a:cs typeface="Book Antiqua"/>
              </a:rPr>
              <a:t>being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equally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likely</a:t>
            </a:r>
            <a:r>
              <a:rPr sz="1100">
                <a:latin typeface="Book Antiqua"/>
                <a:cs typeface="Book Antiqua"/>
              </a:rPr>
              <a:t> in </a:t>
            </a:r>
            <a:r>
              <a:rPr sz="1100" spc="-10">
                <a:latin typeface="Book Antiqua"/>
                <a:cs typeface="Book Antiqua"/>
              </a:rPr>
              <a:t>each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case.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9929" y="15497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17229" y="1339418"/>
            <a:ext cx="1888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05939" algn="l"/>
              </a:tabLst>
            </a:pPr>
            <a:r>
              <a:rPr sz="1100" spc="-50">
                <a:latin typeface="Book Antiqua"/>
                <a:cs typeface="Book Antiqua"/>
              </a:rPr>
              <a:t>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23677" y="15497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17229" y="1528178"/>
            <a:ext cx="1888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05939" algn="l"/>
              </a:tabLst>
            </a:pPr>
            <a:r>
              <a:rPr sz="1100" spc="-50">
                <a:latin typeface="Book Antiqua"/>
                <a:cs typeface="Book Antiqua"/>
              </a:rPr>
              <a:t>3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433144"/>
            <a:ext cx="393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4235" algn="l"/>
                <a:tab pos="3881754" algn="l"/>
              </a:tabLst>
            </a:pPr>
            <a:r>
              <a:rPr sz="1100">
                <a:latin typeface="Book Antiqua"/>
                <a:cs typeface="Book Antiqua"/>
              </a:rPr>
              <a:t>A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sunny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and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rainy with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339" y="2269601"/>
            <a:ext cx="5530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60">
                <a:solidFill>
                  <a:srgbClr val="FFFFFF"/>
                </a:solidFill>
                <a:latin typeface="Book Antiqua"/>
                <a:cs typeface="Book Antiqua"/>
              </a:rPr>
              <a:t>Warning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1817039"/>
            <a:ext cx="4445635" cy="35003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1336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driving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viewed </a:t>
            </a:r>
            <a:r>
              <a:rPr sz="1100">
                <a:latin typeface="Book Antiqua"/>
                <a:cs typeface="Book Antiqua"/>
              </a:rPr>
              <a:t>as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19/42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46798"/>
            <a:ext cx="426466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>
                <a:latin typeface="Georgia"/>
                <a:cs typeface="Georgia"/>
              </a:rPr>
              <a:t>Alvin’s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driving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time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to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40">
                <a:latin typeface="Georgia"/>
                <a:cs typeface="Georgia"/>
              </a:rPr>
              <a:t>work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the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rainy</a:t>
            </a:r>
            <a:r>
              <a:rPr sz="1100" spc="-10">
                <a:latin typeface="Book Antiqua"/>
                <a:cs typeface="Book Antiqua"/>
              </a:rPr>
              <a:t>, with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equally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case</a:t>
            </a:r>
            <a:r>
              <a:rPr sz="1100" spc="-1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20/42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46798"/>
            <a:ext cx="4342765" cy="1412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3185">
              <a:lnSpc>
                <a:spcPct val="102600"/>
              </a:lnSpc>
              <a:spcBef>
                <a:spcPts val="55"/>
              </a:spcBef>
            </a:pPr>
            <a:r>
              <a:rPr sz="1100" b="1">
                <a:latin typeface="Georgia"/>
                <a:cs typeface="Georgia"/>
              </a:rPr>
              <a:t>Alvin’s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driving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time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to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40">
                <a:latin typeface="Georgia"/>
                <a:cs typeface="Georgia"/>
              </a:rPr>
              <a:t>work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the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rainy</a:t>
            </a:r>
            <a:r>
              <a:rPr sz="1100" spc="-10">
                <a:latin typeface="Book Antiqua"/>
                <a:cs typeface="Book Antiqua"/>
              </a:rPr>
              <a:t>, with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equally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case</a:t>
            </a:r>
            <a:r>
              <a:rPr sz="1100" spc="-1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Book Antiqua"/>
              <a:cs typeface="Book Antiqua"/>
            </a:endParaRPr>
          </a:p>
          <a:p>
            <a:pPr marL="12700" marR="5080">
              <a:lnSpc>
                <a:spcPct val="102600"/>
              </a:lnSpc>
            </a:pPr>
            <a:r>
              <a:rPr sz="1100" b="1" spc="50">
                <a:latin typeface="Georgia"/>
                <a:cs typeface="Georgia"/>
              </a:rPr>
              <a:t>X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6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20 </a:t>
            </a:r>
            <a:r>
              <a:rPr sz="1100">
                <a:latin typeface="Book Antiqua"/>
                <a:cs typeface="Book Antiqua"/>
              </a:rPr>
              <a:t>and 25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rainy</a:t>
            </a:r>
            <a:r>
              <a:rPr sz="1100" spc="-20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equally likely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case</a:t>
            </a:r>
            <a:r>
              <a:rPr sz="1100" spc="-2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8689" y="240638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5989" y="238481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5989" y="2196058"/>
            <a:ext cx="1938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55470" algn="l"/>
              </a:tabLst>
            </a:pPr>
            <a:r>
              <a:rPr sz="1100" spc="-50">
                <a:latin typeface="Book Antiqua"/>
                <a:cs typeface="Book Antiqua"/>
              </a:rPr>
              <a:t>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61878" y="240638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9178" y="238481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2289784"/>
            <a:ext cx="4271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23160" algn="l"/>
                <a:tab pos="4220210" algn="l"/>
              </a:tabLst>
            </a:pPr>
            <a:r>
              <a:rPr sz="1100" b="1">
                <a:latin typeface="Georgia"/>
                <a:cs typeface="Georgia"/>
              </a:rPr>
              <a:t>The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30">
                <a:latin typeface="Georgia"/>
                <a:cs typeface="Georgia"/>
              </a:rPr>
              <a:t>sunny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and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1" spc="-25">
                <a:latin typeface="Georgia"/>
                <a:cs typeface="Georgia"/>
              </a:rPr>
              <a:t>rainy</a:t>
            </a:r>
            <a:r>
              <a:rPr sz="1100" b="1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 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2493683"/>
            <a:ext cx="1477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20/42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5170" y="115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7870" y="136964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65170" y="134807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253033"/>
            <a:ext cx="41770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36265" algn="l"/>
              </a:tabLst>
            </a:pPr>
            <a:r>
              <a:rPr sz="1100" b="1" spc="50">
                <a:latin typeface="Georgia"/>
                <a:cs typeface="Georgia"/>
              </a:rPr>
              <a:t>X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20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543" y="145000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2243" y="166034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9543" y="163877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543736"/>
            <a:ext cx="4058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56460" algn="l"/>
              </a:tabLst>
            </a:pP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3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times</a:t>
            </a:r>
            <a:r>
              <a:rPr sz="1100" b="1" spc="3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equally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47634"/>
            <a:ext cx="147764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case</a:t>
            </a:r>
            <a:r>
              <a:rPr sz="1100" spc="-20">
                <a:latin typeface="Book Antiqua"/>
                <a:cs typeface="Book Antiqua"/>
              </a:rPr>
              <a:t>.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21/42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128" y="81630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07828" y="102662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5128" y="100506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910031"/>
            <a:ext cx="4187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5879" algn="l"/>
              </a:tabLst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10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and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3978" y="11069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6678" y="131733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3978" y="129575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200721"/>
            <a:ext cx="3606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54729" algn="l"/>
              </a:tabLst>
            </a:pP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04620"/>
            <a:ext cx="1477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78974" y="1943728"/>
            <a:ext cx="1450340" cy="298450"/>
            <a:chOff x="1578974" y="1943728"/>
            <a:chExt cx="1450340" cy="298450"/>
          </a:xfrm>
        </p:grpSpPr>
        <p:sp>
          <p:nvSpPr>
            <p:cNvPr id="13" name="object 13"/>
            <p:cNvSpPr/>
            <p:nvPr/>
          </p:nvSpPr>
          <p:spPr>
            <a:xfrm>
              <a:off x="1584035" y="2092782"/>
              <a:ext cx="720090" cy="144145"/>
            </a:xfrm>
            <a:custGeom>
              <a:avLst/>
              <a:gdLst/>
              <a:ahLst/>
              <a:cxnLst/>
              <a:rect l="l" t="t" r="r" b="b"/>
              <a:pathLst>
                <a:path w="720089" h="144144">
                  <a:moveTo>
                    <a:pt x="720001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720001" y="144005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84035" y="2092782"/>
              <a:ext cx="720090" cy="144145"/>
            </a:xfrm>
            <a:custGeom>
              <a:avLst/>
              <a:gdLst/>
              <a:ahLst/>
              <a:cxnLst/>
              <a:rect l="l" t="t" r="r" b="b"/>
              <a:pathLst>
                <a:path w="720089" h="144144">
                  <a:moveTo>
                    <a:pt x="0" y="144005"/>
                  </a:moveTo>
                  <a:lnTo>
                    <a:pt x="0" y="0"/>
                  </a:lnTo>
                  <a:lnTo>
                    <a:pt x="720001" y="0"/>
                  </a:lnTo>
                  <a:lnTo>
                    <a:pt x="720001" y="144005"/>
                  </a:lnTo>
                  <a:lnTo>
                    <a:pt x="0" y="14400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4033" y="1948789"/>
              <a:ext cx="720090" cy="288290"/>
            </a:xfrm>
            <a:custGeom>
              <a:avLst/>
              <a:gdLst/>
              <a:ahLst/>
              <a:cxnLst/>
              <a:rect l="l" t="t" r="r" b="b"/>
              <a:pathLst>
                <a:path w="720089" h="288289">
                  <a:moveTo>
                    <a:pt x="720001" y="0"/>
                  </a:moveTo>
                  <a:lnTo>
                    <a:pt x="0" y="0"/>
                  </a:lnTo>
                  <a:lnTo>
                    <a:pt x="0" y="287997"/>
                  </a:lnTo>
                  <a:lnTo>
                    <a:pt x="720001" y="287997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4033" y="1948789"/>
              <a:ext cx="720090" cy="288290"/>
            </a:xfrm>
            <a:custGeom>
              <a:avLst/>
              <a:gdLst/>
              <a:ahLst/>
              <a:cxnLst/>
              <a:rect l="l" t="t" r="r" b="b"/>
              <a:pathLst>
                <a:path w="720089" h="288289">
                  <a:moveTo>
                    <a:pt x="0" y="287997"/>
                  </a:moveTo>
                  <a:lnTo>
                    <a:pt x="0" y="0"/>
                  </a:lnTo>
                  <a:lnTo>
                    <a:pt x="720001" y="0"/>
                  </a:lnTo>
                  <a:lnTo>
                    <a:pt x="720001" y="287997"/>
                  </a:lnTo>
                  <a:lnTo>
                    <a:pt x="0" y="287997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02041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2030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20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2018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25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1882" y="1960981"/>
            <a:ext cx="190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200" spc="-37" baseline="-10416">
                <a:latin typeface="Century"/>
                <a:cs typeface="Century"/>
              </a:rPr>
              <a:t>1</a:t>
            </a:r>
            <a:endParaRPr sz="1200" baseline="-10416">
              <a:latin typeface="Century"/>
              <a:cs typeface="Century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9856" y="1816976"/>
            <a:ext cx="190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200" spc="-37" baseline="-10416">
                <a:latin typeface="Century"/>
                <a:cs typeface="Century"/>
              </a:rPr>
              <a:t>2</a:t>
            </a:r>
            <a:endParaRPr sz="1200" baseline="-10416">
              <a:latin typeface="Century"/>
              <a:cs typeface="Century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22/42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128" y="99642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07828" y="120675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5128" y="118518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090155"/>
            <a:ext cx="4187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5879" algn="l"/>
              </a:tabLst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10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and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3978" y="128711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6678" y="149745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3978" y="147589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80845"/>
            <a:ext cx="3606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54729" algn="l"/>
              </a:tabLst>
            </a:pP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6664" y="1688453"/>
            <a:ext cx="376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52" baseline="7575">
                <a:latin typeface="Bookman Old Style"/>
                <a:cs typeface="Bookman Old Style"/>
              </a:rPr>
              <a:t>c</a:t>
            </a:r>
            <a:r>
              <a:rPr lang="en-US" sz="1650" b="0" i="1" spc="-352" baseline="7575">
                <a:latin typeface="Bookman Old Style"/>
                <a:cs typeface="Bookman Old Style"/>
              </a:rPr>
              <a:t>  </a:t>
            </a:r>
            <a:r>
              <a:rPr sz="800" spc="-235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8659" y="1686026"/>
            <a:ext cx="9474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r>
              <a:rPr sz="1100" spc="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1320" y="1917103"/>
            <a:ext cx="8001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790" algn="l"/>
              </a:tabLst>
            </a:pPr>
            <a:r>
              <a:rPr sz="800" b="0" i="1" spc="80">
                <a:latin typeface="Bookman Old Style"/>
                <a:cs typeface="Bookman Old Style"/>
              </a:rPr>
              <a:t>X</a:t>
            </a:r>
            <a:r>
              <a:rPr sz="800" b="0" i="1">
                <a:latin typeface="Bookman Old Style"/>
                <a:cs typeface="Bookman Old Style"/>
              </a:rPr>
              <a:t>	</a:t>
            </a:r>
            <a:r>
              <a:rPr sz="800" spc="-5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3298" y="1858105"/>
            <a:ext cx="1922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1045" algn="l"/>
                <a:tab pos="987425" algn="l"/>
              </a:tabLst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r>
              <a:rPr sz="1100" spc="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2076" y="2030184"/>
            <a:ext cx="8426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9079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23/42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7CD7B065-B5FE-93A0-DF88-88F6EF2FF30B}"/>
              </a:ext>
            </a:extLst>
          </p:cNvPr>
          <p:cNvSpPr/>
          <p:nvPr/>
        </p:nvSpPr>
        <p:spPr>
          <a:xfrm>
            <a:off x="1847850" y="1686026"/>
            <a:ext cx="81394" cy="53592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320" y="774814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6905" y="537901"/>
            <a:ext cx="376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52" baseline="7575">
                <a:latin typeface="Bookman Old Style"/>
                <a:cs typeface="Bookman Old Style"/>
              </a:rPr>
              <a:t>c</a:t>
            </a:r>
            <a:r>
              <a:rPr lang="en-US" sz="1650" b="0" i="1" spc="-352" baseline="7575">
                <a:latin typeface="Bookman Old Style"/>
                <a:cs typeface="Bookman Old Style"/>
              </a:rPr>
              <a:t>  </a:t>
            </a:r>
            <a:r>
              <a:rPr sz="800" spc="-235">
                <a:latin typeface="Century"/>
                <a:cs typeface="Century"/>
              </a:rPr>
              <a:t>1</a:t>
            </a:r>
            <a:r>
              <a:rPr lang="en-US" sz="800" spc="-235"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8659" y="543750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3489" y="716051"/>
            <a:ext cx="8140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1045" algn="l"/>
              </a:tabLst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2032" y="77393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8659" y="715822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076" y="887895"/>
            <a:ext cx="8426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9079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2945" y="134091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5694" y="132345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122" y="1246060"/>
            <a:ext cx="11099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019810" algn="l"/>
              </a:tabLst>
            </a:pPr>
            <a:r>
              <a:rPr sz="1100">
                <a:latin typeface="Arial"/>
                <a:cs typeface="Arial"/>
              </a:rPr>
              <a:t>	 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54578" y="132345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19097" y="1597596"/>
            <a:ext cx="1140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sz="800" spc="-25">
                <a:latin typeface="Century"/>
                <a:cs typeface="Century"/>
              </a:rPr>
              <a:t>15</a:t>
            </a:r>
            <a:r>
              <a:rPr sz="800">
                <a:latin typeface="Century"/>
                <a:cs typeface="Century"/>
              </a:rPr>
              <a:t>	</a:t>
            </a: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207" y="1434642"/>
            <a:ext cx="3105785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836930" marR="30480" indent="-799465">
              <a:lnSpc>
                <a:spcPct val="56699"/>
              </a:lnSpc>
              <a:spcBef>
                <a:spcPts val="660"/>
              </a:spcBef>
              <a:tabLst>
                <a:tab pos="960119" algn="l"/>
                <a:tab pos="1381760" algn="l"/>
                <a:tab pos="238950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sunny</a:t>
            </a:r>
            <a:r>
              <a:rPr sz="1100" spc="-20">
                <a:latin typeface="Book Antiqua"/>
                <a:cs typeface="Book Antiqua"/>
              </a:rPr>
              <a:t>)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6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200" spc="112" baseline="-10416">
                <a:latin typeface="Century"/>
                <a:cs typeface="Century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5</a:t>
            </a:r>
            <a:r>
              <a:rPr sz="1100" b="0" i="1" spc="-40">
                <a:latin typeface="Bookman Old Style"/>
                <a:cs typeface="Bookman Old Style"/>
              </a:rPr>
              <a:t>c</a:t>
            </a:r>
            <a:r>
              <a:rPr sz="1200" spc="-60" baseline="-10416">
                <a:latin typeface="Century"/>
                <a:cs typeface="Century"/>
              </a:rPr>
              <a:t>1</a:t>
            </a:r>
            <a:r>
              <a:rPr sz="1200" spc="750" baseline="-10416">
                <a:latin typeface="Century"/>
                <a:cs typeface="Century"/>
              </a:rPr>
              <a:t> 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9050" y="178473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87117" y="19950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29053" y="1878457"/>
            <a:ext cx="535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200" spc="127" baseline="-10416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650" spc="-52" baseline="-37878">
                <a:latin typeface="Book Antiqua"/>
                <a:cs typeface="Book Antiqua"/>
              </a:rPr>
              <a:t>15</a:t>
            </a:r>
            <a:endParaRPr sz="1650" baseline="-37878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2892" y="24392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9097" y="2458646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2069" y="2344420"/>
            <a:ext cx="11099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019810" algn="l"/>
              </a:tabLst>
            </a:pPr>
            <a:r>
              <a:rPr sz="1100">
                <a:latin typeface="Arial"/>
                <a:cs typeface="Arial"/>
              </a:rPr>
              <a:t>	 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910053" y="2451096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9043" y="2695956"/>
            <a:ext cx="1140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sz="800" spc="-25">
                <a:latin typeface="Century"/>
                <a:cs typeface="Century"/>
              </a:rPr>
              <a:t>20</a:t>
            </a:r>
            <a:r>
              <a:rPr sz="800">
                <a:latin typeface="Century"/>
                <a:cs typeface="Century"/>
              </a:rPr>
              <a:t>	</a:t>
            </a: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8261" y="2533002"/>
            <a:ext cx="3065145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96925" marR="30480" indent="-759460">
              <a:lnSpc>
                <a:spcPct val="56699"/>
              </a:lnSpc>
              <a:spcBef>
                <a:spcPts val="660"/>
              </a:spcBef>
              <a:tabLst>
                <a:tab pos="920115" algn="l"/>
                <a:tab pos="1341755" algn="l"/>
                <a:tab pos="23488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rainy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6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200" spc="112" baseline="-10416">
                <a:latin typeface="Century"/>
                <a:cs typeface="Century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5</a:t>
            </a:r>
            <a:r>
              <a:rPr sz="1100" b="0" i="1" spc="-40">
                <a:latin typeface="Bookman Old Style"/>
                <a:cs typeface="Bookman Old Style"/>
              </a:rPr>
              <a:t>c</a:t>
            </a:r>
            <a:r>
              <a:rPr sz="1200" spc="-60" baseline="-10416">
                <a:latin typeface="Century"/>
                <a:cs typeface="Century"/>
              </a:rPr>
              <a:t>2</a:t>
            </a:r>
            <a:r>
              <a:rPr sz="1200" spc="750" baseline="-10416">
                <a:latin typeface="Century"/>
                <a:cs typeface="Century"/>
              </a:rPr>
              <a:t> 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9050" y="2883077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87117" y="309341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29053" y="2976803"/>
            <a:ext cx="535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200" spc="127" baseline="-10416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650" spc="-52" baseline="-37878">
                <a:latin typeface="Book Antiqua"/>
                <a:cs typeface="Book Antiqua"/>
              </a:rPr>
              <a:t>15</a:t>
            </a:r>
            <a:endParaRPr sz="1650" baseline="-37878">
              <a:latin typeface="Book Antiqua"/>
              <a:cs typeface="Book Antiqu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02A4544C-1B46-76EE-B432-CACC0FFA2C6D}"/>
              </a:ext>
            </a:extLst>
          </p:cNvPr>
          <p:cNvSpPr/>
          <p:nvPr/>
        </p:nvSpPr>
        <p:spPr>
          <a:xfrm>
            <a:off x="1870975" y="537901"/>
            <a:ext cx="48122" cy="5299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25F38297-B429-E5E4-25D1-4740684933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894" y="1394091"/>
            <a:ext cx="140800" cy="281600"/>
          </a:xfrm>
          <a:prstGeom prst="rect">
            <a:avLst/>
          </a:prstGeom>
        </p:spPr>
      </p:pic>
      <p:pic>
        <p:nvPicPr>
          <p:cNvPr id="37" name="Picture 3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8F6088A1-3E66-BD8B-EA55-DAA931F0F8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302" y="1391916"/>
            <a:ext cx="140800" cy="281600"/>
          </a:xfrm>
          <a:prstGeom prst="rect">
            <a:avLst/>
          </a:prstGeom>
        </p:spPr>
      </p:pic>
      <p:pic>
        <p:nvPicPr>
          <p:cNvPr id="38" name="Picture 3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ECAC624-77AF-AFA9-A21E-4BD7406B6D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757" y="2506579"/>
            <a:ext cx="140800" cy="281600"/>
          </a:xfrm>
          <a:prstGeom prst="rect">
            <a:avLst/>
          </a:prstGeom>
        </p:spPr>
      </p:pic>
      <p:pic>
        <p:nvPicPr>
          <p:cNvPr id="39" name="Picture 3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0F3F430F-9938-E2ED-8C8D-67D3B5A140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253" y="2506193"/>
            <a:ext cx="140800" cy="281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9161" y="1172349"/>
            <a:ext cx="580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4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5223" y="98282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1037" y="1116660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38337" y="108515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7587" y="1000048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8337" y="1154900"/>
            <a:ext cx="106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8337" y="125722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7587" y="1172121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3148" y="1344193"/>
            <a:ext cx="860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6860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25/42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48A33EF3-89CF-9AA0-1809-4BB7896F72A3}"/>
              </a:ext>
            </a:extLst>
          </p:cNvPr>
          <p:cNvSpPr/>
          <p:nvPr/>
        </p:nvSpPr>
        <p:spPr>
          <a:xfrm>
            <a:off x="1876437" y="1000048"/>
            <a:ext cx="47613" cy="50172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8050" y="118472"/>
            <a:ext cx="1295400" cy="1477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lang="en-US" sz="1200" spc="-2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spc="-2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2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3.3</a:t>
            </a:r>
            <a:r>
              <a:rPr lang="en-US" sz="1200" spc="-2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29" y="739775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can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large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200150" y="660774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can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large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6216" y="1271450"/>
            <a:ext cx="354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0">
                <a:latin typeface="Bookman Old Style"/>
                <a:cs typeface="Bookman Old Style"/>
              </a:rPr>
              <a:t>.</a:t>
            </a:r>
            <a:r>
              <a:rPr sz="800" spc="-10">
                <a:latin typeface="Century"/>
                <a:cs typeface="Century"/>
              </a:rPr>
              <a:t>001</a:t>
            </a:r>
            <a:r>
              <a:rPr sz="800" spc="-10">
                <a:latin typeface="Lucida Sans Unicode"/>
                <a:cs typeface="Lucida Sans Unicode"/>
              </a:rPr>
              <a:t>−</a:t>
            </a:r>
            <a:r>
              <a:rPr sz="800" spc="-10">
                <a:latin typeface="Century"/>
                <a:cs typeface="Century"/>
              </a:rPr>
              <a:t>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650" y="1153340"/>
            <a:ext cx="2521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005964" algn="l"/>
              </a:tabLst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a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001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then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200" u="sng" spc="487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u="sng" spc="-75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r>
              <a:rPr sz="1200" spc="270" baseline="31250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1000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8" name="object 8 1"/>
          <p:cNvSpPr txBox="1"/>
          <p:nvPr/>
        </p:nvSpPr>
        <p:spPr>
          <a:xfrm>
            <a:off x="2925922" y="146062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Discrete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28/42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8 2">
            <a:extLst>
              <a:ext uri="{FF2B5EF4-FFF2-40B4-BE49-F238E27FC236}">
                <a16:creationId xmlns:a16="http://schemas.microsoft.com/office/drawing/2014/main" id="{21EDCAF5-B905-88EA-60C7-3410E23E2A37}"/>
              </a:ext>
            </a:extLst>
          </p:cNvPr>
          <p:cNvSpPr txBox="1"/>
          <p:nvPr/>
        </p:nvSpPr>
        <p:spPr>
          <a:xfrm>
            <a:off x="2939365" y="1845868"/>
            <a:ext cx="99021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>
                <a:latin typeface="Book Antiqua"/>
                <a:cs typeface="Book Antiqua"/>
              </a:rPr>
              <a:t>Continuous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26" name="Picture 25" descr="\documentclass{article}&#10;\usepackage{amsmath}&#10;\pagestyle{empty}&#10;\begin{document}&#10;&#10;&#10;$E[Y] = \sum\limits_{y\in Y }yp_Y(y)$&#10;&#10;\end{document}" title="IguanaTex Bitmap Display">
            <a:extLst>
              <a:ext uri="{FF2B5EF4-FFF2-40B4-BE49-F238E27FC236}">
                <a16:creationId xmlns:a16="http://schemas.microsoft.com/office/drawing/2014/main" id="{990EC5E4-D2D9-7091-8BFE-FAE774CC356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00" y="1491680"/>
            <a:ext cx="1117709" cy="244638"/>
          </a:xfrm>
          <a:prstGeom prst="rect">
            <a:avLst/>
          </a:prstGeom>
        </p:spPr>
      </p:pic>
      <p:pic>
        <p:nvPicPr>
          <p:cNvPr id="24" name="Picture 23" descr="\documentclass{article}&#10;\usepackage{amsmath}&#10;\pagestyle{empty}&#10;\begin{document}&#10;&#10;&#10;$E[X] = \int_{-\infty}^{\infty}x f_X(x)dx$&#10;&#10;\end{document}" title="IguanaTex Bitmap Display">
            <a:extLst>
              <a:ext uri="{FF2B5EF4-FFF2-40B4-BE49-F238E27FC236}">
                <a16:creationId xmlns:a16="http://schemas.microsoft.com/office/drawing/2014/main" id="{5A8037F0-E561-F43D-62B8-7C9F6DC585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843316"/>
            <a:ext cx="1450795" cy="18081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29/42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4" name="Picture 33" descr="Text, letter&#10;&#10;Description automatically generated">
            <a:extLst>
              <a:ext uri="{FF2B5EF4-FFF2-40B4-BE49-F238E27FC236}">
                <a16:creationId xmlns:a16="http://schemas.microsoft.com/office/drawing/2014/main" id="{659C30CE-5B41-2144-887D-643A9AB397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7" y="596619"/>
            <a:ext cx="3225800" cy="251644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31/42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619250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1" name="Picture 40" descr="Text, letter&#10;&#10;Description automatically generated">
            <a:extLst>
              <a:ext uri="{FF2B5EF4-FFF2-40B4-BE49-F238E27FC236}">
                <a16:creationId xmlns:a16="http://schemas.microsoft.com/office/drawing/2014/main" id="{111803C1-E141-0BF8-64D0-487DFC1C60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" y="582930"/>
            <a:ext cx="4391024" cy="242915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45"/>
              <a:t> </a:t>
            </a:r>
            <a:r>
              <a:t>3.4:</a:t>
            </a:r>
            <a:r>
              <a:rPr spc="180"/>
              <a:t> </a:t>
            </a:r>
            <a:r>
              <a:rPr spc="-10"/>
              <a:t>Variance</a:t>
            </a:r>
            <a:r>
              <a:rPr spc="45"/>
              <a:t> </a:t>
            </a:r>
            <a:r>
              <a:t>-</a:t>
            </a:r>
            <a:r>
              <a:rPr spc="45"/>
              <a:t> </a:t>
            </a:r>
            <a:r>
              <a:rPr spc="-25"/>
              <a:t>Uniform</a:t>
            </a:r>
            <a:r>
              <a:rPr spc="50"/>
              <a:t> </a:t>
            </a:r>
            <a:r>
              <a:t>Random</a:t>
            </a:r>
            <a:r>
              <a:rPr spc="45"/>
              <a:t> </a:t>
            </a:r>
            <a:r>
              <a:rPr spc="-10"/>
              <a:t>Variable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32/42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47" name="Picture 46" descr="Diagram&#10;&#10;Description automatically generated with low confidence">
            <a:extLst>
              <a:ext uri="{FF2B5EF4-FFF2-40B4-BE49-F238E27FC236}">
                <a16:creationId xmlns:a16="http://schemas.microsoft.com/office/drawing/2014/main" id="{7FD67228-C560-663C-7A24-B164022E7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3" y="376324"/>
            <a:ext cx="4610100" cy="308442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35"/>
              <a:t> </a:t>
            </a:r>
            <a:r>
              <a:t>3.4</a:t>
            </a:r>
            <a:r>
              <a:rPr spc="40"/>
              <a:t> </a:t>
            </a:r>
            <a:r>
              <a:t>-</a:t>
            </a:r>
            <a:r>
              <a:rPr spc="4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40"/>
              <a:t> </a:t>
            </a:r>
            <a:r>
              <a:rPr spc="-30"/>
              <a:t>Uniform</a:t>
            </a:r>
            <a:r>
              <a:rPr spc="35"/>
              <a:t> </a:t>
            </a:r>
            <a:r>
              <a:t>Random</a:t>
            </a:r>
            <a:r>
              <a:rPr spc="40"/>
              <a:t> </a:t>
            </a:r>
            <a:r>
              <a:rPr spc="-1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324012"/>
            <a:ext cx="2541905" cy="531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1100" spc="-20">
                <a:latin typeface="Book Antiqua"/>
                <a:cs typeface="Book Antiqua"/>
              </a:rPr>
              <a:t>Then</a:t>
            </a:r>
            <a:endParaRPr sz="1100">
              <a:latin typeface="Book Antiqua"/>
              <a:cs typeface="Book Antiqua"/>
            </a:endParaRPr>
          </a:p>
          <a:p>
            <a:pPr marL="843915">
              <a:lnSpc>
                <a:spcPct val="100000"/>
              </a:lnSpc>
              <a:spcBef>
                <a:spcPts val="675"/>
              </a:spcBef>
            </a:pPr>
            <a:r>
              <a:rPr sz="1100" b="0" i="1">
                <a:latin typeface="Bookman Old Style"/>
                <a:cs typeface="Bookman Old Style"/>
              </a:rPr>
              <a:t>var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6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E</a:t>
            </a:r>
            <a:r>
              <a:rPr sz="1100">
                <a:latin typeface="Book Antiqua"/>
                <a:cs typeface="Book Antiqua"/>
              </a:rPr>
              <a:t>[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200" baseline="31250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]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5">
                <a:latin typeface="Lucida Sans Unicode"/>
                <a:cs typeface="Lucida Sans Unicod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E</a:t>
            </a:r>
            <a:r>
              <a:rPr sz="1100" spc="-10">
                <a:latin typeface="Book Antiqua"/>
                <a:cs typeface="Book Antiqua"/>
              </a:rPr>
              <a:t>[</a:t>
            </a:r>
            <a:r>
              <a:rPr sz="1100" b="0" i="1" spc="-10">
                <a:latin typeface="Bookman Old Style"/>
                <a:cs typeface="Bookman Old Style"/>
              </a:rPr>
              <a:t>X</a:t>
            </a:r>
            <a:r>
              <a:rPr sz="1100" spc="-10">
                <a:latin typeface="Book Antiqua"/>
                <a:cs typeface="Book Antiqua"/>
              </a:rPr>
              <a:t>])</a:t>
            </a:r>
            <a:r>
              <a:rPr sz="1200" spc="-15" baseline="31250">
                <a:latin typeface="Century"/>
                <a:cs typeface="Century"/>
              </a:rPr>
              <a:t>2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8064" y="9749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2193" y="1091603"/>
            <a:ext cx="724535" cy="0"/>
          </a:xfrm>
          <a:custGeom>
            <a:avLst/>
            <a:gdLst/>
            <a:ahLst/>
            <a:cxnLst/>
            <a:rect l="l" t="t" r="r" b="b"/>
            <a:pathLst>
              <a:path w="724535">
                <a:moveTo>
                  <a:pt x="0" y="0"/>
                </a:moveTo>
                <a:lnTo>
                  <a:pt x="724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16976" y="1070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9710" y="9749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093" y="881265"/>
            <a:ext cx="1463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61390" algn="l"/>
              </a:tabLst>
            </a:pP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37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16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r>
              <a:rPr sz="1200" baseline="27777">
                <a:latin typeface="Century"/>
                <a:cs typeface="Century"/>
              </a:rPr>
              <a:t>	</a:t>
            </a: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a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26144" y="109160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8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28064" y="132986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4093" y="1236141"/>
            <a:ext cx="977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4(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aseline="27777">
                <a:latin typeface="Century"/>
                <a:cs typeface="Century"/>
              </a:rPr>
              <a:t>2</a:t>
            </a:r>
            <a:r>
              <a:rPr sz="1200" spc="44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16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02193" y="1446479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>
                <a:moveTo>
                  <a:pt x="0" y="0"/>
                </a:moveTo>
                <a:lnTo>
                  <a:pt x="9012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36748" y="132986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5069" y="1070025"/>
            <a:ext cx="609600" cy="358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>
              <a:lnSpc>
                <a:spcPts val="1315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ts val="1315"/>
              </a:lnSpc>
            </a:pPr>
            <a:r>
              <a:rPr sz="1100" spc="-30">
                <a:latin typeface="Book Antiqua"/>
                <a:cs typeface="Book Antiqua"/>
              </a:rPr>
              <a:t>3(</a:t>
            </a:r>
            <a:r>
              <a:rPr sz="1100" b="0" i="1" spc="-30">
                <a:latin typeface="Bookman Old Style"/>
                <a:cs typeface="Bookman Old Style"/>
              </a:rPr>
              <a:t>a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03169" y="1446479"/>
            <a:ext cx="539750" cy="0"/>
          </a:xfrm>
          <a:custGeom>
            <a:avLst/>
            <a:gdLst/>
            <a:ahLst/>
            <a:cxnLst/>
            <a:rect l="l" t="t" r="r" b="b"/>
            <a:pathLst>
              <a:path w="539750">
                <a:moveTo>
                  <a:pt x="0" y="0"/>
                </a:moveTo>
                <a:lnTo>
                  <a:pt x="5391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70862" y="1424901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180" algn="l"/>
              </a:tabLst>
            </a:pPr>
            <a:r>
              <a:rPr sz="1100" spc="-25">
                <a:latin typeface="Book Antiqua"/>
                <a:cs typeface="Book Antiqua"/>
              </a:rPr>
              <a:t>12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8064" y="16847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4093" y="1591030"/>
            <a:ext cx="2103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4</a:t>
            </a: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-44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110">
                <a:latin typeface="Book Antiqua"/>
                <a:cs typeface="Book Antiqua"/>
              </a:rPr>
              <a:t>4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60">
                <a:latin typeface="Book Antiqua"/>
                <a:cs typeface="Book Antiqua"/>
              </a:rPr>
              <a:t>4</a:t>
            </a:r>
            <a:r>
              <a:rPr sz="1100" b="0" i="1" spc="-60">
                <a:latin typeface="Bookman Old Style"/>
                <a:cs typeface="Bookman Old Style"/>
              </a:rPr>
              <a:t>b</a:t>
            </a:r>
            <a:r>
              <a:rPr sz="1200" spc="-89" baseline="27777">
                <a:latin typeface="Century"/>
                <a:cs typeface="Century"/>
              </a:rPr>
              <a:t>2</a:t>
            </a:r>
            <a:r>
              <a:rPr sz="1200" spc="7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0">
                <a:latin typeface="Book Antiqua"/>
                <a:cs typeface="Book Antiqua"/>
              </a:rPr>
              <a:t>3</a:t>
            </a: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7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110">
                <a:latin typeface="Book Antiqua"/>
                <a:cs typeface="Book Antiqua"/>
              </a:rPr>
              <a:t>6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5">
                <a:latin typeface="Book Antiqua"/>
                <a:cs typeface="Book Antiqua"/>
              </a:rPr>
              <a:t>3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02193" y="1801355"/>
            <a:ext cx="2033905" cy="0"/>
          </a:xfrm>
          <a:custGeom>
            <a:avLst/>
            <a:gdLst/>
            <a:ahLst/>
            <a:cxnLst/>
            <a:rect l="l" t="t" r="r" b="b"/>
            <a:pathLst>
              <a:path w="2033904">
                <a:moveTo>
                  <a:pt x="0" y="0"/>
                </a:moveTo>
                <a:lnTo>
                  <a:pt x="2033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6951" y="1779790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8064" y="203963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4093" y="1945906"/>
            <a:ext cx="863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1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110">
                <a:latin typeface="Book Antiqua"/>
                <a:cs typeface="Book Antiqua"/>
              </a:rPr>
              <a:t>2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02193" y="2156244"/>
            <a:ext cx="793750" cy="0"/>
          </a:xfrm>
          <a:custGeom>
            <a:avLst/>
            <a:gdLst/>
            <a:ahLst/>
            <a:cxnLst/>
            <a:rect l="l" t="t" r="r" b="b"/>
            <a:pathLst>
              <a:path w="793750">
                <a:moveTo>
                  <a:pt x="0" y="0"/>
                </a:moveTo>
                <a:lnTo>
                  <a:pt x="79352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16976" y="213466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28064" y="239450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9493" y="2287828"/>
            <a:ext cx="488950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53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90"/>
              </a:lnSpc>
            </a:pP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a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02193" y="251112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8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64093" y="2489543"/>
            <a:ext cx="932815" cy="358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0">
              <a:lnSpc>
                <a:spcPts val="1315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ts val="1315"/>
              </a:lnSpc>
            </a:pP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length</a:t>
            </a: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a,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b</a:t>
            </a:r>
            <a:r>
              <a:rPr sz="1100" spc="-20">
                <a:latin typeface="Book Antiqua"/>
                <a:cs typeface="Book Antiqua"/>
              </a:rPr>
              <a:t>))</a:t>
            </a:r>
            <a:r>
              <a:rPr sz="1200" spc="-30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28064" y="274939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02193" y="2865996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>
                <a:moveTo>
                  <a:pt x="0" y="0"/>
                </a:moveTo>
                <a:lnTo>
                  <a:pt x="86252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951482" y="28444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33/42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35"/>
              <a:t> </a:t>
            </a:r>
            <a:r>
              <a:t>3.4</a:t>
            </a:r>
            <a:r>
              <a:rPr spc="40"/>
              <a:t> </a:t>
            </a:r>
            <a:r>
              <a:t>-</a:t>
            </a:r>
            <a:r>
              <a:rPr spc="4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40"/>
              <a:t> </a:t>
            </a:r>
            <a:r>
              <a:rPr spc="-30"/>
              <a:t>Uniform</a:t>
            </a:r>
            <a:r>
              <a:rPr spc="35"/>
              <a:t> </a:t>
            </a:r>
            <a:r>
              <a:t>Random</a:t>
            </a:r>
            <a:r>
              <a:rPr spc="40"/>
              <a:t> </a:t>
            </a:r>
            <a:r>
              <a:rPr spc="-1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8738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Then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930" y="1300619"/>
            <a:ext cx="6172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var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29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9563" y="1206893"/>
            <a:ext cx="932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length</a:t>
            </a: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a,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b</a:t>
            </a:r>
            <a:r>
              <a:rPr sz="1100" spc="-20">
                <a:latin typeface="Book Antiqua"/>
                <a:cs typeface="Book Antiqua"/>
              </a:rPr>
              <a:t>))</a:t>
            </a:r>
            <a:r>
              <a:rPr sz="1200" spc="-30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87663" y="1417231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>
                <a:moveTo>
                  <a:pt x="0" y="0"/>
                </a:moveTo>
                <a:lnTo>
                  <a:pt x="86252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6951" y="139566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946770"/>
            <a:ext cx="39706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Just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like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discrete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case,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values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don’t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matter,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just </a:t>
            </a:r>
            <a:r>
              <a:rPr sz="1100" spc="-10">
                <a:latin typeface="Book Antiqua"/>
                <a:cs typeface="Book Antiqua"/>
              </a:rPr>
              <a:t>length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interval.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34/42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28" y="62407"/>
            <a:ext cx="4243070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43180">
              <a:lnSpc>
                <a:spcPct val="100000"/>
              </a:lnSpc>
              <a:spcBef>
                <a:spcPts val="135"/>
              </a:spcBef>
            </a:pPr>
            <a:r>
              <a:t>Exponential</a:t>
            </a:r>
            <a:r>
              <a:rPr spc="-10"/>
              <a:t> </a:t>
            </a:r>
            <a:r>
              <a:rPr spc="-30"/>
              <a:t>Continuous</a:t>
            </a:r>
            <a:r>
              <a:rPr spc="-10"/>
              <a:t> </a:t>
            </a:r>
            <a:r>
              <a:t>Random</a:t>
            </a:r>
            <a:r>
              <a:rPr spc="-10"/>
              <a:t> Variable]- </a:t>
            </a:r>
            <a:r>
              <a:rPr err="1"/>
              <a:t>pg</a:t>
            </a:r>
            <a:r>
              <a:rPr spc="-10"/>
              <a:t> </a:t>
            </a:r>
            <a:r>
              <a:rPr spc="-25"/>
              <a:t>146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83730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04734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257374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46740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67743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22075" y="1032514"/>
            <a:ext cx="4251960" cy="17360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Book Antiqua"/>
              <a:cs typeface="Book Antiqua"/>
            </a:endParaRPr>
          </a:p>
          <a:p>
            <a:pPr marL="12700" marR="5080" algn="just">
              <a:lnSpc>
                <a:spcPct val="102600"/>
              </a:lnSpc>
            </a:pPr>
            <a:r>
              <a:rPr sz="1100" b="0" i="0">
                <a:latin typeface="Book Antiqua"/>
                <a:cs typeface="Book Antiqua"/>
              </a:rPr>
              <a:t>Exponential</a:t>
            </a:r>
            <a:r>
              <a:rPr sz="1100" b="0" i="0" spc="-4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Random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Variables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very</a:t>
            </a:r>
            <a:r>
              <a:rPr sz="1100" b="0" i="0" spc="-45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important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30">
                <a:latin typeface="Book Antiqua"/>
                <a:cs typeface="Book Antiqua"/>
              </a:rPr>
              <a:t>modeling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30">
                <a:latin typeface="Book Antiqua"/>
                <a:cs typeface="Book Antiqua"/>
              </a:rPr>
              <a:t>independent </a:t>
            </a:r>
            <a:r>
              <a:rPr sz="1100" b="0" i="0" spc="-10">
                <a:latin typeface="Book Antiqua"/>
                <a:cs typeface="Book Antiqua"/>
              </a:rPr>
              <a:t>arrival</a:t>
            </a:r>
            <a:r>
              <a:rPr sz="1100" b="0" i="0" spc="-3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times.</a:t>
            </a:r>
            <a:endParaRPr sz="1100">
              <a:latin typeface="Book Antiqua"/>
              <a:cs typeface="Book Antiqua"/>
            </a:endParaRPr>
          </a:p>
          <a:p>
            <a:pPr marL="289560" marR="2305685" algn="just">
              <a:lnSpc>
                <a:spcPct val="125299"/>
              </a:lnSpc>
              <a:spcBef>
                <a:spcPts val="600"/>
              </a:spcBef>
            </a:pPr>
            <a:r>
              <a:rPr sz="1100" b="0" i="0" spc="-10">
                <a:latin typeface="Book Antiqua"/>
                <a:cs typeface="Book Antiqua"/>
              </a:rPr>
              <a:t>Customer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arrival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at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a</a:t>
            </a:r>
            <a:r>
              <a:rPr sz="1100" b="0" i="0" spc="45">
                <a:latin typeface="Book Antiqua"/>
                <a:cs typeface="Book Antiqua"/>
              </a:rPr>
              <a:t> </a:t>
            </a:r>
            <a:r>
              <a:rPr sz="1100" b="0" i="0" spc="-25">
                <a:latin typeface="Book Antiqua"/>
                <a:cs typeface="Book Antiqua"/>
              </a:rPr>
              <a:t>bank </a:t>
            </a:r>
            <a:r>
              <a:rPr sz="1100" b="0" i="0" spc="-10">
                <a:latin typeface="Book Antiqua"/>
                <a:cs typeface="Book Antiqua"/>
              </a:rPr>
              <a:t>Web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site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 spc="-20">
                <a:latin typeface="Book Antiqua"/>
                <a:cs typeface="Book Antiqua"/>
              </a:rPr>
              <a:t>hits</a:t>
            </a:r>
            <a:endParaRPr sz="1100">
              <a:latin typeface="Book Antiqua"/>
              <a:cs typeface="Book Antiqua"/>
            </a:endParaRPr>
          </a:p>
          <a:p>
            <a:pPr marL="289560" marR="2786380" algn="just">
              <a:lnSpc>
                <a:spcPct val="125299"/>
              </a:lnSpc>
            </a:pPr>
            <a:r>
              <a:rPr sz="1100" b="0" i="0">
                <a:latin typeface="Book Antiqua"/>
                <a:cs typeface="Book Antiqua"/>
              </a:rPr>
              <a:t>Light bulb </a:t>
            </a:r>
            <a:r>
              <a:rPr sz="1100" b="0" i="0" spc="-30">
                <a:latin typeface="Book Antiqua"/>
                <a:cs typeface="Book Antiqua"/>
              </a:rPr>
              <a:t>burnout </a:t>
            </a:r>
            <a:r>
              <a:rPr sz="1100" b="0" i="0" spc="-25">
                <a:latin typeface="Book Antiqua"/>
                <a:cs typeface="Book Antiqua"/>
              </a:rPr>
              <a:t>Component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failure Many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20">
                <a:latin typeface="Book Antiqua"/>
                <a:cs typeface="Book Antiqua"/>
              </a:rPr>
              <a:t>more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36/42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F0BD2746-EB4E-B57F-A644-675A033BAB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" y="483302"/>
            <a:ext cx="2324151" cy="63385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9" y="411264"/>
            <a:ext cx="2514600" cy="685800"/>
          </a:xfrm>
          <a:prstGeom prst="rect">
            <a:avLst/>
          </a:prstGeom>
        </p:spPr>
      </p:pic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9CA31EB6-14B7-480F-EA9F-9D1D0DFF5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425698"/>
            <a:ext cx="3143250" cy="517096"/>
          </a:xfrm>
          <a:prstGeom prst="rect">
            <a:avLst/>
          </a:prstGeom>
        </p:spPr>
      </p:pic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BF05CDD2-58A7-A20E-35B4-7E919C419E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5" y="2121238"/>
            <a:ext cx="3278527" cy="52603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" y="364003"/>
            <a:ext cx="2514600" cy="685800"/>
          </a:xfrm>
          <a:prstGeom prst="rect">
            <a:avLst/>
          </a:prstGeom>
        </p:spPr>
      </p:pic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6BEFA133-FA52-5D85-D477-81C404D3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44" y="1188654"/>
            <a:ext cx="3110197" cy="20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12013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397850"/>
            <a:ext cx="2514600" cy="685800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8546FFEC-6002-2F7D-14E0-D6D758070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58" y="1077256"/>
            <a:ext cx="3067050" cy="1700482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2BE131D3-B622-27BD-13AF-48D3D2AF7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5" y="2780434"/>
            <a:ext cx="2538639" cy="61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34702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DAEC5-3CE2-2E40-2DB5-CFC930C4FF27}"/>
              </a:ext>
            </a:extLst>
          </p:cNvPr>
          <p:cNvSpPr txBox="1"/>
          <p:nvPr/>
        </p:nvSpPr>
        <p:spPr>
          <a:xfrm>
            <a:off x="267244" y="513806"/>
            <a:ext cx="40756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Quiz:</a:t>
            </a:r>
          </a:p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An electronics company manufactures a type of component that is critical for aerospace applications. The time until failure of this component follows an exponential distribution with a mean life expectancy of 10,000 hours.</a:t>
            </a:r>
          </a:p>
          <a:p>
            <a:pPr algn="l"/>
            <a:r>
              <a:rPr lang="en-US" sz="1400" b="1" i="0" dirty="0">
                <a:solidFill>
                  <a:srgbClr val="0D0D0D"/>
                </a:solidFill>
                <a:effectLst/>
                <a:latin typeface="Söhne"/>
              </a:rPr>
              <a:t>What is the probability that a component fails within the first 5,000 hours of operation?</a:t>
            </a:r>
          </a:p>
          <a:p>
            <a:pPr algn="l"/>
            <a:r>
              <a:rPr lang="en-US" sz="1400" b="1" i="0" dirty="0">
                <a:solidFill>
                  <a:srgbClr val="0D0D0D"/>
                </a:solidFill>
                <a:effectLst/>
                <a:latin typeface="Söhne"/>
              </a:rPr>
              <a:t>What is the probability that a component lasts longer than 15,000 hours of operation?</a:t>
            </a:r>
            <a:endParaRPr lang="en-US" sz="14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endParaRPr lang="en-US" sz="1400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330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0113" y="62407"/>
            <a:ext cx="8680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Next</a:t>
            </a:r>
            <a:r>
              <a:rPr sz="1400" spc="5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0">
                <a:solidFill>
                  <a:srgbClr val="FFFFFF"/>
                </a:solidFill>
                <a:latin typeface="Book Antiqua"/>
                <a:cs typeface="Book Antiqua"/>
              </a:rPr>
              <a:t>Time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2911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37791" y="1458782"/>
            <a:ext cx="3327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0">
                <a:solidFill>
                  <a:srgbClr val="FFFFFF"/>
                </a:solidFill>
                <a:latin typeface="Book Antiqua"/>
                <a:cs typeface="Book Antiqua"/>
              </a:rPr>
              <a:t>Read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618843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Read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3.2,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pg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148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-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Cumulative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42/42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657.6678"/>
  <p:tag name="LATEXADDIN" val="\documentclass{article}&#10;\usepackage{amsmath}&#10;\pagestyle{empty}&#10;\begin{document}&#10;&#10;$\sum \Rightarrow \int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0.7199"/>
  <p:tag name="ORIGINALWIDTH" val="2234.721"/>
  <p:tag name="LATEXADDIN" val="\documentclass{article}&#10;\usepackage{amsmath}&#10;\pagestyle{empty}&#10;\begin{document}&#10;&#10;&#10;$P(X\in B) =\int_B f_X(x)dx $&#10;&#10;\end{document}"/>
  <p:tag name="IGUANATEXSIZE" val="20"/>
  <p:tag name="IGUANATEXCURSOR" val="10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3.2133"/>
  <p:tag name="ORIGINALWIDTH" val="2752.156"/>
  <p:tag name="LATEXADDIN" val="\documentclass{article}&#10;\usepackage{amsmath}&#10;\pagestyle{empty}&#10;\begin{document}&#10;&#10;$\int_B dx = \int_a^b dx + \int_c^d dx +\int_e^f dx$&#10;&#10;&#10;\end{document}"/>
  <p:tag name="IGUANATEXSIZE" val="20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0.4537"/>
  <p:tag name="ORIGINALWIDTH" val="1692.538"/>
  <p:tag name="LATEXADDIN" val="\documentclass{article}&#10;\usepackage{amsmath}&#10;\pagestyle{empty}&#10;\begin{document}&#10;&#10;&#10;$E[Y] = \sum\limits_{y\in Y }yp_Y(y)$&#10;&#10;\end{document}"/>
  <p:tag name="IGUANATEXSIZE" val="20"/>
  <p:tag name="IGUANATEXCURSOR" val="11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5.718"/>
  <p:tag name="ORIGINALWIDTH" val="2051.744"/>
  <p:tag name="LATEXADDIN" val="\documentclass{article}&#10;\usepackage{amsmath}&#10;\pagestyle{empty}&#10;\begin{document}&#10;&#10;&#10;$E[X] = \int_{-\infty}^{\infty}x f_X(x)dx$&#10;&#10;\end{document}"/>
  <p:tag name="IGUANATEXSIZE" val="20"/>
  <p:tag name="IGUANATEXCURSOR" val="1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M2AVRSERJEAQ-585345103-43158</_dlc_DocId>
    <_dlc_DocIdUrl xmlns="c01506f5-305e-4c16-814a-34df78f45099">
      <Url>https://uab365.sharepoint.com/sites/provost/cas/departments/cis/_layouts/15/DocIdRedir.aspx?ID=M2AVRSERJEAQ-585345103-43158</Url>
      <Description>M2AVRSERJEAQ-585345103-43158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AD375C-CCA2-4E08-BBBA-43A6F03E86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424408-0808-4C05-9F09-5139603CBD7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3.xml><?xml version="1.0" encoding="utf-8"?>
<ds:datastoreItem xmlns:ds="http://schemas.openxmlformats.org/officeDocument/2006/customXml" ds:itemID="{96D75F41-880F-479A-8DFC-7F9FDE31E57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0EAB123-FB6F-405C-9818-3551BDBD51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2308</Words>
  <Application>Microsoft Office PowerPoint</Application>
  <PresentationFormat>Custom</PresentationFormat>
  <Paragraphs>434</Paragraphs>
  <Slides>41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Söhne</vt:lpstr>
      <vt:lpstr>Abadi</vt:lpstr>
      <vt:lpstr>Arial</vt:lpstr>
      <vt:lpstr>Book Antiqua</vt:lpstr>
      <vt:lpstr>Bookman Old Style</vt:lpstr>
      <vt:lpstr>Century</vt:lpstr>
      <vt:lpstr>Georgia</vt:lpstr>
      <vt:lpstr>Lucida Sans Unicode</vt:lpstr>
      <vt:lpstr>Times New Roman</vt:lpstr>
      <vt:lpstr>Office Theme</vt:lpstr>
      <vt:lpstr>PowerPoint Presentation</vt:lpstr>
      <vt:lpstr>Introduction</vt:lpstr>
      <vt:lpstr>Copyright Statement</vt:lpstr>
      <vt:lpstr>PowerPoint Presentation</vt:lpstr>
      <vt:lpstr>Continuous Random Variable</vt:lpstr>
      <vt:lpstr>Continuous Random Variable</vt:lpstr>
      <vt:lpstr>Probability Density Function</vt:lpstr>
      <vt:lpstr>PowerPoint Presentation</vt:lpstr>
      <vt:lpstr>Probability Density Functions Attributes</vt:lpstr>
      <vt:lpstr>Probability Density Functions Attributes</vt:lpstr>
      <vt:lpstr>Probability Density Functions Attributes</vt:lpstr>
      <vt:lpstr>Probability Density Functions Attributes</vt:lpstr>
      <vt:lpstr>Probability Density Functions Attributes</vt:lpstr>
      <vt:lpstr>Probability Density Function</vt:lpstr>
      <vt:lpstr>Uniform Random Variable</vt:lpstr>
      <vt:lpstr>Uniform Random Variable</vt:lpstr>
      <vt:lpstr>PowerPoint Presentation</vt:lpstr>
      <vt:lpstr>Uniform Random Variable</vt:lpstr>
      <vt:lpstr>Uniform Random Variable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PowerPoint Presentation</vt:lpstr>
      <vt:lpstr>PowerPoint Presentation</vt:lpstr>
      <vt:lpstr>Expectation and Variance of Continuous Random Variables</vt:lpstr>
      <vt:lpstr>Expectation and Variance of Continuous Random Variables</vt:lpstr>
      <vt:lpstr>Expectation and Variance of Continuous Random Variables</vt:lpstr>
      <vt:lpstr>Example 3.4: Variance - Uniform Random Variable</vt:lpstr>
      <vt:lpstr>Example 3.4 - Variance of Uniform Random Variables</vt:lpstr>
      <vt:lpstr>Example 3.4 - Variance of Uniform Random Variables</vt:lpstr>
      <vt:lpstr>Exponential Continuous Random Variable]- pg 146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4</cp:revision>
  <dcterms:created xsi:type="dcterms:W3CDTF">2023-02-27T19:36:01Z</dcterms:created>
  <dcterms:modified xsi:type="dcterms:W3CDTF">2025-03-05T19:06:43Z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2023-02-27T00:00:00Z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db4a388e-82da-429e-9c71-6967807d5ff1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2025-03-05T19:06:43Z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69d02158-a1b9-4324-881e-a3f3a0167161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