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ink/ink136.xml" ContentType="application/inkml+xml"/>
  <Override PartName="/ppt/tags/tag4.xml" ContentType="application/vnd.openxmlformats-officedocument.presentationml.tags+xml"/>
  <Override PartName="/ppt/ink/ink137.xml" ContentType="application/inkml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ink/ink144.xml" ContentType="application/inkml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ink/ink145.xml" ContentType="application/inkml+xml"/>
  <Override PartName="/ppt/ink/ink14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6"/>
    <p:sldId id="257" r:id="rId7"/>
    <p:sldId id="258" r:id="rId8"/>
    <p:sldId id="260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68" r:id="rId21"/>
    <p:sldId id="280" r:id="rId22"/>
    <p:sldId id="281" r:id="rId23"/>
    <p:sldId id="282" r:id="rId24"/>
    <p:sldId id="283" r:id="rId25"/>
    <p:sldId id="303" r:id="rId26"/>
    <p:sldId id="284" r:id="rId27"/>
    <p:sldId id="285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301" r:id="rId37"/>
    <p:sldId id="299" r:id="rId38"/>
    <p:sldId id="302" r:id="rId39"/>
    <p:sldId id="304" r:id="rId40"/>
    <p:sldId id="305" r:id="rId4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A1BAC7-DF8C-56E6-6385-39C883AFC001}" v="1" dt="2024-02-13T02:53:09.52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75" d="100"/>
          <a:sy n="175" d="100"/>
        </p:scale>
        <p:origin x="1286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6/11/relationships/changesInfo" Target="changesInfos/changesInfo1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S::bgeng@uab.edu::b4253f3e-c40b-4a70-8207-93818653a34c" providerId="AD" clId="Web-{D1C65A5D-AF7A-334E-5AFE-9CBC812555AF}"/>
    <pc:docChg chg="modSld">
      <pc:chgData name="Geng, Baocheng" userId="S::bgeng@uab.edu::b4253f3e-c40b-4a70-8207-93818653a34c" providerId="AD" clId="Web-{D1C65A5D-AF7A-334E-5AFE-9CBC812555AF}" dt="2023-02-09T03:40:10.385" v="1" actId="20577"/>
      <pc:docMkLst>
        <pc:docMk/>
      </pc:docMkLst>
      <pc:sldChg chg="modSp">
        <pc:chgData name="Geng, Baocheng" userId="S::bgeng@uab.edu::b4253f3e-c40b-4a70-8207-93818653a34c" providerId="AD" clId="Web-{D1C65A5D-AF7A-334E-5AFE-9CBC812555AF}" dt="2023-02-09T03:40:10.385" v="1" actId="20577"/>
        <pc:sldMkLst>
          <pc:docMk/>
          <pc:sldMk cId="0" sldId="281"/>
        </pc:sldMkLst>
        <pc:spChg chg="mod">
          <ac:chgData name="Geng, Baocheng" userId="S::bgeng@uab.edu::b4253f3e-c40b-4a70-8207-93818653a34c" providerId="AD" clId="Web-{D1C65A5D-AF7A-334E-5AFE-9CBC812555AF}" dt="2023-02-09T03:40:10.385" v="1" actId="20577"/>
          <ac:spMkLst>
            <pc:docMk/>
            <pc:sldMk cId="0" sldId="281"/>
            <ac:spMk id="3" creationId="{00000000-0000-0000-0000-000000000000}"/>
          </ac:spMkLst>
        </pc:spChg>
      </pc:sldChg>
    </pc:docChg>
  </pc:docChgLst>
  <pc:docChgLst>
    <pc:chgData name="Geng, Baocheng" userId="b4253f3e-c40b-4a70-8207-93818653a34c" providerId="ADAL" clId="{FAC62CDA-2EE1-4924-A1E6-065E03032457}"/>
    <pc:docChg chg="undo redo custSel addSld delSld modSld sldOrd">
      <pc:chgData name="Geng, Baocheng" userId="b4253f3e-c40b-4a70-8207-93818653a34c" providerId="ADAL" clId="{FAC62CDA-2EE1-4924-A1E6-065E03032457}" dt="2023-02-09T16:03:07.369" v="605" actId="1076"/>
      <pc:docMkLst>
        <pc:docMk/>
      </pc:docMkLst>
      <pc:sldChg chg="addSp delSp modSp mod">
        <pc:chgData name="Geng, Baocheng" userId="b4253f3e-c40b-4a70-8207-93818653a34c" providerId="ADAL" clId="{FAC62CDA-2EE1-4924-A1E6-065E03032457}" dt="2023-02-09T15:45:24.278" v="597" actId="20577"/>
        <pc:sldMkLst>
          <pc:docMk/>
          <pc:sldMk cId="0" sldId="256"/>
        </pc:sldMkLst>
        <pc:spChg chg="mod">
          <ac:chgData name="Geng, Baocheng" userId="b4253f3e-c40b-4a70-8207-93818653a34c" providerId="ADAL" clId="{FAC62CDA-2EE1-4924-A1E6-065E03032457}" dt="2023-02-09T15:45:24.278" v="597" actId="20577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Geng, Baocheng" userId="b4253f3e-c40b-4a70-8207-93818653a34c" providerId="ADAL" clId="{FAC62CDA-2EE1-4924-A1E6-065E03032457}" dt="2023-02-08T17:47:00.973" v="49" actId="20577"/>
          <ac:spMkLst>
            <pc:docMk/>
            <pc:sldMk cId="0" sldId="256"/>
            <ac:spMk id="14" creationId="{5EA2555B-5DCC-80E8-3937-F1C192C00F97}"/>
          </ac:spMkLst>
        </pc:spChg>
        <pc:grpChg chg="del">
          <ac:chgData name="Geng, Baocheng" userId="b4253f3e-c40b-4a70-8207-93818653a34c" providerId="ADAL" clId="{FAC62CDA-2EE1-4924-A1E6-065E03032457}" dt="2023-02-08T17:46:41.905" v="33" actId="478"/>
          <ac:grpSpMkLst>
            <pc:docMk/>
            <pc:sldMk cId="0" sldId="256"/>
            <ac:grpSpMk id="8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FAC62CDA-2EE1-4924-A1E6-065E03032457}" dt="2023-02-09T15:45:45.755" v="600"/>
        <pc:sldMkLst>
          <pc:docMk/>
          <pc:sldMk cId="0" sldId="257"/>
        </pc:sldMkLst>
        <pc:spChg chg="del mod">
          <ac:chgData name="Geng, Baocheng" userId="b4253f3e-c40b-4a70-8207-93818653a34c" providerId="ADAL" clId="{FAC62CDA-2EE1-4924-A1E6-065E03032457}" dt="2023-02-09T15:45:45.755" v="600"/>
          <ac:spMkLst>
            <pc:docMk/>
            <pc:sldMk cId="0" sldId="257"/>
            <ac:spMk id="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9:24:15.915" v="550" actId="478"/>
          <ac:spMkLst>
            <pc:docMk/>
            <pc:sldMk cId="0" sldId="257"/>
            <ac:spMk id="6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9:25:41.300" v="579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9:24:38.794" v="559" actId="1076"/>
          <ac:spMkLst>
            <pc:docMk/>
            <pc:sldMk cId="0" sldId="257"/>
            <ac:spMk id="1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9:24:48.146" v="562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9:24:45.007" v="560" actId="478"/>
          <ac:spMkLst>
            <pc:docMk/>
            <pc:sldMk cId="0" sldId="257"/>
            <ac:spMk id="13" creationId="{00000000-0000-0000-0000-000000000000}"/>
          </ac:spMkLst>
        </pc:spChg>
        <pc:spChg chg="del mod">
          <ac:chgData name="Geng, Baocheng" userId="b4253f3e-c40b-4a70-8207-93818653a34c" providerId="ADAL" clId="{FAC62CDA-2EE1-4924-A1E6-065E03032457}" dt="2023-02-08T19:24:50.253" v="564" actId="47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9:25:02.394" v="570" actId="20577"/>
          <ac:spMkLst>
            <pc:docMk/>
            <pc:sldMk cId="0" sldId="257"/>
            <ac:spMk id="1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9:24:56.941" v="567" actId="478"/>
          <ac:spMkLst>
            <pc:docMk/>
            <pc:sldMk cId="0" sldId="257"/>
            <ac:spMk id="18" creationId="{00000000-0000-0000-0000-000000000000}"/>
          </ac:spMkLst>
        </pc:spChg>
        <pc:grpChg chg="del">
          <ac:chgData name="Geng, Baocheng" userId="b4253f3e-c40b-4a70-8207-93818653a34c" providerId="ADAL" clId="{FAC62CDA-2EE1-4924-A1E6-065E03032457}" dt="2023-02-08T19:25:04.365" v="571" actId="478"/>
          <ac:grpSpMkLst>
            <pc:docMk/>
            <pc:sldMk cId="0" sldId="257"/>
            <ac:grpSpMk id="19" creationId="{00000000-0000-0000-0000-000000000000}"/>
          </ac:grpSpMkLst>
        </pc:grpChg>
        <pc:picChg chg="add del">
          <ac:chgData name="Geng, Baocheng" userId="b4253f3e-c40b-4a70-8207-93818653a34c" providerId="ADAL" clId="{FAC62CDA-2EE1-4924-A1E6-065E03032457}" dt="2023-02-08T19:25:56.201" v="583" actId="478"/>
          <ac:picMkLst>
            <pc:docMk/>
            <pc:sldMk cId="0" sldId="257"/>
            <ac:picMk id="3" creationId="{00000000-0000-0000-0000-000000000000}"/>
          </ac:picMkLst>
        </pc:picChg>
        <pc:picChg chg="del">
          <ac:chgData name="Geng, Baocheng" userId="b4253f3e-c40b-4a70-8207-93818653a34c" providerId="ADAL" clId="{FAC62CDA-2EE1-4924-A1E6-065E03032457}" dt="2023-02-08T19:24:30.067" v="555" actId="478"/>
          <ac:picMkLst>
            <pc:docMk/>
            <pc:sldMk cId="0" sldId="257"/>
            <ac:picMk id="9" creationId="{00000000-0000-0000-0000-000000000000}"/>
          </ac:picMkLst>
        </pc:picChg>
        <pc:picChg chg="del">
          <ac:chgData name="Geng, Baocheng" userId="b4253f3e-c40b-4a70-8207-93818653a34c" providerId="ADAL" clId="{FAC62CDA-2EE1-4924-A1E6-065E03032457}" dt="2023-02-08T19:24:46.403" v="561" actId="478"/>
          <ac:picMkLst>
            <pc:docMk/>
            <pc:sldMk cId="0" sldId="257"/>
            <ac:picMk id="11" creationId="{00000000-0000-0000-0000-000000000000}"/>
          </ac:picMkLst>
        </pc:picChg>
        <pc:picChg chg="mod">
          <ac:chgData name="Geng, Baocheng" userId="b4253f3e-c40b-4a70-8207-93818653a34c" providerId="ADAL" clId="{FAC62CDA-2EE1-4924-A1E6-065E03032457}" dt="2023-02-08T19:24:52.153" v="565" actId="1076"/>
          <ac:picMkLst>
            <pc:docMk/>
            <pc:sldMk cId="0" sldId="257"/>
            <ac:picMk id="14" creationId="{00000000-0000-0000-0000-000000000000}"/>
          </ac:picMkLst>
        </pc:picChg>
        <pc:picChg chg="del">
          <ac:chgData name="Geng, Baocheng" userId="b4253f3e-c40b-4a70-8207-93818653a34c" providerId="ADAL" clId="{FAC62CDA-2EE1-4924-A1E6-065E03032457}" dt="2023-02-08T19:24:58.122" v="568" actId="478"/>
          <ac:picMkLst>
            <pc:docMk/>
            <pc:sldMk cId="0" sldId="257"/>
            <ac:picMk id="17" creationId="{00000000-0000-0000-0000-000000000000}"/>
          </ac:picMkLst>
        </pc:picChg>
      </pc:sldChg>
      <pc:sldChg chg="delSp mod">
        <pc:chgData name="Geng, Baocheng" userId="b4253f3e-c40b-4a70-8207-93818653a34c" providerId="ADAL" clId="{FAC62CDA-2EE1-4924-A1E6-065E03032457}" dt="2023-02-08T19:27:06.090" v="596" actId="478"/>
        <pc:sldMkLst>
          <pc:docMk/>
          <pc:sldMk cId="0" sldId="258"/>
        </pc:sldMkLst>
        <pc:grpChg chg="del">
          <ac:chgData name="Geng, Baocheng" userId="b4253f3e-c40b-4a70-8207-93818653a34c" providerId="ADAL" clId="{FAC62CDA-2EE1-4924-A1E6-065E03032457}" dt="2023-02-08T19:27:06.090" v="596" actId="478"/>
          <ac:grpSpMkLst>
            <pc:docMk/>
            <pc:sldMk cId="0" sldId="25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FAC62CDA-2EE1-4924-A1E6-065E03032457}" dt="2023-02-08T19:26:15.941" v="584" actId="478"/>
          <ac:grpSpMkLst>
            <pc:docMk/>
            <pc:sldMk cId="0" sldId="258"/>
            <ac:grpSpMk id="10" creationId="{00000000-0000-0000-0000-000000000000}"/>
          </ac:grpSpMkLst>
        </pc:grpChg>
      </pc:sldChg>
      <pc:sldChg chg="del">
        <pc:chgData name="Geng, Baocheng" userId="b4253f3e-c40b-4a70-8207-93818653a34c" providerId="ADAL" clId="{FAC62CDA-2EE1-4924-A1E6-065E03032457}" dt="2023-02-08T17:50:14.856" v="53" actId="47"/>
        <pc:sldMkLst>
          <pc:docMk/>
          <pc:sldMk cId="0" sldId="259"/>
        </pc:sldMkLst>
      </pc:sldChg>
      <pc:sldChg chg="delSp mod">
        <pc:chgData name="Geng, Baocheng" userId="b4253f3e-c40b-4a70-8207-93818653a34c" providerId="ADAL" clId="{FAC62CDA-2EE1-4924-A1E6-065E03032457}" dt="2023-02-08T17:50:07.440" v="52" actId="478"/>
        <pc:sldMkLst>
          <pc:docMk/>
          <pc:sldMk cId="0" sldId="260"/>
        </pc:sldMkLst>
        <pc:spChg chg="del topLvl">
          <ac:chgData name="Geng, Baocheng" userId="b4253f3e-c40b-4a70-8207-93818653a34c" providerId="ADAL" clId="{FAC62CDA-2EE1-4924-A1E6-065E03032457}" dt="2023-02-08T17:50:07.440" v="52" actId="478"/>
          <ac:spMkLst>
            <pc:docMk/>
            <pc:sldMk cId="0" sldId="260"/>
            <ac:spMk id="11" creationId="{00000000-0000-0000-0000-000000000000}"/>
          </ac:spMkLst>
        </pc:spChg>
        <pc:spChg chg="del topLvl">
          <ac:chgData name="Geng, Baocheng" userId="b4253f3e-c40b-4a70-8207-93818653a34c" providerId="ADAL" clId="{FAC62CDA-2EE1-4924-A1E6-065E03032457}" dt="2023-02-08T17:50:05.271" v="50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0:06.223" v="51" actId="478"/>
          <ac:spMkLst>
            <pc:docMk/>
            <pc:sldMk cId="0" sldId="260"/>
            <ac:spMk id="14" creationId="{00000000-0000-0000-0000-000000000000}"/>
          </ac:spMkLst>
        </pc:spChg>
        <pc:grpChg chg="del">
          <ac:chgData name="Geng, Baocheng" userId="b4253f3e-c40b-4a70-8207-93818653a34c" providerId="ADAL" clId="{FAC62CDA-2EE1-4924-A1E6-065E03032457}" dt="2023-02-08T17:50:05.271" v="50" actId="478"/>
          <ac:grpSpMkLst>
            <pc:docMk/>
            <pc:sldMk cId="0" sldId="260"/>
            <ac:grpSpMk id="10" creationId="{00000000-0000-0000-0000-000000000000}"/>
          </ac:grpSpMkLst>
        </pc:grpChg>
      </pc:sldChg>
      <pc:sldChg chg="del">
        <pc:chgData name="Geng, Baocheng" userId="b4253f3e-c40b-4a70-8207-93818653a34c" providerId="ADAL" clId="{FAC62CDA-2EE1-4924-A1E6-065E03032457}" dt="2023-02-08T17:50:23.176" v="54" actId="47"/>
        <pc:sldMkLst>
          <pc:docMk/>
          <pc:sldMk cId="0" sldId="261"/>
        </pc:sldMkLst>
      </pc:sldChg>
      <pc:sldChg chg="del">
        <pc:chgData name="Geng, Baocheng" userId="b4253f3e-c40b-4a70-8207-93818653a34c" providerId="ADAL" clId="{FAC62CDA-2EE1-4924-A1E6-065E03032457}" dt="2023-02-08T17:50:25.355" v="55" actId="47"/>
        <pc:sldMkLst>
          <pc:docMk/>
          <pc:sldMk cId="0" sldId="262"/>
        </pc:sldMkLst>
      </pc:sldChg>
      <pc:sldChg chg="del">
        <pc:chgData name="Geng, Baocheng" userId="b4253f3e-c40b-4a70-8207-93818653a34c" providerId="ADAL" clId="{FAC62CDA-2EE1-4924-A1E6-065E03032457}" dt="2023-02-08T17:50:27.349" v="56" actId="47"/>
        <pc:sldMkLst>
          <pc:docMk/>
          <pc:sldMk cId="0" sldId="263"/>
        </pc:sldMkLst>
      </pc:sldChg>
      <pc:sldChg chg="del">
        <pc:chgData name="Geng, Baocheng" userId="b4253f3e-c40b-4a70-8207-93818653a34c" providerId="ADAL" clId="{FAC62CDA-2EE1-4924-A1E6-065E03032457}" dt="2023-02-08T17:50:28.708" v="57" actId="47"/>
        <pc:sldMkLst>
          <pc:docMk/>
          <pc:sldMk cId="0" sldId="264"/>
        </pc:sldMkLst>
      </pc:sldChg>
      <pc:sldChg chg="del">
        <pc:chgData name="Geng, Baocheng" userId="b4253f3e-c40b-4a70-8207-93818653a34c" providerId="ADAL" clId="{FAC62CDA-2EE1-4924-A1E6-065E03032457}" dt="2023-02-08T17:50:30.503" v="58" actId="47"/>
        <pc:sldMkLst>
          <pc:docMk/>
          <pc:sldMk cId="0" sldId="265"/>
        </pc:sldMkLst>
      </pc:sldChg>
      <pc:sldChg chg="del">
        <pc:chgData name="Geng, Baocheng" userId="b4253f3e-c40b-4a70-8207-93818653a34c" providerId="ADAL" clId="{FAC62CDA-2EE1-4924-A1E6-065E03032457}" dt="2023-02-08T17:50:32.195" v="59" actId="47"/>
        <pc:sldMkLst>
          <pc:docMk/>
          <pc:sldMk cId="0" sldId="266"/>
        </pc:sldMkLst>
      </pc:sldChg>
      <pc:sldChg chg="del">
        <pc:chgData name="Geng, Baocheng" userId="b4253f3e-c40b-4a70-8207-93818653a34c" providerId="ADAL" clId="{FAC62CDA-2EE1-4924-A1E6-065E03032457}" dt="2023-02-08T17:50:33.992" v="60" actId="47"/>
        <pc:sldMkLst>
          <pc:docMk/>
          <pc:sldMk cId="0" sldId="267"/>
        </pc:sldMkLst>
      </pc:sldChg>
      <pc:sldChg chg="delSp modSp mod ord">
        <pc:chgData name="Geng, Baocheng" userId="b4253f3e-c40b-4a70-8207-93818653a34c" providerId="ADAL" clId="{FAC62CDA-2EE1-4924-A1E6-065E03032457}" dt="2023-02-08T18:00:02.800" v="194" actId="478"/>
        <pc:sldMkLst>
          <pc:docMk/>
          <pc:sldMk cId="0" sldId="268"/>
        </pc:sldMkLst>
        <pc:spChg chg="mod">
          <ac:chgData name="Geng, Baocheng" userId="b4253f3e-c40b-4a70-8207-93818653a34c" providerId="ADAL" clId="{FAC62CDA-2EE1-4924-A1E6-065E03032457}" dt="2023-02-08T17:54:50.781" v="69" actId="20577"/>
          <ac:spMkLst>
            <pc:docMk/>
            <pc:sldMk cId="0" sldId="268"/>
            <ac:spMk id="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4:46.239" v="68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4:46.239" v="68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4:46.239" v="68" actId="478"/>
          <ac:spMkLst>
            <pc:docMk/>
            <pc:sldMk cId="0" sldId="268"/>
            <ac:spMk id="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4:46.239" v="68" actId="478"/>
          <ac:spMkLst>
            <pc:docMk/>
            <pc:sldMk cId="0" sldId="268"/>
            <ac:spMk id="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5:00.411" v="71" actId="478"/>
          <ac:spMkLst>
            <pc:docMk/>
            <pc:sldMk cId="0" sldId="268"/>
            <ac:spMk id="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6:53.512" v="102" actId="478"/>
          <ac:spMkLst>
            <pc:docMk/>
            <pc:sldMk cId="0" sldId="268"/>
            <ac:spMk id="11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7:56:50.476" v="101" actId="20577"/>
          <ac:spMkLst>
            <pc:docMk/>
            <pc:sldMk cId="0" sldId="268"/>
            <ac:spMk id="1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4:54.777" v="70" actId="478"/>
          <ac:spMkLst>
            <pc:docMk/>
            <pc:sldMk cId="0" sldId="268"/>
            <ac:spMk id="13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6:48.157" v="100" actId="478"/>
          <ac:spMkLst>
            <pc:docMk/>
            <pc:sldMk cId="0" sldId="268"/>
            <ac:spMk id="1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6:45.477" v="98" actId="478"/>
          <ac:spMkLst>
            <pc:docMk/>
            <pc:sldMk cId="0" sldId="268"/>
            <ac:spMk id="1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6:46.381" v="99" actId="478"/>
          <ac:spMkLst>
            <pc:docMk/>
            <pc:sldMk cId="0" sldId="268"/>
            <ac:spMk id="1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6:44.612" v="97" actId="478"/>
          <ac:spMkLst>
            <pc:docMk/>
            <pc:sldMk cId="0" sldId="268"/>
            <ac:spMk id="1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9:08.536" v="166" actId="478"/>
          <ac:spMkLst>
            <pc:docMk/>
            <pc:sldMk cId="0" sldId="268"/>
            <ac:spMk id="19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7:59:00.609" v="165" actId="20577"/>
          <ac:spMkLst>
            <pc:docMk/>
            <pc:sldMk cId="0" sldId="268"/>
            <ac:spMk id="2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8:58.058" v="164" actId="478"/>
          <ac:spMkLst>
            <pc:docMk/>
            <pc:sldMk cId="0" sldId="268"/>
            <ac:spMk id="2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8:45.555" v="160" actId="478"/>
          <ac:spMkLst>
            <pc:docMk/>
            <pc:sldMk cId="0" sldId="268"/>
            <ac:spMk id="2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8:56.643" v="163" actId="478"/>
          <ac:spMkLst>
            <pc:docMk/>
            <pc:sldMk cId="0" sldId="268"/>
            <ac:spMk id="23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8:47.845" v="161" actId="478"/>
          <ac:spMkLst>
            <pc:docMk/>
            <pc:sldMk cId="0" sldId="268"/>
            <ac:spMk id="24" creationId="{00000000-0000-0000-0000-000000000000}"/>
          </ac:spMkLst>
        </pc:spChg>
        <pc:spChg chg="del mod">
          <ac:chgData name="Geng, Baocheng" userId="b4253f3e-c40b-4a70-8207-93818653a34c" providerId="ADAL" clId="{FAC62CDA-2EE1-4924-A1E6-065E03032457}" dt="2023-02-08T17:58:44.378" v="159" actId="478"/>
          <ac:spMkLst>
            <pc:docMk/>
            <pc:sldMk cId="0" sldId="268"/>
            <ac:spMk id="2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8:39.739" v="158" actId="478"/>
          <ac:spMkLst>
            <pc:docMk/>
            <pc:sldMk cId="0" sldId="268"/>
            <ac:spMk id="2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8:52.718" v="162" actId="478"/>
          <ac:spMkLst>
            <pc:docMk/>
            <pc:sldMk cId="0" sldId="268"/>
            <ac:spMk id="27" creationId="{00000000-0000-0000-0000-000000000000}"/>
          </ac:spMkLst>
        </pc:spChg>
        <pc:grpChg chg="del">
          <ac:chgData name="Geng, Baocheng" userId="b4253f3e-c40b-4a70-8207-93818653a34c" providerId="ADAL" clId="{FAC62CDA-2EE1-4924-A1E6-065E03032457}" dt="2023-02-08T18:00:02.800" v="194" actId="478"/>
          <ac:grpSpMkLst>
            <pc:docMk/>
            <pc:sldMk cId="0" sldId="268"/>
            <ac:grpSpMk id="29" creationId="{00000000-0000-0000-0000-000000000000}"/>
          </ac:grpSpMkLst>
        </pc:grpChg>
        <pc:picChg chg="mod replST">
          <ac:chgData name="Geng, Baocheng" userId="b4253f3e-c40b-4a70-8207-93818653a34c" providerId="ADAL" clId="{FAC62CDA-2EE1-4924-A1E6-065E03032457}" dt="2023-02-08T17:56:59.219" v="104" actId="1076"/>
          <ac:picMkLst>
            <pc:docMk/>
            <pc:sldMk cId="0" sldId="268"/>
            <ac:picMk id="36" creationId="{DF202C9B-A7BD-94BA-F2B1-90775218D54E}"/>
          </ac:picMkLst>
        </pc:picChg>
        <pc:picChg chg="del mod replST">
          <ac:chgData name="Geng, Baocheng" userId="b4253f3e-c40b-4a70-8207-93818653a34c" providerId="ADAL" clId="{FAC62CDA-2EE1-4924-A1E6-065E03032457}" dt="2023-02-08T17:58:31.144" v="152" actId="478"/>
          <ac:picMkLst>
            <pc:docMk/>
            <pc:sldMk cId="0" sldId="268"/>
            <ac:picMk id="38" creationId="{576096D5-8759-6BA2-BC62-2FF6C5EFBABC}"/>
          </ac:picMkLst>
        </pc:picChg>
        <pc:picChg chg="mod ord replST">
          <ac:chgData name="Geng, Baocheng" userId="b4253f3e-c40b-4a70-8207-93818653a34c" providerId="ADAL" clId="{FAC62CDA-2EE1-4924-A1E6-065E03032457}" dt="2023-02-08T17:59:18.611" v="167" actId="1076"/>
          <ac:picMkLst>
            <pc:docMk/>
            <pc:sldMk cId="0" sldId="268"/>
            <ac:picMk id="40" creationId="{D580867B-7CD1-BF9F-4816-06DF5B677B44}"/>
          </ac:picMkLst>
        </pc:picChg>
        <pc:picChg chg="mod replST">
          <ac:chgData name="Geng, Baocheng" userId="b4253f3e-c40b-4a70-8207-93818653a34c" providerId="ADAL" clId="{FAC62CDA-2EE1-4924-A1E6-065E03032457}" dt="2023-02-08T17:59:58.775" v="193" actId="14100"/>
          <ac:picMkLst>
            <pc:docMk/>
            <pc:sldMk cId="0" sldId="268"/>
            <ac:picMk id="42" creationId="{4EACD888-230F-E422-31EE-D8B90B8049B4}"/>
          </ac:picMkLst>
        </pc:picChg>
      </pc:sldChg>
      <pc:sldChg chg="delSp mod">
        <pc:chgData name="Geng, Baocheng" userId="b4253f3e-c40b-4a70-8207-93818653a34c" providerId="ADAL" clId="{FAC62CDA-2EE1-4924-A1E6-065E03032457}" dt="2023-02-08T19:26:21.007" v="585" actId="478"/>
        <pc:sldMkLst>
          <pc:docMk/>
          <pc:sldMk cId="0" sldId="269"/>
        </pc:sldMkLst>
        <pc:grpChg chg="del">
          <ac:chgData name="Geng, Baocheng" userId="b4253f3e-c40b-4a70-8207-93818653a34c" providerId="ADAL" clId="{FAC62CDA-2EE1-4924-A1E6-065E03032457}" dt="2023-02-08T19:26:21.007" v="585" actId="478"/>
          <ac:grpSpMkLst>
            <pc:docMk/>
            <pc:sldMk cId="0" sldId="269"/>
            <ac:grpSpMk id="8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33.539" v="586" actId="478"/>
        <pc:sldMkLst>
          <pc:docMk/>
          <pc:sldMk cId="0" sldId="270"/>
        </pc:sldMkLst>
        <pc:grpChg chg="del">
          <ac:chgData name="Geng, Baocheng" userId="b4253f3e-c40b-4a70-8207-93818653a34c" providerId="ADAL" clId="{FAC62CDA-2EE1-4924-A1E6-065E03032457}" dt="2023-02-08T19:26:33.539" v="586" actId="478"/>
          <ac:grpSpMkLst>
            <pc:docMk/>
            <pc:sldMk cId="0" sldId="270"/>
            <ac:grpSpMk id="8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35.122" v="587" actId="478"/>
        <pc:sldMkLst>
          <pc:docMk/>
          <pc:sldMk cId="0" sldId="271"/>
        </pc:sldMkLst>
        <pc:grpChg chg="del">
          <ac:chgData name="Geng, Baocheng" userId="b4253f3e-c40b-4a70-8207-93818653a34c" providerId="ADAL" clId="{FAC62CDA-2EE1-4924-A1E6-065E03032457}" dt="2023-02-08T19:26:35.122" v="587" actId="478"/>
          <ac:grpSpMkLst>
            <pc:docMk/>
            <pc:sldMk cId="0" sldId="271"/>
            <ac:grpSpMk id="8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36.673" v="588" actId="478"/>
        <pc:sldMkLst>
          <pc:docMk/>
          <pc:sldMk cId="0" sldId="272"/>
        </pc:sldMkLst>
        <pc:grpChg chg="del">
          <ac:chgData name="Geng, Baocheng" userId="b4253f3e-c40b-4a70-8207-93818653a34c" providerId="ADAL" clId="{FAC62CDA-2EE1-4924-A1E6-065E03032457}" dt="2023-02-08T19:26:36.673" v="588" actId="478"/>
          <ac:grpSpMkLst>
            <pc:docMk/>
            <pc:sldMk cId="0" sldId="272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38.543" v="589" actId="478"/>
        <pc:sldMkLst>
          <pc:docMk/>
          <pc:sldMk cId="0" sldId="273"/>
        </pc:sldMkLst>
        <pc:grpChg chg="del">
          <ac:chgData name="Geng, Baocheng" userId="b4253f3e-c40b-4a70-8207-93818653a34c" providerId="ADAL" clId="{FAC62CDA-2EE1-4924-A1E6-065E03032457}" dt="2023-02-08T19:26:38.543" v="589" actId="478"/>
          <ac:grpSpMkLst>
            <pc:docMk/>
            <pc:sldMk cId="0" sldId="273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39.875" v="590" actId="478"/>
        <pc:sldMkLst>
          <pc:docMk/>
          <pc:sldMk cId="0" sldId="274"/>
        </pc:sldMkLst>
        <pc:grpChg chg="del">
          <ac:chgData name="Geng, Baocheng" userId="b4253f3e-c40b-4a70-8207-93818653a34c" providerId="ADAL" clId="{FAC62CDA-2EE1-4924-A1E6-065E03032457}" dt="2023-02-08T19:26:39.875" v="590" actId="478"/>
          <ac:grpSpMkLst>
            <pc:docMk/>
            <pc:sldMk cId="0" sldId="274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41.186" v="591" actId="478"/>
        <pc:sldMkLst>
          <pc:docMk/>
          <pc:sldMk cId="0" sldId="275"/>
        </pc:sldMkLst>
        <pc:grpChg chg="del">
          <ac:chgData name="Geng, Baocheng" userId="b4253f3e-c40b-4a70-8207-93818653a34c" providerId="ADAL" clId="{FAC62CDA-2EE1-4924-A1E6-065E03032457}" dt="2023-02-08T19:26:41.186" v="591" actId="478"/>
          <ac:grpSpMkLst>
            <pc:docMk/>
            <pc:sldMk cId="0" sldId="275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42.258" v="592" actId="478"/>
        <pc:sldMkLst>
          <pc:docMk/>
          <pc:sldMk cId="0" sldId="276"/>
        </pc:sldMkLst>
        <pc:grpChg chg="del">
          <ac:chgData name="Geng, Baocheng" userId="b4253f3e-c40b-4a70-8207-93818653a34c" providerId="ADAL" clId="{FAC62CDA-2EE1-4924-A1E6-065E03032457}" dt="2023-02-08T19:26:42.258" v="592" actId="478"/>
          <ac:grpSpMkLst>
            <pc:docMk/>
            <pc:sldMk cId="0" sldId="276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44.075" v="593" actId="478"/>
        <pc:sldMkLst>
          <pc:docMk/>
          <pc:sldMk cId="0" sldId="277"/>
        </pc:sldMkLst>
        <pc:grpChg chg="del">
          <ac:chgData name="Geng, Baocheng" userId="b4253f3e-c40b-4a70-8207-93818653a34c" providerId="ADAL" clId="{FAC62CDA-2EE1-4924-A1E6-065E03032457}" dt="2023-02-08T19:26:44.075" v="593" actId="478"/>
          <ac:grpSpMkLst>
            <pc:docMk/>
            <pc:sldMk cId="0" sldId="277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45.351" v="594" actId="478"/>
        <pc:sldMkLst>
          <pc:docMk/>
          <pc:sldMk cId="0" sldId="278"/>
        </pc:sldMkLst>
        <pc:grpChg chg="del">
          <ac:chgData name="Geng, Baocheng" userId="b4253f3e-c40b-4a70-8207-93818653a34c" providerId="ADAL" clId="{FAC62CDA-2EE1-4924-A1E6-065E03032457}" dt="2023-02-08T19:26:45.351" v="594" actId="478"/>
          <ac:grpSpMkLst>
            <pc:docMk/>
            <pc:sldMk cId="0" sldId="278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46.636" v="595" actId="478"/>
        <pc:sldMkLst>
          <pc:docMk/>
          <pc:sldMk cId="0" sldId="279"/>
        </pc:sldMkLst>
        <pc:grpChg chg="del">
          <ac:chgData name="Geng, Baocheng" userId="b4253f3e-c40b-4a70-8207-93818653a34c" providerId="ADAL" clId="{FAC62CDA-2EE1-4924-A1E6-065E03032457}" dt="2023-02-08T19:26:46.636" v="595" actId="478"/>
          <ac:grpSpMkLst>
            <pc:docMk/>
            <pc:sldMk cId="0" sldId="279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00:56.290" v="195" actId="478"/>
        <pc:sldMkLst>
          <pc:docMk/>
          <pc:sldMk cId="0" sldId="280"/>
        </pc:sldMkLst>
        <pc:grpChg chg="del">
          <ac:chgData name="Geng, Baocheng" userId="b4253f3e-c40b-4a70-8207-93818653a34c" providerId="ADAL" clId="{FAC62CDA-2EE1-4924-A1E6-065E03032457}" dt="2023-02-08T18:00:56.290" v="195" actId="478"/>
          <ac:grpSpMkLst>
            <pc:docMk/>
            <pc:sldMk cId="0" sldId="280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01:06.452" v="196" actId="478"/>
        <pc:sldMkLst>
          <pc:docMk/>
          <pc:sldMk cId="0" sldId="281"/>
        </pc:sldMkLst>
        <pc:grpChg chg="del">
          <ac:chgData name="Geng, Baocheng" userId="b4253f3e-c40b-4a70-8207-93818653a34c" providerId="ADAL" clId="{FAC62CDA-2EE1-4924-A1E6-065E03032457}" dt="2023-02-08T18:01:06.452" v="196" actId="478"/>
          <ac:grpSpMkLst>
            <pc:docMk/>
            <pc:sldMk cId="0" sldId="281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01:26.273" v="197" actId="478"/>
        <pc:sldMkLst>
          <pc:docMk/>
          <pc:sldMk cId="0" sldId="282"/>
        </pc:sldMkLst>
        <pc:grpChg chg="del">
          <ac:chgData name="Geng, Baocheng" userId="b4253f3e-c40b-4a70-8207-93818653a34c" providerId="ADAL" clId="{FAC62CDA-2EE1-4924-A1E6-065E03032457}" dt="2023-02-08T18:01:26.273" v="197" actId="478"/>
          <ac:grpSpMkLst>
            <pc:docMk/>
            <pc:sldMk cId="0" sldId="282"/>
            <ac:grpSpMk id="4" creationId="{00000000-0000-0000-0000-000000000000}"/>
          </ac:grpSpMkLst>
        </pc:grpChg>
      </pc:sldChg>
      <pc:sldChg chg="delSp modSp mod">
        <pc:chgData name="Geng, Baocheng" userId="b4253f3e-c40b-4a70-8207-93818653a34c" providerId="ADAL" clId="{FAC62CDA-2EE1-4924-A1E6-065E03032457}" dt="2023-02-08T18:07:24.239" v="225" actId="1076"/>
        <pc:sldMkLst>
          <pc:docMk/>
          <pc:sldMk cId="0" sldId="283"/>
        </pc:sldMkLst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3:03.346" v="200" actId="478"/>
          <ac:spMkLst>
            <pc:docMk/>
            <pc:sldMk cId="0" sldId="283"/>
            <ac:spMk id="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3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2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2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2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23" creationId="{00000000-0000-0000-0000-000000000000}"/>
          </ac:spMkLst>
        </pc:spChg>
        <pc:grpChg chg="del">
          <ac:chgData name="Geng, Baocheng" userId="b4253f3e-c40b-4a70-8207-93818653a34c" providerId="ADAL" clId="{FAC62CDA-2EE1-4924-A1E6-065E03032457}" dt="2023-02-08T18:01:29.919" v="198" actId="478"/>
          <ac:grpSpMkLst>
            <pc:docMk/>
            <pc:sldMk cId="0" sldId="283"/>
            <ac:grpSpMk id="25" creationId="{00000000-0000-0000-0000-000000000000}"/>
          </ac:grpSpMkLst>
        </pc:grpChg>
        <pc:picChg chg="mod replST">
          <ac:chgData name="Geng, Baocheng" userId="b4253f3e-c40b-4a70-8207-93818653a34c" providerId="ADAL" clId="{FAC62CDA-2EE1-4924-A1E6-065E03032457}" dt="2023-02-08T18:07:24.239" v="225" actId="1076"/>
          <ac:picMkLst>
            <pc:docMk/>
            <pc:sldMk cId="0" sldId="283"/>
            <ac:picMk id="32" creationId="{7449E617-BC65-B8B9-1EB8-CED41788FFA2}"/>
          </ac:picMkLst>
        </pc:picChg>
      </pc:sldChg>
      <pc:sldChg chg="addSp delSp modSp mod">
        <pc:chgData name="Geng, Baocheng" userId="b4253f3e-c40b-4a70-8207-93818653a34c" providerId="ADAL" clId="{FAC62CDA-2EE1-4924-A1E6-065E03032457}" dt="2023-02-08T18:11:06.579" v="293" actId="1076"/>
        <pc:sldMkLst>
          <pc:docMk/>
          <pc:sldMk cId="0" sldId="284"/>
        </pc:sldMkLst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3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3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3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3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3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3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9:19.110" v="232" actId="478"/>
          <ac:spMkLst>
            <pc:docMk/>
            <pc:sldMk cId="0" sldId="284"/>
            <ac:spMk id="3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9:14.359" v="231" actId="478"/>
          <ac:spMkLst>
            <pc:docMk/>
            <pc:sldMk cId="0" sldId="284"/>
            <ac:spMk id="35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8:09:57.609" v="261" actId="1076"/>
          <ac:spMkLst>
            <pc:docMk/>
            <pc:sldMk cId="0" sldId="284"/>
            <ac:spMk id="3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0:14.349" v="266" actId="478"/>
          <ac:spMkLst>
            <pc:docMk/>
            <pc:sldMk cId="0" sldId="284"/>
            <ac:spMk id="3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0:08.462" v="263" actId="478"/>
          <ac:spMkLst>
            <pc:docMk/>
            <pc:sldMk cId="0" sldId="284"/>
            <ac:spMk id="3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0:11.066" v="264" actId="478"/>
          <ac:spMkLst>
            <pc:docMk/>
            <pc:sldMk cId="0" sldId="284"/>
            <ac:spMk id="4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0:12.252" v="265" actId="478"/>
          <ac:spMkLst>
            <pc:docMk/>
            <pc:sldMk cId="0" sldId="284"/>
            <ac:spMk id="4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0:12.252" v="265" actId="478"/>
          <ac:spMkLst>
            <pc:docMk/>
            <pc:sldMk cId="0" sldId="284"/>
            <ac:spMk id="42" creationId="{00000000-0000-0000-0000-000000000000}"/>
          </ac:spMkLst>
        </pc:spChg>
        <pc:grpChg chg="del">
          <ac:chgData name="Geng, Baocheng" userId="b4253f3e-c40b-4a70-8207-93818653a34c" providerId="ADAL" clId="{FAC62CDA-2EE1-4924-A1E6-065E03032457}" dt="2023-02-08T18:08:40.532" v="226" actId="478"/>
          <ac:grpSpMkLst>
            <pc:docMk/>
            <pc:sldMk cId="0" sldId="284"/>
            <ac:grpSpMk id="43" creationId="{00000000-0000-0000-0000-000000000000}"/>
          </ac:grpSpMkLst>
        </pc:grpChg>
        <pc:picChg chg="add mod">
          <ac:chgData name="Geng, Baocheng" userId="b4253f3e-c40b-4a70-8207-93818653a34c" providerId="ADAL" clId="{FAC62CDA-2EE1-4924-A1E6-065E03032457}" dt="2023-02-08T18:08:55.845" v="229" actId="1076"/>
          <ac:picMkLst>
            <pc:docMk/>
            <pc:sldMk cId="0" sldId="284"/>
            <ac:picMk id="49" creationId="{0A53B96A-A0A3-FA5B-0D00-C4399101BC68}"/>
          </ac:picMkLst>
        </pc:picChg>
        <pc:picChg chg="mod replST">
          <ac:chgData name="Geng, Baocheng" userId="b4253f3e-c40b-4a70-8207-93818653a34c" providerId="ADAL" clId="{FAC62CDA-2EE1-4924-A1E6-065E03032457}" dt="2023-02-08T18:10:01.108" v="262" actId="1076"/>
          <ac:picMkLst>
            <pc:docMk/>
            <pc:sldMk cId="0" sldId="284"/>
            <ac:picMk id="51" creationId="{BDD00CF8-B25A-1FE1-9686-9773FDD3C6A0}"/>
          </ac:picMkLst>
        </pc:picChg>
        <pc:picChg chg="mod replST">
          <ac:chgData name="Geng, Baocheng" userId="b4253f3e-c40b-4a70-8207-93818653a34c" providerId="ADAL" clId="{FAC62CDA-2EE1-4924-A1E6-065E03032457}" dt="2023-02-08T18:11:06.579" v="293" actId="1076"/>
          <ac:picMkLst>
            <pc:docMk/>
            <pc:sldMk cId="0" sldId="284"/>
            <ac:picMk id="53" creationId="{75AF8DB0-4C70-3063-8421-BE3843257A8B}"/>
          </ac:picMkLst>
        </pc:picChg>
      </pc:sldChg>
      <pc:sldChg chg="addSp delSp modSp mod">
        <pc:chgData name="Geng, Baocheng" userId="b4253f3e-c40b-4a70-8207-93818653a34c" providerId="ADAL" clId="{FAC62CDA-2EE1-4924-A1E6-065E03032457}" dt="2023-02-08T18:13:19.582" v="331" actId="478"/>
        <pc:sldMkLst>
          <pc:docMk/>
          <pc:sldMk cId="0" sldId="285"/>
        </pc:sldMkLst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3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6.627" v="330" actId="478"/>
          <ac:spMkLst>
            <pc:docMk/>
            <pc:sldMk cId="0" sldId="285"/>
            <ac:spMk id="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9.582" v="331" actId="478"/>
          <ac:spMkLst>
            <pc:docMk/>
            <pc:sldMk cId="0" sldId="285"/>
            <ac:spMk id="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1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1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1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13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1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1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16" creationId="{00000000-0000-0000-0000-000000000000}"/>
          </ac:spMkLst>
        </pc:spChg>
        <pc:grpChg chg="del">
          <ac:chgData name="Geng, Baocheng" userId="b4253f3e-c40b-4a70-8207-93818653a34c" providerId="ADAL" clId="{FAC62CDA-2EE1-4924-A1E6-065E03032457}" dt="2023-02-08T18:11:23.166" v="294" actId="478"/>
          <ac:grpSpMkLst>
            <pc:docMk/>
            <pc:sldMk cId="0" sldId="285"/>
            <ac:grpSpMk id="17" creationId="{00000000-0000-0000-0000-000000000000}"/>
          </ac:grpSpMkLst>
        </pc:grpChg>
        <pc:picChg chg="add del mod">
          <ac:chgData name="Geng, Baocheng" userId="b4253f3e-c40b-4a70-8207-93818653a34c" providerId="ADAL" clId="{FAC62CDA-2EE1-4924-A1E6-065E03032457}" dt="2023-02-08T18:12:55.451" v="324" actId="478"/>
          <ac:picMkLst>
            <pc:docMk/>
            <pc:sldMk cId="0" sldId="285"/>
            <ac:picMk id="23" creationId="{A456E012-F77F-45E8-5E69-75BE63671988}"/>
          </ac:picMkLst>
        </pc:picChg>
        <pc:picChg chg="mod ord replST">
          <ac:chgData name="Geng, Baocheng" userId="b4253f3e-c40b-4a70-8207-93818653a34c" providerId="ADAL" clId="{FAC62CDA-2EE1-4924-A1E6-065E03032457}" dt="2023-02-08T18:12:55.503" v="328" actId="962"/>
          <ac:picMkLst>
            <pc:docMk/>
            <pc:sldMk cId="0" sldId="285"/>
            <ac:picMk id="25" creationId="{6FD11C80-1536-19D2-BBBA-3A06D181DCF0}"/>
          </ac:picMkLst>
        </pc:picChg>
      </pc:sldChg>
      <pc:sldChg chg="delSp del mod">
        <pc:chgData name="Geng, Baocheng" userId="b4253f3e-c40b-4a70-8207-93818653a34c" providerId="ADAL" clId="{FAC62CDA-2EE1-4924-A1E6-065E03032457}" dt="2023-02-08T18:14:33.148" v="333" actId="2696"/>
        <pc:sldMkLst>
          <pc:docMk/>
          <pc:sldMk cId="0" sldId="286"/>
        </pc:sldMkLst>
        <pc:grpChg chg="del">
          <ac:chgData name="Geng, Baocheng" userId="b4253f3e-c40b-4a70-8207-93818653a34c" providerId="ADAL" clId="{FAC62CDA-2EE1-4924-A1E6-065E03032457}" dt="2023-02-08T18:13:58.081" v="332" actId="478"/>
          <ac:grpSpMkLst>
            <pc:docMk/>
            <pc:sldMk cId="0" sldId="286"/>
            <ac:grpSpMk id="1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14:41.914" v="334" actId="478"/>
        <pc:sldMkLst>
          <pc:docMk/>
          <pc:sldMk cId="0" sldId="287"/>
        </pc:sldMkLst>
        <pc:grpChg chg="del">
          <ac:chgData name="Geng, Baocheng" userId="b4253f3e-c40b-4a70-8207-93818653a34c" providerId="ADAL" clId="{FAC62CDA-2EE1-4924-A1E6-065E03032457}" dt="2023-02-08T18:14:41.914" v="334" actId="478"/>
          <ac:grpSpMkLst>
            <pc:docMk/>
            <pc:sldMk cId="0" sldId="287"/>
            <ac:grpSpMk id="7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15:14.988" v="336" actId="478"/>
        <pc:sldMkLst>
          <pc:docMk/>
          <pc:sldMk cId="0" sldId="288"/>
        </pc:sldMkLst>
        <pc:grpChg chg="del">
          <ac:chgData name="Geng, Baocheng" userId="b4253f3e-c40b-4a70-8207-93818653a34c" providerId="ADAL" clId="{FAC62CDA-2EE1-4924-A1E6-065E03032457}" dt="2023-02-08T18:15:14.988" v="336" actId="478"/>
          <ac:grpSpMkLst>
            <pc:docMk/>
            <pc:sldMk cId="0" sldId="288"/>
            <ac:grpSpMk id="9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15:12.370" v="335" actId="478"/>
        <pc:sldMkLst>
          <pc:docMk/>
          <pc:sldMk cId="0" sldId="289"/>
        </pc:sldMkLst>
        <pc:grpChg chg="del">
          <ac:chgData name="Geng, Baocheng" userId="b4253f3e-c40b-4a70-8207-93818653a34c" providerId="ADAL" clId="{FAC62CDA-2EE1-4924-A1E6-065E03032457}" dt="2023-02-08T18:15:12.370" v="335" actId="478"/>
          <ac:grpSpMkLst>
            <pc:docMk/>
            <pc:sldMk cId="0" sldId="289"/>
            <ac:grpSpMk id="11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15:30.157" v="337" actId="478"/>
        <pc:sldMkLst>
          <pc:docMk/>
          <pc:sldMk cId="0" sldId="290"/>
        </pc:sldMkLst>
        <pc:grpChg chg="del">
          <ac:chgData name="Geng, Baocheng" userId="b4253f3e-c40b-4a70-8207-93818653a34c" providerId="ADAL" clId="{FAC62CDA-2EE1-4924-A1E6-065E03032457}" dt="2023-02-08T18:15:30.157" v="337" actId="478"/>
          <ac:grpSpMkLst>
            <pc:docMk/>
            <pc:sldMk cId="0" sldId="290"/>
            <ac:grpSpMk id="13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15:35.138" v="338" actId="478"/>
        <pc:sldMkLst>
          <pc:docMk/>
          <pc:sldMk cId="0" sldId="291"/>
        </pc:sldMkLst>
        <pc:grpChg chg="del">
          <ac:chgData name="Geng, Baocheng" userId="b4253f3e-c40b-4a70-8207-93818653a34c" providerId="ADAL" clId="{FAC62CDA-2EE1-4924-A1E6-065E03032457}" dt="2023-02-08T18:15:35.138" v="338" actId="478"/>
          <ac:grpSpMkLst>
            <pc:docMk/>
            <pc:sldMk cId="0" sldId="291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15:46.059" v="339" actId="478"/>
        <pc:sldMkLst>
          <pc:docMk/>
          <pc:sldMk cId="0" sldId="292"/>
        </pc:sldMkLst>
        <pc:grpChg chg="del">
          <ac:chgData name="Geng, Baocheng" userId="b4253f3e-c40b-4a70-8207-93818653a34c" providerId="ADAL" clId="{FAC62CDA-2EE1-4924-A1E6-065E03032457}" dt="2023-02-08T18:15:46.059" v="339" actId="478"/>
          <ac:grpSpMkLst>
            <pc:docMk/>
            <pc:sldMk cId="0" sldId="292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15:49.989" v="340" actId="478"/>
        <pc:sldMkLst>
          <pc:docMk/>
          <pc:sldMk cId="0" sldId="293"/>
        </pc:sldMkLst>
        <pc:grpChg chg="del">
          <ac:chgData name="Geng, Baocheng" userId="b4253f3e-c40b-4a70-8207-93818653a34c" providerId="ADAL" clId="{FAC62CDA-2EE1-4924-A1E6-065E03032457}" dt="2023-02-08T18:15:49.989" v="340" actId="478"/>
          <ac:grpSpMkLst>
            <pc:docMk/>
            <pc:sldMk cId="0" sldId="293"/>
            <ac:grpSpMk id="4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FAC62CDA-2EE1-4924-A1E6-065E03032457}" dt="2023-02-08T18:36:08.069" v="433" actId="1076"/>
        <pc:sldMkLst>
          <pc:docMk/>
          <pc:sldMk cId="0" sldId="294"/>
        </pc:sldMkLst>
        <pc:spChg chg="del">
          <ac:chgData name="Geng, Baocheng" userId="b4253f3e-c40b-4a70-8207-93818653a34c" providerId="ADAL" clId="{FAC62CDA-2EE1-4924-A1E6-065E03032457}" dt="2023-02-08T18:32:41.847" v="366" actId="478"/>
          <ac:spMkLst>
            <pc:docMk/>
            <pc:sldMk cId="0" sldId="294"/>
            <ac:spMk id="5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8:33:18.460" v="376" actId="20577"/>
          <ac:spMkLst>
            <pc:docMk/>
            <pc:sldMk cId="0" sldId="294"/>
            <ac:spMk id="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32:58.739" v="369" actId="478"/>
          <ac:spMkLst>
            <pc:docMk/>
            <pc:sldMk cId="0" sldId="294"/>
            <ac:spMk id="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32:52.910" v="367" actId="478"/>
          <ac:spMkLst>
            <pc:docMk/>
            <pc:sldMk cId="0" sldId="294"/>
            <ac:spMk id="8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8:34:06.611" v="412" actId="1076"/>
          <ac:spMkLst>
            <pc:docMk/>
            <pc:sldMk cId="0" sldId="294"/>
            <ac:spMk id="9" creationId="{00000000-0000-0000-0000-000000000000}"/>
          </ac:spMkLst>
        </pc:spChg>
        <pc:spChg chg="del mod">
          <ac:chgData name="Geng, Baocheng" userId="b4253f3e-c40b-4a70-8207-93818653a34c" providerId="ADAL" clId="{FAC62CDA-2EE1-4924-A1E6-065E03032457}" dt="2023-02-08T18:35:23.023" v="425" actId="478"/>
          <ac:spMkLst>
            <pc:docMk/>
            <pc:sldMk cId="0" sldId="294"/>
            <ac:spMk id="13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8:35:31.269" v="429" actId="1076"/>
          <ac:spMkLst>
            <pc:docMk/>
            <pc:sldMk cId="0" sldId="294"/>
            <ac:spMk id="14" creationId="{00000000-0000-0000-0000-000000000000}"/>
          </ac:spMkLst>
        </pc:spChg>
        <pc:spChg chg="del mod">
          <ac:chgData name="Geng, Baocheng" userId="b4253f3e-c40b-4a70-8207-93818653a34c" providerId="ADAL" clId="{FAC62CDA-2EE1-4924-A1E6-065E03032457}" dt="2023-02-08T18:34:56.298" v="420" actId="478"/>
          <ac:spMkLst>
            <pc:docMk/>
            <pc:sldMk cId="0" sldId="294"/>
            <ac:spMk id="1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35:02.053" v="421" actId="478"/>
          <ac:spMkLst>
            <pc:docMk/>
            <pc:sldMk cId="0" sldId="294"/>
            <ac:spMk id="1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35:13.035" v="422" actId="478"/>
          <ac:spMkLst>
            <pc:docMk/>
            <pc:sldMk cId="0" sldId="294"/>
            <ac:spMk id="17" creationId="{00000000-0000-0000-0000-000000000000}"/>
          </ac:spMkLst>
        </pc:spChg>
        <pc:grpChg chg="del">
          <ac:chgData name="Geng, Baocheng" userId="b4253f3e-c40b-4a70-8207-93818653a34c" providerId="ADAL" clId="{FAC62CDA-2EE1-4924-A1E6-065E03032457}" dt="2023-02-08T18:35:58.223" v="430" actId="478"/>
          <ac:grpSpMkLst>
            <pc:docMk/>
            <pc:sldMk cId="0" sldId="294"/>
            <ac:grpSpMk id="18" creationId="{00000000-0000-0000-0000-000000000000}"/>
          </ac:grpSpMkLst>
        </pc:grpChg>
        <pc:picChg chg="mod replST">
          <ac:chgData name="Geng, Baocheng" userId="b4253f3e-c40b-4a70-8207-93818653a34c" providerId="ADAL" clId="{FAC62CDA-2EE1-4924-A1E6-065E03032457}" dt="2023-02-08T18:33:22.706" v="377" actId="1076"/>
          <ac:picMkLst>
            <pc:docMk/>
            <pc:sldMk cId="0" sldId="294"/>
            <ac:picMk id="25" creationId="{BC9A4DB2-2075-87B9-0809-03F90D5F4CA9}"/>
          </ac:picMkLst>
        </pc:picChg>
        <pc:picChg chg="add del mod">
          <ac:chgData name="Geng, Baocheng" userId="b4253f3e-c40b-4a70-8207-93818653a34c" providerId="ADAL" clId="{FAC62CDA-2EE1-4924-A1E6-065E03032457}" dt="2023-02-08T18:33:41.863" v="405" actId="478"/>
          <ac:picMkLst>
            <pc:docMk/>
            <pc:sldMk cId="0" sldId="294"/>
            <ac:picMk id="26" creationId="{E52B8CCA-268A-7101-4FD7-CA95F6E78AFD}"/>
          </ac:picMkLst>
        </pc:picChg>
        <pc:picChg chg="mod ord replST">
          <ac:chgData name="Geng, Baocheng" userId="b4253f3e-c40b-4a70-8207-93818653a34c" providerId="ADAL" clId="{FAC62CDA-2EE1-4924-A1E6-065E03032457}" dt="2023-02-08T18:34:42.482" v="417" actId="14100"/>
          <ac:picMkLst>
            <pc:docMk/>
            <pc:sldMk cId="0" sldId="294"/>
            <ac:picMk id="28" creationId="{1ABB3A78-47BE-B15D-D991-8EC6763D87F8}"/>
          </ac:picMkLst>
        </pc:picChg>
        <pc:picChg chg="add mod">
          <ac:chgData name="Geng, Baocheng" userId="b4253f3e-c40b-4a70-8207-93818653a34c" providerId="ADAL" clId="{FAC62CDA-2EE1-4924-A1E6-065E03032457}" dt="2023-02-08T18:36:02.982" v="431" actId="1076"/>
          <ac:picMkLst>
            <pc:docMk/>
            <pc:sldMk cId="0" sldId="294"/>
            <ac:picMk id="29" creationId="{D9B844D5-B2DF-613B-6E6B-9F712F7AAFC5}"/>
          </ac:picMkLst>
        </pc:picChg>
        <pc:picChg chg="add mod">
          <ac:chgData name="Geng, Baocheng" userId="b4253f3e-c40b-4a70-8207-93818653a34c" providerId="ADAL" clId="{FAC62CDA-2EE1-4924-A1E6-065E03032457}" dt="2023-02-08T18:36:08.069" v="433" actId="1076"/>
          <ac:picMkLst>
            <pc:docMk/>
            <pc:sldMk cId="0" sldId="294"/>
            <ac:picMk id="30" creationId="{9F1AF802-B431-9B35-D34E-BA335829B33D}"/>
          </ac:picMkLst>
        </pc:picChg>
      </pc:sldChg>
      <pc:sldChg chg="del">
        <pc:chgData name="Geng, Baocheng" userId="b4253f3e-c40b-4a70-8207-93818653a34c" providerId="ADAL" clId="{FAC62CDA-2EE1-4924-A1E6-065E03032457}" dt="2023-02-08T18:36:29.157" v="436" actId="47"/>
        <pc:sldMkLst>
          <pc:docMk/>
          <pc:sldMk cId="0" sldId="295"/>
        </pc:sldMkLst>
      </pc:sldChg>
      <pc:sldChg chg="delSp del mod">
        <pc:chgData name="Geng, Baocheng" userId="b4253f3e-c40b-4a70-8207-93818653a34c" providerId="ADAL" clId="{FAC62CDA-2EE1-4924-A1E6-065E03032457}" dt="2023-02-08T19:22:14.760" v="546" actId="47"/>
        <pc:sldMkLst>
          <pc:docMk/>
          <pc:sldMk cId="0" sldId="296"/>
        </pc:sldMkLst>
        <pc:grpChg chg="del">
          <ac:chgData name="Geng, Baocheng" userId="b4253f3e-c40b-4a70-8207-93818653a34c" providerId="ADAL" clId="{FAC62CDA-2EE1-4924-A1E6-065E03032457}" dt="2023-02-08T18:50:00.572" v="437" actId="478"/>
          <ac:grpSpMkLst>
            <pc:docMk/>
            <pc:sldMk cId="0" sldId="296"/>
            <ac:grpSpMk id="4" creationId="{00000000-0000-0000-0000-000000000000}"/>
          </ac:grpSpMkLst>
        </pc:grpChg>
      </pc:sldChg>
      <pc:sldChg chg="delSp del mod">
        <pc:chgData name="Geng, Baocheng" userId="b4253f3e-c40b-4a70-8207-93818653a34c" providerId="ADAL" clId="{FAC62CDA-2EE1-4924-A1E6-065E03032457}" dt="2023-02-08T19:22:13.655" v="545" actId="47"/>
        <pc:sldMkLst>
          <pc:docMk/>
          <pc:sldMk cId="0" sldId="297"/>
        </pc:sldMkLst>
        <pc:grpChg chg="del">
          <ac:chgData name="Geng, Baocheng" userId="b4253f3e-c40b-4a70-8207-93818653a34c" providerId="ADAL" clId="{FAC62CDA-2EE1-4924-A1E6-065E03032457}" dt="2023-02-08T18:50:08.883" v="438" actId="478"/>
          <ac:grpSpMkLst>
            <pc:docMk/>
            <pc:sldMk cId="0" sldId="297"/>
            <ac:grpSpMk id="4" creationId="{00000000-0000-0000-0000-000000000000}"/>
          </ac:grpSpMkLst>
        </pc:grpChg>
      </pc:sldChg>
      <pc:sldChg chg="del">
        <pc:chgData name="Geng, Baocheng" userId="b4253f3e-c40b-4a70-8207-93818653a34c" providerId="ADAL" clId="{FAC62CDA-2EE1-4924-A1E6-065E03032457}" dt="2023-02-08T19:22:07.467" v="544" actId="47"/>
        <pc:sldMkLst>
          <pc:docMk/>
          <pc:sldMk cId="0" sldId="298"/>
        </pc:sldMkLst>
      </pc:sldChg>
      <pc:sldChg chg="addSp delSp modSp mod">
        <pc:chgData name="Geng, Baocheng" userId="b4253f3e-c40b-4a70-8207-93818653a34c" providerId="ADAL" clId="{FAC62CDA-2EE1-4924-A1E6-065E03032457}" dt="2023-02-08T19:21:57.894" v="543" actId="478"/>
        <pc:sldMkLst>
          <pc:docMk/>
          <pc:sldMk cId="0" sldId="299"/>
        </pc:sldMkLst>
        <pc:spChg chg="del">
          <ac:chgData name="Geng, Baocheng" userId="b4253f3e-c40b-4a70-8207-93818653a34c" providerId="ADAL" clId="{FAC62CDA-2EE1-4924-A1E6-065E03032457}" dt="2023-02-08T18:52:12.342" v="451" actId="478"/>
          <ac:spMkLst>
            <pc:docMk/>
            <pc:sldMk cId="0" sldId="299"/>
            <ac:spMk id="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51:45.174" v="441" actId="478"/>
          <ac:spMkLst>
            <pc:docMk/>
            <pc:sldMk cId="0" sldId="299"/>
            <ac:spMk id="5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8:52:19.919" v="453" actId="20577"/>
          <ac:spMkLst>
            <pc:docMk/>
            <pc:sldMk cId="0" sldId="299"/>
            <ac:spMk id="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52:09.479" v="450" actId="478"/>
          <ac:spMkLst>
            <pc:docMk/>
            <pc:sldMk cId="0" sldId="299"/>
            <ac:spMk id="7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8:53:16.908" v="494" actId="14100"/>
          <ac:spMkLst>
            <pc:docMk/>
            <pc:sldMk cId="0" sldId="299"/>
            <ac:spMk id="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53:50.066" v="501" actId="478"/>
          <ac:spMkLst>
            <pc:docMk/>
            <pc:sldMk cId="0" sldId="299"/>
            <ac:spMk id="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53:44.109" v="499" actId="478"/>
          <ac:spMkLst>
            <pc:docMk/>
            <pc:sldMk cId="0" sldId="299"/>
            <ac:spMk id="1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53:34.422" v="496" actId="478"/>
          <ac:spMkLst>
            <pc:docMk/>
            <pc:sldMk cId="0" sldId="299"/>
            <ac:spMk id="1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53:36.023" v="497" actId="478"/>
          <ac:spMkLst>
            <pc:docMk/>
            <pc:sldMk cId="0" sldId="299"/>
            <ac:spMk id="12" creationId="{00000000-0000-0000-0000-000000000000}"/>
          </ac:spMkLst>
        </pc:spChg>
        <pc:spChg chg="del mod">
          <ac:chgData name="Geng, Baocheng" userId="b4253f3e-c40b-4a70-8207-93818653a34c" providerId="ADAL" clId="{FAC62CDA-2EE1-4924-A1E6-065E03032457}" dt="2023-02-08T19:21:57.894" v="543" actId="478"/>
          <ac:spMkLst>
            <pc:docMk/>
            <pc:sldMk cId="0" sldId="299"/>
            <ac:spMk id="13" creationId="{00000000-0000-0000-0000-000000000000}"/>
          </ac:spMkLst>
        </pc:spChg>
        <pc:grpChg chg="del">
          <ac:chgData name="Geng, Baocheng" userId="b4253f3e-c40b-4a70-8207-93818653a34c" providerId="ADAL" clId="{FAC62CDA-2EE1-4924-A1E6-065E03032457}" dt="2023-02-08T18:53:30.671" v="495" actId="478"/>
          <ac:grpSpMkLst>
            <pc:docMk/>
            <pc:sldMk cId="0" sldId="299"/>
            <ac:grpSpMk id="14" creationId="{00000000-0000-0000-0000-000000000000}"/>
          </ac:grpSpMkLst>
        </pc:grpChg>
        <pc:picChg chg="add mod">
          <ac:chgData name="Geng, Baocheng" userId="b4253f3e-c40b-4a70-8207-93818653a34c" providerId="ADAL" clId="{FAC62CDA-2EE1-4924-A1E6-065E03032457}" dt="2023-02-08T18:52:43.004" v="457" actId="1076"/>
          <ac:picMkLst>
            <pc:docMk/>
            <pc:sldMk cId="0" sldId="299"/>
            <ac:picMk id="20" creationId="{78221E60-AA34-558B-7C1F-F4335BA1D1F8}"/>
          </ac:picMkLst>
        </pc:picChg>
        <pc:picChg chg="add del mod">
          <ac:chgData name="Geng, Baocheng" userId="b4253f3e-c40b-4a70-8207-93818653a34c" providerId="ADAL" clId="{FAC62CDA-2EE1-4924-A1E6-065E03032457}" dt="2023-02-08T18:53:12.379" v="490" actId="478"/>
          <ac:picMkLst>
            <pc:docMk/>
            <pc:sldMk cId="0" sldId="299"/>
            <ac:picMk id="21" creationId="{D6BDB437-01FD-5A81-A52A-6743D25023A0}"/>
          </ac:picMkLst>
        </pc:picChg>
        <pc:picChg chg="mod ord replST">
          <ac:chgData name="Geng, Baocheng" userId="b4253f3e-c40b-4a70-8207-93818653a34c" providerId="ADAL" clId="{FAC62CDA-2EE1-4924-A1E6-065E03032457}" dt="2023-02-08T18:53:12.380" v="492" actId="962"/>
          <ac:picMkLst>
            <pc:docMk/>
            <pc:sldMk cId="0" sldId="299"/>
            <ac:picMk id="23" creationId="{4B26DECD-1CB3-359B-852A-7C65E50E62CA}"/>
          </ac:picMkLst>
        </pc:picChg>
        <pc:picChg chg="mod replST">
          <ac:chgData name="Geng, Baocheng" userId="b4253f3e-c40b-4a70-8207-93818653a34c" providerId="ADAL" clId="{FAC62CDA-2EE1-4924-A1E6-065E03032457}" dt="2023-02-08T19:21:44.724" v="541" actId="1076"/>
          <ac:picMkLst>
            <pc:docMk/>
            <pc:sldMk cId="0" sldId="299"/>
            <ac:picMk id="25" creationId="{91892219-C762-B4F8-28FD-DD350D56EAC6}"/>
          </ac:picMkLst>
        </pc:picChg>
        <pc:picChg chg="add mod">
          <ac:chgData name="Geng, Baocheng" userId="b4253f3e-c40b-4a70-8207-93818653a34c" providerId="ADAL" clId="{FAC62CDA-2EE1-4924-A1E6-065E03032457}" dt="2023-02-08T19:21:49.342" v="542" actId="1076"/>
          <ac:picMkLst>
            <pc:docMk/>
            <pc:sldMk cId="0" sldId="299"/>
            <ac:picMk id="26" creationId="{75D1BBF6-5A34-5F81-7299-86B7D8F37407}"/>
          </ac:picMkLst>
        </pc:picChg>
      </pc:sldChg>
      <pc:sldChg chg="delSp mod">
        <pc:chgData name="Geng, Baocheng" userId="b4253f3e-c40b-4a70-8207-93818653a34c" providerId="ADAL" clId="{FAC62CDA-2EE1-4924-A1E6-065E03032457}" dt="2023-02-08T18:51:10.978" v="439" actId="478"/>
        <pc:sldMkLst>
          <pc:docMk/>
          <pc:sldMk cId="0" sldId="300"/>
        </pc:sldMkLst>
        <pc:grpChg chg="del">
          <ac:chgData name="Geng, Baocheng" userId="b4253f3e-c40b-4a70-8207-93818653a34c" providerId="ADAL" clId="{FAC62CDA-2EE1-4924-A1E6-065E03032457}" dt="2023-02-08T18:51:10.978" v="439" actId="478"/>
          <ac:grpSpMkLst>
            <pc:docMk/>
            <pc:sldMk cId="0" sldId="300"/>
            <ac:grpSpMk id="5" creationId="{00000000-0000-0000-0000-000000000000}"/>
          </ac:grpSpMkLst>
        </pc:grpChg>
      </pc:sldChg>
      <pc:sldChg chg="addSp modSp add">
        <pc:chgData name="Geng, Baocheng" userId="b4253f3e-c40b-4a70-8207-93818653a34c" providerId="ADAL" clId="{FAC62CDA-2EE1-4924-A1E6-065E03032457}" dt="2023-02-08T18:36:25.826" v="435"/>
        <pc:sldMkLst>
          <pc:docMk/>
          <pc:sldMk cId="4222864574" sldId="301"/>
        </pc:sldMkLst>
        <pc:spChg chg="add mod">
          <ac:chgData name="Geng, Baocheng" userId="b4253f3e-c40b-4a70-8207-93818653a34c" providerId="ADAL" clId="{FAC62CDA-2EE1-4924-A1E6-065E03032457}" dt="2023-02-08T18:36:25.826" v="435"/>
          <ac:spMkLst>
            <pc:docMk/>
            <pc:sldMk cId="4222864574" sldId="301"/>
            <ac:spMk id="5" creationId="{BFD070A3-045F-61EC-04EF-16AB9FDFD652}"/>
          </ac:spMkLst>
        </pc:spChg>
      </pc:sldChg>
      <pc:sldChg chg="add">
        <pc:chgData name="Geng, Baocheng" userId="b4253f3e-c40b-4a70-8207-93818653a34c" providerId="ADAL" clId="{FAC62CDA-2EE1-4924-A1E6-065E03032457}" dt="2023-02-08T19:21:26.162" v="538" actId="2890"/>
        <pc:sldMkLst>
          <pc:docMk/>
          <pc:sldMk cId="2584398921" sldId="302"/>
        </pc:sldMkLst>
      </pc:sldChg>
      <pc:sldChg chg="addSp delSp modSp new mod">
        <pc:chgData name="Geng, Baocheng" userId="b4253f3e-c40b-4a70-8207-93818653a34c" providerId="ADAL" clId="{FAC62CDA-2EE1-4924-A1E6-065E03032457}" dt="2023-02-09T16:03:07.369" v="605" actId="1076"/>
        <pc:sldMkLst>
          <pc:docMk/>
          <pc:sldMk cId="4236208567" sldId="303"/>
        </pc:sldMkLst>
        <pc:spChg chg="del">
          <ac:chgData name="Geng, Baocheng" userId="b4253f3e-c40b-4a70-8207-93818653a34c" providerId="ADAL" clId="{FAC62CDA-2EE1-4924-A1E6-065E03032457}" dt="2023-02-09T16:03:03.636" v="603" actId="478"/>
          <ac:spMkLst>
            <pc:docMk/>
            <pc:sldMk cId="4236208567" sldId="303"/>
            <ac:spMk id="2" creationId="{2FB9BE45-076D-A4C1-B412-3F94B0CBA92F}"/>
          </ac:spMkLst>
        </pc:spChg>
        <pc:spChg chg="del">
          <ac:chgData name="Geng, Baocheng" userId="b4253f3e-c40b-4a70-8207-93818653a34c" providerId="ADAL" clId="{FAC62CDA-2EE1-4924-A1E6-065E03032457}" dt="2023-02-09T16:03:00.417" v="602" actId="478"/>
          <ac:spMkLst>
            <pc:docMk/>
            <pc:sldMk cId="4236208567" sldId="303"/>
            <ac:spMk id="3" creationId="{DEAB7C41-45EC-B6CA-619B-4339EC917384}"/>
          </ac:spMkLst>
        </pc:spChg>
        <pc:picChg chg="add mod">
          <ac:chgData name="Geng, Baocheng" userId="b4253f3e-c40b-4a70-8207-93818653a34c" providerId="ADAL" clId="{FAC62CDA-2EE1-4924-A1E6-065E03032457}" dt="2023-02-09T16:03:07.369" v="605" actId="1076"/>
          <ac:picMkLst>
            <pc:docMk/>
            <pc:sldMk cId="4236208567" sldId="303"/>
            <ac:picMk id="4" creationId="{C1CE97B0-C291-2A0E-4F62-80FD51A9DE76}"/>
          </ac:picMkLst>
        </pc:picChg>
      </pc:sldChg>
    </pc:docChg>
  </pc:docChgLst>
  <pc:docChgLst>
    <pc:chgData name="Geng, Baocheng" userId="S::bgeng@uab.edu::b4253f3e-c40b-4a70-8207-93818653a34c" providerId="AD" clId="Web-{84A1BAC7-DF8C-56E6-6385-39C883AFC001}"/>
    <pc:docChg chg="delSld">
      <pc:chgData name="Geng, Baocheng" userId="S::bgeng@uab.edu::b4253f3e-c40b-4a70-8207-93818653a34c" providerId="AD" clId="Web-{84A1BAC7-DF8C-56E6-6385-39C883AFC001}" dt="2024-02-13T02:53:09.526" v="0"/>
      <pc:docMkLst>
        <pc:docMk/>
      </pc:docMkLst>
      <pc:sldChg chg="del">
        <pc:chgData name="Geng, Baocheng" userId="S::bgeng@uab.edu::b4253f3e-c40b-4a70-8207-93818653a34c" providerId="AD" clId="Web-{84A1BAC7-DF8C-56E6-6385-39C883AFC001}" dt="2024-02-13T02:53:09.526" v="0"/>
        <pc:sldMkLst>
          <pc:docMk/>
          <pc:sldMk cId="0" sldId="30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18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78 12883 0 0,'0'0'76'0'0,"-1"-5"-147"0"0,0 3-344 0 0,-3-13 894 0 0,4 15-740 0 0,0-1 0 0 0,0 0 0 0 0,0 0 0 0 0,0 0 0 0 0,1 1 0 0 0,-1-1 0 0 0,0 0-1 0 0,1 0 1 0 0,-1 1 0 0 0,1-1 0 0 0,-1 0 0 0 0,1 0 0 0 0,-1 1 0 0 0,1-1 0 0 0,-1 1 0 0 0,1-1 0 0 0,0 0-1 0 0,17-13-66 0 0,-14 10 215 0 0,-4 4 335 0 0,0 0-155 0 0,0-1 1 0 0,0 1 0 0 0,0 0 0 0 0,0 0-1 0 0,0-1 1 0 0,0 1 0 0 0,0 0 0 0 0,0 0-1 0 0,0-1 1 0 0,0 1 0 0 0,0 0 0 0 0,0 0-1 0 0,0-1 1 0 0,0 1 0 0 0,0 0-1 0 0,0 0 1 0 0,1-1 0 0 0,-1 1 0 0 0,0 0-1 0 0,0 0 1 0 0,0-1 0 0 0,0 1 0 0 0,1 0-1 0 0,-1 0 1 0 0,0 0 0 0 0,0 0-1 0 0,0-1 1 0 0,1 1 0 0 0,-1 0 0 0 0,0 0-1 0 0,0 0 1 0 0,1 0 0 0 0,-1 0 0 0 0,0 0-1 0 0,0 0 1 0 0,1 0 0 0 0,-1-1 0 0 0,0 1-1 0 0,9-3 58 0 0,1 0-1 0 0,-1 0 1 0 0,0 1-1 0 0,1 0 1 0 0,-1 0-1 0 0,1 1 1 0 0,-1 1-1 0 0,19 0 1 0 0,86 14-367 0 0,-61-6 278 0 0,-3 1 758 0 0,57 18-1 0 0,-52-13 341 0 0,8 10-1428 0 0,-31-10-3364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42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57 532 6105 0 0,'-2'-10'3783'0'0,"-6"0"-3749"0"0,4 3 3904 0 0,10 13-3178 0 0,12 4-652 0 0,-14-7-12 0 0,2-4 15 0 0,13 0 154 0 0,0-2 0 0 0,0-1 1 0 0,0 0-1 0 0,20-8 0 0 0,81-33 1123 0 0,-81 30-1459 0 0,-14 5 83 0 0,-1-1 0 0 0,-1-1-1 0 0,0-1 1 0 0,-1-1 0 0 0,0 0-1 0 0,20-19 1 0 0,-35 26 18 0 0,1 0 0 0 0,-2-1 1 0 0,1 1-1 0 0,-1-1 0 0 0,0-1 0 0 0,-1 1 0 0 0,1-1 0 0 0,3-11 1 0 0,-6 14 14 0 0,-1 0 1 0 0,-1 0-1 0 0,1 0 1 0 0,-1 0 0 0 0,0-1-1 0 0,0 1 1 0 0,-1 0 0 0 0,0-1-1 0 0,0 1 1 0 0,-1 0-1 0 0,1-1 1 0 0,-1 1 0 0 0,-1 0-1 0 0,-1-8 1 0 0,0 7-21 0 0,0-1 1 0 0,0 1-1 0 0,-1 0 0 0 0,1 0 1 0 0,-2 0-1 0 0,1 1 0 0 0,-1-1 0 0 0,0 1 1 0 0,0 0-1 0 0,0 1 0 0 0,-1-1 1 0 0,-11-7-1 0 0,7 6 28 0 0,0 1 0 0 0,-1 0 1 0 0,0 0-1 0 0,-1 1 0 0 0,1 1 0 0 0,-1 0 1 0 0,-19-4-1 0 0,9 4 9 0 0,0 2 0 0 0,-1 0 0 0 0,0 1 1 0 0,1 1-1 0 0,-1 1 0 0 0,1 1 0 0 0,-1 1 1 0 0,-32 9-1 0 0,42-8-51 0 0,1 0-1 0 0,0 0 1 0 0,0 1 0 0 0,0 1 0 0 0,0 0-1 0 0,1 0 1 0 0,0 2 0 0 0,0-1 0 0 0,-16 16-1 0 0,22-18-4 0 0,0 1-1 0 0,0 0 0 0 0,1 0 0 0 0,-1 0 1 0 0,1 1-1 0 0,1-1 0 0 0,-1 1 1 0 0,1 0-1 0 0,0 0 0 0 0,1 1 1 0 0,0-1-1 0 0,0 0 0 0 0,0 1 0 0 0,1-1 1 0 0,0 1-1 0 0,1 0 0 0 0,0 13 1 0 0,2-2 18 0 0,1-1 1 0 0,0 0-1 0 0,1 0 1 0 0,1 0-1 0 0,1-1 1 0 0,13 30 0 0 0,61 94-2305 0 0,-68-122 1419 0 0,11 12-1885 0 0,-9-16 370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6:07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74 7130 0 0,'-6'-9'729'0'0,"-2"-2"349"0"0,-22-10 318 0 0,-21-1-1073 0 0,46 20 1949 0 0,5 2-2219 0 0,0 0 0 0 0,0 0-1 0 0,0 0 1 0 0,0 0 0 0 0,0 0-1 0 0,1 0 1 0 0,-1 0 0 0 0,0 0 0 0 0,0-1-1 0 0,0 1 1 0 0,0 0 0 0 0,0 0-1 0 0,0 0 1 0 0,1 0 0 0 0,-1 0 0 0 0,0 0-1 0 0,0 0 1 0 0,0 0 0 0 0,0-1-1 0 0,0 1 1 0 0,0 0 0 0 0,0 0 0 0 0,0 0-1 0 0,0 0 1 0 0,0 0 0 0 0,0 0-1 0 0,0-1 1 0 0,1 1 0 0 0,-1 0-1 0 0,0 0 1 0 0,0 0 0 0 0,0 0 0 0 0,0 0-1 0 0,0-1 1 0 0,0 1 0 0 0,0 0-1 0 0,0 0 1 0 0,0 0 0 0 0,-1 0 0 0 0,1 0-1 0 0,0-1 1 0 0,0 1 0 0 0,0 0-1 0 0,0 0 1 0 0,0 0 0 0 0,0 0 0 0 0,0 0-1 0 0,0 0 1 0 0,0-1 0 0 0,0 1-1 0 0,0 0 1 0 0,0 0 0 0 0,-1 0 0 0 0,1 0-1 0 0,0 0 1 0 0,0 0 0 0 0,0 0-1 0 0,0 0 1 0 0,7-2 81 0 0,0 2 1 0 0,0-1-1 0 0,0 1 0 0 0,0 0 0 0 0,0 1 1 0 0,0-1-1 0 0,14 5 0 0 0,16 1 31 0 0,96 10-89 0 0,68 7 146 0 0,-148-17 27 0 0,117 9 360 0 0,57 8-429 0 0,-76 9-96 0 0,-31-4 268 0 0,184 20 0 0 0,-7-3-231 0 0,-148-21-55 0 0,76 0 506 0 0,-163-18-461 0 0,4 0-71 0 0,-2 2 58 0 0,-1-4-1 0 0,87-4 1 0 0,-130-3-195 0 0,1-2 0 0 0,-1 0 0 0 0,22-9 0 0 0,-13 5-5012 0 0,-25 7 2493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8:07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16 5513 0 0,'-2'0'828'0'0,"0"0"0"0"0,-1 0-1 0 0,1 0 1 0 0,0 0 0 0 0,-1 0-1 0 0,1 0 1 0 0,0 1 0 0 0,0-1 0 0 0,-1 1-1 0 0,-3 1 1 0 0,-6 4 284 0 0,11-5-1628 0 0,-3 2 597 0 0,23 29 3083 0 0,-17-28-2434 0 0,5-1-373 0 0,4 0-278 0 0,0 0 1 0 0,0 0-1 0 0,0-1 1 0 0,1-1-1 0 0,20 0 1 0 0,42-6 354 0 0,1-2-361 0 0,-3 5 55 0 0,83 9 0 0 0,-107-6 7 0 0,1-1 0 0 0,48-7 0 0 0,-49 3 10 0 0,93 3 1 0 0,-49 5 102 0 0,-75-3-225 0 0,-12-1 9 0 0,2 1 126 0 0,9 3-131 0 0,-12-3 961 0 0,-10-2-921 0 0,-65-4 96 0 0,43 1-202 0 0,-1 2 0 0 0,1 2 1 0 0,-1 0-1 0 0,-29 5 0 0 0,14 2-60 0 0,-22 4 117 0 0,0-2-1 0 0,-1-3 0 0 0,-95-4 1 0 0,-47-8 15 0 0,41 2 66 0 0,157 3-77 0 0,1-1-1 0 0,-1 0 1 0 0,1 0-1 0 0,-1-2 1 0 0,-10-4-1 0 0,16 6 23 0 0,7-20-144 0 0,-2 18 70 0 0,6 0-52 0 0,14-11 45 0 0,-11 11 16 0 0,-1 0 0 0 0,1 0 1 0 0,0 1-1 0 0,0 0 0 0 0,1 1 0 0 0,-1 0 0 0 0,0 1 1 0 0,1-1-1 0 0,0 2 0 0 0,12 0 0 0 0,-13-1 18 0 0,26 1-7 0 0,0 1 0 0 0,0 1 0 0 0,46 10 1 0 0,100 31-37 0 0,-148-34 46 0 0,8-1 19 0 0,0-2 1 0 0,0-2-1 0 0,1-2 1 0 0,-1-1-1 0 0,69-8 1 0 0,-70 2 214 0 0,0-1 0 0 0,65-19 1 0 0,-97 22-171 0 0,-1 1-34 0 0,33-3 164 0 0,-35 4-180 0 0,4 1 377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8:32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29 158 14779 0 0,'-24'4'1384'0'0,"19"-4"-1789"0"0,9 6-147 0 0,8 11 613 0 0,-8-13 254 0 0,2 3 863 0 0,11 9-828 0 0,-13-12 305 0 0,3-4 596 0 0,39 0-448 0 0,-42 0-672 0 0,1-2-15 0 0,252-38 109 0 0,6-6 126 0 0,-237 41-290 0 0,-10 3 37 0 0,0-1 0 0 0,-1-1 0 0 0,1-1 0 0 0,-1 0 0 0 0,0-1 0 0 0,-1 0 0 0 0,0-1 0 0 0,14-9 0 0 0,-10 2 292 0 0,-12 9-376 0 0,-2 2 59 0 0,-6 3 13 0 0,28-20-53 0 0,-22 16-8 0 0,4-3-1357 0 0,9-6-207 0 0,-13 10-871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27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70 14835 0 0,'-70'-2'890'0'0,"65"3"-958"0"0,11 1 336 0 0,10 6-78 0 0,-11-6 751 0 0,1-1 1116 0 0,24 6-1419 0 0,0-1 0 0 0,49 2 0 0 0,73 6-502 0 0,12 0-36 0 0,-135-13-26 0 0,1-2-1 0 0,-1 0 1 0 0,45-10 0 0 0,574-88 998 0 0,-485 83-736 0 0,199 12-239 0 0,-132 7 20 0 0,353 31-52 0 0,-504-26-84 0 0,319 22 122 0 0,62 5 470 0 0,147 11-187 0 0,-203-18-266 0 0,-59-3 172 0 0,172-6 183 0 0,-108-21 802 0 0,-126 17-1002 0 0,64 1 261 0 0,-36-29-58 0 0,-298 11-454 0 0,-6 1-22 0 0,-1 1 0 0 0,0 0 0 0 0,0 0 0 0 0,0 1 0 0 0,0-1 0 0 0,0 1 0 0 0,9 3 0 0 0,2-1-42 0 0,-13-2-132 0 0,2 0-1173 0 0,10 1 1058 0 0,8-24-12406 0 0,-20 18 9339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2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16908 0 0,'0'0'1461'0'0,"2"5"-1569"0"0,14 23 407 0 0,-10-16 3 0 0,0 0 0 0 0,0 0 1 0 0,2-1-1 0 0,-1-1 0 0 0,2 1 1 0 0,-1-1-1 0 0,1 0 0 0 0,19 15 1 0 0,12-1 1137 0 0,-31-20-1171 0 0,0 1 0 0 0,0 0 1 0 0,0 0-1 0 0,-1 1 0 0 0,1 0 0 0 0,-1 1 1 0 0,-1 0-1 0 0,0 0 0 0 0,12 15 0 0 0,-18-20-281 0 0,0 1-1 0 0,0-1 0 0 0,0 1 0 0 0,-1-1 0 0 0,1 0 0 0 0,-1 1 0 0 0,0-1 0 0 0,0 1 0 0 0,0-1 0 0 0,0 1 0 0 0,0-1 1 0 0,0 1-1 0 0,-1-1 0 0 0,1 1 0 0 0,-1-1 0 0 0,1 1 0 0 0,-1-1 0 0 0,0 0 0 0 0,0 1 0 0 0,0-1 0 0 0,0 0 0 0 0,-1 0 1 0 0,1 0-1 0 0,-3 3 0 0 0,-4 6-346 0 0,0-1 0 0 0,-2 0 0 0 0,-11 10-1 0 0,15-14 39 0 0,-67 54-2849 0 0,30-29 371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28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 17844 0 0,'6'19'-1091'0'0,"-1"2"0"0"0,4 38 1 0 0,3 13 1784 0 0,5 30 1333 0 0,8 186 0 0 0,-25 107-749 0 0,-3-200-1222 0 0,-42 844 587 0 0,26-729-182 0 0,-2 155-148 0 0,3-45-127 0 0,-30 1172 429 0 0,-28 222 599 0 0,70-1715-1284 0 0,-21 682-248 0 0,33-702-4831 0 0,-4-57 1235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29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11819 0 0,'0'2'4105'0'0,"-2"20"-3934"0"0,0-10 59 0 0,-1 0 0 0 0,-1 0 0 0 0,0-1 0 0 0,0 1-1 0 0,-1-1 1 0 0,-1 0 0 0 0,0 0 0 0 0,0-1-1 0 0,-10 13 1 0 0,-3 7-151 0 0,-19 29-751 0 0,37-58 102 0 0,-3-21-10579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29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0 153 2849 0 0,'4'-14'-712'0'0,"0"-3"2035"0"0,1 1 1 0 0,0 0-1 0 0,1 1 0 0 0,1-1 0 0 0,0 1 1 0 0,16-23-1 0 0,-22 37-1256 0 0,1 0 0 0 0,-1 1 0 0 0,0-1-1 0 0,1 0 1 0 0,-1 1 0 0 0,1 0 0 0 0,-1-1 0 0 0,1 1 0 0 0,-1 0 0 0 0,0 0 0 0 0,1-1 0 0 0,-1 1 0 0 0,1 0 0 0 0,-1 1 0 0 0,2-1 0 0 0,-1 0-48 0 0,-1 0 1 0 0,0 0-1 0 0,0 0 1 0 0,0 0 0 0 0,0 1-1 0 0,0-1 1 0 0,0 0-1 0 0,0 1 1 0 0,0-1-1 0 0,0 1 1 0 0,0-1 0 0 0,0 1-1 0 0,-1-1 1 0 0,1 1-1 0 0,0-1 1 0 0,0 1-1 0 0,0 0 1 0 0,-1 0-1 0 0,1-1 1 0 0,0 1 0 0 0,-1 0-1 0 0,2 1 1 0 0,-1 0 48 0 0,18 15 673 0 0,25 32-1 0 0,9 10 156 0 0,-26-35-1151 0 0,109 109 1225 0 0,-114-108-3339 0 0,34 49 1 0 0,-46-57-3823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30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62 233 8834 0 0,'-8'-13'1528'0'0,"1"-4"433"0"0,-1-3-129 0 0,1-3-2016 0 0,1-1-400 0 0,-4-6-136 0 0,8 7-168 0 0,0 1 79 0 0,0 2-655 0 0,-3-1-1985 0 0,0 1 1049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30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23 1768 0 0,'-12'-23'15614'0'0,"20"26"-15623"0"0,-1 0-1 0 0,0 0 1 0 0,0 0-1 0 0,0 1 1 0 0,-1 0-1 0 0,1 1 1 0 0,-1-1-1 0 0,0 1 1 0 0,0 0-1 0 0,0 1 1 0 0,-1 0 0 0 0,0-1-1 0 0,0 2 1 0 0,5 7-1 0 0,11 18-55 0 0,26 55-1 0 0,-42-77 66 0 0,82 130 1425 0 0,-59-100-476 0 0,39 76 0 0 0</inkml:trace>
  <inkml:trace contextRef="#ctx0" brushRef="#br0" timeOffset="1">361 78 6921 0 0,'-25'19'9762'0'0,"3"7"-6409"0"0,-14 35-4899 0 0,16-26 2343 0 0,-35 55-674 0 0,-31 49 64 0 0,23-52-5085 0 0,47-69 1537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31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6441 0 0,'-6'1'8744'0'0,"3"8"-5647"0"0,1 23-4653 0 0,1-10 2340 0 0,-4 24-229 0 0,0-15 104 0 0,1 32 0 0 0,10-63-359 0 0,-2-2-306 0 0,0-1 1 0 0,0 1-1 0 0,0-1 1 0 0,-1 0-1 0 0,1 0 1 0 0,-1 0-1 0 0,0-1 1 0 0,0 1 0 0 0,0-1-1 0 0,0 1 1 0 0,-1-1-1 0 0,1 0 1 0 0,-1 0-1 0 0,0 0 1 0 0,0-1-1 0 0,-1 1 1 0 0,3-8-1 0 0,3-8 25 0 0,15-35 34 0 0,-2 22-2 0 0,-3 16-323 0 0,-11 13 228 0 0,-3 0-104 0 0,0 4 14 0 0,1 2 58 0 0,13 6 12 0 0,-13-7-45 0 0,-2 1 35 0 0,0 3 35 0 0,6 10 26 0 0,-2 0 0 0 0,0 1 1 0 0,-1-1-1 0 0,0 1 0 0 0,2 19 1 0 0,2 25 236 0 0,-3-1 0 0 0,-3 1 0 0 0,-2-1 1 0 0,-3 1-1 0 0,-12 76 0 0 0,12-124-140 0 0,0 1 0 0 0,-1-2 0 0 0,0 1 0 0 0,-1 0 0 0 0,-1-1-1 0 0,0 0 1 0 0,0 0 0 0 0,-1 0 0 0 0,-13 18 0 0 0,13-23-292 0 0,0 1 0 0 0,-1-1 0 0 0,1 1 0 0 0,-1-2 0 0 0,-13 9 0 0 0,11-8-782 0 0,0-1 0 0 0,-1-1-1 0 0,1 0 1 0 0,-1 0 0 0 0,-12 3 0 0 0,-1-2-3194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32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52 106 1568 0 0,'0'0'5677'0'0,"-1"-7"-3969"0"0,0 2-1504 0 0,0-2-122 0 0,1-1 4638 0 0,-6 13-3553 0 0,-1 10-582 0 0,1-1 1 0 0,0 1 0 0 0,0 0-1 0 0,2 1 1 0 0,-5 28-1 0 0,7-33-556 0 0,0 1 0 0 0,1 0-1 0 0,1 0 1 0 0,0-1-1 0 0,1 1 1 0 0,0 0 0 0 0,1 0-1 0 0,0-1 1 0 0,4 13-1 0 0,-5-21-10 0 0,0 0 0 0 0,0 0 0 0 0,1 0-1 0 0,-1 0 1 0 0,1 0 0 0 0,-1 0-1 0 0,1 0 1 0 0,0-1 0 0 0,0 1 0 0 0,0 0-1 0 0,1-1 1 0 0,-1 0 0 0 0,1 0 0 0 0,-1 1-1 0 0,1-1 1 0 0,0-1 0 0 0,-1 1-1 0 0,1 0 1 0 0,0-1 0 0 0,0 1 0 0 0,0-1-1 0 0,1 0 1 0 0,5 1 0 0 0,-7-2-6 0 0,-1 0 1 0 0,1-1 0 0 0,0 1-1 0 0,-1-1 1 0 0,1 0 0 0 0,0 1-1 0 0,-1-1 1 0 0,1 0 0 0 0,-1 0-1 0 0,1 0 1 0 0,-1 0 0 0 0,3-2-1 0 0,0-1 21 0 0,3-1 7 0 0,0 0 1 0 0,0-1-1 0 0,0 0 0 0 0,-1-1 1 0 0,0 1-1 0 0,0-1 0 0 0,-1-1 0 0 0,0 1 1 0 0,0-1-1 0 0,4-8 0 0 0,3-9 7 0 0,16-47-1 0 0,-25 63-29 0 0,-1 0 0 0 0,1-1 1 0 0,-2 1-1 0 0,1 0 0 0 0,-1-1 0 0 0,-1 1 0 0 0,1-1 0 0 0,-2 1 0 0 0,1-1 0 0 0,-1 1 0 0 0,-4-14 0 0 0,4 20-28 0 0,0-1-1 0 0,0 0 0 0 0,-1 1 1 0 0,1-1-1 0 0,-1 1 0 0 0,0-1 0 0 0,0 1 1 0 0,0 0-1 0 0,-1 0 0 0 0,1 0 0 0 0,-1 0 1 0 0,0 0-1 0 0,0 1 0 0 0,0-1 0 0 0,0 1 1 0 0,0 0-1 0 0,0 0 0 0 0,-1 0 0 0 0,1 0 1 0 0,-1 0-1 0 0,1 1 0 0 0,-1-1 0 0 0,0 1 1 0 0,0 0-1 0 0,1 0 0 0 0,-1 1 1 0 0,0-1-1 0 0,0 1 0 0 0,0 0 0 0 0,-4 0 1 0 0,-4 0-314 0 0,0 1 1 0 0,1 0 0 0 0,-1 0-1 0 0,-16 5 1 0 0,-4 5-3916 0 0,24-8 1378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34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49 5761 0 0,'-6'-1'462'0'0,"1"0"-1"0"0,-1 0 1 0 0,1 0-1 0 0,-1-1 0 0 0,1 1 1 0 0,-1-1-1 0 0,1-1 1 0 0,0 1-1 0 0,0-1 1 0 0,0 0-1 0 0,0 0 0 0 0,1 0 1 0 0,-1-1-1 0 0,-5-5 1 0 0,1-1 5221 0 0,9 10-5676 0 0,0 0-1 0 0,0 0 1 0 0,0 0 0 0 0,0 1 0 0 0,0-1-1 0 0,0 0 1 0 0,0 0 0 0 0,0 0-1 0 0,0 0 1 0 0,0 0 0 0 0,0 0 0 0 0,0 0-1 0 0,0 0 1 0 0,0 1 0 0 0,0-1-1 0 0,0 0 1 0 0,0 0 0 0 0,0 0 0 0 0,0 0-1 0 0,0 0 1 0 0,0 0 0 0 0,0 0-1 0 0,0 0 1 0 0,0 0 0 0 0,0 1 0 0 0,0-1-1 0 0,0 0 1 0 0,-1 0 0 0 0,1 0-1 0 0,0 0 1 0 0,0 0 0 0 0,0 0 0 0 0,0 0-1 0 0,0 0 1 0 0,0 0 0 0 0,0 0-1 0 0,0 0 1 0 0,0 0 0 0 0,-1 0 0 0 0,1 0-1 0 0,0 0 1 0 0,0 0 0 0 0,0 0-1 0 0,0 0 1 0 0,0 0 0 0 0,0 0 0 0 0,0 0-1 0 0,0 0 1 0 0,-1 0 0 0 0,1 0-1 0 0,0 0 1 0 0,0 0 0 0 0,0 0 0 0 0,0 0-1 0 0,0 0 1 0 0,0 0 0 0 0,0 0-1 0 0,0 0 1 0 0,0 0 0 0 0,-1 0 0 0 0,1 0-1 0 0,0 0 1 0 0,0 0 0 0 0,0 0 0 0 0,0 0-1 0 0,0-1 1 0 0,0 1 0 0 0,2 20 20 0 0,0-1-1 0 0,7 23 1 0 0,4 27 87 0 0,-8 28 795 0 0,-5-93 199 0 0,1-11-741 0 0,-2-21-157 0 0,-6-45 1 0 0,3 43-194 0 0,0-39-1 0 0,4 65-68 0 0,-1 9-193 0 0,-3 9 324 0 0,0 0 0 0 0,2 0-1 0 0,0 0 1 0 0,0 1 0 0 0,2-1 0 0 0,0 23 0 0 0,18 91-2711 0 0,-14-108 1119 0 0,0 4-2121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57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9906 0 0,'7'-5'3199'0'0,"-2"2"-3175"0"0,0 1-1 0 0,1 0 0 0 0,-1 1 1 0 0,1-1-1 0 0,-1 1 0 0 0,1 0 1 0 0,10 0-1 0 0,4 1-80 0 0,-13-1 33 0 0,-1 1 0 0 0,1 0-1 0 0,0 1 1 0 0,0-1 0 0 0,-1 1-1 0 0,1 1 1 0 0,-1-1 0 0 0,1 1-1 0 0,6 3 1 0 0,-7-2 133 0 0,-1-1 0 0 0,1 1-1 0 0,-1 0 1 0 0,1 1 0 0 0,-1 0 0 0 0,0-1-1 0 0,0 2 1 0 0,-1-1 0 0 0,1 0 0 0 0,-1 1 0 0 0,0 0-1 0 0,0 0 1 0 0,6 10 0 0 0,-7-6 194 0 0,1-1-1 0 0,-2 1 1 0 0,1-1 0 0 0,-1 1 0 0 0,0 0-1 0 0,-1 0 1 0 0,0 0 0 0 0,0 0 0 0 0,-1 10-1 0 0,-1 28 394 0 0,-1-15-437 0 0,2 0 0 0 0,5 37 0 0 0,-4-61-254 0 0,0-1 0 0 0,1 0 0 0 0,-1 1 0 0 0,1-1 0 0 0,1 0 0 0 0,0 0 0 0 0,0 0 1 0 0,0-1-1 0 0,0 1 0 0 0,1-1 0 0 0,0 0 0 0 0,1 0 0 0 0,0 0 0 0 0,9 9 0 0 0,-11-13-46 0 0,0 0 0 0 0,0 0 0 0 0,0 0 0 0 0,0 0 0 0 0,0-1 0 0 0,0 1 0 0 0,1-1 1 0 0,-1 0-1 0 0,0 0 0 0 0,1 0 0 0 0,-1-1 0 0 0,1 1 0 0 0,0-1 0 0 0,-1 0 0 0 0,1 0 0 0 0,-1 0 0 0 0,1 0 0 0 0,-1-1 1 0 0,1 1-1 0 0,-1-1 0 0 0,1 0 0 0 0,-1 0 0 0 0,0 0 0 0 0,1 0 0 0 0,-1-1 0 0 0,5-3 0 0 0,-3 2-211 0 0,0 0 0 0 0,-1 0-1 0 0,1 0 1 0 0,-1-1 0 0 0,0 1-1 0 0,0-1 1 0 0,0 0-1 0 0,-1-1 1 0 0,0 1 0 0 0,1 0-1 0 0,-1-1 1 0 0,-1 0 0 0 0,1 0-1 0 0,-1 0 1 0 0,0 0 0 0 0,3-9-1 0 0,-3 0-812 0 0,-1-1 0 0 0,0-25-1 0 0,-1 26-47 0 0,0-10-792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57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7 4177 0 0,'-1'-2'6897'0'0,"-7"-2"-5280"0"0,6 3-1578 0 0,-1 1 1 0 0,1 0-1 0 0,0 1 0 0 0,0-1 1 0 0,0 0-1 0 0,0 1 1 0 0,0-1-1 0 0,0 1 0 0 0,0-1 1 0 0,0 1-1 0 0,0 0 1 0 0,0 0-1 0 0,0 0 0 0 0,1 0 1 0 0,-4 2-1 0 0,-27 29 1059 0 0,-143 163 3956 0 0,102-121-4577 0 0,-49 51-491 0 0,116-137-9425 0 0,11-1 4951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57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15779 0 0,'-1'-2'1106'0'0,"8"-2"-1159"0"0,-2 2 41 0 0,-4 1 10 0 0,1 0 0 0 0,-1 0 1 0 0,1 0-1 0 0,0 1 0 0 0,-1-1 1 0 0,1 0-1 0 0,0 1 0 0 0,-1 0 1 0 0,1-1-1 0 0,0 1 0 0 0,1 0 1 0 0,1 0-6 0 0,0 1-1 0 0,-1-1 1 0 0,1 1 0 0 0,-1 0 0 0 0,0 0 0 0 0,1 1 0 0 0,-1-1 0 0 0,5 3 0 0 0,-5-2 4 0 0,-1-1 0 0 0,1 0-1 0 0,0 1 1 0 0,-1-1 0 0 0,1-1-1 0 0,0 1 1 0 0,0 0 0 0 0,3 0-1 0 0,-6-1 4 0 0,-1 0 0 0 0,1 0 0 0 0,0 0 0 0 0,0 0-1 0 0,0 0 1 0 0,0 0 0 0 0,0 0 0 0 0,0 0 0 0 0,0 0-1 0 0,0-1 1 0 0,0 1 0 0 0,0 0 0 0 0,0 0 0 0 0,0 0 0 0 0,0 0-1 0 0,0 0 1 0 0,0 0 0 0 0,0 0 0 0 0,0 0 0 0 0,0 0-1 0 0,0 0 1 0 0,0 0 0 0 0,0 0 0 0 0,0 0 0 0 0,0 0 0 0 0,0 0-1 0 0,0 0 1 0 0,0 0 0 0 0,0 0 0 0 0,0 0 0 0 0,0 0-1 0 0,0-1 1 0 0,0 1 0 0 0,30 11-7 0 0,29 4 322 0 0,-36-4-17 0 0,-18-7-266 0 0,0-1 40 0 0,-1 20 214 0 0,-5-17-174 0 0,-1-3-88 0 0,-10 12 56 0 0,-1-1 1 0 0,0 0-1 0 0,-1-1 1 0 0,0-1-1 0 0,-27 19 1 0 0,40-31-69 0 0,1 0 1 0 0,-1 0 0 0 0,1 1 0 0 0,-1-1 0 0 0,1 0 0 0 0,0 0 0 0 0,-1 1 0 0 0,1-1-1 0 0,-1 0 1 0 0,1 1 0 0 0,0-1 0 0 0,-1 1 0 0 0,1-1 0 0 0,0 0 0 0 0,-1 1 0 0 0,1-1 0 0 0,0 1-1 0 0,0-1 1 0 0,-1 1 0 0 0,1-1 0 0 0,0 1 0 0 0,0-1 0 0 0,0 1 0 0 0,0-1 0 0 0,0 1-1 0 0,-1-1 1 0 0,1 1 0 0 0,0-1 0 0 0,0 1 0 0 0,0-1 0 0 0,1 1 0 0 0,-1-1 0 0 0,0 1-1 0 0,0-1 1 0 0,0 1 0 0 0,0-1 0 0 0,0 1 0 0 0,1-1 0 0 0,-1 1 0 0 0,1 0 0 0 0,15 11 199 0 0,-11-11-196 0 0,0 0 0 0 0,0 0 1 0 0,-1 0-1 0 0,1-1 0 0 0,0 0 0 0 0,0 0 1 0 0,0 0-1 0 0,0 0 0 0 0,0-1 0 0 0,0 0 1 0 0,0 0-1 0 0,6-2 0 0 0,8-1-21 0 0,36-3-317 0 0,43-8 865 0 0,-88 13-1409 0 0,0-1 0 0 0,-1 0-1 0 0,0 0 1 0 0,1-1 0 0 0,-1 0 0 0 0,0-1-1 0 0,13-9 1 0 0,-14 7-1100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58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16091 0 0,'0'0'2625'0'0,"4"-1"-3198"0"0,4-1 547 0 0,0 1-1 0 0,-1 0 1 0 0,1 0 0 0 0,0 1 0 0 0,-1 0 0 0 0,1 0 0 0 0,0 1 0 0 0,-1 0 0 0 0,1 1 0 0 0,10 2 0 0 0,-4-1-1 0 0,0 0 1 0 0,27 1-1 0 0,13-8 479 0 0,-1-1 0 0 0,0-4 0 0 0,73-20 0 0 0,-117 27 737 0 0,-7 2-1588 0 0,0 0-1 0 0,0 0 1 0 0,0-1-1 0 0,0 1 1 0 0,0-1 0 0 0,0 1-1 0 0,0-1 1 0 0,0 0 0 0 0,0 0-1 0 0,-1 0 1 0 0,1 0 0 0 0,0 0-1 0 0,0 0 1 0 0,-1 0 0 0 0,1-1-1 0 0,-1 1 1 0 0,1-1 0 0 0,-1 1-1 0 0,0-1 1 0 0,1 1 0 0 0,-1-1-1 0 0,2-3 1 0 0,-1 1-1770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59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3 5185 0 0,'0'-2'7693'0'0,"-6"6"-7067"0"0,-3 6-436 0 0,2 1 0 0 0,-1 0 0 0 0,1 0-1 0 0,1 1 1 0 0,0-1 0 0 0,1 1 0 0 0,-5 15 0 0 0,-25 100 1528 0 0,19-61-1249 0 0,4-23-382 0 0,-5 44 1 0 0,13-31-5132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59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38 12811 0 0,'0'0'2118'0'0,"1"6"-826"0"0,0 10-1150 0 0,0 0-1 0 0,0 0 1 0 0,-1 0 0 0 0,-1 1 0 0 0,-1-1-1 0 0,-4 17 1 0 0,2-7 638 0 0,-2 41-1 0 0,6-67-711 0 0,6-5-60 0 0,15-20-130 0 0,34-51-1 0 0,9-12 59 0 0,9 17 16 0 0,-73 71 46 0 0,0 0-1 0 0,0 0 1 0 0,0-1 0 0 0,1 1-1 0 0,-1 0 1 0 0,0 0-1 0 0,0 0 1 0 0,0 0-1 0 0,0 0 1 0 0,1 0 0 0 0,-1 0-1 0 0,0 0 1 0 0,0 0-1 0 0,0 0 1 0 0,1 0-1 0 0,-1 0 1 0 0,0 0 0 0 0,0 0-1 0 0,0 0 1 0 0,0 0-1 0 0,1 0 1 0 0,-1 0-1 0 0,0 0 1 0 0,0 0 0 0 0,0 0-1 0 0,1 0 1 0 0,-1 0-1 0 0,0 0 1 0 0,0 0-1 0 0,0 0 1 0 0,0 1 0 0 0,1-1-1 0 0,-1 0 1 0 0,0 0-1 0 0,0 0 1 0 0,0 0-1 0 0,0 0 1 0 0,0 1 0 0 0,0-1-1 0 0,1 0 1 0 0,-1 0-1 0 0,0 0 1 0 0,0 0-1 0 0,0 1 1 0 0,0-1 0 0 0,0 0-1 0 0,0 0 1 0 0,0 0-1 0 0,0 0 1 0 0,0 1-1 0 0,0-1 1 0 0,0 0 0 0 0,0 0-1 0 0,0 0 1 0 0,0 1-1 0 0,0-1 1 0 0,0 0-1 0 0,0 1 1 0 0,1 3 24 0 0,1 1 1 0 0,-1 1-1 0 0,-1-1 0 0 0,1 0 1 0 0,-1 0-1 0 0,0 0 1 0 0,0 0-1 0 0,0 0 0 0 0,-1 0 1 0 0,0 0-1 0 0,0 0 0 0 0,-3 9 1 0 0,-28 74 451 0 0,17-51-354 0 0,-11 35 58 0 0,-89 282 271 0 0,112-342-349 0 0,-1 0 0 0 0,-1 0-1 0 0,0 0 1 0 0,0-1-1 0 0,-1 0 1 0 0,-9 13 0 0 0,14-23-69 0 0,0 0 1 0 0,0 1 0 0 0,-1-1-1 0 0,1 1 1 0 0,0-1-1 0 0,-1 0 1 0 0,1 0 0 0 0,-1 0-1 0 0,0 0 1 0 0,1 0-1 0 0,-1 0 1 0 0,0 0 0 0 0,0-1-1 0 0,1 1 1 0 0,-1-1 0 0 0,-2 1-1 0 0,1-2-74 0 0,0 1 0 0 0,0-1 0 0 0,0 0 1 0 0,1 0-1 0 0,-1-1 0 0 0,0 1 0 0 0,1 0 0 0 0,-1-1 0 0 0,1 0 0 0 0,0 1 0 0 0,-1-1 0 0 0,1 0 0 0 0,0 0 0 0 0,0-1 0 0 0,0 1 0 0 0,0 0 1 0 0,1-1-1 0 0,-1 1 0 0 0,1-1 0 0 0,-3-4 0 0 0,-3-7-1129 0 0,0-1-1 0 0,-7-19 1 0 0,-2-25-3206 0 0,9 25 857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5:59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19876 0 0,'0'0'-428'0'0,"7"2"-545"0"0,-4 0 859 0 0,0 0 0 0 0,0 0 0 0 0,0 1 0 0 0,0-1 0 0 0,0 1 0 0 0,-1-1 0 0 0,1 1 0 0 0,-1 0-1 0 0,0 0 1 0 0,1 0 0 0 0,-1 0 0 0 0,-1 1 0 0 0,1-1 0 0 0,2 5 0 0 0,5 10-549 0 0,-4-10 606 0 0,0-1 1 0 0,1 0 0 0 0,0-1 0 0 0,0 1-1 0 0,1-1 1 0 0,0 0 0 0 0,0-1 0 0 0,0 1-1 0 0,1-2 1 0 0,9 6 0 0 0,-6-4 388 0 0,0 1 1 0 0,-1 1 0 0 0,15 12 0 0 0,-24-19-275 0 0,-1 0-1 0 0,1 0 1 0 0,0 1 0 0 0,-1-1-1 0 0,1 0 1 0 0,-1 0 0 0 0,1 0-1 0 0,-1 0 1 0 0,1 1 0 0 0,-1-1 0 0 0,0 0-1 0 0,0 1 1 0 0,1-1 0 0 0,-1 0-1 0 0,0 2 1 0 0,0 0 40 0 0,1 0 50 0 0,-2-1-21 0 0,-5 3-56 0 0,-46 30 122 0 0,46-31-196 0 0,0-1 0 0 0,0 0 1 0 0,0 0-1 0 0,-1-1 1 0 0,1 1-1 0 0,-1-2 0 0 0,1 1 1 0 0,-12 1-1 0 0,17-3-58 0 0,6 2-31 0 0,7 2-33 0 0,-1-1 0 0 0,1 0-1 0 0,-1-1 1 0 0,1 0 0 0 0,20 0 0 0 0,53-11-5408 0 0,-75 7 2108 0 0,13-6-485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6:00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14123 0 0,'6'-5'2475'0'0,"-1"3"-2479"0"0,-4 1-4 0 0,0 0-1 0 0,1 0 1 0 0,-1 0 0 0 0,1 0-1 0 0,0 1 1 0 0,-1-1-1 0 0,1 1 1 0 0,-1-1-1 0 0,1 1 1 0 0,0-1-1 0 0,2 1 1 0 0,18 8-95 0 0,-5-1 179 0 0,0 1 422 0 0,0-1 0 0 0,1-1 0 0 0,0-1 0 0 0,0 0 0 0 0,1-2 0 0 0,24 3 0 0 0,68-1-462 0 0,-106-11-4003 0 0,-3 4 3444 0 0,6-9-5 0 0,-5 2-2665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6:0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10082 0 0,'0'0'7504'0'0,"7"-2"-5731"0"0,219-43-1064 0 0,-216 44-709 0 0,-12 0 4 0 0,4 1-1 0 0,25 0 1 0 0,-25 0-1106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6:01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16099 0 0,'2'-1'4726'0'0,"4"9"-4011"0"0,-4-5-785 0 0,-1-1 1 0 0,0 1-1 0 0,0-1 0 0 0,0 1 1 0 0,0 0-1 0 0,0-1 0 0 0,-1 1 1 0 0,1 0-1 0 0,-1 0 0 0 0,1 3 1 0 0,-8 57-760 0 0,-15 33 975 0 0,3-15 785 0 0,-12 44 28 0 0,18-81-733 0 0,3 2 1 0 0,-8 68 0 0 0,16-96-159 0 0,-1 59 470 0 0,8-30-281 0 0,-4-43-265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6:02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8130 0 0,'-2'1'3608'0'0,"8"2"-1090"0"0,15 2-1661 0 0,0 0-1 0 0,1-2 1 0 0,35 1 0 0 0,26 4-80 0 0,149 23 659 0 0,62 10-970 0 0,-66-18-290 0 0,16 9 667 0 0,-139-15-781 0 0,33 8-85 0 0,66 22 175 0 0,-37-8 255 0 0,126 15-260 0 0,-106-41 34 0 0,3-1-109 0 0,8 12 545 0 0,-193-23-583 0 0,-21-13-7624 0 0,11 9 6401 0 0,-10-7-2180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6:03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7178 0 0,'0'0'625'0'0,"8"2"1914"0"0,8 4-1891 0 0,-11-4 794 0 0,1 2 1392 0 0,7 0-2417 0 0,-1 0-1 0 0,1-1 1 0 0,0-1 0 0 0,0 0 0 0 0,23 1-1 0 0,-21-2-340 0 0,370 16 1160 0 0,-2 28-668 0 0,-253-21 127 0 0,218 72 0 0 0,-305-82-564 0 0,1-2-1 0 0,0-2 0 0 0,0-2 1 0 0,1-2-1 0 0,0-2 0 0 0,85-4 1 0 0,-39 2 120 0 0,143 19 0 0 0,-49-1-20 0 0,-139-20 128 0 0,-25 0-5636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6:27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 2152 0 0,'0'0'842'0'0,"-4"6"321"0"0,-2 10-1234 0 0,4-12 17 0 0,3 7 3838 0 0,2 10-3548 0 0,-3-21-158 0 0,1 4 252 0 0,4 3 53 0 0,8 11-365 0 0,-10-14 0 0 0,-2 2 68 0 0,0-2 22 0 0,-1-1 1 0 0,1 0-1 0 0,-1 0 1 0 0,0 0 0 0 0,0 0-1 0 0,0 0 1 0 0,0 1 0 0 0,-1-1-1 0 0,1 0 1 0 0,-1 0 0 0 0,0 0-1 0 0,-2 6 1 0 0,1-5 340 0 0,-9 55 722 0 0,9-17-1092 0 0,-12 63-1 0 0,0-5-33 0 0,4 367 742 0 0,11-416-777 0 0,3 162 0 0 0,13 107 93 0 0,-7-110-75 0 0,-21 104 31 0 0,-15-27 88 0 0,-3 145-2 0 0,7-146-75 0 0,-1 35 72 0 0,14-185-118 0 0,-3 122 316 0 0,15-101-32 0 0,-3-152-266 0 0,0-7 0 0 0,5 30-24 0 0,3-4-44 0 0,-5-19 20 0 0,-1-1-6 0 0,3 2 77 0 0,15 18-50 0 0,-21-26-13 0 0,6 4 2 0 0,6 4 34 0 0,1 0-1 0 0,0 0 0 0 0,0-1 0 0 0,0 0 0 0 0,0-1 0 0 0,1-1 1 0 0,-1 0-1 0 0,1-1 0 0 0,0 0 0 0 0,0-1 0 0 0,0 0 0 0 0,0-1 1 0 0,0 0-1 0 0,19-4 0 0 0,17-3 11 0 0,1 1 0 0 0,0 3 0 0 0,76 5 0 0 0,-58-1-37 0 0,89-9 0 0 0,33-1-16 0 0,137 1 76 0 0,-201 1-57 0 0,0 6 0 0 0,135 15-1 0 0,52 14-3 0 0,126 19-12 0 0,307 32 838 0 0,-524-74-348 0 0,9 1-11 0 0,127-4-11 0 0,-331-3-408 0 0,12-1-2995 0 0,-28 2-2116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6:29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11987 0 0,'0'0'1045'0'0,"5"-4"-2032"0"0,2 2 968 0 0,1-1 0 0 0,-1 1 0 0 0,0 0 0 0 0,1 1 0 0 0,-1 0 0 0 0,1 0-1 0 0,0 0 1 0 0,13 2 0 0 0,53 19 251 0 0,-59-14-23 0 0,0-2 0 0 0,0 0 0 0 0,0-1 0 0 0,1 0 0 0 0,15 0 0 0 0,59-2 296 0 0,101 5-445 0 0,-9 5-18 0 0,198-14 0 0 0,-197-3-9 0 0,194 19 0 0 0,-151 4 102 0 0,113-8-73 0 0,109 7 26 0 0,-132 0-72 0 0,-234-12 4 0 0,-13-2 9 0 0,1 3 1 0 0,108 22-1 0 0,-28 17 19 0 0,-27-7 5 0 0,-14-13-12 0 0,-72-18 9 0 0,-1 2 0 0 0,66 23 0 0 0,-76-24 41 0 0,2 1 64 0 0,-26-8-154 0 0,-1 0 1 0 0,1 1 0 0 0,-1-1-1 0 0,0 1 1 0 0,1 0 0 0 0,-1 0-1 0 0,0-1 1 0 0,0 1 0 0 0,1 0-1 0 0,-1 0 1 0 0,0 0 0 0 0,0 0-1 0 0,0 0 1 0 0,0 0 0 0 0,0 1-1 0 0,0-1 1 0 0,-1 0 0 0 0,1 0-1 0 0,0 1 1 0 0,0 2 0 0 0,1-1 0 0 0,0 1-14 0 0,-1-1 1 0 0,0 1 0 0 0,0 0-1 0 0,0-1 1 0 0,0 1-1 0 0,0 0 1 0 0,-1-1-1 0 0,0 1 1 0 0,0 0 0 0 0,0 0-1 0 0,0-1 1 0 0,-1 7-1 0 0,1-9 9 0 0,23 288-200 0 0,-16 416 157 0 0,-26-236 96 0 0,3-113-31 0 0,19-117 62 0 0,8 227 42 0 0,-9-366-114 0 0,0 483 181 0 0,-3-437-162 0 0,9 143 264 0 0,-1-61 458 0 0,12 37-684 0 0,-15-243-2079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0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31 160 0 0,'-1'0'11989'0'0,"-6"-9"-11842"0"0,-1-8-200 0 0,6 13 7 0 0,8 7-86 0 0,-4-2 127 0 0,-1-1 4 0 0,1 0-1 0 0,-1 1 1 0 0,1-1 0 0 0,-1 1-1 0 0,1 0 1 0 0,-1 0 0 0 0,0-1-1 0 0,1 1 1 0 0,-1 0 0 0 0,0 0-1 0 0,0 0 1 0 0,2 2 49 0 0,1 23 1583 0 0,-3-22-1380 0 0,-2 1-133 0 0,0 1-124 0 0,-1 0 0 0 0,2 0 0 0 0,-1 0-1 0 0,1 0 1 0 0,-1 0 0 0 0,2 0-1 0 0,-1 0 1 0 0,1 0 0 0 0,0 0 0 0 0,0 0-1 0 0,0 0 1 0 0,4 9 0 0 0,2 10-5 0 0,0 23 191 0 0,-3 0 0 0 0,-4 96 0 0 0,0 2 261 0 0,8 153-58 0 0,-18-99-36 0 0,-28 462-169 0 0,17-286-111 0 0,6-174-23 0 0,10-67-34 0 0,-13 602 80 0 0,10-552-64 0 0,8 87 78 0 0,4-215-74 0 0,3-1-1 0 0,25 100 0 0 0,-16-87 69 0 0,-3 2-1 0 0,3 73 0 0 0,-13-113-5 0 0,4 9 678 0 0,1-39 211 0 0,-2-1-970 0 0,1-1-1 0 0,-1 1 0 0 0,0-1 0 0 0,0 0 0 0 0,9-3 1 0 0,-9 2-27 0 0,1 0 0 0 0,-1 0-1 0 0,1 1 1 0 0,13-2 0 0 0,-6 3 3 0 0,1 0 0 0 0,21 4 0 0 0,-17-2 10 0 0,206 8 262 0 0,-64-6-63 0 0,160-2-162 0 0,-152-5-20 0 0,73 8 185 0 0,121 15-34 0 0,247-26 574 0 0,-143-5 378 0 0,-336 14-999 0 0,215-4 188 0 0,131-25 721 0 0,-453 25-961 0 0,0-1 0 0 0,0-2 0 0 0,0 0 0 0 0,0-1 0 0 0,22-8 0 0 0,113-49-741 0 0,-135 52 167 0 0,3-2-2122 0 0,-14 8 181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05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1 186 12811 0 0,'0'0'767'0'0,"6"-3"588"0"0,12-2-1337 0 0,1 1 0 0 0,0 1 0 0 0,-1 1 0 0 0,22 0 0 0 0,2 0 363 0 0,1-2-1 0 0,-1-2 1 0 0,55-14-1 0 0,32-5 1163 0 0,144-3-786 0 0,-120 15-669 0 0,289-21 46 0 0,-94 8 68 0 0,-94 18-82 0 0,127 25 171 0 0,-25-1-155 0 0,320 16 64 0 0,-507-19-110 0 0,-109-12-44 0 0,104-9 1 0 0,-102 2-5 0 0,95 5 1 0 0,-152 1-54 0 0,1 0 0 0 0,-1 1 0 0 0,1 0 0 0 0,-1 0 0 0 0,0 0 0 0 0,0 1-1 0 0,1-1 1 0 0,-1 1 0 0 0,0 1 0 0 0,0-1 0 0 0,-1 1 0 0 0,1 0 0 0 0,0 0-1 0 0,5 5 1 0 0,-6-4-1 0 0,-1 0-1 0 0,0 1 0 0 0,0-1 1 0 0,0 1-1 0 0,-1-1 1 0 0,1 1-1 0 0,-1 0 0 0 0,0 0 1 0 0,0 0-1 0 0,-1 0 1 0 0,0 0-1 0 0,0 1 0 0 0,0-1 1 0 0,0 10-1 0 0,-1 34-77 0 0,-2 0-1 0 0,-3 0 1 0 0,-1 0-1 0 0,-19 66 1 0 0,5-18 26 0 0,8-33 56 0 0,-88 503-23 0 0,54-208 676 0 0,1 629 0 0 0,47-764-198 0 0,6 282 805 0 0,16-169-785 0 0,-9-181-863 0 0,22 175 1431 0 0,-8-167-2900 0 0,14-3-3852 0 0,-31-124 1105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8:18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0 16604 0 0,'0'0'1286'0'0,"6"1"-2098"0"0,68 16-643 0 0,-51-13 1339 0 0,-18-4 132 0 0,-1 0 66 0 0,2 1 1022 0 0,11 4-668 0 0,-13-4 362 0 0,2 2 106 0 0,1 2-869 0 0,-1 1 1 0 0,1-1-1 0 0,-1 1 1 0 0,0 0 0 0 0,0 0-1 0 0,-1 1 1 0 0,1 0-1 0 0,-2 0 1 0 0,1 0 0 0 0,-1 1-1 0 0,0-1 1 0 0,5 16-1 0 0,-2-5-34 0 0,-2 0-1 0 0,-1 1 1 0 0,0 0-1 0 0,-1-1 1 0 0,0 24-1 0 0,-2-18 74 0 0,-1 1 0 0 0,-1-1 0 0 0,-1 0 0 0 0,-2 1 0 0 0,0-1 0 0 0,-1-1 0 0 0,-2 1 0 0 0,0-1 0 0 0,-2 0 0 0 0,0 0 0 0 0,-2-1 0 0 0,0 0 0 0 0,-1-1 0 0 0,-1-1 0 0 0,-1 0 0 0 0,-21 22 0 0 0,-107 106 782 0 0,141-146-850 0 0,0-1 0 0 0,0 0 0 0 0,0 0-1 0 0,0 1 1 0 0,0-1 0 0 0,0 1 0 0 0,0-1 0 0 0,1 1 0 0 0,-1-1 0 0 0,1 1-1 0 0,-1-1 1 0 0,0 3 0 0 0,0 1 7 0 0,-1 0 61 0 0,7 0 274 0 0,1 0-296 0 0,1 0 0 0 0,-1-1 1 0 0,1 0-1 0 0,0 0 0 0 0,1 0 1 0 0,-1-1-1 0 0,1 0 1 0 0,10 3-1 0 0,75 14 70 0 0,-57-13-107 0 0,9 2 41 0 0,0-1 1 0 0,0-2-1 0 0,88-1 0 0 0,-129-5-660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8:19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64 8362 0 0,'-7'-5'5495'0'0,"8"3"-5192"0"0,1 0-1 0 0,-1 1 1 0 0,0-1-1 0 0,1 1 1 0 0,0-1-1 0 0,-1 1 1 0 0,1-1 0 0 0,0 1-1 0 0,-1 0 1 0 0,1 0-1 0 0,0 0 1 0 0,3-1-1 0 0,-4 1-300 0 0,0 1-1 0 0,-1-1 1 0 0,1 1-1 0 0,0-1 0 0 0,0 1 1 0 0,-1-1-1 0 0,1 1 0 0 0,0 0 1 0 0,0 0-1 0 0,0-1 1 0 0,-1 1-1 0 0,1 0 0 0 0,0 0 1 0 0,0 0-1 0 0,0 0 0 0 0,0 0 1 0 0,0 0-1 0 0,-1 0 1 0 0,1 0-1 0 0,0 0 0 0 0,0 0 1 0 0,0 0-1 0 0,0 1 0 0 0,0-1 1 0 0,1 1 46 0 0,-1-1 1 0 0,0 1-1 0 0,0-1 0 0 0,1 0 1 0 0,-1 0-1 0 0,0 1 1 0 0,1-1-1 0 0,-1 0 1 0 0,0 0-1 0 0,1 0 0 0 0,-1 0 1 0 0,1-1-1 0 0,1 1 1 0 0,168-34 2383 0 0,-159 32-2399 0 0,0 1-1 0 0,0 1 1 0 0,1 0-1 0 0,-1 0 0 0 0,0 1 1 0 0,22 5-1 0 0,-29-5-13 0 0,1 1-1 0 0,-1-1 0 0 0,0 1 0 0 0,1 0 0 0 0,-1 1 0 0 0,0-1 1 0 0,0 1-1 0 0,0 0 0 0 0,0 0 0 0 0,-1 1 0 0 0,1-1 0 0 0,-1 1 1 0 0,0 0-1 0 0,0 0 0 0 0,-1 0 0 0 0,6 8 0 0 0,-8-10-4 0 0,0 1-1 0 0,0-1 0 0 0,0 0 1 0 0,0 0-1 0 0,-1 0 0 0 0,1 1 1 0 0,-1-1-1 0 0,0 0 1 0 0,0 0-1 0 0,0 1 0 0 0,0-1 1 0 0,0 0-1 0 0,0 1 0 0 0,-1-1 1 0 0,1 0-1 0 0,-1 0 1 0 0,1 0-1 0 0,-1 1 0 0 0,0-1 1 0 0,0 0-1 0 0,0 0 0 0 0,0 0 1 0 0,0 0-1 0 0,0 0 1 0 0,-1 0-1 0 0,1-1 0 0 0,-1 1 1 0 0,-1 2-1 0 0,-7 5 19 0 0,1 0 0 0 0,-1-1 0 0 0,-20 13 0 0 0,14-10 48 0 0,-61 37 37 0 0,60-39-91 0 0,1 0 0 0 0,-1 1 0 0 0,2 1 0 0 0,-1 1 1 0 0,-24 25-1 0 0,39-36-30 0 0,-1 1 0 0 0,1-1 0 0 0,0 1 0 0 0,0 0 1 0 0,0 0-1 0 0,0-1 0 0 0,0 1 0 0 0,0 0 0 0 0,1 0 1 0 0,-1 0-1 0 0,1 0 0 0 0,-1 0 0 0 0,1 0 0 0 0,-1 4 0 0 0,6 0 200 0 0,3 0-172 0 0,-1 0-1 0 0,1 0 1 0 0,1-1-1 0 0,-1 0 1 0 0,1 0-1 0 0,0-1 1 0 0,0 0-1 0 0,0-1 1 0 0,18 5-1 0 0,14 2 61 0 0,1-1 0 0 0,62 4-1 0 0,22-10-2424 0 0,-105-4 81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36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 24 0 0,'-1'0'16341'0'0,"-8"4"-12835"0"0,-9 10-2747 0 0,17-13-550 0 0,-3 3 754 0 0,5 0-762 0 0,-4 199 3087 0 0,5-127-2709 0 0,-4 0-1 0 0,-15 101 1 0 0,14-165-539 0 0,0 0 1 0 0,-1 0-1 0 0,-10 19 0 0 0,14-29-1017 0 0,-21-23-9701 0 0,17 2 6964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36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15411 0 0,'-14'5'4389'0'0,"0"10"-4106"0"0,11-12 76 0 0,-1 1 166 0 0,9 1 613 0 0,60 31 575 0 0,-51-31-1383 0 0,-1 2 1 0 0,0 0-1 0 0,0 1 0 0 0,0 0 0 0 0,-1 1 0 0 0,0 0 0 0 0,-1 1 1 0 0,13 14-1 0 0,-22-22-295 0 0,-1 0 0 0 0,0 0 0 0 0,0 0 1 0 0,0 0-1 0 0,0 0 0 0 0,0 0 0 0 0,0 0 1 0 0,-1 0-1 0 0,1 0 0 0 0,-1 1 0 0 0,0-1 1 0 0,1 0-1 0 0,-1 2 0 0 0,-1 1 8 0 0,1 0-1 0 0,-1 0 1 0 0,-1 0 0 0 0,1-1-1 0 0,0 1 1 0 0,-1-1 0 0 0,0 1-1 0 0,0-1 1 0 0,-1 0 0 0 0,1 1-1 0 0,-1-1 1 0 0,0-1 0 0 0,0 1-1 0 0,-5 5 1 0 0,-7 7-596 0 0,-33 25 0 0 0,35-31-456 0 0,-18 10-2514 0 0,7-5-2931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3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38 12155 0 0,'1'-6'5699'0'0,"-1"-10"-3719"0"0,1 12-327 0 0,-2 4-1397 0 0,0 0 0 0 0,1 0 0 0 0,-1 0 0 0 0,0 0 0 0 0,1 0 0 0 0,-1-1 0 0 0,0 1 0 0 0,1 0 0 0 0,-1 0 0 0 0,1 0 0 0 0,-1-1 0 0 0,0 1 0 0 0,1 0 0 0 0,-1-1 0 0 0,1 1 0 0 0,-1 0 0 0 0,1-1 0 0 0,-1 1 0 0 0,0-1 0 0 0,0 0-240 0 0,0 0-1 0 0,1 1 0 0 0,-1-1 0 0 0,0 1 0 0 0,0-1 1 0 0,1 1-1 0 0,-1-1 0 0 0,0 1 0 0 0,0 0 0 0 0,0-1 1 0 0,0 1-1 0 0,0 0 0 0 0,0 0 0 0 0,0 0 0 0 0,0 0 1 0 0,0-1-1 0 0,0 1 0 0 0,0 0 0 0 0,1 1 0 0 0,-1-1 1 0 0,-2 0-1 0 0,-5 2 107 0 0,0 0 0 0 0,1 0 0 0 0,-1 1 0 0 0,1-1-1 0 0,0 2 1 0 0,-1-1 0 0 0,1 1 0 0 0,1 0 0 0 0,-1 1 0 0 0,1-1 0 0 0,-1 1 0 0 0,1 1 0 0 0,1-1 0 0 0,-1 1 0 0 0,-5 8 0 0 0,-2 2-48 0 0,1-1 0 0 0,1 2 0 0 0,0 0 0 0 0,1 0 0 0 0,-9 24 0 0 0,10-17-78 0 0,0 0 1 0 0,2 1 0 0 0,-6 38-1 0 0,11-53-16 0 0,1-1 0 0 0,0 0-1 0 0,1 1 1 0 0,0-1 0 0 0,1 1-1 0 0,0-1 1 0 0,0 0 0 0 0,1 1 0 0 0,0-1-1 0 0,1 0 1 0 0,0 0 0 0 0,8 16 0 0 0,-9-20-108 0 0,1-1 1 0 0,0 0 0 0 0,0 0 0 0 0,1 0 0 0 0,-1-1 0 0 0,1 1 0 0 0,0-1 0 0 0,0 0 0 0 0,0 0 0 0 0,0 0 0 0 0,1-1 0 0 0,-1 1-1 0 0,1-1 1 0 0,8 3 0 0 0,-7-3-556 0 0,0 0-1 0 0,1-1 1 0 0,-1 0-1 0 0,1 0 1 0 0,-1-1-1 0 0,1 0 1 0 0,0 0-1 0 0,-1 0 1 0 0,1-1-1 0 0,12-2 1 0 0,0-2-2693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37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70 6561 0 0,'0'1'9652'0'0,"0"-8"-7386"0"0,0-42 2856 0 0,-1 45-4250 0 0,-12-1 1458 0 0,12 4-2292 0 0,1 1 0 0 0,-1-1 0 0 0,0 1 0 0 0,1-1 1 0 0,-1 1-1 0 0,0 0 0 0 0,0-1 0 0 0,1 1 0 0 0,-1 0 1 0 0,0 0-1 0 0,0-1 0 0 0,0 1 0 0 0,1 0 0 0 0,-1 0 1 0 0,0 0-1 0 0,0 0 0 0 0,0 0 0 0 0,1 0 0 0 0,-1 0 1 0 0,0 0-1 0 0,0 0 0 0 0,0 1 0 0 0,1-1 0 0 0,-1 0 1 0 0,0 0-1 0 0,-1 1 0 0 0,-11 6 37 0 0,-1 0-1 0 0,1 1 1 0 0,0 0-1 0 0,1 1 1 0 0,-1 0-1 0 0,2 1 1 0 0,0 1-1 0 0,0 0 1 0 0,1 0-1 0 0,0 1 1 0 0,1 0 0 0 0,0 1-1 0 0,1 0 1 0 0,0 0-1 0 0,1 1 1 0 0,1 0-1 0 0,0 0 1 0 0,1 0-1 0 0,-6 30 1 0 0,10-41-92 0 0,1 0-1 0 0,-1 1 1 0 0,1-1-1 0 0,0 0 1 0 0,0 1 0 0 0,0-1-1 0 0,0 0 1 0 0,1 0-1 0 0,0 0 1 0 0,-1 1 0 0 0,1-1-1 0 0,0 0 1 0 0,0 0-1 0 0,1 0 1 0 0,-1 0 0 0 0,1 0-1 0 0,-1 0 1 0 0,1-1-1 0 0,0 1 1 0 0,0 0 0 0 0,0-1-1 0 0,0 0 1 0 0,1 1-1 0 0,-1-1 1 0 0,1 0 0 0 0,-1 0-1 0 0,1 0 1 0 0,0-1-1 0 0,0 1 1 0 0,0-1 0 0 0,0 1-1 0 0,0-1 1 0 0,0 0-1 0 0,0 0 1 0 0,0 0 0 0 0,6 0-1 0 0,1 1-259 0 0,-1-1 0 0 0,1 0-1 0 0,0-1 1 0 0,0 0 0 0 0,-1-1-1 0 0,1 0 1 0 0,0 0 0 0 0,-1-1-1 0 0,1 0 1 0 0,-1-1 0 0 0,11-4-1 0 0,32-20-5664 0 0,-34 16 3335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37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 9354 0 0,'-2'0'14942'0'0,"6"7"-13527"0"0,72 172 988 0 0,-70-165-2132 0 0,0 1-1 0 0,-1-1 1 0 0,0 1-1 0 0,-1 0 1 0 0,-1 0 0 0 0,2 24-1 0 0,-4-23-132 0 0,-1-1-1 0 0,0 1 1 0 0,-1 0-1 0 0,-1-1 1 0 0,-1 1-1 0 0,0-1 1 0 0,-1 1-1 0 0,-1-1 1 0 0,0 0-1 0 0,-9 17 1 0 0,6-16-61 0 0,-1 0 1 0 0,-18 23-1 0 0,13-21-308 0 0,-29 35-12 0 0,11-22-5308 0 0,18-21 787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43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33 3793 0 0,'-1'0'8712'0'0,"-8"-2"-2885"0"0,-3-6-4503 0 0,12 8-1261 0 0,0 0 0 0 0,-1 0 1 0 0,1 0-1 0 0,0 0 1 0 0,0 0-1 0 0,0 0 1 0 0,0-1-1 0 0,0 1 1 0 0,0 0-1 0 0,0 0 0 0 0,0 0 1 0 0,0 0-1 0 0,0 0 1 0 0,0 0-1 0 0,0-1 1 0 0,0 1-1 0 0,0 0 1 0 0,0 0-1 0 0,0 0 1 0 0,0 0-1 0 0,0 0 0 0 0,0 0 1 0 0,0 0-1 0 0,0-1 1 0 0,0 1-1 0 0,0 0 1 0 0,0 0-1 0 0,0 0 1 0 0,1 0-1 0 0,-1 0 0 0 0,0 0 1 0 0,0 0-1 0 0,0 0 1 0 0,0-1-1 0 0,0 1 1 0 0,0 0-1 0 0,0 0 1 0 0,0 0-1 0 0,0 0 1 0 0,1 0-1 0 0,-1 0 0 0 0,0 0 1 0 0,0 0-1 0 0,0 0 1 0 0,0 0-1 0 0,0 0 1 0 0,0 0-1 0 0,0 0 1 0 0,1 0-1 0 0,-1 0 1 0 0,0 0-1 0 0,34-4 5232 0 0,-16 3-6183 0 0,31-5 1316 0 0,-24 3-317 0 0,-1 0 0 0 0,1 2 0 0 0,37 2 0 0 0,-35 3-59 0 0,-23-3-180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43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12195 0 0,'-14'8'3627'0'0,"14"0"2717"0"0,11 0-1388 0 0,-2-4-6811 0 0,-1-2 2086 0 0,-1 0 1 0 0,0 0-1 0 0,0-1 1 0 0,1 0-1 0 0,-1-1 1 0 0,1 1-1 0 0,-1-1 1 0 0,11-2-1 0 0,13 1 381 0 0,-9 2-348 0 0,28 2-34 0 0,1-3 1 0 0,69-8 0 0 0,-90 3-12753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45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79 6457 0 0,'-2'-5'5738'0'0,"-6"-12"-4565"0"0,6 13-98 0 0,-3-1 1922 0 0,-11-14-2106 0 0,12 14 5 0 0,-3 0 2929 0 0,7 4-3914 0 0,-21-12 1329 0 0,20 12-1125 0 0,-1 0 0 0 0,1 1 0 0 0,-1-1 0 0 0,1 1 1 0 0,0-1-1 0 0,-1 1 0 0 0,1 0 0 0 0,-1 0 0 0 0,1-1 0 0 0,-1 1 0 0 0,1 0 0 0 0,-1 0 0 0 0,1 0 0 0 0,-1 1 0 0 0,1-1 0 0 0,-1 0 0 0 0,1 1 0 0 0,-1-1 0 0 0,1 1 1 0 0,-1-1-1 0 0,1 1 0 0 0,-2 0 0 0 0,-38 37 505 0 0,40-37-608 0 0,-1 1 0 0 0,1-1 0 0 0,-1 1 1 0 0,1 0-1 0 0,0-1 0 0 0,0 1 0 0 0,0 0 1 0 0,0 0-1 0 0,0 0 0 0 0,0 3 0 0 0,-1 1-2 0 0,-9 15 13 0 0,1 0 1 0 0,1 0-1 0 0,0 1 0 0 0,2 1 1 0 0,1-1-1 0 0,1 1 0 0 0,0 0 1 0 0,2 0-1 0 0,1 1 0 0 0,1-1 1 0 0,0 0-1 0 0,2 1 0 0 0,4 26 1 0 0,-2-37 11 0 0,-2 0 1 0 0,0 0 0 0 0,0 1-1 0 0,-2 14 1 0 0,0-22 38 0 0,0 0 0 0 0,0 0 1 0 0,-1-1-1 0 0,1 1 0 0 0,-1-1 0 0 0,-1 1 0 0 0,1-1 0 0 0,-1 0 0 0 0,0 0 1 0 0,0 0-1 0 0,-7 9 0 0 0,2-5 57 0 0,-1 1 1 0 0,0-1 0 0 0,0 0-1 0 0,-1-1 1 0 0,0 0-1 0 0,-20 11 1 0 0,27-17-194 0 0,-1-1 0 0 0,1 1 0 0 0,-1-1 0 0 0,0 0-1 0 0,0 0 1 0 0,1 0 0 0 0,-1 0 0 0 0,0-1 0 0 0,0 1 0 0 0,0-1 0 0 0,-5 0 0 0 0,6-1-273 0 0,-1 0 0 0 0,1 1 0 0 0,0-1 0 0 0,0 0 0 0 0,0-1 0 0 0,0 1 0 0 0,0-1 0 0 0,0 1 1 0 0,0-1-1 0 0,0 0 0 0 0,1 0 0 0 0,-1 0 0 0 0,1 0 0 0 0,-1-1 0 0 0,-2-2 0 0 0,0-2-3099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46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34 3001 0 0,'1'-1'14473'0'0,"-7"-6"-11284"0"0,-10-9-2393 0 0,12 12-38 0 0,-2 3 1946 0 0,-12-2-2141 0 0,14 2-121 0 0,-2 1 540 0 0,-40 5 213 0 0,42-4-1067 0 0,-2 2 91 0 0,-33 34-92 0 0,22-12-59 0 0,3 2-39 0 0,11-21-20 0 0,0 0 1 0 0,1 0-1 0 0,0 0 0 0 0,0 0 1 0 0,0 0-1 0 0,1 0 0 0 0,0 1 0 0 0,0-1 1 0 0,1 1-1 0 0,0 11 0 0 0,1-10-19 0 0,0 0 0 0 0,0-1-1 0 0,1 1 1 0 0,5 12 0 0 0,-7-18 12 0 0,1 0 0 0 0,0 0 1 0 0,0 0-1 0 0,0-1 0 0 0,0 1 0 0 0,0 0 1 0 0,0-1-1 0 0,0 1 0 0 0,0 0 1 0 0,0-1-1 0 0,1 1 0 0 0,-1-1 0 0 0,1 0 1 0 0,2 2-1 0 0,1 1-4 0 0,-4-3-2 0 0,0 1-1 0 0,0-1 1 0 0,0 0 0 0 0,0 0 0 0 0,0 0 0 0 0,1 0 0 0 0,-1 0-1 0 0,0 0 1 0 0,1 0 0 0 0,-1 0 0 0 0,0 0 0 0 0,1-1 0 0 0,-1 1-1 0 0,1 0 1 0 0,2 0 0 0 0,1 0-4 0 0,-1 2 15 0 0,1-2-10 0 0,-1 0 2 0 0,1 2-2 0 0,1-2 0 0 0,0 1 0 0 0,0-1 0 0 0,0 0 0 0 0,0 0 0 0 0,0 0 0 0 0,11-1 0 0 0,-9 0-491 0 0,1 0 0 0 0,-1-1 0 0 0,0 0 1 0 0,1 0-1 0 0,-1-1 0 0 0,0 0 0 0 0,12-5 1 0 0,3-2-4424 0 0,-2 2-1074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47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12 9962 0 0,'-8'-2'11617'0'0,"4"0"-11141"0"0,-7-4-368 0 0,0 4 4712 0 0,7 8-3293 0 0,-2 9-1226 0 0,1-1 1 0 0,1 1-1 0 0,0 0 0 0 0,1 1 1 0 0,0-1-1 0 0,2 1 0 0 0,0-1 1 0 0,1 24-1 0 0,0-11-72 0 0,-8 49 0 0 0,-3-27-48 0 0,10-46-194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5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60 6329 0 0,'-7'-1'4153'0'0,"-8"-9"6951"0"0,35 6-7499 0 0,38-3-3800 0 0,-20 3 1117 0 0,-13 2-712 0 0,-1 1 0 0 0,0 1 0 0 0,31 4 0 0 0,-25-1 125 0 0,46-3-1 0 0,65-13 770 0 0,76-5-37 0 0,-166 15-828 0 0,-30 1-127 0 0,1 1 0 0 0,0 1 0 0 0,41 5 0 0 0,-27 3-31 0 0,-8-4-1514 0 0,-23-3 150 0 0,21-6-8347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53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30 10098 0 0,'0'0'5889'0'0,"-7"-7"-1670"0"0,-12-8-3443 0 0,18 14-675 0 0,1 0-1 0 0,-1 0 1 0 0,0 1 0 0 0,0-1 0 0 0,-1 0 0 0 0,1 1 0 0 0,0-1-1 0 0,0 1 1 0 0,0-1 0 0 0,0 1 0 0 0,0 0 0 0 0,-1 0-1 0 0,1-1 1 0 0,0 1 0 0 0,0 0 0 0 0,0 0 0 0 0,-1 0 0 0 0,1 0-1 0 0,0 0 1 0 0,-2 1 0 0 0,-4-1 873 0 0,2 0-756 0 0,1 1 1 0 0,-1-1-1 0 0,1 1 0 0 0,-1 0 0 0 0,1 0 1 0 0,-1 1-1 0 0,1-1 0 0 0,-8 4 1 0 0,10-4-166 0 0,0 0 1 0 0,-1 0 0 0 0,1 1 0 0 0,0-1 0 0 0,0 1-1 0 0,0-1 1 0 0,0 1 0 0 0,0-1 0 0 0,-2 4-1 0 0,-4 4 32 0 0,8-9-85 0 0,0 0 1 0 0,0 0-1 0 0,0 0 0 0 0,0 0 0 0 0,0 0 0 0 0,0 0 0 0 0,0 0 0 0 0,0 0 0 0 0,0 0 0 0 0,0 0 0 0 0,0 0 1 0 0,0-1-1 0 0,0 1 0 0 0,0 0 0 0 0,0 0 0 0 0,0 0 0 0 0,0 0 0 0 0,0 0 0 0 0,0 0 0 0 0,0 0 0 0 0,0 0 1 0 0,0 0-1 0 0,0 0 0 0 0,0 0 0 0 0,0 0 0 0 0,0 0 0 0 0,0 0 0 0 0,0 0 0 0 0,0 0 0 0 0,0 0 1 0 0,-1 0-1 0 0,1 0 0 0 0,0 0 0 0 0,0 0 0 0 0,0 0 0 0 0,0 0 0 0 0,0 0 0 0 0,0-1 0 0 0,0 1 0 0 0,0 0 1 0 0,0 0-1 0 0,0 0 0 0 0,0 0 0 0 0,-13 30 10 0 0,9-23 11 0 0,1 1-1 0 0,0-1 1 0 0,0 1-1 0 0,1 0 1 0 0,0 0-1 0 0,0 0 1 0 0,0 10-1 0 0,-4 36-40 0 0,6-50 26 0 0,-1-2-4 0 0,1-1 0 0 0,0 1 1 0 0,0 0-1 0 0,0-1 0 0 0,0 1 1 0 0,0-1-1 0 0,0 1 0 0 0,0 0 1 0 0,0-1-1 0 0,1 1 0 0 0,-1-1 1 0 0,1 1-1 0 0,-1-1 0 0 0,1 1 1 0 0,0-1-1 0 0,-1 1 0 0 0,2 0 1 0 0,0 3 26 0 0,22 47-14 0 0,-7-12-1 0 0,-6-17 200 0 0,-1 1 0 0 0,7 27 0 0 0,-15-45-68 0 0,-1 0-1 0 0,0 0 0 0 0,0 1 0 0 0,0-1 1 0 0,-1 1-1 0 0,0-1 0 0 0,0 0 0 0 0,-1 1 1 0 0,1-1-1 0 0,-1 1 0 0 0,-1-1 0 0 0,1 0 1 0 0,-4 7-1 0 0,1-5 28 0 0,0 0 0 0 0,-1 0 0 0 0,1-1 0 0 0,-2 0 0 0 0,1 0 0 0 0,-1 0 0 0 0,0-1 0 0 0,-1 1 0 0 0,1-2 0 0 0,-1 1 0 0 0,0-1 0 0 0,-9 5 0 0 0,10-6-348 0 0,-1-1 1 0 0,1 0-1 0 0,-1 0 1 0 0,0-1-1 0 0,0 0 0 0 0,-11 3 1 0 0,14-5-539 0 0,-1 1 0 0 0,0-1 1 0 0,0 0-1 0 0,0 0 1 0 0,0 0-1 0 0,0-1 0 0 0,0 0 1 0 0,0 0-1 0 0,1 0 0 0 0,-6-2 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54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5 11554 0 0,'0'0'6789'0'0,"-7"-1"-1436"0"0,-14-2-3962 0 0,19 8 226 0 0,-5 14-1234 0 0,0 0-1 0 0,2 0 0 0 0,0 1 0 0 0,1-1 0 0 0,-2 23 0 0 0,-2 110 2 0 0,6-111-285 0 0,1-7-170 0 0,0 11 143 0 0,-2-18-3179 0 0,3-22 683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55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56 206 4785 0 0,'-7'1'11146'0'0,"-37"0"-6382"0"0,39-1-2957 0 0,6 1-1718 0 0,-1 0 1 0 0,0 0-1 0 0,1 0 0 0 0,-1 0 0 0 0,1 0 0 0 0,0 0 1 0 0,-1 0-1 0 0,1 0 0 0 0,0-1 0 0 0,-1 1 0 0 0,1 0 1 0 0,0 0-1 0 0,0 0 0 0 0,0-1 0 0 0,0 1 1 0 0,0 0-1 0 0,0-1 0 0 0,0 1 0 0 0,0-1 0 0 0,0 1 1 0 0,0-1-1 0 0,0 0 0 0 0,0 1 0 0 0,0-1 0 0 0,0 0 1 0 0,0 0-1 0 0,2 0 0 0 0,11-2 87 0 0,0-2-1 0 0,1 0 1 0 0,-2 0-1 0 0,24-11 1 0 0,-34 13-159 0 0,-2 1-9 0 0,0 0 0 0 0,0 0 1 0 0,0 0-1 0 0,1 0 0 0 0,-1 0 0 0 0,0 1 0 0 0,0-1 1 0 0,1 0-1 0 0,-1 1 0 0 0,1-1 0 0 0,-1 1 0 0 0,3-1 1 0 0,2-6 399 0 0,9-10-346 0 0,-11 13 10 0 0,-3-1 150 0 0,-8-40 36 0 0,5 41-230 0 0,-3-2 23 0 0,-3-5-65 0 0,1 0-1 0 0,0-1 1 0 0,0 1 0 0 0,-9-24-1 0 0,23 30-122 0 0,-2 3 137 0 0,0 0 0 0 0,1 0 1 0 0,-1 1-1 0 0,0 0 0 0 0,1 0 1 0 0,-1 0-1 0 0,0 0 0 0 0,1 1 1 0 0,-1 0-1 0 0,1 0 0 0 0,-1 0 0 0 0,9 2 1 0 0,-9-2-20 0 0,-4-1 15 0 0,16 27 13 0 0,-15-22-3 0 0,0 0-1 0 0,0 0 1 0 0,0 0-1 0 0,0 0 0 0 0,-1 0 1 0 0,0 1-1 0 0,0-1 1 0 0,0 1-1 0 0,0 6 0 0 0,0-4-7 0 0,11 80 134 0 0,-11-83-78 0 0,6 7 841 0 0,10 3-763 0 0,-13-10 120 0 0,-6-4-48 0 0,28-4-38 0 0,13-5-77 0 0,-4 0-22 0 0,-15 5-3639 0 0,0-1 686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57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76 288 0 0,'-2'0'22390'0'0,"8"-1"-19428"0"0,81-24-1981 0 0,-32 9-723 0 0,56-10-1 0 0,-73 23-1118 0 0,-32 2 336 0 0,2 0-17 0 0,0-1-5937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57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11779 0 0,'0'0'9583'0'0,"6"-2"-6865"0"0,16-6-2170 0 0,0 1 0 0 0,1 2 0 0 0,0 0 0 0 0,0 2 0 0 0,37-2-1 0 0,35-5-1584 0 0,-55-1-7621 0 0,-24 6 2965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58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57 11234 0 0,'-9'3'6586'0'0,"-3"1"-3361"0"0,-3 1-1202 0 0,15-4-1923 0 0,0 1 0 0 0,1-1 1 0 0,-1 0-1 0 0,1 1 1 0 0,-1-1-1 0 0,1 0 1 0 0,-1 1-1 0 0,1-1 0 0 0,-1 0 1 0 0,1 0-1 0 0,0 0 1 0 0,0 0-1 0 0,0 0 0 0 0,0 0 1 0 0,2 2-1 0 0,-1 0 69 0 0,-2-3-155 0 0,5 4 407 0 0,-1-4-334 0 0,36-2 272 0 0,0-2 0 0 0,-1-1 0 0 0,1-2 0 0 0,62-20 0 0 0,-78 21-324 0 0,-22 5-315 0 0,20-25-9817 0 0,-19 22 8773 0 0,-36-10-5203 0 0,31 13 6606 0 0,0 3 25 0 0,-48 12 2368 0 0,41-10-1411 0 0,0 0-1 0 0,1 0 0 0 0,-1 0 0 0 0,1 1 0 0 0,0 0 1 0 0,0 1-1 0 0,-10 8 0 0 0,4 1 210 0 0,0 1 1 0 0,-14 20-1 0 0,23-29-1085 0 0,-24 33 867 0 0,4-4-855 0 0,-2-1 0 0 0,-32 31 0 0 0,55-63-676 0 0,-5 5 313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58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3697 0 0,'6'-3'9468'0'0,"-4"1"-8614"0"0,8-5-801 0 0,-1 5 6956 0 0,-9 8-4598 0 0,0 3-1941 0 0,0 1 0 0 0,-1 0 0 0 0,-1-1 0 0 0,1 1 0 0 0,-2-1 0 0 0,-3 11 0 0 0,3-10-299 0 0,0 2 0 0 0,0-1 0 0 0,1 0 0 0 0,1 0 1 0 0,-1 18-1 0 0,2-27-172 0 0,0-1 1 0 0,0 1 0 0 0,1-1 0 0 0,-1 1 0 0 0,0-1 0 0 0,0 1 0 0 0,1-1 0 0 0,-1 0-1 0 0,1 1 1 0 0,0-1 0 0 0,-1 0 0 0 0,1 1 0 0 0,0-1 0 0 0,0 0 0 0 0,0 0 0 0 0,0 0-1 0 0,0 0 1 0 0,0 0 0 0 0,0 0 0 0 0,0 0 0 0 0,0 0 0 0 0,0 0 0 0 0,2 1 0 0 0,0-1-2 0 0,0 0 0 0 0,0 0 1 0 0,0 0-1 0 0,0-1 1 0 0,0 1-1 0 0,0-1 1 0 0,0 0-1 0 0,0 0 0 0 0,1 0 1 0 0,4 0-1 0 0,4-2 11 0 0,0-1-1 0 0,0 0 1 0 0,0-1 0 0 0,17-8-1 0 0,24-13-693 0 0,-2-4-5060 0 0,-36 22 2300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58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54 153 15211 0 0,'-37'23'8967'0'0,"25"-16"-9008"0"0,8-4 1239 0 0,10-2 113 0 0,11 0-924 0 0,-1 0 0 0 0,1-1 0 0 0,-1 0 0 0 0,1-2 0 0 0,-1 0 0 0 0,32-8 0 0 0,102-40 738 0 0,-75 23-918 0 0,133-36 304 0 0,-161 52-454 0 0,1 1 0 0 0,70-4 0 0 0,-68 23 93 0 0,-47-7-1591 0 0,-1 5-2447 0 0,0-3 3309 0 0,4 13-3093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59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13595 0 0,'0'0'7041'0'0,"-5"6"-3637"0"0,-7 13-2245 0 0,2 0 1 0 0,-15 39-1 0 0,17-35-586 0 0,-28 91 639 0 0,32-98-1154 0 0,1 0 0 0 0,1 0 0 0 0,0 0 0 0 0,0 1 1 0 0,2 16-1 0 0,0-30-52 0 0,1-1 1 0 0,-1 0 0 0 0,0 0-1 0 0,1 0 1 0 0,-1 0 0 0 0,1 0-1 0 0,0 0 1 0 0,-1 0 0 0 0,1 0-1 0 0,0-1 1 0 0,0 1 0 0 0,0 0-1 0 0,1 0 1 0 0,-1-1-1 0 0,0 1 1 0 0,1-1 0 0 0,-1 1-1 0 0,1-1 1 0 0,2 3 0 0 0,0-2 0 0 0,-1 0 0 0 0,1 0 0 0 0,0-1 0 0 0,0 1 1 0 0,0-1-1 0 0,0 0 0 0 0,0 0 0 0 0,0 0 0 0 0,6 0 0 0 0,9-1 0 0 0,0 0 1 0 0,0-1-1 0 0,28-6 0 0 0,-36 5-10 0 0,191-19-1252 0 0,-193 19-3049 0 0,-2-2 3389 0 0,-1 0-71 0 0,1 3-3443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7:59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6 6433 0 0,'-16'-3'2944'0'0,"-24"1"10342"0"0,17 1-10689 0 0,19 7-1435 0 0,-10 11-818 0 0,11-12-180 0 0,0 0 1 0 0,0 0 0 0 0,1 0-1 0 0,0 0 1 0 0,0 0 0 0 0,0 1-1 0 0,1-1 1 0 0,-1 1 0 0 0,0 8-1 0 0,-1 3 251 0 0,-10 38 667 0 0,3 0-1 0 0,-6 92 0 0 0,15-136-1031 0 0,0 0 0 0 0,0 0 0 0 0,-1-1 0 0 0,0 1 0 0 0,-1-1 0 0 0,-6 16 1 0 0,-6-5-526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8:23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1427 5201 0 0,'-2'-1'8341'0'0,"-2"8"-6806"0"0,3-3-1393 0 0,0 1 1 0 0,0-1-1 0 0,1 0 1 0 0,-1 0-1 0 0,1 1 1 0 0,0-1 0 0 0,0 0-1 0 0,1 1 1 0 0,0 5-1 0 0,1-4 144 0 0,-2-5-213 0 0,5 3 22 0 0,-1 1 39 0 0,1 0 1 0 0,0-1-1 0 0,0 1 0 0 0,1-2 1 0 0,-1 1-1 0 0,1 0 1 0 0,0-1-1 0 0,0 0 1 0 0,0 0-1 0 0,0-1 1 0 0,1 0-1 0 0,-1 0 0 0 0,0 0 1 0 0,1-1-1 0 0,12 1 1 0 0,67 4 111 0 0,84 1 637 0 0,-145-8-778 0 0,0-1 0 0 0,-1-1 0 0 0,1-1 1 0 0,46-15-1 0 0,172-71 430 0 0,-209 78-444 0 0,37-13 127 0 0,106-52-1 0 0,-155 65-177 0 0,-2 0-1 0 0,1-1 1 0 0,-1-2 0 0 0,-1 0-1 0 0,-1 0 1 0 0,0-2-1 0 0,-1 0 1 0 0,-1-2 0 0 0,14-19-1 0 0,87-151 328 0 0,-98 152-273 0 0,-1-1 0 0 0,-2 0-1 0 0,14-54 1 0 0,-25 75-51 0 0,-1-1-1 0 0,-1 0 1 0 0,-1 0 0 0 0,0 0 0 0 0,-2 0-1 0 0,0 0 1 0 0,0 0 0 0 0,-2 0 0 0 0,0 0-1 0 0,-1 1 1 0 0,-1-1 0 0 0,-1 0 0 0 0,-1 1-1 0 0,0 0 1 0 0,-1 1 0 0 0,0-1 0 0 0,-2 1-1 0 0,0 1 1 0 0,-13-18 0 0 0,7 13-9 0 0,-23-29 79 0 0,-48-49-1 0 0,71 83-40 0 0,0 2 1 0 0,-1 0-1 0 0,-1 0 1 0 0,0 2-1 0 0,0 0 1 0 0,-1 1-1 0 0,-26-11 1 0 0,-27-6 36 0 0,-2 3 1 0 0,0 3 0 0 0,-79-12-1 0 0,113 27-125 0 0,0 2 1 0 0,-1 2-1 0 0,1 1 0 0 0,-1 2 0 0 0,1 1 0 0 0,0 3 0 0 0,-66 15 1 0 0,80-12-36 0 0,-1 1 0 0 0,2 0 0 0 0,-1 3 0 0 0,2 0 0 0 0,-1 1-1 0 0,2 1 1 0 0,-42 34 0 0 0,34-21 10 0 0,2 1-1 0 0,1 1 1 0 0,1 2-1 0 0,-36 54 1 0 0,37-47-11 0 0,2 1 1 0 0,-34 78 0 0 0,50-97 29 0 0,0 1 0 0 0,1-1 0 0 0,2 1 0 0 0,0 0 0 0 0,1 0 1 0 0,1 1-1 0 0,1-1 0 0 0,2 29 0 0 0,3-7-11 0 0,1-1 0 0 0,2 0 0 0 0,13 43 1 0 0,-12-62 33 0 0,0-1 0 0 0,1 0 1 0 0,1 0-1 0 0,1-1 1 0 0,1-1-1 0 0,1 0 0 0 0,16 20 1 0 0,-18-26-26 0 0,2-1-1 0 0,-1 0 1 0 0,2-1 0 0 0,0 0 0 0 0,0-1-1 0 0,1 0 1 0 0,0-2 0 0 0,24 12 0 0 0,40 9-2449 0 0,-58-24 811 0 0,2 0-733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8:26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1242 11642 0 0,'0'0'899'0'0,"-1"0"-838"0"0,1 0 0 0 0,0-1 0 0 0,0 1 0 0 0,0 0-1 0 0,0 0 1 0 0,0-1 0 0 0,0 1 0 0 0,0 0 0 0 0,0 0 0 0 0,0-1-1 0 0,0 1 1 0 0,0 0 0 0 0,0 0 0 0 0,0 0 0 0 0,0-1-1 0 0,0 1 1 0 0,0 0 0 0 0,0 0 0 0 0,0-1 0 0 0,1 1 0 0 0,-1 0-1 0 0,0 0 1 0 0,0 0 0 0 0,0-1 0 0 0,0 1 0 0 0,0 0-1 0 0,0 0 1 0 0,1 0 0 0 0,-1-1 0 0 0,0 1 0 0 0,0 0 0 0 0,0 0-1 0 0,1 0 1 0 0,-1 0 0 0 0,0 0 0 0 0,0-1 0 0 0,0 1-1 0 0,1 0 1 0 0,-1 0 0 0 0,0 0 0 0 0,0 0 0 0 0,1 0 0 0 0,-1 0-1 0 0,0 0 1 0 0,0 0 0 0 0,1 0 0 0 0,-1 0 0 0 0,2-2-47 0 0,-1 1-7 0 0,0 0 0 0 0,0 0 0 0 0,1 0-1 0 0,-1 0 1 0 0,0 0 0 0 0,0 0 0 0 0,1 0-1 0 0,-1 1 1 0 0,1-1 0 0 0,-1 0 0 0 0,1 1-1 0 0,-1-1 1 0 0,2 0 0 0 0,6 3 43 0 0,0 0 1 0 0,-1 0-1 0 0,1 0 0 0 0,12 6 0 0 0,9 3 208 0 0,8-2 363 0 0,1-2-1 0 0,-1-1 1 0 0,1-2-1 0 0,67-1 0 0 0,-27 1-283 0 0,-53-2-256 0 0,0 0 1 0 0,0-2-1 0 0,28-4 0 0 0,-34 2 9 0 0,0-1 0 0 0,0-1 0 0 0,-1 0 0 0 0,1-2 0 0 0,-1 0 0 0 0,0-1 0 0 0,-1-1-1 0 0,34-20 1 0 0,2-10 72 0 0,-1-1-1 0 0,-3-3 1 0 0,-1-2-1 0 0,56-65 0 0 0,-92 93-127 0 0,-1 0 0 0 0,0-1 0 0 0,-1-1 0 0 0,-1 0 0 0 0,-1 0 0 0 0,-1-1 0 0 0,0 0 0 0 0,-2 0 0 0 0,0-1 0 0 0,-1 0 0 0 0,4-31 0 0 0,-5 27-28 0 0,-1 0 0 0 0,-1-1-1 0 0,-3-47 1 0 0,0 61-29 0 0,-1-1-1 0 0,0 0 0 0 0,-1 1 1 0 0,-1-1-1 0 0,0 1 1 0 0,0 0-1 0 0,-1 0 1 0 0,-1 0-1 0 0,1 1 1 0 0,-10-11-1 0 0,-13-18-92 0 0,-64-63-1 0 0,30 44-10 0 0,-88-64 1 0 0,134 111 61 0 0,-2 0 1 0 0,1 0 0 0 0,-1 2 0 0 0,-1 0 0 0 0,0 1-1 0 0,0 1 1 0 0,-1 1 0 0 0,1 1 0 0 0,-1 1 0 0 0,-1 0 0 0 0,1 1-1 0 0,0 2 1 0 0,-38 0 0 0 0,35 3-647 0 0,-1 1-1 0 0,1 0 1 0 0,0 2 0 0 0,0 1-1 0 0,1 0 1 0 0,0 2-1 0 0,-27 13 1 0 0,9-1-3210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8:27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26 20204 0 0,'0'0'2585'0'0,"-4"-26"-8658"0"0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9:28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9458 0 0,'3'0'3978'0'0,"18"7"-816"0"0,52 13-2150 0 0,-63-19-623 0 0,-1 0 0 0 0,1 0 0 0 0,-1-2 0 0 0,1 1 0 0 0,-1-1-1 0 0,1 0 1 0 0,-1-1 0 0 0,13-4 0 0 0,0-8-1427 0 0,-17 11 562 0 0,-3-7-3530 0 0,6-2 3613 0 0,-6 9-213 0 0,0-1-1114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9:28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20172 0 0,'0'0'-5'0'0,"0"0"-1"0"0,0 0 0 0 0,-1 0 0 0 0,1 0 1 0 0,0 0-1 0 0,0 0 0 0 0,0 0 0 0 0,0 0 1 0 0,0 0-1 0 0,0 0 0 0 0,0 0 0 0 0,0 0 1 0 0,0 0-1 0 0,-1 0 0 0 0,1 0 0 0 0,0 0 1 0 0,0 0-1 0 0,0 0 0 0 0,0 0 0 0 0,0 0 1 0 0,0 0-1 0 0,0 0 0 0 0,0 0 0 0 0,0 0 1 0 0,-1 0-1 0 0,1 0 0 0 0,0 0 0 0 0,0 1 1 0 0,0-1-1 0 0,0 0 0 0 0,0 0 1 0 0,0 0-1 0 0,0 0 0 0 0,0 0 0 0 0,0 0 1 0 0,0 0-1 0 0,0 0 0 0 0,0 0 0 0 0,0 0 1 0 0,0 0-1 0 0,0 0 0 0 0,0 1 0 0 0,0-1 1 0 0,0 0-1 0 0,0 0 0 0 0,-1 0 0 0 0,1 0 1 0 0,0 0-1 0 0,0 0 0 0 0,0 0 0 0 0,0 0 1 0 0,1 1-1 0 0,-1-1 0 0 0,0 0 0 0 0,0 0 1 0 0,0 0-1 0 0,0 0 0 0 0,0 0 0 0 0,0 0 1 0 0,0 0-1 0 0,0 0 0 0 0,0 0 0 0 0,2 15-182 0 0,11 31 113 0 0,-1 3 6 0 0,-10-27 207 0 0,-1-1 0 0 0,-1 0 0 0 0,0 0 0 0 0,-2 0 0 0 0,-5 22 0 0 0,4-20-647 0 0,0-1 0 0 0,1 1-1 0 0,2 42 1 0 0,3-47-1749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9:29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69 14915 0 0,'0'0'2786'0'0,"-1"-1"-2731"0"0,1 1-1 0 0,0 0 1 0 0,-1 0-1 0 0,1 0 1 0 0,-1 0-1 0 0,1 0 1 0 0,0 0-1 0 0,-1 0 1 0 0,1 0-1 0 0,-1 0 1 0 0,1 0-1 0 0,0 0 1 0 0,-1 0-1 0 0,1 0 1 0 0,-1 0 0 0 0,1 1-1 0 0,0-1 1 0 0,-1 0-1 0 0,1 0 1 0 0,-1 0-1 0 0,1 0 1 0 0,0 1-1 0 0,-1-1 1 0 0,1 0-1 0 0,0 0 1 0 0,0 1-1 0 0,-1-1 1 0 0,1 0-1 0 0,0 1 1 0 0,0-1-1 0 0,-1 0 1 0 0,1 1-1 0 0,0-1 1 0 0,0 1 0 0 0,-3 10 194 0 0,2-1 1 0 0,0 1-1 0 0,0 0 1 0 0,1 0-1 0 0,0 0 1 0 0,1 0 0 0 0,0-1-1 0 0,4 14 1 0 0,1 35 77 0 0,-6 35 1127 0 0,0-96-1435 0 0,1 0 0 0 0,-1 1-1 0 0,1-1 1 0 0,0 1 0 0 0,0-1 0 0 0,-1 1-1 0 0,1-1 1 0 0,0 1 0 0 0,0-1 0 0 0,0 1-1 0 0,0 0 1 0 0,2-2 0 0 0,1-2 10 0 0,1-5 38 0 0,-1-1-1 0 0,0 1 0 0 0,0-1 0 0 0,-2 0 0 0 0,1 0 0 0 0,-1 0 0 0 0,0-14 0 0 0,-1-77 338 0 0,-1 90-364 0 0,0-2 56 0 0,0 5 22 0 0,0 0 0 0 0,0-1 0 0 0,-1 1 0 0 0,0 0-1 0 0,-1 0 1 0 0,-5-18 0 0 0,3 26-418 0 0,1 9 208 0 0,0 9 36 0 0,3-15 20 0 0,19 141-349 0 0,-9-82-2696 0 0,-4-26 23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9:30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10674 0 0,'0'0'3412'0'0,"0"-6"-622"0"0,1-10-2516 0 0,0 13 92 0 0,-1 1-74 0 0,5 0-95 0 0,11-9 580 0 0,0 1 0 0 0,1 1-1 0 0,0 1 1 0 0,1 0 0 0 0,22-6-1 0 0,-30 11-628 0 0,0 0 0 0 0,0 1 0 0 0,0 1-1 0 0,1 0 1 0 0,-1 0 0 0 0,0 1 0 0 0,1 1 0 0 0,-1-1-1 0 0,1 2 1 0 0,-1-1 0 0 0,17 6 0 0 0,-20-5-162 0 0,9 4 47 0 0,0-2 0 0 0,33 5 0 0 0,-31-5-1640 0 0,-15-3 1098 0 0,0 0 1 0 0,-1-1-1 0 0,1 1 0 0 0,0-1 1 0 0,0 1-1 0 0,0-1 1 0 0,0 0-1 0 0,-1 0 0 0 0,1 0 1 0 0,0-1-1 0 0,0 1 1 0 0,0-1-1 0 0,-1 1 0 0 0,1-1 1 0 0,2-1-1 0 0,20-10-2804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9:30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19884 0 0,'-2'-1'120'0'0,"-1"1"0"0"0,1 0 0 0 0,0 0-1 0 0,-1 0 1 0 0,1 1 0 0 0,0-1 0 0 0,0 1 0 0 0,-1-1-1 0 0,1 1 1 0 0,0 0 0 0 0,0 0 0 0 0,0-1-1 0 0,0 2 1 0 0,0-1 0 0 0,0 0 0 0 0,0 0 0 0 0,0 1-1 0 0,0-1 1 0 0,1 1 0 0 0,-1-1 0 0 0,0 1-1 0 0,1 0 1 0 0,-1 0 0 0 0,1-1 0 0 0,0 1 0 0 0,0 0-1 0 0,0 0 1 0 0,0 0 0 0 0,0 1 0 0 0,0-1-1 0 0,0 0 1 0 0,0 4 0 0 0,-3 9-372 0 0,0 1 1 0 0,2-1-1 0 0,-2 30 1 0 0,2-23 701 0 0,1-14-480 0 0,-16 207 148 0 0,16-171-2116 0 0,7 55 0 0 0,-1-61-1100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9:31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14731 0 0,'0'0'622'0'0,"-1"5"-1577"0"0,-41 398 6816 0 0,39-392-3527 0 0,-2-22-1924 0 0,0-26-541 0 0,4-28 192 0 0,3 0 1 0 0,13-80 0 0 0,-2 69-85 0 0,-15 136-2220 0 0,-6-10-968 0 0,1-18-1750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9:14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0 5073 0 0,'0'0'4485'0'0,"0"1"-4382"0"0,1-1 0 0 0,-1 0 0 0 0,0 1 0 0 0,0-1 1 0 0,0 0-1 0 0,0 1 0 0 0,0-1 0 0 0,0 0 0 0 0,-1 1 0 0 0,1-1 0 0 0,0 0 0 0 0,0 1 0 0 0,0-1 1 0 0,0 0-1 0 0,0 1 0 0 0,0-1 0 0 0,-1 0 0 0 0,1 1 0 0 0,0-1 0 0 0,0 0 0 0 0,0 0 0 0 0,-1 1 1 0 0,1-1-1 0 0,0 0 0 0 0,0 0 0 0 0,-1 0 0 0 0,1 1 0 0 0,0-1 0 0 0,0 0 0 0 0,-1 0 0 0 0,1 0 1 0 0,0 0-1 0 0,-1 0 0 0 0,0 1 0 0 0,-15 9 572 0 0,12-7-34 0 0,-3-2 1126 0 0,-70 23-28 0 0,61-18-1521 0 0,0 0 0 0 0,1 1 1 0 0,0 1-1 0 0,0 0 0 0 0,-24 19 1 0 0,4 4-6 0 0,-40 29-149 0 0,74-58-62 0 0,0-1 0 0 0,0 0 0 0 0,0-1 0 0 0,0 1 0 0 0,-1 0-1 0 0,1 0 1 0 0,0 0 0 0 0,0-1 0 0 0,-1 1 0 0 0,1-1 0 0 0,-1 1 0 0 0,1-1 0 0 0,0 1 0 0 0,-1-1-1 0 0,1 0 1 0 0,-1 0 0 0 0,1 0 0 0 0,-1 0 0 0 0,-2 0 0 0 0,0 0-8 0 0,2 0-11 0 0,1 0-1 0 0,0 0 1 0 0,0 0-1 0 0,0 0 1 0 0,0 0-1 0 0,-1 0 1 0 0,1 0-1 0 0,0 0 1 0 0,0 0-1 0 0,0 0 1 0 0,0-1-1 0 0,0 1 1 0 0,0-1-1 0 0,0 1 1 0 0,0-1 0 0 0,0 1-1 0 0,0-1 1 0 0,0 1-1 0 0,0-1 1 0 0,0 0-1 0 0,-2-1 1 0 0,2 1-36 0 0,-1 0 29 0 0,1 0-1 0 0,0 1 1 0 0,-1-1 0 0 0,1 0 0 0 0,0 0 0 0 0,0 0-1 0 0,0 0 1 0 0,0 0 0 0 0,0 0 0 0 0,0 0-1 0 0,0 0 1 0 0,0 0 0 0 0,0-1 0 0 0,0 1 0 0 0,0 0-1 0 0,1-1 1 0 0,-1 1 0 0 0,0-2 0 0 0,-1-1-20 0 0,1 1-32 0 0,-1 1-1 0 0,0-1 1 0 0,1-1 0 0 0,-1 1 0 0 0,1 0 0 0 0,0 0 0 0 0,0 0 0 0 0,0-1 0 0 0,1 1 0 0 0,-1-1 0 0 0,1 1 0 0 0,-1 0 0 0 0,1-1-1 0 0,0 1 1 0 0,1-1 0 0 0,-1 1 0 0 0,1-1 0 0 0,0-3 0 0 0,15-18-148 0 0,-14 20 147 0 0,4 1 61 0 0,12-8 30 0 0,-13 9-4 0 0,0 5-88 0 0,12 8 65 0 0,-13-8 8 0 0,-2 3 22 0 0,0 1-12 0 0,1-1 0 0 0,-2 1 0 0 0,1 0 0 0 0,-1 0 0 0 0,0 0 1 0 0,0 0-1 0 0,0 0 0 0 0,-1 0 0 0 0,-1 9 0 0 0,-10 61 179 0 0,7-57-170 0 0,0 1-1 0 0,0 29 1 0 0,4-47-28 0 0,1-1-1 0 0,-1 0 1 0 0,0 1-1 0 0,1-1 1 0 0,-1 0 0 0 0,1 1-1 0 0,0-1 1 0 0,0 0 0 0 0,-1 1-1 0 0,1-1 1 0 0,0 0-1 0 0,0 0 1 0 0,1 1 0 0 0,0 1-28 0 0,1 1-134 0 0,14-1-473 0 0,-15-2 431 0 0,-1-1 1 0 0,1 1 0 0 0,0-1 0 0 0,0 1-1 0 0,-1-1 1 0 0,1 0 0 0 0,0 0 0 0 0,0 0-1 0 0,0 0 1 0 0,-1 0 0 0 0,3 0 0 0 0,12-3-3095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9:21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20 216 7282 0 0,'-20'-7'7511'0'0,"28"1"-3709"0"0,0 2-4707 0 0,51-21 2504 0 0,2-2-1513 0 0,-53 25-68 0 0,-1 0 1 0 0,1 0-1 0 0,0 0 1 0 0,-1 1-1 0 0,1 0 0 0 0,0 1 1 0 0,0 0-1 0 0,0 0 1 0 0,9 1-1 0 0,19 0 71 0 0,-16-3-19 0 0,0-1 0 0 0,0-1 0 0 0,-1 0 0 0 0,0-2 0 0 0,0 0 1 0 0,25-13-1 0 0,-17 8 337 0 0,47-13 1 0 0,128-15 847 0 0,-181 37-1223 0 0,0 0 0 0 0,41 3 0 0 0,-41 0 14 0 0,-1-1 1 0 0,1 0-1 0 0,25-5 0 0 0,9-3 152 0 0,-17 4-92 0 0,0 3-1 0 0,1 1 1 0 0,67 9-1 0 0,-68-4-89 0 0,-12-2 15 0 0,0 1 1 0 0,0 0 0 0 0,47 17 0 0 0,-56-16-13 0 0,0 0 1 0 0,0-1-1 0 0,1-1 1 0 0,18 0-1 0 0,6 2 13 0 0,-7 1 151 0 0,0-1-1 0 0,0-2 0 0 0,0-1 0 0 0,0-2 1 0 0,64-9-1 0 0,54-7 144 0 0,-15 2-16 0 0,-119 10-320 0 0,4 0 58 0 0,0 1 0 0 0,35 0-1 0 0,131-4 60 0 0,-140 4-130 0 0,45 6 118 0 0,-64-1-68 0 0,41-2 1 0 0,70-1 518 0 0,-74 2-371 0 0,-56-3-147 0 0,20 1 123 0 0,46 14 5 0 0,-73-13-137 0 0,0 0 1 0 0,1 1-1 0 0,-1-1 0 0 0,0-1 1 0 0,1 1-1 0 0,-1-1 0 0 0,0 0 1 0 0,1 0-1 0 0,4-2 0 0 0,8-1 108 0 0,0 0-91 0 0,-13 3 51 0 0,-3 1-32 0 0,0 0 0 0 0,0 0 1 0 0,0 0-1 0 0,-1 0 0 0 0,1-1 0 0 0,0 1 1 0 0,0 0-1 0 0,0 0 0 0 0,-1-1 0 0 0,1 1 1 0 0,0-1-1 0 0,0 1 0 0 0,-1 0 0 0 0,1-1 1 0 0,0 1-1 0 0,-1-1 0 0 0,1 0 0 0 0,-1 1 1 0 0,2-2-1 0 0,3-2-912 0 0,3 2-3669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9:36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18 105 5865 0 0,'-1'0'5469'0'0,"-5"-9"-5590"0"0,3 5 96 0 0,2 3 15 0 0,0-1 0 0 0,1 1 0 0 0,-1-1 0 0 0,0 1 0 0 0,0-1-1 0 0,1 1 1 0 0,-1-1 0 0 0,1 1 0 0 0,-1-1 0 0 0,1 0 0 0 0,0 1 0 0 0,-1-3 0 0 0,1 3 5 0 0,0 1-1 0 0,0-1 1 0 0,0 0-1 0 0,0 0 1 0 0,1 0-1 0 0,-1 0 1 0 0,0 1 0 0 0,0-1-1 0 0,0 0 1 0 0,1 0-1 0 0,-1 0 1 0 0,0 1 0 0 0,1-1-1 0 0,-1 0 1 0 0,1 1-1 0 0,-1-1 1 0 0,1 0-1 0 0,-1 1 1 0 0,1-1 0 0 0,0 0-1 0 0,1 0 109 0 0,-1-1 1 0 0,0 1-1 0 0,0-1 0 0 0,1 1 0 0 0,-1-1 0 0 0,0 0 1 0 0,-1 1-1 0 0,1-1 0 0 0,0 0 0 0 0,1-3 1 0 0,0 0 291 0 0,1-4-346 0 0,-1 0 5887 0 0,4 12-5458 0 0,-1 2-391 0 0,-1-2 8 0 0,1 1 0 0 0,-1-1 0 0 0,1 1-1 0 0,0-1 1 0 0,-1 0 0 0 0,1-1 0 0 0,0 1 0 0 0,6 1 0 0 0,14 1 503 0 0,-20-3-429 0 0,-1 0 0 0 0,1-1 0 0 0,0 0-1 0 0,0 0 1 0 0,1 0 0 0 0,7 0 0 0 0,35-1 507 0 0,15 1-287 0 0,110-14 1 0 0,237-27 193 0 0,155 31 308 0 0,-518 12-1149 0 0,5 0-4816 0 0,-36-3-210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9:38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12 9250 0 0,'-3'-2'633'0'0,"0"1"0"0"0,-1-1 1 0 0,1 1-1 0 0,-1 0 0 0 0,0 0 0 0 0,1 1 1 0 0,-7-2-1 0 0,5 2-173 0 0,2-1-459 0 0,0 2 5 0 0,0 3 6 0 0,-9 9 419 0 0,0-1 0 0 0,-1 0 0 0 0,-1 0 0 0 0,1-1 0 0 0,-2-1 0 0 0,0-1 0 0 0,-26 13 0 0 0,31-16-332 0 0,1 0 1 0 0,0 0 0 0 0,0 0 0 0 0,1 1 0 0 0,0 1 0 0 0,0-1 0 0 0,1 1 0 0 0,-1 1 0 0 0,2-1 0 0 0,-1 1 0 0 0,1 0 0 0 0,-6 15 0 0 0,11-22-86 0 0,1 0 1 0 0,-1 0 0 0 0,1 0 0 0 0,0 1 0 0 0,0-1 0 0 0,0 0 0 0 0,0 1 0 0 0,0-1 0 0 0,0 0 0 0 0,1 0 0 0 0,-1 1 0 0 0,1-1 0 0 0,-1 0-1 0 0,1 0 1 0 0,0 0 0 0 0,0 0 0 0 0,0 0 0 0 0,0 0 0 0 0,0 0 0 0 0,3 3 0 0 0,-3-3-31 0 0,0-1 34 0 0,0 1 1 0 0,0-1-1 0 0,0 0 1 0 0,0 1-1 0 0,0-1 0 0 0,1 0 1 0 0,-1 0-1 0 0,0 0 1 0 0,0 0-1 0 0,1 0 0 0 0,-1 0 1 0 0,1 0-1 0 0,-1 0 1 0 0,1-1-1 0 0,-1 1 0 0 0,4 0 1 0 0,-1 1 15 0 0,6 4 56 0 0,1-1 0 0 0,21 9 0 0 0,-24-11-87 0 0,10 3 56 0 0,-17-5-44 0 0,1-1 0 0 0,-1 1 0 0 0,1-1 0 0 0,-1 1-1 0 0,1 0 1 0 0,-1 0 0 0 0,0 0 0 0 0,0 0 0 0 0,1-1 0 0 0,-1 2-1 0 0,0-1 1 0 0,2 2 0 0 0,-2-2 113 0 0,0 2 230 0 0,-8 5-277 0 0,-13 10-117 0 0,16-13-19 0 0,-22 7 62 0 0,9-2-51 0 0,8 2 43 0 0,6-7-5 0 0,-1 0-18 0 0,2-5 17 0 0,2 1 7 0 0,18 33-10 0 0,-9-17 45 0 0,-1 1-1 0 0,-2 0 1 0 0,1 1 0 0 0,-2-1 0 0 0,-1 1 0 0 0,0 0 0 0 0,-1 1-1 0 0,-1-1 1 0 0,-1 27 0 0 0,-7 49 1453 0 0,5-91-1346 0 0,2-6 6 0 0,-8 26-87 0 0,6-16-110 0 0,-1-1 0 0 0,2 0 0 0 0,-1 1-1 0 0,1-1 1 0 0,0 1 0 0 0,2 12 0 0 0,5 4-4164 0 0,7 1 10974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9:48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 9850 0 0,'-10'-2'5522'0'0,"15"6"-2074"0"0,-3-3-3212 0 0,1 1-1 0 0,0-1 0 0 0,-1 0 0 0 0,1-1 1 0 0,0 1-1 0 0,0 0 0 0 0,0-1 1 0 0,3 1-1 0 0,89 3 687 0 0,-66-2-537 0 0,0-1 0 0 0,41-3 1 0 0,-55 0-370 0 0,1 2 1 0 0,-1 0-1 0 0,0 0 1 0 0,0 2-1 0 0,19 3 0 0 0,-16-2 7 0 0,0-1-1 0 0,22 0 0 0 0,-19-2 106 0 0,270-2 777 0 0,-239 5-588 0 0,67 14-1 0 0,-14-2 53 0 0,-64-11-289 0 0,1-3 0 0 0,55-4 0 0 0,37-16 253 0 0,-80 9-294 0 0,64-2 1 0 0,289-8 274 0 0,-90 19 873 0 0,-256 5-795 0 0,3-1-1897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39:53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63 13395 0 0,'-20'-9'2143'0'0,"19"-7"-1969"0"0,1 13-188 0 0,1-1 106 0 0,0-6 1791 0 0,3-6-1666 0 0,-3 12 1224 0 0,6 8-1110 0 0,38 30-199 0 0,-17-16 96 0 0,-22-14-124 0 0,0-1 0 0 0,0-1 1 0 0,0 1-1 0 0,11 2 0 0 0,-4-1 43 0 0,46 16 441 0 0,-32-10-377 0 0,-1-3-57 0 0,-23-6-147 0 0,2 0 77 0 0,-1-1-3 0 0,209 4 661 0 0,-171-4-506 0 0,76-10 1 0 0,-78 6-198 0 0,0 0 0 0 0,47 4 1 0 0,-52 2 5 0 0,268 10 643 0 0,57-26 431 0 0,-41 18-631 0 0,-213 13-381 0 0,-84-12-11 0 0,1-1 0 0 0,0 0 0 0 0,0-2 0 0 0,0-1 0 0 0,30-1 0 0 0,-27-4 1 0 0,1 2 0 0 0,-1 1 0 0 0,0 1 0 0 0,1 2-1 0 0,37 6 1 0 0,-33-4 1 0 0,-1-1 0 0 0,33-2 0 0 0,11 8 686 0 0,-70-8-737 0 0,4 0 82 0 0,-4-1-513 0 0,8 0 894 0 0,-2 4-7541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03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45 9906 0 0,'-8'-10'4846'0'0,"-7"-9"-4688"0"0,11 14 502 0 0,4 4 201 0 0,8-1 2823 0 0,-7 3-3751 0 0,143 11 2577 0 0,-112-9-2184 0 0,1-1-1 0 0,-1-1 0 0 0,0-2 1 0 0,62-10-1 0 0,-58 6-157 0 0,0 2 0 0 0,50 2 1 0 0,27-2-23 0 0,-69 1 97 0 0,1 2 1 0 0,-1 2-1 0 0,46 8 1 0 0,1-3 372 0 0,-58-5-399 0 0,1 1 0 0 0,43 9-1 0 0,-6 2 347 0 0,-70-14-485 0 0,5 1 11 0 0,67 17 166 0 0,-68-17-1068 0 0,1-3-2122 0 0,15-6 307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11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78 6729 0 0,'-44'-16'4556'0'0,"39"14"-4229"0"0,-3-6 985 0 0,-9-5-1067 0 0,13 9 838 0 0,4 4-970 0 0,0 0-1 0 0,0 0 0 0 0,-1 0 1 0 0,1 0-1 0 0,0 0 0 0 0,-1 0 1 0 0,1 0-1 0 0,0 0 0 0 0,0 0 1 0 0,-1 0-1 0 0,1 0 0 0 0,0 1 1 0 0,0-1-1 0 0,-1 0 0 0 0,1 0 1 0 0,0 0-1 0 0,0 0 0 0 0,-1 0 1 0 0,1 0-1 0 0,0 1 0 0 0,0-1 1 0 0,0 0-1 0 0,-1 0 0 0 0,1 0 1 0 0,0 1-1 0 0,0-1 0 0 0,0 0 1 0 0,0 0-1 0 0,-1 1 0 0 0,1-1 1 0 0,0 0-1 0 0,0 0 0 0 0,0 1 1 0 0,0-1-1 0 0,0 0 0 0 0,0 0 1 0 0,0 1-1 0 0,0-1 0 0 0,0 0 1 0 0,0 0-1 0 0,0 1 0 0 0,0-1 1 0 0,0 0-1 0 0,0 1 0 0 0,0-1 1 0 0,0 0-1 0 0,0 0 0 0 0,0 1 1 0 0,0-1-1 0 0,0 0 0 0 0,1 1 1 0 0,0 0-82 0 0,0 0-15 0 0,0 0 0 0 0,1 0 0 0 0,-1 0 0 0 0,0 0 0 0 0,0 1 0 0 0,0-1 0 0 0,0 0 0 0 0,0 1 1 0 0,0-1-1 0 0,-1 1 0 0 0,1-1 0 0 0,0 3 0 0 0,4-2 389 0 0,9 3-66 0 0,0-1-1 0 0,0 0 1 0 0,0-1-1 0 0,1-1 1 0 0,-1 0 0 0 0,1 0-1 0 0,27-2 1 0 0,-31 0-248 0 0,1 1 0 0 0,-1 0 0 0 0,1 1 0 0 0,15 5 0 0 0,-10-3 53 0 0,-1 0 0 0 0,22 1 0 0 0,9-2 6 0 0,-16-1-63 0 0,39 7 0 0 0,-23-1 15 0 0,55 3 0 0 0,111-11-49 0 0,-120-1-2 0 0,-49 2 13 0 0,64-8 0 0 0,-82 2 45 0 0,-22 4-92 0 0,-4 1 11 0 0,0 0-1 0 0,0 0 0 0 0,0 0 1 0 0,0 0-1 0 0,-1-1 1 0 0,1 1-1 0 0,0 0 0 0 0,0 0 1 0 0,0 0-1 0 0,0 0 0 0 0,0 0 1 0 0,0-1-1 0 0,-1 1 0 0 0,1 0 1 0 0,0 0-1 0 0,0 0 1 0 0,0 0-1 0 0,0-1 0 0 0,0 1 1 0 0,0 0-1 0 0,0 0 0 0 0,0 0 1 0 0,0-1-1 0 0,0 1 0 0 0,0 0 1 0 0,0 0-1 0 0,0 0 0 0 0,0-1 1 0 0,0 1-1 0 0,0 0 1 0 0,0 0-1 0 0,0 0 0 0 0,0 0 1 0 0,0-1-1 0 0,0 1 0 0 0,1 0 1 0 0,-1 0-1 0 0,0 0 0 0 0,0 0 1 0 0,0-1-1 0 0,0 1 1 0 0,0 0-1 0 0,0 0 0 0 0,0 0 1 0 0,1 0-1 0 0,-1 0 0 0 0,0 0 1 0 0,0-1-1 0 0,0 1 0 0 0,0 0 1 0 0,1 0-1 0 0,-1 0 0 0 0,0 0 1 0 0,0 0-1 0 0,0 0 1 0 0,0 0-1 0 0,1 0 0 0 0,-1 0 1 0 0,0 0-1 0 0,0 0 0 0 0,0 0 1 0 0,1 0-1 0 0,-1 0 0 0 0,-7-5 4 0 0,-1 0-1 0 0,1 1 0 0 0,-1 0 0 0 0,0 1 0 0 0,0 0 0 0 0,0 0 0 0 0,-1 0 0 0 0,1 1 0 0 0,-1 0 0 0 0,-9 0 0 0 0,-45-3 130 0 0,-69 4-1 0 0,-54-3 113 0 0,153-1-222 0 0,-63-18 0 0 0,47 10-27 0 0,-8 3-490 0 0,-1-1-80 0 0,75 19 206 0 0,-16-6 342 0 0,0-1 0 0 0,1 0 0 0 0,-1 0-1 0 0,1 0 1 0 0,0-1 0 0 0,-1 1 0 0 0,1 0 0 0 0,0 0 0 0 0,-1-1-1 0 0,1 1 1 0 0,0-1 0 0 0,0 0 0 0 0,2 1 0 0 0,23 5-23 0 0,14 3 11 0 0,0-2 0 0 0,59 3 0 0 0,38-12 39 0 0,-65 0 34 0 0,0 3 0 0 0,-1 3 1 0 0,88 15-1 0 0,-151-17 85 0 0,29 4 1428 0 0,-38-6-1411 0 0,-5-6 32 0 0,-11-11-172 0 0,15 15-17 0 0,-1 1-1 0 0,1-1 0 0 0,0 1 1 0 0,-1-1-1 0 0,1 1 1 0 0,-1 0-1 0 0,1 0 1 0 0,-1 0-1 0 0,0 0 0 0 0,1 0 1 0 0,-1 0-1 0 0,0 0 1 0 0,0 1-1 0 0,-2-1 1 0 0,-1-1 4 0 0,-4-2 20 0 0,0 0 1 0 0,1 1-1 0 0,-1 0 0 0 0,-12-2 1 0 0,-17-6-641 0 0,38 11 359 0 0,4-24-13923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11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27 5873 0 0,'-30'-12'13060'0'0,"17"6"-10495"0"0,3 1-3811 0 0,6 2 1058 0 0,14 4 1114 0 0,1 1-1 0 0,-1 0 1 0 0,18 6-1 0 0,17 4-294 0 0,-1-8-307 0 0,-1-1 0 0 0,0-3 0 0 0,1-1 0 0 0,71-13 0 0 0,14 1 261 0 0,57 9 493 0 0,-67 14-419 0 0,-115-10-621 0 0,0 0-1309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32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62 976 15099 0 0,'-59'-9'2739'0'0,"57"9"-2504"0"0,2-2-221 0 0,0 0 1 0 0,1 0-1 0 0,-1 0 0 0 0,1 0 1 0 0,-1 0-1 0 0,1 0 0 0 0,0 0 0 0 0,0 0 1 0 0,0 1-1 0 0,0-1 0 0 0,0 0 0 0 0,0 1 1 0 0,0-1-1 0 0,1 0 0 0 0,-1 1 1 0 0,0-1-1 0 0,1 1 0 0 0,0 0 0 0 0,-1 0 1 0 0,1-1-1 0 0,0 1 0 0 0,-1 0 0 0 0,1 0 1 0 0,0 1-1 0 0,0-1 0 0 0,4-1 0 0 0,1 0 350 0 0,1 0-1 0 0,0 0 1 0 0,-1 0-1 0 0,1 1 1 0 0,0 1-1 0 0,0-1 0 0 0,9 2 1 0 0,41 0 285 0 0,0-2 1 0 0,59-9-1 0 0,111-28-240 0 0,-134 20-109 0 0,2 4-1 0 0,114-3 0 0 0,-40 18 295 0 0,287-5 430 0 0,-144-5-782 0 0,356-24 303 0 0,-632 29-506 0 0,38-3 157 0 0,0-3 0 0 0,123-34 0 0 0,-191 42-127 0 0,-1 0-1 0 0,1-1 1 0 0,-1 1 0 0 0,0-2 0 0 0,0 1 0 0 0,0 0 0 0 0,0-1 0 0 0,0 0 0 0 0,-1-1 0 0 0,0 1 0 0 0,0-1 0 0 0,0 0 0 0 0,7-9 0 0 0,-10 10-10 0 0,0 0 0 0 0,0 0 1 0 0,0 0-1 0 0,-1 0 1 0 0,1-1-1 0 0,-1 1 0 0 0,0 0 1 0 0,0-1-1 0 0,-1 1 0 0 0,1-1 1 0 0,-1 1-1 0 0,0-1 0 0 0,0 1 1 0 0,-1-1-1 0 0,1 1 1 0 0,-1-1-1 0 0,0 1 0 0 0,0-1 1 0 0,0 1-1 0 0,-1 0 0 0 0,-3-7 1 0 0,-1-2-70 0 0,-1 0 1 0 0,-1 1 0 0 0,0 0 0 0 0,-1 1-1 0 0,0 0 1 0 0,-1 0 0 0 0,0 1-1 0 0,-1 0 1 0 0,0 0 0 0 0,0 2 0 0 0,-1-1-1 0 0,-15-7 1 0 0,-22-11-155 0 0,-97-36 1 0 0,73 33 193 0 0,-269-104-71 0 0,246 104-99 0 0,-163-31 0 0 0,-92 17-267 0 0,221 35 415 0 0,1 7 1 0 0,-144 15-1 0 0,197-4-185 0 0,-122 32-1 0 0,125-20 132 0 0,1 3-1 0 0,1 3 1 0 0,-103 55-1 0 0,151-68 23 0 0,0 1 0 0 0,1 1 1 0 0,1 0-1 0 0,0 2 0 0 0,1 0 0 0 0,1 2 0 0 0,1 0 0 0 0,1 1 1 0 0,0 0-1 0 0,2 2 0 0 0,0 0 0 0 0,2 0 0 0 0,1 1 1 0 0,0 1-1 0 0,2 0 0 0 0,1 1 0 0 0,1 0 0 0 0,1 0 0 0 0,2 1 1 0 0,0-1-1 0 0,-1 43 0 0 0,5-60 33 0 0,1 1 0 0 0,1-1 0 0 0,-1 1 0 0 0,2-1 1 0 0,-1 0-1 0 0,1 0 0 0 0,0 1 0 0 0,1-1 0 0 0,0-1 0 0 0,1 1 0 0 0,0 0 1 0 0,0-1-1 0 0,1 0 0 0 0,0 0 0 0 0,0 0 0 0 0,1-1 0 0 0,0 1 0 0 0,0-1 1 0 0,1-1-1 0 0,-1 1 0 0 0,2-1 0 0 0,-1 0 0 0 0,1-1 0 0 0,10 6 0 0 0,-4-3-310 0 0,1 0-1 0 0,0-1 1 0 0,0-1-1 0 0,1-1 1 0 0,25 6-1 0 0,-22-7-947 0 0,1-1 0 0 0,0-1 0 0 0,-1-1 0 0 0,25-1 0 0 0,14-5-3732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32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252 115 11707 0 0,'-64'-26'2648'0'0,"-33"-5"-2870"0"0,20 6 3529 0 0,77 25-3058 0 0,-1 0 1 0 0,0 0-1 0 0,1 0 1 0 0,-1 0-1 0 0,0 0 1 0 0,1-1-1 0 0,-1 1 0 0 0,1 0 1 0 0,-1 0-1 0 0,0-1 1 0 0,1 1-1 0 0,-1 0 1 0 0,1-1-1 0 0,-1 1 1 0 0,1 0-1 0 0,-1-1 1 0 0,1 1-1 0 0,-1-1 1 0 0,1 1-1 0 0,0-1 1 0 0,-1 1-1 0 0,1-1 1 0 0,0 1-1 0 0,-1-1 0 0 0,1 1 1 0 0,-1-2-1 0 0,14-6 1180 0 0,28 1-1357 0 0,147 6 812 0 0,43-1-2135 0 0,-210 0-170 0 0,-4 0-1419 0 0,-6 2-4266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32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10914 0 0,'0'0'7694'0'0,"0"5"-5944"0"0,3 13-1373 0 0,-2-17-339 0 0,-1 0 1 0 0,1 0-1 0 0,-1-1 0 0 0,1 1 1 0 0,0 0-1 0 0,-1 0 0 0 0,1 0 1 0 0,0 0-1 0 0,0 0 0 0 0,-1-1 0 0 0,1 1 1 0 0,0 0-1 0 0,0-1 0 0 0,0 1 1 0 0,0-1-1 0 0,0 1 0 0 0,0-1 1 0 0,0 1-1 0 0,0-1 0 0 0,0 1 1 0 0,0-1-1 0 0,2 0 0 0 0,-2 1 85 0 0,10 3 196 0 0,-1-1-1 0 0,1 0 0 0 0,-1-1 1 0 0,1 0-1 0 0,0 0 0 0 0,19 0 1 0 0,66-6 477 0 0,-86 3-704 0 0,31-2-50 0 0,-1-2 0 0 0,1-1 1 0 0,-2-3-1 0 0,1-1 0 0 0,48-19 0 0 0,-79 25-301 0 0,56-26-1989 0 0,-59 26 1493 0 0,-1 0-1 0 0,0 0 1 0 0,0 0 0 0 0,0-1 0 0 0,6-5 0 0 0,1-6-2297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33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25261 0 0,'0'0'2504'0'0,"-1"5"-2202"0"0,0 7-332 0 0,1 0-1 0 0,0 0 0 0 0,1 1 0 0 0,1-2 0 0 0,-1 1 1 0 0,2 0-1 0 0,5 18 0 0 0,3 18 32 0 0,40 375 79 0 0,-9-46 400 0 0,-44-406-12683 0 0,-1 4 7923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33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15523 0 0,'0'0'6542'0'0,"4"0"-6762"0"0,104 15 94 0 0,34 4 214 0 0,62-18 555 0 0,-98-3 2108 0 0,-104 2-2668 0 0,1 0-1 0 0,-1 0 1 0 0,1 0-1 0 0,-1 1 1 0 0,1-1-1 0 0,-1 1 1 0 0,0-1-1 0 0,1 1 1 0 0,-1 0-1 0 0,0 0 1 0 0,1 0-1 0 0,-1 0 1 0 0,0 0-1 0 0,0 1 0 0 0,0-1 1 0 0,0 1-1 0 0,3 3 1 0 0,-4-4-86 0 0,0 0 1 0 0,0 1-1 0 0,-1-1 1 0 0,1 0-1 0 0,-1 1 1 0 0,1-1-1 0 0,-1 1 1 0 0,0-1-1 0 0,1 1 1 0 0,-1-1-1 0 0,0 1 1 0 0,0-1-1 0 0,0 1 1 0 0,0-1-1 0 0,0 1 1 0 0,0-1-1 0 0,-1 1 1 0 0,1-1-1 0 0,0 1 1 0 0,-1-1-1 0 0,1 1 1 0 0,-1-1-1 0 0,1 0 1 0 0,-1 1-1 0 0,0-1 1 0 0,0 0-1 0 0,0 1 1 0 0,0-1-1 0 0,0 0 1 0 0,-2 2-1 0 0,-6 7-86 0 0,0 0 1 0 0,-1-1-1 0 0,0 0 0 0 0,-1-1 0 0 0,-21 14 0 0 0,-68 30-359 0 0,41-23 220 0 0,-15 10-92 0 0,-47 26-1395 0 0,42-19-2577 0 0,64-37 1768 0 0,3 1-517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34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12 26510 0 0,'0'0'1081'0'0,"-6"-4"-901"0"0,1 3-444 0 0,1-1-1 0 0,-1 1 1 0 0,0 0 0 0 0,0 0-1 0 0,0 0 1 0 0,0 1-1 0 0,0 0 1 0 0,0 0-1 0 0,0 0 1 0 0,0 1-1 0 0,0-1 1 0 0,0 1 0 0 0,0 0-1 0 0,1 1 1 0 0,-1-1-1 0 0,0 1 1 0 0,-7 4-1 0 0,-15 6-606 0 0,-44 28 0 0 0,61-33 1128 0 0,-6 3 113 0 0,0 1 0 0 0,1 0 0 0 0,0 1 0 0 0,1 1 0 0 0,0 0 0 0 0,1 1 0 0 0,0 1 0 0 0,2 0 0 0 0,-1 1 0 0 0,2 0 0 0 0,-11 21 0 0 0,14-21-283 0 0,1-1 0 0 0,1 1 0 0 0,0 0 1 0 0,1 0-1 0 0,0 0 0 0 0,2 1 0 0 0,0-1 0 0 0,1 1 0 0 0,0 0 0 0 0,1-1 0 0 0,1 1 1 0 0,1 0-1 0 0,5 19 0 0 0,-5-24-207 0 0,1-1 1 0 0,1 0-1 0 0,0 0 0 0 0,0 0 1 0 0,1 0-1 0 0,0-1 0 0 0,1 0 1 0 0,0 0-1 0 0,1 0 1 0 0,0-1-1 0 0,1 0 0 0 0,0 0 1 0 0,13 11-1 0 0,-15-16-271 0 0,0 1 0 0 0,1 0 1 0 0,0-1-1 0 0,0-1 0 0 0,0 1 0 0 0,1-1 0 0 0,-1 0 0 0 0,1-1 1 0 0,0 0-1 0 0,-1 0 0 0 0,1 0 0 0 0,0-1 0 0 0,0 0 0 0 0,0-1 1 0 0,0 0-1 0 0,0 0 0 0 0,0-1 0 0 0,0 0 0 0 0,0 0 1 0 0,10-3-1 0 0,14-6-3262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34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266 369 23765 0 0,'-7'-1'51'0'0,"0"0"-1"0"0,0 1 1 0 0,0-1-1 0 0,0 2 1 0 0,1-1-1 0 0,-1 1 1 0 0,0 0 0 0 0,0 1-1 0 0,1-1 1 0 0,-1 1-1 0 0,0 1 1 0 0,1-1-1 0 0,0 1 1 0 0,0 0 0 0 0,-12 8-1 0 0,-1 2 7 0 0,0 1 0 0 0,0 1 1 0 0,-21 23-1 0 0,35-33 29 0 0,0 0 0 0 0,0 0 0 0 0,1 1 0 0 0,0-1 1 0 0,0 1-1 0 0,1 0 0 0 0,-1 0 0 0 0,1 0 0 0 0,1 1 1 0 0,-1-1-1 0 0,1 1 0 0 0,0 0 0 0 0,0 0 0 0 0,1-1 0 0 0,0 1 1 0 0,1 0-1 0 0,-1 0 0 0 0,1 0 0 0 0,0 0 0 0 0,1 0 1 0 0,0 0-1 0 0,0 0 0 0 0,0 0 0 0 0,1 0 0 0 0,0-1 1 0 0,0 1-1 0 0,1-1 0 0 0,0 1 0 0 0,0-1 0 0 0,0 0 0 0 0,1 0 1 0 0,0 0-1 0 0,0-1 0 0 0,1 1 0 0 0,-1-1 0 0 0,1 0 1 0 0,0-1-1 0 0,1 1 0 0 0,-1-1 0 0 0,1 0 0 0 0,0 0 1 0 0,11 5-1 0 0,-6-3-299 0 0,1-1 0 0 0,-1-1 1 0 0,1 0-1 0 0,0 0 0 0 0,18 2 0 0 0,-16-4-371 0 0,0-1-1 0 0,0-1 1 0 0,0 0-1 0 0,0 0 1 0 0,0-2-1 0 0,0 0 0 0 0,23-6 1 0 0,-21 3-511 0 0,0-1 0 0 0,0 0 1 0 0,0-1-1 0 0,-1-1 0 0 0,0-1 1 0 0,15-11-1 0 0,-16 10-552 0 0,-1-1 1 0 0,0-1 0 0 0,15-17-1 0 0,-8 3-2715 0 0</inkml:trace>
  <inkml:trace contextRef="#ctx0" brushRef="#br0" timeOffset="1">680 1 11899 0 0,'0'0'7812'0'0,"3"3"-6748"0"0,12 15-512 0 0,0 1 0 0 0,-1 0 0 0 0,-1 1 1 0 0,-1 0-1 0 0,-1 1 0 0 0,16 44 0 0 0,-9-12 527 0 0,22 104 0 0 0,-33-117-670 0 0,-1 1 1 0 0,-2 0 0 0 0,-2-1-1 0 0,-2 1 1 0 0,-2 0-1 0 0,-9 56 1 0 0,4-63-340 0 0,-1 0 0 0 0,-1 0 1 0 0,-2-1-1 0 0,-2-1 0 0 0,-1 0 0 0 0,-1 0 0 0 0,-35 52 0 0 0,22-45-613 0 0,-43 47 0 0 0,41-55-2473 0 0,-59 48 0 0 0,37-40-2624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35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2079 17084 0 0,'0'0'5927'0'0,"-7"0"-3279"0"0,-10 0-2540 0 0,13 0-263 0 0,9 0-340 0 0,15 0 374 0 0,-1 1 0 0 0,0 1 0 0 0,1 0 0 0 0,-1 2 0 0 0,0 0 0 0 0,18 7 0 0 0,114 48 690 0 0,10 4 868 0 0,-76-38-924 0 0,346 90 422 0 0,-362-102-782 0 0,0-3 0 0 0,0-3 0 0 0,1-3 0 0 0,99-7 0 0 0,-97-5 269 0 0,0-2 1 0 0,0-4-1 0 0,-2-3 1 0 0,0-2-1 0 0,125-55 1 0 0,-144 51-390 0 0,-2-3 1 0 0,-1-2-1 0 0,-1-2 1 0 0,-1-2-1 0 0,-2-2 1 0 0,-1-2-1 0 0,-2-2 1 0 0,45-53-1 0 0,-70 70-32 0 0,0-1-1 0 0,-1 0 0 0 0,-2-1 0 0 0,0-1 1 0 0,-1 0-1 0 0,-2-1 0 0 0,0 0 0 0 0,-2-1 1 0 0,0 0-1 0 0,-2 0 0 0 0,4-44 0 0 0,-6 24 17 0 0,-3 0 0 0 0,-2-1-1 0 0,-2 1 1 0 0,-2 0-1 0 0,-21-88 1 0 0,5 59-84 0 0,-3 0 1 0 0,-4 2-1 0 0,-2 1 0 0 0,-4 1 1 0 0,-2 2-1 0 0,-4 1 0 0 0,-3 2 1 0 0,-83-99-1 0 0,80 117 31 0 0,-1 2 0 0 0,-2 2 1 0 0,-2 3-1 0 0,-1 1 0 0 0,-116-63 0 0 0,117 76-47 0 0,-2 3 0 0 0,-1 2 1 0 0,0 3-1 0 0,-2 1 0 0 0,0 4 0 0 0,-1 1 0 0 0,0 4 0 0 0,0 1 0 0 0,-1 4 0 0 0,0 1 0 0 0,0 4 1 0 0,-106 13-1 0 0,58 1 38 0 0,1 4 0 0 0,1 4 0 0 0,-115 42 0 0 0,173-48 23 0 0,2 2 0 0 0,0 2 0 0 0,1 2 0 0 0,1 1 1 0 0,1 3-1 0 0,2 1 0 0 0,1 2 0 0 0,1 1 0 0 0,-42 47 0 0 0,51-48-6 0 0,2 2 1 0 0,1 1 0 0 0,2 1-1 0 0,1 1 1 0 0,2 1-1 0 0,2 1 1 0 0,1 0-1 0 0,1 1 1 0 0,3 1-1 0 0,1 0 1 0 0,-12 72-1 0 0,19-83 36 0 0,2 0-1 0 0,0 1 1 0 0,2-1-1 0 0,1 0 1 0 0,2 1-1 0 0,0-1 0 0 0,2 0 1 0 0,12 42-1 0 0,-2-28 76 0 0,2 0-1 0 0,2-2 1 0 0,2 0 0 0 0,1-2-1 0 0,2 0 1 0 0,52 64-1 0 0,-16-34-84 0 0,2-3-1 0 0,95 78 0 0 0,0-21-946 0 0,-134-108 105 0 0,1 0 0 0 0,0-2 1 0 0,1 0-1 0 0,0-1 0 0 0,38 10 0 0 0,-26-12-1792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37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31 16804 0 0,'-1'0'4837'0'0,"-7"-9"-3190"0"0,-8-9-1546 0 0,12 14 116 0 0,12 4 327 0 0,13 1-389 0 0,-21 6-1078 0 0,1-3 401 0 0,0 5 503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37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22277 0 0,'-1'0'29'0'0,"1"0"0"0"0,-1 0 0 0 0,1 0 0 0 0,-1 0 0 0 0,1 0 0 0 0,-1 0 0 0 0,1 0-1 0 0,-1 0 1 0 0,1 0 0 0 0,-1 0 0 0 0,1 0 0 0 0,-1 0 0 0 0,1 1 0 0 0,-1-1 0 0 0,1 0 0 0 0,-1 0 0 0 0,1 0 0 0 0,-1 1 0 0 0,1-1 0 0 0,-1 0 0 0 0,1 1 0 0 0,0-1 0 0 0,-1 0 0 0 0,1 1 0 0 0,0-1 0 0 0,-1 0 0 0 0,1 1 0 0 0,0-1 0 0 0,-1 1 0 0 0,1-1 0 0 0,0 1 0 0 0,0-1 0 0 0,-1 1 0 0 0,1-1-1 0 0,0 1 1 0 0,0-1 0 0 0,0 1 0 0 0,0-1 0 0 0,0 1 0 0 0,0-1 0 0 0,0 1 0 0 0,0-1 0 0 0,0 1 0 0 0,0-1 0 0 0,0 1 0 0 0,0-1 0 0 0,0 1 0 0 0,1 34-311 0 0,-1-29 382 0 0,1 11-57 0 0,-2 0 0 0 0,0 0 0 0 0,0 0 0 0 0,-2 0-1 0 0,-5 19 1 0 0,-30 83 1013 0 0,22-77-703 0 0,-11 53-1 0 0,24-82-333 0 0,1-1 0 0 0,0 0-1 0 0,0 1 1 0 0,2-1 0 0 0,0 0 0 0 0,0 1 0 0 0,3 15 0 0 0,-3-24-13 0 0,2 0 1 0 0,-1 0-1 0 0,0 0 1 0 0,1 0-1 0 0,0 0 1 0 0,0 0-1 0 0,0 0 1 0 0,0 0-1 0 0,1-1 1 0 0,0 1-1 0 0,-1-1 1 0 0,1 0-1 0 0,0 0 1 0 0,1 0-1 0 0,-1 0 1 0 0,0 0-1 0 0,1-1 1 0 0,0 1-1 0 0,-1-1 1 0 0,1 0-1 0 0,0 0 1 0 0,0-1-1 0 0,0 1 1 0 0,5 0-1 0 0,18 6 39 0 0,1-2 0 0 0,-1-2 0 0 0,1 0 0 0 0,0-2 0 0 0,32-1 0 0 0,-4-3-2377 0 0,86-16 0 0 0,-132 16 1020 0 0,-1-1 1 0 0,0 1-1 0 0,0-2 1 0 0,0 1-1 0 0,-1-1 1 0 0,11-6-1 0 0,-4 0-2783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38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0 21589 0 0,'-7'3'246'0'0,"1"1"0"0"0,-1-1 0 0 0,1 1 0 0 0,0 1 1 0 0,1-1-1 0 0,-1 1 0 0 0,1 0 0 0 0,0 0 0 0 0,0 0 0 0 0,0 1 1 0 0,1 0-1 0 0,-1 0 0 0 0,2 0 0 0 0,-1 0 0 0 0,1 1 0 0 0,-5 12 1 0 0,-4 12-316 0 0,2 0 0 0 0,-8 45 0 0 0,14-62 246 0 0,-19 88-193 0 0,1-12-457 0 0,-17 141-1 0 0,39-193-3371 0 0,1-20-1688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39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20476 0 0,'11'3'381'0'0,"1"-1"-1"0"0,-1 1 1 0 0,1-2-1 0 0,0 1 0 0 0,20-2 1 0 0,82-3-460 0 0,-93 1 225 0 0,0-1 0 0 0,0 0 1 0 0,30-11-1 0 0,-42 11-315 0 0,-1 0 0 0 0,1-1 0 0 0,-1 0 0 0 0,0 0 0 0 0,13-10 0 0 0,-17 11-351 0 0,-1 0 1 0 0,1-1-1 0 0,0 1 1 0 0,-1-1 0 0 0,0 0-1 0 0,5-7 1 0 0,-3 3-1949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39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0 182 24381 0 0,'0'0'400'0'0,"5"3"-110"0"0,3 1-159 0 0,0 0 1 0 0,0 0 0 0 0,0-1-1 0 0,0-1 1 0 0,1 1 0 0 0,-1-1 0 0 0,1-1-1 0 0,-1 0 1 0 0,1 0 0 0 0,0 0-1 0 0,14-2 1 0 0,19-2 90 0 0,46-9-1 0 0,-59 7-193 0 0,12-1-134 0 0,-1-2 0 0 0,77-25 0 0 0,-99 26-659 0 0,-1-1 0 0 0,0-1 0 0 0,20-14-1 0 0,-25 15-542 0 0,0-1-1 0 0,-1 0 0 0 0,-1-1 1 0 0,1-1-1 0 0,8-11 0 0 0,1-4-2771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39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11394 0 0,'0'0'3657'0'0,"-3"6"-456"0"0,1-3-3105 0 0,-4 15 457 0 0,6-17-488 0 0,0 1-1 0 0,1 0 1 0 0,-1-1 0 0 0,1 1-1 0 0,-1-1 1 0 0,1 0-1 0 0,-1 1 1 0 0,1-1-1 0 0,0 1 1 0 0,0-1-1 0 0,0 0 1 0 0,2 3 0 0 0,-1-2 113 0 0,-1 0-72 0 0,0 0-1 0 0,0 0 1 0 0,0-1 0 0 0,0 1-1 0 0,0-1 1 0 0,1 1 0 0 0,-1-1-1 0 0,1 0 1 0 0,-1 1 0 0 0,1-1-1 0 0,-1 0 1 0 0,1 0 0 0 0,-1 0 0 0 0,1 0-1 0 0,0 0 1 0 0,2 1 0 0 0,2 0 149 0 0,3 2 14 0 0,0-1 1 0 0,0 0-1 0 0,1 0 0 0 0,-1-1 0 0 0,1 0 0 0 0,0-1 0 0 0,0 0 0 0 0,0 0 0 0 0,10-2 0 0 0,11 3 217 0 0,44 0-111 0 0,0-2 1 0 0,-1-4-1 0 0,131-24 1 0 0,-200 28-392 0 0,0-1 1 0 0,0 0 0 0 0,0-1 0 0 0,0 1-1 0 0,0-1 1 0 0,0 0 0 0 0,-1 0 0 0 0,9-5-1 0 0,-9-4-5112 0 0,-9-2 5303 0 0,5 11-669 0 0,0 2 479 0 0,0 0 1 0 0,0 0-1 0 0,0 0 1 0 0,0 0-1 0 0,0 0 1 0 0,0 0-1 0 0,0-1 1 0 0,0 1-1 0 0,0 0 1 0 0,0 0-1 0 0,0 0 1 0 0,0 0-1 0 0,0 0 1 0 0,0 0-1 0 0,0-1 1 0 0,0 1-1 0 0,0 0 1 0 0,0 0-1 0 0,0 0 1 0 0,0 0-1 0 0,0 0 1 0 0,0 0-1 0 0,0 0 1 0 0,-1-1-1 0 0,1 1 1 0 0,0 0-1 0 0,0 0 1 0 0,0 0-1 0 0,0 0 1 0 0,0 0-1 0 0,0 0 1 0 0,0 0-1 0 0,0 0 1 0 0,0 0-1 0 0,0 0 1 0 0,-1-1-1 0 0,1 1 1 0 0,0 0-1 0 0,0 0 1 0 0,0 0 0 0 0,0 0-1 0 0,0 0 1 0 0,0 0-1 0 0,0 0 1 0 0,-1 0-1 0 0,1 0 1 0 0,0 0-1 0 0,0 0 1 0 0,0 0-1 0 0,0 0 1 0 0,0 0-1 0 0,0 0 1 0 0,-1 0-1 0 0,1 0 1 0 0,0 0-1 0 0,0 0 1 0 0,0 0-1 0 0,-3 2-122 0 0,-10 2 136 0 0,1 1 1 0 0,-1 0-1 0 0,1 1 0 0 0,0 1 1 0 0,1 0-1 0 0,0 1 0 0 0,0 0 1 0 0,1 0-1 0 0,-1 1 0 0 0,2 1 1 0 0,0-1-1 0 0,0 1 1 0 0,-8 13-1 0 0,-14 20 677 0 0,-49 94 0 0 0,-77 189 1192 0 0,39-76-1214 0 0,93-199-702 0 0,40-76-4721 0 0,16-17 3114 0 0,-2 1 166 0 0,19-36-2306 0 0,37-84-1 0 0,-47 85 5031 0 0,64-96-1 0 0,-93 158-501 0 0,2 1 1 0 0,0 0-1 0 0,0 1 1 0 0,1 0-1 0 0,1 1 1 0 0,0 0-1 0 0,25-16 1 0 0,-37 27-669 0 0,1-1 0 0 0,-1 1 0 0 0,0 0 0 0 0,0 0 1 0 0,1 0-1 0 0,-1 0 0 0 0,0 0 0 0 0,1 0 0 0 0,-1 0 0 0 0,0 0 0 0 0,1 1 1 0 0,-1-1-1 0 0,0 0 0 0 0,0 1 0 0 0,1-1 0 0 0,-1 1 0 0 0,1 0 0 0 0,-1-1 42 0 0,0 1-94 0 0,0 0 1 0 0,-1-1 0 0 0,1 1-1 0 0,0 0 1 0 0,-1-1 0 0 0,1 1-1 0 0,-1 0 1 0 0,1 0-1 0 0,-1 0 1 0 0,1-1 0 0 0,-1 1-1 0 0,1 0 1 0 0,-1 0-1 0 0,0 0 1 0 0,1 0 0 0 0,-1 0-1 0 0,0 0 1 0 0,0 0 0 0 0,0 0-1 0 0,0 0 1 0 0,0-1-1 0 0,0 1 1 0 0,0 0 0 0 0,0 1-1 0 0,0-1 18 0 0,0 16 48 0 0,0 0 0 0 0,-1 0 0 0 0,-1-1 1 0 0,-1 1-1 0 0,0 0 0 0 0,-1-1 0 0 0,-7 18 1 0 0,2-2 47 0 0,-10 35 625 0 0,-18 79 1139 0 0,33-127-1567 0 0,1 0 0 0 0,2 0 0 0 0,0 0 0 0 0,1 0 0 0 0,4 34-1 0 0,-3-47-224 0 0,0 0-1 0 0,0 0 0 0 0,0-1 0 0 0,1 1 0 0 0,0-1 0 0 0,0 1 0 0 0,1-1 0 0 0,0 0 1 0 0,0 0-1 0 0,0 0 0 0 0,0 0 0 0 0,1 0 0 0 0,0-1 0 0 0,0 0 0 0 0,0 1 0 0 0,0-1 0 0 0,1-1 1 0 0,-1 1-1 0 0,1-1 0 0 0,6 4 0 0 0,-5-5-122 0 0,1 1 1 0 0,0-1-1 0 0,0 1 0 0 0,0-2 1 0 0,0 1-1 0 0,0-1 0 0 0,0 0 1 0 0,1-1-1 0 0,-1 0 0 0 0,0 0 0 0 0,0 0 1 0 0,0-1-1 0 0,1 0 0 0 0,-1-1 1 0 0,13-3-1 0 0,53-24-3902 0 0,-44 16 104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46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56 0 0,'-9'0'3951'0'0,"0"0"0"0"0,0 0 0 0 0,-17 3 0 0 0,10-2-3690 0 0,12 0 763 0 0,8 8 3985 0 0,8 0-5411 0 0,-9-6 843 0 0,-1-2-407 0 0,-1 0 1 0 0,0 0 0 0 0,1 0-1 0 0,-1 0 1 0 0,1-1-1 0 0,0 1 1 0 0,-1 0 0 0 0,1-1-1 0 0,-1 1 1 0 0,1-1-1 0 0,0 1 1 0 0,0-1 0 0 0,-1 0-1 0 0,1 0 1 0 0,0 0-1 0 0,2 0 1 0 0,2 0 36 0 0,74 12 425 0 0,110 1 0 0 0,-128-11-379 0 0,-1 2 1 0 0,-1 3 0 0 0,86 20 0 0 0,-144-26-98 0 0,-1-1 0 0 0,1 0 1 0 0,-1 0-1 0 0,0 1 1 0 0,1-1-1 0 0,-1 1 0 0 0,0-1 1 0 0,1 1-1 0 0,-1-1 1 0 0,0 1-1 0 0,0 0 0 0 0,1 0 1 0 0,-1 0-1 0 0,0 0 1 0 0,0 0-1 0 0,1 1 0 0 0,-2-2 5 0 0,0 1-1 0 0,-1 0 0 0 0,1-1 1 0 0,0 0-1 0 0,-1 1 0 0 0,1-1 0 0 0,-1 1 1 0 0,1-1-1 0 0,0 1 0 0 0,-1-1 1 0 0,1 0-1 0 0,-1 1 0 0 0,1-1 1 0 0,-1 0-1 0 0,0 1 0 0 0,1-1 1 0 0,-1 0-1 0 0,1 0 0 0 0,-1 0 1 0 0,1 1-1 0 0,-1-1 0 0 0,0 0 0 0 0,1 0 1 0 0,-2 0-1 0 0,-53 6 407 0 0,-45-11-4 0 0,-189-35-1 0 0,120 12 268 0 0,86 14-198 0 0,79 13-538 0 0,11 5-916 0 0,10 4 970 0 0,1-1 1 0 0,-1-1-1 0 0,1 0 1 0 0,1-1-1 0 0,-1-1 0 0 0,1-1 1 0 0,36 2-1 0 0,145-10 238 0 0,-117 1-246 0 0,10 1 78 0 0,0 5 0 0 0,-1 3 1 0 0,93 19-1 0 0,-280-34 358 0 0,-158 6 1 0 0,79 4-181 0 0,-235-10 86 0 0,464 18-537 0 0,318-15 554 0 0,-49-1-42 0 0,-273 12-2480 0 0,-47-3-419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50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64 140 24 0 0,'1'1'9071'0'0,"-7"-5"-5117"0"0,-18-16 3857 0 0,5 1-6752 0 0,18 18-986 0 0,0 0 0 0 0,0 0 0 0 0,0 0 0 0 0,0-1 0 0 0,0 1 0 0 0,0 0 0 0 0,0-1 0 0 0,0 1 0 0 0,1 0 0 0 0,-1-1 0 0 0,0 1 0 0 0,1-1 0 0 0,0 1 0 0 0,-1-1 0 0 0,1-2 0 0 0,-1-1 25 0 0,-1 1 15 0 0,2 0 301 0 0,0 4-372 0 0,0 0 1 0 0,0-1 0 0 0,0 1-1 0 0,0 0 1 0 0,0-1 0 0 0,0 1-1 0 0,0 0 1 0 0,0-1 0 0 0,0 1-1 0 0,0 0 1 0 0,0 0 0 0 0,0-1-1 0 0,0 1 1 0 0,0 0 0 0 0,0-1 0 0 0,0 1-1 0 0,0 0 1 0 0,0-1 0 0 0,1 1-1 0 0,-1 0 1 0 0,0 0 0 0 0,0-1-1 0 0,0 1 1 0 0,0 0 0 0 0,1 0-1 0 0,-1-1 1 0 0,0 1 0 0 0,0 0-1 0 0,1 0 1 0 0,-1 0 0 0 0,0-1-1 0 0,0 1 1 0 0,1 0 0 0 0,-1 0-1 0 0,0 0 1 0 0,1 0 0 0 0,8-5 42 0 0,0 1 1 0 0,1 0-1 0 0,-1 1 1 0 0,1 0-1 0 0,0 1 1 0 0,0 0-1 0 0,11-1 1 0 0,-12 2-126 0 0,22-5 85 0 0,0 0-12 0 0,0 1 0 0 0,1 2 0 0 0,-1 0 0 0 0,57 4-1 0 0,-30 5 291 0 0,0-2 0 0 0,1-4 0 0 0,66-6 1 0 0,-100 3-160 0 0,0 0 1 0 0,0 2 0 0 0,0 1 0 0 0,0 2 0 0 0,28 4 0 0 0,-49-5-1069 0 0,25 4-11559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0:55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240 871 4945 0 0,'-3'-15'1820'0'0,"3"12"-1278"0"0,0 0 1 0 0,-1 1-1 0 0,1-1 1 0 0,-1 0-1 0 0,0 1 0 0 0,1-1 1 0 0,-1 1-1 0 0,-1-1 1 0 0,1 1-1 0 0,0-1 0 0 0,-1 1 1 0 0,-1-3-1 0 0,-14-13-426 0 0,13 13-20 0 0,-4 4 1078 0 0,-12-6 3679 0 0,18 6-4665 0 0,27 11-55 0 0,-19-9-50 0 0,0 0 1 0 0,0 0-1 0 0,1 0 0 0 0,-1-1 0 0 0,0 0 0 0 0,1-1 0 0 0,-1 1 0 0 0,0-1 0 0 0,12-3 0 0 0,9 0 57 0 0,50-7 351 0 0,-50 6-434 0 0,-1 1 0 0 0,1 2 0 0 0,0 0 1 0 0,0 2-1 0 0,0 1 0 0 0,27 4 0 0 0,-33-3 70 0 0,0-1-1 0 0,0 0 1 0 0,0-2-1 0 0,-1 0 0 0 0,1-1 1 0 0,0-1-1 0 0,38-12 1 0 0,-35 9-109 0 0,0 1 0 0 0,0 0 1 0 0,0 2-1 0 0,0 1 0 0 0,36 1 1 0 0,51 10 85 0 0,193-11 1 0 0,-255-5-87 0 0,0-2 1 0 0,-1-2-1 0 0,0-2 0 0 0,58-24 1 0 0,42-12 90 0 0,-115 42-95 0 0,52-6 0 0 0,-21 5 28 0 0,-49 6-36 0 0,-1 0 0 0 0,1 1 1 0 0,0 1-1 0 0,26 3 0 0 0,25 11-45 0 0,29 10 77 0 0,51 3-5 0 0,-123-23-20 0 0,51 8-7 0 0,104 21 57 0 0,-144-26-38 0 0,-1-2 1 0 0,1-1-1 0 0,0-2 0 0 0,0-1 1 0 0,0-1-1 0 0,0-2 0 0 0,35-7 1 0 0,17-8 32 0 0,126-41 0 0 0,-198 54 2 0 0,0-1-1 0 0,-1-1 1 0 0,0 0 0 0 0,15-10 0 0 0,-21 11 71 0 0,0 0 0 0 0,0 0 0 0 0,-1-1-1 0 0,11-12 1 0 0,-1-7 423 0 0,-16 24-537 0 0,1-1 0 0 0,0 1 0 0 0,-1 0-1 0 0,1 0 1 0 0,0 0 0 0 0,-1-1 0 0 0,1 1 0 0 0,-1 0 0 0 0,0-1 0 0 0,1 1 0 0 0,-1 0 0 0 0,0-1 0 0 0,0 1-1 0 0,0 0 1 0 0,0-1 0 0 0,0 1 0 0 0,0 0 0 0 0,-1-2 0 0 0,0-6 162 0 0,1 3-132 0 0,-1-1 1 0 0,0 1-1 0 0,-1 0 0 0 0,1 0 1 0 0,-1 0-1 0 0,-1 0 1 0 0,1 1-1 0 0,-1-1 0 0 0,0 0 1 0 0,0 1-1 0 0,0 0 1 0 0,-1 0-1 0 0,0 0 0 0 0,0 0 1 0 0,0 1-1 0 0,-1-1 0 0 0,1 1 1 0 0,-1 0-1 0 0,-6-4 1 0 0,-12-7 10 0 0,1 1 0 0 0,-2 1 0 0 0,-24-11 0 0 0,-42-15-47 0 0,0 3 0 0 0,-2 5 0 0 0,-2 3 0 0 0,-1 5 0 0 0,-155-18 0 0 0,-815-68 209 0 0,965 100-221 0 0,-1 5 0 0 0,-154 13-1 0 0,181-1-12 0 0,-1 3 0 0 0,1 3 0 0 0,1 4 0 0 0,-75 28 0 0 0,107-29-12 0 0,0 1 0 0 0,1 2 0 0 0,2 2 0 0 0,0 1 0 0 0,1 2-1 0 0,1 2 1 0 0,2 1 0 0 0,1 1 0 0 0,-36 42 0 0 0,28-28-26 0 0,14-16-7 0 0,2 1-1 0 0,-27 38 1 0 0,47-58 29 0 0,0 0 0 0 0,0 0 0 0 0,0 1-1 0 0,1 0 1 0 0,1-1 0 0 0,-1 1 0 0 0,1 1 0 0 0,1-1 0 0 0,0 0-1 0 0,0 1 1 0 0,1-1 0 0 0,0 1 0 0 0,1 17 0 0 0,1-21 19 0 0,0 0 1 0 0,1 0-1 0 0,0-1 1 0 0,0 1-1 0 0,0-1 1 0 0,1 1-1 0 0,-1-1 1 0 0,2 0 0 0 0,-1 0-1 0 0,0 0 1 0 0,1 0-1 0 0,0 0 1 0 0,0-1-1 0 0,0 0 1 0 0,1 0-1 0 0,-1 0 1 0 0,1 0-1 0 0,0-1 1 0 0,7 5-1 0 0,11 4-74 0 0,1 0 0 0 0,0-2-1 0 0,27 9 1 0 0,-40-15 53 0 0,14 3-114 0 0,-1 0 1 0 0,1-2-1 0 0,40 4 1 0 0,28-6-5206 0 0,-66-3 1072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17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14 430 14019 0 0,'-1'-1'190'0'0,"0"0"-1"0"0,0 0 1 0 0,0 0-1 0 0,0 1 1 0 0,0-1-1 0 0,0 0 1 0 0,0 0-1 0 0,0 0 1 0 0,0 0 0 0 0,0-1-1 0 0,1 1 1 0 0,-1 0-1 0 0,0 0 1 0 0,0-2-1 0 0,44-2 265 0 0,82 2 0 0 0,-30 2 800 0 0,585-8 758 0 0,-300 9-1958 0 0,191-22 793 0 0,205-1 1242 0 0,237 3-186 0 0,-760 10-1690 0 0,-217 8-146 0 0,3 2 27 0 0,-1-3 1 0 0,0-1-1 0 0,38-9 1 0 0,-73 12-165 0 0,1 0-1 0 0,0 0 1 0 0,0-1-1 0 0,0 1 1 0 0,-1-1-1 0 0,1 0 1 0 0,0 0 0 0 0,-1 0-1 0 0,0 0 1 0 0,0-1-1 0 0,1 1 1 0 0,-1-1-1 0 0,-1 0 1 0 0,1 0 0 0 0,4-5-1 0 0,-6 5-114 0 0,0 0 1 0 0,0 1-1 0 0,0-1 0 0 0,0 0 0 0 0,0 0 0 0 0,-1 1 1 0 0,1-1-1 0 0,-1 0 0 0 0,0 0 0 0 0,0 0 0 0 0,0 0 1 0 0,0 0-1 0 0,0 1 0 0 0,-1-1 0 0 0,1 0 0 0 0,-1 0 1 0 0,0 0-1 0 0,0 1 0 0 0,0-1 0 0 0,0 0 0 0 0,0 1 1 0 0,-3-4-1 0 0,-5-10-642 0 0,-1 2 1 0 0,-23-26-1 0 0,25 32 861 0 0,0-1 0 0 0,0 0 0 0 0,1-1-1 0 0,1 0 1 0 0,-1 0 0 0 0,1 0 0 0 0,1-1 0 0 0,-7-18 0 0 0,11 26-34 0 0,6-2-208 0 0,-3 4 189 0 0,-1 0 14 0 0,1 0-1 0 0,-1 0 1 0 0,1 0-1 0 0,0 1 1 0 0,-1-1-1 0 0,1 0 1 0 0,0 1 0 0 0,0-1-1 0 0,0 1 1 0 0,-1 0-1 0 0,1-1 1 0 0,0 1-1 0 0,0 0 1 0 0,0 0-1 0 0,0 0 1 0 0,-1 0 0 0 0,1 1-1 0 0,0-1 1 0 0,2 1-1 0 0,2 1 7 0 0,0 1 0 0 0,-1 0 0 0 0,1 0-1 0 0,-1 0 1 0 0,9 7 0 0 0,-2-1 112 0 0,0 1-1 0 0,0 0 1 0 0,-1 1 0 0 0,-1 0-1 0 0,0 1 1 0 0,0 0 0 0 0,-1 1-1 0 0,-1-1 1 0 0,0 2 0 0 0,-1-1-1 0 0,0 1 1 0 0,-1 0 0 0 0,-1 1-1 0 0,7 24 1 0 0,-10-26-62 0 0,0-1 1 0 0,0 1-1 0 0,-1 0 0 0 0,-1 0 1 0 0,0 0-1 0 0,-1 0 0 0 0,0 0 1 0 0,-1 0-1 0 0,0 0 0 0 0,-1 0 1 0 0,-1-1-1 0 0,0 0 0 0 0,-1 0 1 0 0,0 0-1 0 0,-1 0 0 0 0,0 0 1 0 0,-13 17-1 0 0,2-7-748 0 0,0-1 0 0 0,-31 27 0 0 0,15-18-1478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18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16 8258 0 0,'0'-1'180'0'0,"0"0"1"0"0,-1 0-1 0 0,1 0 1 0 0,-1 0-1 0 0,1 0 1 0 0,-1 1 0 0 0,1-1-1 0 0,-1 0 1 0 0,1 0-1 0 0,-1 1 1 0 0,0-1-1 0 0,1 0 1 0 0,-1 1-1 0 0,0-1 1 0 0,1 1-1 0 0,-1-1 1 0 0,0 1-1 0 0,0-1 1 0 0,0 1 0 0 0,0 0-1 0 0,0-1 1 0 0,1 1-1 0 0,-1 0 1 0 0,0 0-1 0 0,0-1 1 0 0,0 1-1 0 0,0 0 1 0 0,0 0-1 0 0,0 0 1 0 0,-1 0-1 0 0,1 1-104 0 0,0 0-1 0 0,-1 0 1 0 0,1 0-1 0 0,0 1 1 0 0,0-1-1 0 0,0 0 1 0 0,0 0-1 0 0,0 1 1 0 0,0-1-1 0 0,0 0 1 0 0,0 1-1 0 0,1-1 0 0 0,-1 1 1 0 0,0-1-1 0 0,0 3 1 0 0,-3 10-24 0 0,0 1 0 0 0,-2 24 0 0 0,-25 306 2223 0 0,15 381 0 0 0,75 313-928 0 0,-42-799-1049 0 0,-11 0-1 0 0,-10 1 0 0 0,-50 342 1 0 0,52-573-274 0 0,-3 28 80 0 0,-2 0-1 0 0,-17 50 1 0 0,16-81-2869 0 0,-12-9 1899 0 0,19 0 729 0 0,-1 1-1 0 0,1-1 0 0 0,0 0 1 0 0,-1 0-1 0 0,1 0 0 0 0,0 0 1 0 0,0 0-1 0 0,0 0 1 0 0,1 0-1 0 0,-1 0 0 0 0,0 0 1 0 0,1 0-1 0 0,-1-1 0 0 0,1 1 1 0 0,0 0-1 0 0,0 0 0 0 0,0-3 1 0 0,-1-3-301 0 0,-5-38-1654 0 0,0-10-1620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18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763 19 18804 0 0,'-4'-2'-6'0'0,"0"-1"1"0"0,0 1-1 0 0,0 0 0 0 0,0 0 0 0 0,0 0 1 0 0,-1 0-1 0 0,1 1 0 0 0,-8-2 1 0 0,9 3-35 0 0,0 0 0 0 0,0 0 1 0 0,0 1-1 0 0,0-1 0 0 0,0 1 0 0 0,0 0 1 0 0,1 0-1 0 0,-1 0 0 0 0,0 0 1 0 0,0 0-1 0 0,1 1 0 0 0,-1-1 0 0 0,1 1 1 0 0,-1-1-1 0 0,-1 3 0 0 0,-26 22-49 0 0,1 1 1 0 0,1 2-1 0 0,2 0 0 0 0,-37 55 0 0 0,22-29 78 0 0,-304 367-297 0 0,302-380-800 0 0,40-39 915 0 0,-1 0 1 0 0,1-1 0 0 0,-1 1-1 0 0,0-1 1 0 0,0 0 0 0 0,0 0-1 0 0,0 0 1 0 0,-1 0-1 0 0,1 0 1 0 0,-8 1 0 0 0,12-3 158 0 0,-1 0 0 0 0,1 0 0 0 0,-1 0 0 0 0,1 0 1 0 0,-1 0-1 0 0,1 0 0 0 0,-1 0 0 0 0,1 0 1 0 0,-1 0-1 0 0,1 0 0 0 0,-1-1 0 0 0,1 1 0 0 0,-1 0 1 0 0,1 0-1 0 0,-1 0 0 0 0,1-1 0 0 0,-1 1 0 0 0,1 0 1 0 0,-1 0-1 0 0,1-1 0 0 0,-1 1 0 0 0,1 0 0 0 0,0-1 1 0 0,-1 1-1 0 0,1-1 0 0 0,0 1 0 0 0,-1 0 0 0 0,1-1 1 0 0,-1 0-1 0 0,0-18-732 0 0,12-20-84 0 0,14-27 239 0 0,48-86 1 0 0,-57 122 430 0 0,2 1 0 0 0,1 1 0 0 0,2 1 0 0 0,46-49 0 0 0,-57 66 366 0 0,1 1 0 0 0,1 0 0 0 0,-1 1-1 0 0,2 0 1 0 0,-1 1 0 0 0,1 0-1 0 0,0 1 1 0 0,0 1 0 0 0,1 0 0 0 0,-1 0-1 0 0,1 2 1 0 0,0 0 0 0 0,0 0-1 0 0,1 1 1 0 0,-1 1 0 0 0,0 0 0 0 0,25 2-1 0 0,-19 2-123 0 0,1 0 0 0 0,-1 2 0 0 0,1 0 0 0 0,-1 1-1 0 0,-1 1 1 0 0,1 1 0 0 0,-1 1 0 0 0,-1 0 0 0 0,1 1 0 0 0,-2 1-1 0 0,27 21 1 0 0,26 30 202 0 0,82 95-1 0 0,-122-125-319 0 0,-2 1-1326 0 0,0 1 0 0 0,33 58 0 0 0,-35-51-1774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20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1328 14171 0 0,'-4'-2'137'0'0,"1"-1"-1"0"0,0 1 1 0 0,0-1 0 0 0,0 0-1 0 0,0 0 1 0 0,1 0-1 0 0,-1-1 1 0 0,1 1 0 0 0,0-1-1 0 0,-1 1 1 0 0,2-1 0 0 0,-1 0-1 0 0,0 1 1 0 0,1-1-1 0 0,0 0 1 0 0,0 0 0 0 0,0 0-1 0 0,-1-5 1 0 0,1-6-166 0 0,1 0 0 0 0,1 0 0 0 0,3-27 1 0 0,-2 27 664 0 0,0 0 0 0 0,-1 0 0 0 0,-2-22 0 0 0,0 29-191 0 0,-2-10-67 0 0,1-1 0 0 0,0 0 0 0 0,1 0-1 0 0,1 0 1 0 0,1 1 0 0 0,1-1 0 0 0,8-35 0 0 0,4 4-383 0 0,3 1 1 0 0,3 1 0 0 0,1 0 0 0 0,2 1 0 0 0,3 2 0 0 0,1 1-1 0 0,45-56 1 0 0,-68 95 8 0 0,11-15-4 0 0,0 1-1 0 0,2 1 0 0 0,0 0 0 0 0,2 1 0 0 0,-1 1 1 0 0,23-14-1 0 0,-25 21 24 0 0,-3 0-44 0 0,1 0 0 0 0,1 1 0 0 0,0 1 0 0 0,24-8 0 0 0,-34 14 8 0 0,-1 0-1 0 0,0 0 1 0 0,1 0-1 0 0,-1 1 0 0 0,1 0 1 0 0,0 0-1 0 0,-1 0 0 0 0,1 0 1 0 0,-1 1-1 0 0,1 0 0 0 0,-1 0 1 0 0,0 0-1 0 0,1 0 1 0 0,-1 1-1 0 0,0-1 0 0 0,0 1 1 0 0,0 0-1 0 0,0 0 0 0 0,0 1 1 0 0,0-1-1 0 0,4 5 0 0 0,70 69-11 0 0,-22-20 22 0 0,-31-33 14 0 0,-2 1 0 0 0,-1 1-1 0 0,-1 1 1 0 0,-1 0 0 0 0,21 39-1 0 0,-29-43-14 0 0,-1 1-1 0 0,-1 1 1 0 0,-1 0-1 0 0,8 34 1 0 0,3 15 48 0 0,34 77 1 0 0,-1-5 50 0 0,-13-21-102 0 0,31 98 495 0 0,-55-159-346 0 0,32 100 79 0 0,-39-139-188 0 0,1 1 1 0 0,1-2 0 0 0,1 1 0 0 0,19 28 0 0 0,-28-48-17 0 0,0 0 0 0 0,0 0 0 0 0,0 0 0 0 0,0 0 0 0 0,1 0 0 0 0,0-1 0 0 0,0 0 0 0 0,0 1 0 0 0,0-1 0 0 0,0-1 0 0 0,0 1 0 0 0,1-1-1 0 0,0 1 1 0 0,-1-1 0 0 0,1-1 0 0 0,0 1 0 0 0,0-1 0 0 0,0 1 0 0 0,0-1 0 0 0,0-1 0 0 0,0 1 0 0 0,0-1 0 0 0,0 0 0 0 0,0 0 0 0 0,1-1 0 0 0,-1 1-1 0 0,0-1 1 0 0,0 0 0 0 0,0 0 0 0 0,0-1 0 0 0,-1 1 0 0 0,1-1 0 0 0,7-4 0 0 0,1-1 37 0 0,-1-1 0 0 0,1 0 0 0 0,-1-1-1 0 0,-1-1 1 0 0,0 1 0 0 0,0-2 0 0 0,-1 0 0 0 0,0 0 0 0 0,-1 0 0 0 0,12-20 0 0 0,56-88 203 0 0,-38 62 18 0 0,-2-2 0 0 0,49-110-1 0 0,34-163-178 0 0,-18 44 3 0 0,32-128 74 0 0,-71 202-89 0 0,-56 194-102 0 0,1 0 1 0 0,14-25-1 0 0,-22 44 1 0 0,1-1-1 0 0,0 1 1 0 0,0-1 0 0 0,0 1-1 0 0,0 0 1 0 0,0-1-1 0 0,1 1 1 0 0,-1 0 0 0 0,0 0-1 0 0,1 0 1 0 0,-1 0 0 0 0,1 0-1 0 0,1-1 1 0 0,1-1-17 0 0,0 0-61 0 0,-2 3 41 0 0,2 2 25 0 0,3 1 7 0 0,0 1 0 0 0,0 0 1 0 0,0 0-1 0 0,0 1 0 0 0,-1 0 0 0 0,0 0 0 0 0,0 0 1 0 0,0 1-1 0 0,-1 0 0 0 0,0 0 0 0 0,6 10 0 0 0,52 88-14 0 0,-47-75 39 0 0,47 88 9 0 0,16 65 22 0 0,-45-92-89 0 0,-2-5 42 0 0,27 112-1 0 0,34 360 209 0 0,-55-294-70 0 0,-37-257-120 0 0,9 64 69 0 0,2 0-1 0 0,4-1 1 0 0,31 85-1 0 0,-45-151-66 0 0,-1 1-1 0 0,0-1 1 0 0,1 0-1 0 0,0 1 1 0 0,0-1-1 0 0,0 0 1 0 0,0-1-1 0 0,0 1 1 0 0,1 0-1 0 0,-1 0 1 0 0,1-1-1 0 0,0 0 1 0 0,-1 1-1 0 0,1-1 1 0 0,0 0 0 0 0,1-1-1 0 0,-1 1 1 0 0,0 0-1 0 0,0-1 1 0 0,1 0-1 0 0,5 2 1 0 0,-5-2 8 0 0,-1-1 0 0 0,1 0 0 0 0,-1 0 0 0 0,1-1 0 0 0,-1 1 1 0 0,0-1-1 0 0,1 0 0 0 0,-1 1 0 0 0,0-1 0 0 0,1-1 0 0 0,-1 1 1 0 0,0 0-1 0 0,0-1 0 0 0,0 0 0 0 0,0 0 0 0 0,0 1 0 0 0,0-2 1 0 0,-1 1-1 0 0,1 0 0 0 0,-1-1 0 0 0,1 1 0 0 0,3-6 0 0 0,8-12 46 0 0,-1-1-1 0 0,0 0 1 0 0,-2 0-1 0 0,0-2 1 0 0,12-38-1 0 0,28-123 24 0 0,-44 153-81 0 0,38-171-2 0 0,41-156 24 0 0,24-48 46 0 0,-49 172 26 0 0,-16 90-80 0 0,-38 124-27 0 0,2 0 0 0 0,0 1 0 0 0,1 0 1 0 0,1 1-1 0 0,14-18 0 0 0,-21 32-6 0 0,0-1 0 0 0,-1 1 1 0 0,1 0-1 0 0,1 0 0 0 0,-1 0 0 0 0,1 0 1 0 0,-1 1-1 0 0,1 0 0 0 0,0 0 0 0 0,0 0 1 0 0,1 0-1 0 0,-1 1 0 0 0,0 0 0 0 0,1 0 1 0 0,0 1-1 0 0,-1-1 0 0 0,1 1 0 0 0,0 1 1 0 0,-1-1-1 0 0,1 1 0 0 0,0 0 0 0 0,0 0 1 0 0,0 0-1 0 0,-1 1 0 0 0,1 0 0 0 0,0 0 1 0 0,-1 1-1 0 0,1-1 0 0 0,0 1 0 0 0,-1 0 1 0 0,0 1-1 0 0,0-1 0 0 0,0 1 0 0 0,0 0 1 0 0,0 1-1 0 0,0-1 0 0 0,-1 1 1 0 0,1 0-1 0 0,-1 0 0 0 0,4 5 0 0 0,13 15-29 0 0,0 2 0 0 0,-2 0 0 0 0,18 33-1 0 0,41 91-9 0 0,-54-100 61 0 0,7 18 19 0 0,-2 1 1 0 0,-4 2 0 0 0,21 93 0 0 0,25 222 143 0 0,-44-226-12 0 0,10-14 216 0 0,-37-142-1123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22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31 387 2200 0 0,'-6'-4'3649'0'0,"4"2"-2551"0"0,-1 0 0 0 0,1 0 1 0 0,-1 0-1 0 0,1 0 0 0 0,0 0 1 0 0,0 0-1 0 0,0 0 0 0 0,0-1 0 0 0,-2-3 1 0 0,4 6-1159 0 0,6 1 26 0 0,90 15 1326 0 0,-30-19 42 0 0,-48 1-1054 0 0,175-29 766 0 0,-8 1-838 0 0,16 10-38 0 0,214-24 332 0 0,-49-16 15 0 0,-12 2 88 0 0,-264 46-497 0 0,355-33 201 0 0,170 35-160 0 0,-448 8-135 0 0,354-12 232 0 0,-175-14-36 0 0,-118 12-174 0 0,-202 17-9 0 0,0 0 0 0 0,-1 1 0 0 0,1 2 0 0 0,-1 1 0 0 0,0 1 0 0 0,47 17 0 0 0,-63-18-24 0 0,0 0 0 0 0,0 1 0 0 0,0 0-1 0 0,-1 0 1 0 0,0 1 0 0 0,0 0 0 0 0,-1 1 0 0 0,0-1 0 0 0,0 1-1 0 0,-1 1 1 0 0,0-1 0 0 0,0 1 0 0 0,-1 0 0 0 0,0 1 0 0 0,-1-1-1 0 0,0 1 1 0 0,3 11 0 0 0,5 19-11 0 0,-2 1-1 0 0,9 77 1 0 0,-19-117 9 0 0,18 149 19 0 0,20 125 28 0 0,11 227 237 0 0,-30-236 62 0 0,-11-183 180 0 0,-4 0 0 0 0,-3 0-1 0 0,-14 122 1 0 0,-4-163-4820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24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77 12203 0 0,'-6'-2'72'0'0,"1"1"1"0"0,0 0 0 0 0,-1 0 0 0 0,1 0 0 0 0,-1 1 0 0 0,1 0 0 0 0,-7 1-1 0 0,11 5-74 0 0,-14 70 4283 0 0,20-71-3360 0 0,2-1-811 0 0,-1 1-1 0 0,2-1 1 0 0,-1 0-1 0 0,0-1 1 0 0,1 1-1 0 0,0-2 1 0 0,0 1-1 0 0,-1-1 0 0 0,2 0 1 0 0,15 1-1 0 0,-23-3-101 0 0,-1 0-1 0 0,1 0 1 0 0,0 0-1 0 0,0 0 0 0 0,-1 0 1 0 0,1 1-1 0 0,0-1 1 0 0,0 0-1 0 0,-1 0 0 0 0,1 0 1 0 0,0 1-1 0 0,-1-1 1 0 0,1 0-1 0 0,0 1 1 0 0,-1-1-1 0 0,1 0 0 0 0,0 1 1 0 0,-1-1-1 0 0,1 1 1 0 0,0 0 35 0 0,0 0 0 0 0,0 0 0 0 0,1-1 0 0 0,-1 1 0 0 0,0 0 0 0 0,0-1 0 0 0,0 1 0 0 0,0-1 0 0 0,0 1 0 0 0,1-1 0 0 0,-1 0 0 0 0,0 1 0 0 0,0-1 0 0 0,1 0 0 0 0,1 0 0 0 0,302 50 2015 0 0,-49-6-1424 0 0,-197-37-316 0 0,1-3 1 0 0,80-4-1 0 0,119-23 705 0 0,8 0-904 0 0,-34 11-62 0 0,321-23 232 0 0,-324 8 202 0 0,82-5-201 0 0,75-8 35 0 0,-116 9-37 0 0,26 15-169 0 0,-92 6 258 0 0,286-29 299 0 0,-375 29-540 0 0,90 4 40 0 0,-97 4-546 0 0,-71-2-4647 0 0,-25 2 1201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24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4 107 8098 0 0,'-3'-2'6642'0'0,"39"-5"-5875"0"0,0-2-1 0 0,58-23 1 0 0,-62 19-951 0 0,2 2 0 0 0,0 1 0 0 0,55-9-1 0 0,-65 17-1133 0 0,-1 0-2025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25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27 24397 0 0,'-10'-11'952'0'0,"0"1"-519"0"0,1 4-81 0 0,0 34-11075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25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774 1 19476 0 0,'0'0'3353'0'0,"0"0"-3161"0"0,-1 0-152 0 0,-22 15-592 0 0,17 2-1401 0 0,1 5-759 0 0,-1 4-257 0 0</inkml:trace>
  <inkml:trace contextRef="#ctx0" brushRef="#br0" timeOffset="1">62 130 24893 0 0,'-13'4'160'0'0,"-1"4"-408"0"0,-1 3-2624 0 0,3 7-209 0 0,5 7-616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26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18 21893 0 0,'-16'-8'568'0'0,"4"2"-360"0"0,2 2-528 0 0,1 29-1585 0 0,9-2 585 0 0,0 7-176 0 0,0 6-513 0 0,-2 3-2264 0 0</inkml:trace>
  <inkml:trace contextRef="#ctx0" brushRef="#br0" timeOffset="1">32 635 20716 0 0,'-9'1'745'0'0,"0"1"703"0"0,3 6-1656 0 0,1 9-200 0 0,3 4-352 0 0,2 11-49 0 0,1 6-2223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26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21605 0 0,'-12'4'0'0'0,"3"3"-272"0"0,6 7-3017 0 0,5 7-480 0 0</inkml:trace>
  <inkml:trace contextRef="#ctx0" brushRef="#br0" timeOffset="1">35 109 21661 0 0,'-12'2'640'0'0,"0"2"-1288"0"0,5 4-25 0 0,4 5-575 0 0,5 5-1072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26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19780 0 0,'0'0'-680'0'0,"17"20"-4921"0"0</inkml:trace>
  <inkml:trace contextRef="#ctx0" brushRef="#br0" timeOffset="1">759 197 20692 0 0,'0'0'873'0'0,"18"14"-13796"0"0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27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25 17428 0 0,'0'-1'41'0'0,"-1"1"1"0"0,1-1-1 0 0,0 1 1 0 0,0-1 0 0 0,0 0-1 0 0,0 1 1 0 0,0-1-1 0 0,0 0 1 0 0,0 1-1 0 0,0-1 1 0 0,0 1 0 0 0,0-1-1 0 0,0 0 1 0 0,1 1-1 0 0,-1-1 1 0 0,0 1-1 0 0,0-1 1 0 0,1 1 0 0 0,-1-1-1 0 0,0 1 1 0 0,0-1-1 0 0,1 1 1 0 0,-1-1-1 0 0,1 1 1 0 0,-1-1 0 0 0,0 1-1 0 0,1-1 1 0 0,-1 1-1 0 0,1 0 1 0 0,0-1-1 0 0,0 0-53 0 0,1 0 0 0 0,-1 0-1 0 0,1 1 1 0 0,-1-1 0 0 0,1 0-1 0 0,-1 1 1 0 0,1-1-1 0 0,-1 1 1 0 0,1-1 0 0 0,-1 1-1 0 0,4 0 1 0 0,1 4 48 0 0,17 9 12 0 0,51 29 368 0 0,23 17-188 0 0,-83-49-183 0 0,-1 1-1 0 0,18 19 0 0 0,6 12 101 0 0,-17-17-76 0 0,-16-21-37 0 0,-6-4 83 0 0,28 21-31 0 0,5 0-234 0 0,-17-13-5901 0 0,-6-3 4835 0 0,-2-2-175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28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11 20196 0 0,'-8'-10'75'0'0,"22"13"-99"0"0,40 22-103 0 0,-32-14 135 0 0,42 15 14 0 0,2-2-1 0 0,1-4 0 0 0,136 24 1 0 0,-159-37 141 0 0,83 1 0 0 0,-104-11-2514 0 0,-19 3 584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28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22277 0 0,'24'3'-1257'0'0,"23"8"1299"0"0,18 8-13 0 0,2-3-1 0 0,0-3 1 0 0,0-3 0 0 0,1-3 0 0 0,0-3-1 0 0,98-5 1 0 0,-140-3 514 0 0,29-11-6798 0 0,-50 13 4050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28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 22133 0 0,'0'0'5'0'0,"0"-1"1"0"0,0 1-1 0 0,0 0 1 0 0,0 0-1 0 0,0 0 0 0 0,0 0 1 0 0,-1 0-1 0 0,1 0 1 0 0,0 0-1 0 0,0-1 1 0 0,0 1-1 0 0,0 0 1 0 0,0 0-1 0 0,0 0 1 0 0,0 0-1 0 0,0-1 1 0 0,0 1-1 0 0,0 0 0 0 0,0 0 1 0 0,0 0-1 0 0,0 0 1 0 0,0 0-1 0 0,0-1 1 0 0,0 1-1 0 0,0 0 1 0 0,0 0-1 0 0,0 0 1 0 0,0 0-1 0 0,0-1 0 0 0,0 1 1 0 0,0 0-1 0 0,0 0 1 0 0,0 0-1 0 0,0 0 1 0 0,0 0-1 0 0,1 0 1 0 0,-1-1-1 0 0,0 1 1 0 0,0 0-1 0 0,0 0 1 0 0,0 0-1 0 0,0 0 0 0 0,0 0 1 0 0,0 0-1 0 0,1 0 1 0 0,-1 0-1 0 0,0-1 1 0 0,0 1-1 0 0,0 0 1 0 0,0 0-1 0 0,0 0 1 0 0,1 0-1 0 0,-1 0 1 0 0,0 0-1 0 0,0 0 0 0 0,0 0 1 0 0,16 0-56 0 0,18 6-78 0 0,12 12 198 0 0,83 46 0 0 0,-3 0-273 0 0,-106-55-911 0 0,1-1 0 0 0,0-1 0 0 0,0-1 0 0 0,28 4 0 0 0,-24-7-1764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29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 16676 0 0,'-2'-1'2715'0'0,"7"5"-2362"0"0,7 2-256 0 0,1-1-1 0 0,0-1 0 0 0,0 0 1 0 0,0 0-1 0 0,0-1 0 0 0,0-1 1 0 0,1 0-1 0 0,-1-1 0 0 0,18-1 1 0 0,19-2 297 0 0,61-9 1 0 0,-48-2 5 0 0,-2 0-1664 0 0,-20 10-7797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29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66 19308 0 0,'-2'0'2611'0'0,"7"-3"-3249"0"0,37-6 687 0 0,78-6 0 0 0,-76 11-828 0 0,-1-1 0 0 0,52-14 1 0 0,-85 14-662 0 0,7-1-5059 0 0</inkml:trace>
  <inkml:trace contextRef="#ctx0" brushRef="#br0" timeOffset="1">78 169 16388 0 0,'0'0'1456'0'0,"0"0"-1512"0"0,16 24 8 0 0,-3-16 72 0 0,3-2-32 0 0,1-1 40 0 0,3-1-8 0 0,1-1-48 0 0,3-1-32 0 0,1-1-760 0 0,0-3-1321 0 0,-1-2-383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30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20484 0 0,'0'0'236'0'0,"6"2"-1128"0"0,14 1 934 0 0,1 0 0 0 0,0-1 1 0 0,0-1-1 0 0,0-1 0 0 0,-1-1 0 0 0,25-4 0 0 0,7 1 23 0 0,-25 2 108 0 0,8-2-1502 0 0,-17 3-2892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30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31 16147 0 0,'-1'0'5256'0'0,"-2"6"-6000"0"0,2-5 741 0 0,1 1 0 0 0,-1 0-1 0 0,1-1 1 0 0,0 1 0 0 0,0 0 0 0 0,0-1 0 0 0,0 1-1 0 0,0 0 1 0 0,0-1 0 0 0,1 1 0 0 0,0 3-1 0 0,2-3 1 0 0,0 0 0 0 0,1 0 0 0 0,-1 0-1 0 0,1 0 1 0 0,-1 0 0 0 0,1-1-1 0 0,0 0 1 0 0,-1 1 0 0 0,1-2 0 0 0,0 1-1 0 0,0 0 1 0 0,0-1 0 0 0,7 1-1 0 0,3-1 9 0 0,1 0-1 0 0,23-4 0 0 0,-14 0-5 0 0,19-1-19 0 0,0-3 0 0 0,0-1 1 0 0,60-22-1 0 0,-99 29-594 0 0,14-6 490 0 0,-10 1-6125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30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17388 0 0,'0'0'1543'0'0,"3"6"-1851"0"0,1-2 319 0 0,-1-1 0 0 0,1 0 1 0 0,0 0-1 0 0,0 0 0 0 0,0 0 1 0 0,1-1-1 0 0,-1 1 0 0 0,0-1 1 0 0,1 0-1 0 0,-1-1 0 0 0,1 1 1 0 0,0-1-1 0 0,0 0 0 0 0,0 0 1 0 0,-1 0-1 0 0,1 0 0 0 0,9-1 1 0 0,28 0 156 0 0,0-2 1 0 0,0-2 0 0 0,0-2-1 0 0,-1-2 1 0 0,73-22 0 0 0,-106 28-688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31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15195 0 0,'0'0'2513'0'0,"3"4"-2539"0"0,3 1 33 0 0,0-1 0 0 0,0 1 0 0 0,0-1 0 0 0,1-1 0 0 0,0 1 0 0 0,-1-1 0 0 0,1-1 0 0 0,0 1 0 0 0,0-1-1 0 0,1 0 1 0 0,-1-1 0 0 0,0 0 0 0 0,1 0 0 0 0,11 0 0 0 0,17-1 377 0 0,64-8-1 0 0,-65 5 200 0 0,2-2 172 0 0,58-13 0 0 0,-78 13-2043 0 0,1 0 0 0 0,30-15 0 0 0,-34 12-3003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31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3737 0 0,'2'1'13026'0'0,"14"6"-13041"0"0,26 24 1854 0 0,-34-25-1605 0 0,0 0 1 0 0,0 0-1 0 0,0 0 0 0 0,1-1 0 0 0,10 5 0 0 0,6-1-87 0 0,0 0-1 0 0,0-1 0 0 0,30 4 0 0 0,-43-10-118 0 0,-1-1-1 0 0,0-1 1 0 0,1 0-1 0 0,-1 0 1 0 0,1-1-1 0 0,-1 0 1 0 0,0-1-1 0 0,0 0 1 0 0,20-8-1 0 0,-29 10-495 0 0,0-1 0 0 0,0 0 0 0 0,0 0 0 0 0,0-1-1 0 0,0 1 1 0 0,0 0 0 0 0,0-1 0 0 0,0 1 0 0 0,-1-1 0 0 0,1 1-1 0 0,-1-1 1 0 0,1 0 0 0 0,-1 0 0 0 0,0 1 0 0 0,1-1-1 0 0,-1 0 1 0 0,2-4 0 0 0,-2 3 842 0 0,1-2-3459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32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24997 0 0,'0'0'111'0'0,"4"1"-1514"0"0,25 4 845 0 0,0 2 0 0 0,37 14 0 0 0,-8-2 382 0 0,-27-10 212 0 0,43 12 120 0 0,-25-15-597 0 0,-25-13-1555 0 0,-19 6 771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32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23205 0 0,'0'0'-165'0'0,"5"-1"-189"0"0,103-19 161 0 0,26-4 273 0 0,-124 21-606 0 0,0 1 694 0 0,0 2-6644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33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11 7722 0 0,'-4'-11'6173'0'0,"20"19"-2358"0"0,-8-4-3134 0 0,13 2-491 0 0,0 1 0 0 0,0-2 0 0 0,0-1 0 0 0,0-1 0 0 0,25 1 0 0 0,1-3 391 0 0,55-7 1 0 0,-93 5-949 0 0,17-1 532 0 0,-13-2-5463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33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23245 0 0,'0'0'221'0'0,"4"-3"-1241"0"0,26-4 1003 0 0,52-5 0 0 0,7 0-32 0 0,-49 7-1081 0 0,4-2-3310 0 0,-40 6 3406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33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15867 0 0,'0'0'3952'0'0,"6"0"-3927"0"0,51 1 128 0 0,-36 0-136 0 0,0-1-1 0 0,0 0 1 0 0,0-2-1 0 0,0 0 1 0 0,38-9-1 0 0,-36 4-239 0 0,39-15 603 0 0,-58 21-797 0 0,-1-1 0 0 0,0 1-1 0 0,0-1 1 0 0,0 0 0 0 0,0 0-1 0 0,-1 0 1 0 0,1 0 0 0 0,-1-1-1 0 0,1 1 1 0 0,-1-1 0 0 0,0 0-1 0 0,1 1 1 0 0,-1-1 0 0 0,-1 0 0 0 0,3-5-1 0 0,-1-1-2660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34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20508 0 0,'0'0'-348'0'0,"6"2"-37"0"0,17 5 374 0 0,0-2-1 0 0,0 0 1 0 0,0-2-1 0 0,1 0 1 0 0,34-2 0 0 0,-15-2 65 0 0,0-2-1 0 0,54-12 1 0 0,24-13 520 0 0,-26 5-5257 0 0,-84 21 2319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37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2825 0 0,'0'0'2416'0'0,"0"-1"-2464"0"0,0 1-32 0 0,0-1-24 0 0,0 0 24 0 0,0 1-80 0 0,0-1-392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39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0 188 6209 0 0,'16'-17'-1364'0'0,"-5"8"7691"0"0,10 1-5723 0 0,-17 6-277 0 0,2 2 550 0 0,11 3-812 0 0,0 0 1 0 0,21 7-1 0 0,-33-8-34 0 0,2 0 889 0 0,2 1-629 0 0,1-1-1 0 0,-1 0 1 0 0,1-1-1 0 0,0 0 1 0 0,-1-1-1 0 0,18 0 1 0 0,142-9-173 0 0,-141 7-28 0 0,-1-2-1 0 0,1 0 0 0 0,-1-1 1 0 0,34-12-1 0 0,-27 7-111 0 0,67-10 0 0 0,188 1 456 0 0,-143 17-335 0 0,-44 2-74 0 0,-54 0 20 0 0,83 11 0 0 0,1 2 11 0 0,-115-10-62 0 0,-13-3 1 0 0,46-3 40 0 0,91-2-33 0 0,-41 15-18 0 0,-32-4 149 0 0,1-2 0 0 0,1-3 1 0 0,91-12-1 0 0,-69 1 347 0 0,362-31 315 0 0,-99 42-518 0 0,-139 4 245 0 0,-6-19-365 0 0,-24 0 485 0 0,22 0 27 0 0,-100 5-263 0 0,15-7-22 0 0,-100 13-395 0 0,-20 1-9 0 0,21 6 16 0 0,81 4 242 0 0,-80-7-232 0 0,98 7 49 0 0,69 2 769 0 0,-79-10-647 0 0,-1 0 558 0 0,-105 0-697 0 0,0 0-13 0 0,1 0 0 0 0,-1 1 0 0 0,0 0 0 0 0,1 0 0 0 0,-1 1 0 0 0,0 0 0 0 0,0 0 0 0 0,0 1 1 0 0,0-1-1 0 0,8 6 0 0 0,-1-2 39 0 0,-3-1 37 0 0,-2-4-3568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40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18 13587 0 0,'0'0'86'0'0,"-1"-1"0"0"0,1 1 0 0 0,0 0 1 0 0,0-1-1 0 0,-1 1 0 0 0,1-1 0 0 0,0 1 0 0 0,0 0 0 0 0,0-1 1 0 0,0 1-1 0 0,0-1 0 0 0,-1 1 0 0 0,1-1 0 0 0,0 1 0 0 0,0-1 1 0 0,0 1-1 0 0,0 0 0 0 0,0-1 0 0 0,0 1 0 0 0,0-1 1 0 0,1 1-1 0 0,-1-1 0 0 0,0 1 0 0 0,0 0 0 0 0,0-1 0 0 0,0 1 1 0 0,1-1-1 0 0,-1 1 0 0 0,0-1 0 0 0,0 1 0 0 0,1 0 0 0 0,-1-1 1 0 0,0 1-1 0 0,0 0 0 0 0,1-1 0 0 0,-1 1 0 0 0,0 0 0 0 0,1 0 1 0 0,-1-1-1 0 0,1 1 0 0 0,-1 0 0 0 0,0 0 0 0 0,1 0 1 0 0,-1-1-1 0 0,1 1 0 0 0,-1 0 0 0 0,0 0 0 0 0,1 0 0 0 0,-1 0 1 0 0,1 0-1 0 0,-1 0 0 0 0,1 0 0 0 0,-1 0 0 0 0,1 0 0 0 0,-1 0 1 0 0,1 0-1 0 0,-1 0 0 0 0,1 0 0 0 0,39 5-500 0 0,-29-3 933 0 0,6 0-418 0 0,-1 1 0 0 0,0 0 0 0 0,0 1 0 0 0,0 1 0 0 0,22 10 0 0 0,-34-14-86 0 0,-1 1-1 0 0,1 0 0 0 0,-1 0 1 0 0,0 1-1 0 0,0-1 1 0 0,0 0-1 0 0,0 1 0 0 0,-1 0 1 0 0,1 0-1 0 0,-1 0 1 0 0,1 0-1 0 0,-1 0 1 0 0,0 0-1 0 0,0 1 0 0 0,2 5 1 0 0,-3-6-7 0 0,0 1 0 0 0,-1 0 0 0 0,1-1 0 0 0,-1 1 1 0 0,1 0-1 0 0,-1 0 0 0 0,-1-1 0 0 0,1 1 0 0 0,0 0 1 0 0,-1 0-1 0 0,-2 6 0 0 0,-1 3-28 0 0,-1 0 1 0 0,0 0-1 0 0,-2 0 1 0 0,1-1-1 0 0,-1 0 1 0 0,-1 0-1 0 0,-15 18 1 0 0,-25 20-1832 0 0,-3-5-3666 0 0,29-28-357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41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17 14243 0 0,'-10'-7'960'0'0,"0"0"-240"0"0,2 5 769 0 0,7 2-1297 0 0,1 0-168 0 0,-26 12-464 0 0,26-12 168 0 0,-9 24 112 0 0,-5-21-769 0 0,5 11-63 0 0,-1 1-360 0 0,0 0-1169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42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 15491 0 0,'-8'-5'2249'0'0,"7"5"-1873"0"0,0 0-600 0 0,1 0 8 0 0,-1 0-112 0 0,0 1 96 0 0,-12 29-817 0 0,11-14-2799 0 0,3-3 1423 0 0,1-1-3400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42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22 14267 0 0,'-7'-10'2305'0'0,"2"-1"983"0"0,5 11-3032 0 0,9 11-6249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43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39 17916 0 0,'-11'-15'3088'0'0,"2"2"-2399"0"0,-1 2 279 0 0,20 41-4737 0 0,-3-7 1489 0 0,-4-10 591 0 0,0-1-751 0 0,-1-1-321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4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16788 0 0,'0'0'480'0'0,"22"-2"-3993"0"0,-9 6 1320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44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23157 0 0,'0'0'128'0'0,"17"-11"-1904"0"0,-2 13 863 0 0,1 2-71 0 0,3 2-296 0 0,-1 1-1145 0 0,0 1-3488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44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10570 0 0,'0'-1'8050'0'0,"0"0"-7466"0"0,0 1-896 0 0,0-1 104 0 0,20-22-16 0 0,-5 24 64 0 0,-1 2 80 0 0,1 2-328 0 0,-1 1-200 0 0,-1 1-96 0 0,1 4-1129 0 0,-4-2-631 0 0,2 4-233 0 0</inkml:trace>
  <inkml:trace contextRef="#ctx0" brushRef="#br0" timeOffset="1">83 153 17380 0 0,'0'0'2992'0'0,"0"-1"-2672"0"0,0 0 65 0 0,0 1-530 0 0,0-1-375 0 0,0 0 328 0 0,1 1 16 0 0,-1-1 96 0 0,31-7 32 0 0,-2 15-2152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4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14259 0 0,'0'0'2112'0'0,"0"1"-2104"0"0,11 28 217 0 0,-4-15-129 0 0,0 3-8 0 0,0 1-64 0 0,1 3-80 0 0,-1 1-1177 0 0,0 0-119 0 0,-1-3-576 0 0,-1 2-2481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51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156 103 11362 0 0,'-5'-7'457'0'0,"0"0"-1"0"0,-1 0 0 0 0,0 0 0 0 0,0 1 0 0 0,-11-10 0 0 0,-14-13 336 0 0,34 27-734 0 0,-1 1 0 0 0,0 0 0 0 0,1-1-1 0 0,-1 1 1 0 0,1 0 0 0 0,-1 0 0 0 0,1 1 0 0 0,-1-1 0 0 0,1 0-1 0 0,-1 1 1 0 0,6-1 0 0 0,40-1 352 0 0,-18 2-235 0 0,50-8 725 0 0,-80 8-862 0 0,-5 0-204 0 0,-26-1 119 0 0,1 2 0 0 0,-50 7 0 0 0,20-1 102 0 0,51-7-24 0 0,0 2 1 0 0,0-1 0 0 0,1 1 0 0 0,-1 1 0 0 0,-14 5-1 0 0,23-8-15 0 0,0 0-15 0 0,0 0 0 0 0,0 0 0 0 0,1 0 0 0 0,-1 0 1 0 0,0 0-1 0 0,0 0 0 0 0,0 0 0 0 0,0 0 0 0 0,1 0 0 0 0,-1 0 0 0 0,0 0 1 0 0,0 0-1 0 0,0 0 0 0 0,0 0 0 0 0,0 1 0 0 0,1-1 0 0 0,-1 0 0 0 0,0 0 1 0 0,0 0-1 0 0,0 0 0 0 0,0 0 0 0 0,0 0 0 0 0,0 0 0 0 0,0 0 0 0 0,1 0 1 0 0,-1 1-1 0 0,0-1 0 0 0,0 0 0 0 0,0 0 0 0 0,0 0 0 0 0,0 0 1 0 0,0 0-1 0 0,0 0 0 0 0,0 1 0 0 0,0-1 0 0 0,0 0 0 0 0,0 0 0 0 0,0 0 1 0 0,0 0-1 0 0,0 0 0 0 0,0 1 0 0 0,0-1 0 0 0,0 0 0 0 0,0 0 0 0 0,0 0 1 0 0,0 0-1 0 0,0 1 0 0 0,0-1 0 0 0,0 0 0 0 0,0 0 0 0 0,0 0 0 0 0,0 0 1 0 0,0 0-1 0 0,0 0 0 0 0,0 1 0 0 0,0-1 0 0 0,0 0 0 0 0,0 0 1 0 0,-1 0-1 0 0,1 0 0 0 0,0 0 0 0 0,0 0 0 0 0,0 0 0 0 0,0 1 0 0 0,0-1 1 0 0,0 0-1 0 0,0 0 0 0 0,-1 0 0 0 0,5 2 8 0 0,0-1-1 0 0,0 1 1 0 0,0-1 0 0 0,0 0-1 0 0,0 0 1 0 0,0 0-1 0 0,0 0 1 0 0,1-1 0 0 0,-1 1-1 0 0,0-1 1 0 0,0 0 0 0 0,0-1-1 0 0,1 1 1 0 0,4-2-1 0 0,72-16 103 0 0,-68 14-86 0 0,17-5 52 0 0,-19 5-27 0 0,0 1 0 0 0,0 0 0 0 0,0 1 1 0 0,0 0-1 0 0,14 0 0 0 0,-26 8-1122 0 0,-12 32-2619 0 0,6-26 520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51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44 22237 0 0,'0'-1'17'0'0,"-1"0"1"0"0,1 0-1 0 0,-1-1 0 0 0,1 1 1 0 0,0 0-1 0 0,0 0 1 0 0,0-1-1 0 0,-1 1 0 0 0,1 0 1 0 0,0 0-1 0 0,1-1 1 0 0,-1 1-1 0 0,0 0 0 0 0,0 0 1 0 0,0-1-1 0 0,1-1 1 0 0,9 2-564 0 0,9 10-199 0 0,0 3 306 0 0,-15-9 99 0 0,-3-3-160 0 0,1 0 1445 0 0,-5-6-168 0 0,-9-11-760 0 0,10 15-33 0 0,0 0-1 0 0,0 0 1 0 0,0 1 0 0 0,0-1 0 0 0,0 1-1 0 0,0-1 1 0 0,0 1 0 0 0,0 0 0 0 0,0 0-1 0 0,-1 0 1 0 0,1 0 0 0 0,-1 0 0 0 0,1 1-1 0 0,-1-1 1 0 0,1 1 0 0 0,-1-1 0 0 0,1 1-1 0 0,-1 0 1 0 0,1 0 0 0 0,-1 0 0 0 0,1 0-1 0 0,-3 1 1 0 0,-7 1-406 0 0,0 0-1 0 0,1 0 0 0 0,-13 5 1 0 0,20-5 29 0 0,-48 15-3207 0 0,25-6 862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52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78 17620 0 0,'-1'-2'28'0'0,"1"-1"0"0"0,0 1 0 0 0,-1 0 0 0 0,1 0 0 0 0,0-1 1 0 0,1 1-1 0 0,-1 0 0 0 0,0 0 0 0 0,1 0 0 0 0,-1-1 0 0 0,1 1 0 0 0,0 0 1 0 0,0 0-1 0 0,-1 0 0 0 0,1 0 0 0 0,2-3 0 0 0,-2 4 2 0 0,1-2-305 0 0,-1 2 116 0 0,5 0 47 0 0,121-22 334 0 0,-104 15 2541 0 0,-45 12-2763 0 0,-12 2-3314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5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13 16283 0 0,'-9'-3'173'0'0,"5"1"-132"0"0,-1 0 0 0 0,0 1 1 0 0,1 0-1 0 0,-1 0 0 0 0,0 0 1 0 0,0 0-1 0 0,0 1 0 0 0,1 0 1 0 0,-1 0-1 0 0,0 0 0 0 0,0 1 1 0 0,0-1-1 0 0,-7 3 0 0 0,9-3-34 0 0,1 0 11 0 0,1 1 1 0 0,0-1-1 0 0,-1 0 0 0 0,1 0 1 0 0,0 1-1 0 0,0-1 1 0 0,-1 1-1 0 0,1-1 1 0 0,0 1-1 0 0,0-1 0 0 0,0 1 1 0 0,0 0-1 0 0,0-1 1 0 0,-1 1-1 0 0,1 0 1 0 0,1 0-1 0 0,-1 0 0 0 0,0 0 1 0 0,0 0-1 0 0,-1 2 1 0 0,1-2 35 0 0,-1 0-25 0 0,1 0-1 0 0,0 0 1 0 0,-1 0-1 0 0,1 1 1 0 0,0-1-1 0 0,0 0 1 0 0,0 1-1 0 0,0-1 1 0 0,0 1-1 0 0,0-1 1 0 0,1 1-1 0 0,-1 0 1 0 0,0 1-1 0 0,1 3 49 0 0,0-1 0 0 0,1 0-1 0 0,0 0 1 0 0,0 0 0 0 0,3 9-1 0 0,26 48 794 0 0,-3-6-90 0 0,-20-29-431 0 0,0 0 0 0 0,-2 0 1 0 0,0 1-1 0 0,0 50 0 0 0,0-6-124 0 0,0-2-99 0 0,-3 1 1 0 0,-4 0-1 0 0,-12 86 0 0 0,-50 210 261 0 0,41-250-248 0 0,-9 21 212 0 0,17-78-146 0 0,-16 119 0 0 0,31-179-202 0 0,0 0-1 0 0,0 0 0 0 0,0 0 0 0 0,0 0 0 0 0,0 0 1 0 0,0 0-1 0 0,0 0 0 0 0,0 0 0 0 0,0 0 0 0 0,0 0 1 0 0,0 0-1 0 0,0 0 0 0 0,0 0 0 0 0,-1 0 0 0 0,1 0 1 0 0,0 0-1 0 0,0 0 0 0 0,0 0 0 0 0,0 0 0 0 0,0 0 1 0 0,0 1-1 0 0,0-1 0 0 0,0 0 0 0 0,0 0 0 0 0,0 0 1 0 0,0 0-1 0 0,0 0 0 0 0,0 0 0 0 0,0 0 0 0 0,0 0 1 0 0,0 0-1 0 0,0 0 0 0 0,0 0 0 0 0,6 22 37 0 0,-5-18-15 0 0,-1-2 5 0 0,6 1 18 0 0,14 11 19 0 0,-14-12-4 0 0,-1 0 0 0 0,1 0 0 0 0,0 0-1 0 0,0-1 1 0 0,-1 0 0 0 0,1 0 0 0 0,0 0-1 0 0,0-1 1 0 0,0 0 0 0 0,0 0 0 0 0,9-2 0 0 0,0 2 1 0 0,226-16 188 0 0,-134 7-161 0 0,120 4 1 0 0,783 42 35 0 0,-957-36-125 0 0,78 1-12 0 0,151 21 1 0 0,63 14 62 0 0,-109-14-40 0 0,215 41 68 0 0,-416-58-90 0 0,553 77 918 0 0,-499-77-781 0 0,1-3 1 0 0,-1-4-1 0 0,0-5 0 0 0,143-26 0 0 0,426-119-67 0 0,-644 148-567 0 0,30-6 1330 0 0,-15 7-7280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57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1 246 22469 0 0,'0'0'848'0'0,"3"-2"-1449"0"0,2 0 484 0 0,0 1 0 0 0,0 0 1 0 0,0 0-1 0 0,0 0 1 0 0,0 0-1 0 0,0 1 0 0 0,1 0 1 0 0,-1 0-1 0 0,0 0 1 0 0,7 2-1 0 0,61 13 58 0 0,-22-3 4 0 0,15-2 23 0 0,0-3 0 0 0,0-3 0 0 0,106-8 0 0 0,379-58 1933 0 0,-80 7-1045 0 0,56 13-775 0 0,214-20 4 0 0,183 5 8 0 0,-893 56-81 0 0,176-3 81 0 0,-165 6-29 0 0,0 1 1 0 0,78 17-1 0 0,-92-11 43 0 0,0 1-1 0 0,-1 1 0 0 0,32 18 0 0 0,-27-12 47 0 0,50 17-1 0 0,-50-23-89 0 0,-8-4-12 0 0,39 18 1 0 0,-54-20-40 0 0,-1 0 1 0 0,0 0 0 0 0,0 0-1 0 0,0 1 1 0 0,-1 0 0 0 0,0 1-1 0 0,0 0 1 0 0,5 7 0 0 0,6 10 85 0 0,-1 0 0 0 0,-1 0-1 0 0,-2 2 1 0 0,0 0 0 0 0,-2 0 0 0 0,-1 1 0 0 0,13 48 0 0 0,-13-29 191 0 0,-3 1-1 0 0,-2 1 1 0 0,1 92 0 0 0,-18 188 377 0 0,3-239-405 0 0,-33 146 1 0 0,35-213-473 0 0,0-1 0 0 0,-2 0 0 0 0,0 0 0 0 0,-21 38 0 0 0,24-50-239 0 0,-1 0-1 0 0,0-1 0 0 0,0 0 1 0 0,-1 0-1 0 0,0-1 1 0 0,0 0-1 0 0,-1 0 1 0 0,0 0-1 0 0,0-1 0 0 0,0 0 1 0 0,-1-1-1 0 0,0 0 1 0 0,-11 5-1 0 0,-3-2-1210 0 0,0 0-1 0 0,-1-2 0 0 0,-30 5 0 0 0,3-5-1263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3T21:41:57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9 604 22405 0 0,'0'-1'-45'0'0,"-1"1"-1"0"0,1 0 1 0 0,-1-1 0 0 0,0 1 0 0 0,1-1 0 0 0,-1 1 0 0 0,1-1 0 0 0,-1 1-1 0 0,1-1 1 0 0,0 1 0 0 0,-1-1 0 0 0,1 0 0 0 0,-1 1 0 0 0,1-1-1 0 0,0 1 1 0 0,0-1 0 0 0,-1 0 0 0 0,1 1 0 0 0,0-1 0 0 0,0 0 0 0 0,0 0-1 0 0,0 1 1 0 0,-1-1 0 0 0,1 0 0 0 0,0 1 0 0 0,0-1 0 0 0,1 0-1 0 0,-1 0 1 0 0,0 1 0 0 0,0-1 0 0 0,0 0 0 0 0,0 1 0 0 0,1-2-1 0 0,0 1-25 0 0,1-1 0 0 0,-1 1 0 0 0,0-1 0 0 0,1 1 0 0 0,0 0 0 0 0,-1-1 0 0 0,1 1 0 0 0,0 0 0 0 0,-1 0 0 0 0,1 0 0 0 0,3-1 0 0 0,4-1 12 0 0,0 0 0 0 0,0 0 0 0 0,0 1 0 0 0,14-1 0 0 0,109 0-73 0 0,-62 2 119 0 0,99-12-1 0 0,517-120 4283 0 0,206-28-2250 0 0,-7 63-1942 0 0,-692 73-253 0 0,437-51 1127 0 0,2 35 292 0 0,-467 42-1337 0 0,-57 5-4332 0 0,-79-3-916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15T21:45:53.45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2378 3147 1216 0,'0'0'28'0,"0"0"-35"0,-1 0-4 0,0 0-8 16,1 0-5-16,-16 3 5 0,16-3 1 0,0 1 1 16,0-1 19-16,0 0 11 0,0 1 0 0,-7 16 3 15,7-17 3-15,0 0 7 0,0 0 3 0,0 0 0 16,1 0-3-16,18 7 2 0,-19-7-5 0,0 0 5 16,22 5-1-16,-14-4 10 0,2 0-1 15,2-1 3-15,-1 1-3 0,0-1 4 0,2 0-4 0,0 0 4 16,0-1-16-16,1-1-6 0,-1 2 1 15,1-1-4-15,-1 0-1 0,1 1-5 16,1-1-1-16,-1-1-1 0,2 2-2 0,-2-1-5 16,0-1 5-16,-2 1-5 0,1 0 14 0,-1 0-12 15,1 0 4-15,-2 0-6 0,0 0 3 0,-1 0 2 0,-2 1 0 0,-1-1 1 16,1 1 1-16,-2-2 2 0,0 2-2 16,-6 0 3-16,0 0-5 0,0 0 1 0,1 0 5 0,-1 0-2 15,0 0 7-15,1 0 0 0,-1-1-8 0,1 1 4 16,-1-1-16-16,0 1 4 0,0-1 3 15,0 1 1-15,-5-16-2 0,5 16-6 0,0 0-5 0,-22-5 1 16,14 4-11-16,-3 1 2 0,-1 1 4 16,0-1 2-16,-2 0 22 0,1 0-3 0,1 1 5 0,0 0-4 15,-1-1 2-15,2 0-2 0,-1-1-2 16,1 0 2-16,2 1 7 0,-1 0 3 0,0-1 1 16,2 1-1-16,-1 0-3 0,2 1-1 0,1 0-3 0,-2-1 1 15,1 1-8-15,0-1 4 0,1 2-4 16,0-1 2-16,0 1-12 0,1-1 9 0,5-1-1 15,0 0 5-15,-1 0-6 0,0 1 19 0,1-1-2 0,-1 1 9 16,1-1 4-16,0 17-8 0,0-17-1 0,13 7-3 16,-3-4-9-16,1 1-10 0,3 0 7 0,0 1-8 15,2 0 10-15,1 1 1 0,0 0-17 0,2 0 1 16,0 0-107-16,-2 0-129 0,2 0-66 0</inkml:trace>
  <inkml:trace contextRef="#ctx0" brushRef="#br1" timeOffset="25805.09">2284 3187 660 0,'0'0'-37'0,"0"0"7"16,0 0-7-16,0 0 109 0,0 0-28 16,0 0 11-16,0 0-1 0,0 0-9 0,0 0 20 15,0 0 8-15,0 0-3 0,0 0 12 0,0 0-7 0,0 0 16 16,1 0-16-16,-1 0-4 0,1 0-3 0,-1 0-6 16,1 0-10-16,0 0 1 0,14-2-6 0,-15 2-9 0,0 0-6 15,1 0 2-15,-1 0-3 0,18 6 4 0,-18-6-7 16,1 0-4-16,16 2-1 15,-16-2-13-15,17 3 11 0,-8-2-2 0,2 0 4 0,-1-1-13 0,-1 1 13 16,1 0-9-16,0-1 11 0,0 2-1 16,0-1-3-16,-1-1 2 0,1 2-3 0,-1-1-2 15,1 1-6-15,-2-1 6 0,0-1-4 0,1 2 18 0,-1-1-1 16,0-1 0-16,1 1-3 16,-1-1-11-16,-1 0 0 0,2 0 0 0,-2 0 0 0,2-2-6 15,-1 2 1-15,0 0-4 0,-2 0 4 0,-1 0-8 16,1 0 2-16,-7 0 0 0,0 0 2 15,1 0 5-15,18 3-9 0,-19-3 6 0,0 0-7 16,0 0 6-16,1 0 0 0,-1 0-4 0,1 1 2 16,0-1-2-16,14 9 1 0,-15-9 1 0,0 0 0 15,0 0-3-15,0 0 5 0,0 0-4 0,0 0 4 16,0 0 1-16,0 0-3 0,0 0 1 0,0 0-3 16,0 0-14-16,0 0-48 0,0 0 5 0,0 0-21 0,0 0-13 0,0 0-34 15,0 0-3-15,0 0-14 0,0 0-48 0,0 0-54 16,0-1-56-16</inkml:trace>
  <inkml:trace contextRef="#ctx0" brushRef="#br1" timeOffset="26387.24">2413 3165 197 0,'0'0'52'0,"0"0"83"0,0 0 66 15,0 0-55-15,0 0 8 0,0 0-33 0,1 0-43 0,0 0 6 16,15 8 1-16,-16-8-2 0,1 0-24 0,0 0 9 15,17 6-12-15,-18-6 10 0,0 0-20 0,22-1-1 16,-13 1 0-16,0 0-1 0,0 1-7 0,1-1-10 16,-2 0-4-16,3 0-1 0,-2 1-7 15,1-1-5-15,0 0 4 0,0 2-4 0,1-2 12 0,1 1 2 16,1 0-1-16,-2-1 0 0,0 2-4 0,0 0 4 16,1 0-5-16,-2 0 5 15,0-2 0-15,0 2-8 0,0-1 4 0,-2 0-6 16,-1-2 5-16,-1 0 1 0,-6 1 1 0,0 0 0 15,1 0-5-15,17 4-3 0,-18-4 3 0,0 0-3 16,0 0 10-16,0 0-10 0,1 0 1 0,-1 0-4 0,0 0 5 16,1 0 1-16,0 0 2 0,-1 0-1 0,0 0 4 0,0 0-10 15,0 0 2-15,0 0-9 0,0 0-27 16,0 0-53-16,0 0-5 0,0 0-17 0,0 0-42 0,0 0-111 16,0 0-36-16</inkml:trace>
  <inkml:trace contextRef="#ctx0" brushRef="#br1" timeOffset="36157.01">4684 2416 162 0,'0'-4'86'15,"0"4"-29"-15,0-1 39 0,0 1-96 0,4-19-1 0,-4 19-9 16,0-1 8-16,1 1-6 0,-1 0 6 15,17-19-4-15,-17 18 3 0,0 1 2 0,4-20 0 0,-4 20 6 16,0 0-2-16,0-1 3 0,3-16-2 0,-3 17 17 16,0 0 46-16,0-1 0 0,-4-17 18 0,4 18 23 0,0 0-20 15,0 0 1-15,-1-1-10 16,1 1-18-16,-14-16-40 0,14 16 7 0,0 0-19 16,0 0 0-16,-1 0-11 0,-15-5 0 0,16 5-4 15,0 0 6-15,-1 0 0 0,1 0 2 0,-18 6-1 16,18-6 13-16,0 0 16 0,0 0-3 0,-1 0 6 15,-18 8-7-15,19-8 0 0,0 0-1 0,0 0-1 16,-20 10-12-16,20-10 3 0,0 0-3 0,-1 1 2 16,-18 13-16-16,19-14 5 0,0 1-5 0,-19 14 5 15,11-9-6-15,0-1 5 0,1 0 3 0,0 0 1 16,0 1 9-16,1 0 8 0,-1-1-3 0,2 1 3 16,0-1-5-16,-1-1 8 0,2 1-4 0,0 0 3 15,-2-1-8-15,2 1-3 0,-1 0 1 0,-1-1-2 0,3 1-2 0,-2 0-5 16,1 0 3-16,0 0-3 15,0 0 6-15,1-1-9 0,-1 1 1 0,0 0-4 16,0 1 5-16,4-6-3 0,0 0 2 0,-1 1-3 16,-13 15 5-16,14-16-9 0,0 1 7 0,-10 15-6 15,10-16 10-15,-1 0-8 0,0 0 4 0,-14 21-4 16,15-21 0-16,0 0 5 0,-10 18-7 0,10-18 5 16,0 0 1-16,-8 18 0 0,8-18 4 0,0 0-4 15,0 1 0-15,-4 19 2 0,4-20-2 0,0 1 2 16,-1 16-6-16,1-17 7 0,0 0-2 0,0 19 4 0,0-19-5 15,0 1-5-15,0 20 2 0,0-21-3 16,0 0 3-16,0 21 3 0,0-21-1 0,0 1 2 0,2 18-3 16,-2-19-1-16,0 1-2 0,3 16 1 15,-3-17-1-15,0 1 3 0,0-1 2 0,7 19 1 0,-7-19-3 16,0 0 0-16,1 0 0 0,-1 1 1 16,12 18 9-16,-12-19-14 0,0 1 7 0,1-1-7 0,11 17 7 15,-12-17-5-15,0 0 0 0,0 0-1 16,15 19 4-16,-15-19-2 0,0 0 5 0,1 1-3 0,18 12 5 15,-19-13-3-15,0 0-2 16,17 10 0-16,-17-10 3 0,2 0-1 0,15 8 1 16,-17-8-1-16,0 0-1 0,20 8-2 0,-19-8 1 15,-1 0-1-15,22 5 2 0,-22-5 3 0,17 1-3 0,-7-2 4 16,0 0-3-16,1 0-2 0,1-1 6 0,0 0-5 0,1-1 11 16,-1-1-13-16,-2 1 2 0,2-1-4 15,-1 0 10-15,0 0-5 0,0 1 1 16,-1-1-3-16,0-1-1 0,0 1 2 0,0-1 0 0,-1 1 1 15,-1-1-1-15,1 1-3 0,-1-1 2 16,0-1-1-16,0 1 11 0,0 0-7 0,-1-1 3 0,0-2-5 16,-1 2 8-16,0-1-1 0,-1-1-2 0,0 1 1 0,1-3-1 15,-3-1-2-15,1 0 3 0,-1-2-3 0,0 0-1 16,-2-1 8-16,0 1-5 16,-2-2 5-16,0 1-12 0,-1-2 23 0,-1 3-11 15,-1-2 14-15,-1 1-19 0,0 2 11 0,-1-1 0 16,-2 2 1-16,0-1-8 0,-2 2-2 0,-1-1-2 0,0 1 0 15,0 1-1-15,-1 0-12 0,2 0 5 0,-3 1-6 0,0 0 6 16,0 1-3-16,0 0-1 16,-1 2-1-16,3-1 4 0,-1 1 3 0,3-1 1 0,-1 2 0 15,1-1-4-15,0 0 2 0,1 0-3 0,3 0 4 16,-3 0-1-16,3 1 1 0,0 0-1 16,0 0-1-16,5 4-9 0,0-1-9 0,0 1-14 15,0-1 0-15,-1 1-72 0,0-1-170 0,1 1-85 0</inkml:trace>
  <inkml:trace contextRef="#ctx0" brushRef="#br1" timeOffset="44065.57">2410 3072 705 0,'0'0'71'0,"0"-1"65"0,0 1 19 0,0-1-10 16,-1 1-17-16,1-1-74 0,-1 1-6 0,1-1-11 16,0 1-28-16,-17-20-15 0,17 20 4 0,0 0-10 15,0 0 1-15,-1 0 7 0,1 0-2 0,0 1 4 16,-16 20 1-16,16-21-5 0,0 0-2 0,-12 19-2 16,12-19-14-16,0 1-4 0,-1-1 4 15,-12 19-2-15,13-19 24 0,0 0 2 0,0 0 0 0,-1 0 2 16,1 0 1-16,-1 0-1 0,1 0 3 0,-1 0-1 15,1 0 5-15,-1 0-5 0,1 0-3 16,-1 1 0-16,1-1-2 0,0 1-5 0,-1-1 8 16,1 1-4-16,-1-1 2 0,-5 18 0 0,6-18-5 0,0 0 4 15,0 1 1-15,0-1-7 0,16 20 1 16,-16-20-3-16,0 0 8 0,18 13-6 0,-10-8 2 0,1-2-2 16,-2 0 16-16,1 0 17 0,0-1 5 0,-1 1 4 15,0-1 18-15,0-1 8 0,1 0 2 16,0-1 2-16,1 0 1 0,-1-2-14 0,1 1-2 15,0 0-5-15,1 0-15 0,-1-1-8 0,1 1 1 16,-2-1-4-16,2 1-5 0,1 1-11 0,0 0 1 0,0 0-4 16,1 0 5-16,-1 0-7 0,2 0 3 0,-1 2-4 15,1 0 5-15,-1 0 3 0,-1 0-5 0,1 1 2 16,-2-1-2-16,0 1 3 16,1 0-2-16,0 0 3 0,-1 1-5 0,0-2 2 0,0 0 5 0,0-2-2 15,-2 1-4-15,2-1 6 0,-1 0-2 0,0-1 4 16,-1 0-7-16,-1 1-2 0,1 0 3 15,-2 0-2-15,-6 0 4 0,1 0 4 0,-1 0-7 16,17 1 5-16,-17-1-6 0,0 0 8 0,0 0-5 16,0 0 7-16,0 0-5 0,0 0 1 0,0 0 8 0,0 0-5 15,0 0 10-15,0 0 2 0,0 0-2 0,0 0 2 16,0 0-6-16,0 0-3 16,-1 0 0-16,-17 3-1 0,17-3 0 0,1 0-6 0,-22-5 4 15,14 3-3-15,0-1 8 0,-2 1-9 0,0-1 2 16,-1-1-2-16,0 1 1 0,-1 1-1 0,-1 1-1 0,-1 0 0 15,-1 1-5-15,-1 0 6 0,1 1-5 0,-2 0 6 16,-1 0-7-16,2 1 1 16,0-1 1-16,1 0 1 0,3 0-2 0,1-1-2 0,-1 1 1 0,2 1-2 0,0 1 2 15,1-2 1-15,-1 1-1 16,1-1 1-16,0-1 5 0,2 1-7 0,1 0 4 0,6-1-3 16,0 0 6-16,0 0-6 0,-2 0 1 15,2 0-3-15,0 0-2 0,-1 0-8 0,1 0 3 16,-1 0-4-16,1 0 14 0,0 0-5 0,0 0-5 0,0 0-2 15,0 0-44-15,0 0-79 0,19 6-13 16,-19-6-33-16,15 2-152 0</inkml:trace>
  <inkml:trace contextRef="#ctx0" brushRef="#br1" timeOffset="49177.17">2774 3927 4 0,'0'0'167'0,"-1"0"-8"0,0 0 72 15,1 0 11-15,-1 0-48 0,1 0-37 0,-17 0-55 16,17 0 1-16,0 0-7 0,0 0-16 0,0 0-26 16,0 0 0-16,-1 0-9 0,1 0-14 0,-1 0-10 15,1 0 2-15,0 0-5 0,-1 0-9 0,0 0 6 16,1 0-3-16,-1 0 6 0,1 0 4 0,0 0-2 15,0 0 3-15,0 0 0 0,1 0 14 0,-1 0 6 16,17 10 0-16,-17-10 0 0,0 0-8 0,18 4 1 16,-18-4-4-16,19 3 1 0,-10-2-18 15,2 0 0-15,1 0-6 0,1-1 3 0,0 0-9 16,2 1 7-16,-1-1-1 0,2 0 3 0,-1 0-10 16,0 0 3-16,0 0 1 0,0 0 1 15,0 1 2-15,0-1-5 0,1 0-2 0,0 0-1 0,1 1 2 0,1-1 4 0,-1 0-5 16,-2 0 4-16,1 0-9 15,-1 0 9-15,-1 0-1 0,0-1 4 0,-1 1-4 0,-1-1 3 16,1 0-2-16,-2 0 2 0,0-1-4 0,0 1-1 0,1 0 2 16,-3 0-1-16,0 0 7 0,0 0-4 15,-2-1 0-15,0 1-2 0,-7 1 1 0,1 0 3 16,-1 0 1-16,0 0 2 0,0 0 3 16,2 0 19-16,-2 0-7 0,0 0 9 0,0 0-23 0,1 0-10 15,-1 0 2-15,0-1-4 0,0 1-4 0,-1-1 1 16,-23-10-4-16,13 10 4 0,-1 0 1 0,0-1 2 15,0 1 7-15,1-2-2 0,-1 1 6 0,0-1 0 16,0 0-4-16,-1-1 3 0,-1 0-5 0,0 1 3 0,-2 0-3 16,-1 0 3-16,0 0-9 0,-3 2-4 0,0 0 1 15,1 1-4-15,1 0-2 16,-2 0 4-16,2 0 0 0,0 1 2 0,0 0-3 0,2 1 7 0,0-1-3 16,2 0 4-16,0 0-2 0,3 0 6 15,0 0 2-15,3 0 0 0,0 0 0 0,2 0-2 16,0 0-6-16,6-1 4 0,0 0-6 15,-1 0-7-15,1 0 0 0,0 0-3 0,-1 0 3 0,1 0 1 16,0 0 5-16,0 1-3 0,1-1 7 16,12 17 4-16,-13-17-1 0,15 6 1 0,-7-3-5 0,2 0 0 15,2 0 3-15,1-1 1 0,2 1 6 0,0-2-4 16,2 1 2-16,0-1-3 0,0 0 3 0,-1 0-3 16,2-1 3-16,2 0-3 0,-2-1 4 0,3 0 2 15,0 0-6-15,-2-2 4 0,1 2-9 0,-3-2 8 16,2 1-3-16,-3 0 5 0,1 0-3 0,-2-1-5 15,-1 1 1-15,0 0-2 0,1 0 8 16,-2 0-7-16,1 1 2 0,-2 0-4 0,-3 1 7 0,0 0-7 16,-2 0 2-16,-7 0-3 0,1 0 5 0,-1 0-3 15,17 1 4-15,-17-1-4 0,0 0 1 0,0 0 4 16,0 0-2-16,0 0 1 0,0 0-4 0,0 0 3 16,0 0-5-16,0 0 1 0,0 0-43 0,0 0-34 15,0 0-14-15,0 0-7 0,-1 0-56 16,-20-4-56-16,21 4-20 0,0 0-35 0,-18-3-311 0</inkml:trace>
  <inkml:trace contextRef="#ctx0" brushRef="#br1" timeOffset="54406.23">2766 3941 1154 0,'-8'-1'89'0,"2"0"19"0,6 1 14 0,-1 0 9 16,0 0-46-16,1 0-43 0,-1 0-7 15,1 0-6-15,0 0-38 0,0-1 9 16,-2 1-2-16,2 0 4 0,0 0-10 0,0 0 8 16,0 0 0-16,0 0 4 0,2 0-4 0,17-7 9 0,-19 7-7 15,1 0 8-15,18-1 2 0,-19 1 10 0,1 0 0 16,21-1 4-16,-22 1 0 0,0 0 3 0,20 0-4 0,-20 0 5 15,1 0 3-15,21 0-8 0,-22 0 3 16,16 0-5-16,-7-1 4 0,2 0-1 0,0-1-1 0,0-1-3 16,1 1-18-16,0-1 2 0,-1 0-3 0,0 0 2 15,0 0 0-15,2 1-4 0,-1-1 4 0,2 1-5 16,0-1-1-16,2 2 4 16,-1 0-6-16,1-1 7 0,-2 2-4 0,0 0 0 0,-1 0 2 15,1 0-2-15,0 0 1 0,-2 1 3 16,1-1-4-16,-2 0 5 0,0-1 8 0,0 0 3 15,-1 0 8-15,2 0-5 0,-4-2 10 0,4 1-10 16,-2 0 3-16,-1-1-4 0,2 1 4 0,-4 0-6 16,-2 1 1-16,-5 1-2 0,2 0 3 0,-2 0-1 15,0 0-4-15,17-1 1 0,-17 1-7 0,0 0-1 16,0 0 2-16,0 0-1 0,0 0 7 0,0 0-7 16,0 0 4-16,0 0-6 0,1 0 5 0,-1 0-16 0,0 0-20 15,0 1-7-15,0-1-126 0,0 1-171 16,0-1-84-16</inkml:trace>
  <inkml:trace contextRef="#ctx0" brushRef="#br1" timeOffset="58507.68">5667 3531 203 0,'0'0'118'0,"0"0"72"0,0 0 9 0,0 0-110 0,0 0-28 0,-1 0-7 15,1 0-2-15,-1 0 1 0,1 0-13 16,-20 0-11-16,20 0-1 0,0 0-4 0,0 0-4 0,0 0 3 15,0 0-3-15,0 0 3 0,0 0 9 0,0 0 6 16,0 0 8-16,0 0-4 0,0 0 9 0,0 0-6 16,0 0-1-16,0 0-1 0,0 0-9 15,0 0-1-15,0 0 2 0,0 0 0 0,1 0 0 16,-1 0-4-16,1 0-3 0,15 2 1 0,-16-2-5 16,0 0 2-16,0 0 5 0,0 0-1 0,0 0 7 15,1 0-6-15,0 0-3 0,-1 0 1 0,16 0-5 16,-16 0-9-16,0 0 1 0,1 0-4 0,-1 0-6 15,0 0-1-15,19 1 2 0,-19-1-3 0,0 0 0 0,1 0-3 16,-1 0-1-16,18 3 0 16,-18-3 3-16,0 0 7 0,0 0 0 0,1 0 3 15,16 5-4-15,-17-5 2 0,1 0 1 0,0 0 0 16,14 6 4-16,-15-6-3 0,1 0 1 0,16 1 0 16,-17-1 1-16,1 0-2 0,20-4-2 0,-21 4 0 15,17-2-7-15,-17 2-1 0,0 0-1 0,23-5 0 0,-23 5 6 0,1 0-8 16,22-2 5-16,-23 2-5 15,16-1 0-15,-16 1 6 0,16 0-5 0,-15 0 4 0,-1 0-5 16,23 2 0-16,-23-2-1 0,1 0 0 16,20 5 1-16,-21-5 2 0,0 0 2 0,22 5-3 15,-22-5-1-15,0 0 0 0,22 4 1 0,-22-4-1 16,1 0 2-16,20 1 0 0,-20-1 0 0,-1 0 0 0,23 1 3 16,-23-1 2-16,1 0 6 0,21 0-3 15,-21 0 5-15,-1 0 4 0,20-1-6 0,-20 1 5 16,0 0-14-16,17-1 3 0,-17 1-3 0,0 0 2 0,16 2-4 0,-16-2-2 15,1 0 4-15,0 0-4 16,-1 0 7-16,17 5-2 0,-17-5-6 0,0 0 2 16,1 0 1-16,-1 0 5 0,1 0-2 0,0 0 2 0,-1 0-3 0,0 0-8 15,16 2-6-15,-16-2-6 16,0 0-63-16,0 0-101 0,0-1-35 0,0 1-76 16,0-1-709-16</inkml:trace>
  <inkml:trace contextRef="#ctx0" brushRef="#br1" timeOffset="61417.64">5107 3522 12 0,'0'0'208'0,"0"0"-57"0,0 0 99 0,0-1-142 16,0 1-33-16,0-1-26 0,0 1-42 0,0 0 0 16,0-1-5-16,0 1-6 0,0-19 8 0,0 19-5 0,0 0 6 15,0 0-5-15,0 0-2 0,0 0 5 16,0 0-1-16,0 0 31 0,0 0 19 15,0 0 2-15,0 0 4 0,0 0 2 0,0 0 10 16,2 0-9-16,-2 0 7 0,17-2-20 0,-17 2-2 0,0 0-3 16,1 0-1-16,-1 0-22 0,16-8 0 15,-16 8-4-15,1 0 2 0,-1 0-9 0,0 0-4 0,0 0 1 16,19-5-2-16,-19 5-4 0,0 0 0 16,0 0 1-16,1 0-1 0,-1 0 0 0,18 0 1 15,-18 0-1-15,0 0 1 0,1 0-1 0,16 1 2 16,-17-1 3-16,0 0 0 0,1 0 4 0,18-1 4 15,-19 1-2-15,1 0 3 0,17-1-5 0,-18 1-2 16,0 0 1-16,0 0-1 0,18-1-6 0,-18 1 3 0,1 0-2 16,0 0 3-16,-1 0 1 0,17 1-3 15,-17-1 1-15,0 0-2 0,0 0-6 0,0 0 9 16,1 0-5-16,-1 0 8 0,0 0 1 0,1 0-7 16,-1 0 7-16,1 0-7 0,-1 0 8 0,1 0 1 15,-1 0 2-15,1 0 0 0,-1 0 6 0,0 0-7 16,1 0-3-16,-1 0 0 0,0 0-12 15,0 0 2-15,0 0-1 0,0 0 2 0,0 0 2 0,0 0 2 16,-1 0 3-16,1 0-1 0,-17 6 3 0,17-6-5 16,-1 0 1-16,0 0-3 0,-15 0 7 0,16 0-2 15,-1 0-1-15,0 0 0 0,-17-3 0 0,18 3 1 16,0 0-2-16,0 0 1 0,-20-3-6 0,20 3-1 16,-1 0 5-16,1 0-4 0,-1 0 7 0,-16 0-6 15,17 0-3-15,0 0 1 0,-1 0-1 0,-15-1 0 16,16 1 2-16,0 0-2 0,0 0 3 0,-1 0-1 15,1 0-1-15,-17-2-1 0,17 2 1 16,0 0-1-16,0 0 1 0,0 0-1 0,0 0 2 0,0 0-3 16,0 0 1-16,-1 0-2 0,0 0-1 0,1 0-2 0,-1 0-1 15,1 0 0-15,0 1 1 0,-1-1 7 16,1 1-3-16,0-1 3 0,0 0-6 0,0 1 6 16,0-1 0-16,0 1 1 0,0-1 2 15,0 1 1-15,0-1 3 0,4 17-3 0,-4-17-1 0,0 0-1 16,0 0-2-16,1 0 0 0,16 4 1 15,-17-4 2-15,1 0-2 0,0 0 2 0,16 1-3 0,-17-1 0 16,0 0 2-16,0 0 1 0,18 0 14 16,-18 0-12-16,1 0 6 0,-1 0-8 0,19-3-2 0,-19 3 3 15,1 0-4-15,17-2 3 0,-18 2-1 16,1 0 0-16,16-3 2 0,-17 3-1 0,0 0 4 16,0 0-9-16,19-3 3 0,-19 3-4 0,0 0 8 0,1 0-1 0,-1 0-2 15,16-4 1-15,-16 4 3 0,0 0-1 16,0 0-1-16,1 0-1 0,-1 0-2 0,0 0 2 15,1-1 0-15,-1 1 1 0,16-8-1 0,-16 8-3 16,0 0 1-16,0 0-1 0,0 0 0 16,0 0 2-16,0 0 0 0,0 0 1 0,0 0 6 15,0 0-4-15,0 0-2 0,0 0 0 0,0 0 3 16,0 0-2-16,0 0 3 0,0 0-4 0,0 0-3 0,0 0 4 16,0 0-2-16,0 0 2 15,0 0-2-15,0 0-28 0,0-1-8 0,0 1-12 0,0 0-64 0,0 0-99 16,0 0-33-16</inkml:trace>
  <inkml:trace contextRef="#ctx0" brushRef="#br1" timeOffset="65208.51">5081 3557 89 0,'0'0'82'0,"-1"0"-22"0,1 0 38 0,-1 0-67 0,1 0-15 16,0 0-14-16,-1 0-5 0,0 0-4 0,1 0 5 15,0 0 3-15,-17-3-1 0,17 3-1 0,0 0-1 0,0 0 1 16,0 1 38-16,0-1-1 0,0 0 18 16,0 0 22-16,0 0 13 0,0 0-2 0,0 0 5 15,0 0-7-15,0 0-14 0,0 0 1 16,0 0-6-16,0 0 0 0,1 0-24 0,-1 0 4 0,16 1-12 15,-16-1-11-15,1 0-11 0,0 0-6 16,18 1-1-16,-19-1-8 0,1 0 6 0,16 2 2 16,-17-2 0-16,1 0-5 0,18 4 0 0,-19-4-2 0,0 0 0 15,19 3 2-15,-19-3 4 0,1 0-4 0,17 0 3 16,-18 0 8-16,0 0 17 0,20-2 4 0,-20 2 1 16,0 0-8-16,20-4-8 0,-20 4 1 0,1 0-2 15,17-3 4-15,-18 3-8 0,1 0 0 16,-1 0-3-16,18-2-9 0,-18 2 4 0,0 0-3 15,2 0 3-15,-2 0-4 0,0 0 2 0,1 0 3 16,16 3 1-16,-17-3-7 0,0 0 4 0,0 0-3 0,0 0 4 16,1 0 0-16,-1 0 2 0,0 0 0 0,1 0-1 15,-1 0-3-15,1 0 11 0,0 0-1 16,15 0 5-16,-16 0 0 0,0 0-2 0,0 0-6 0,0 0 4 0,1 0-9 16,-1 0-1-16,0 0 1 15,1 0-2-15,-1 0 1 0,1 0-1 0,0 0 3 0,14 0-3 16,-15 0 4-16,0 0-4 0,0 0 4 0,0 0-4 15,0 0 6-15,0 0-1 0,0 0-1 0,0 0 0 16,0 0 0-16,0 0-3 0,1 0 1 0,-1 0-2 16,1 0-2-16,0 0 1 0,-1 0 1 0,0 0-1 15,0 0 5-15,1 0-5 0,0 0 1 16,-1 0-3-16,0 0-3 0,1 0 5 0,-1 0-1 0,1 0 1 16,-1 0 2-16,0 0 3 0,1-1-1 15,-1 1 2-15,1-1-5 0,0 1 2 0,-1-1-4 16,0 1 2-16,1-1 2 0,-1 1-4 0,1 0 5 15,-1-1-5-15,0 1-3 0,1-1 3 0,-1 1-2 16,1-1 3-16,-1 1-2 0,1-1-73 0,-1 1-12 0,0 0-33 0,1-1-162 16</inkml:trace>
  <inkml:trace contextRef="#ctx0" brushRef="#br1" timeOffset="66085.23">5710 3540 807 0,'0'0'89'0,"-1"0"-25"0,0 0 39 15,1-1-85-15,0 1-9 0,-1 0-12 0,1 0-2 16,0 0 1-16,-1 0 1 0,0 0 6 16,-18 2 2-16,19-2-2 0,0 0 4 0,0 0 14 0,-1 1 18 15,1-1 6-15,0 1 6 0,0-1 36 16,0 1 2-16,0-1-3 0,0 1 0 0,0-1-30 0,0 0-7 16,0 1-5-16,0-1-1 15,0 1-12-15,0-1-6 0,0 1-6 0,0-1-1 0,0 1-17 16,1-1 8-16,16 13-1 0,-17-13 3 0,0 0-6 15,1 0 6-15,16 2 0 0,-17-2 1 0,0 0 1 0,1 0 0 16,20 1 3-16,-21-1-3 0,0 0 5 16,23 0-8-16,-14 0-2 0,0 0-2 0,0 0 2 15,1-1 1-15,-1 0 1 0,0 0-3 0,1 0-5 0,-2 1 2 16,2 0-3-16,-2-1 3 0,0 1-4 16,1 1 5-16,-1-1 0 0,1 1 2 0,0-2 4 15,-1 1-4-15,1 1 4 0,-2-1-5 0,2 1 1 16,-1-1 4-16,0 1-1 0,0-2 3 0,0 1-9 0,-1 1 5 15,0 0-9-15,1 0 8 16,0 0-5-16,-1-1 1 0,1 0 5 0,-2 1-4 0,1-1-3 16,-1 0 3-16,1 1-5 0,-1-2 5 0,1 1-2 0,-2 0 1 15,-5 0-1-15,0 0 1 16,1 0 0-16,18-1 5 0,-19 1-3 0,0 0 3 0,0 0-7 0,1 0 0 16,18-1 7-16,-19 1-5 15,0 0 2-15,0 0 1 0,0 0-4 0,1 0 4 0,17-6-2 16,-18 6-1-16,0 0 2 0,0 0-2 0,1 0 0 15,-1 0-3-15,1 0 3 0,16-7-6 0,-17 7-49 0,0 0-63 16,0 0-28-16,1 0-15 16,-1 0-156-16</inkml:trace>
  <inkml:trace contextRef="#ctx0" brushRef="#br1" timeOffset="73976.66">2669 3976 1268 0,'0'0'84'0,"0"0"-8"0,0 0-4 16,0-1-35-16,0 1-38 0,0-1-18 16,0 1 4-16,0-1-5 0,3-16 15 0,-3 17 4 15,0 0 1-15,0 0 1 0,0-1 5 0,0 1 10 16,1-1 1-16,15-12 4 0,-16 13 16 0,0 0 22 0,0 0-3 0,1 0 8 16,-1 0-10-16,17-6 4 0,-17 6-2 0,0 0 1 15,0 0-10-15,0 0-6 0,1 0-2 0,16-7-2 16,-17 7-11-16,1 0-13 0,0 0 1 0,16-5-5 15,-17 5 2-15,0 0 0 16,18-4-3-16,-18 4 2 0,0 0-6 0,22-4 10 16,-22 4 1-16,17-3 2 0,-7 3-7 0,0-1 5 0,-1 1-1 15,2 0 4-15,-1 0-3 0,0 0-3 0,0 1-1 16,1 0 1-16,-1 0 7 0,1 0-6 0,0 1 4 16,-1-1-6-16,2 0 4 0,-1 0-1 0,0 1-1 15,0-1 1-15,1-1 0 0,0 0-2 0,1 0-1 16,0 0-1-16,1 0-1 0,0-1 4 15,-1 1 0-15,0 0 1 0,1-1-3 0,-2 1-4 16,-1 0 2-16,1 0-2 0,-1 1-3 0,-1 0 4 0,1-1 0 0,-2 1 2 16,1 1 0-16,-2-1 0 15,0-1-2-15,-1 1 2 0,1-1 0 0,-1 1 1 16,0-1 3-16,0 0-2 0,-1 0 9 0,1 0-6 16,0 0 1-16,0-1-2 0,1 1-4 0,-1-1-3 0,-1 1-1 15,1 0-1-15,-1 0 2 0,-6 0-1 0,0 0 1 16,1 0-2-16,15 0-9 15,-16 0 8-15,0 0-4 0,0 0 6 0,1 0-7 0,0 0 1 0,-1 0 2 16,0 0 0-16,16 5-2 0,-16-5-29 16,0 0-15-16,0 0-8 0,0 0-84 0,0 0-123 15,0 0-42-15</inkml:trace>
  <inkml:trace contextRef="#ctx0" brushRef="#br1" timeOffset="78592.28">4679 4621 1299 0,'-5'-4'120'0,"1"1"26"0,4 3 7 0,0 0-54 16,-1 0-53-16,1 0-54 0,-1 0-3 0,1 0-9 15,0 0-18-15,0 0 30 0,0 0-8 0,-1 0 16 16,1 0 4-16,0 0 8 0,0 0 4 0,0 0 1 16,0 0 21-16,0 0 20 0,0 0-2 0,1 0 8 15,-1 0 3-15,0 0-11 0,1 0-3 0,15 7-4 16,-16-7-18-16,0 0-14 0,0 0 5 0,1 0-8 0,16 4 8 16,-17-4-6-16,0 0 2 0,0 0-4 0,19 4 0 15,-19-4-5-15,1 0 4 0,14 2-4 16,-15-2-4-16,1 0 13 0,18 0-6 0,-19 0 7 15,1 0-10-15,20-3 2 0,-13 2 0 0,2 1 0 16,-1 0-4-16,-1 0-7 0,1 0 4 16,0 0-4-16,-1 0 9 0,0 0 2 0,0 0-7 15,0 0 5-15,0 0-3 0,0 0 7 0,1 0 3 0,-2 0-1 16,0-1-3-16,0 1 6 0,0 0-5 0,-1 0 4 16,2 0-5-16,-2 1-3 0,1-1 2 0,-2 1-3 15,1-1 1-15,0 1 1 0,-1 0-1 16,0-1 0-16,2 1-9 0,1-1 0 0,-2 1 0 0,1 0 0 15,0-1 7-15,1 1-2 0,-1-1-1 0,0 0 0 0,-1-1 4 16,-1 1 3-16,2 0 4 16,-2 0-1-16,-5 0 12 0,1 0 0 0,-1 0-4 15,19-1 1-15,-19 1-14 0,0 0 1 0,0 0 0 16,1 0-1-16,18 0-5 0,-19 0 4 0,0 0-6 16,1 0 5-16,0 0-4 0,17 1-2 0,-18-1 3 0,0 0-3 15,0 0 6-15,1 0-4 0,0 0 3 0,-1 0-2 16,16 4 3-16,-16-4-3 0,0 0-1 0,0 0-1 0,0 0-3 15,0 0 1-15,0 0-2 16,0 0 2-16,0 0-8 0,1 0-72 0,-1 0-2 0,0 0-34 16,1 0-94-16,-1 0-179 0,1 1-165 0</inkml:trace>
  <inkml:trace contextRef="#ctx0" brushRef="#br1" timeOffset="85111.56">3976 6446 117 0,'-5'-2'152'0,"5"2"114"0,-1 0 13 0,1 0-58 16,0 0-83-16,-1 0-66 0,1-1 7 0,0 1-8 15,-16-9 5-15,16 9-7 0,-1 0 1 0,0-1-5 0,1 1-22 16,-1-1-18-16,1 1 0 0,0-1-7 16,-1 1-10-16,1 0 5 0,0-1-1 0,0 1 6 15,0-1 12-15,0 1 8 0,0-1-2 0,0 1 4 16,0 0 0-16,0 0-5 0,0 0-1 0,1 0-3 16,-1 0-9-16,16 7 14 0,-16-7-8 15,1 0 8-15,0 0-13 0,-1 0 1 0,20 9 2 0,-20-9-2 16,0 0-12-16,0 0 2 0,19 7 0 0,-19-7 1 15,1 0-4-15,16 5 3 0,-17-5-1 16,0 0 2-16,18 3-8 0,-18-3 4 0,0 0-4 16,21 4 3-16,-20-4-8 0,-1 0 1 0,23 2-2 0,-14-1 3 15,1-1 3-15,-1 0-4 0,1-1 2 0,1 0-3 16,0 1 0-16,1 0-1 0,0 0 1 0,-1 0-1 16,0-1 5-16,-1 1 4 0,0-1 0 0,1 0 1 15,-1 1 2-15,-1 1 0 0,1-1 1 0,-1 1 0 0,0-1 6 16,-1 0-11-16,0 0 4 0,0 1-7 0,0-1 5 15,-2 0-1-15,1 0-5 16,0-1 2-16,-1 1-8 0,-6 0 1 0,0 0 3 0,17-2 0 16,-17 2 3-16,0 0-1 0,0 0-1 0,2 0 0 15,-2 0 4-15,16-1-2 0,-16 1 2 16,0 0-2-16,0 0 6 0,0 0 2 0,0 0 4 16,0 0 0-16,0 0 16 0,0 0-8 0,0 0 1 15,0 0-5-15,0 0-2 0,0 0-10 0,-1 0 4 16,1 0-7-16,-20-6 1 0,20 6-2 0,0 0-2 0,-22-3 1 15,22 3 0-15,0 0 5 0,-20-4-7 16,19 4 6-16,1 0-9 0,-21-5 2 0,13 3 2 16,0 0 0-16,-1-1-1 0,0 0-2 0,0 1 6 15,-1-1-3-15,0 1 7 0,-1 1-7 0,0 1-1 0,-1-2 0 16,0 1 1-16,-2 1-3 0,0-1 2 16,0 1-3-16,0 1 0 0,1 0 3 0,1 0 2 0,2 0 0 15,-1-1 1-15,-1 2-3 0,3-1-1 16,-1 1 1-16,2 0 2 0,-1-1-7 0,1 0 2 15,0 0-2-15,1 0 6 0,2 0-3 0,5-1-2 0,-1 0 0 16,0 0 3-16,-17 3-2 0,18-3 7 0,0 0-7 16,0 0-4-16,0 0 3 0,0 0-5 0,-1 0 4 15,0 0-2-15,1 0-9 0,-1 0 3 0,1 0-4 16,0 0 3-16,0 0 4 16,0 0 1-16,0 0 1 0,0 0 5 0,0 0-8 0,0 0 6 0,1 0-7 15,18 9 4-15,-19-9-2 16,0 0 0-16,22 5 0 0,-14-2 2 0,2 0 6 0,0 0-7 0,1-1 7 15,0 1-7-15,0 0 3 16,-1-1 2-16,2 2 0 0,0-1-1 0,1 0 1 0,0 1 1 0,0-1 0 16,1 1 0-16,-2-1 1 15,0 0-2-15,0-1 2 0,0 2 1 0,0-1 6 0,0-1-2 16,0 1 3-16,0-1-6 0,-1 0 3 16,-2-1 2-16,2 0-1 0,-1 1 4 0,-1-1-5 0,2-1 3 0,-2 0-3 15,1 0 11-15,1 0-11 0,-1-1 4 0,0 0-6 16,-1 1-1-16,-1-1 5 0,0 0-6 15,-1 0 7-15,-1 0-2 0,0 1-3 0,-6 0 4 16,1 0-5-16,-1 0-3 0,0 0 6 0,19-2-5 16,-19 2 5-16,0 0-9 0,0 0 3 0,0 0-2 15,1 0 2-15,-1 0-6 0,1 0-104 0,0 0-4 0,-1 0-47 16,16 6-131-16,-16-6-171 0</inkml:trace>
  <inkml:trace contextRef="#ctx0" brushRef="#br1" timeOffset="86744.98">3713 7013 2542 0,'-7'-1'121'0,"0"1"-32"0,7 0 1 0,0 0-34 16,-1 0-48-16,0 0-24 0,1 0-8 0,-1 0 1 15,1 0-9-15,0 0 7 0,-1 0 3 0,1 0 1 0,-1 0 12 16,1 0 3-16,0 0-3 0,0 0 3 0,1 0 8 0,-1 0 10 15,20-3 5 1,-20 3-1-16,0 0 9 0,18-5 12 0,-18 5-4 0,0 0 7 16,23-5-7-16,-15 1 9 0,1 1 1 0,1 0 3 0,1-1 4 15,-1 0-11-15,2 0-1 0,-2 0-4 16,0 0-12-16,2 1 1 0,-2 0-4 0,0 1 3 0,0 1-5 16,2-1-3-16,-1 2 5 0,1-1-5 0,0 1 1 15,-1 0-3-15,1 1-2 0,-2 1 2 16,1-1 1-16,0 1-5 0,-1-1 1 15,-1 1-2-15,1 0 1 0,-1 0-6 0,1 1 2 0,-1-2-3 0,2 2 8 0,-3-1-9 16,1 0 2-16,-2 0-3 0,1-1 5 16,-1 1-3-16,1 0 3 0,-2 0-4 15,-6-2-4-15,0 0-79 0,19 6-11 0,-12-3-34 16,3 1-131-16,1 0-163 0,1 1-87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15T21:53:55.96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435 4730 1933 0,'-9'-3'81'15,"3"1"-34"-15,6 2 3 0,-1 0 4 0,1 0-33 0,0 0-19 16,-1 0-2-16,0 0-6 0,1 0-1 0,0-1 18 15,0 1 3-15,-1 0 5 0,0-1-6 0,1 1-13 16,0-1 5-16,0 1-6 0,0 0 16 0,0 0 3 16,0 0-1-16,0 0 2 0,1 0 3 0,0 0 1 0,14 5 5 15,-15-5-2-15,1 0 4 0,-1 0 3 0,1 0-5 16,17 9 5-16,-18-9-7 16,1 0-6-16,0 0 4 0,17 4-4 0,-18-4-3 0,1 0 0 15,16 1 1-15,-17-1-1 0,0 0-6 0,19 3-4 16,-19-3-5-16,0 0 1 0,23 3-3 0,-23-3 3 15,1 0 0-15,22 3 2 0,-23-3-9 0,0 0 8 16,22 4-4-16,-14-4 6 16,1 1-11-16,2 0 7 0,-1-1-1 0,2 1 4 0,1-1-5 0,-1 0 5 15,0 0 1-15,0 0 1 0,-1-1-2 0,1 0 7 16,0-1-2-16,0 1 4 0,1 0-2 16,-1-1 6-16,0 1-7 0,-1-1 7 0,0-1-4 15,1 1-1-15,0-2 2 0,2 2-2 0,1-1-7 0,1-1 3 16,2 1-1-16,-3 0 4 0,-2-1 10 15,1 0-7-15,-2 0 1 0,0-1-4 0,-1 2 3 0,0-1-1 16,0-2 0-16,0 3-2 0,-2-2-3 16,2-2-5-16,1 0 2 0,-2-1-3 0,3 0-1 0,0-1-5 0,2-1 4 15,1-1-3-15,0-1 1 16,-2 1 7-16,1 0-6 0,-3-1 7 0,-1 0-7 16,1 0 7-16,-3 0-2 0,0-1 3 0,-1 1-2 15,-1-2 0-15,-1 1 1 0,0 0 0 0,-2 0 2 16,0 1 3-16,-1 0-1 0,-1 0 2 0,0 0 5 0,1-1-4 15,-3 1 1-15,0-1-3 0,0-1-2 0,-3 0-1 16,1 0 1-16,-1 0-2 0,1 1-6 0,-1-1 4 16,-2 1-1-16,1 0 2 0,0 0-2 0,-1 0 5 15,0 1-5-15,-1-1 4 0,0 0-9 0,-1 2 0 16,-1-1 1-16,-2 2-1 0,-1-1-4 16,-1 1 4-16,0 1 1 0,-3 0 3 0,1 0 2 0,-2 1-7 15,0 0 1-15,1 1-3 0,0-1 3 0,2 1-3 16,0 0-2-16,1 1 2 15,-1-1 8-15,0 1-7 0,0 0 3 0,-1 1-3 0,1 0-1 16,-1 1 1-16,-1 1-3 0,-2 1 3 0,1 0-1 16,-1 0 0-16,0 2-2 0,2 0 0 0,0-1-8 0,2 1 8 15,1 0-3-15,-2 1 5 16,-1 0-7-16,0 2 4 0,0 0-1 0,-1 1 2 16,0 0-2-16,-3 1 2 0,2 2 1 0,-3 0 0 0,3 1 2 0,2 1-4 15,2 0 5-15,-1 1-4 0,1 0 6 16,0 0-2-16,0 0-5 0,1 0 2 15,1 0-1-15,0 1-1 0,0 0 4 0,0 0-2 0,0 0 4 0,1 0 4 16,-1 2-1-16,1 0 1 16,0 0 2-16,1 1-5 0,2 1 4 0,0 1-3 15,0 0 1-15,2 1-2 0,1 1-1 0,0 0 0 0,1 0-7 0,1 0 7 16,0 0-2-16,1 0 4 0,1 0 4 0,0-1-6 16,0 0 0-16,0 0 0 0,1 0-3 0,1 0 5 15,2 0-1-15,0 0 2 0,1-2-6 0,0 0 5 16,1-1 0-16,0-1 3 0,1 0-5 0,0-1 3 15,1 0-3-15,-1-1 3 0,1-1 1 0,0-1-5 16,-1 2 0-16,-1 0-3 0,2 1 3 0,0 0-1 16,0-2 2-16,2 1-4 0,0-2-21 0,2 0-158 15,1 0-24-15,0-2-69 0,2-1-329 0</inkml:trace>
  <inkml:trace contextRef="#ctx0" brushRef="#br0" timeOffset="3621.84">4314 6021 1216 0,'-8'-3'103'0,"2"-1"17"0,-1 0 11 0,2 0-25 15,1 1-39-15,4 3-4 0,-1 0-3 0,0 0 2 16,1-1-17-16,-19-11 0 0,19 12-5 0,0 0 3 15,0 0-10-15,0 0-2 0,0 0 4 0,-1 0-2 16,1 0 0-16,0 0-6 0,-1 0-3 0,0 0 2 0,1 0 7 0,0 0 11 16,-1 0 2-16,1 0 3 0,-1 0 5 0,0 0-6 15,1 0-2-15,0 0-1 16,0 0-3-16,0 0-3 0,0 0-1 0,0 0-1 16,0 0-13-16,0 0-3 0,0 0 0 0,0 0-1 15,1 0-9-15,17 0-6 0,-18 0 1 0,0 0-3 16,0 0-2-16,21-1 2 0,-21 1-1 0,0 0 1 15,17 1-4-15,-17-1 4 0,0 0-3 0,16 2 5 16,-16-2-3-16,1 0-2 0,19 1 1 0,-19-1-3 16,15 2 2-16,-15-2 2 0,14-1-1 0,-5 1 2 0,0 0 3 15,-2 0-3-15,1-1 7 0,-1 1-5 16,1 0 0-16,1 0 7 0,-1 0-5 0,0 0 7 16,-1 0 3-16,2-1-5 0,-3 1-3 0,1 2 1 15,0-1 0-15,-1 1-2 0,1 0 0 0,-1-2-2 16,1 0-3-16,2 1-3 0,0 0 5 0,1 0-4 15,0 0 1-15,-1-1 3 0,1 1-3 0,1 0 3 16,-1 0-4-16,-1 0-1 0,-1-1 3 0,0 1-2 16,0-1 6-16,0 0-4 0,1 0-2 15,-1-1 1-15,-1 1 0 0,1 0 20 0,0 0-6 0,0 0 10 16,0 2-7-16,0-2-10 0,1 0 2 0,1 0-6 16,0-1 3-16,3 0-8 0,1 1 3 15,-1 0-4-15,3 0 4 0,-2 1-2 0,0-2 0 0,2 1 0 0,-2-2 1 16,-1 2 0-16,0 1 2 0,0 1-2 0,-1 0-2 15,1-1 0-15,-1 0 0 16,0-2 0-16,3 2 7 0,0-1-8 0,0 1 3 0,1 1-4 16,0-2 6-16,0 1 1 0,-1 1-5 15,1-3 4-15,0 2-3 0,-1 1 2 0,1-1 4 16,-1 0-3-16,0 0-2 0,3 0 0 0,0-1-4 0,2 0 2 16,-1 0-1-16,-1 0 5 0,1 0-2 0,-2 0 3 15,1 1-7-15,-2-1 3 0,-1 0-1 0,1 0 1 16,2-1 4-16,1 1-7 0,1-1 6 0,2 0-5 15,-2 1 9-15,2-2-6 0,-1-2 4 16,-1 1-5-16,0-1 5 0,-1 2-1 0,1 0-1 16,1 0-1-16,1 2 0 0,1-2-3 0,-1 0 3 0,-1-1-2 15,1 1 0-15,-2 1 6 0,-2 1-6 16,0 0 6-16,1 0-7 0,0-1 2 0,3 0 4 0,1 1-3 16,-1-1 9-16,1 1-3 0,-2-1-2 15,0 1-1-15,0 1-3 0,-1-1-2 0,0-1 4 16,3 1-3-16,-1-1 8 0,1-1-9 0,0 2 0 0,-2 0-2 15,0-1-4-15,-1 1 9 0,-1 1-3 0,0-1 5 16,1 1-6-16,0-1 2 0,1 0-2 0,0 0 4 16,1 0-3-16,-1 0-3 0,0 1 2 0,-2-1-1 15,1-1 2-15,-2-1 1 0,1 1-1 16,2 0 0-16,0 0 0 0,2 0 1 0,1-1 0 16,-3 1-1-16,3 0-2 0,-3 1 6 0,-1-2-5 0,-1 1 5 15,2 1-4-15,1-2-5 0,3 2 9 0,-1-1-8 16,-1 1 9-16,-1 0-5 0,0 0-1 0,-1 1-1 15,-3-1-1-15,0 0 6 0,1 0-4 0,1 0 6 16,2 0 8-16,0-1 7 0,2 0 0 0,-3 0 0 16,1-1-17-16,-1 1 4 0,0 0-3 0,-2-2 3 0,0 2-6 15,3-1-2-15,0 0 3 0,1 1-1 0,0 0 1 16,0 1 0-16,-2-1-3 16,-2 0 2-16,0 0 3 0,0 0-5 0,-2 1 2 0,3-1-2 15,0 0 5-15,1 1-5 0,-1-3 4 0,0 2-4 16,-1 0 7-16,0-1-8 0,-1 0 4 0,0 0-4 15,-1 0 6-15,2-1 0 0,1 1-5 0,2-1 4 16,-1 1-2-16,1 0 2 0,-3-1-3 0,0 1 2 16,0 0-3-16,-3 0 7 0,0 0-2 15,1 1 2-15,-1 0-7 0,1 0 2 0,1 0 4 16,0 0-3-16,-2 1 0 0,1 0 5 0,-1 0-4 0,0-1 5 16,0 0-8-16,-2 0 5 0,0 0-3 0,0 0 4 15,-2 0 4-15,2 0-5 0,0 0 1 0,0 1-3 16,0-1 1-16,1 1 1 15,-2 0-1-15,1-1 1 0,-2 1 3 0,-1 0-4 0,0 0 3 16,-1 1-5-16,0-1-2 0,0 0 4 0,-1 0-3 0,0 1 4 16,-1-1-5-16,1 1 6 0,-2-1-3 0,0 1 4 15,2-1-8-15,-1 1 2 0,2-1 0 16,1 0 1-16,0 0 3 0,0 0-6 0,0 0 2 16,-1 0-2-16,1 0 1 0,-2 0 6 0,-1 0-4 15,0 0 5-15,0 0-3 0,-1 0 3 0,0-1-2 0,0 1 2 16,-1 0-2-16,-2 0 0 15,-5 0-1-15,1 0-1 0,0 0-5 0,18-1 0 16,-19 1 4-16,1 0-2 0,-1 0 3 0,0 0-2 0,1 0-5 16,-1 0-3-16,17-1-51 0,-17 1-157 15,0 0-38-15,0 0-64 0,0 0-363 0</inkml:trace>
  <inkml:trace contextRef="#ctx0" brushRef="#br0" timeOffset="31361.2">9331 7389 1251 0,'0'0'122'0,"0"0"26"0,0 0 1 0,0-1-60 16,0 1-57-16,0-1-4 0,0 1-5 0,0-1 13 16,0 1 3-16,0-1-10 0,0 1 2 0,0 0-6 15,0-1-5-15,0 1 0 0,0-1 2 0,0 1 1 16,0-1 15-16,0 1 1 0,0-1 6 0,0 1-1 16,0 0 17-16,0-1 7 0,0 1-7 0,0-1 6 15,0 1-7-15,0-1 1 0,0 1 4 0,0-1-3 16,0 1-3-16,0 0-10 0,0 0-5 0,0 0-1 0,0 0-7 15,0 0-11-15,1 0 6 0,-1 0-10 16,1 0 0-16,-1 0-4 0,18 4-1 0,-18-4-1 16,0 0 5-16,1 0-10 0,-1 0 2 15,18 8-5-15,-18-8 5 0,0 0-5 0,16 3 1 0,-16-3-2 0,1 0 3 0,20 5-7 16,-21-5 4-16,0 0-6 16,18 5 0-16,-18-5 4 0,1 0-1 0,-1 0 2 15,18 8-2-15,-18-8 4 0,0 0-2 0,0 0 2 16,1 0-5-16,-1 0 2 0,1 1-1 0,16 10 1 0,-17-11 1 15,0 0 2-15,0 0 0 16,0 0 1-16,0 0 5 0,0 0 10 0,0 0 1 16,0 0 3-16,0 0 6 0,0 0-1 0,0 0-6 0,-1 0 2 15,1 0-21-15,-17 5-2 0,17-5-4 0,-1 0 1 16,-21-3-3-16,14 2 8 0,-1 0 1 0,-1-1 2 16,0 1 1-16,2 0-4 0,0 0 2 0,1-1-2 15,0 1 0-15,2 0-1 0,-3-1 1 0,8 2-1 16,0 0 5-16,0 0-9 0,-1 0 4 0,-16-4-5 15,17 4 4-15,0 0-6 0,0 0 1 16,0 0-5-16,0 0-4 0,0 0 2 0,0 0-2 16,0 0 1-16,0 0 0 0,0 0 5 0,0 0 0 15,0 0 3-15,0 0 0 0,1 0 4 0,-1 0-4 0,19 2 2 16,-19-2-3-16,1 0 0 0,17 2 1 0,-18-2 0 16,0 0 6-16,1 0-6 0,19 4 3 0,-20-4-3 15,1 0 4-15,14 2 2 16,-15-2-6-16,1 0 4 0,-1 0-11 0,1 0 7 0,-1 0 5 0,17 7-1 15,-17-7 0-15,0 0-8 0,0 0 0 16,0 0-4-16,0 0-4 0,0 1-69 0,0-1-12 0,0 1-29 16,0-1-117-16,0 1-132 0,0-1-53 0</inkml:trace>
  <inkml:trace contextRef="#ctx0" brushRef="#br0" timeOffset="37444.85">1359 1116 1869 0,'0'0'52'16,"0"0"19"-16,0 0 36 0,0 0 19 0,0 1 30 0,0-1-57 0,1 16-5 15,-1-16-10-15,0 0-10 0,0 0-13 16,0 1-1-16,-1 16-6 0,1-17-19 0,0 1-3 16,2 16 1-16,-2-17-1 0,0 0 3 0,3 20 4 15,-3-19-4-15,0-1 2 0,2 23-12 0,-2-15-3 16,0 0-2-16,0 1-1 0,0 0-11 16,-2 0 1-16,0 0-2 0,-1-1 1 0,1 0 1 0,1-2 9 15,1-6-11-15,0 0 2 0,0 0-88 0,-1 1-74 16,0-1-19-16,1 0-21 0,0 0-86 0,-11-10-125 15,11 1-50-15</inkml:trace>
  <inkml:trace contextRef="#ctx0" brushRef="#br0" timeOffset="37634.61">1350 947 1859 0,'0'0'76'0,"0"0"93"0,0 0-110 0,0 0 24 16,0 0 11-16,0 1-1 0,2 15 2 0,-2-16-16 15,0 1-6-15,0-1-6 0,2 21-49 0,-2-21-11 16,0 0-2-16,0 1-2 0,0-1 3 0,5 17 0 16,-5-17-3-16,0 0-2 0,0 0-43 0,1 0-102 15,0 0-17-15,16 1-37 0,-17-1-130 0</inkml:trace>
  <inkml:trace contextRef="#ctx0" brushRef="#br0" timeOffset="37827.05">1554 1034 1640 0,'0'0'122'0,"0"0"59"16,0 1-34-16,1-1 36 0,-1 1-93 0,16 16-44 0,-16-17-2 16,1 0-13-16,-1 0-9 15,17 3-12-15,-17-3 3 0,1 0-8 0,15-2-2 0,-16 2 3 16,1 0-4-16,15-3 4 0,-16 3-2 0,1 0-53 15,-1 0-18-15,16-7-22 0,-16 7-127 0,0 0-126 16,0 0-84-16</inkml:trace>
  <inkml:trace contextRef="#ctx0" brushRef="#br0" timeOffset="38024.21">1511 1198 1807 0,'0'0'91'0,"0"1"85"15,0-1-35-15,7 17 47 0,-7-17-81 0,0 0-9 0,18 8-12 16,-17-8 1-16,15 3-48 0,-8-1-20 0,1-1-2 16,1 0-6-16,-1 0-2 0,1-2-10 0,0 0 6 15,0-1-8-15,0 0 6 16,0-2 0-16,-1-1-26 0,1-1 1 0,1-1-158 16,0 1-106-16,0 0-49 0,0-1-60 0,2 1-581 15</inkml:trace>
  <inkml:trace contextRef="#ctx0" brushRef="#br0" timeOffset="38311.37">1868 975 2227 0,'0'0'67'0,"0"0"37"16,0 0-20-16,0 0 29 0,0 1-19 0,0-1-2 0,2 16-6 15,-2-16 2-15,0 1-14 16,0-1-13-16,2 21 0 0,-2-20-7 0,0-1-20 0,0 24-16 16,1-13 2-16,-1-1-6 0,0 2 8 0,0 1-6 15,0 0-2-15,0 1-2 0,-1 0-12 0,1 0 4 16,-3-1 1-16,3-1 0 0,-2 0 1 0,0-2 2 16,0 0-4-16,1-3 4 0,-1 0-6 0,2-7-76 15,0 0-14-15,0 1-32 0,0-1-110 0,0 0-52 16,1 1-20-16,-1-1-25 0,16 0-193 0</inkml:trace>
  <inkml:trace contextRef="#ctx0" brushRef="#br0" timeOffset="38449.22">2004 1158 1485 0,'7'1'96'16,"1"2"65"-16,-2 2-2 0,1 1-91 0,-2 2 10 15,-1 1-40-15,-3 2-9 0,-2 0-7 0,-1 1-1 16,-2 1-5-16,-1 0-16 0,1-2-345 15,-1-2-196-15</inkml:trace>
  <inkml:trace contextRef="#ctx0" brushRef="#br0" timeOffset="38897.94">2217 1042 2007 0,'0'0'72'0,"0"0"-10"0,1 0 77 0,-1 0-29 16,23-5 18-16,-23 5-28 0,16 0-8 0,-15 0-20 15,15 0-3-15,-7 0-6 0,0 1-5 0,0 1-14 16,1 1 0-16,0 0-8 0,-2 0-18 0,0 2 10 15,-2-1-9-15,1 1 8 0,-2 1-14 0,0 0 1 16,-1-1 4-16,-1 1-2 0,-1 0 8 0,-3 0-4 16,0 0 0-16,-3 1-2 0,-3 0 3 0,2 0-5 15,-3-1 0-15,1 0-3 0,0 0-9 0,-1-1 1 16,0 1-1-16,0-1 1 0,1 0-4 0,0-1-1 16,1 1 0-16,1-2 0 0,5-3 2 0,-1 0-2 15,1 0 1-15,-1 1-2 0,1-1-5 0,0 1-5 0,-12 17 3 16,12-18-3-16,0 0 5 0,1 0 1 15,-1 1-2-15,17 9 2 0,-17-10-1 0,0 0 4 16,23 5-1-16,-14-4 1 0,1 1 1 0,0-1 1 16,0-1 0-16,1-2 1 0,-1 0-2 0,3-2 0 15,-1 2 0-15,1 0-4 0,-1-1-43 0,-1 1-138 16,1-1-15-16,-1-2-58 0,0 0-181 0</inkml:trace>
  <inkml:trace contextRef="#ctx0" brushRef="#br0" timeOffset="39029.75">2619 1167 1485 0,'0'0'144'0,"0"0"456"0,1 0-565 0,-1 1 13 16,13 19-7-16,-13-11 6 0,-1 0-27 0,-4 1-7 16,-2-1 0-16,0 1-9 0,-2-1-67 0,1-3-287 0,-1 1-89 15</inkml:trace>
  <inkml:trace contextRef="#ctx0" brushRef="#br0" timeOffset="39380.28">3001 1113 2299 0,'0'0'146'0,"0"0"-63"0,0 0-7 0,0 0-8 0,0 0 30 0,0 0-58 15,0 1 0-15,0-1-21 0,0 1-18 0,0-1 11 16,0 1 1-16,0-1 2 0,0 1-13 0,0-1-16 16,0 0-14-16,0 0-4 0,0-1-72 0,0 1-78 15,6-17-8-15,-6 17-34 0,1 0-107 0</inkml:trace>
  <inkml:trace contextRef="#ctx0" brushRef="#br0" timeOffset="39505.36">3165 1082 1584 0,'3'8'73'16,"0"0"92"-16,1 1-77 0,-1 0 18 16,1 0-6-16,-1 1 0 0,0-2-70 0,-1 1-20 15,1 0 1-15,-2-3-14 0,-1-6-81 0,0 1-306 16</inkml:trace>
  <inkml:trace contextRef="#ctx0" brushRef="#br0" timeOffset="39614.08">3343 1091 1733 0,'0'7'76'0,"2"1"92"0,0 2-168 0,-1 0-56 15,2 1-138-15</inkml:trace>
  <inkml:trace contextRef="#ctx0" brushRef="#br0" timeOffset="40310.86">3949 852 1461 0,'-6'5'243'0,"1"-1"-199"0,-1 1 40 0,2 0-56 16,-1 0 122-16,1 0-26 0,0 1 13 0,2 0-24 16,0 0-31-16,2 0-17 15,-1 0-6-15,1 0-3 0,-1 0-16 0,2 0-4 16,0 1-6-16,1 0 2 0,-1 0-11 0,-1 1 4 15,1-1 2-15,-3 0 0 0,2 1 8 0,0-1-7 16,0 0 3-16,0 0-6 0,0-1-2 0,1 1 6 16,0-2-10-16,0 1 7 0,1-1-7 0,1 0-4 0,1 0 7 15,-1 0-8-15,2-1 0 0,-1 0-1 0,1 0-4 16,0 0 2-16,0 0-4 0,0 1 1 0,-1 0 0 16,1-1-1-16,0 1-4 0,-1-1 4 0,1 0-3 15,-1 0 5-15,0 0 6 0,1 0-11 0,-1 0 1 0,0 1-5 16,0 0 8-16,-4-5-1 15,0 0 2-15,1 1-3 0,-1-1 3 0,15 19-2 16,-15-19 2-16,0 0-3 0,0 0 3 0,2 20-1 0,-2-20 1 16,0 0-1-16,-7 20 8 0,7-20-9 15,-11 13 6-15,4-5-7 0,0 0 1 0,-1 0-4 16,-2-2-1-16,0 1 0 0,0-1 7 0,-1-1-30 16,0 1-2-16,0-1-15 0,0-1-51 0,2-2-33 0,-2-1-9 15,2-1-11-15,-1-1-61 0,1-4-75 16,0 1-19-16,-2-3-29 0,4 1-164 0</inkml:trace>
  <inkml:trace contextRef="#ctx0" brushRef="#br0" timeOffset="40530.07">3883 956 1633 0,'0'0'66'0,"0"0"60"16,1 0-5-16,18 0 30 0,-19 0 16 0,0 0-38 0,24 4-10 15,-16-2-7-15,1-1-15 0,0 1-36 0,1-1 6 16,0 0-19-16,0 0-28 0,1-1-12 0,-1 1-4 16,1-1-1-16,-2 0-1 0,1-1 2 0,0 0-3 15,-1-1 1-15,1 0 1 0,-1-1-37 0,1 0-11 16,0-1-18-16,0 0-103 0,1 0-52 0,-1-1-15 16,0 1-23-16,0-1-158 0</inkml:trace>
  <inkml:trace contextRef="#ctx0" brushRef="#br0" timeOffset="40897.44">4156 944 766 0,'0'0'134'0,"0"0"485"0,0 0-505 0,0 1 79 0,1-1-13 0,11 16 29 16,-12-16-58-16,1 0-11 16,16 10-6-16,-17-10-3 0,0 0-41 0,23 7-13 0,-14-3-6 15,0-1-1-15,1 0-6 0,-1-1-3 16,0 0 1-16,0 1-3 0,0 0-9 0,-2 1-21 15,0-1 2-15,-1 1-10 0,-6-4-2 0,0 0-2 16,1 0-2-16,-1 1 0 0,17 16-10 0,-17-17 4 16,0 1-2-16,0-1 2 0,-3 18-5 0,3-18 2 15,-12 11-1-15,3-5 2 0,-1 0 4 0,-1 0-8 0,0 1 2 16,-1-1-4-16,0 1 3 0,2-2 1 16,1 0-3-16,2 0 0 0,1-1-5 0,2 1-1 15,4-5 2-15,0 1-1 0,-1-1-3 0,1 1-6 16,-8 16 2-16,8-17-4 0,0 0-1 0,0 0 11 0,1 0-5 15,15 13 8-15,-16-13 5 0,0 0 2 0,23 6 2 16,-13-5-2-16,0 0 3 0,-1 0-9 16,0 0 3-16,0 0-4 0,-1-1 7 0,1-1-3 0,-1 0 0 15,-1-1-2-15,1 1-6 0,-2-2-65 0,3 1-12 16,0-1-26-16,0 0-101 0,0 0-57 0,-1 0-7 16,0 0-25-16,0 1-103 0</inkml:trace>
  <inkml:trace contextRef="#ctx0" brushRef="#br0" timeOffset="41092.44">4496 1162 1927 0,'5'3'76'0,"-1"2"76"16,0 0-27-16,0 0 44 0,1 1-46 0,-2 2-36 15,-2-1-13-15,-1 1-8 0,0-1-41 0,-1-2-11 16,1-5 2-16,0 1-6 0,0-1-28 0,0 1-60 15,0-1-9-15,-1 1-21 0,-18 12-61 0,19-13-18 0,0 0-25 16,0 0-8-16,0 0-191 0</inkml:trace>
  <inkml:trace contextRef="#ctx0" brushRef="#br0" timeOffset="41263.24">4583 1056 1389 0,'0'0'122'0,"0"0"397"0,0 0-517 0,0 1-101 16,1-1-156-16</inkml:trace>
  <inkml:trace contextRef="#ctx0" brushRef="#br0" timeOffset="48591.46">1686 1525 1903 0,'0'0'94'0,"0"0"-25"16,0 0-14-16,0 0-106 0,0-1 1 0,1 1 39 16,-1 0 10-16,19-13 1 0,-19 13 27 0,0 0 8 15,0-1-5-15,0 1 5 0,1-1-9 0,17-13-4 16,-18 14 5-16,0 0-3 0,21-6 2 0,-20 6 4 0,14-5-5 16,-5 3 4-16,0 0-8 0,2 0-9 15,1-1 0-15,0 1-3 0,2-2-9 0,-1 0-2 16,2 1 2-16,1 0-2 0,-2 0 7 0,3 0-3 0,1-1-2 15,1 0 0-15,1 2 1 0,1 0 0 16,-2-2 0-16,1 3-1 0,0-1-6 16,-3 1 14-16,1 1-3 0,1 1 8 0,-1 0-5 0,2-1 5 15,0 0-4-15,0 0 3 0,2-1-8 0,-3 1-1 16,1 1 5-16,-2 0-4 0,1-1-1 0,-2 3 0 16,1-2-3-16,0 0 1 0,1 0 1 0,0 0 1 15,0 0 2-15,1 1-1 0,-2-1-4 0,-1 1 7 16,2-1 0-16,-4 2 4 0,1-2 2 0,0 1-5 15,3 0-1-15,-2-1-2 0,2 2 3 0,0-2-8 16,-1 0 4-16,1 1-4 0,0-2 1 0,-2 3-1 16,1 0 1-16,-2-1-1 0,1 0 1 0,-1 0 1 15,1 0-2-15,2 1 1 0,0 0 1 0,2 1 1 16,-1-2-2-16,1 1 0 0,0-2-1 0,0 0 1 16,-1 0 2-16,2 0-3 0,1 0 12 15,1-1-5-15,2 1 3 0,-1 0-3 0,1-1 8 0,-2 1 5 16,-1 0 1-16,0 0 0 0,-2 1-3 0,3 0-2 15,0 0-4-15,2-1 0 0,0 1-10 0,-2 0 0 16,-1 1 0-16,0-1 0 0,-1 1 5 0,-1-1-4 16,2 0 5-16,1 0-5 0,-1 0 1 0,2 0 3 15,-2 0-4-15,0 1 4 0,-1 0-5 0,-2-1 0 16,-1 2 4-16,2-2-3 0,-2 1-1 0,3 0 1 16,-1 0-3-16,0 0 3 0,0 0-2 0,-2 0 4 15,-1-1-1-15,0 1 1 16,-1-1-9-16,-1 1 9 0,0-1-6 0,2 0 6 0,-2 0-8 15,2 0 2-15,-1-1 1 0,-2 1 0 0,-2-1 1 0,-1 0-1 16,-1 0 0-16,-1-1-15 0,0-1-165 0,-1 0-296 16</inkml:trace>
  <inkml:trace contextRef="#ctx0" brushRef="#br0" timeOffset="56993.27">1740 1402 1846 0,'0'0'34'0,"0"0"-64"0,0 0-6 0,0 0-12 16,0 0 9-16,0 0 40 0,19 9-3 0,-16-2 7 15,0 2 5-15,-8-8-10 0,6 7 5 0,0 0-7 16,0 1-2-16,1-1 0 0,0 0-2 0,1-1 1 16,0-1-9-16,1-1 17 0,0 0 4 0,2-1 6 15,2 0 26-15,-1-1-7 0,2 0 1 16,2 0-5-16,-1-1-6 0,1 0-2 0,1 1-6 0,0-1 3 16,0 1-8-16,0 0-7 0,1 0 10 15,0 0-10-15,3 0 5 0,0 0-7 0,2-1-3 0,1 0 1 16,0 1 3-16,0-2 4 0,1 0-3 0,-2-1 2 15,1 0-9-15,-1 0 3 0,3-1 2 0,1 0 0 16,2-1 11-16,0 0 3 16,1 0 2-16,-1 0-2 0,0-1 0 0,-1 2-8 0,0-2 0 15,1 1-3-15,2 0 6 0,3 0-5 0,0-1 2 16,1 2-5-16,-1-1-2 0,-1 1 1 16,-3 1 0-16,1-1 1 0,3 1 3 0,2 0 0 0,1 0-3 15,0 1 1-15,-3-1-2 0,-3 2 2 0,1-1-4 0,1 0 3 16,2 0-4-16,2-1 2 0,0 1 1 15,-1 0 0-15,-2 0 2 0,-1-1 2 16,0 1 0-16,4-1 0 0,-2 0-1 0,3 0-4 0,-2 1 1 0,-1-1-1 16,-2 1 1-16,-1 0 1 15,3 0 0-15,1-1 1 0,1 0 3 0,-1 1-5 16,-3 1-1-16,-2-1-1 0,-2 1 2 0,1 0 22 16,0 1 1-16,0 0 6 0,0 0-4 0,-1 0-10 0,-2 1-2 15,-1-1-4-15,-1 0-6 0,-2 0 4 0,1 1-1 16,-2 0 2-16,1-1-4 0,2 0 2 0,-2 1-2 0,2-1 3 15,-1 1-1-15,-1-1-6 0,0 0 4 0,-1 0-4 16,-1 0 1-16,-1-1 3 0,0 0-5 16,-1 0 3-16,3 0 3 0,-1 0 7 0,1-1 6 15,2 1-3-15,1 0 3 0,-1 0-6 0,-2 0-1 0,0 0-2 16,0 0-4-16,-1 0 5 0,0 0-4 16,0 0 3-16,0 0-9 0,0 0 8 15,0-1-6-15,3 2 8 0,-2-2-11 0,1 0 5 16,-1-1 4-16,-2 0 3 0,1 2 35 0,-2-1-8 0,0 0 5 15,-3-1-10-15,1-1-14 0,-2 1-9 0,0 0 4 0,-2 1-6 16,1-1 10-16,-2 0-13 0,-1 0 9 0,1-1-10 16,-1 1 14-16,1 0-107 0,-1-2-18 0,0 0-48 15,2-2-243-15</inkml:trace>
  <inkml:trace contextRef="#ctx0" brushRef="#br0" timeOffset="83775.78">1860 1578 1275 0,'-5'-1'90'0,"5"1"-40"0,0 0 51 15,-1 0-75-15,1 0-13 0,0 0-1 0,-1 0-15 16,1 0 3-16,-1 0-2 0,1 0 7 0,-17-9 14 16,17 9 0-16,0 0 6 0,0 0 10 15,0 0 2-15,0 0-7 0,0 0 4 0,0 0-19 16,0 0-1-16,0 0 4 0,0-1-3 0,0 1 9 0,0-1 9 16,7-15-1-16,-7 16 4 0,1 0-1 0,-1 0 1 15,1-1-5-15,18-8 3 0,-19 9-16 0,1 0-9 16,16-2 3-16,-17 2-6 0,1 0-1 0,21 1-4 15,-22-1 0-15,16 1-1 16,-5-1 0-16,0 0 0 0,2 0-2 0,1-1 2 0,-1-1 0 0,2-1 3 16,-1 0-1-16,1 0 1 0,0-1-7 15,-1 1 3-15,0 0 2 0,1 0 0 0,-1 0 3 0,0 0-4 16,1 1-3-16,1 1 0 0,1-1 2 0,-1 1-1 16,1 0 3-16,1 1-1 0,-1 0 1 0,-1 0-1 15,0 1-2-15,0 0 0 0,-1-1 0 0,0 2 3 16,2-2 1-16,-2 1 2 0,4 1-4 0,0-2 0 15,1 1-1-15,0-1 1 0,2 1 5 0,-2-1-8 16,-1 2 3-16,0-1-6 0,0-1 3 16,-1 1 7-16,1-1-1 0,1 0 3 15,3-1-9-15,0 1 5 0,1-1-2 0,1 0 3 0,-3 1-9 16,-1 0 8-16,-1-1-4 0,0 1 5 0,1 0-4 16,2 1 3-16,1 0 4 0,0 1-1 0,0 0-3 15,-1 0 0-15,-1 1-3 0,-1 0 2 0,0 0-1 16,-2 1 2-16,2 0 1 0,2-1 2 15,0 1-2-15,2-1-3 0,0 1-2 0,-1 0-1 0,-1 0 8 16,-1-1-5-16,0 1 3 0,0 0-4 0,1-1 0 16,3 1 0-16,1 0 0 0,2-1 0 15,-2 0 0-15,-2 0 2 0,0-1 1 0,0 1 1 16,0 0-3-16,3-1 2 0,0 1-4 0,2-2 3 16,-1 1-1-16,-2 0 0 0,-1 1 3 0,-2-1-3 0,1 2 0 15,1-1 9-15,1 1-1 0,2-2 5 0,-1 0 3 16,-2 1-6-16,0-1 0 0,-1 2-1 0,-1-2 16 0,3 1-6 15,0-2 1-15,3 0-5 0,-1-1-13 0,-1-1 6 16,-3 0-2-16,1 0 4 16,0-1-4-16,0 0-1 0,0 1-3 0,2-2 1 15,-2 2 1-15,-2-1-4 0,0 0 7 0,-3 2-6 16,-1-2 0-16,-3 0 8 0,0 1-6 0,-1-1 7 0,1 1 1 16,0 0-5-16,-3-1-1 0,-1 1-12 0,-1-1-128 0,-2 0 816 15</inkml:trace>
  <inkml:trace contextRef="#ctx0" brushRef="#br0" timeOffset="95050.16">1766 1499 1651 0,'0'0'42'0,"0"0"-33"0,0 0-9 0,0-1-22 15,0 1-10-15,0-1 18 0,0 1-3 0,1-1 14 16,-1 1 2-16,0-1 1 0,1 1-3 0,18-13 3 16,-19 13 1-16,1 0-4 15,-1 0 3-15,21 3-5 0,-21-3-7 0,1 0 12 0,18 1 4 16,-10 0 5-16,1-1 21 0,-1-1-10 0,-1 1 3 0,1-1-3 15,1 0 10-15,0 0-7 0,0 0 6 0,2 0-6 16,-1 0 3-16,2 1-15 16,0-1-1-16,0 1-3 0,2 0-5 0,-1 0 0 0,2 1-2 0,-1-1 2 15,1 0 4-15,-1 1-4 0,1 0 1 16,0 0-3-16,-1 0 1 0,1 0 1 0,0 0-2 16,2 0 1-16,0-2-1 0,-1 1-1 0,2-1 3 0,-1 1-2 15,1 0 6-15,-1 0-7 0,0-1 3 0,-1 0-3 16,0 1 4-16,1 0 9 0,2 0-8 0,0 0 8 15,2-1-14-15,-1 1 5 16,1 0-2-16,-1 0 4 0,-2 0 2 0,0 0 1 16,-1 0-2-16,-1 0 2 0,1 1 6 0,0 1-10 15,1 0 8-15,1-1-10 0,-2 1 6 0,-1-1-3 0,1 1-1 16,-1 0 1-16,0 0-4 0,-1 1 3 16,0 0-2-16,-1 0 2 0,1 0-2 0,-1 0 6 0,1-1 1 15,3 1 1-15,-2-1-2 0,3 0 0 0,-2-1 5 16,0 0-3-16,1 0 12 0,0 0-10 0,-1 0 2 0,1 0-4 15,-2-1 6-15,1 1-14 0,0-1 2 0,0 0-4 16,2-1 5-16,0 1 0 16,0-1 1-16,0 1-3 0,0 0-9 0,-2 0 6 15,1 0-2-15,-3 1 4 0,1 0 2 0,0-1 1 16,1 0-2-16,1 0 0 0,-1 1-3 0,0-1-1 0,1 0 2 16,-1 0-1-16,1 1-1 0,-2 0 5 0,-1 0-4 15,-1 0 5-15,0-1-4 0,1 2 0 0,-1-1-1 0,1 0 1 16,1 1 1-16,0-1 0 0,1 2 0 0,-3-2-1 15,1 1 0-15,0 0-1 0,0 0 0 0,-1 0-1 16,1-1-1-16,-2 1 5 16,0 0-2-16,0 0 4 0,-1 0-6 0,1-1 1 15,-1 1 0-15,1 0 1 0,0 0-1 0,-1 0 0 0,0 0-2 0,-1 0 2 16,0 1 2-16,0-2 0 16,-1 1-2-16,0 1 1 0,-1-1-2 0,1 0 4 15,-2 1 1-15,0-1 2 0,1 1-6 0,-1-1-1 16,-1 0-1-16,2 1 0 0,1-1 2 0,-1 1 0 0,0-1 0 15,1 0 2-15,-1-1 1 0,1 1-2 0,0 0 3 16,0-1-4-16,0 1 0 0,0 0 5 16,-1 0-5-16,0-2 3 0,0 0-4 0,-2 3-3 15,2-1 6-15,-1 2-3 0,1 0 9 0,-1-2-4 16,0-1-3-16,0 0 0 0,-1 0 1 0,2 0-3 16,-1 1 1-16,0 0-1 0,1 0 0 0,0 0 2 15,0 0 1-15,2-1 1 0,-2 2-3 0,1-2 3 0,-1 1-3 16,0 0 2-16,0 0-6 0,0 0 7 15,0 2-6-15,0-2 6 0,1 0-2 0,0 1-1 16,-2-2 1-16,1 1-2 0,-2 0 2 0,1 0-3 0,0 0 2 16,1 1-2-16,-3-2 8 0,0 0-6 15,0 1 6-15,1-1-6 0,-2 2-1 0,3-1-1 16,-3 1 2-16,-1-1 1 0,-5-2 2 0,1 0 3 0,-1 0-6 16,17 8 6-16,-17-8-2 0,0 0 7 15,1 0-1-15,-1 0 1 0,0 0 1 0,1 1-33 16,-1-1-14-16,1 0-14 0,-1 0-116 0,0 0-177 15</inkml:trace>
  <inkml:trace contextRef="#ctx0" brushRef="#br0" timeOffset="102840.28">3680 1508 360 0,'0'0'166'0,"0"0"90"16,0 0 30-16,0 0-210 0,0 0 18 0,0 0-19 15,0 0 11-15,0 0-23 0,0 0 27 0,-1 0-22 16,1 0 6-16,0 0-11 0,0 0 16 0,0 0-7 16,0 0-10-16,0 0 1 0,0 0-32 0,0 0-4 15,1 0 5-15,0 0-6 0,15-1 0 0,-16 1 2 16,0 0-5-16,17 1 5 0,-17-1 4 0,0 0-4 0,22-1 5 15,-21 1-5-15,16 0 3 0,-8 0-8 0,2-1 0 16,-1 0-2-16,1 1-6 0,0-1 0 16,-1 1 5-16,1 0-3 0,-1-1 4 0,-2 0-9 0,1 1-1 15,0-1-1-15,-2 0 5 0,2 0-9 0,0 1 6 16,0 0-5-16,0-1 15 0,-1 1 2 16,1-1 3-16,1 0-2 0,-2 0 3 0,0 0-4 15,1-1-8-15,-2 0 3 0,1 0-8 0,0 0 0 0,-1 0 1 16,-2 0-2-16,-5 2 0 0,1 0-5 0,-1 0 1 15,17-5-3-15,-17 5-1 0,0 0 7 0,1 0 0 16,-1 0 1-16,1 0-8 16,-1 0 2-16,0 0-2 0,2 0 2 0,-2 0 5 0,0 0-6 15,16-8 5-15,-16 8-5 0,0 0 1 0,0 0 7 16,0 0-6-16,0 0 5 0,0 0-11 0,0 0 4 16,0 0 1-16,0 0 2 0,0 0-4 0,0 0 2 15,0 0-3-15,0 0 2 0,0 0-6 0,0 0 3 16,0 0 0-16,0 0 3 0,-1 0 4 0,1 0-6 0,-19 1-1 15,19-1 0-15,0 0 0 0,-17 1 3 16,17-1-1-16,-16-1 1 0,7 1-4 0,-1-1-1 16,0 0 2-16,-2 1 0 0,0-1 10 0,0 1-11 15,-1-1 3-15,3 0-7 0,-1 1 0 0,2 0 5 0,0 0-3 16,1 0 3-16,-2 0 0 0,1 0-1 0,1 0-1 16,1 3 0-16,0-2 1 15,0 1-3-15,0-1 5 0,1 1-3 0,0-1-3 0,6-1 4 16,0 0-3-16,0 0 3 0,-1 0-6 15,-16 9 8-15,17-9-6 0,0 0 6 0,0 0-1 0,0 1-2 16,0-1 1-16,0 1-2 0,0-1-1 16,0 0 4-16,0 1 1 0,18 12 1 0,-18-13 0 0,0 0-2 15,23 3-3-15,-23-3 0 0,17 1-1 0,-7-1 4 16,-1 0 4-16,2 0-2 0,-1 0-2 0,2 0 6 16,0 0-6-16,1 0 7 0,2 1-2 0,-1-1 1 15,0 0-3-15,0 0 1 0,-1 0-5 0,-1-1 3 16,-1 2 3-16,-1-1 1 0,-1 1 7 15,0 0-9-15,0-1 5 0,-1 1-6 0,0 0 11 0,-1-1-7 16,-1 2 0-16,0-1-2 0,-6-1 1 0,0 0 3 16,1 0 0-16,17 5 1 0,-18-5-8 0,0 0 5 15,0 0 0-15,1 0 2 0,-1 0 2 0,1 0-1 16,0 0-4-16,-1 0 2 0,0 0-2 0,0 0 6 0,1 0 0 16,0 0 2-1,-1 0 8-15,0 0-13 0,1 0 3 0,-1 0-8 0,0 0-2 16,0 0-7-16,0 0-8 0,0-1-1 0,0 1-43 0,1-20-32 15,-1 20-8-15,0 0-12 16,-7-19-51-16,7 18-114 0,0 1-97 0</inkml:trace>
  <inkml:trace contextRef="#ctx0" brushRef="#br0" timeOffset="132817.44">992 1606 2096 0,'-7'-4'-31'16,"7"4"9"-16,0 0-21 0,-2 0-18 0,2 0 1 0,-1 0-14 15,1 0 35-15,0 0 5 0,0 0 9 0,1 0 19 16,-1 1-5-16,17 12 3 15,-17-13-2-15,1 0 14 0,18 9 34 0,-12-6 6 16,1-1 9-16,-1-1 24 0,2 0-11 0,0-1 1 16,0 1-4-16,3 1-15 0,0-2-3 0,0 1-4 0,2 0 2 15,0-1-2-15,0 0-8 16,1 2-2-16,-1-1-1 0,0-1-2 0,0-1-7 0,1 1 0 0,0 0-3 16,0 1-4-16,3-1-3 0,-1 0 0 15,1-1-2-15,0-2-4 0,0 3 1 0,0-1 0 16,0-1 1-16,0 1-1 0,-1-2 0 0,0 0 5 0,1 1-3 15,-1-1 7-15,3-1 0 0,0 2-4 0,3-2 3 16,-1 0 2-16,1-1-11 0,-1 0 6 0,-2 1-7 16,0 0 2-16,1 0-2 0,0 1-1 15,1-1 1-15,3 0 1 0,2 0-4 0,0 1 1 16,-1-1-1-16,-1 1-1 0,0-1 7 0,-1 1-2 0,1 0 4 16,0-1-10-16,3 1 9 0,1 0-2 15,0-1 7-15,-2 1-2 0,0 1 0 0,-1-1-2 0,0 1 1 16,2 0-9-16,4-1 6 0,-2 1-4 0,0 0 6 15,0 1-9-15,-3 0 2 0,1 0-1 0,0 1 3 16,2-1-4-16,1 1 1 0,1 0 3 0,-2 0-1 16,-2 0 0-16,-1 0 1 0,0 1-1 0,3 0 2 15,0 0 6-15,1-1-6 0,-2 2 2 16,-1-1-4-16,-2 1 9 0,0 0-8 0,0 1 3 16,2 0-4-16,1 0-2 0,2-1 6 0,-2 1-4 0,-1 0 4 15,-1 1-5-15,-1-2-4 0,2 1 2 0,1-1-3 16,0 0 6-16,2 0 0 15,-1-1-1-15,-2 1 1 0,-3 0 2 0,2-1 0 0,0 2 0 16,2-2-1-16,1 1-4 0,-1 0 1 0,-2 0 2 0,-2 1 0 16,0-1 1-16,-1 0 0 0,0 1-3 0,2-1 2 15,1 0-2-15,1 0 20 0,0 0-7 0,-3-1 10 16,1 0-8-16,-2 0-7 0,1 1 1 0,0-2-4 16,2 2 2-16,0-1-5 0,1-1 5 0,-3 1-5 15,0-1 8-15,-2 0-10 0,0 1 3 0,0 0-4 16,1 0 8-16,2-1-8 15,0 0 4-15,-2 0-5 0,-1 0 2 0,-1 0 7 16,-1 0-6-16,-1 0 7 0,0-1-7 0,-1 0 5 0,2 0 4 16,0 1-1-16,1-1-5 0,-2 0 5 0,0 0-8 15,-2 1 7-15,-1-1-5 0,-1 1-1 0,0 0 0 16,-1 0-1-16,0 0 4 0,-1 0-2 0,2 1 2 0,2-2-2 16,0 1 0-16,0 0-3 0,-2-1 0 0,0 1-1 15,0 0 2-15,-2-1 4 0,1 1-1 16,-1 0 0-16,-1 0-9 0,-1 0 8 0,0 0-3 0,0 0 6 15,1 0-9-15,-1 1 8 0,1 0-3 0,0-1 4 16,-1 1-11-16,1-1 8 0,-1 1-4 0,-2 1 7 16,0-2-11-16,-2 1 11 0,-2 0-3 0,0-1 7 15,0 1-3-15,-6-1-6 0,0 0 5 0,1 0-4 16,-1 0 5-16,18 2-5 0,-18-2 0 0,0 0 0 16,0 0 4-16,0 0-5 0,0 0 0 0,0 0-2 15,0 0-1-15,0 0-74 16,0 0-2-16,0 0-33 0,0 0-84 0,-11 0-161 0,1-1-91 15</inkml:trace>
  <inkml:trace contextRef="#ctx0" brushRef="#br0" timeOffset="138253.51">1319 1514 20 0,'-10'-7'692'0,"2"3"-296"0,8 4 355 16,0 0-802-16,0 0-6 0,0 0-25 0,0 0 48 15,0 0 1-15,13 3 16 0,-3 0 14 0,-8-5-5 16,8 7-1-16,0-1-2 0,1 1-1 0,0 0 21 15,2 1 6-15,0 2 6 0,1-2 21 0,-1 0 5 16,1 1-7-16,1-1 4 0,1-1-29 0,2 1 16 0,2-1-5 16,1 0 9-16,1-1-9 0,1 0 2 15,1 0 0-15,0 0 0 0,0 0-7 0,1 1-5 16,1-1-3-16,2 1 0 0,3 1-11 0,0-1 4 16,1 1-1-16,-3-2 2 0,3 2 0 0,1-2-7 15,1 1 4-15,3 0-4 0,1-1 2 0,-1 0 2 16,0 2-3-16,0 0 3 0,2 0-5 0,1 0 0 15,0 0 1-15,0-1 0 0,-2 1 4 0,3 0-3 16,2 0 0-16,0-1 0 0,0 0 5 0,1 0-1 0,0 0-2 16,4-2 0-16,-1 1-4 0,-1-1 4 0,1 1-1 15,2-1 3-15,-1 0 0 16,2 1-2-16,-1 0 2 0,-1 0-2 0,1-1 2 16,0 1 5-16,-2 0-2 0,2-1 4 0,-2 0 7 0,2 0-4 15,0-1 6-15,-2 0-6 0,1-1-3 0,-1-1-2 16,2 1-1-16,-3-1-1 0,0-1-7 0,0 0 10 15,1 0-8-15,-1-2 9 0,-2 0-11 0,1-2 6 16,-1 0 0-16,1 0 2 0,0-2-1 0,-2-1-3 16,1 0 2-16,-1-1-2 0,-1 0 4 0,1-1 0 15,-3 0 0-15,-1-1-1 0,-1 0 1 0,0 0 3 16,-1-2 3-16,-3 2-1 0,-2 0 9 0,-1-1-4 0,-1 2 1 16,-1-2-3-16,1 1 1 15,0-1-8-15,-2-2-2 0,-1-1-1 0,-1-1-5 0,-1-1 5 16,0 0 4-16,0 0-1 0,-1-1 5 0,1 0-1 0,-5 2 5 15,0 0-2-15,-3 1 22 0,-1-1 2 0,-2 0-4 16,-2-1 3-16,-2 1-9 16,-2-1-2-16,-1-1 1 0,-1 1-2 0,-1 0-8 0,-2 0-4 15,-1 2 0-15,-2-1-2 0,0-1-2 0,-1 1-2 16,-1-1 1-16,-3 0 0 0,2-1-1 0,-4-3-1 16,0 0 0-16,1-2 0 0,-3 2-2 0,0-2 4 15,-1 2-6-15,-2 3 5 0,-1-1-4 0,-1 1-1 16,-3 0 6-16,0-1-4 0,-2-1 1 15,-2 0-2-15,0-1-4 0,0 2 1 0,-2-1-7 0,0 1 1 16,-2 3 1-16,-2 1 0 0,0 0 2 0,-3 1-3 16,-1-2 1-16,0-1-2 0,0 0 2 0,-1 1 0 15,-1-1-1-15,-2 1 1 0,-2 1-3 16,0 1-1-16,0-1 3 0,-1 0-2 0,1 2 6 16,-4 1 0-16,0 0-4 0,0 1 2 0,0 0-6 15,0-1 4-15,-1 0 4 0,-1 0-1 0,-1-2 3 16,1 0-2-16,-1 0-2 0,0 0-1 0,-2 1-7 15,-1 1 9-15,0 0-6 0,-1 1 6 0,-1 0-2 0,0 1-3 16,0 1 5-16,1 2-3 0,-1 1 1 16,-1 0-2-16,0 2 2 0,0-1 0 0,0 0 5 0,0 2-6 15,0 2 1-15,0-2-3 0,-1 1 5 0,0 0-2 16,0 0-1-16,0 1 0 0,1 2-6 16,-2 0 9-16,2 1-2 0,-1 0 4 0,0-1-3 0,1 2-2 15,0 0-2-15,-2 4 1 0,2 0 0 0,0-3 2 16,-2 2-2-16,2-2 3 0,0 1-1 15,0 5 0-15,3 0 2 0,-1-1-3 0,1 1-1 0,1 0 4 16,1-1-1-16,1 2 1 0,0 1-3 0,1 0 0 16,1 2 3-16,0-1-1 0,3 0-2 0,-2 0-4 15,1 1 1-15,1-2-1 0,1 0 7 16,1 1-5-16,0-1 1 0,1 3-2 0,-1 3 4 16,2 0-3-16,1 1-1 0,2-1 0 0,1 0 4 0,-1 1-4 15,2 1 2-15,1-2-4 0,1-1-2 0,4 0 0 16,1 0-2-16,2 0 1 0,1 2-6 0,2 1 2 15,0 0-2-15,2 0 2 0,2 1 2 0,0-2 4 16,2 1-6-16,2-2 5 16,1-1-2-16,3 1-1 0,0 0 6 0,2 0-4 0,0 1 9 0,1 1 1 15,3 2 2-15,1 0-1 0,0 0-7 0,4-2 4 16,0-2-5-16,2 0 4 0,3-1-4 0,0 0-2 16,1 1 0-16,3 0 0 15,-1 2 9-15,1-1-3 0,2 2 5 0,1-3-3 0,0 0-2 16,-1-2 6-16,1-2-2 0,-1 0 4 0,0-1-1 15,2 0-3-15,1-1 1 0,0 1-2 0,2 1 1 0,0-1 7 16,1 1-6-16,-2 1 6 0,1-1-9 0,-2 1 9 16,1 0 4-16,-2 0 2 0,1-2 9 0,3 0-61 15,-1-2-35-15,4-1-22 0,1-2-235 0</inkml:trace>
  <inkml:trace contextRef="#ctx0" brushRef="#br0" timeOffset="144409.15">1159 1645 2151 0,'-3'-4'63'0,"3"4"-64"0,0 0-8 0,0 0-29 0,0 0-11 0,16-4 28 16,-4 6 2-16,3-1 4 0,2 3 15 15,-6-7-1-15,7 7 2 0,1 0-1 0,-1-1 1 0,4 0 1 16,1 0-1-16,1 1 0 0,1-2-3 0,-2 1-3 15,1 0-1-15,-2 0 1 0,1 0 4 0,2 2-5 16,1-3 3-16,3 2-3 0,-2 0 10 16,0-2 7-16,0 3-1 0,2-1 2 0,0 0-1 0,4 1 2 15,2-1-4-15,1-1 3 0,1 0-4 16,1 0-3-16,1-1 6 0,2 0-6 0,2 1 2 0,-1-1-1 16,1 1-1-16,1 0 0 15,0 1 0-15,2 0-4 0,0-1 0 0,-1 1-1 16,1 0 3-16,1 0 0 0,1 0 2 0,0 0-1 0,-4 0 0 15,2 1 7-15,0-1-3 0,0 2 5 0,-2-1-7 16,-1 2 9-16,-1-1-7 0,0 0 5 0,2 0-13 0,-3 0 8 16,-1 0-2-16,0 0 6 0,0-2-1 0,2 2-2 15,-3-1 4-15,-3-2-3 0,-2 2 8 0,1-3-9 16,1 3 1-16,0-2-6 16,-2 0-29-16,-4-1-190 0,0 3-49 0</inkml:trace>
  <inkml:trace contextRef="#ctx0" brushRef="#br0" timeOffset="170371.31">558 4711 1621 0,'-12'-4'96'0,"3"0"-5"0,2 1 9 0,7 3-6 0,-1 0-49 0,1 0-49 15,0-1-7 1,0 1-8-16,0 0-14 0,-5-17 16 0,5 17 0 0,1 0 4 16,21-10-4-16,-13 6 10 0,1 2-4 0,1-1 7 15,0 2-8-15,2 0 11 0,-2 0 1 0,1 2 3 0,1 0 8 16,-2-1 15-16,-1 3-2 0,0-1 8 16,-1 0 6-16,0 0 9 0,-2 0-2 0,-1 1 5 15,1-1-2-15,-2-1-1 0,-5-1-2 0,1 0-1 16,0 0-13-16,18 6-6 0,-19-6-2 15,0 0-2-15,1 0-13 0,-1 0-6 0,19 5 4 0,-19-5-5 16,0 0 1-16,1 0 3 0,-1 0-4 0,0 0 2 16,17 8-29-16,-17-8-132 0,0 0-40 0,0 0-53 15,1 0-358-15</inkml:trace>
  <inkml:trace contextRef="#ctx0" brushRef="#br0" timeOffset="-208752.66">492 4853 992 0,'-5'-2'143'0,"5"2"43"0,0 0 10 16,-1 0-88-16,1 0-46 0,-1 0-28 0,1 0-3 15,-1 0-10-15,1 0-22 0,-18-8 19 0,18 8-4 16,0 0 10-16,0 0 1 0,0 0 8 0,0 0 1 0,0 0 3 16,0 0 10-16,0 0-11 0,1 0 8 0,19 5-9 15,-20-5 4-15,0 0 6 0,19 3-6 0,-19-3 6 16,16 2 3-16,-7-2 2 0,0 1 4 0,0 0-4 15,0 0-2-15,2 0-10 0,1 0-3 0,1-1-3 16,4 1-9-16,2-1-7 0,1 0 6 0,0 1-8 16,-1-1 6-16,-1 1-14 0,0-1 0 15,0 0-4-15,-2 1-4 0,0 0 3 0,0 2 3 0,-1-2 1 16,2 0-1-16,-2 1 2 0,1-2-6 0,-1 0 5 16,-2 1-4-16,-1-1 3 0,-1 0-2 0,-1 1 1 15,-1 0-2-15,-1 0 3 0,0-1 2 0,-3 0-1 16,-5 0-1-16,0 0 10 0,1 0-1 0,-1 0 5 15,1 0 6-15,-1 0 25 0,1 0-8 0,-1 0 13 16,0 0-19-16,0 0-8 0,-8-4-3 16,-3 4-2-16,-2-1-20 0,-3 2 5 0,-3 0 1 0,-2 0 1 15,-1 0 4-15,-1 0-5 0,3-1 3 0,1 2-4 16,1-1 5-16,0-1-3 0,1 0-1 0,0 0 0 16,-1-1 1-16,3 1-5 0,-2-1 5 0,-2 0-4 15,2 1-4-15,1 0 3 0,2-1-4 0,2 0 2 16,0 2 3-16,1 0-5 0,1 0 1 15,-2 1-3-15,1 0-2 0,0 0 6 0,0 2 1 16,2-1 1-16,1-1 0 0,1 1 1 0,7-3 2 0,-1 0 0 16,1 0 5-16,-1 0-18 0,1 0 0 0,0 0-7 15,0 0 6-15,0 0 5 0,0 0 2 0,0 0 0 16,20 2 11-16,-10-2-7 0,3 0 0 0,1-1-3 16,-1 1-7-16,2 0 5 0,0 0-1 15,2 1 2-15,3 0 3 0,-1-1-3 0,2 1 1 0,-1 0-1 16,-2-1 2-16,-1 1-2 0,-1 0 0 0,-2 0-1 15,1 1 3-15,-2 0 0 16,-1 0 0-16,0 0-2 0,-2 0-4 0,0 0 5 0,0-1-1 16,0 1 4-16,0 1-2 0,2 0-45 0,-2 1-19 15,0-2-18-15,0 1-125 0,-1 0-99 0,2 0-55 0</inkml:trace>
  <inkml:trace contextRef="#ctx0" brushRef="#br0" timeOffset="-194195.18">3246 4172 395 0,'0'0'93'0,"0"0"55"0,0 0 10 0,0 0-35 0,0 0-41 0,0 0-26 15,0 0-4-15,0 0 4 0,0 0-3 0,0 0-22 16,0 0 9-16,0 1-15 0,6 15-6 16,-6-16 3-16,1 0-4 0,-1 0 4 0,18 4 0 0,-18-4 15 15,0 0-6-15,16 6 8 0,-16-6 6 0,1 0 7 16,-1 0 0-16,20 4 2 16,-20-4-5-16,0 0-4 0,19 0 3 0,-19 0-5 0,0 0 4 0,21-1-14 15,-20 1 0-15,0 0-6 16,21 1-9-16,-22-1-7 0,1 0 2 0,23 0-5 15,-24 0-2-15,0 0 1 0,22 0-1 0,-21 0 1 0,-1 0 3 0,21 2-4 16,-21-2 0-16,1 0-2 0,20 1 6 16,-21-1-3-16,1 0 0 0,19 0-2 0,-20 0 0 0,1 0 2 15,18-2 6-15,-19 2-4 0,0 0 1 0,0 0 6 16,1 0-6-16,16-4 5 0,-17 4-8 0,0 0 2 16,0 0 4-16,0 0-2 15,0-1 2-15,1 1-7 0,8-17 1 0,-9 17-2 16,0 0-1-16,0-1-20 0,0 1 3 0,-5-20-9 0,5 20 15 0,0 0 6 15,-8-18-1-15,8 18 2 0,0-1 0 0,-10-18-3 16,10 19 3-16,0 0-1 0,-9-17-4 0,9 17 2 16,0 0-1-16,-1-1 2 15,1 1 2-15,-15-18-6 0,15 18 0 0,0 0-3 0,0 0-4 16,0 0-7-16,0 0-3 0,0 0 0 0,0 0-3 16,0 0 15-16,0 0-3 0,0 0 6 0,0 0-2 0,0 0 2 15,16 5 5-15,-16-5-3 0,1 0 3 0,18 5-2 16,-10-3 0-16,-1 1 2 15,1-2 25-15,1 1-6 0,0-1 1 0,0 1-4 0,-1 0-1 0,1 0-8 16,-2 0 6-16,-1 0-6 0,0 0 4 0,-2 0 2 16,-5-2-1-16,0 0 2 0,0 0-1 0,1 1 7 15,0-1 0-15,-1 1 4 16,7 17 10-16,-7-18-6 0,0 0 0 0,-12 15-4 16,4-10-15-16,-1 2-4 0,-1 0-2 0,-1 1-1 15,-1 0-5-15,-1 1 8 0,-1 0-4 0,-1 0 2 16,0 1-64-16,-2 0-155 0,0 1-35 0</inkml:trace>
  <inkml:trace contextRef="#ctx0" brushRef="#br0" timeOffset="-192451.52">3792 4342 630 0,'0'0'118'0,"0"0"42"0,-1 0 4 15,1 0-77-15,0 0-46 0,0-1-30 16,-1 1 1-16,0-1-11 0,1 1-12 0,0 0 4 16,-1-1-1-16,1 1 4 0,-1-1 0 0,1 1 4 0,0 0 0 15,0-1 1-15,0 1 6 0,0-1-2 0,0 1 9 16,0-1-6-16,0 1 10 0,0-1 7 0,0 1-4 0,1 0 7 15,-1 0 11-15,1 0 2 0,-1-1 0 16,1 1 0-16,0 0-11 0,15-7-8 0,-16 7-1 0,0 0-2 16,0 0-10-16,1 0 1 0,-1 0-3 0,0 0 1 15,1 0-1-15,15 1-4 16,-16-1 2-16,0 0-2 0,0 0 6 0,1 0-7 16,-1 0 5-16,0 0-5 0,17 3 6 0,-17-3 5 15,0 0-5-15,0 0 7 0,0 0 12 0,0 0-3 16,1 0 6-16,-1 0-8 0,1 0-6 0,-1 0-6 15,0 0 0-15,1 0-2 0,-1 0-1 0,1 0 4 0,0 0 0 16,-1 0 4-16,0 0 14 0,1 0-1 0,-1 0-4 16,0 0 1-16,0 0-7 0,0 0-7 0,0-1 6 15,0 1-7-15,0-1-7 0,0 1 1 16,-1-1-3-16,-15-7 4 0,16 8-1 0,-1 0 3 0,-16-3-4 0,17 3 3 16,0 0 0-16,-19-2-2 0,19 2 8 15,0 0-5-15,-19-1 5 0,19 1 5 0,0 0-5 0,-1 0 6 16,0 0-2-16,-17-1-9 15,18 1 1-15,0 0-4 0,0 0 4 0,-1 0-11 16,0 0 1-16,1 0-6 0,0 0-2 0,0 0 4 16,-1 0 1-16,0 0 1 0,1 0 3 0,0 0 3 0,0 0-4 15,0 0 4-15,0 0-2 0,0 0 1 16,0 0 4-16,1 1-4 0,16 7 6 0,-17-8-1 0,0 0 1 0,18 1 0 16,-18-1 0-16,1 0-1 0,21 0-3 0,-22 0 2 15,1 0-5-15,19 1 3 16,-20-1 1-16,1 0 0 0,19 0 2 0,-20 0-1 15,0 0 0-15,17 0 0 0,-17 0-1 0,0 0 0 16,1 0 0-16,-1 0 1 0,17 1-5 0,-17-1 1 0,0 0 0 16,0 0 2-16,0 0-2 0,0 0 3 0,0 0-2 0,0 0 2 15,0 0 2-15,0 0 4 16,0 0 0-16,0 0-1 0,0 0-7 0,0 0-1 16,0 0 2-16,0 0-1 0,0 0-2 0,0 0-11 15,-2 0-2-15,2 0-5 0,0 0-36 0,-18 1-114 0,18-1-34 16</inkml:trace>
  <inkml:trace contextRef="#ctx0" brushRef="#br0" timeOffset="-188564.59">5393 4319 322 0,'0'0'89'0,"0"0"40"15,0 0 3-15,0 0-72 0,0 0-29 0,0 0 0 16,0-1-2-16,0 1 5 0,0 0-1 0,0-1-10 15,0 1 6-15,0-1-6 0,0 1 19 16,0-1 20-16,0 1-2 0,0-1 7 0,0 1-5 0,0-1-25 16,0 1 4-16,0 0-13 0,0-1-14 0,0 1-2 15,0-1-6-15,0 1 4 0,0-1-6 0,0 1-1 16,0-1-1-16,0 1-1 0,0 0 0 0,0-1-2 16,0 1-1-16,0-1-1 15,0 1-1-15,0-1-10 0,0 1-26 0,0-1-11 0,0 1-259 16</inkml:trace>
  <inkml:trace contextRef="#ctx0" brushRef="#br0" timeOffset="-186911.59">5702 4363 1507 0,'0'0'113'0,"0"0"-51"0,0 0 53 0,0 0-188 15,0 0-20-15,0 0-24 0,0 0-143 0,1 0-129 16</inkml:trace>
  <inkml:trace contextRef="#ctx0" brushRef="#br0" timeOffset="-184348.13">5898 952 1661 0,'0'0'39'0,"0"0"-12"15,0 0 33-15,0 0 125 0,0 0-23 0,-1 0 28 0,1 1-80 16,-1-1-5-16,1 1-15 0,-8 15-21 0,8-16-4 16,0 1 3-16,0-1-3 0,1 17-1 0,-1-17-11 15,0 1-4-15,0-1-1 16,-9 21-5-16,8-12-6 0,1 1-5 0,0-1-1 16,0 2-13-16,-1 0-5 0,-2 0 3 0,2 1-4 15,1-1-5-15,0-1-1 0,0-1 0 0,0-1 0 16,1-1 1-16,-1-7 3 0,0 0-3 0,0 1 3 15,1-1-4-15,0 0 14 0,18 12-1 0,-19-12 5 16,16-5 2-16,-8 0-7 0,2-1 2 16,1-1-5-16,0-2-5 0,1 1-2 0,-2-1-2 0,1 0 1 0,-1 1-9 15,-1 1 4-15,-1 1-4 0,0 0 5 16,-2 0 1-16,0 0-4 0,0 1 5 16,-1 1-4-16,-1 0 6 0,0 1-7 0,-4 3 5 0,0-1-5 0,0 1 12 15,1-1-7-15,-1 1-1 16,1-1-2-16,-1 1-3 0,0 0-1 0,0-1-7 0,0 1 3 0,0 0-12 15,0 0 8-15,0 0 6 0,0 0-1 0,-4 12 9 16,0-2-1-16,0-2-2 0,0 3-1 0,1 1 2 16,0 1-3-16,-1 2 0 0,1 1-1 0,-1 0-2 15,0 1 7-15,0 2-4 0,1 0 5 16,-2 0-10-16,1 0 9 0,0 2-7 16,-1 1 6-16,0 3-3 0,1-1 1 0,-1-1 3 0,0 0-2 15,0-3 2-15,0 0-1 0,0-3 0 0,1-1 0 16,0 1-3-16,-1-1 6 0,1 0 0 0,0-3 3 15,0-1 4-15,0-1-5 0,-1-2 4 0,1-1-4 0,-1-2 11 16,0 1-3-16,0-2 2 0,0-2-3 16,0 0 3-16,0-2 2 0,-2 0-11 0,2-1 3 15,-2-1-39-15,1-1-15 0,-1-2-2 0,-1-2-9 16,1-2-40-16,-1 0-49 0,1-2-17 0,0 0-16 0,1-1-87 0,1 1-119 16,1-1-64-1</inkml:trace>
  <inkml:trace contextRef="#ctx0" brushRef="#br0" timeOffset="-184053.79">6196 1252 1796 0,'0'0'71'0,"0"0"36"0,0 0 53 0,0 0 44 15,0 0 26-15,0 1-85 0,0-1-6 0,-2 16-28 16,2-16-36-16,0 1-18 0,0-1 1 0,-7 21-7 16,6-13-8-16,-1 1-10 0,1 2 0 0,-1 1-5 0,-1 1-9 15,1 0-5 1,-1 0 2-16,1 1-4 0,0 0 0 0,1-1-2 0,-1-1-1 16,0-2 0-16,1 0-3 0,-1-2 5 0,1 1 1 0,0-3 2 15,1-6-6-15,0 0-23 0,0 1-16 0,0-1-7 16,0 1-88-16,0-1-52 0,0 1-6 15,0-1-20-15,0 0-76 0,-3-12-139 0,5 2-151 16</inkml:trace>
  <inkml:trace contextRef="#ctx0" brushRef="#br0" timeOffset="-183885.11">6236 1069 1597 0,'3'-6'98'0,"0"1"155"15,-3 5-146-15,0-1 87 0,1 1-23 0,-1-1 38 16,16-7-79-16,-16 8-34 0,0 0-7 0,1 0-10 15,-1 1-27-15,0-1-18 0,12 16 0 0,-12-16-9 16,0 1-24-16,0-1 6 0,2 19-4 0,-2-19 5 16,0 0-6-16,0 1-109 0,0-1-13 0,4 17-50 15,-4-17-178-15</inkml:trace>
  <inkml:trace contextRef="#ctx0" brushRef="#br0" timeOffset="-183353.94">6517 1118 1628 0,'0'0'68'0,"0"0"32"0,0 0 19 0,0 0 77 16,0 0-17-16,0 0 27 0,0 0-80 0,0 0-23 16,0 0-4-16,0 0-9 0,1 0-29 0,15 1-16 15,-16-1-4-15,0 0-4 0,19 6-15 0,-19-6 1 16,16 5-4-16,-8-2 2 0,1 0-17 0,0 0 6 15,1 0-2-15,-1-1 3 16,1 1-6-16,-2-1 3 0,1-1-4 0,0 0 4 16,-1 1 3-16,-2-1-5 0,1 0 6 0,-7-1-7 0,0 0-4 0,1 0-64 15,16 4-7-15,-17-4-26 16,0 0-66-16,0 0-61 0,0 0-10 0,0 0-30 16,0 0-158-16</inkml:trace>
  <inkml:trace contextRef="#ctx0" brushRef="#br0" timeOffset="-183123.49">6505 1280 1562 0,'0'0'255'0,"0"0"-124"0,0 0 68 0,0 0-155 0,0 0 108 0,0 1 13 16,0-1 0-16,0 1-7 0,0-1-60 0,12 16-26 15,-12-16-1-15,1 0-11 0,20 2-23 0,-10-1-6 16,1 1-1-16,-2-1-1 0,0-1-4 0,0 1-7 15,0-1-1-15,-2 2-3 0,0-1-12 0,-1 1 8 16,0-1-6-16,-1 1 7 0,0-1-6 0,-6-1 1 16,0 0-26-16,1 0 2 0,16 5-142 15,-17-5-108-15,1 0-24 0,-1 0-58 16,1 0-373-16</inkml:trace>
  <inkml:trace contextRef="#ctx0" brushRef="#br0" timeOffset="-179476.75">7017 999 1088 0,'0'0'38'0,"0"0"12"0,0-1 19 0,0 1 12 16,0-1 13-16,0 1-17 0,0-1 3 0,0 1-8 15,0 0-3-15,0-1-13 0,-1 1-2 0,1-1-4 16,0 1-8-16,-1-1 6 0,0 1-2 0,1-1 3 16,-1 1 6-16,1 0 3 15,0 0 0-15,-1 0-1 0,1 0-6 0,-1 0-1 0,1 0-4 16,0 0 3-16,-15 21-2 0,15-21 4 0,0 0 1 0,-1 22-2 15,-1-14-13-15,2 0 8 0,-2 0 0 16,1 0 1-16,0 0-10 0,-1 1-3 16,1 0 0-16,1 0 1 0,-2 1-1 0,1-1-2 0,-1 2-3 0,0-1 2 15,0 2-1-15,-1 0-3 0,1-1 1 0,-1 0-2 16,2 1-5-16,-1-3-5 16,2 1 2-16,-1-1-1 0,-2 1-2 0,2 1-3 0,-1 0-6 15,1 0 3-15,0-1 6 0,0-1-11 0,1 0 9 0,0 0-10 16,0-1 5-16,0 0-4 0,-1-1 1 0,0 1-2 15,0-1 2-15,1 0 3 0,-1 0-4 0,1 1 5 16,-1-1-8-16,0 1 1 0,0 0 3 0,1-1-2 16,0-7 2-16,0 1 1 0,-3 16-4 0,3-17 2 15,0 0-4-15,0 0 4 0,-1 18-1 16,1-18 1-16,0 0-39 0,0 0-94 0,0 0-13 16,0 0-34-16,0 0-108 0,0 0-169 0</inkml:trace>
  <inkml:trace contextRef="#ctx0" brushRef="#br0" timeOffset="-179279.28">7128 1327 1740 0,'0'0'50'0,"1"0"22"0,0 1 30 0,17 12 2 15,-18-13 96-15,0 0-73 0,0 0-8 0,12 20-20 16,-12-20-27-16,0 1-15 0,0 20-3 15,0-21-4-15,0 1-7 0,-6 22-24 0,6-23 7 16,0 0-13-16,-11 21-14 0,11-21-239 0,0 0-26 16</inkml:trace>
  <inkml:trace contextRef="#ctx0" brushRef="#br0" timeOffset="-178739.29">7421 1130 2036 0,'0'0'63'0,"-1"0"-33"0,1 0 105 0,-1 1 10 0,1-1 2 15,0 1-10-15,0-1-61 0,0 1 0 0,6 16-1 16,-6-17-2-16,15 4-26 0,-5-2 0 0,0 0-12 16,1 1 7-16,-1 0-16 0,2 0-13 0,-1 1 7 15,-1-1-8-15,0 0 8 0,-3 1-8 0,1-1 1 0,-1 0-3 16,-2 1 4-16,-1 1 12 0,0 0-2 15,-4 0 6-15,0-5 5 0,0 1-4 0,0-1 3 16,-10 21-5-16,2-14-9 0,-2 2-10 0,-1 1 0 16,-1-1-3-16,-1 2-14 0,0-2 6 0,0 0-5 0,0 1 6 15,2-1-3-15,0-1 5 0,1-1-1 0,1 1 2 16,1-1-5-16,2-2-1 16,0 1 3-16,3-1-3 0,3-5-8 0,0 1 1 0,0-1-5 15,0 0 5-15,0 1-7 0,1 16 1 0,-1-17 0 16,1 0 2-16,16 5 10 0,-6-4-4 0,-1 0 5 15,2 0-5-15,0-1 8 0,1 0 1 0,0 0 0 16,-1 0 1-16,1 0 0 0,-1 0 0 0,-2-1-2 0,0-1 1 16,1-1-4-16,-2 1-88 0,2-2-8 0,-1 0-41 15,1-2-130-15,-1-1-109 0,2-1-35 16</inkml:trace>
  <inkml:trace contextRef="#ctx0" brushRef="#br0" timeOffset="-178380.1">7705 1033 2112 0,'0'0'-3'0,"0"0"110"0,0 0-28 0,0 0 57 16,0 1-45-16,0-1-16 0,0 0-5 16,0 1-3-16,1 16-15 0,-1-17-20 15,0 0 4-15,0 1-8 0,0-1 8 0,19 14 0 0,-19-14-3 16,1 0 1-16,20 6-10 0,-21-6-2 0,1 0 2 0,20 8-2 15,-21-8 6-15,1 0-8 0,17 10 5 16,-18-10-6-16,0 0 12 0,1 1-6 0,16 20 3 16,-17-21-3-16,0 0 3 0,10 22-4 15,-8-13-3-15,1 1 2 0,-2 0-3 0,-2 0-4 16,3 1 4-16,-2 0-3 0,-2 1 10 0,2 0-5 16,-1 0 2-16,-1 0-3 0,0 1 1 0,-1 1-1 15,0 0-1-15,1 1 1 0,-2-1-11 0,0 0 10 0,0 0-7 16,1 2 8-16,-1-3-17 0,1 1 3 15,0-1-1-15,-1 0 2 0,0 0-1 0,1-1-3 0,-1-1 1 0,1-1-1 16,-1 0 3-16,1 1-5 0,-1-2 2 0,1-2-6 16,0-1-33-16,3-6-100 0,0 0-9 0,0 1-39 15,0-1-108-15,-1 0-86 0,1 0-34 0</inkml:trace>
  <inkml:trace contextRef="#ctx0" brushRef="#br0" timeOffset="-178188.53">7943 1443 2018 0,'7'3'60'0,"-1"2"48"0,0-1-19 0,-1 1 32 15,-2 1-29-15,-2 0-37 16,-2 3 0-16,-2 1-11 0,-2 0 6 0,-2 0-24 0,-1 0-2 16,-2 0-15-16,1-1-85 0,-3-2-180 15,4-1-58-15</inkml:trace>
  <inkml:trace contextRef="#ctx0" brushRef="#br0" timeOffset="-177939.72">8242 1334 1889 0,'0'0'94'0,"0"0"201"0,0 0-295 0,0 0 108 16,0 0-29-16,0 0 49 0,0 1-81 0,0-1-16 16,0 1-7-16,0-1-3 0,7 17-16 0,-7-17-8 15,0 0 3-15,0 0-6 0,0 0-22 0,0 0-126 16,1 0-6-16,16-3-54 0,-17 3-131 0</inkml:trace>
  <inkml:trace contextRef="#ctx0" brushRef="#br0" timeOffset="-177790.54">8439 1306 1650 0,'0'0'27'0,"0"0"130"15,0 1-37-15,18 14 60 0,-18-15-91 0,0 1 16 16,1-1-15-16,11 18 10 0,-12-18-60 0,0 1-14 15,0-1-11-15,6 18-5 0,-6-18-72 0,0 0-134 16,0 0-8-16,1 0-61 0,-1 0-209 0</inkml:trace>
  <inkml:trace contextRef="#ctx0" brushRef="#br0" timeOffset="-177622.49">8752 1270 1936 0,'7'6'54'0,"-1"-1"-15"15,0 1 28-15,-2-1 11 0,1 0 5 0,-2 1-9 16,-1 0-41-16,-2 0-7 16,0-6-7-16,0 1-3 0,0-1-52 0,0 0-142 0,0 1-7 15,0-1-66-15,0 1-223 0</inkml:trace>
  <inkml:trace contextRef="#ctx0" brushRef="#br0" timeOffset="-177504.94">8969 1288 1590 0,'8'7'262'0,"-2"-1"-179"0,0 1 36 0,0 0-106 16,1-1 6-16,-2 1-9 0,1-2-29 16,-2-1-10-16,-4-4-238 0</inkml:trace>
  <inkml:trace contextRef="#ctx0" brushRef="#br0" timeOffset="-176878.86">10543 1134 2556 0,'-6'-1'-78'0,"6"1"36"0,0 0-37 16,0 0 165-16,-1 0-16 0,0 0 8 0,1 0-36 0,0 0-5 15,-1 0-2-15,1 0-8 0,0 0 0 0,0-1 4 16,1 1-4-16,16-8 1 0,-9 6-7 16,3 1 4-16,-1 1-4 0,1 0 4 15,-1 1-6-15,-1 0 5 0,0 2-6 0,0 0 3 0,-3 1-4 16,0 0-4-16,0 1 2 0,-2 0 5 15,-2 0 3-15,1 2 1 0,-2-1 0 0,-1 0 5 0,-1 2 0 16,-2 0-6-16,-3 2 3 0,0-2-7 0,-2 2-12 16,-1-1 8-16,-2 0-10 0,0 2 4 0,-1-1-5 15,1 2-2-15,1-2-2 0,0 1-3 0,0-1 6 0,1 0-3 16,1-1 5-16,2 0-6 16,2 0-1-16,-1 0-3 0,2-1 1 0,2 0-8 0,0-1 2 15,2 1 3-15,1-2-2 0,1 1-2 0,3-2-5 16,-1 0 5-16,4-1-3 0,0-2 6 0,3 1 8 15,-1-2-8-15,1 0 8 0,1-1-6 16,1 0 5-16,-1-1 1 0,1-1 0 0,-1-1-2 0,2-3-92 16,0 1-5-16,1-4-41 0,2 1-116 0,1-1-145 15,1-1-86-15</inkml:trace>
  <inkml:trace contextRef="#ctx0" brushRef="#br0" timeOffset="-176446.16">11003 1113 1899 0,'0'0'61'0,"0"0"62"0,0 0-24 15,-1 0 43-15,0 0-6 0,-18-5 1 0,19 5-14 16,-1 0 6-16,1 0-56 0,-23 7-2 16,23-7-3-16,0 0 1 0,-19 11-16 0,19-11-10 15,-1 1-5-15,-18 13 1 0,19-14-5 0,-12 12-13 16,6-4 3-16,1-1-7 0,-2 2 1 15,2 1-3-15,-1 0-6 0,-1 1 3 0,1 0-5 0,-1 0-5 16,0 1 5-16,0 1-6 0,1 1 6 0,1 0-4 16,0-2 1-16,2 1-3 0,0-1-1 0,2-3-9 0,0 0 3 15,2-2-4-15,1 0 1 16,1-2 0-16,-3-5 1 0,1 0 0 0,-1 1 6 0,24 6-1 16,-16-9 1-16,1-1 0 0,1-2 1 0,0-1-1 15,0 0 2-15,1-1 0 0,1 0 6 0,-2 1 9 16,1-1-4-16,-2 0 5 0,0 0-1 0,-2 0 6 0,-2 1 3 15,-2 0 1-15,-2 1 10 0,0-1 4 16,-2 0-1-16,-2-1 1 0,0 0-14 16,-3 0 1-16,0 1-7 0,0 2 3 0,-1 1-18 0,0 0-8 15,-2 2 2-15,1 1-5 0,0-1 2 0,0 2-1 0,0 0-5 16,2 0 0-16,-2 0-22 0,2 0-24 16,0 0-1-16,6-1-8 0,0 0-15 0,0 0-45 0,0 0 1 15,-2 0-22-15,2 0-55 0,0 0-85 16,-1 0-31-16,1 0-48 0,0 0-403 0</inkml:trace>
  <inkml:trace contextRef="#ctx0" brushRef="#br0" timeOffset="-176179.46">11076 1293 1858 0,'0'0'63'0,"0"0"-12"0,1 0 125 16,0 1-47-16,-1-1 28 0,0 1-45 0,14 16-15 0,-14-17-34 16,0 0 5-16,0 0-18 0,0 0-14 0,0 1-7 15,-4 15-4-15,4-16-1 0,0 0-10 0,-1 0-8 16,1 1-3-16,-17 10-5 0,17-11-53 0,0 0-80 15,0 0-10-15,-20 2-31 0,20-2-113 0</inkml:trace>
  <inkml:trace contextRef="#ctx0" brushRef="#br0" timeOffset="-175143.59">11365 1113 1389 0,'0'0'234'0,"0"0"-198"0,0 0 37 0,0 0-13 0,0 0 105 16,0 0-34-16,0 1-5 0,0-1-12 15,0 1-37-15,0-1-16 0,-6 18 1 0,6-18-5 0,0 1-4 16,0-1-13-16,-2 19-6 0,2-19-1 0,0 0-11 15,-3 19 4-15,3-19-1 0,0 0 1 0,-7 20-12 0,7-20 1 16,0 0-1-16,-7 20 1 0,7-20 3 0,0 0-3 16,-4 17 4-16,4-17-3 0,0 0-1 0,-3 17-7 15,3-17 2-15,0 1-3 16,0-1 3-16,1 20 1 0,-1-20 1 0,0 0 0 0,0 1 0 0,4 17-5 16,-4-18 1-16,0 1-2 0,0-1 2 0,6 18-5 15,-6-18 2-15,0 0-2 0,0 1 3 0,12 15 0 16,-12-16 0-16,1 1 1 0,-1-1-3 0,0 1-3 15,20 17 1-15,-20-18-1 0,0 0 11 0,0 0-11 16,20 13 7-16,-20-13-7 0,0 0 9 0,1 1-1 16,-1-1-5-16,17 14 4 0,-17-14-6 0,0 0 10 15,0 0 2-15,0 1 2 0,0-1 1 16,1 1 3-16,6 17-4 0,-7-18 5 0,0 0 1 0,0 0-3 16,0 1 0-16,-1-1-3 0,-19 20-3 15,12-17-2-15,0 1-1 0,0 0-1 0,-2-1-4 16,-1 0-6-16,2 0-8 0,-2-1-3 0,3 0-54 15,-2-1-20-15,-1-1-9 0,1 1-5 0,0-2-49 0,0 0-57 16,0-2-14-16,2 0-24 0,0-2-152 0</inkml:trace>
  <inkml:trace contextRef="#ctx0" brushRef="#br0" timeOffset="-174906.37">11343 1184 1811 0,'0'0'160'0,"0"0"-38"16,0 0-20-16,0 0 16 0,0 0 25 0,0 0-17 0,0 0-15 16,0 0 2-16,0 0-40 15,1 0-10-15,-1 0-5 0,17 3-1 0,-17-3-12 16,0 0-16-16,17 6 1 0,-17-6-7 0,0 0-11 0,23 3 2 16,-22-3-5-16,16-2 4 15,-9 2-11-15,1 0-1 0,-1 1 3 0,1-1-3 0,0-1 3 0,0 0-5 16,0 0-3-16,0 0-3 15,1 1-25-15,0-3-74 0,-2 0-11 0,1 1-28 0,-1-1-89 0,2 1-157 16,-2-1-117-16</inkml:trace>
  <inkml:trace contextRef="#ctx0" brushRef="#br0" timeOffset="-174559.14">11590 1163 1705 0,'0'0'15'0,"0"0"117"15,0 0-24-15,0 1 59 0,0-1-15 0,-1 16-9 16,1-16-9-16,1 0-1 0,0 0-42 0,21 9-5 16,-13-5-4-16,0-1 0 15,-1 2-19-15,1 0-14 0,-1-1-2 0,0-1-5 16,0 0-9-16,-1 2-2 0,-1 0-1 0,0 2-1 16,-1 1-5-16,-3-1-1 0,1-1 0 0,-1 2 0 15,-2 0-4-15,-2 1 7 0,0 0-4 0,-2-1 5 0,-2 2-13 16,0 0 0-16,-3 1-2 0,-1-1 0 0,-2 1-4 15,-2-1 4-15,-1 0-4 0,-1 0 3 0,2-1-8 16,3 1 1-16,2-2 0 0,2-1-1 0,1-1-7 16,2 0 1-16,2 0 2 0,2-6 1 0,0 0 11 15,0 1-2-15,4 16-2 0,-4-17 1 0,1 0 8 0,-1 1 5 16,21 12 0-16,-11-10 1 0,1 1-2 16,1 0-9-16,1-2-1 0,-4-1-3 15,0 0-6-15,0 0 0 0,-1-1 0 0,-1 0-5 0,1 0-67 16,1-2-150-16,0-2-46 0,3 0-75 15,0-5-553-15</inkml:trace>
  <inkml:trace contextRef="#ctx0" brushRef="#br0" timeOffset="-172384.25">6788 1694 1866 0,'-11'-8'36'0,"4"3"-53"16,7 5-12-16,0 0 28 0,0 0-47 0,0 0 15 15,0 0-11-15,0 0 29 16,0 0 13-16,1 0-3 0,21-5-3 0,-13 7 2 15,1 1 6-15,0-1-2 0,2 0 2 0,0 1-4 16,-1-1 4-16,0-1 11 0,1 2 8 0,0-3 2 16,0 3 16-16,0-2 4 0,0-2-4 0,1 1 4 15,0-2 1-15,1 0 2 0,2-1 1 0,2 0 0 16,0-1-4-16,3 0-18 0,-1-2 1 0,2 2-10 0,1-2-14 16,0 1 6-16,0 2-8 0,3-1 7 0,-1 2-4 0,3-1 3 15,1 0-1-15,-2 1 0 16,0 0-8-16,0 2 5 0,1-2 2 0,1 0 2 0,0 0-3 15,4-2 0-15,0 2-1 0,0-1 0 0,0-1 3 16,1 1-3-16,0-2 1 0,1 0-1 0,2 0 0 16,0-1 5-16,-2 0-5 0,2 0 7 0,1 0-7 0,0 1 1 15,2-1-2-15,-2 0 0 0,-1 1-2 0,1 1 2 16,0-1 4-16,2 1-2 0,-1 1 1 0,-1 0 0 16,-2 1-2-16,0 1 0 0,2 0-1 0,1 0 2 15,-1 1 0-15,-1 0 1 0,-1 0-5 0,1 0 2 16,2 1 2-16,-1-1-1 15,2 0 1-15,-3 0 2 0,0 0-2 0,1 0 1 16,2-1 1-16,1 1-2 0,-2 1 3 0,0 0-2 16,-2 1-4-16,2 0 5 0,0 0-3 0,1 1 5 15,-2 1-5-15,-1-2 0 0,-1 2 1 0,2 0 1 16,1-1-7-16,-1 1 4 0,-1-1 0 0,-1-1 1 16,1 1 4-16,1 0 5 0,1 0-5 0,-1-1 4 15,-2 0-8-15,0 1 14 0,-1 0-6 0,2 0 11 16,1 0-8-16,0 0-3 0,-1 0-2 0,-2 0-2 15,0 1 0-15,4 0-4 0,-2 1 6 16,1-1-5-16,-1-1 1 0,-2-1-4 0,2 1 2 0,1 1-2 16,0-1 7-16,1-1-3 0,-4 1 1 0,1-2-1 15,2 0 0-15,0 1 3 0,1-2-5 0,0 1 5 16,-3 2 5-16,-1-2 7 0,2 3-2 0,0-1 1 16,1-1-14-16,0 2 4 0,-4 0-2 15,0 1 1-15,1 1-9 0,1-2 4 0,0 1-2 16,-1-1 4-16,-1 1 2 0,1 1-4 0,0-1 4 0,1-1-4 0,1-1 3 15,0-1-2-15,-1 1 0 16,-3-2 1-16,2 1 5 0,3-1-4 0,-3-1-1 0,2 0-1 16,-1 0-2-16,-2-1 9 0,0 1 4 0,3 1 2 15,-1-1 5-15,2 1-3 0,-2 1-5 0,-3 0 2 16,-1-1-10-16,1 2 0 0,0-1-2 0,1 0 2 16,-4 1 7-16,-1 0-8 0,-2 1 6 0,-2-1-7 15,0 0 3-15,1 1-1 0,-1-1 2 0,-1 1-3 16,-2-1 0-16,-1 1 5 0,-3-1 0 0,-2-1 1 15,0 1-6-15,-2 1 1 0,-1 0-2 16,-2 0 2-16,-1 1-6 0,-3-1 4 0,1 0-2 16,-2 1 2-16,-6-5-4 0,1 0-70 0,-1 0-16 15,0 1-25-15,4 15-120 0,-12-13 972 0</inkml:trace>
  <inkml:trace contextRef="#ctx0" brushRef="#br0" timeOffset="-170144.17">612 4849 571 0,'0'0'124'0,"0"0"77"0,-1 0 22 16,1 0-45-16,0 0-44 0,-1 0-59 15,0 0 0-15,1 0-13 0,-1 0-35 16,1 0-13-16,0 0-5 0,-1 0-1 0,1 0-2 0,-1 0 0 16,1 1 1-16,0-1 0 0,0 1-3 0,0-1 7 15,0 1-2-15,21 8 3 0,-12-10-1 0,1-1 9 16,0-1 1-16,1 1 2 0,2-2-4 0,0 0 0 16,0-1-7-16,-1-1 4 0,2 0-4 0,-1 0-3 15,0-1 4-15,-1-2-5 0,1 0 1 16,2 0 3-16,0-1-3 0,3-1 3 0,-1 0-3 0,1-2-2 0,0-1 0 15,-1 0 0-15,-1-1-1 0,0 2-2 0,-1 1 1 16,-1 0-3-16,0-1 4 0,-2-1-1 16,0 0 2-16,1-1-1 0,1-2 9 0,0-1-13 15,2 0 5-15,0-2-7 0,0 0 6 0,1 0-3 16,-1 0 3-16,-1 0-3 0,-1 0 3 0,-1 2 4 16,-1-2 0-16,-1 1 3 0,-1-1 16 0,-2 1 2 15,0-1-3-15,-2 2 4 0,-1-1 4 0,0 2-9 16,-3 0 7-16,-1 1-9 15,0 3-8-15,-1-1-5 0,-2 1 1 0,1-2-1 0,0 0 0 16,-3 0 3-16,1 0-5 0,-2-1 3 0,-1 1-4 16,0-1-1-16,0 0 4 0,-2 3-3 0,-2 0 7 0,-2 2-12 15,-1 1 2-15,-1 0-5 0,-3 2 5 16,-2 0-5-16,-1 3 3 0,-2 0-3 16,0 0 2-16,-1 2 0 0,1 1-1 0,-3 1 1 0,-1 0-3 0,-2 3-5 15,-2 0 2-15,-3 2-3 0,1-1 4 0,3 1-1 16,0 1 2-16,3-1 0 0,0 2-2 0,-1 1 1 15,-1 1-2-15,1 0 3 0,0 1-2 0,2 1 0 16,4 2-4-16,0 4 2 0,0 0-4 0,0 4 4 16,-2 0-4-16,2 1 4 0,-1 1 2 0,2-1-3 15,2 2 1-15,2-1-2 0,3 0-5 0,3 3 11 16,0 0-4-16,2 0 5 0,2 2-10 0,1-2 4 16,1-1 1-16,2 0 0 0,2 1-1 0,-1 1 3 15,1 1-3-15,1 2 3 0,1-1 1 0,2-1 2 16,0-1-1-16,2-3 1 0,1 1 1 0,2 1-10 15,-1 0-23-15,2 1-3 0,2 1-110 0,1-2-122 16,4-1-32-16</inkml:trace>
  <inkml:trace contextRef="#ctx0" brushRef="#br0" timeOffset="-168794.31">5413 4335 545 0,'0'0'106'0,"-1"0"16"0,0 0 5 15,-14-7 2-15,15 7-93 0,0 0-53 0,0 0 1 16,0 0-7-16,0 0 11 15,-1 0-32-15,0 0-61 0</inkml:trace>
  <inkml:trace contextRef="#ctx0" brushRef="#br0" timeOffset="-168370.22">5668 4343 493 0,'-3'-3'90'0,"3"3"320"0,0 0-365 0,0 0-38 16,0 0-2-16,0 0-15 0,-1 0-27 0,1 0 17 16,0 0-3-16,-1 0 9 0,1 0 5 15,0 0-70-15,0 0-50 0</inkml:trace>
  <inkml:trace contextRef="#ctx0" brushRef="#br0" timeOffset="-167180.34">5361 4334 44 0,'0'0'7'0,"0"0"80"16,0 0 0-16,0 0 2 15,0 0-36-15,0 0-33 0,0 0 1 0,0 0-8 16,-1 0 25-16,1 0 2 0,-1 0 2 0,1 0 1 16,-1 0 10-16,1 0 26 0,0 0-3 0,-1 0 11 0,0 0-10 15,1 1-16-15,0-1-7 0,0 0-3 0,0 0-13 0,0 0 2 16,0 0-4-16,0 0 1 0,0 1-13 0,0-1-10 15,0 1 4-15,0-1-8 0,0 1-8 0,0-1 0 16,0 0-1-16,0 1 0 16,0-1-6-16,0 1 8 0,0-1-6 0,0 1 8 15,0-1-5-15,0 1 3 0,0-1-1 0,0 0 3 16,0 1 8-16,0-1 3 0,0 1 5 0,0-1-3 16,0 1-1-16,0-1-2 0,0 0-6 0,0 0 3 15,0 0-6-15,0 0-10 0,0 0 5 16,0 0-7-16,0 0 5 0,0 1-2 0,0-1-12 0,0 1-5 15,0-1-136-15</inkml:trace>
  <inkml:trace contextRef="#ctx0" brushRef="#br0" timeOffset="-165379.12">1936 1371 1270 0,'0'0'53'0,"0"0"-30"15,0 0-1-15,0 0-31 0,0 1-13 0,0-1 5 16,-1 23-2-16,3-13 3 0,3 1 2 0,-10-6 3 15,7 8 3-15,1 1-1 0,-1-1 13 0,3 3-8 0,-2-2 0 16,1 1-3-16,0 1 5 0,0-1 9 0,1 1 0 16,0 0 4-16,2 1-8 0,0-1 2 15,0-3 4-15,0 2-2 0,2 0 1 0,-1 1 4 16,0 2-5-16,2 0 4 0,0 1-6 0,0 0 4 16,1 1-2-16,0-2 2 0,0 0-5 0,1-2 4 15,2-1-2-15,1-1 3 0,2-1 4 0,1 1-6 0,2 0 0 16,-2 1-3-16,3 0-10 0,0 1 6 15,-1 1-2-15,1 0 3 0,0-1 2 0,0 1 4 0,3-1-5 16,1 0 4-16,0-1-7 0,3 0 4 16,-1 0-1-16,-1 0 3 0,-1 1-5 0,0 0 0 15,1 0 3-15,-1 0-3 0,3 0 4 0,0-1-7 16,0 0 0-16,1-1-2 0,-2 0-3 0,2-1 2 16,0-1-3-16,2-1 4 0,1-1 6 0,1-1 1 0,-1 1 1 15,1 0-2-15,-3 0 7 0,2 0-5 0,2 1 1 16,2-1-2-16,-2 0 3 0,-1 0-4 15,-1 0 3-15,-1 1-4 0,1-1 8 0,2 1-4 16,1-1 1-16,0-1-2 0,-2 0-1 0,-1 0 2 16,1-1 2-16,2-1-1 0,1 0 6 0,0-1-5 15,-1-1 5-15,0 0-6 0,-1-1-2 0,4 0 5 16,-1 0-3-16,2-2 4 0,-3-1-4 0,0 2 7 16,0-3-1-16,1 1 4 0,1 1-4 0,0-3 2 15,0 1-5-15,-2-1 3 0,1 0 1 0,1-1-6 16,0 1 4-16,-1 0-6 0,-1 1 5 0,-2-2 5 15,0 1-1-15,1-1 2 0,2-1-8 0,0 1 4 0,-1-1-8 16,-2 1 5-16,2-1-7 0,3 0 2 16,-1-1 4-16,2-1-2 0,-3 0-1 0,0 0 0 15,1-1-2-15,0-1 2 0,1 1 1 0,0-2-3 16,-3 1 2-16,-1 0-2 0,-1 0 9 0,2-1 11 16,0 1 0-16,0-1 4 0,-3 1-2 0,-1-1-1 15,1-2-2-15,1 1 0 0,3 0-12 0,0-2 3 16,0 1-5-16,-2 2 3 0,0 0-8 0,2 0-2 15,-1 1 1-15,1-3-1 0,-1 1 6 0,-2-1-4 16,-2-1 4-16,2 1-5 0,0-1 3 16,2 0-1-16,0-1-1 0,-4 0 0 0,0 0 0 0,0-1-2 15,2 1 2-15,-1-2-2 0,1 1 0 0,-1 2 3 16,-2 0 2-16,-2 0 1 0,1 1 2 0,0 0-7 0,1-1 1 16,-1-1-1-16,-1 1 1 15,-2-1 2-15,0 0-2 0,-3 0 2 0,2-1 0 0,2 0 2 16,-1-1-6-16,2 1 3 0,-3-1-3 0,-2 1 5 15,0 1-4-15,-2-1 4 0,0 2-7 0,0 1 19 16,1-1 0-16,-1 2 7 0,0 0-6 0,-2 0-5 16,-1 0 4-16,-2-1-3 0,-1 0 6 0,-1 0-1 0,0-1-2 15,-1 0 2-15,0 0-9 0,-2 0 9 16,2-1-9-16,1 1 9 0,-1 0-5 0,1 0-3 0,-1-1 4 16,-3 1-4-16,2 0-10 0,-2 1 6 15,-1 2-2-15,-2 1 2 0,-1 1-5 0,0 0 5 16,0 0-6-16,-1 1 7 0,0 0-4 15,-1 1 0-15,-1-1 1 0,-4 5-2 0,0 0-3 0,1-1 3 16,-1 1 0-16,1-1 2 0,14-15 0 0,-15 16-4 16,0 0 1-16,0 0-2 0,0-1-1 0,0 1-72 15,0-1-10-15,0 1-32 0,0 0-137 0,5-19-222 16</inkml:trace>
  <inkml:trace contextRef="#ctx0" brushRef="#br0" timeOffset="-164320.58">1270 1381 1520 0,'-7'-6'49'0,"7"6"-27"0,-1 0 1 15,1-1 9-15,-1 1-34 0,1 0-74 0,0 0 9 16,-1 0-16-16,1 0 50 16,-1 0 29-16,-4 7-3 0,8 0 10 0,1 0-10 0,-1-3 7 15,3 0-8-15,1 0 8 0,0 1-13 16,-3-4 2-16,3 2 9 0,0-3-2 0,0 0 26 0,1 2 3 15,0-1 1-15,1-1 1 0,-2 0 4 0,0-1-3 16,-1 0-4-16,2 0 2 0,-1 1-7 0,-1-2-1 16,0 1-3-16,-6 1 0 0,0 0-8 0,1 0-4 15,18-2 6-15,-19 2-6 0,0 0 2 0,1 0 3 0,-1 0 1 16,1 0 3-16,-1 0 5 16,1 0 6-16,-1 0-4 0,0 0 5 0,0 0-4 0,0 1-6 15,0-1 4-15,-9 18-4 0,8-18-2 0,-14 7 4 16,6-2-7-16,-2-2 5 0,1 1-2 0,-1-1-3 15,2-1 7-15,-3 1-5 0,3-2 9 0,0 0-2 16,-1 0 3-16,3 0-1 0,0-1 2 0,0-1-5 16,1-1 0-16,6 2 1 0,0 0 11 0,-1 0-7 15,1 0 1-15,-17-6-5 0,17 6-2 0,0 0-18 16,0 0 1-16,0 0-11 0,0 0-19 0,0 0 3 0,0 0 2 16,0 0 2-16,0 0 11 15,0 1 6-15,1-1-5 0,15 21 3 0,-7-17-44 0,2 0-201 16,4 1-46-16</inkml:trace>
  <inkml:trace contextRef="#ctx0" brushRef="#br0" timeOffset="-163621.68">5730 1669 2465 0,'-7'-5'-2'16,"7"5"-27"-16,0 0 0 0,-1 0-106 0,1 0 44 0,0 0 15 15,0 0 62-15,0 1 6 0,-2 17 1 0,2-18 1 16,0 0-21-16,0 0 2 0,1 1-7 0,-1-1 25 16,20 14 19-16,-13-12 6 15,3 0 2-15,0-2 1 0,4 0-8 0,-1 0-1 16,1-1 0-16,2 0 5 0,-2 0-2 0,2-2 7 0,1 1-6 16,-2 0 4-16,3 0-1 0,-1-3-5 0,-1 2 4 15,0-1-2-15,-2 1-8 0,0 2 2 16,-1-1-4-16,-2 0 5 0,-1 1-5 0,-2 0 3 15,-1 0-3-15,-1 1 2 0,-6 0-1 0,0 0 1 0,1 0-1 16,0 0-1-16,-1 0 7 0,0 0-3 0,0 0 3 16,1 0-6-16,-1 0-130 0,0 0-40 0,0 0 77 0,-6 2 1209 15</inkml:trace>
  <inkml:trace contextRef="#ctx0" brushRef="#br0" timeOffset="-162578.28">2605 1414 1003 0,'-4'-3'369'0,"4"3"-1"0,0 0-388 0,0 0-38 0,0 0 28 16,3 13-17-16,2-6 28 0,1 3 13 0,-7-6-11 0,7 6-3 0,1 2-1 0,-2 0-8 0,2 0 1 0,1 1 5 15,0 1 0-15,2 2 23 0,0 0 4 0,2 0 3 16,-2 0 0-16,2 0 5 0,-1-2 1 0,1 1 4 16,1 0-3-16,1 1 3 0,0 0-1 0,2 2-3 15,1 1 2-15,2 1-11 16,2 1 0-16,0 1-4 0,3-2 2 0,0 0-5 0,1-2 1 15,-1-1 0-15,3 0 1 0,3 0-7 0,2 1 11 0,3 1-3 16,1 1 7-16,0 1-4 0,-1-1 2 16,2 1 0-16,2-3 1 0,2 0 2 0,-1-2-6 15,0-1 0-15,1 1-2 0,0-1 2 0,3 1 0 16,0-2 0-16,-1 1 0 0,1-1-9 0,1-2 8 16,2 1-3-16,0-2 4 0,0 0-1 0,3-1-1 15,1-1 0-15,2-1-1 0,-1 0 1 0,2-1 0 16,0 0 0-16,1 1-1 0,1-2 0 15,-1 0 3-15,-1 1 0 0,1 0 1 0,-2 0-3 0,1-2 0 16,0 1-3-16,-1 0 2 0,0 0-2 0,0 2 1 16,-1-2 2-16,1 1-1 0,0-1 2 15,-1 0 3-15,1 0-2 0,-1 0 1 0,1 0-3 0,-1 0 1 16,0 0 5-16,0-1-3 0,-2-1-3 0,2 0 4 16,-1 0-4-16,-2-2 4 0,2 1-2 0,-3-2 4 15,0 0-2-15,1-1 2 0,0-2-4 0,-1 0 0 16,-1-1 3-16,1-1-2 0,-1 0-1 0,1-2 1 15,0-1 0-15,-2 0 2 0,1 0 11 0,0-3-7 16,0 2 4-16,-4-2-5 0,0 2 7 0,3 0-6 16,-1-1-1-16,1 1-2 0,-2-1-1 0,1 1-3 15,0 0 2-15,2-1-3 0,-1 0 3 16,-2-1-4-16,0 0 2 0,1-1-2 0,-1-1 6 0,-1 0-4 16,-2 0 1-16,-2-1-3 0,1 0 7 0,-2-1-1 15,-1 0 9-15,-2 1-4 0,-3-2 23 0,1 3-14 16,1-1 0-16,-1 2-5 0,2-1-5 0,-4 0-1 15,-1-1-1-15,-2 1 0 0,-3-1-2 0,2 0 0 16,-1-1 4-16,-2 0-2 0,-1 0 10 0,-2 0 3 16,-2 0-9-16,-3-1 6 0,0 2-17 0,-1 0 7 15,-1 1 1-15,0 2 2 0,-1 0-3 0,-1 0-4 16,0 0 1-16,-1 0-2 0,0-2 1 0,-1 3-5 16,-1 0 1-16,-1 1-3 0,-1 0 1 0,0 1-138 15,-2 1-31-15,0 0-82 0,1 1-595 0</inkml:trace>
  <inkml:trace contextRef="#ctx0" brushRef="#br0" timeOffset="-161384.45">5336 4354 1133 0,'0'0'37'0,"0"0"-18"15,0 0-4-15,0-1-8 0,0 1-19 0,0-1-16 16,0 1 0-16,0 0 4 16,0 0 12-16,0-1 7 0,0 1 0 0,0 0 3 0,0 0 4 0,0 0 0 15,0 0-1-15,0 0 0 16,0 0-1-16,-1 1 6 0,1-1-6 0,0 1 6 15,-1-1-11-15,-8 17 4 0,9-17-1 0,0 0 2 16,0 0-8-16,0 0 2 0,0 0-2 0,0 0-2 16,1 0-41-16,-1 0-178 0,17 5-28 0</inkml:trace>
  <inkml:trace contextRef="#ctx0" brushRef="#br0" timeOffset="-160921.47">5608 4405 322 0,'0'0'499'0,"0"0"-386"16,0 0-17-16,0 0-106 15,0 0 10-15,0 0 14 0,0 0 3 0,0 0 0 16,0 0-2-16,0 0 1 0,0 1 0 0,0-1 1 15,1 1 6-15,-1-1 19 0,19 8 2 0,-19-8 8 16,0 0 20-16,1 0-6 0,15-3 0 0,-16 3-3 16,1 0-6-16,-1 0-23 0,21-8 4 0,-21 8-11 15,0 0-14-15,0 0-3 0,18-8-4 0,-18 8 2 16,1 0-8-16,-1 0 4 0,1 0-4 0,-1 0 6 0,17-8-3 16,-17 8-3-16,0 0 7 0,0 0-7 15,0 0 0-15,0 0 5 0,1 0-3 0,0 0 4 16,0 0-6-16,-1 0 2 0,0 0-7 0,1 0 2 15,-1 0-38-15,0 0-52 0,1 0-14 0,0 0-22 16,-1 0-137-16</inkml:trace>
  <inkml:trace contextRef="#ctx0" brushRef="#br0" timeOffset="-158044.58">3790 4356 154 0,'0'0'142'0,"0"0"-27"0,-1 0 62 15,1 0-90-15,0 0-41 0,0 0-37 0,0 0-7 16,0 0-10-16,0 0 16 0,0 0-6 0,0 0-5 16,0 0 8-16,0 0-7 0,0 0 9 0,0 0 13 15,0 0 1-15,0 0 8 0,1 0 37 0,0 0 7 16,-1 0 4-16,0 0-2 0,0 0 3 0,1 0-8 15,0 0-6-15,-1 0-1 0,0 0-16 0,1 0-15 16,-1 0 1-16,1 0-7 0,-1 0-11 0,1 0-5 0,16 3 0 16,-17-3-3-16,0 0-7 15,0 0 7-15,1 0-3 0,18-3 5 0,-19 3-3 16,0 0-6-16,1 0 2 0,17-8-2 0,-18 8 4 0,1 0 3 16,-1 0-3-16,16-7 2 0,-16 7 0 0,0 0-4 15,0 0 3-15,1-1-3 0,-1 1 2 0,19-11 5 16,-19 11-2-16,0 0 3 0,1 0-1 0,-1 0-1 15,17-10 5-15,-17 10-4 0,1 0 5 0,-1 0-5 0,17-9-1 16,-17 9-2-16,0 0-5 0,0 0-1 16,20-9 2-16,-20 9 0 0,0 0 2 0,17-8 2 15,-17 8-6-15,1 0 2 0,15-6-5 0,-16 6 4 16,1 0 2-16,-1 0 1 0,20-14-4 0,-20 14 8 16,0 0-7-16,0-1 7 0,21-12-7 0,-21 13-1 15,0 0 7-15,17-10-4 0,-17 10 4 0,1 0-1 16,0-1-1-16,17-11 1 0,-18 12 5 0,0-1-4 15,2 1-2-15,13-16 1 0,-15 16 1 0,0-1 0 16,1 1-1-16,13-17-1 0,-14 17-2 0,0 0 1 16,10-16 1-16,-10 16-1 0,0-1 1 0,10-16 4 0,-10 17-1 15,0 0 2-15,5-19-1 16,-5 19 10-16,0-1 1 0,4-19 4 0,-4 20 8 0,0 0-1 16,-4-20-1-16,4 20 1 0,0-1-7 0,-5-17-11 15,5 18 4-15,0-1-6 0,-10-15-3 0,10 16-2 16,0-1-4-16,-1 1 2 0,-18-18 1 0,19 18-5 15,0 0 8-15,-18-13-7 0,18 13 6 0,0-1-8 16,-21-8-1-16,21 9-1 0,0 0 3 16,-23-10 2-16,15 6 1 0,0 1 1 0,-1 1-2 0,1 1-2 15,-2-1-2-15,1 1 0 0,0 0 2 0,1-1-3 16,-1 2 2-16,0-1-2 0,-1-1 3 0,0 1 0 16,1 1 0-16,0-2 1 0,2 2-5 0,-1 0 4 15,0 0-2-15,1 1 2 0,0-1 0 0,1 1-3 16,1 0-3-16,-1 1 1 0,0-2-3 0,0 2-5 15,0 1 4-15,1-1-4 0,-1 2 7 0,0 0 1 16,0-1-3-16,0 1 2 0,0 0 2 0,-1-1-5 0,2 1 2 16,1 1-2-16,-2 0 10 15,2 1-4-15,0-1 3 0,-1 2-6 0,0-2 2 16,1 2-2-16,0-1 2 0,0 0-2 0,1 1-1 0,1-1 7 16,-1 0-4-16,1 1 4 0,-1-1-11 0,1 1 3 15,1-1 4-15,-1 2-1 0,2-1 4 0,-1 1-3 16,0-2-2-16,0 1 1 0,1-1 3 0,0-1-4 0,2 1 0 15,-1 0-1 1,1-1 5-16,-2-5-3 0,0 0 4 0,0 1-4 0,8 17 8 16,-8-18 2-16,0 0 2 0,1 1-2 0,-1-1 6 15,14 19-9-15,-14-19 4 0,0 0-4 0,0 1 9 16,0-1-1-16,18 19-3 0,-18-19 1 0,1 0-5 0,0 0 0 16,14 15 4-16,-15-15-3 0,1 0 1 0,-1 0-4 15,18 11 2-15,-18-11-2 0,1 0 8 0,-1 1-6 16,1-1-1-16,15 15-2 0,-16-15 0 0,1 0 4 15,-1 0-2-15,0 0 2 16,19 14-4-16,-19-14-122 0,1 0-37 0</inkml:trace>
  <inkml:trace contextRef="#ctx0" brushRef="#br0" timeOffset="-153613.12">7718 4309 844 0,'0'0'89'0,"0"-1"31"15,0 1 12-15,0-1-26 0,-6-15-40 0,6 16-41 16,0 0-6-16,0 0-5 0,0 0-29 0,0-1 2 15,0 1-1-15,0-1 4 0,2-15 11 0,-2 16 4 0,0 0 4 16,0 0-2-16,0 0 8 0,0 0 18 0,1 0-7 16,0 0 10-16,16-6-4 15,-17 6-6-15,0 0 4 0,1 0-4 0,16-1 5 16,-17 1-6-16,0 0 0 0,1 0-3 0,18-1-11 0,-19 1-4 16,0 0 2-16,0 0-2 0,17 3-2 0,-17-3-3 15,1 0 1-15,-1 0-2 0,1 0 1 0,15 6 5 16,-16-6-6-16,0 0 6 0,1 0-7 0,0 0 4 15,-1 0 3-15,0 0-1 0,0 0-2 16,1 0 7-16,-1 1-3 0,1-1 4 0,-1 0-6 0,1 0 8 16,-1 0-2-16,1 1 4 0,0-1 5 0,-1 0-14 15,0 1 9-15,0-1-11 0,0 1 4 0,0-1 0 16,0 1-5-16,0-1 5 0,0 1 0 0,-1-1-3 16,-12 16 1-16,13-16-1 0,0 0-1 0,-1 0-2 15,1 0 2-15,-20 7-1 0,20-7 5 0,0 0-1 16,0 0 0-16,-1 0-2 0,-18 2-4 0,19-2 2 15,0 0 0-15,0 0 1 0,0 0-2 16,-1 0 4-16,0 0 0 0,1 0 0 0,-1 0-2 16,1 0-5-16,-1 0-2 0,1 0 0 0,0 0 2 15,-1 0-12-15,1 0 3 0,0 0-7 0,-1 0 5 0,1 0 0 16,0 0 2-16,0 0-1 0,1-1 6 0,-1 1-2 16,18-7 1-16,-18 7-2 0,0 0 6 0,1 0-1 15,17 0 6-15,-18 0-4 0,1 0 1 0,-1 0-1 16,18 2-3-16,-18-2 2 0,0 0 3 15,1 0 2-15,-1 0-4 0,18 0 2 0,-18 0-5 16,0 0 8-16,0 0 3 0,0 0 1 0,0 0-5 0,1 0 10 16,-1 0-6-16,1 0 9 0,-1 0 3 0,0 0-11 15,0 0 2-15,0-1-6 0,0 1-3 0,0-1 3 16,0 1 4-16,0 0-2 0,-1 0-5 0,-16-5 0 16,17 5 3-16,-1 0-1 0,-15 0 6 0,16 0-8 15,-1 0-2-15,1 0 0 0,-20-1 5 0,20 1-4 16,-1 0 4-16,1 0-5 0,0 0 5 0,-18-3-3 15,18 3-2-15,0 0 0 0,0 0-3 0,0 0 2 16,0 0-5-16,-1 0 3 0,1 0-14 0,0 0 4 16,0 0 2-16,0 0-1 0,0 0 3 0,0 0 1 15,0 0 2-15,0 0-1 0,0 0 4 0,0 0-1 0,1 0 2 16,18 9-1 0,-19-9 1-16,1 0 3 0,-1 0-5 0,0 0 4 0,18 4-3 0,-18-4 2 15,0 0 4-15,1 0-1 0,-1 0-1 0,1 0 0 16,0 0 0-16,-1 0 1 0,0 0 3 0,0 0 0 15,1 0 2-15,0 0 0 0,-1 0 8 0,0 0 1 16,1 0 1-16,-1 0 0 0,1 0-7 0,-1 0 2 16,0 0-4-16,0 0 3 0,0 0-9 0,0 0 3 15,0 0-2-15,-1 0 2 0,1 0-2 0,-17 1-1 16,17-1 3-16,0 0-2 0,-1 0-2 0,1 0-2 16,-1 0 1-16,1 0-2 0,-17-3 1 0,17 3 3 15,0 0-4-15,0 0 4 0,0 0-5 0,0 0-2 16,0 0-2-16,0 0 2 0,0 0 1 0,0 0 2 15,0 0-2-15,0 0 0 0,0 0-6 0,0 0 7 16,0 0-2-16,0 0 4 0,0 1-3 0,0-1 2 16,0 0-3-16,0 1 1 0,0-1-8 15,0 0-46-15,0 1 3 0,0-1-24 0,0 1-47 0,0-1-48 16,1 1-10-16,-1-1-26 0,1 0-190 0</inkml:trace>
  <inkml:trace contextRef="#ctx0" brushRef="#br0" timeOffset="-153166.04">7803 4300 223 0,'0'0'64'0,"0"0"130"0,0 0-66 0,0 0-38 16,0 0-3-16,0 0-13 15,0 0-31-15,0 0-11 0,0 0-6 0,0 0-2 16,0 0-20-16,-1-1-1 0,0 1 1 0,1-1-3 0,-1 1-2 16,1-1 4-16,0 1 1 0,0 0 3 0,0-1 16 15,0 1-12-15,-7-18 2 0,7 18-8 0,0 0-6 16,0 0 5-16,0 0-4 0,0-1 4 0,0 1-6 0,0-1-4 15,0 1 0-15,0 0-3 0,0-1-17 0,0 1-158 16,0-1-51-16</inkml:trace>
  <inkml:trace contextRef="#ctx0" brushRef="#br0" timeOffset="-146660.56">6391 4460 1111 0,'0'0'83'0,"0"0"24"0,0 0 4 16,0 0-65-16,0 0-15 0,0-1-33 15,0 1-1-15,0 0-5 0,0 0 1 0,0 0-49 0,0 0-68 16</inkml:trace>
  <inkml:trace contextRef="#ctx0" brushRef="#br0" timeOffset="-141223.54">6410 4397 854 0,'-10'-2'77'0,"2"1"66"15,1 0 19-15,7 1-18 0,-1 0-12 0,0 0-72 16,1 0-5-16,-1 0-14 0,1 0-47 15,-19-4 0-15,19 4-3 0,0 0 3 0,0 0 2 16,0 0 4-16,0 1 3 0,0-1 0 0,0 1 4 0,0-1 1 16,0 1-2-16,0-1 2 0,0 0-4 0,0 1 11 15,0-1-5-15,0 1 8 0,1-1 4 0,-1 1 17 16,1-1 1-16,-1 1 4 0,0-1 0 0,1 0-6 16,-1 1-1-16,16 15-3 0,-16-16-5 0,0 0-10 15,0 0 1-15,0 0-4 0,1 0-4 0,-1 0-3 16,19 9 0-16,-19-9-2 0,0 0-7 15,0 0 2-15,17 9-4 0,-17-9 3 0,1 0 0 16,-1 0-1-16,19 6 2 0,-19-6-2 0,1 0-1 0,-1 0-3 16,19 9 7-16,-19-9-4 0,1 0 11 0,15 5 4 15,-16-5-10-15,0 0 8 0,19 4-6 0,-12-2 1 16,3 0 0-16,0-2-2 0,-1 2-5 0,1-2-2 16,1 2 2-16,0-1 0 15,0-1 6-15,2 3-7 0,-3-1 3 0,1 0-4 16,-1 1 5-16,-1-1 1 0,1 0-1 0,-1-1 1 0,2 1-4 0,-3 1-1 15,1-1 3-15,0 1-2 0,0 1 3 0,0-1 2 16,0 1-5-16,1-2 3 0,0 0-9 0,2 0 7 16,0-1-1-16,1 1 2 0,1 0-3 0,0 0 3 15,0-1 1-15,-1 2 1 0,1-3-4 0,-1 3 2 16,0-2-4-16,-1 1 4 16,1 0-1-16,-2 0 1 0,0 0-1 0,0 0 0 15,0 0-2-15,-1-1 1 0,2 1 2 0,1-1 0 0,-1 0 0 16,1 0 0-16,0-1-1 0,1 1 1 0,0 0 0 15,-1-1 1-15,1 0 3 0,0 1-3 0,0-1-2 16,-1 0 1-16,1 0-5 0,-1 0 3 0,0 0-6 16,0 0 8-16,-1 0 1 0,3-1 1 0,0 0-7 15,1 0 0-15,-1 0 3 0,-1 1-1 0,1-1 4 16,-2 0 4-16,0 1-4 0,0 0 4 0,0 0-2 0,-2 0-3 16,1 0 5-16,-2 0-6 0,1 1 6 0,1-1-4 15,0 1-2-15,0-1 1 0,0-1-2 0,1 1 2 16,1-1 3-16,0-1-1 0,1 1-4 0,-1-1 1 15,1-1 1-15,-2 0 1 0,1 0 6 0,-1 0-4 16,-1-1 2-16,1 1-1 0,-2-1 0 16,0 1 3-16,-1 0-3 0,0 0 4 0,0 0-1 0,-1-1-4 15,2 2 4-15,-1-1-3 0,-2 0 2 0,2 0-7 16,1-1 2-16,-2 1-3 0,2 0 7 0,-1 1-6 16,-1-1-1-16,2-1 0 0,0 1 2 0,-2-3 2 15,2 1-2-15,-2 1 1 0,2-2-2 0,-1 1 5 16,0-1-1-16,-1 0 2 15,-1 1-5-15,2-1 0 0,-3 0 2 0,1-1-2 16,0 1 3-16,-1-1 2 0,1-1-4 0,0 1 3 16,0 0-5-16,1 0 1 0,0 0-2 0,0 0 1 15,0 0 0-15,0 0 0 0,-1 0 3 0,1 0-2 0,0 0 3 16,-1-1 0-16,-1 1-1 0,0-2 2 0,-1 2 0 0,0-1 1 16,-1 0-1-16,0 1 0 15,0 0 3-15,0-1-2 0,-2 1 3 0,0 0-1 16,0-1 6-16,-1 0-2 0,1-1 1 0,-1 1-2 15,1 0-3-15,-1-1 2 0,-2 0 1 0,0 0 1 0,0-2 3 16,0 2-8-16,0-1-4 0,1 1 1 16,-2-1-2-16,1 0 1 0,0-1 6 0,0 1-4 0,0-1-1 0,-2-1 3 15,1 2-4-15,-1-1 4 0,0 2-3 16,0 1 10-16,0-1-3 0,-2 1 5 0,1 0-9 16,-1-1 8-16,-1 1-3 0,0 0 4 0,-1 0-4 0,1 0-3 15,-2 0 2-15,0 0-2 16,0 1 2-16,-1 0-2 0,0 0-4 0,-1-1 1 15,0 2-3-15,0-2 1 0,-1 1 3 0,0 1-3 16,-1-2-1-16,-1 1 0 0,0-1-4 0,1 1 4 0,1 0-2 16,-1 0 6-16,0 2-5 0,-1-2 4 0,-1 1-8 15,1 1 4-15,-2 1 0 0,0 1 2 0,0-1-5 16,-1 0 5-16,-1 1-4 0,0 0 4 0,0 0-8 0,-1 1 3 16,1 0 3-16,0 0 0 0,1 0 3 0,2 0-6 15,-1 0-2-15,2 0 0 16,-1 0 2-16,-1 0 1 0,1 0 0 0,-1 0 0 15,-1 0-1-15,0 1 2 0,0-1-2 0,0 1 0 16,-1 0 0-16,1 0-4 0,-1 0 4 0,2 0-2 16,-1 0 6-16,0 0-4 0,0-1 4 0,0 2-4 15,0-2 3-15,0 1 0 0,-1 0-5 0,-1 0 2 0,2 0 0 16,-1-1 0-16,2 1 2 0,-1 0-2 0,1 0-2 16,1 0 0-16,1 1 2 0,-1-1 0 0,3 1-2 15,-1 0 2-15,-1 0 0 0,1 0 0 0,-2 1 3 16,1 0-1-16,0 1-3 0,-2-1 1 0,2 1-5 15,-3 0 7-15,0-1-2 0,0 1 4 16,0 0-7-16,0-1 4 0,2 1-1 0,0-2 2 0,0 1-2 16,0 0 0-16,0 0 0 0,0 0 0 0,-1 0-6 15,2 1 7-15,1-1-1 0,-2 1 4 0,1 0-4 16,0 1 0-16,-1-1 0 0,2 0-1 0,-2 1-4 16,1 0 5-16,0 1-4 0,0 0 4 0,0 0 0 0,2 0 0 15,0 1-1 1,0 0-1-16,0 0-5 0,0 1 4 0,0-2 3 0,0 3-1 15,0-1-2-15,0 0 3 0,1 0-2 0,0 1 3 16,1-1-1-16,-1 0-2 0,0 0 2 16,0 1-2-16,1 0 0 0,0 0 1 0,0 1-3 0,1-1 3 0,-1 1-8 15,1 0 6-15,0 0-5 0,1 1 5 0,0 1-4 0,0-2 7 16,1 2 0-16,0-2 2 0,-1 1-2 0,0-1 0 16,0 1 0-16,-1-1 2 0,2 1-2 0,-1 0 0 15,0-1 2-15,0 1-2 0,0 0-5 0,0 1 6 16,0 1-2-1,0 0 2-15,0 0-7 0,1 0 5 0,-1-1 0 0,1 1 1 0,-1 0 0 16,3 0-10-16,-2 0 2 0,1-1-3 16,2 0 4-16,0-1-2 0,1 0-1 0,1 0-1 15,1 0-4-15,1-2-1 0,1 1 0 0,1 1 2 0,1-1 8 0,2 3 0 16,-1-1 2 0,3 1-1-16,-2-1 4 0,3 1-2 0,0-1-62 15,1 0 12-15,1-1-291 0</inkml:trace>
  <inkml:trace contextRef="#ctx0" brushRef="#br0" timeOffset="-137454.21">9514 4396 1282 0,'0'0'138'16,"0"0"-58"-16,0 0 71 0,0-1-148 0,0 1-1 15,0-1-2-15,0 1 0 0,0 0-9 0,0 0 5 16,0 0-2-16,0 0 4 0,0 0 2 0,1 0-2 15,-1 0-2-15,0 0 13 0,1 0 3 0,-1 0 7 16,18 2 30-16,-18-2 27 0,0 0-4 0,0 0 9 0,1 0-23 16,-1 0 0-16,16-1-7 0,-16 1 1 0,1 0-24 15,-1 0-5-15,19 0-1 0,-19 0-1 0,1 0-11 0,-1 0-1 16,21 3-2-16,-21-3 1 0,0 0-10 0,19 3 7 16,-19-3-5-1,0 0 6-15,21 4-6 0,-21-4 0 0,1 0 0 16,23 2 1-16,-15-1 13 0,-1 0-9 0,2-1 3 0,0 0-6 15,0 0 3-15,1 0 2 0,0-1 5 0,-1 0-1 16,0 0 11-16,1 0-1 0,-2 0-2 0,0 0 1 16,0 0 0-16,0 1 0 0,-3-1 0 0,-6 1-3 15,0 0-6-15,17-1-3 0,-17 1 0 0,0 0 0 16,0 0-3-16,17-2-1 0,-17 2 4 0,0 0-3 16,0 0 4-16,1 0 4 0,-1 0-2 0,1 0 3 15,0 0 6-15,-1 0-2 0,0 0 5 16,0 0-5-16,0 0 6 0,0 0-12 0,0 0 3 15,0 0-5-15,0 0 0 0,0 0-1 0,0 0-3 0,-1 0 3 16,0 0 2-16,1 0-6 0,-17-8 4 0,17 8-5 16,-1 0 6-16,1 0-4 0,-20-2 0 0,20 2-2 15,0 0-4-15,-18-2 6 0,17 2-4 16,0 0 5-16,-19-3-4 0,19 3-1 0,0 0 2 16,-22-3-2-16,23 3-1 0,-17-3 2 0,7 2-2 15,2 1 1-15,-1-2-6 0,1 1 5 0,0 0 1 16,1 0 2-16,0 0 0 0,0 1-2 0,-1-1-3 0,2 1 1 0,-1 0-5 15,7 0 7-15,0 0-2 0,0 0 3 0,-17-1-8 16,17 1 7-16,0 0-3 0,-1 0 3 0,1 0-9 16,0 0 5-16,-1 0 1 15,-15 1 1-15,16-1 2 0,0 0-2 0,0 0-2 16,0 0-2-16,0 0-2 0,0 0 7 0,0 0-3 0,0 0 3 0,-2 0-1 16,2 0-9-16,0 0 5 0,0 0-7 0,0 0-5 15,0 0 9-15,0 0 1 0,0 0 4 0,0 0 8 16,0 0-6-16,0 0 1 15,2 0-2-15,18 7 3 0,-20-7-2 0,1 0-1 16,20 2-1-16,-21-2-2 0,1 0 4 0,19 3-2 16,-20-3 3-16,1 0 1 0,19 3-2 0,-20-3 0 15,1 0-1-15,16 3 1 0,-17-3 1 0,1 0-1 16,17 1 2-16,-18-1 3 0,1 0-4 0,-1 0 3 16,0 0-3-16,18 0 0 0,-18 0 4 0,0 0-5 15,0 0 4-15,0 0 1 0,1 0 4 0,0 0-2 0,-1 0 3 16,0 0 6-16,0 0-5 0,0 0 9 0,0 0-8 15,0 0 10-15,0 0-13 0,0 0 4 0,0 0-7 16,0 0 2-16,0 0-1 0,-18-6-2 0,18 6 1 16,-16-2-5-16,7 2 1 0,-1-1 4 0,-2 0-1 15,0 0 2-15,-2 0-3 0,-2 1-5 0,3-1 1 16,-2 1 1-16,3-1 0 0,0 0 2 0,0 1-2 16,2-1-1-16,0 1 0 0,0-1 1 0,2 0 0 15,0 0-1-15,1 0 0 0,0 1-1 16,1-1 0-16,-1 1 1 0,7 0 1 0,0 0 0 15,0 0 0-15,0 0-6 0,-18 1-3 0,18-1 2 16,0 0-4-16,0 0-6 0,0 0-3 0,0 0-4 16,0 0 3-16,0 0 3 0,0 0-5 0,0 0 3 15,1 1-3-15,16 8 11 0,-17-9 1 0,0 0 4 16,21 2-3-16,-21-2 9 0,17 2 1 0,-8-1 1 16,1 0 0-16,0-1-6 0,1 0 5 0,0 0-1 15,0 0 5-15,0-1 2 0,1 1-7 0,1 0 0 16,1 0-1-16,-2-1 7 0,1 1-6 15,-1-1 1-15,-3 0-3 0,2 1 8 0,-2 0-5 0,0-1 4 16,-1 0-4-16,-2 1 6 0,-6 0-1 0,1 0-2 16,-1 0 2-16,1 0-1 0,15-1-1 0,-16 1 4 15,0 0-3-15,0 0 3 0,0 0 4 0,0 0 1 16,0 0 2-16,0 0 7 0,0 0-6 0,0 0-1 0,0 0-2 16,0 0-4-16,0 0-1 0,0 0 1 0,0 0-1 15,-1 0-3-15,1 0-4 0,-21-3-1 0,21 3 0 16,0 0 0-16,-19-2 0 0,18 2 0 15,1 0 0-15,-22-2 0 0,21 2 1 0,1 0 1 16,-20-3-1-16,20 3-2 0,0 0 1 0,-17-1 0 0,17 1 0 16,0 0 5-16,-1 0-7 0,-16 0 1 15,17 0-4-15,0 0 4 0,0 0 0 0,0 0-3 0,-1 0 3 16,0 0-1-16,-15 4-2 0,16-4 2 0,0 0-4 16,0 0-5-16,0 0 2 0,0 0-2 0,0 0 1 15,0 0-7-15,0 0 7 0,0 1-2 0,1-1 3 16,-1 1-6-16,22 10 11 0,-22-11-3 0,17 3 7 15,-7-1-2-15,0-1 1 16,-2 1 0-16,1 0 1 0,1 0 0 0,-2-1-2 16,2 1 2-16,-3 0 0 0,1 0-3 0,-1 0 5 0,-1-1-3 15,-6-1 3-15,0 0 0 0,1 0 0 0,18 7 0 16,-19-7-1-16,0 0 5 0,0 0-5 0,2 0 1 16,-2 0-10-16,0 0-100 0,0 0-125 0,0 0-32 15,1 0-47-15,-1 0-328 0</inkml:trace>
  <inkml:trace contextRef="#ctx0" brushRef="#br0" timeOffset="-134145.02">6729 1707 2026 0,'-5'-10'18'16,"-2"2"-10"-16,7 8 4 0,0 0-80 0,0 0 10 16,0 0-12-16,0 0 55 0,0 0 1 0,2 0 14 15,-2 0 5-15,0 0-5 0,0 0 4 0,16 4-4 16,-16-4 2-16,0 0 4 0,1 0 5 0,0 0-1 0,18 12 20 15,-19-12 11-15,1 0-1 0,-1 0 6 0,18 4 6 16,-18-4 2-16,1 0 0 0,-1 0-1 0,21-1-14 0,-21 1-6 16,1 0-2-16,20-2-2 15,-12 2-17-15,-1-1-1 0,2 0-7 0,-2 1 5 0,2 0-9 16,1 1 3-16,0 0-3 0,1 0 2 0,1-1-1 16,0 1-3-16,-1 0 4 0,1 0-4 0,0 1 2 15,1-1 6-15,1-1-5 0,0 1 4 0,1 0-5 16,0-1 2-16,0 0 0 0,0 0 0 15,2 0-2-15,-1 0-3 0,2 0 3 0,-1 0-3 0,1 0 11 16,1-1-4-16,0 0 5 0,2-1-4 0,0 0 1 0,1-1 4 16,-1 0-7-16,0 1 6 15,0-1 0-15,1 0 1 0,0 0 1 0,1-1-1 0,2 1-10 0,-1-1 7 16,1 2 1-16,-1-1 3 0,0 1-5 0,-1 0 1 16,0 0-6-16,1 2 5 0,0-1 3 0,0-1-7 15,2 2 6-15,-2-1-8 16,2-1-1-16,-2 2 3 0,0-1-2 0,1 0 5 15,1 0-1-15,2 0-2 0,-1-1 0 0,3 0 1 16,-2-1-2-16,1 0 0 0,-3 1 0 0,2-2 0 16,-1 2 3-16,2-2-4 0,1 1 0 0,-2 0-1 15,1 0 5-15,-3 0-3 0,0 0 0 0,2 3-1 16,0 0 5-16,1 0-4 0,0-1 4 0,-3 1-4 0,1 0-1 16,-3 0 1-16,2 1-1 0,1 0 2 0,1-1-2 15,1 0 3-15,0 0 0 0,-2 1 0 0,1-1-4 16,0 0 1-16,0 0 0 0,3 0 2 0,-1-2 3 0,1 2-5 15,0-2 2-15,-3 1-2 16,0 0 0-16,1 0 2 0,1 0-2 0,0 0 4 0,0 1-4 16,0-1-1-16,-2 1 0 0,0 1 0 0,0-1 1 0,0 1 0 15,2 0 0-15,1-2-1 16,0 0 5-16,-1 1-1 0,1 0-2 0,-2 0 0 16,3-1-4-16,1 0 2 0,1-1 2 0,-2 1 0 0,1 0 6 15,-4 0-10-15,2 0 3 0,3 1-3 0,-2-1 6 0,3 1-2 16,-2 1 0-16,-2-1-1 15,0 1 0-15,1 0 1 0,-1 0-1 0,0 0 1 16,0 0-1-16,-2-1 0 0,0 3 1 0,-2-2 0 16,2 0 3-16,0 0-5 0,0 0 1 0,1-1-2 0,0 1 2 15,-1 0 1-15,-2-1 2 0,2 1-1 0,0 0-2 16,0-1 2-16,2 0-4 0,-2 0 4 16,0 0-3-16,-1 0 2 0,-1 1-1 0,1 0 3 0,0 0 1 15,0 0-6-15,0 0 4 0,-2 1-5 0,-1-1 3 16,1 1 1-16,-2-1-2 0,1 0 2 0,1 1 4 15,-2-1-5-15,0 0 1 16,0-1-3-16,0 0 0 0,-1 3 5 0,1 0-2 0,0 0 3 16,0-2-4-16,0-2 0 0,2 0 2 0,0 1-1 15,-1-1 6-15,1 2-4 0,-2-1 0 0,0 1 0 16,0 1 20-16,0-2-8 0,-1 0 7 16,1-2-9-16,-2 1-7 0,0 1 0 0,-2 0-3 0,0 2 2 15,1-2-1-15,-2 1-1 0,1-1 0 0,1 1-1 16,0 1 1-16,0-1 1 0,-1 0 1 0,-2-2 0 0,-1 1 2 15,2 1-7-15,-1-1 5 16,0 0-5-16,1 1 4 0,-1 0 1 0,0 0-3 0,-1-1 3 16,0 0-2-16,0-1 4 0,-1 1-6 0,-2 0 5 15,0 1-6-15,-1 0 1 0,-1 0 3 0,0 0-2 16,-2 1-2-16,1-1 4 0,0 1-3 0,-1 0 2 16,0-1-3-16,-3 0 1 0,1-1 5 0,0 0-3 0,0 0 4 15,-1 1-6-15,1 1-1 0,-1-1-1 0,1 0 6 16,-1-1-4-16,-1 1 2 0,-1-1-3 15,1 0 3-15,-2 2 5 0,2-2-1 0,-2 1 2 16,0-1 3-16,-5 0-6 0,1 0 5 0,-1 0-5 16,19-1 4-16,-19 1-6 0,0 0 5 0,1 0-4 15,-1 0 6-15,19-1-4 0,-19 1-3 0,0 0 1 16,0 0-7-16,0 0 4 0,1 0-2 0,15 0 2 16,-16 0 4-16,0 0-4 0,0 0 2 0,1 0-3 15,-1 0-1-15,0 0 4 0,1 0-4 16,-1 0 2-16,1 0-6 0,-1 0 0 0,1 0 2 15,-1 0-6-15,0 0-39 0,0 0 13 0,2 0-6 0,-2 0 12 16,0 0 10-16,0 0-70 0,0 0-1 0,0 0-30 16,-2 0-66-16,-20 1-81 0,11-4-24 15</inkml:trace>
  <inkml:trace contextRef="#ctx0" brushRef="#br0" timeOffset="-132985.22">9540 4430 1100 0,'-4'-5'233'16,"1"1"102"-16,3 4-5 15,0 0-287-15,0 0-35 0,0 0-32 0,0 0 6 0,0 0-11 16,0 0 5-16,0-1 14 0,0 1-1 0,0 0 6 16,0 0 5-16,0 0 1 0,0 0-1 0,0 0 0 15,0 0 5-15,0 0 27 0,0 0 0 0,0 0 10 16,0 0 8-16,0 0 13 0,0 0-4 0,0 0 8 15,0 0-1-15,0 0-4 0,1 0-1 0,0 0-3 16,15-7-16-16,-16 7-6 0,0 0-9 0,1 0 1 0,20-8-23 16,-20 8-1-16,0 0-1 15,21-8 0-15,-14 6 1 0,2 1-5 0,-1-1 1 16,0 2-2-16,1 0-2 0,-1 0 2 0,0 1 1 0,0 0-1 16,-2 0 2-16,1 0-3 0,0 1 3 0,1 0-3 15,-1 0 0-15,2 0 3 0,0-1-2 0,-1 1 3 16,2-1 3-16,-2 0-4 0,2 1 2 0,0-1-2 15,-1 0 0-15,0 0 1 0,-1-1-1 0,0 1 2 16,-1 1 0-16,-1-2-4 0,1 1 4 16,-1-1-3-16,-7 0 12 0,0 0-7 0,0 0-4 15,18 3 0-15,-18-3-3 0,0 0-1 0,0 0-20 0,0 0-1 16,1 0-141-16,0 0-165 16,-1 0-100-16</inkml:trace>
  <inkml:trace contextRef="#ctx0" brushRef="#br0" timeOffset="-129483.42">7257 3879 1267 0,'-1'-13'92'0,"-1"1"23"0,1 2 3 16,0 2-67-16,1 8-17 0,0 0-27 0,0-1 2 15,-2-15-3-15,2 16-3 0,0 0 1 0,-1-1 0 16,-11-16 2-16,12 17 1 0,0 0-6 0,-16-10-3 0,15 10 1 15,1 0 3-15,-22-6 5 0,12 3 7 0,1-1-1 16,1 1 27-16,-1 0 8 16,1 1 0-16,-1 0 2 0,-1-1-1 0,0 0-2 0,-1 1-4 15,0 0 1-15,1 0-9 0,-2 1-21 16,0 1 8-16,-1 0-12 0,0 1 1 0,-2 0 1 16,-1 0-2-16,0 1 3 0,-1 1 4 0,1-1-3 0,1 0-2 0,0 1-1 15,1 0-9-15,-1 0-2 0,0 1 3 0,1-1-3 16,0 2 0-16,-1-1 0 0,-2 1 0 0,1 1 0 15,-1-1 2-15,-2 1-2 16,1 1 2-16,0 0-2 0,-1 0 0 0,2 0 4 16,0 0-4-16,-1 1 4 0,0 0-2 0,0 0-5 0,0 0 2 15,0-1-3-15,0 1 5 0,0-1 6 16,0 1-3-16,4 0 4 0,-2 0 6 0,4-1-3 0,1 1 4 0,0 0-6 16,1 0 3-16,0 0-9 15,0 0 4-15,0 1-6 0,1-1-1 0,1 1 3 0,0-1-3 0,-1 0 2 16,1 1-5-16,0 0 3 15,1 1-1-15,0 1 1 0,-1-1 6 0,2 1-5 16,-1 0 0-16,0-1-1 0,2 0-5 0,-2 0 6 0,2 0 2 16,1 1 2-16,0-2-3 0,-1 1 6 0,4 0-3 15,-1-1 5-15,2 0-1 0,0-1-6 0,0 0 4 16,0 1-4-16,1-2 4 0,1 1-2 16,1-1-2-16,1 0 0 0,-1 0 5 0,0 0-3 15,2 1 0-15,-1 1-2 0,1-1 1 0,1 2-4 16,-1-1 5-16,-1 1-5 0,2-1 0 0,-1 1 5 15,1-1-5-15,0 1 4 0,1 0-7 0,-1-1 4 16,1 1-4-16,0-1 4 0,0-1-1 0,0-1 1 16,0 0 2-16,0-1 0 0,1 0 2 0,-1 0 1 15,2-1 3-15,-1 0-2 0,0-1 3 0,1 1 5 16,0-1-4-16,0 0 3 0,1 0-5 0,1 0-1 16,1 0 1-16,1 0-1 0,0 0 1 0,0 0-8 0,0-2 4 15,-1 2-5-15,0 0 6 0,1-2-2 0,-1 3 0 16,1-2 0-16,-1 2 9 0,1-1 7 0,-1-1-2 15,0-1 3-15,1-2-12 0,2 0 1 16,2 0-3-16,2 0 2 0,0 0-10 0,1 0 6 16,0-2-1-16,0 1 4 0,-1-1-2 0,-1 0-3 0,0 2-1 15,1-1-1-15,-1 0 2 0,0-2-5 16,2 0 4-16,0 2-4 0,2-3 5 0,-2 3-3 0,1-1 0 16,-1 0 0-16,-1 0 1 0,0-1 3 0,-1 0-3 15,2 3 3-15,-1-1 0 0,3-1-3 0,-1 0 3 16,3-1-4-16,-1 0 3 0,-1 1-2 15,1 0 0-15,-2 0-1 0,1 0-2 0,0 1 3 0,-2-1-1 16,3 0 3-16,1 0 1 0,1-1-4 16,1-1 2-16,-2 2-2 0,-1-1 4 0,-1 0-3 15,-1 2 0-15,-1-3 0 0,1 0 1 0,0 1 0 0,0-1 1 16,1 1-1-16,-2-1-2 0,-2-1 10 0,0 0-10 0,-1 0 10 16,-2-1-7-16,0-1 4 15,0 0 0-15,-2-1 0 0,1 1 0 0,1-1-2 16,-1-1 5-16,2 0-4 0,-1 0-2 0,-2 0 5 15,1-1-4-15,-1 0 5 0,-2 1 1 0,1-1-5 0,-3 1 6 16,0 0-6-16,0 0 12 0,-2 1-1 0,0-3-2 16,-1 1 3-16,-1 1 4 0,0-1 0 0,-2-1-2 15,1 0 1-15,-3-2-1 0,1 0-3 0,-2-1 5 16,0 0-4-16,0-1 1 0,-2 1-2 16,0-1-2-16,0 0 1 0,0 3-9 0,-2-1 2 15,0 1-2-15,0 2 3 0,-2-2-6 0,0 0 2 0,1 0-3 16,-2-1 3-16,1 1-1 0,-1-1-1 0,0-1-1 15,0 1 0-15,-1 0 3 0,-1 1-6 16,-3-1 2-16,2 2-3 0,-1-1-4 0,-2 1 9 16,0 1-4-16,-2 0 4 0,1 2-11 0,-1 1 1 15,2 1 2-15,-3 0 0 0,1 0 2 0,-1 0 2 16,0 0-3-16,-1 0 3 0,-1 1 0 0,0-1-2 0,0 1 2 16,-1 0-1-16,-1 0 2 0,3 0-1 15,-2 0 0-15,0-1 0 0,2 0 0 0,-2 1 0 16,1 1-2-16,-1-1 0 0,1 1 0 0,-3 1-1 15,1 1 1-15,-1 0-3 0,0 1-4 0,1 0 7 16,0 0-2-16,0 1 4 0,1 0-3 16,-2 0 2-16,1 0-1 0,-2 0 2 0,-2 1 0 0,1 0-6 15,-2 0 6-15,3 0-6 0,0 1 7 0,2 0-2 16,-1 0-1-16,0 2 0 0,0-1 5 0,-1 1-5 16,0 1-3-16,0-1-1 0,-1 1 4 0,2 0-7 0,2 0 4 15,1 1-3-15,1-1 8 0,1 0-10 0,-1 2 2 16,2 0-3-16,0 0 9 0,-2 1-8 15,0 3 9-15,0-2-9 0,1 1 9 16,-1 1-3-16,1-1 1 0,2 2 0 0,2 0 3 0,1-1 2 16,1 1 0-16,0-2 2 0,1 1-2 0,1-2-2 15,1 1 1-15,1-2 0 0,1 0 1 0,0-1-45 16,1 0-24-16,1 0-18 0,0-1-163 0,1-1-185 16,2-5-110-16</inkml:trace>
  <inkml:trace contextRef="#ctx0" brushRef="#br0" timeOffset="-127007.14">8239 4396 1638 0,'-4'-8'88'0,"1"1"-6"0,3 7 1 0,0 0-45 16,0 0-26-16,0-1-31 0,0 1 2 0,0 0-9 15,-1 0 2-15,0 0 12 0,1 0 0 0,-1 1 5 16,1-1 4-16,-12 19 5 0,12-19-1 0,0 1 4 15,0-1 11-15,6 17 27 16,-6-17-3-16,0 0 11 0,1 0 4 0,-1 1 2 0,0-1 1 0,19 15 0 16,-19-15 1-16,1 0-1 0,-1 0 3 0,18 5-5 15,-18-5-9-15,1 0-11 0,0 0-1 0,18 4-3 16,-19-4-11-16,1 0-8 0,19 4-4 0,-19-4 0 16,-1 0 0-16,24 5-9 0,-24-5 4 0,17 1-5 15,-7-1 7-15,-1 1-2 16,1 1 2-16,-1-1-2 0,1 1-4 0,0-2 0 0,2 2-2 0,-1-1 1 15,1 0 1-15,0 1 0 16,0-1 0-16,1 0-1 0,2-1 5 0,-1 0-4 0,2 0 0 16,-1 1-1-16,1 1 5 0,0-2 3 0,-1 0 1 15,0 0-1-15,0 1-5 0,-1 0 5 0,0 2-6 0,0-3 5 16,0 0-9-16,1 0 3 0,-1 0 1 0,2 1 0 16,0 0 2-16,2-1 2 0,1-2 2 0,0 0-1 15,0 1-2-15,-2-1 6 0,1 0 0 0,-1 1 3 16,1-2-6-16,-2 2 1 0,0 0 0 0,1-1 1 15,-2 1 2-15,3-2-7 16,-1 2-1-16,0-2-2 0,1 1 4 0,0 1-1 16,-1-2 0-16,-2 1 0 0,1 1 1 0,0 0-1 0,0 0 3 0,1 1-3 15,0-1-4-15,3 0 7 0,1 0-8 0,0 0 6 16,2 0-8-16,-3 0 7 0,1 1-4 16,-1 0 6-16,-1 0-7 0,-1 0-1 0,2 0 6 0,-1-1-4 15,1 1 3-15,1 0-1 16,0 0-1-16,1 0 1 0,-2 0 0 0,-1 0-1 15,-2-1 1-15,1 1-2 0,0-1 0 0,0 1 7 16,0 1-7-16,0-2 5 0,3 1-8 0,0 0 3 16,1-2 4-16,-2 2 0 0,1-2 1 0,-2 1-3 0,1 0-2 15,-2 0 0-15,1 0 6 0,-1-1-1 16,0-1-1-16,2 1 0 0,1 0-7 0,0-1 8 0,0 0 1 0,-2-1 3 16,-2 1-3-16,-1-1-3 0,0 0-2 0,-1 0 1 15,0-2 3-15,0 1-1 16,0-1 1-16,2-1-1 0,0 0 2 0,2-1-4 15,-1 0 4-15,0-1-3 0,-2 1 7 0,-1-1-2 16,0-1 1-16,-3 0-2 0,0 0 4 0,-1 1 5 16,-1-2 0-16,-1 2 1 0,0-1-5 0,-2 0-1 15,0 1 1-15,-1-2 0 0,-2 1 5 0,1-1-4 16,0 0-1-16,-1-1-1 0,0-1 4 0,-2-1-3 16,0 1-3-16,-1-1-1 0,0 1-3 0,0-1-4 15,-2-1 5-15,-1 1-4 0,0-1 4 0,0 1-1 16,-2 2-1-16,0-1 0 0,0 2-4 0,-2 0 3 15,1-1-3-15,-3-1 1 0,-1 0-11 0,-1 0 9 16,-1-1-4-16,-1 2 5 0,-1-1-11 0,-1 2-1 16,-2-1 1-16,-1 1-1 0,0 0 6 0,-1 1 3 15,-2 1-3-15,0-1 3 0,0 2-1 0,1 2-5 0,1-1 4 16,-2 0-3-16,0 1 9 0,0-1-3 16,-1 1 2-16,-1 1-4 0,-2 0-3 0,0 0 1 0,0 1 0 15,-1-1 1-15,3 1 2 0,-2 1 3 0,-1-1-4 16,0 1 4-16,-2 0-3 0,-1 0-2 0,0 1 5 0,-1-1-4 15,1 1 2-15,1-1 3 16,0 1 0-16,-1-1 2 0,-1 1-3 0,-1 0 0 16,-1-1-1-16,1 1 3 0,0-1 0 0,3 0-1 15,-2 1-1-15,-1 0 0 0,-1 0-5 0,1 1 5 0,-2-1 0 16,3 0 0-16,1 0 0 0,0-1-1 0,-1 1 1 16,1 0 0-16,-2 1 4 0,2-1-5 0,1 1 3 15,0 0-3-15,2 0 1 0,0 0 0 0,0-1-2 16,0 2 0-16,0 0-1 0,-1 0 2 15,0 0 2-15,3 0 1 0,-1 0 4 0,1 0-8 16,0 1-1-16,0 1-2 0,1 0-2 0,0 1 7 16,1 1-1-16,0-1 3 0,1 1-5 0,0 0 3 15,1 1-4-15,2 0 4 0,0 0-4 0,0 2 3 16,0 0 2-16,0 0-1 0,1 1-1 0,-1-1-3 16,-1 1 2-16,2 1-1 0,1-1 4 0,-1 1-1 0,3 1-4 0,0-1 2 15,0 1-5-15,2-1 8 16,-1 0-2-16,2 2 4 0,0 0-4 0,0 1 1 15,1-1 0-15,0 1 2 0,-1 1-2 0,1 1 1 16,-1 0 0-16,0-1 2 0,0 1 2 0,-1 0-4 0,2-1 0 16,-1 0-1-16,0 0-2 0,2-1 5 15,1 0-1-15,2 2 3 0,1-1-7 0,1 1 7 16,0 1 0-16,3-1 3 0,1 1-9 0,-1-1 3 0,2 0-2 16,0 0 3-16,1-1 1 0,4 0-3 15,0-1 0-15,1-1-1 0,1 1-5 0,1-1 7 0,-1 0-2 16,3-1 2-16,-1 2-1 0,0 0 4 0,0 0-3 15,0-1 2-15,0 0-4 16,1 0 0-16,-1-1 6 0,1 0-4 0,0 0 5 0,1-1-6 16,1-1-1-16,1 1 0 0,3-1-12 0,4 0-314 0,4-2-70 15</inkml:trace>
  <inkml:trace contextRef="#ctx0" brushRef="#br0" timeOffset="-121763.6">2811 5206 1558 0,'-6'-4'63'0,"6"4"-20"0,0 0 4 0,0 0-30 0,-1 0-10 15,1 0-33-15,0 0 7 0,0 0-14 0,0 0 25 16,0 0 9-16,0 0 0 0,0 0 4 0,0 0 2 16,0 0 9-16,0 1 4 0,0-1 2 15,1 1 20-15,-1-1-12 0,19 11 1 0,-19-11-6 16,0 0-2-16,0 0-2 0,0 0-2 0,1 0 1 15,19-1-6-15,-20 1 13 0,0 0 4 0,18-1 2 0,-18 1 1 0,1 0-12 16,21 0-3-16,-22 0-2 0,16 1-4 0,-15-1 3 16,15 0-3-16,-16 0 3 0,17 0 0 0,-17 0-4 15,16 0-1-15,-7 0-1 0,-1 0-6 0,2-1 2 16,1 0 0-16,1 0-1 0,1 0-5 0,3-1 0 16,-1 0 1-16,2 0 1 15,-1 1 2-15,0-1-4 0,0 0 1 0,-1 1-1 16,0 0 5-16,-1-1-3 0,-1 2-3 0,0-1 1 15,-1 1 2-15,1-1 2 0,-1 1 2 0,4-1-2 0,-1 0-2 16,2-1 7-16,0 0-2 0,-1 1 3 0,1 0-4 16,-1-1 2-16,0 0-3 0,0 0 2 0,-1 0-2 15,-2 1-2-15,2-1 5 0,0 1-4 16,0 1-1-16,0-2 1 0,1 1-1 0,1 0 2 0,0 0-1 0,0 0-3 16,0-1 1-16,0 1-1 0,-1 0 1 0,0-1 0 15,0 0 1-15,-2 0 0 16,0 1 1-16,1-1-4 0,-1 1 1 0,2-1-1 15,1 0 7-15,-1-1-3 0,0 0 0 0,-1 1 1 16,1 1 3-16,-2-2 0 0,0 1-1 0,0 0 0 0,-1 0-3 0,0 1 1 16,0 0-5-16,0 0 4 15,0 0 0-15,-1-1-3 0,1 1 4 0,1 1-4 16,1-1 1-16,0 0 1 0,0 1 0 0,-1-2 1 16,0 2-1-16,-2 0-1 0,1-1 1 0,-3-1-1 15,1 1-1-15,0 0 3 0,-1 1-1 0,0 1 1 0,0-1 1 16,0 0-2-16,0-1-3 0,-2 1 1 15,1 1 2-15,1-2-4 0,-1 1 5 0,2-2-4 16,0 0 4-16,0 1-1 0,0 0-1 0,0-1 1 0,-1 0 6 16,-1 1 10-16,0-1 1 0,0-1 2 15,0 1 3-15,-1-1-14 0,0 1 2 0,1 0-6 16,-2 0 5-16,0 0-10 0,0 1 7 0,-1-2-7 0,0 2 4 16,0-3 0-16,-2 1-5 0,3 0 4 0,-2-1 5 0,0 2-9 15,-5 2 3-15,2 0-4 16,-2-1 4-16,19-12 5 0,-19 13-2 0,1 0 1 15,14-12-3-15,-15 12-4 0,1 0 3 0,-1-1-3 0,20-12 0 0,-20 13 3 16,0 0-1-16,1-1 1 16,-1 1-2-16,18-14 0 0,-18 14 2 0,0 0-1 15,0 0 1-15,0-1-3 0,18-9-1 0,-18 10 0 16,0 0 3-16,0 0-3 0,0-1 1 0,17-9-1 0,-17 10-1 0,1 0 1 16,0 0 1-16,-1-1 1 15,17-8-4-15,-17 9 4 0,0 0-3 0,1 0 3 16,-1 0-2-16,17-7 0 0,-17 7 4 0,0 0-4 0,0 0 0 15,0 0 5-15,17-6-5 0,-17 6 4 16,0 0-3-16,1 0 2 0,-1 0-2 0,1 0 1 0,0 0-3 16,15-9 5-16,-16 9 2 0,0 0 1 0,0 0-4 15,0-1 1-15,1 1 1 16,10-16-1-16,-11 16-2 0,0-1 6 0,0 1-5 0,0-1 5 0,10-18-7 0,-10 19 8 16,0-1 0-1,0 1 3-15,8-16 5 0,-8 16 2 0,0-1-3 0,2-15 2 16,-2 16 3-16,0 0 0 0,2-16 1 0,-2 16 0 15,0-1 3-15,2-17-8 0,-2 18 1 0,0-1-5 16,-2-19-11-16,2 19 5 0,0 1-1 0,0-22 1 16,0 21-7-16,0 1 2 0,0-23-3 0,0 23 2 0,0-16 1 15,0 7 4-15,-1 0-3 16,1 1 2-16,-2 0-8 0,1-1 6 0,0 1 1 0,-1-2 3 0,1 2-7 16,0 0 3-16,1 1 3 15,-1 1-1-15,-1 0 4 0,2 0-9 0,-3-1 4 0,1 1-4 16,-1-1 1-16,0 0 7 0,0 1-5 0,0-1 6 15,-1 1-11-15,0 1 3 0,0-2-1 0,0 2 3 16,-1-2 3-16,0 1-3 0,0 0 2 16,1 0-2-16,-2 1-1 0,1-1 3 0,0 0-3 0,0 1 2 15,0-1-5-15,0 1 0 0,-2-1 1 0,1 2-1 16,-1-2-1-16,0 1 2 0,-1 1-2 0,0 0 2 16,-2-1-2-16,1 1 2 0,-1-2 0 0,-1 2 1 15,0-1-2-15,2 2 5 0,0-1-8 0,-1 0 6 16,1 1-8-16,-1-1-2 0,-2 0 7 0,1 2-5 15,-2-2 9-15,-1 2-3 0,1 0-3 0,-1 1 0 16,-1 1 2-16,0-1-3 0,-1 0 4 0,-1 0-3 16,0 0 4-16,1 0-2 0,1 0-1 0,1 0-1 15,1 1 4-15,-1-1 0 0,0-1-1 0,0 2 0 16,-2 0 0-16,1-1-1 0,-1 1 0 16,-1 1-1-16,-1-1-3 0,0 0 4 0,-2 1 0 15,2 0 1-15,1 0 2 0,0-1 0 0,2 1-1 0,-2-1 0 16,0 1-4-16,1 0-1 0,-3-2 4 0,1 0-2 15,1 0 8-15,-3 0-3 0,0-1-2 0,2 2-1 16,-2 0-3-16,2-2 4 0,2 1-1 0,-3 0 3 16,0 0-3-16,1 0 0 0,-3 0 0 0,1 1-1 15,-1-1 1-15,-1 0 0 0,2 1-2 0,-1 0 2 16,3-1 8-16,1 0-11 0,0 1 7 0,-1-1-8 16,-1 1 4-16,1 0 0 0,-1-1-2 15,-2 1 1-15,2-1 1 0,0 0 0 0,0 0 1 16,1 1-1-16,2-1-1 0,0 0 2 0,2 0 0 15,-2-1 1-15,-1 2-8 0,0-2 7 0,-3 0-2 16,2 1 3-16,-1 0-1 0,0 1-7 0,0 1 3 16,2 0-5-16,0-1 6 0,1 1 5 0,2 0-3 15,0 1 4-15,1 0-7 0,-1 0 2 0,-2-1 2 16,0-1 0-16,-1 1-1 0,1 1 2 0,0 0-3 16,-1 0 2-16,1-1-10 0,1 0 6 0,0 2-4 15,3 0 6-15,-1 1-6 0,0-2 7 0,1 1-1 16,-1-1 1-16,1 0-5 0,0 2 3 0,-1-1-2 15,-1 1 4-15,1 2 0 0,0-3-1 0,-1 1 1 16,0 1-1-16,0-1-2 0,1 1 0 0,-1 0-1 16,1-1 1-16,2 1 2 0,0 1 1 0,1-2-1 0,-1 1 1 15,2 1-2-15,-2 0-5 0,0 0 1 0,0 1-2 16,-1 1 6-16,-1 0-3 0,1 0 3 16,0 1-3-16,1 1 3 0,-2 1-4 0,0-1-1 0,0 0 1 15,2 1 2-15,-1-2 0 0,3 2-2 0,1-1 1 16,0 0-1-16,2 1 3 0,0-1 1 0,0 2 0 15,1 0-1-15,-1 1 0 0,3 0-3 16,-2-1 2-16,2 2 1 0,-1-1-2 0,0 1 5 0,2 0-3 16,0-1 0-16,2 0-3 0,0-1-2 0,0 1 2 15,0-1 6-15,3 1-3 0,-1 1 2 0,1 1-3 16,1 0 4-16,-1 0-2 0,2 0-3 0,0-1 0 16,0-1 2-16,3 0-3 0,1 0 6 15,-2-1-5-15,3 0 8 0,1-2-7 0,-1-1 5 16,2 1-5-16,0-1 9 0,0 0-5 0,1 1-1 15,-1-1-1-15,1 0 6 0,-1 0-3 0,1 1 1 0,1 1-3 16,-1 0-15-16,0 2-140 0,2-2 4 0,-1 1-64 16,2-1-122-16</inkml:trace>
  <inkml:trace contextRef="#ctx0" brushRef="#br0" timeOffset="-119713.71">2928 5122 17 0,'-4'-3'356'0,"4"3"-132"0,-1 0 180 16,1 0-325-16,0 0-14 0,-1 0-13 0,1-1-37 16,-1 1 4-16,-15-12-11 0,16 12 16 0,0-1 6 15,-1 1 4-15,1-1 0 0,0 1 20 0,0-1 13 0,-1 1 6 16,1-1 2-16,0 1 12 0,-1 0-6 0,1-1-4 16,0 1 0-16,-1-1-15 0,1 1-15 0,0-1 3 15,0 1-9-15,0-1-18 0,0 1-6 16,0 0-4-16,0-1 2 0,0 1 0 0,0-1-10 15,0 1 1-15,1 0-3 0,14-2-1 0,-15 2-1 16,1 0 1-16,0 0-1 0,-1 0 2 0,18 9-2 16,-18-9 4-16,1 0-3 0,-1 0 2 0,0 0 11 0,20 8-7 15,-20-8 9-15,1 0-2 0,-1 0 4 0,20 4 2 16,-20-4 1-16,0 0 1 0,19 3-9 16,-19-3 1-16,17 2-5 0,-9-1 2 0,2 2-8 15,0-3 2-15,-1 2-4 0,0-1 3 0,1 0-3 16,0 1-1-16,0-1 1 0,0 1 3 0,-1 0 3 15,1 0 1-15,1-1 0 0,-1 0 7 0,0 0-1 16,-1 0-2-16,1 1-1 0,-1-1-4 0,0 0 0 16,0 1 3-16,1-1-2 0,1 0 4 0,-1 1-9 15,1-1 0-15,0 0-3 0,0 0 5 16,0-1-4-16,2 1 2 0,-1 0-2 0,0 0 3 0,0 1 1 16,0-2 1-16,0 1-3 0,0 0-7 0,-1 0 11 15,1-1-7-15,-2 1 10 0,2-1-9 0,-2 0 10 16,2 0-4-16,-1 0 4 0,4 0-6 0,-1 0-1 15,2-1 2-15,1 1-1 0,-2-2 1 0,2 2-7 16,-1-1 8-16,0-1-8 0,0 2 8 0,-1-1-5 16,0 1-1-16,0-1 1 0,-2 0 3 0,1 0 4 15,0 1 2-15,2-2 0 0,-1 0 0 0,3 1-3 16,-1-3-1-16,1 2-1 0,-1-1-1 0,0-1 3 0,0 2-5 16,-1 0 4-16,0-1-5 15,-1 1 4-15,-2 0-3 0,2 1 3 0,-2 0-7 0,4-2 2 16,-1 1 3-16,0 0-2 0,-1 0 6 15,0 2-5-15,0 1 1 0,-1-1-2 0,-1 0-1 0,0-1 3 16,-1 1-1-16,0 0 2 0,-1 2 1 0,0-1-8 16,-1 0 3-16,0 0-3 0,-1-1 14 0,1 0-11 15,0 0 2-15,0 0-5 0,1 0 3 0,-1 0 3 0,-1 0 0 16,0-1 1-16,-1 0 1 16,-2 1 2-16,1-1 0 0,-7 1 1 0,0 0-2 0,1 0 1 15,15-2 3-15,-16 2-2 0,0 0 5 0,0 0 1 16,0 0-1-16,0 0 2 0,0 0 2 15,0 0 6-15,0 0 0 0,0 0 3 0,0 0-5 0,0 0-11 16,0 0-1-16,0-1-3 0,0 1 1 0,-17-9-5 16,17 9 0-16,0 0-2 0,-23-5 9 0,12 4-6 15,-1 0 1-15,0-1-3 0,0 0-5 16,0 0 5-16,-1 2-3 0,0-1 2 0,-1 1 1 0,-1-2-1 16,-1 1 1-16,-1 1-1 0,0-1-2 0,-2 0-1 15,0 0 2-15,-2 0-1 0,-1 0 4 0,1 1-3 16,1-1-1-16,1 0-1 0,0-1 1 0,0 1-1 15,-2-2 2-15,-1 3-1 0,0-2 3 0,-3 1-3 16,0 0 0-16,1 0-1 0,0 0 1 0,1 0 2 16,0 1-2-16,0-1 1 0,0 1-2 0,-2 0 1 0,-1-1 0 15,0 1 1-15,1 0-2 0,2 0 0 16,2 0 1-16,0 0-1 0,2-1 1 16,-2 1 0-16,1-1 0 0,-2 1 0 0,2 0 1 0,-2 1-3 15,4 0 0-15,-2-1-1 0,3 0 8 0,2 0-6 16,1 0 2-16,1 0-3 0,0 0 2 15,0 0-3-15,-1 0 3 0,1-1-2 0,-1 1 5 0,1 0 0 16,0 0-3-16,1 0 0 16,0 1-2-16,1 0 0 0,-1-1-1 0,2 1 0 0,0 0 3 15,2 0-3-15,1 0 5 0,2-1-5 0,5 0-1 16,-1 0-1-16,0 0-1 0,1 0 0 0,0 0-3 0,-17 6-7 16,17-6-2-16,0 0-1 0,0 0 2 15,0 0 2-15,0 0 2 0,0 0-1 0,0 0 7 16,1 1-2-16,-1-1 2 0,0 1-3 0,18 13 8 0,-18-14-5 15,0 0 4-15,19 5-4 0,-11-3 4 0,1 0 5 16,2 0-1-16,-1-1 3 0,3 1-5 0,1-1 0 16,0 1-2-16,0 0 2 0,1-1 1 0,-1-1-3 15,1 2 4-15,0 0-3 0,-1 0 2 16,1 0 0-16,-1-1-2 0,2 0 3 0,1 1 2 0,2-2-3 16,1 1 0-16,0-1-1 0,0 0 1 0,0 0 0 15,0 1 6-15,-1 1-3 0,-2-1-2 0,2 1 6 16,-2-1-6-16,3-1 6 0,1 1-7 0,2 0 2 15,0 0-2-15,-1 0 2 0,0-1-2 16,-2 1 2-16,0 0 3 0,-2-1-2 16,1 1-2-16,0-1 5 0,1-1-5 0,1 1 5 0,1 0 0 15,0-1 4-15,0 0-3 0,-2 0 2 0,0-1-6 0,0 1 4 16,-3 0-1-16,1 0 2 0,-1 0-2 0,1 0-4 16,0 1 1-16,1-1-3 0,-1 0 3 0,-1 0 0 15,-2 0 2-15,0 1 0 0,-3-1 4 0,1 0-3 16,-2 1 0-16,-1-2-1 0,0 2-1 0,-2 0 2 15,0-1-2-15,-1 1 2 0,-1 0-5 0,1 0 4 16,-7 0 1-16,0 0 0 0,0 0 1 0,21-5 1 16,-21 5-2-16,0 0 2 0,0 0-1 0,1 0 4 15,17-8-3-15,-18 8 3 0,0 0-13 0,0 0 6 16,0 0-10-16,1 0 3 0,-1-1-81 0,1 1-120 16,0-1-33-16,-1 1-49 15,16-11-312-15</inkml:trace>
  <inkml:trace contextRef="#ctx0" brushRef="#br0" timeOffset="-115195.47">6467 4497 1024 0,'-3'-5'135'0,"3"5"51"0,0-1-2 16,0 1-86-16,0-1-55 0,0 1-26 0,0 0 2 15,0 0 0-15,0 0-10 0,0 0-6 0,0 0-3 0,0 0 1 16,1 0-2-16,18 4-1 0,-19-4 2 16,1 0-1-16,16 6 2 0,-17-6-1 0,1 0-1 0,-1 0-2 15,22-2 3-15,-14 1 16 0,1 1 4 0,1-1 5 16,-1 0 23-16,2 0 7 16,-1-1-1-16,3 0 2 0,-1 0-8 0,-1-2-9 15,1 1-3-15,0 0-3 0,1 0-16 0,1 1-13 16,-1-2 3-16,1 4-5 0,-1-1 2 0,-1 0 2 15,1 3-4-15,-1-2 3 0,0 0-5 0,1 0 0 0,-2 0 0 16,0 1 1-16,0 0-5 0,-1 0 2 16,1 1 2-16,-1-2 2 0,1 1 3 0,-1-1 2 15,0 0-6-15,1 1 7 0,1-1-2 0,0 0-3 0,0 0 3 0,1 0-4 16,-1-1-2-16,1 2 4 16,-1-1-2-16,2 0 2 0,0-1 3 0,-1 0-8 15,2-1 5-15,-1 1-6 0,1 1 1 0,-2-2 3 16,1 2-1-16,-3 0 2 0,2 0-3 0,-1 0 15 15,0-1-6-15,-1 0 9 0,1-1-8 0,-2 0 6 0,2 2-7 16,-1 0 5-16,0 0-14 0,2 0 3 0,-1-1 1 16,0-1 0-16,2 1-2 0,-2 0-3 15,0 0 2-15,1 2-2 0,-1-2 3 0,0 1-2 0,0 0 0 16,1 0 0-16,-1-1 1 0,0 1 4 0,1 0-1 0,0-1 2 16,-2 1-6-1,1-1 1-15,0 1-2 0,0 0 2 0,-1-1-1 0,1 0 3 16,-1 0-2-16,0 0 1 0,1 1-7 0,0 0 9 15,0 0-5-15,0-1 6 0,0 1-6 0,0 0 1 16,0 0 2-16,0 0-1 0,0 0 3 0,2-1-8 0,-3-1 6 16,0 2-6-16,2-1 10 0,-2 0-2 0,3 1-4 15,-2-1 1-15,2 1-5 0,-2 0 4 0,2-2 0 0,-2 1 0 16,1 0 1-16,0 0-1 16,0 0 3-16,0-1-3 0,0 1 1 0,0 0 5 15,-1 0-6-15,1 0 6 0,-2-1-6 0,1-1 3 16,0 1 1-16,0-1 0 0,-1 1-6 0,0 0 7 15,0-1 0-15,-1-1 5 0,0 1 15 0,0 0-8 16,-1-1 4-16,0 1-7 0,0-1-6 0,-1 0-1 0,0 0-1 16,1 0 0-16,-1 0-10 0,1 0 5 0,0 0-1 15,-1-1 4-15,0 0 1 0,-1 0 1 16,0 0 1-16,0-1 0 0,-1 1 4 0,-1-2-2 16,1 1 4-16,-1-1-2 0,-1-1 18 0,0 0-2 15,1 1 0-15,-2-2 0 0,-1-1-5 0,0 1-2 16,0-1-3-16,-1 2 0 0,1 0-15 0,-1 1 8 15,-1-1-5-15,-1-1 6 0,-1 0-9 0,1 1 1 0,0-2 2 16,-1 1 0-16,-1-1-1 0,-1-1-4 0,1-2 0 16,-2 1-1-16,1-1 1 0,-1 0 1 15,0 0 0-15,0 0-1 0,0 1-2 0,-1 0 6 0,0 0-4 16,1 1 3-16,-1 2 0 0,1-1-4 0,0 3 5 16,-1-2-6-16,1 1 1 0,0 0 2 0,-1 0-4 15,1-1 3-15,-2 1 0 0,0-1-5 16,1 1 5-16,-1 0-7 0,-1-2 9 0,0 1-6 15,-1 0 4-15,0 1-5 0,0-1 4 0,-1 1 0 16,-2-1-2-16,1 0 1 0,-1 0-1 0,0-1 5 0,-2 1-1 16,0 0 4-16,0 1-7 0,-1 0-1 15,0 0 0-15,0 1 1 0,-1 0 2 0,0 0-1 16,0 0-1-16,-1 1 0 0,-1-1 2 0,-2 0-2 16,0 1 3-16,0-1-2 0,1 1 1 0,-2-1-4 15,2 2 0-15,-1 0-2 0,0-1 1 0,0 3 2 16,0-1-4-16,-2 1 4 0,-1 0-3 0,-1 0 7 15,1 1-1-15,0-2 3 0,0 2-4 0,2-1-3 16,-3-1 5-16,2 2-2 0,-1-1 2 0,0 0 1 16,-2 1-3-16,1 0 1 0,0 0 3 0,-1 0-7 15,3 0 4-15,-1 0-3 0,-1 1 3 0,1 1-2 16,-4 0-3-16,1 0 0 0,1 1 0 0,-1 1 2 16,1 1-2-16,1 0 2 0,0 0-1 0,2 1 0 15,-1 0 0-15,0 2-2 0,-1 0 0 0,0 1-2 16,1 0 4-16,0 2-3 0,2-1 2 0,-1 1 4 15,0 1-5-15,-1 0 4 0,1-1-1 0,-1 1-1 16,-1 0 1-16,2 2-2 0,0-2 1 0,3 1 2 16,0 2-2-16,1-1 1 0,1 1-1 0,0 1 2 15,2 0-3-15,2 0 2 0,0 2-8 0,1-1 7 16,1 0-3-16,0 0 4 0,0 0 0 0,0-1-2 16,1-1 3-16,3 0-4 0,1 1 4 0,2 1-2 15,-1 0 0-15,1 0 0 0,1 2 4 16,0-2-2-16,2 2 1 0,0 1-2 0,1-1 3 0,2-1-4 15,0-1 1-15,1-1-1 0,1-1 3 0,-1-1-1 16,4 2 0-16,-1-1-1 0,3 1-2 0,-1 0 6 16,1 0-1-16,0-1 2 0,1 1-5 15,0-1 3-15,1 1 0 0,-1-1 0 0,0 0 6 0,2-1-12 16,0 0 6-16,-1-1-7 0,0-2 8 0,0 0 2 0,0 1-2 16,0-1 3-16,0 1 2 0,2 1-6 15,-1-1-25-15,0 0-2 0,1 0-141 16,0 0-92-16,1 1-43 0</inkml:trace>
  <inkml:trace contextRef="#ctx0" brushRef="#br0" timeOffset="-114130.03">2814 5241 245 0,'-9'0'137'0,"0"0"90"0,2 0 27 15,7 0 8-15,0 0-91 0,0 0-114 0,-1 0 0 16,0 0-26-16,1 0-30 0,0 0 5 16,0 0-2-16,0 0 2 0,0 1 4 0,22 9 7 15,-13-9 4-15,1 0 0 0,1 0 7 0,-7-5-13 16,7 6 0-16,2-1-3 0,2 1-2 0,1-4 2 0,0 1-3 15,1-1 2-15,-2 1-2 0,-2-2 25 16,0 2-1-16,-1-1 12 0,2 1 12 0,1-2-5 16,0 1-4-16,3-1-1 0,-1 0-16 0,1-1 2 15,0 1 2-15,2-1-3 0,-1 0-10 0,0 1-2 16,-1-1-2-16,0 1 1 0,2 1-4 0,2-1-8 0,0 0-1 16,1 2-3-16,0-2 0 0,-1 1-1 15,1 1 0-15,-1 0 0 0,-2 0-2 16,-1 1 1-16,2-1 2 0,0 1-1 0,2 0-2 0,0 0 2 15,1 0-2-15,-1-1 3 0,0-1 5 0,-1 1 0 0,-2-1 7 16,0 0-4-16,1 1 11 0,-1-2 8 16,1 1-7-16,0 0 6 0,-1-1-12 0,1 1-12 15,-2 0 6-15,0 0-8 0,-1 1 7 0,-1 0 1 16,-2 0-2-16,1 0 3 0,-3 0-3 0,3 0 1 0,-2-2 2 16,1 2 0-16,1-1 0 0,-1 0-2 15,0 0 0-15,-1-1 0 0,0 0 7 16,-1 0-13-16,-2 0 7 0,1 1-8 0,-1 0 3 0,-2 0 2 15,-1 1-6-15,0 0 6 0,0 0-8 0,-2 1 2 16,1-1-1-16,-2 0 1 0,-5 1-1 0,1 0 3 0,-1 0-2 16,20 0 1-16,-20 0-3 0,0 0-8 15,19 0-36-15,-19 0 2 0,16 0-182 0,-7-1-194 0</inkml:trace>
  <inkml:trace contextRef="#ctx0" brushRef="#br0" timeOffset="-106664.71">2568 5127 1758 0,'-10'-5'-24'0,"2"0"45"0,0 1-27 0,2 1 80 0,6 3-21 15,-1 0-30-15,1 0-26 0,0 0 0 0,-1 0-7 16,0 0-10-16,-17-10 2 0,18 10-3 0,0 0 4 16,0 1-4-16,0-1 12 15,0 1 4-15,0-1 2 0,-12 19 15 0,12-19 13 0,0 0-1 16,0 1 6-16,0-1 11 0,0 1 0 0,0-1 2 16,-6 17 0-16,6-17 8 0,0 0-12 0,0 0 2 15,0 0-7-15,0 0-5 0,0 1-6 0,0-1 3 16,0 1-5-16,0-1-2 0,1 1-8 15,16 14 2-15,-17-15-4 0,0 0-1 0,0 0 0 16,0 0-4-16,18 11 3 0,-18-11-1 0,1 0-3 16,15 5 2-16,-16-5-3 0,0 0 4 0,17 5-2 0,-17-5 2 15,1 0-3-15,19 6-4 0,-20-6 12 0,16 4-5 0,-8-3 9 16,0 2-8-16,2-2 1 16,-1 0 4-16,1 1-3 0,0-1 1 0,1 0 1 15,1 0-3-15,-1 1 2 0,0-1-10 0,0 1 3 16,0 0-3-16,0 0 4 0,-2 0 3 0,2 0-7 15,-2-1 8-15,0 1-8 0,1-1 11 0,1-1-4 16,0 1-2-16,1-1 1 0,1-1 1 0,-1 0-2 0,1 0 2 0,-1-1-2 16,1 0 9-16,1 0-3 15,0-1 0-15,-1 1-2 0,0 1-7 0,-1 0-1 0,-1 0 1 0,1 0-1 16,0-1 3-16,-2 2-1 16,3 0-3-16,-2 0 2 0,2 0 2 0,0-1 0 15,0 1-3-15,0 0 1 0,-1 0-2 0,1-1 1 0,0 1 6 0,0-1-3 16,0 1-4-16,0-1 6 0,0 0-2 0,-1 0 4 15,1 0-10-15,-1 0 7 16,0 0-5-16,0-1 6 0,3 2-3 0,-2-1-3 0,2 0 2 16,0 1-3-16,-1-1 1 0,-1 0 4 15,0 1-4-15,-1 1 3 0,1 0-6 0,-2-1 1 16,0 1 2-16,-1 0 0 0,-1 0 3 0,-1 0 2 0,2-1 0 16,-3 0-1-16,2 1-5 0,0 0 2 15,-2-1 1-15,3 0 2 0,0 0 2 0,0 0-1 16,1-1 1-16,1 0 0 0,-2 0-4 0,1 0-1 15,0 1 2-15,-1-2-1 0,0 1 6 0,0-1-4 0,-1 1-4 16,0-1 1-16,0 1-2 0,-1 0 8 0,0 1-5 16,-1 0 6-16,0-1-5 15,-1 0 1-15,0 0 2 0,-6 1-2 0,1 0 3 0,-1 0-1 16,17-4 2-16,-17 4-1 0,0 0 6 0,1 0-5 16,15-3 2-16,-16 3-4 0,0 0 0 0,1 0 1 0,-1 0-1 15,0 0 0-15,17-5-4 0,-17 5 2 16,0 0-3-16,0 0 2 0,0 0 1 0,1 0-2 15,15-6 3-15,-16 6-3 0,0 0-2 0,0 0 0 0,0 0 0 16,1 0 0-16,-1 0 1 0,1 0 0 0,0 0-1 16,-1 0 0-16,0 0-5 0,0 0 1 0,1 0-2 0,-1 0 3 15,1 0-6-15,0 0 9 16,-1 0-2-16,0 0 4 0,1 0 1 0,-1 0-1 16,1 0 1-16,15-7-1 0,-16 7 1 0,0 0-3 15,0 0 0-15,0 0-1 0,1 0 6 0,-1-1-5 16,1 1 6-16,-1 0-6 0,17-14 6 0,-17 14-4 15,0 0 0-15,0 0-2 0,0 0 0 0,0-1-2 16,0 1 1-16,0-1-1 0,0 1 4 0,0-1-3 0,1 1 2 16,-1 0-1-16,0-1 0 0,0 1-5 15,0-1 2-15,0 1-3 0,1-1 6 0,-1 1 2 16,0 0-4-16,0 0 4 0,1 0-1 16,-1 0 2-16,1 0 4 0,0 0-2 0,-1-1-1 0,0 1-2 15,1 0 2-15,-1-1-1 0,1 1 4 0,-1-1-4 16,0 1 2-16,1-1-3 0,14-15-1 0,-15 16 0 15,0 0-3-15,0 0 1 0,0 0-13 0,0-1-129 0,0 1-4 16,1-1-59-16,0 1-154 0</inkml:trace>
  <inkml:trace contextRef="#ctx0" brushRef="#br0" timeOffset="-103071.86">2971 5207 801 0,'0'0'86'0,"0"0"32"0,0 0 13 0,0 0-54 15,0 0-9-15,0 0-16 0,0 0 10 0,0 0-12 16,0 0 23-16,0 0-18 0,0 0 1 0,0 0-8 16,0 0-4-16,0 0 8 15,0 0 0-15,0 1 4 0,0-1 6 0,0 1-7 0,0-1-3 16,0 1-1-16,0-1-2 0,0 0-5 0,11 17 4 16,-11-17-7-16,0 0-8 0,0 0-7 15,1 0-1-15,16 7-2 0,-17-7-8 0,1 0-1 0,16 3 1 16,-17-3-2-16,0 0 9 0,21 2-2 15,-21-2 2-15,0 0-3 0,20 2-6 0,-20-2 8 16,1 0-8-16,18 2 8 0,-19-2-8 0,0 0 6 0,20 1 2 0,-20-1-1 16,1 0-8-16,20 2-1 15,-21-2 1-15,17 1-1 0,-17-1 0 0,17 1-2 16,-17-1-3-16,17 1 2 0,-8 0-1 0,0-1 2 16,1 1-4-16,0 0 2 0,0 0-5 0,0 0 4 0,0 1 1 15,2-2-1-15,0 1 3 0,0 0-3 16,0 0 5-16,0 0-4 0,-1 0 0 0,0 0 7 0,1-1-3 15,-1 2 5-15,0-2 3 0,0 1-5 0,-2-1-2 0,2 1 0 16,-1-1-1-16,-1 0-2 0,1 1 3 0,0 0-3 16,-1-1-2-16,1 0 4 15,2 0-4-15,0 0 4 0,-1 0-5 0,1 0 4 16,0-1 0-16,-2 1 2 0,1-1 6 0,-1 0-4 16,1 0 0-16,-2 1-1 0,0-1 0 0,1 0 3 15,-3 0-2-15,1 0 0 0,-1 1-14 0,0 0 11 16,-1 0-4-16,-6 0 7 0,1 0-5 0,-1 0-5 0,21-2 1 15,-21 2-2-15,0 0 3 0,0 0 0 0,18-1 0 16,-18 1 0-16,1 0-4 0,-1 0 5 16,17-1-5-16,-17 1 5 0,0 0-3 0,1 0 0 15,0 0 2-15,17-4-3 0,-18 4-2 0,0 0 4 0,0 0-2 16,0 0 3-16,1 0-1 0,15-2-5 0,-16 2 0 16,0 0-6-16,0 0-31 0,1 0-87 15,0 0-2-15,-1 0-37 0,0 0-94 0,20-6-147 0,-20 6-118 16</inkml:trace>
  <inkml:trace contextRef="#ctx0" brushRef="#br0" timeOffset="-102046.61">4063 5078 1263 0,'0'0'181'0,"0"-1"30"15,0 1-10-15,0 0-164 0,0-1-57 0,0 1 16 0,1-1 4 16,0 1 0-16,17-5-3 0,-18 5 7 0,0 0 0 16,0 0 5-16,1 1 9 0,0-1 0 0,14 18 10 15,-15-18-3-15,0 0 35 0,1 0 3 0,-1 1 3 16,18 9-1-16,-17-10-4 0,16 1 2 16,-7-1-2-16,2 0 2 0,0-1-12 0,0-1 6 15,2-2-6-15,-1 1 6 0,2 0-11 0,0-2-12 16,-1 0 1-16,1 1-6 0,-1-1-8 0,0 1-5 0,-2 0-2 15,1-1 0-15,0 1-8 0,1-1 1 0,-2 1-2 16,-1 1 2-16,-1 0 2 0,-2 1-2 16,-2-1 2-16,-6 3-2 0,0 0-1 0,1 0 8 0,-1 0-5 0,0 0 5 15,1 0-6-15,0 0-1 16,-1 0 0-16,0 0-1 0,0 0 0 0,0 0-13 16,-1 0 4-16,0 0-6 0,-22-2 7 0,11 4-5 15,0 0 2-15,-2 0-3 0,1 1 8 0,0 0 4 16,0-1 1-16,0 1 2 0,-1 0-3 0,1 0 0 15,-1 0-2-15,0-1 2 0,2 1-2 0,1 0 5 0,0 0-2 16,1-1 3-16,0 0-8 0,3 0 0 0,-1-1 3 0,0 0-1 16,1 0 8-16,0 0-5 0,7-1-3 0,0 0 0 15,-1 0 5-15,1 0-3 16,-16 3 3-16,16-3-3 0,0 0 2 0,0 0-6 16,0 0 0-16,0 0-3 0,0 0-5 0,0 0 4 15,0 0-1-15,1 0 3 0,19-2 2 0,-11 1-3 16,1 1-1-16,2-2-1 0,0 1 1 0,0 0 2 0,1-1 3 15,1 0-1-15,-1 1 2 0,0-1-1 0,0 0 2 16,-2 0-1-16,-1 1 4 0,0 0-4 0,-2-1 1 16,1 1-1-16,-2 0 9 0,-7 1-5 15,0 0 2-15,1 0-2 0,-1 0 4 0,0 0 12 16,1 0 0-16,-1 0 4 0,0 0-3 0,0 0-12 16,0 0-4-16,0-1-2 0,0 1-5 0,-16-10-1 15,14 10 0-15,-14-1-2 0,6 1 1 0,-2-1 4 0,0 1 0 16,-1 0 1-16,-1 0-5 0,1 0 4 15,-1 0-1-15,3-1 3 0,-2 0 3 0,1 0-6 16,2 1 7-16,-2-1-7 0,4 0 3 0,2 0 0 16,6 1-1-16,0 0 1 0,-1 0-1 0,1 0 0 0,0 0-3 0,-1 0 2 15,0 0-5-15,1 0-4 0,0 0 2 0,-1 0-3 16,1 0 3-16,0 0 0 0,0 0 0 0,1 0-1 16,18-8-4-16,-9 6 8 15,1 1 0-15,1 0 2 0,0-1 0 0,0 1-1 16,1-1 0-16,-1 1 0 0,1-1 1 0,-1 0 4 15,0 0-4-15,-2 0 3 0,-2 1-6 0,-8 1 4 0,0 0 4 16,1 0 1-16,-1 0 7 0,1 0-2 0,-1 0-3 16,1 0 2-16,-1 0-8 0,0 0-1 15,0 0-1-15,0 0-1 0,0 0-1 0,-18 9 3 16,8-5 0-16,-2-1 2 0,-1 1-2 0,1-1 4 16,0 0-3-16,0 1 3 0,0-2-5 0,0 1 3 15,0 0 0-15,2 0 0 0,0 0-3 0,0 0 0 0,3 0 0 16,0-1 0-16,7-2-8 0,0 0-82 15,-1 1-12-15,1-1-33 0,-17 13-107 0,17-13-154 0,0 0-54 16</inkml:trace>
  <inkml:trace contextRef="#ctx0" brushRef="#br0" timeOffset="-99720.45">5105 5231 1866 0,'-6'-5'218'0,"0"1"-96"0,6 4 112 0,-1 0-244 0,1 0-4 16,0 0-3-16,-1 0-8 0,0 0-6 0,1 0 2 15,0 0-1-15,0-1 13 16,0 1 5-16,0-1 1 0,0 1 4 0,0-1 3 0,0 1 4 15,19-7 2-15,-19 7 36 0,0 0-3 0,19-4 6 16,-19 4-6-16,1 0 2 0,18-4-3 0,-19 4-5 0,0 0 2 16,20-2-9-16,-20 2-4 0,1 0 1 0,16-1-4 15,-17 1-13-15,0 0 6 16,18 0-3-16,-18 0 5 0,0 0 7 0,19 1 2 16,-19-1-3-16,0 0 1 0,23 3-8 0,-15-2 8 0,1 0-1 0,-1 1 3 15,1-1-6-15,0-1-6 16,1 2 2-16,1-1-3 0,0 0 11 0,-1 1-14 0,2 0 11 15,-2-1-12-15,2 0 6 0,0 1-4 0,-1-1-3 0,2 0 1 16,0 1 5-16,0-1 9 0,2 1-1 16,1-1 3-16,0 0-3 0,1 0 5 0,0 0-4 15,-2 0 4-15,2 0-2 0,-1 0-7 0,1 0 4 0,-2 0-6 16,2 0-1-16,-3 0 3 16,1 0 0-16,3 0 2 0,0-1 2 0,0 1 1 0,1-1-4 0,-1 1 4 15,-2 0-6-15,1 0 1 16,0 0-1-16,-1-1 1 0,0 1-2 0,-1 0-8 0,0 0 4 15,0 0-4-15,-1 0 8 0,4 0-7 0,-2-1 2 16,3 1-3-16,-2 0 7 0,-1 0-7 0,1-1 4 0,-2 1-5 16,1 0 2-16,-1-1-1 0,-2 1-1 0,2-1 1 15,0 1 5-15,-1-1-5 0,2 0 3 0,0 0-4 16,1 0 3-16,0 0-1 16,-2 0 4-16,0 0-3 0,-1 0-3 0,-1 0 4 0,0 0-2 15,-1-1 6-15,0 0 11 0,-1 0-6 0,-1 0 1 16,1 0-3-16,-1 0-5 0,-1 0-3 0,1 0 1 15,-1 0-1-15,-1 0 6 0,2 0-3 0,1-1 0 16,-1 1-3-16,0 0 0 0,-1-1 0 0,1 0 2 0,-2 1-1 16,0 0 3-16,1-1-5 0,-1 0 2 0,0 0-3 15,1 0 1-15,-2-1 2 16,1 2-2-16,-2-1 2 0,1 0 2 0,0 0-6 0,-7 2 3 16,0 0-3-16,0 0 11 0,17-5-3 0,-17 5 1 15,0 0-3-15,0 0-2 0,0 0 1 0,0 0 1 0,1 0 0 16,-1 0 2-16,2 0 6 15,-2 0-2-15,0 0 3 0,0 0-6 0,0 0 6 0,0 0-6 16,0 0 6-16,0 0-10 0,0-1-1 0,0 1-1 0,0-1 0 16,-21-10-3-16,13 10-3 0,-3-1-1 0,-1 0 0 15,-1 1-5-15,-4 0-1 0,-1 0 4 0,-4 0-2 16,0 1 7-16,0-1 1 16,0 1 0-16,1-1 0 0,-1 0 2 0,1 0 2 15,-2 0-1-15,0 0 1 0,-1 0-2 0,-1 0-2 16,1 0-2-16,1 0 0 0,0 0 2 0,1 0-4 15,-2 0 7-15,1 1-5 0,-2 1 3 0,-2-1-3 0,0 2 0 16,1-1-2-16,-1 0-1 0,2 1 4 0,1-1-2 0,-1-1 3 16,0 2 2-16,-1 0-2 15,-1-1 1-15,1 1-1 0,0 0 7 0,1-2-8 16,2 1 3-16,-1 0-5 0,1-1 3 0,-1 1 1 16,0-1-2-16,-1 1 1 0,-1-1 5 0,0 1-5 15,2-1 0-15,1 0-1 0,2 0 2 0,-1-1 3 16,1 1 0-16,1-1 0 0,-1 0-1 0,1 0 4 15,0 0-4-15,1-1 4 0,2 0-2 0,1 0-8 16,1 0 8-16,1 0-7 0,0 1 8 0,1 0-7 16,0 0 1-16,2 0-3 0,-3 0 7 0,3 1-4 15,-1-1 1-15,1 1-2 0,1 1 1 0,0 0 0 16,1 0-1-16,1-1 0 0,0 2-5 0,8-2 7 16,-1 0-4-16,1 0 5 0,-18 3-2 0,18-3-2 15,0 0 6-15,0 0-4 0,0 0 4 0,0 0-4 0,0 0-3 16,0 0-1-16,0 1 2 0,0-1-2 0,0 1 1 0,1-1-1 15,15 17 2-15,-16-17 3 16,0 0-1-16,20 8 2 0,-20-8-3 0,15 6-2 16,-5-3-1-16,-1 0 1 0,2 1-4 0,-1-1 4 0,3 0 2 15,-1 0 0-15,1 0-2 0,2-1 2 0,-1 0-4 16,3 0 4-16,-1-1-1 0,3 1-3 16,2 0 5-16,1-1-3 0,1 1 0 0,0-1 6 0,-1 1-7 15,0 0 7-15,-1 0-2 0,1 0-2 16,-1 1 4-16,2-2-4 0,2 1 1 0,0 0 2 15,2-1-2-15,-2 1 2 0,0 0-5 0,0-1 4 16,-2 0 0-16,0 0 2 0,3 0-7 0,-1-1 4 0,2 1-1 16,-1-1 2-16,1 0 1 0,-3 0-1 0,-1 0 0 15,0 0-1-15,0 1 0 0,0-1 0 16,1 0 0-16,1-1 0 0,-1 0 3 0,-1 1-3 16,-2-1 3-16,-2 1-2 0,-1 0 2 0,-1 0 2 15,-2 0-3-15,0 0 0 0,-1 0-7 0,0-1 9 0,0 1-4 16,-1 0 6-16,1-1-3 0,-4 2 1 0,0-1 4 15,-1 0-3-15,-3-1 1 0,-6 1 2 16,1 0-4-16,-1 0 4 0,1 0 4 0,0 0-3 16,-1 0 4-16,0 0-4 0,0 0 7 0,1 0-16 15,0 0 3-15,-1-1-5 0,0 1-1 0,-1 0 0 16,0-1-3-16,-22-14 2 0,11 12 6 0,-1 0-1 16,-1 0-1-16,-1 0 0 0,0 0 0 0,0-1-4 15,-1 0 4-15,0 0-4 0,-1-1 7 0,-1 0-6 0,-3 0 3 16,-1 1-5-16,-2-1 9 0,-2 1-1 15,-1 0-2-15,-1 0 0 0,3 0-5 0,-1 0 4 16,-1 0 0-16,-1 1 2 0,-2 1 0 0,-1-1-2 16,2 1-2-16,0 1-1 0,1-1 3 0,2 1 0 15,1 1 3-15,-1 0-3 0,-2 0 5 0,3 0-5 16,-2 0 2-16,4 0-3 0,1 1-3 0,4-1 6 0,2 1-2 16,2-1 3-16,-1 1-8 0,2 0 4 15,0 0 3-15,2-1 2 0,1 2 3 0,2-1-1 0,0 0-6 16,1 0 5-16,2-1-9 0,5 0 4 15,0 0 2-15,-1 0 1 0,0 0 1 0,1 0-4 16,0 0 0-16,0 0-1 0,-1 0 1 0,1 1-3 16,0-1 3-16,0 1-2 0,1-1-1 0,17 17 3 15,-9-15-5-15,2 0 5 0,2-1-9 0,1 1 4 16,1 0 2-16,2 0 1 0,1-1-1 16,1 1 6-16,4-1-7 0,0 1 6 0,4-1-4 15,0 0-1-15,0 0 4 0,1 0-2 0,-1 0 1 0,1 0 1 16,0 0-1-16,3 0 1 0,2 0-5 0,1-1 2 15,0 1 0-15,-2 0 1 0,-2 1-2 0,3-2 3 16,1 1 0-16,1 0 1 0,1 0 1 16,-3 0-1-16,-1 1-1 0,-1-1-1 0,1 0 1 15,-1 0 2-15,0 0 0 0,-2-1 0 0,-1 1-2 0,-3-1 3 16,-1 1-1-16,-2-1 2 0,0 0-6 0,0 0 7 16,0 0-5-16,-2 0 6 0,-2 0-6 0,-3-1 7 15,-2 0-1-15,-1 0 0 0,-4 0-5 0,-1 1 11 16,0-1-5-16,-7 1 7 0,0 0-9 0,0 0 3 15,1 0 1-15,-1 0 0 0,1 0-1 0,0 0 5 16,-1 0-4-16,0 0 4 0,0-1-8 16,0 1-5-16,2-1 1 0,-2 1-2 0,0-1-1 0,0 1-2 15,0 0 1-15,3-18-1 0,-3 18-1 0,0 0-1 16,0 0-14-16,0 0 1 0,0-1-74 0,0 1-134 16,-1-1-24-16,0 1-65 0,-16-14-358 15</inkml:trace>
  <inkml:trace contextRef="#ctx0" brushRef="#br0" timeOffset="-93466.28">7629 5224 580 0,'0'0'120'0,"0"0"25"16,0 0 13-16,-1 0 11 0,0 0-79 15,1 0-12-15,-1 0 1 0,1-1-9 0,0 1-30 0,-18-12-10 16,18 12-5-16,0 0 0 0,0 0-7 0,0 0 22 16,0 0-5-16,0 0 10 0,0 0-3 0,0 0-9 15,0 0 6-15,0 0-7 0,0 0 11 0,1 1-3 16,-1-1 3-16,0 1-5 0,17 14 4 0,-17-15 1 15,0 0-4-15,0 0 2 0,17 9-2 16,-17-9-7-16,0 0 0 0,17 5-4 16,-17-5-6-16,1 0 3 0,15 5-5 0,-16-5 3 0,1 0-9 0,17 5-2 15,-18-5 5-15,0 0-3 0,19 5 3 0,-19-5-5 16,1 0 0-16,19 4-2 16,-20-4 2-16,1 0-1 0,22 3 2 0,-22-3-1 0,14 2-8 15,-14-2 1-15,16 1 3 0,-7 0 0 0,-1 0 7 0,0 0-7 16,2 1-2-16,-1-2-1 0,1 1-5 0,1 0 9 15,-1 1-3-15,0-1 5 0,1 0-10 0,-1 0 6 16,1 0 3-16,1 0 0 0,-1 0 6 0,1 1-8 16,0-1 3-16,0-1-3 0,0 0 10 0,2-1-7 15,-1 1-2-15,2-1 1 16,0 0 2-16,1-1-2 0,1 0-4 0,1 0 1 0,-1 0-5 16,0 0 2-16,-1 1 4 0,-1-1-2 0,-1 1 5 0,0-1-6 15,0 0 4-15,0 1-4 0,0-1 3 0,2 1 0 16,1 0-2-16,2 0 0 0,1 0 0 15,0 1-4-15,0-1 5 0,0 0-4 16,-1-1 3-16,0 1-3 0,-1 0-5 0,2 0 2 0,2-1 1 0,-1 1-2 16,0 0 4-16,1 1-3 0,-2-1 6 15,-2 0-4-15,0 1-1 0,-2-1-1 0,-1 1 2 0,-1 1-1 16,0-1 2-16,2 1-2 0,0 0 3 0,1-1-1 16,0 1 0-16,1-1-1 15,-1 1 2-15,-1 0-4 0,-1 0 2 0,-1 0-3 0,-1-1-2 0,1 1 6 16,-1-1-1-16,-1 0 5 0,0 1-6 0,-1-1 3 15,0 0-2-15,1 0 2 16,0 0-1-16,0 1 3 0,-1-1 3 0,-1 0 0 16,-1 0 2-16,-1 0-4 0,-2 0-2 0,-1 0 1 15,-6 0 7-15,1 0-3 0,-1 0 1 0,18 0-3 0,-18 0-6 16,0 0 10-16,0 0 5 0,1 0 1 0,0 0 4 0,-1 0 5 16,1 0-6-16,-1 0 7 0,0 0 3 0,1 0 2 15,-1 0-1-15,0 0 1 0,0-1-11 0,0 1-1 16,0-1-1-16,-1 1 1 0,1 0-6 0,-22-9 4 15,13 8-2-15,-2 1 3 16,-2 0-4-16,-1 0-5 0,-2 0 2 0,-2 1-2 0,1-1-5 0,-1 0 0 16,0 0-2-16,-1 0 2 0,-2 1-2 0,-2-1-3 15,-1 1 1-15,-4 0-2 0,-2 0 0 0,-1-1 7 16,0 2-5-16,1 0 5 0,-1 0-7 0,-1 0-1 16,-2 0 2-16,-1 0-2 15,1 0 4-15,1 0-1 0,2-1 0 0,-2 1 0 16,-1-1-2-16,0 0 0 0,-1 0 0 0,2 0 0 0,1 0 1 0,1-1 0 15,0 1 0-15,-2 0 0 0,0 1 1 0,-1 0 2 16,2-1-2-16,3 1 1 0,0-1-9 0,1 0 4 16,-2 1 2-16,-2 0 2 15,2 0-1-15,3-1-1 0,1 1 0 0,2 0 1 16,1-1 4-16,1 0-9 0,-1 0 3 0,3 0-5 0,-2 0 3 0,2 1 1 16,0 0-2-16,2 0 2 15,4 0 0-15,1 0-3 0,2 0 0 0,1 2-1 0,0-1-3 16,2-1-1-16,2-1-2 0,6-1 0 0,-1 0-10 15,0 0-3-15,1 0-3 0,0 0 1 0,0 0-8 0,-1 1 3 16,0-1-1-16,1 1 3 0,0 15 11 0,0-16 4 16,0 0 4-16,18 5 1 15,-10-3 9-15,2 1 2 0,1-1 1 0,-1-1 0 16,3 0 1-16,1-1-1 0,2 0 0 0,3-1 0 0,1 1 0 16,1-2-2-16,0 0 0 0,2 2-2 15,-2-1-1-15,1 1 5 0,1 0 0 0,0-1 2 0,1-1-4 0,3 0 4 16,0 0-5-16,2 1 3 15,-1-1 0-15,-1 1-2 0,-2-1 3 0,3 1-3 0,2-1 0 16,1-1 4-16,0 2-3 0,0-2 2 0,-1 1-6 16,-2 2 3-16,0-2 2 0,1 1-1 15,2 0-1-15,1 0 0 0,-1 1 0 0,-2 0 2 16,-2 1-2-16,-2 0 3 0,0-1-3 0,0 1 1 0,1 0-1 0,0 1-1 16,1 0 4-16,-3 0-3 0,-1 1 3 0,-2-2 0 15,-1 0-1-15,0 0 2 16,1 0 3-16,2 0 3 0,1 1 0 0,0-1 1 15,0-1 2-15,-3 0-12 0,-1 0 2 0,-2-2-3 0,0 2 6 16,1 0 2-16,-1-1 5 0,-1 1-2 16,2-3 13-16,-1 0-13 0,1 1 6 0,-2 0-10 15,0 0 2-15,-3 1-2 0,-1-2-2 0,-1 2 2 16,-2-1 3-16,-1 1-1 0,0 0 0 0,-1-1-2 16,1 1-1-16,-2 0 1 0,-1-2-3 0,-1 1 2 0,-5 2-6 15,1 0 5-15,-1 0 0 0,18-7 1 0,-18 7 4 16,1 0 2-16,-1-1-3 0,1 1 2 15,18-11-9-15,-19 11 3 0,0 0 0 0,0 0 1 16,0-1 2-16,1 1-1 0,0-1 0 0,13-16-2 16,-14 17 1-16,0 0-2 0,0 0 4 0,0 0-4 0,0-1 0 15,0 1-1-15,0-1-2 0,0 1 0 0,0 0-8 16,0-1-47-16,0 1-4 0,0-1-19 0,0 1-62 0,0-1-95 16,0 1-27-16,-1-1-40 0,1 1-279 0</inkml:trace>
  <inkml:trace contextRef="#ctx0" brushRef="#br0" timeOffset="-90946.72">5962 1734 1333 0,'-3'-6'111'15,"3"6"18"-15,0 0-16 0,0-1-120 0,0 1-25 16,6-8 27-16,3 7 3 0,4-1 10 0,2 1 2 0,-3-9-1 16,6 8-3-16,3 0 2 0,0 0 3 15,1 1-2-15,1 0 4 0,1 1-2 0,0 0 12 0,0 0-2 16,1 1 1-16,0 0-2 15,0 2-9-15,2-1 4 0,0 0-4 0,1 1 4 16,1-2-9-16,-1 1 9 0,1 0 0 0,-1-1 3 0,0 1 13 16,4-2 2-16,-2 0 3 0,2 0-2 0,-1 0 1 0,-1 0-11 15,-1 0 4-15,-1 1-6 0,1 0-4 16,0-1-8-16,1 2 0 0,0 0-3 0,-2-1 4 16,0 1-3-16,0 0-5 0,0 1 2 0,1 0 0 0,0-1-4 15,0 0 4-15,0 0-5 0,0 0-1 0,-1 0 6 16,-1-1 2-16,1-1 3 15,0 1 10-15,1-1-8 0,1 0 2 0,-1-1-3 16,-1 1 1-16,-1 1-8 0,0 0 2 0,2 0-3 0,-1 0 4 0,2 1 0 16,-1-1 0-16,-2 1 2 0,1 0 0 0,-2 1-5 15,0 0 2-15,0-1-3 16,1 1 8-16,0 0-6 0,0 0 7 0,0-1-6 16,-1 0 4-16,-1 0-1 0,0 0-7 0,1 1 5 0,0-2-6 15,0 1-1-15,0 0 7 0,-1-1-5 0,0 1 5 16,-2-1-1-16,-3 1-6 0,0-1 4 0,-1 0-2 0,-1 0 4 15,0 1 1-15,-1-1-1 16,0 0 6-16,-2-1 8 0,-1 2-3 0,-3-1 5 16,0 0-9-16,-2-1-4 0,-1 0 5 0,-2 1-5 15,-6-1-5-15,1 0 3 0,-1 0-6 0,0 0 6 16,1 0-5-16,-1 0 19 0,1 0 0 0,-1 0 6 16,0 0-8-16,1 0-14 0,-1 0-1 0,0 0-4 15,-12-3-1-15,1 0-1 0,-3 0-2 0,-2-1 1 0,-3 1-6 16,-2 0 6-16,-2 0-5 0,-1 0 5 0,-3 1-7 15,-1 0 4-15,-1 1 2 0,-2 0 0 0,-1 1 0 0,-1-1 5 16,1 1-3-16,0 0 3 16,2 1-4-16,-2-1 3 0,0 1 2 0,-1-1-1 0,1 0-1 15,-1 1-1-15,3 0-1 16,0-1 0-16,0 0 8 0,0 0-3 0,0-1 0 0,1 0-2 16,1 1-5-16,0-2 3 0,2 0 3 0,1 1 0 0,1-2 6 0,0 1-6 15,1 0-2 1,1 0 0-16,0 0 5 0,5 0 4 0,1 1 1 0,4-1-1 15,-1 1-7-15,3-1 0 0,1 1 2 0,2 0 0 16,7 1 2-16,0 0-2 0,-1 0-5 0,1 0 1 16,0 0-14-16,-1 0-1 0,0 0-1 0,1 0 1 15,0 0 8-15,0 0 3 0,14-1 2 0,-2 2-1 16,2-1-1-16,3 0-4 0,2 0 5 0,4 0-4 16,2-2 8-16,2 1 1 0,2 0-1 0,2 1 1 15,0 0-7-15,4-1 5 0,-1 1-1 16,4 0 3-16,1-1-2 0,0 1-2 0,2 0 0 0,1-1-1 15,3 1 0-15,2-1 3 0,1 1 0 0,-1-1 1 16,1 1 1-16,1-1 3 0,0 0 2 0,-3 0-1 16,3 1-6-16,-2 0 4 0,1-1 1 0,0 1 2 0,-3 0 2 15,3 0 2-15,-2 0-5 16,0 0 4-16,-1 0-9 0,-1 0 0 0,0-1 1 0,0 0 0 16,-2 0 0-16,-2 0-2 0,-2 0 3 0,-1-1-2 15,-1 0 4-15,0-1-2 0,-3 0 0 0,-2 0-1 16,-3 0 3-16,-2 0 2 0,-2 0-1 0,-1 0 2 15,-1 0-5-15,-2 1 5 0,-1-2-2 16,-4 2 3-16,-2-1-2 0,-1 0 1 0,-3 1-5 0,-2 0 4 0,0 1-2 16,-7 1-2-16,0 0 7 0,1 0-6 0,16-8 4 0,-17 8-8 15,0 0 0-15,1 0-1 0,-1 0 4 16,21-3-6-16,-21 3 0 0,0 0-2 16,20-1 2-16,-11 2 7 0,0-1-4 0,1 1 3 15,1-1-8-15,2 1 5 0,2-1 0 0,-1 0 1 0,2 0-1 0,1-1 0 16,-1 0-1-16,1 1 0 15,1 1 4-15,2 0-4 0,-1-1 1 16,2 1-3-16,1-1 5 0,1 0-4 0,2 2 0 0,0-1-2 0,-1-1 6 16,2 2-2-16,-1 0 4 0,0 1-3 0,3-1 1 0,-1 2-2 15,3-3-1 1,0 1 0-16,0 1-3 0,-2 0 7 0,2 0-3 0,-1 0 4 0,1 0-4 16,2 0 2-1,-1-1 0-15,0 1-1 0,0 1-7 0,-1-1 6 0,-1 2-3 0,0-1 3 16,0 0 0-16,1 1 0 0,-2-1 0 0,-1 0-1 15,1 1 1-15,-3-1 5 0,0 1-1 0,1-2 3 16,-1 1-8-16,0-2 1 0,0 1 0 0,-2-1 1 16,-1 0-3-16,-2 0 2 0,0 0 0 15,-2-1 1-15,-1 0 3 0,-1-1-3 0,-2 1 2 0,0-1-1 16,0 1 0-16,0-1 0 0,-1 0-3 0,-1 1 1 16,0-1 0-16,-2 1-1 0,-1 0-1 0,-1 0-6 15,-1-1-60-15,-1 1-138 0,0-1-25 0,-1-1-64 16,-5 1-377-16</inkml:trace>
  <inkml:trace contextRef="#ctx0" brushRef="#br0" timeOffset="-86809.42">7721 5218 298 0,'-8'0'183'0,"1"0"-45"0,-1 0 82 16,1 0-133-16,0 1-15 0,0 0-25 16,-1 0-25-16,2 0 7 0,-1 0-11 0,0 0-3 0,-4-7 7 15,4 7-1-15,2 0 5 0,5-1 3 0,-1 0-8 16,0 0-2-16,-17 1-2 0,18-1-11 0,0 0 12 15,0 0 5-15,0 0 5 0,-1 0 37 0,-17 4-7 16,18-4-4-16,0 0-2 0,0 0-21 0,0 0 10 16,0 0-3-16,0 0 6 0,0 1 2 0,0-1 11 15,0 1 2-15,4 15 2 0,-4-16-9 0,0 0-11 16,0 0-2-16,0 0-3 16,1 0-1-16,18 15-9 0,-19-15 0 0,15 6-3 0,-7-3-8 15,4-1-4-15,-1 1 2 0,3 0-2 0,0 0 0 0,0 0-6 16,1-1 0-16,0 0-1 0,0 0 0 0,0 0 9 15,-1 0 1-15,1 0 3 16,-2-1 9-16,2-1 11 0,0 2-6 0,1-2 8 0,1 0-8 16,2 0 1-16,0 0 4 0,1-1-2 0,0 0-6 0,2 0-11 15,0-1-5-15,0 0 0 0,-1 1-10 16,4 0 5-16,0 0-2 0,3 1 3 0,-2-1-6 0,0 2 1 16,-1-1-3-16,-2 2 2 0,-1 0-2 0,0 1 3 15,1-1 0-15,1 0-1 0,1 2-2 0,1-2 0 16,-2 1 1-16,0 1 0 15,-1-1 6-15,0 2-8 0,1-1 4 0,0-2-4 16,3 0 7-16,1 0-4 0,0-1-2 0,1 1 0 0,-3 0 2 16,-1 0 5-16,0-1-1 0,0 0 2 0,1 0-6 15,-1 0-2-15,1-1 5 0,-3 1-3 16,-1-1 4-16,-2 2 1 0,-1-1-7 0,-2 1 5 0,-1-1 1 0,-1-1 5 16,-1 0 5-16,0 0-2 0,2 0 6 0,-2 1-1 15,1-2-2-15,-1 1 1 0,-2-1-3 0,-3 0-1 16,-1 0 0-16,-8 1-1 0,0 0 3 0,1 0-2 15,15-5 8-15,-16 5-5 16,0 0 8-16,0 0 2 0,0 0-6 0,0 0 4 0,0 0-17 16,-1-1-6-16,1 1-1 0,-21-11-1 0,11 9-1 15,-4 0-7-15,-1 2 5 0,-1-2-6 0,-3 0-1 0,-1 1 5 16,1 0-5-16,-4-2 7 0,3 2 3 0,-3-2-4 16,-3 0 3-16,-3 1-4 0,-3-2 1 0,0 1 0 15,0 0 1-15,0-1-1 16,0 1 4-16,-2 0-2 0,-2 0 1 0,-2 1-1 0,1 1 2 15,1 0-3-15,1-1 3 0,-2 2-1 0,-1-1 4 16,-1 1-3-16,3 0 0 0,1 0 0 0,4 0 1 0,-2 1 1 16,0-1 2-16,0 1-1 0,1 0-3 0,2-1 4 15,2 2-4-15,2-2 5 0,-1 1-9 0,2 0 7 16,-1-1-3-16,2 1 6 16,1 0-6-16,3-1 2 0,1 2-2 0,3-2 3 0,1 0-3 0,1 2 2 15,3-1-1-15,1 0 2 16,3 0 5-16,0-1-2 0,7 0 0 0,0 0-2 15,-1 0-4-15,1 0-9 0,0 0 2 0,-1 0-4 0,1 0 5 16,0 1-7-16,0-1 4 0,1 1-5 0,14 13 3 16,-5-12 7-16,2 0-4 0,2-1 5 0,2 1-5 0,2-1 6 15,2 1-2-15,5-1 4 16,1 0 4-16,2-1-7 0,1 0 3 0,0 1-5 16,-1 1 5-16,4-1-1 0,0 1 2 0,3 0-1 15,-1-1 4-15,1 0-4 0,-2 0-2 0,-1 0 0 0,2 0 2 16,2 0 3-16,1 1-3 0,0-2 2 15,-3 1-1-15,0-1 0 0,-1 0 2 0,3 0-1 16,0-1-2-16,0-1 3 0,-2 1-1 0,-3 0 2 16,-1 0 6-16,1-1-11 0,0 1 7 0,-1-1-7 15,-1 0 5-15,-5 0 3 0,-1 0-4 0,-5 2 5 0,0-2-4 0,-4 0 5 16,0 0 0-16,-3-1 1 0,-1 1 1 16,-2 1 5-16,-1-1-1 0,-7 2 3 0,0 0 4 15,0 0 9-15,1 0-4 0,-1 0 4 0,1 0-9 0,-1-1-16 16,0 1 4-16,0-1-9 15,-12-11-2-15,2 9-19 0,0 1 4 0,-4 1-7 16,-2-1 10-16,-2 1 2 0,-4-1 1 0,-3 1 1 16,-4 0 2-16,-3 1 7 0,-1-1-1 0,-1 0 3 15,1 1-1-15,0 0 1 0,-3 0-2 0,-3 2 2 0,-1-2-4 16,2 1 4-16,0 0-2 0,2 0 2 16,1 1-5-16,-2 0 6 0,2 1-3 0,1-1 3 0,4 0-2 15,4 0-1-15,-1-2 5 0,2 1-4 0,-1 1 1 16,1 0-4-16,1 0 2 0,2-1-3 15,2 0 9-15,2 2-6 0,3-1 2 0,0 0-3 0,3 0 4 0,2-2 4 16,2 1 1-16,8-1 0 16,0 0-6-16,0 0-4 0,-1 0 1 0,1 0-3 15,-1 0-2-15,1 0-4 0,0 0-3 0,0 1 1 0,16 8-4 16,-3-8 13-16,2-1 0 0,2 0 3 0,4 0-2 16,4-2 2-16,2 1 0 0,5-1 2 0,-1 0 2 15,1 2-1-15,0-2-2 16,2 2 1-16,3-1-2 0,1 0-3 0,1 0 2 0,1 0-4 15,-1 0 4-15,2 1 5 0,3-1 0 0,0 0 3 0,1-1-7 16,-4 1 3-16,2 0 1 0,-1 0 0 16,1 0 1-16,-1 1 4 0,-3-2-3 0,-3 1 3 15,2-1 3-15,-2 0-1 0,1 0 1 0,-5 1-3 16,-3-1-14-16,-2 2 9 0,-3-1-4 0,1 0 7 16,0 0-5-16,-2 0 8 0,0 1-5 0,-3 0 4 0,-4-1-14 15,-3 0 11-15,-1 0-2 0,-1 0 4 0,-2 1-23 16,-1 0-171-16,-1-1-21 0,-7 1-82 0,0 0-374 15</inkml:trace>
  <inkml:trace contextRef="#ctx0" brushRef="#br0" timeOffset="-80518.91">7486 5309 1459 0,'-7'-5'67'0,"0"2"-21"16,7 3 1-16,0 0 17 0,0 0-34 0,-1 0 17 0,0 0 1 15,-15-8 2-15,16 8-17 0,0 0-14 0,0 0-5 0,0 0-2 16,0 0-9-16,0 0 7 16,0 0 4-16,0 0 1 0,0 0 9 0,0-1 3 15,1 1 1-15,18-8 0 0,-19 8 0 0,0 0 8 16,21-2-3-16,-21 2 5 0,17 0-4 0,-7-1 14 16,-1 1-7-16,2 0 9 0,0 0-18 0,2 0 1 15,0 0-2-15,1-1 1 0,0 1-10 0,2-1 0 16,2 1-7-16,1-1 4 0,2 1-13 0,1 0-2 15,-1-1 3-15,1 1-3 0,-1 0-1 0,0 0 1 0,1 1-5 16,1 0 3-16,0-1 0 0,2 2 2 16,1-2 2-16,0 2-3 0,-1-1-4 0,-1 0 0 15,0 2 3-15,0-2-1 0,1 1 1 0,4 0-2 0,-1-2-2 16,2 2 2-16,-2 0 8 0,-1-1-3 16,0 0 2-16,1 1-4 0,-1 0-2 0,3 0 3 15,0 0-2-15,-2-1 2 0,0 1-4 0,-3 1 8 16,-1-2-6-16,0 3 5 0,0-2-6 15,0 0 3-15,2 0 4 0,0-2-2 0,-1 2 4 0,-3-1 2 0,1 2 3 16,-1-2-1-16,-2-1 1 0,2 1 6 16,1-1-4-16,2 0 5 0,0-1-6 0,0 0-5 15,-2-1-4-15,0 1 1 0,-2 1-8 0,-1-1 6 16,0 1 0-16,-2-1 0 0,1 1-4 0,2 0 3 0,-1-3-6 16,-1 2 4-16,0-1-2 0,-3 0-1 15,-1 1 6-15,0 0-4 0,-2 0 4 16,-1 0-1-16,-2-1 0 0,1 1 1 0,-2 1 12 15,1 0-8-15,-1-1 2 0,-1 0-5 0,1 1-2 16,0-1-1-16,-2 0-2 0,0 1 1 0,0 0-3 0,-1 0 5 16,-6 0 3-16,1 0-1 0,-1 0-1 15,1 0 12-15,0 0-4 0,-1 0 7 0,0 0-2 0,0 0 3 16,1 0-3-16,0 0 3 0,-1 0-2 0,0 0-4 16,0 0 5-16,0 0-7 0,-15-4-2 0,6 5-2 15,-3-1 0-15,-1 0 1 0,1-1 2 0,-2 0-9 16,0 0 7-16,-2 0-7 0,-1-1 3 0,-2 0 6 15,-1 0-8-15,-3 0 6 0,-3 0-8 16,0 0-2-16,-2 0 2 0,1 0-1 0,0 0-2 0,0 1 3 0,-2 0 0 16,-2 0 0-16,-1 1-4 0,-1 1 1 15,2 0-2-15,-1-1 2 0,1 0 1 0,-1 0 2 16,-1 0-3-16,0 1 2 0,0-1-1 0,0 0-1 16,3-1 3-16,-2 0-3 0,2 1 0 0,-4-1 3 15,-1 1-3-15,1 0 2 0,0 0 1 0,2 0 1 16,0 0-3-16,0 2 2 0,-1-1-5 0,1-1 2 15,2 2 2-15,2-1 0 0,3 0-4 0,2 1 6 16,2-1-7-16,2 1 5 0,2-1-4 0,0 1-3 16,3-1 6-16,3 0-3 0,1 1 2 0,3-1-4 15,1 0-2-15,6-1-1 0,0 0-5 16,-1 0-8-16,1 0 0 0,-1 0-3 0,1 0 4 16,0 1 0-16,0-1 3 0,0 1-2 0,1-1 10 0,18 16-2 15,-9-13 1-15,2-1 0 0,1-1 6 0,3 1-5 16,0-1 3-16,2 1-4 0,1-1 8 0,1 1-3 15,1-2-4-15,0 3 2 0,0-3 5 16,3 1-3-16,-1 0 4 0,0 1-4 0,1 1-2 0,-4 0-139 16,-1 0-34-16,0 3-58 0,1 1-322 15</inkml:trace>
  <inkml:trace contextRef="#ctx0" brushRef="#br0" timeOffset="-78027.44">9844 5256 1940 0,'0'0'108'0,"0"0"-20"0,0 0 1 0,0-1-37 0,0-15-40 0,0 16-8 15,0 0 2-15,0 0-4 0,1 0-4 0,-1 0 5 16,18-12-6-16,-18 12 5 0,1 0-7 0,19 3 8 15,-20-3 3-15,17 3 1 16,-7-2 4-16,-2 0 10 0,2 0 0 0,1 0 4 16,0 1-3-16,0-1 11 0,2 2-3 0,0-2 6 15,2 2 1-15,-2-2-2 0,2 1-2 0,0 0 0 0,0-1-12 0,3 1 0 16,1-1-5-16,-1 1 2 0,2 0-10 16,-2 0-2-16,3 0 2 0,-2 0-2 0,1 0 1 0,1 0-5 15,1-1 1-15,2 1-2 0,0 0 2 0,1-1 2 16,1 0-2-16,-2 1 0 0,1-1-7 15,-1 0 7-15,1 0-1 0,2 0 4 16,1 0 1-16,2-1 3 0,0 0-1 0,-1 0 0 16,-1-1-5-16,2 1 0 0,-1 0 3 0,2-1-2 15,1 0 2-15,-1 1-2 0,0-1-1 0,-1 0 2 16,-2 1-4-16,2-2 10 0,0 2-4 0,1 0 6 0,1-2-5 16,-2 0 1-16,-1 1 1 0,-1-1 0 0,-1 0-5 15,1 1 8-15,2-1-9 0,-1 0 9 0,1 0-10 16,-4 1 5-16,-1-1-1 0,-1 0 0 15,-1 1-5-15,-1 0 4 0,1 0-3 0,-2 0 4 0,2 1-9 16,-3 0 1-16,-2 0 1 0,-1 0 1 16,-2 0 2-16,0 0 3 0,-3 0-6 0,1 0 5 0,-3 0-6 15,2 0 0-15,-2 0 4 0,-2 0-1 0,0 1 8 16,-8-1-3-16,0 0 0 0,1 0-1 16,0 0 11-16,-1 0 4 0,0 0 3 0,0 0-1 0,1 0 2 0,0 0-4 15,-1 0-3-15,0 0-1 16,0 0-11-16,0 0 1 0,-15-6-1 0,5 5 1 15,-1 0-4-15,-1 0-3 0,-2 0 5 0,-1 0-5 16,-1 1-1-16,0-1 1 0,-1-1 0 0,-2 2 2 16,-1 0 1-16,-1-1-5 0,-2 1 1 0,0 0-1 15,-2-1 8-15,-2 1-7 0,-1 0 0 0,-3 1-2 16,0 0 5-16,-4 1-4 0,-1-1 1 0,0 0-3 0,-1 1 7 16,-3 0-3-16,-2-1 1 15,0 1-2-15,1 0-2 0,0 0 4 0,0 0 0 0,-1-1 1 16,0 1-5-16,0-1 2 0,1 0 2 0,1 0 0 15,0 0-2-15,-2 0 1 0,2 0-3 0,-2 0 2 16,2-1 5-16,-1 1-5 0,-2 0 1 0,2 0-1 16,-1 1 4-16,3-1-3 0,1 1-1 0,-1-1 0 15,2 0 7-15,3 0-7 0,1-1 5 0,4 0-5 16,2 1 0-16,2-1 2 0,2 0-3 0,1 1 3 16,1-1 2-16,4 0-2 0,0 0 4 0,4-1-4 0,1 0 5 15,4 1-7-15,-2-2 0 0,3 1-1 16,7 1 1-16,0 0 1 0,0 0 0 0,-1 0 1 15,1 0-3-15,-1 0-10 0,1 0 2 0,-1 0-6 16,1 0-12-16,0 0 7 0,0 0-5 0,0 0 6 16,0 0-1-16,16-1 10 0,-6 3-1 0,5 0 3 15,0-1 1-15,3 0-2 0,1 0 3 0,3 0-1 16,0 0 2-16,0 1 1 0,3-1-3 16,-1 1 3-16,2 0 0 0,2-1 1 0,2 1 2 0,2-1-1 15,-1 0 2-15,2 0-5 0,0-1 4 0,0 1-5 0,2-1 6 16,3 0 4-16,0 0-2 0,1 0 4 0,-1-1-7 15,2 1 6-15,1 0-3 16,1 0 6-16,1 0-7 0,-1 0 3 0,-2-1-3 0,2 1 3 16,3 0-4-16,-2-1-1 0,1 1 1 0,-1 0 0 15,-1 0 3-15,1 0-4 0,0 0 3 0,-2-2-2 16,-1 2 2-16,1 0-1 0,-2-1-1 0,0 1 1 16,0-1 3-16,-5 0-5 0,1 0 2 0,0 0-3 15,-1 1 5-15,0 0 5 0,-1-1-4 16,-3 1 3-16,-2-1-7 0,-2 0 5 0,-1 0 0 0,-2 0 2 15,-2 0 4-15,-2 0 5 0,-3-1-5 0,-1 1 4 16,-5-1-6-16,0 0 1 0,-3 1 4 0,-7 1-2 16,0 0 3-16,1 0 7 0,-1 0-5 0,0 0 6 15,1 0-4-15,-1 0-1 0,0 0-1 16,0 0-1-16,0 0-8 0,0-1-3 0,-18-8 0 16,7 7-1-16,-1 1 4 0,-2 0-7 0,-2 0 7 0,-1 0-7 15,-3 0 3-15,0 0-1 0,-1 0-3 0,-3 0 2 16,1 1 2-16,-3-1 0 0,-1 0-1 15,0 0 0-15,0 0-7 0,-1 1 5 0,1-1-1 16,1 0 1-16,-2 0 1 0,1 0 0 0,-2 0 0 16,0 0 0-16,-1 0 1 0,0 0-3 0,2 0 0 15,-1 0 0-15,1 0 6 0,-1 0-7 0,0 1 2 0,0-1-3 16,2 0 2-16,3 1 4 0,0-1-4 16,3 1 3-16,-1-1-6 0,2 1 2 0,1 0 3 0,2 0 0 0,0 0-1 15,2 0 4-15,1 0-5 16,0 0 5-16,4 1-5 0,2-1 0 0,0 1 2 15,8-1-2-15,0 0 0 0,-1 0 0 0,1 0 0 16,-1 0 0-16,1 0-5 0,0 0-10 0,-1 0-2 0,1 0-3 16,0 0 1-16,0 0 1 0,0 1 3 15,21 10-1-15,-9-9 0 0,4 0 11 0,2 0-7 16,1 0 8-16,-1 0-8 0,3-1 7 0,0 2 1 16,2-2 1-16,-1 2 1 0,3-2 2 0,0 1-1 0,4-1 1 15,-1 0-1-15,2 0-3 0,-1 0 2 16,0 0-1-16,0 0 9 0,1-1-7 0,2 0 3 0,-1-1-5 15,1 1 1-15,-2-1 3 0,0 1 1 0,-1-1 2 0,-2 0-4 16,1-1 1-16,-3 0 1 16,0 1-1-16,-3 0 2 0,-2 0 4 0,-2 0-5 15,-1 1 3-15,-2-2-5 0,-3 2 7 0,-3-2 2 0,-1 2 2 16,-1 0-11-16,-7 0 9 0,1 0 0 0,-1 0 5 16,0 0-3-16,0 0-4 0,0 0-1 0,1 0-1 15,0 0-2-15,0 0 5 0,-1 0-4 0,0 0 5 16,0 0-1-16,0 0-8 0,0 0 4 0,0 0-5 15,0 0 1-15,0 0 0 0,-1 0 2 0,0 0 0 16,-17-7 4-16,18 7-6 0,0 0-1 0,0 0-1 16,-1 0 5-16,0 0-5 0,-15-2 2 0,16 2-2 15,0 0 1-15,0 0 0 16,-1 0-2-16,0 0 2 0,1 0 5 0,0 0-3 0,0 0-1 0,-1 0 0 16,0 0-4-16,1 0 5 0,-16-4 1 0,16 4 1 15,0 0-7-15,0 0 4 0,0 0-4 0,0 0 4 16,0 0 2-16,0 0-6 0,0 0 2 0,-1 0-4 15,0 0 2-15,1 1 3 16,-16 8-3-16,16-9 4 0,0 0 4 0,-1 0-5 0,1 0 2 16,-1 0-3-16,-16 7 10 0,17-7-8 0,0 0 0 0,-1 0-3 15,0 0 3-15,1 0-2 0,-18 0 6 0,18 0-4 16,0 0 2-16,0 0 2 16,-1 0-4-16,0 0 2 0,-15-4-2 0,16 4 3 0,0 0-3 0,0 0 3 15,-1 0-3-15,1 0 0 0,-1 0 0 0,1 0 0 16,0-1-9-16,-17-7 7 0,17 8-1 0,0 0 2 15,0 0 1-15,0 0-1 16,0 0 1-16,0 0-1 0,0 0-7 0,0 0 8 16,0 0-8-16,0 0 7 0,0 0-9 0,0 0 8 15,0 0 1-15,0 0 0 0,0 0-3 0,0 0 0 0,0 0-1 16,0 0 2-16,0 0 3 0,0 0-1 16,0 0 1-16,0 0-2 0,1 0-2 0,0 0 4 0,-1 0-1 15,0 0 1-15,1 0-1 0,15-7 3 0,-16 7-2 16,0 0 2-16,0 0-1 0,1 0-2 0,-1 0 4 0,0 0-3 15,0 0 1-15,1 0-1 0,0 0-2 0,-1 0 0 16,0 0 2-16,17-9 1 16,-17 9 1-16,0 0 1 0,0 0-2 0,0 0 1 0,1 0-3 15,-1 0 1-15,1 0-9 0,-1 0 7 0,0 0 2 0,1-1 0 16,-1 1 0-16,1-1 0 16,-1 1 3-16,1-1-1 0,-1 1-2 0,1-1 1 15,-1 1-2-15,0 0 3 0,1 0-2 0,0 0 0 16,-1 0-4-16,0 0-3 0,1 0-52 0,-1 0-2 0,1-1-14 15,0 1 7-15,-1 0-43 0,0 0-29 16,0 0-14-16,0-1-10 0,0 1-109 0,0-1-272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15T21:48:59.46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2009 5912 1032 0,'0'0'115'0,"0"0"93"15,0 0 41-15,-1 0 66 0,0 0-65 16,1 0-79-16,-1 0-12 0,1 0 1 0,-1 0-25 0,-15 3-33 15,16-3 8-15,0 0-17 0,0 0-2 0,0 1-13 16,-6 19-3-16,6-20-2 0,0 1-1 0,-4 17-12 16,4-18 3-16,-3 15-7 0,1-7-2 15,1 2-10-15,0-2-1 0,-2 2-3 0,1 2 0 0,0 1-13 16,-1 1 2-16,1-1-7 0,-1 2 3 16,0-2-11-16,1 1 2 0,-1 1-6 0,1-1 1 0,-1 0 1 15,1 0 0-15,0-1 0 0,1 0-8 16,-1-1 2-16,1 0-4 0,0 0 3 15,-1 0-5-15,1 1 0 0,-2-1 0 0,3-1 0 16,-2 0 0-16,1-1 0 0,0-1 0 0,-1-2 0 0,1 0 0 0,1-1 0 16,0-6 0-16,0 1 0 0,0-1 0 0,0 1-20 15,-5 16-14-15,5-17-8 16,0 0-101-16,0 0-114 0,0 0-15 0,0 0-41 0,0 0-104 16,0 0-235-16</inkml:trace>
  <inkml:trace contextRef="#ctx0" brushRef="#br0" timeOffset="250.95">2106 6231 1558 0,'0'0'245'16,"0"0"126"-16,0 0 112 0,0 0-313 0,0 0-19 0,0 0-19 0,0 0 8 15,1 0-13-15,-1 1-8 16,1-1-42-16,-1 1-6 0,4 19-13 0,-4-20-28 0,0 1-8 16,-10 19 2-16,5-13-7 0,-1 0-8 0,1 0-2 15,-1-1-3-15,-2-1-1 0,0 2-32 0,0-2-153 16,0 0-12-16,0-2-67 0,0 0-199 16</inkml:trace>
  <inkml:trace contextRef="#ctx0" brushRef="#br0" timeOffset="1010.52">2572 5930 1869 0,'0'0'205'0,"0"0"-25"16,0 0-15-16,0 0-1 0,0 0-54 0,0 0 2 16,0 0-10-16,0 0 4 0,0 1-35 0,0-1-10 15,0 1 1-15,0-1-5 0,16 13-2 0,-16-13 11 16,1 0-9-16,21 4 10 0,-13-3-10 16,0 1-15-16,0 0 4 0,0 1-9 0,-1-1-5 15,-1 1-13-15,0 1 5 0,-1 0-7 0,-1 1 8 16,-1 0-3-16,-1 0-1 0,-3 1 0 15,0 0-2-15,-2 3-8 0,-1 2 2 0,-4 1-4 0,0 1 2 16,-1 2-3-16,-1 0-2 0,-2 0 0 0,0 1 6 16,-1-1-11-16,-1 0 6 0,0 0-7 0,0 1 4 0,2-2 1 15,-2 0-3-15,4 0 3 0,-3 0-6 0,2 0 6 16,0 0-1-16,1 0 3 16,0-2-2-16,2-2-5 0,-1-1 6 0,3-3-6 0,0-1 3 15,5-5-2-15,0 0-4 0,0 1 2 16,0-1-8-16,0 1 1 0,0-1 1 0,0 0 0 0,1 1 10 15,-1-1 5-15,20 4-7 0,-20-4 4 0,16-5-11 0,-8 2 7 16,2 0 2-16,-1 0 2 0,0 0-6 0,1-1-2 16,-1 1 4-16,4 1-1 0,-1-1 1 0,-1 1 1 15,-1-1-2-15,0 2 1 0,0-1-8 0,-1 0-3 16,1 1-33-16,-2-1 5 16,2 1-151-16,-1-1-166 0,1 0-25 0,1-1-64 15,1 1-216-15</inkml:trace>
  <inkml:trace contextRef="#ctx0" brushRef="#br0" timeOffset="1196.49">2981 6206 1998 0,'0'0'325'0,"0"0"-44"15,0 0 91-15,0 0-227 16,0 0-9-16,0 0-51 0,1 0-3 0,-1 0-17 0,0 0-12 15,1 17-32-15,-1-17 1 0,-14 12-22 0,7-6-113 0,-2 0-243 16,1 0-54-16</inkml:trace>
  <inkml:trace contextRef="#ctx0" brushRef="#br0" timeOffset="1862.24">3390 5951 2226 0,'0'0'133'0,"0"0"138"0,-1 0-95 0,0 0-54 16,1 0 12-16,0 0-30 0,-1 0-5 0,1 0-49 15,0 0 5-15,-1 0-23 0,1 0-18 0,0 0-2 16,0 0-3-16,0 0 3 0,0 0 3 0,1 0 7 15,14-2-4-15,-15 2 4 0,1 0-5 0,16 3 14 16,-17-3-5-16,0 0 7 0,19 8-5 0,-19-8 0 16,0 0 1-16,0 1-2 15,18 12-7-15,-18-13 0 0,0 0-3 0,0 0 1 0,0 1-4 0,6 19 6 16,-6-19-6-16,-6 14 5 0,1-6-12 0,-2-2 4 16,1 2-2-16,-1-1 2 0,0 1-2 0,-1-1-8 15,1 0 5-15,0 0-6 16,1-3 9-16,1 1-7 0,0-2 2 0,5-4-4 0,0 0-2 0,-1 1 7 15,0-1-8-15,1 1 8 0,-1-1-5 16,1 0-7-16,0 1 7 0,-1-1-7 16,1 1 0-16,0-1-2 0,0 1-4 0,0-1 2 0,0 1 8 15,0-1-5-15,1 1 5 0,20 8-5 0,-21-9 6 0,1 0 0 16,21-2-1-16,-22 2 1 0,1 0 4 0,19 1 2 16,-20-1 4-16,1 0-2 0,16 5 3 0,-17-5 4 15,0 0-5-15,0 1 4 0,11 15-6 0,-11-16 5 16,0 1 0-16,-2 18 1 0,0-11-3 0,-3 1 1 15,0 1-2-15,-2-2 1 16,2 1-8-16,-2 1 10 0,0-2-7 0,-1 3 8 0,0-1-5 0,-1 1-4 16,-1 0 3-16,-1-1-5 0,1-2-9 0,0-1-50 15,0-1-15-15,3-2-20 0,-1 1-121 0,1-3-153 16,7-2-20-16,0 0-70 0,0 0-310 0</inkml:trace>
  <inkml:trace contextRef="#ctx0" brushRef="#br0" timeOffset="2052.57">3696 6169 2425 0,'5'5'107'16,"-2"2"43"-16,1-2-36 0,-2 1 37 0,-1 1-47 16,-3 0-9-16,-1 4-3 0,-4-1-7 0,-1 1-43 15,-1 1-18-15,-1-1-7 0,1 1-5 0,0-3-42 0,1-1-237 16,1-2-9-16,1-3-118 0,6-3-387 0</inkml:trace>
  <inkml:trace contextRef="#ctx0" brushRef="#br0" timeOffset="2584.19">4300 5891 1120 0,'0'0'154'0,"0"0"491"16,-1 0 226-16,1 0-636 0,0 0-55 0,-1 0-65 16,0 0 7-16,1 0-29 15,0 0-10-15,-17-1-35 0,17 1 6 0,-1 0-16 16,-16 10 1-16,10-5-8 0,-1 1-4 0,0 0-1 16,-1 1-9-16,-1 1-9 0,0 1 1 0,0 1-4 0,-1 1-5 0,-1-1 2 15,0 0-2-15,1 3 2 0,-1 0-2 0,1 1 3 16,0 2-2-16,1-1 2 15,2 1-9-15,1-1 3 0,0 0-2 0,2-2 3 16,0 0-7-16,4-2 5 0,-2 0-1 0,3-1 3 0,2-1 0 0,0-2 1 16,2-1-2-16,2-2 2 15,0-1-2-15,1 0 0 0,2-1-1 0,2-3 1 0,1 1 3 16,2-4-1-16,1 0 0 0,0-1-1 16,2 1-3-16,-1-2 5 0,1-1 3 0,0 1-1 15,-1-2-2-15,-2 2 0 0,-1 0 0 0,-1 0 0 0,-1 0 0 16,-2 0-4-16,1 1-28 0,-2-1 3 15,0 1-138-15,1-1-94 0,-2 0-2 0,2 0-35 16,-2 0-37-16,0 0-26 0,0 1-6 0,-1-3-35 16,1 3-304-16</inkml:trace>
  <inkml:trace contextRef="#ctx0" brushRef="#br0" timeOffset="2777.67">4415 5972 1129 0,'0'0'369'0,"-1"-1"-108"0,1 1-3 0,-18-15-39 0,18 15-41 0,0 0-29 15,-1 0 0-15,1 0-10 0,-18-4-14 0,18 4-21 16,0 0-7-16,-1 0-5 0,1 1-16 0,-17 13-7 15,17-14 1-15,-10 14-5 0,3-7-3 0,0 4-15 16,0 1 2-16,1 4-9 0,-2 1-9 0,1 0-10 16,0 3 4-16,-3-1-6 15,0 2-3-15,-1 0-6 0,0 0-4 0,0-2 1 0,-1 0-7 16,0-2-1-16,1-1-1 0,1 0-1 16,0-1-1-16,3-1-80 0,-1-3-11 0,3-2-36 15,1-2-140-15,1 0-70 0,3-7-29 0,0 0-23 16,0 1-180-16</inkml:trace>
  <inkml:trace contextRef="#ctx0" brushRef="#br0" timeOffset="2949.56">4496 6155 2272 0,'2'7'192'0,"1"0"-43"0,-1-1-17 0,-1 1-3 0,0 0-21 0,-2 1 4 16,0-1-5-16,-1 1-2 0,-2 2-47 0,-1 0-28 15,-1 2 1-15,-1-2-12 0,-1-1-13 0,0-1-150 16,0 0-34-16,0-3-70 0,0-1-363 0</inkml:trace>
  <inkml:trace contextRef="#ctx0" brushRef="#br0" timeOffset="3197.47">5241 6097 3343 0,'4'7'117'0,"-1"0"-58"0,1 0-1 0,3-2-32 0,-3-1-26 0,-3-2-30 0,-1-2-36 16,0 1-5-16,0-1-214 0,1 1-147 0,0-1-40 16</inkml:trace>
  <inkml:trace contextRef="#ctx0" brushRef="#br0" timeOffset="3366.45">5522 6115 1467 0,'-2'5'219'0,"2"3"357"0,0 0 241 16,2 0-684-16,1 0-102 0,0-1-25 0,1-1-6 0,-4-6-19 15,0 1-192-15,1-1-297 16,-1 1 807-16</inkml:trace>
  <inkml:trace contextRef="#ctx0" brushRef="#br0" timeOffset="3494.44">5840 6083 1776 0,'0'0'916'0,"0"0"-690"16,1 1-185-16,20 13-47 0,-11-11-16 0,0-2-235 0,2 0-57 16</inkml:trace>
  <inkml:trace contextRef="#ctx0" brushRef="#br0" timeOffset="4850.57">10737 5791 2142 0,'0'0'128'0,"0"0"40"0,0 0 30 0,0 0-8 16,0 0-24-16,0 0-41 0,0 0-6 0,0 0-5 15,0 0-38-15,0 0-24 16,-1 0 1-16,1 0-10 0,-17 6-6 0,17-6-2 16,0 0-6-16,0 1 1 0,-13 18-12 0,13-19-6 0,-1 1-1 15,-10 20-2-15,11-20-7 0,-5 14 6 16,2-6-2-16,1 1 2 0,-1-1-2 0,-1-1 4 0,0 2-1 15,0-1 1-15,1-1 2 0,1 1 0 0,-1-1 0 16,2-1 0-16,0 0-6 0,1 0 2 0,0-7 0 0,0 0 1 16,0 1 2-16,-1 16-4 15,1-17 1-15,0 0-1 0,0 1 2 0,0-1-4 16,6 18 4-16,-6-18-4 0,0 1 4 0,1-1-2 16,-1 1-4-16,14 16 2 0,-14-17-6 0,0 1 4 0,1-1 1 15,15 13 1-15,-16-13 4 0,1 0-7 0,18 11 5 0,-11-7-6 16,-1-1 5-16,1 0-1 0,-1 0-2 0,-1 0 2 15,1 1 2-15,-1 0-2 0,-1 0 7 0,0 0-7 16,-1 1 6-16,-1-1-7 0,-3-4 2 0,0 0-2 16,0 0 5-16,8 18-7 0,-8-18 0 0,0 1-1 15,0-1-1-15,-2 21 0 0,2-21 0 0,0 1 0 16,-9 16 0-16,3-11 0 0,0 1 0 0,-2 1 0 16,0 1 0-16,-2 0 0 15,-1 0 0-15,-1 0 0 0,0-1 0 0,0 1 0 0,-1-3 0 16,0 2 0-16,-1-1 0 0,-1 1 0 15,0-3 0-15,0 1 0 0,-1-3-11 0,0 0-32 0,1 0-4 16,1-3-12-16,-1 0-33 0,2-2-55 16,0-2-15-16,3 1-19 0,0-3-83 0,3-1-98 0,1-2-22 0,2-4-54 15,2 0-326-15</inkml:trace>
  <inkml:trace contextRef="#ctx0" brushRef="#br0" timeOffset="5138.68">10625 5883 2048 0,'0'0'134'0,"0"0"-10"16,0 0 4-16,0 0-8 0,0 0-9 0,17-3-3 0,-17 3-2 15,15-3-1-15,-5 1-15 0,0 0-13 0,4-1 1 16,-1-1-4-16,2 1-4 0,2-2-13 0,1 1-2 15,0-1-5-15,2 1-11 0,-1-1-8 0,-1 0-8 16,1 0-1-16,-1 0-22 0,-1 2 4 0,-1 0 4 0,-2 0-3 16,-2 1-4-16,1 1 1 0,-3 0 0 0,-2 1 1 15,1 0-1-15,-9 0-86 0,0 0-11 0,1 0-34 16,-1 0-101-16,1 0-57 16,-1 0-14-16,1 0-28 0,-1 0-173 0</inkml:trace>
  <inkml:trace contextRef="#ctx0" brushRef="#br0" timeOffset="5555.91">11026 5846 1987 0,'0'0'90'16,"0"0"92"-16,0 1-79 0,0-1 37 0,0 1 4 0,-2 17 8 16,2-18-1-16,0 0-9 0,0 0-7 0,0 1-4 15,0-1-43-15,0 1-19 0,11 15-2 0,-11-16-7 16,1 0-21-16,17 3 4 0,-18-3-4 0,16 0 4 15,-7 0-15-15,0 0-3 16,2-1-2-16,-2 1-1 0,-1 0-10 0,1 0 0 0,1 1-9 0,-1 0 6 16,2 1-10-16,1-1 7 0,-1 1 4 0,1 1 1 15,-2 0 0-15,0 1 1 0,-2 0-1 0,-1 1 1 16,0-1-1-16,-2 2 0 16,-1-2-2-16,-1 2 1 0,-2-1-1 0,0 1 2 15,-2 0-1-15,-2 0 0 0,-2 1-8 0,0-1-1 16,-4 2-1-16,-2 0 0 0,-1 1 0 0,-3 0 0 0,0 1 0 15,0 0 0-15,2 0 0 0,4 0 0 0,-1 0 0 16,2-1 0-16,1 0 0 0,-1-2 0 0,3 0 0 0,-2-1 0 16,4 0 0-16,-1-1 0 15,4-5 0-15,0 1 0 0,0-1 0 0,0 1 0 16,0-1 0-16,-1 16 0 0,1-16 0 0,0 0 0 16,0 0 0-16,24 10 0 0,-16-8 0 0,5 0 0 15,-1 0 0-15,2-1 0 0,2 0 0 0,0 0 0 16,1 1 0-16,1 0 0 0,1 0 0 0,-2-2 0 0,2-2-54 15,1-3-1-15,1 0-346 0,6-2 597 0</inkml:trace>
  <inkml:trace contextRef="#ctx0" brushRef="#br0" timeOffset="16643.8">1052 6173 553 0,'0'0'93'0,"0"0"69"0,0 0 15 0,0 0-42 0,0 0-31 0,0 0-45 16,0 0 2-16,-1 0-1 0,0 0 12 15,1 0 9-15,-1 0-2 0,-15-4 6 0,16 4 5 16,0 0-7-16,0 0 4 0,0 0-4 16,0 0 7-16,0 0-20 0,-1 0 3 0,1 0-11 15,0 0-13-15,-1 0-5 0,1 0-5 0,-1 0 0 16,1 0-17-16,0 0 4 0,0 0 2 0,-2 0 1 15,2 0 6-15,-1 0 10 0,1 0-2 0,0 0 4 0,0 0-3 16,0 0-1-16,0 0 0 0,0 0-1 0,0 0-3 16,0 0-14-16,0 0 1 15,1 0-7-15,-1 0-10 0,18 7 3 0,-18-7-3 0,1 0 3 16,15 0-5-16,-16 0 0 0,0 0-1 0,22-4 2 16,-13 3 2-16,1-1-9 0,-1 1 6 0,2-1-6 15,-1 1 12-15,0 0-3 0,1-1-4 0,-1 1 2 16,-1-2-1-16,-1 2-6 0,2 0 3 0,-2 0-4 15,0 1 7-15,0 0-5 0,0 0 2 0,1 0-4 0,-1 0 4 16,0 2 5-16,0-2 1 0,1 1 1 0,0 0-1 0,0 0-2 16,1-1-3-1,-2 1 0-15,1 0-3 0,-1-1 2 0,1 1 3 0,-1-1-2 16,-2 1-3-16,1 0 5 0,0-2-3 0,-1 2 4 16,0-1-7-16,0 0 3 0,0 0-3 0,-1 0 3 15,1 0 6-15,-6 0-8 0,0 0 6 0,0 0-7 16,20-2 3-16,-20 2 5 0,0 0-2 0,1 0 4 0,-1 0-3 15,17-4-1-15,-17 4 1 0,0 0 0 0,0 0 0 0,0 0 3 16,0 0-5-16,0 0 3 0,1-1-19 16,0 1-27-16,-1-1-5 0,0 1-9 15,1 0-16-15,5-18-5 0,-6 18 2 0,0 0-4 0,0-1-3 16,0 1-2-16,-2-18-1 16,2 18-2-16,0 0-22 0,0-1-58 0,0 1-9 0,-9-18-23 15,9 18-89-15,0-1-160 0</inkml:trace>
  <inkml:trace contextRef="#ctx0" brushRef="#br0" timeOffset="16997.34">1381 6049 126 0,'0'0'307'0,"0"0"-148"0,0 0 33 0,0-1-77 15,-1 1 1-15,1-1-8 0,-17-14-1 0,17 15-3 16,0 0-14-16,0 0-3 0,0 0-4 0,0 0 2 16,0 0-9-16,0 0-15 0,0 0 0 0,0 0-7 15,0 0-4-15,0 0 20 0,0 0-2 0,0 0 10 0,0 0 0 16,0 0 7-16,0 0-2 0,0 0 4 15,0 0-5-15,0 0-15 0,0 0 0 0,1 0-7 16,15 3-20-16,-16-3-2 0,0 0-4 0,1 0 1 0,16 6-5 16,-17-6 2-16,1 0-5 15,16 7 4-15,-17-7-7 0,0 0-2 0,1 1 0 16,19 10-2-16,-20-11 3 0,0 1-6 0,1-1 5 0,18 15-5 16,-19-15 2-16,1 1-4 0,-1-1 1 0,15 19-2 15,-15-19 0-15,0 1 5 0,6 16-5 16,-6-17 7-16,0 0 6 0,2 20 3 0,-2-20 1 15,0 1 1-15,-4 21-7 0,4-22 3 0,-1 0-6 0,-11 22 3 16,7-14-19-16,0 0 0 0,0-2 2 0,-1 0-1 16,0-1 2-16,-2 1-7 0,1-3 0 0,1 2-2 0,-1-2-21 15,0-1-63-15,1 2-10 0,-1-3-25 0,2-1-84 16,0 0-98-16,5 0-30 0,-1 0-52 0,0 0-390 16</inkml:trace>
  <inkml:trace contextRef="#ctx0" brushRef="#br0" timeOffset="26522.43">1081 6182 1768 0,'-9'-1'93'15,"1"-1"-24"-15,1 2 42 0,0-2-71 0,7 2-7 16,0 0-13-16,-1 0-6 0,1 0-6 0,-1 0 2 0,1 0-10 0,-18-6 5 15,18 6 2-15,0 0-1 0,0 0-1 16,0 0 7-16,0 0 1 0,0 0 4 0,0 0 21 0,0 0 5 16,0 0 4-16,1 0-1 0,-1 0-4 0,18-2-2 15,-17 2 1-15,16 0-1 16,-7 0 4-16,0-1 1 0,2 1-7 0,0-1 5 16,1 0 1-16,-2 0-8 0,2-1 3 0,0 0-7 15,0 1-11-15,-2-1 0 0,1 0 1 0,0 0-1 0,0 0-4 0,-2 1-2 16,2 0-5-16,-1-1 3 15,-1 1-3-15,2-1-6 0,-1 1 3 0,-1 1-4 0,-1 0 8 16,-1 0-6-16,0 0 3 0,-1 0-5 16,-1 0 0-16,-6 0 0 0,1 0 1 0,-1 0-1 0,18 1 6 15,-18-1-4-15,0 0 2 0,0 0-3 16,0 0-2-16,1 0 1 0,0 0-1 0,16-2 1 16,-17 2-16-16,0 0-105 0,0 0-10 0,0 0-45 15,0 0-151-15</inkml:trace>
  <inkml:trace contextRef="#ctx0" brushRef="#br0" timeOffset="38190.83">1815 6509 1439 0,'0'0'109'16,"0"0"63"-16,0 0 22 0,0 0-28 0,0 0-22 0,0 0-52 15,0 0-8-15,0 0 1 0,0 0-17 0,-1 0-15 16,1 0 3-16,0 0-8 0,0 1 3 0,0-1-2 16,0 0 5-16,0 1-4 0,0-1 7 0,0 1-15 15,1-1 2-15,-1 1-7 16,17 8-5-16,-17-9-10 0,0 0 0 0,1 0-5 0,16 1-4 0,-17-1-6 15,1 0 5-15,0 0-4 0,16 2 5 0,-17-2-2 16,0 0-2-16,1 0 1 16,0 0-1-16,17 1 8 0,-18-1-3 0,0 0 4 0,0 0-8 0,0 0 4 15,1 0-5-15,-1 0 5 0,0 0-10 16,1 0 9-16,0 0 2 0,-1 0 1 0,0 0 7 0,0 0 1 16,0 0-3-16,0 0 1 0,0 0-9 0,0 0-5 15,0 0 2-15,0 0-3 16,0 0 1-16,0 0 2 0,0 0-5 0,-18-3 4 0,18 3-3 0,0 0 3 15,-1 0-4-15,-18-1 2 0,19 1-6 0,-1 0-2 16,-16 0 2-16,17 0-3 16,0 0 0-16,-1 0 0 0,-19 1 1 0,20-1-1 15,0 0 2-15,-1 0-2 0,-17 4 0 0,18-4-1 0,-1 0 0 0,1 0-4 16,0 0 2-16,0 0-2 0,-1 1 6 0,0-1-5 16,1 1 1-16,-1-1-2 15,1 1 6-15,0-1 2 0,0 0 1 0,0 1 1 0,1-1-3 0,15 7 0 16,-16-7 1-16,1 0-1 0,18 0 2 0,-19 0 2 15,1 0 2-15,21 1 0 0,-22-1 5 0,1 0-4 16,19 0-1-16,-20 0 0 16,0 0 3-16,19 2-5 0,-19-2 3 0,0 0-3 15,0 0 9-15,1 0-8 0,16 3 3 0,-17-3-5 0,0 0 3 0,0 0 3 16,0 0-4-16,0 0 4 0,0 0-5 16,0 0 8-16,0 0-4 0,0 0 4 0,0 0-9 15,0 0 8-15,0 0-3 0,0 0 5 0,0 0-6 0,0 0-5 16,0 0-2-16,0 0-1 15,0 0-2-15,0 0-37 0,0 0-10 0,0 0-22 0,0 0-135 0,0 0-217 16,0 0-77-16</inkml:trace>
  <inkml:trace contextRef="#ctx0" brushRef="#br0" timeOffset="41955.42">2459 6492 575 0,'0'0'87'0,"0"0"42"15,0 0 19-15,-1 1-58 16,1-1 3-16,-13 18 25 0,13-18-1 0,0 1 5 0,0-1 3 0,-1 1-7 16,-10 15 1-16,11-16-4 0,0 0-10 0,0 1-9 15,0-1 0-15,-3 18-4 16,3-18-14-16,0 1-1 0,0-1-3 0,0 1 1 0,-1 16-13 0,1-17-13 15,0 0 0-15,0 1-4 0,0-1 1 0,0 0-2 16,0 1 0-16,1-1 0 16,19 14-8-16,-20-14 0 0,0 0-1 0,18 0 0 15,-17 0-7-15,0 0-5 0,20 0-4 0,-21 0 0 0,1 0-5 0,20-2 3 16,-21 2 0-16,0 0-1 16,22-1-6-16,-21 1 4 0,-1 0 1 0,22-1 0 15,-22 1 3-15,0 0-3 0,23-3 1 0,-22 3-1 0,-1 0 2 16,23-1-6-16,-23 1-1 0,1 0-3 0,20-1-4 15,-21 1-3-15,1 0 5 0,18 0-4 0,-19 0 4 16,0 0-2-16,16 0-5 0,-16 0 3 16,1 0 1-16,-1 0 2 0,18 3-2 0,-18-3 1 15,1 0-4-15,-1 0 3 0,1 0 2 0,-1 0 0 16,17 7-4-16,-17-7 6 0,0 0-3 0,0 0 4 0,0 0-4 0,1 0-5 16,-1 0 2-16,1 0-2 0,-1 1 5 0,0-1 0 15,1 1-3-15,-1-1 0 0,0 1-3 0,1-1 4 16,-1 1 1-16,1-1 2 0,15 10-2 15,-16-10-21-15,0 0-17 0,0 0-8 0,0 0-94 0,0 0-64 16,0 0-10-16,0 0-26 0,0 0-111 16</inkml:trace>
  <inkml:trace contextRef="#ctx0" brushRef="#br0" timeOffset="43426.17">508 6109 857 0,'0'0'235'0,"0"0"-81"0,0 0 132 0,0 0-54 15,0-1-57-15,0 1 5 0,0-1-87 0,0 1-4 0,0 0-4 16,0 0-13-16,0-1 1 0,0 1-6 15,-1 0 4-15,1 0-13 0,-1 0-2 0,1 0 2 0,0 0 0 16,-1 0 6-16,0 0-14 0,1 0 2 0,0 0-7 16,0 0-8-16,-1 0-2 0,0 0-4 15,1 0 2-15,-1 0-5 0,1 0 7 0,0 0-2 0,-1 1 3 16,1-1-6-16,-13 17 0 0,13-17-7 16,0 0 2-16,-6 17-16 0,6-17 5 0,0 0 1 0,-10 22 0 15,8-14-10-15,-1 0 3 0,0 1-3 0,0-1 3 0,0 1-1 16,0 1-8-16,0 1 5 0,1 0-5 0,-1 1 9 0,1-1-8 15,0 0 0 1,-3 0 0-16,2 0 3 0,0-2 3 0,1 1-2 0,-1-2 2 0,2 1-4 16,-2-2-2-16,2-1 1 15,1-6-1-15,0 0 0 0,0 1 1 0,-2 15-1 16,2-16 0-16,0 0-2 0,0 0 2 0,0 0-2 0,0 0 0 16,0 0-11-16,0 0 2 0,0 0-2 15,0 0 2-15,0 0-3 0,5-13 3 0,-3 4-2 0,2-1 3 16,0-2 4-16,1 1 3 0,0-2 3 0,1 0-1 15,-1 0 4-15,1 0 5 0,-1 1-5 0,1 0 3 16,-1 1-9-16,0 1 3 0,-1 0 2 0,-1 3 0 16,0-1 1-16,0 2-2 0,-3 6 3 15,0-1-2-15,0 1 12 0,0-1 2 0,4-17-6 16,-4 18 4-16,0 0-4 0,0 0-2 0,0 0 5 0,0 0-5 16,0 0 3-16,0 0-7 0,0 0 5 0,0 0-6 15,0 0 6-15,0 0-8 0,-1 0-1 0,0 0-1 16,1 0 2-16,-18 18 0 0,18-18 2 0,0 1-3 15,-9 18 0-15,9-19-3 0,0 1 3 0,-7 24-2 16,4-15 6-16,1 3-2 0,-1 0-2 16,0-1 0-16,0 0 0 0,0 0 2 0,-1 0 0 0,1-1-1 15,-1 1-2-15,1 0 1 0,0-2 0 0,-1-1 2 16,1 0 3-16,0-1-6 0,1 0 4 16,-1-2-4-16,3-6 2 0,0 0 0 0,0 1 0 0,-5 15 1 15,5-16 3-15,0 0-6 0,0 0 0 16,0 1-3-16,0-1 0 0,0 1 7 0,0-1-1 0,0 1 3 15,0-1-7-15,0 0-2 0,0 0 0 0,0 0 0 16,0 0-1-16,0 0 0 0,8-17-1 0,-8 8 1 16,1-1 0-16,0-3-6 0,1 0 4 0,-1-1-5 15,2-1-2-15,-1-1 9 0,0-1-3 0,2-1 6 0,-1-1 3 16,1 3-5-16,0 0 1 0,0 1-3 16,1 2 7-16,-1 1-2 0,1 1 1 0,-2 2-1 15,1 0-2-15,-2 2 3 0,-2 7 3 0,0-1 1 16,0 1 0-16,0-1 0 0,8-16-4 0,-8 17 4 15,0 0 3-15,0 0 0 0,0 0 1 16,0 0-1-16,0 0-6 0,0 0-1 0,-1 0-3 0,0 0 1 16,1 1-1-16,-12 21 3 0,9-14 1 0,2 1 0 15,-1 0-1-15,0 2 5 0,-1-2-5 0,1 1 5 16,0 2-6-16,-2-1 0 0,2 2 1 16,-2-1 1-16,1 0 3 0,-2 0-1 0,1-3-2 0,0-1 2 15,0-1-2-15,1-1-30 0,3-6-14 0,0 0-15 16,0 0-107-16,0 0-89 0,-1 0-30 15,1 0-33-15,0 0-223 0</inkml:trace>
  <inkml:trace contextRef="#ctx0" brushRef="#br0" timeOffset="44048.02">560 5840 1577 0,'0'0'110'0,"0"-1"29"0,0 1-15 16,0-1 19-16,-1 1-45 0,1-1-37 0,-13-15 0 0,13 16-9 15,0 0 12-15,0 0-3 0,0 0 0 0,0 0-2 16,0 0-5-16,-1 0-7 0,1 0-6 0,-1 0 1 16,1 1-11-16,-13 17-6 0,13-18 5 0,0 1-6 15,0-1-5-15,-2 19-9 0,2-19 1 0,0 0-2 16,0 1 5-16,0-1-5 0,-4 17 1 16,4-17-1-16,0 0 10 0,0 0 6 0,0 0 5 15,0 0 0-15,0 0 8 0,1 0 1 0,-1 0-6 0,0 0 3 16,1 0-17-16,-1-1-2 0,1 1-1 0,13-17 0 15,-14 17-7-15,0 0 11 0,0 0 0 0,0-1 3 16,3-15-6-16,-3 16 0 0,0 0-1 16,0-1 2-16,0 1-2 0,0-1-2 0,0 1-5 0,0 0 3 15,0-1-6-15,0 1-4 0,0-1 5 0,0 1-6 16,0-1 1-16,-1 1 0 0,1-1-5 0,0 1 2 16,-1 0-5-16,0 0 6 0,1 0 0 0,-1 0 1 0,1 1-2 15,0-1 1-15,0 1 1 16,-1-1 2-16,0 1-1 0,1-1-7 0,0 1 0 15,0-1-3-15,0 0 6 0,0 0 2 0,0 0 4 16,0 0 0-16,0 0-3 0,17-12 3 0,-17 12-4 0,0 0 3 16,1-1 2-16,-1 1 4 0,1-1-5 0,16-15 3 15,-17 16-7-15,0 0 11 0,0 0 0 0,0 0 5 16,0 0-3-16,0 0-5 0,0 1 4 0,-1-1-6 0,-10 17 1 16,11-17-7-16,0 1 2 15,-1-1-2-15,-16 19 0 0,17-19-152 0,0 0-19 0,-1 0-72 16,1 0-293-16</inkml:trace>
  <inkml:trace contextRef="#ctx0" brushRef="#br0" timeOffset="58938.73">6194 2062 1655 0,'-1'-6'67'0,"1"6"-44"0,0 0 34 16,0 0-148-16,0 0 31 0,1 0 7 0,-1 0 49 0,17 1-1 15,-17-1 3-15,1 0-7 0,0 0 14 0,-1 0-2 0,0 0 7 16,19 4 2-16,-19-4 13 0,0 0 1 0,1 0 4 16,-1 0 4-16,0 0 3 0,1 0-5 0,-1 0 2 15,1 0-18-15,15 3-5 0,-16-3 1 16,0 0-3-16,0 0-2 0,1 0 17 0,-1 0-4 15,19 1 8-15,-19-1-5 0,1 0-6 0,0 0 0 16,15-1-2-16,-16 1-8 0,0 0 2 0,1 0 0 0,17 2 1 16,-18-2-5-16,1 0 2 0,15 3 2 0,-16-3-1 15,0 0 1-15,18 6-2 0,-18-6-3 16,0 0 3-16,18 9 2 0,-18-9-7 16,0 0 3-16,19 10-4 0,-19-10 8 0,0 0-4 15,20 11 3-15,-13-6-3 0,1 0 8 0,-1 0 3 0,1-1 3 16,-3-1 0-16,2 0 10 0,1 0-2 0,-1-2 7 15,1 2-3-15,2 0 5 0,-2-1-9 0,1 0-2 0,1-2-1 16,-1 0-8-16,2 0-2 16,-1 1-1-16,2 0 0 0,-1-1-8 0,1 0-3 0,1 0 1 15,-3 0-1-15,2 1 5 0,-2 0-3 0,0 0-1 16,0 0 1-16,-1-1-2 0,0 0 6 16,-1 0-5-16,0 0 4 0,0 0-2 0,-2-1-2 0,2 1 3 15,-2-1-3-15,-6 1 0 0,0 0 6 0,1 0-3 0,16-3 4 16,-17 3-9-16,0 0 11 0,1 0-4 0,-1 0 7 15,1 0 8-15,-1-1 6 0,0 1 4 16,1-1-1-16,-1 1-3 0,1-1-16 0,0 1 2 16,-1 0-6-16,0-1-1 0,0 1 5 0,-1-1-7 0,0 1 7 15,-19-10-6-15,19 10-2 16,-14 0 1-16,5 0-2 0,0-1-2 0,-1 0 4 16,0 1-3-16,-1 0 1 0,0 0-1 0,0 0-3 0,-1 0 2 15,-1-1-2-15,0 0-1 0,0-1 2 0,0 1 3 16,-1-1 0-16,2 1 1 0,0 1-5 0,-1-1 1 0,2-1-1 15,-2 0 2-15,1 1 1 0,-1 0-3 0,0-1 1 16,-1 1-2-16,0 0 1 0,-1 1 1 0,-1 0 0 16,1 0-1-16,1 1 3 0,1 0-5 0,1-1 3 15,1 1 0-15,0-2-2 0,-1 0 2 0,1 1-2 16,0 0 6-16,1 1-8 16,0 1 6-16,1-2-5 0,0 0 6 0,2 0-2 15,1 0-1-15,0 0-1 0,1 0 0 0,6 0 0 0,0 0-2 16,-1 0 1-16,0 0 6 0,-15 0-9 0,16 0 4 15,0 0-8-15,0 0 3 0,0 0 1 0,0 0-2 16,0 0 0-16,0 0-13 0,0 0 6 0,0 0-2 0,0 0 4 16,0 0-2-16,0 0 0 0,0 0-2 0,1 0 2 15,16-7 4-15,-17 7 0 16,1 0 1-16,23-1-1 0,-14 1 0 0,1 0 5 16,0-1 0-16,2 1 2 0,-1 0 2 0,-1 1-6 15,2 0 1-15,-1-1-1 0,-1 3 7 0,3-3 0 0,-1 3 1 16,1-2-1-16,1 1 5 0,-1 0-5 0,0 0 1 15,1 0-2-15,-1-1 5 0,1 0-5 16,-2-1 6-16,1 2-5 0,-1-1 9 0,0-1 1 16,1 1-1-16,-1 0 2 0,1 0-2 0,0-1-9 15,1 1 4-15,-1-1-4 0,1 0 6 0,-1 0-3 0,-1 0 3 0,0 0-2 16,-3 0-2-16,0 0 4 16,0 0 0-16,-2 1 3 0,0-1 2 0,-2-1-5 0,-6 1-2 15,1 0 0-15,-1 0 2 0,16 1-8 0,-16-1 4 16,0 0-4-16,0 0 1 0,0 0 9 15,0 0-9-15,0 0 3 0,0 0-59 0,0 0-105 16,0 0-41-16,0 0-37 0,0 0-319 0</inkml:trace>
  <inkml:trace contextRef="#ctx0" brushRef="#br0" timeOffset="72504.07">6173 2564 366 0,'0'0'93'0,"0"0"114"0,0 0-87 0,0 0-8 0,0 0 0 16,0 0-37-16,-1-1-12 0,1 1 5 0,-1-1-8 15,1 1-4-15,0-1-12 0,-1 1-7 0,0 0 0 16,1-1-12-16,0 1 4 0,-1-1 4 0,1 1-1 16,0 0 11-16,0 0-9 0,0 0 4 15,0 0-5-15,0 0 9 0,0 0 7 0,0 0-6 16,0 0 6-16,0 0 5 0,0 0 2 0,0 0 5 0,0 0-4 16,0 0-10-16,1 0-10 0,-1 0 1 0,0 0-4 15,1 0-4-15,15-5-3 0,-16 5-5 0,0 0 3 16,0 0-6-16,1 0-5 0,0 0 7 0,-1 0-7 15,16-1 3-15,-16 1-7 0,0 0-1 0,0 0 0 16,1 0 1-16,0 0-2 0,16 1 0 0,-17-1-1 16,0 0 2-16,1 0-1 0,-1 0 1 15,19 0-1-15,-19 0 1 0,0 0-4 0,0 0 1 0,17 4-3 16,-17-4-6-16,0 0 3 0,0 0 0 0,0 0 2 16,20 5 4-16,-20-5 2 0,0 0 1 0,1 0-1 15,19 7-1-15,-20-7-3 0,0 0 3 16,22 4-2-16,-12-3 2 0,-2 0-5 0,3 0 1 0,-2 0-1 15,1 0 6-15,0-1-4 0,0 1 0 0,0 0-1 16,1 0-2-16,-1-1 3 0,0 2 0 0,0-1 1 16,0 0-1-16,0 0 0 0,0 1-3 0,0-1 3 15,0 0-2-15,0 0 7 0,0 1-6 0,0-1 6 0,1 0-6 16,1 1 1-16,0-1 3 0,0 0-2 16,1 0-4-16,0-1 6 0,0 0-5 15,-1 0 6-15,1-1-6 0,0 1 3 0,0 0 3 16,0-1-1-16,0-1-4 0,0 1 13 0,0-1-10 0,1 1 11 15,0-1-8-15,1 1-3 0,1-1 5 0,0 0-4 16,1 0 0-16,0 1 0 0,-1 0-4 0,-2 0 3 16,0 0-6-16,-1 1 3 0,1-1-3 0,-1 1 3 15,-1 0-3-15,1-1 0 0,-1 1 5 0,0 0-3 16,1 0 6-16,-1 0-4 0,1 0-4 16,-1 0 1-16,1 0-2 0,-1 0 5 0,2 1-2 0,-2-1 3 15,0 1-5-15,0-1 0 16,0 1 4-16,-1 0-4 0,1 0 2 0,0 0-1 0,0 1 0 0,0-2 0 15,0 0-1-15,-1 1 2 0,-1-1 1 0,2 1 2 16,-1-1-5-16,1 0 4 0,0 1-4 16,-1-1 4-16,1 0-7 0,-2 0 6 0,1 0-3 0,1 0 3 15,-2 0-3-15,2 0 2 16,0 0 0-16,-1 1-1 0,-1 0-2 0,2-1 1 16,-1 0 1-16,0 1 1 0,0-1-2 0,2 0 1 0,-1 0-1 0,1 0 0 15,1 1 0-15,-1-1 0 0,1 0 0 0,-1 0 0 16,1 0 2-16,-1 0-2 0,0 0 3 15,-1 0-2-15,0 1 0 0,-1-1 0 16,1 1 0-16,0 0-1 0,0 0 0 0,-1 0 0 16,1 0 0-16,-1 1 0 0,1-1 1 0,1 0 3 0,-1-1-3 0,1 0 2 15,1 1-3-15,-2-1 3 16,-1 1 4-16,1-1-2 0,-1 0 6 0,0 0-3 16,0 1-1-16,-1-1-1 0,0 0-2 0,0 1 0 15,1-1-1-15,-1 0 0 0,-2 1-2 0,2 0-1 0,-3 0 2 16,3 0-2-16,-1-1 6 0,0 0-3 0,1 1-2 0,-2 0 1 15,2 0 1-15,0 0-1 16,-1 0 0-16,1-1 0 0,0 1 2 0,-1-1 5 16,0 1-1-16,1 0 2 0,-2 0-6 0,1-1 12 0,1 1-6 15,0 0 7-15,-1 0-8 0,0-1 7 0,2 1 1 16,-2-1 1-16,1 0-8 0,0 0 4 0,-1 0-1 0,0 0 1 16,1 1-5-16,0 0-4 15,-1-1-1-15,0 2 0 0,0-2 1 0,-1 2 3 16,0-1-2-16,-1 0 2 0,-1 1-2 0,0-1-6 15,0 0 4-15,-6-1-4 0,0 0 3 0,0 0 1 0,20 5 1 0,-20-5-1 16,0 0-4-16,1 0 6 0,-1 0-5 0,19 2 7 16,-19-2-7-16,0 0 1 0,0 0 1 0,1 0-1 15,-1 0 1-15,1 0-32 16,0 0-10-16,-1 0-13 0,0 0-74 0,1-1-89 0,-1 1-20 0,9-17-41 16,-9 17-252-16</inkml:trace>
  <inkml:trace contextRef="#ctx0" brushRef="#br0" timeOffset="82858.75">1800 6996 284 0,'0'0'97'16,"0"0"105"-16,0 0 32 0,0 0 0 0,0 0-30 0,0 0-50 16,0 0 2-16,0 0-3 0,0 0 0 0,0 0-8 15,-1 0-7-15,1 0 1 0,0 0-10 0,-1 0-10 16,0 0 2-16,1 0-6 0,0 0-12 0,0 0-7 16,0 0 6-16,0 0-5 0,0 0-2 0,0 0-7 15,0 0-10-15,0 1 2 16,-5 15-21-16,5-16-11 0,0 0 2 0,-2 17-7 0,2-17-10 15,0 1-3-15,-2 22 0 0,1-14-2 0,0 1-7 16,0-1 0-16,-2-1-6 0,2 1 5 0,0 0-11 0,-1 1 3 16,1 1-1-16,1 0 2 0,-2 0-5 15,1-1 2-15,-1 2 0 0,1-1 1 16,0 0-2-16,-1-1-2 0,0 1-2 0,1 0 2 0,-1 0 2 16,0 0-5-16,1-1 3 0,1 0-4 0,-1-1-2 15,0 0 6-15,0-2-7 0,1 0 7 0,0-1-3 0,-1 0-1 16,1 2 2-16,-1 0-3 0,1-1 7 0,0-7-8 15,0 1 3-15,-3 15-5 0,3-16 2 0,0 1-1 16,0-1 0-16,-2 18 0 0,2-18 0 0,0 0 0 16,0 1 0-16,0-1-7 0,0 0-44 15,-4 18-97-15,4-18-28 0,0 0-36 0,0 0-232 0</inkml:trace>
  <inkml:trace contextRef="#ctx0" brushRef="#br0" timeOffset="84364.4">6672 5576 2211 0,'0'1'167'0,"0"-1"-54"0,0 1 78 0,2 18-158 0,-2-19-12 15,0 0-16-15,1 18 5 0,-1-17-6 0,0-1 7 0,2 22-2 16,-2-22 9-16,-6 14-1 0,6-5 4 16,-1 0 11-16,0 0 2 0,-1 1 7 0,-1 0-3 15,1 1 7-15,-1 0 8 0,1 0-1 0,-1 0 3 0,1 0 2 16,-1-1-4-16,1 1-2 16,0 0-1-16,1 1-7 0,-1 1-4 0,0 0 0 0,1 0-3 15,-1 1-10-15,1 1-7 0,-1-1-3 0,1 1 0 16,0 0-7-16,-1 0 3 0,2 0 2 0,-1 0-1 15,0-1-3-15,0 0-3 0,1 0-2 0,0 0 2 0,-1 1 5 16,1-1-3-16,-1 1 2 0,1 0-2 0,-1 0 7 16,1 0 3-16,-1 0 1 0,0 1-1 15,0 0-8-15,1-1 2 0,-1 0-1 0,0 1 3 0,0 0 3 16,0 0-10-16,-1 0 4 16,0 2-7-16,0-1 6 0,0 1 0 0,0-1-1 15,0-1 1-15,-1 0-2 0,0 1 1 0,1-1-1 0,0-1 2 16,0 0-3-16,1-3 4 0,-2 1-3 0,2 0 4 15,0 0-2-15,-1 0-5 0,1 0-1 0,0 0-2 16,0-1-3-16,1 0 4 0,0 0-2 16,-2-2 1-16,2 0-6 0,-3 0 2 0,2-1 0 0,-1-1-2 15,0-1-39-15,-1-1-160 0,3-6-53 0,0 1-64 0,-1-1-480 16</inkml:trace>
  <inkml:trace contextRef="#ctx0" brushRef="#br0" timeOffset="85726.5">2068 7297 1518 0,'0'0'252'0,"0"0"-77"0,0 0 130 0,0 0-114 16,0 0-30-16,0 0-10 0,0 0-32 0,0 0-5 16,0 0 2-16,0 0-20 0,0 0-20 0,0 0 1 0,0 0-10 15,0 0-15-15,0 0-4 0,0 0-3 0,0 1 0 16,0-1-10-16,8 18-8 0,-8-18 4 0,0 0-5 15,3 20-2-15,-3-11-5 0,0-1-3 0,0 2 2 16,-2-2-6-16,1 1-4 0,0 1 2 0,-1-2-2 16,-2 0-1-16,0 0-63 0,-1-1-17 0,-1 0-29 15,-1-1-166-15,-1-1-324 0</inkml:trace>
  <inkml:trace contextRef="#ctx0" brushRef="#br0" timeOffset="87647.08">2537 6983 392 0,'0'0'237'0,"0"0"194"0,0 0 25 0,0 0-259 16,0 0-31-16,-18-4-71 0,18 4-2 0,0 0-2 16,-1 0-6-16,1 0 11 0,-1 0-5 0,-16 8 7 15,17-8-7-15,0 0 9 16,0 0-2-16,-1 1 5 0,0-1 0 0,1 1-20 15,-13 17-1-15,13-18-8 0,0 0-17 0,0 0-3 16,0 1-5-16,0-1 0 0,1 0-16 0,17 18-9 16,-18-18 0-16,0 0-4 0,19 7-5 0,-19-7-1 15,1 0 0-15,21 7-2 0,-21-7-6 0,-1 0 2 0,23 9-5 0,-15-5 4 16,-2-1-3-16,3 0 9 16,-1 1 2-16,0 2 0 0,-1-1 1 0,-1 0 4 15,-1 0-1-15,0 0 2 0,-2 0 3 0,-1 1-3 0,0 1 1 16,-1-1-2-16,-1 1 0 0,-1 1-4 15,0 0 2-15,-1 2-2 0,0 0-1 0,-2 0-6 0,0 0 1 16,-2 0-3-16,0 1 8 0,-1-1-8 16,-2 0 4-16,1 0-7 0,-1 0 0 0,1 0 2 0,2 0-3 0,-3-1 3 15,3-1-2-15,-1 0 0 0,0 0 0 0,1-1-1 16,-1-2 0-16,0 0-3 16,1-1 5-16,1 0-4 0,5-4-3 0,-1 0 2 15,1 0-4-15,-1 0 3 0,-16 12-6 0,17-12 5 0,0 0-2 16,0 0 4-16,0 0-4 0,0 0-1 0,0 0 2 15,0 0 0-15,0 0 3 0,0 0-2 0,1 0-2 0,0 0 2 16,16-2 2-16,-17 2-4 16,0 0 4-16,20-3-5 0,-19 3-1 0,15 0 11 15,-8-1-8-15,0 1 8 0,2 0-6 0,-1 1-1 16,0-1 5-16,1 0-3 0,0 1 3 0,-1-1-5 0,-1 1 1 16,0 0-4-16,0-2-5 0,-2 1-157 0,1-1-10 15,-1 0-68-15,1-1-185 0,0 1-333 0</inkml:trace>
  <inkml:trace contextRef="#ctx0" brushRef="#br0" timeOffset="87913.4">2864 7236 2070 0,'0'0'132'15,"0"0"91"-15,0 0-24 0,1 0-57 0,0 0-1 16,14-3-20-16,-15 3-5 0,0 0-17 0,0 0 1 0,0 0-10 16,0 0-15-16,0 0-24 0,0 1 1 0,8 16-10 15,-8-17-14-15,0 1-6 16,0-1 2-16,-3 20-5 0,3-20 0 0,0 1-11 0,0-1-13 16,-10 21-1-16,10-21-57 0,-1 0-85 0,0 0-9 0,-16 16-40 15,17-16-156-15,0 0 824 16</inkml:trace>
  <inkml:trace contextRef="#ctx0" brushRef="#br0" timeOffset="89181.98">3360 6917 533 0,'0'0'80'0,"0"0"213"0,0 0 38 16,-1 0-130-16,1 0-88 0,0 0-19 16,-1 0-3-16,1 0-2 0,-1 0 4 0,-16-5 0 15,17 5 3-15,0 0-2 0,0 0 2 0,0 0 3 0,0 0-6 16,-1 0 5-16,0 0-13 0,1 0 4 0,0 0-4 15,-1 1 3-15,1-1-14 0,-10 19-8 0,10-19 1 0,0 0-3 16,0 0-6-16,0 1-19 16,15 15 3-16,-15-16-9 0,1 1-1 0,17 12-3 15,-18-13-1-15,1 0 0 0,20 12 5 0,-21-12-9 0,1 0-2 0,19 12-2 16,-20-12-9-16,1 0 1 16,-1 0 1-16,18 14 0 0,-18-14 5 0,0 0 10 15,1 0-2-15,-1 1 5 0,9 17 1 0,-9-18-4 0,0 0-1 16,0 1-1-16,-5 19-9 0,5-20-4 0,-1 0-4 15,-12 21-2-15,7-14-17 0,0 0 4 16,-2 1 0-16,1-1 2 0,-1 0 4 0,0 1-7 16,0-1 2-16,0 0-2 0,1 0 5 0,1-1-2 15,-2 0-1-15,3 0-1 0,-1 0 0 0,2-1-2 0,0 0 1 16,4-5-3-16,0 0-10 0,0 1-7 16,0-1 1-16,0 1-4 0,-3 16-8 0,3-17 17 15,0 0 1-15,1 0 8 0,17 5 17 0,-17-5-3 0,-1 0-1 16,23 1-1-16,-13-1 4 0,0 0 1 15,-1 0 1-15,1 1 0 0,1 1 5 0,-2-1 8 0,-1 3-3 16,0-1 6-16,-1 1 2 0,-1 1-2 0,-1-1 3 16,0 1-3-16,0 1 9 0,-1 1 0 15,-2 1-2-15,0 0 1 0,-1 1-12 0,-2 1 0 16,-1 0 0-16,-1-1 1 0,-1 1-7 0,-1-1 0 16,0 0-4-16,0 0 1 0,0 0-8 0,-2 0-10 15,1 2-1-15,-1-3-6 0,0 1-20 0,0 0-32 16,0-1-6-16,0-2-13 0,1 0-61 0,0-2-96 0,1-1-18 0,5-3-33 15,-1 0-113-15</inkml:trace>
  <inkml:trace contextRef="#ctx0" brushRef="#br0" timeOffset="89345.83">3609 7269 1930 0,'3'5'112'0,"0"3"65"0,-1-2-14 0,0 1-71 16,-2-7 6-16,0 0-30 0,2 18-12 0,-2-18-26 0,-5 15 0 16,1-7-18-16,-2-2-89 0,1 1-293 0,0-2 786 15</inkml:trace>
  <inkml:trace contextRef="#ctx0" brushRef="#br0" timeOffset="89585.14">4202 7185 1440 0,'5'7'198'0,"0"-1"469"0,0 0 323 15,0-2-908-15,0 0-74 0,0-2-5 0,0 0-4 16,-5-2-8-16,1 0-86 0,-1 0-130 0,1 0-24 16,-1 1-44-16,1-1-163 0</inkml:trace>
  <inkml:trace contextRef="#ctx0" brushRef="#br0" timeOffset="89755.1">4459 7217 2740 0,'5'6'125'0,"1"0"49"15,0-1-104-15,0-1-49 16,1 0-14-16,-1-1-23 0,0-1-207 0,-6-2 684 16</inkml:trace>
  <inkml:trace contextRef="#ctx0" brushRef="#br0" timeOffset="89888.25">4754 7180 2472 0,'5'7'416'0,"-2"-3"-417"16,-3-4-5-16,0 0-33 0,17 8-169 0,-6-8 765 0</inkml:trace>
  <inkml:trace contextRef="#ctx0" brushRef="#br0" timeOffset="90785.59">5579 7038 2512 0,'0'0'179'0,"0"0"-20"0,0 0 68 16,0 0-119-16,0 0-25 15,0 0-49-15,0 0-18 0,0 0 1 0,0 0-3 16,1 0-2-16,16 3-7 0,-17-3-4 0,1 0 0 0,-1 0 2 0,20-2 1 16,-20 2 0-16,0 0 1 0,20-1 2 0,-20 1 1 15,16 2 3-15,-7-2-1 16,0 2 14-16,-1 1 9 0,0-2 0 0,-1 3 2 0,0-1 0 0,-2 1-7 15,-5-4 1-15,0 0-3 0,0 0 2 0,1 1 4 16,12 16-4-16,-13-17 1 0,0 0-14 0,0 1-25 16,-6 18 6-16,6-19-13 0,-11 12 8 0,4-5 4 15,0 2-3-15,-1 0 4 0,-1-1 7 0,0 0 1 16,0-1 3-16,0-1-4 16,1 2-1-16,2-2 4 0,0 1-3 0,2-2 4 0,-1 1 2 0,2-2 7 15,-1 1 2-15,4-5 0 0,0 0-4 0,0 0-4 16,0 1-5-16,0-1 2 0,-1 0-8 0,1 1 0 15,0-1 4-15,0 1-2 0,0-1 0 0,1 1 3 16,-1-1 0-16,19 13 1 0,-19-13-4 0,1 0 0 16,22 0-2-16,-13 0 1 15,2 0-2-15,-1 0 2 0,0 2 0 0,0-1 2 0,-1 1-2 0,0 1 0 16,0-1 0-16,0 1 0 16,-1 0-3-16,0 1-33 0,0 0 2 0,0 0-15 0,-1 0-31 0,0-1-47 15,-1 0-14-15,0-1-16 0,-2 0-95 0,1-1-214 16,1-1-109-16</inkml:trace>
  <inkml:trace contextRef="#ctx0" brushRef="#br0" timeOffset="91312.98">6207 6778 2691 0,'0'0'146'0,"0"0"90"0,0 0-99 16,0 0-81-16,0 0 2 0,0 0-26 0,-1 0 10 0,-9 16-13 15,5-9-3-15,0 1-3 0,0 1-7 16,-3 1 2-16,2 0 2 0,-2 1-1 0,1 0 3 0,-2 1 0 15,-1 2-3-15,0 0 1 0,0 2-4 0,0 1-4 16,1 1-3-16,-2 0-1 0,2 1-8 0,1 1 3 16,-2 1 2-16,3-1-1 15,-1 1-3-15,2-2-6 0,0-1 4 0,1-1-6 16,1 0 3-16,1-2-1 0,1 0-3 0,2 0 4 0,1-2 7 0,2-1 5 16,0 0 3-16,1-2-2 15,0 0 0-15,2-2-3 0,-1 0-3 0,3-2 1 0,-1 0 0 16,1-2-4-16,0-2 4 0,0-1-5 15,0-1 1-15,2 0 0 0,0-2-1 0,-1-1 1 16,1-1 1-16,-1-2-1 0,1 1 1 0,-2-1-1 0,1-2 0 16,-2 1 9-16,0 0-3 0,0-1 5 0,-1 1 3 15,0-1-2-15,-1 0 4 0,-1-1-2 0,-1 1 3 16,-1 0 0-16,-1-1 0 0,-1 2 0 0,0 1-4 16,-1-1-2-16,-1 1 1 0,-2 1 0 0,0 0 13 15,-2 2-5-15,0 0-3 0,-1 1-1 0,0 0-16 16,-1 1 0-16,0 0 0 0,-1 1 0 0,0 1-26 15,0 1-61-15,-1-1-18 0,0 0-26 0,3 1-178 16,0-1-582-16</inkml:trace>
  <inkml:trace contextRef="#ctx0" brushRef="#br0" timeOffset="94544.02">7754 6854 840 0,'0'0'127'0,"0"0"96"0,0 0 23 0,-1 0-39 15,1 0-39-15,0 0-31 0,-1 0-9 0,-16 1 10 16,17-1-13-16,-1 0-9 15,1 0-1-15,0 0-4 0,-1 0-13 0,1 0-24 16,0 0 1-16,0 0-12 0,0 0-24 0,0 0 3 0,0 0-2 16,0 0 4-16,0 0 2 0,0 0-10 0,1 0-4 15,17 8-2-15,-18-8-5 0,1 0-2 0,15 4 2 0,-16-4-4 16,1 0-3-16,19 4-4 0,-19-4 4 0,-1 0-4 16,19 4 8-16,-19-4-10 15,0 0 0-15,1 0-4 0,16 5 1 0,-17-5-2 16,0 0 4-16,0 0-3 0,0 1-1 0,8 16 18 15,-8-17-7-15,0 0 10 0,0 0-15 0,-8 17-2 16,8-17-1-16,0 0 0 0,-10 18-3 0,4-12-3 0,-1 1 1 0,1 0-2 16,-1 0-1-16,-1 1-2 0,0-1-2 15,0 1 0-15,-1 0 4 0,0 0-4 0,-2 0 5 0,3-1-4 16,0 0 0-16,-1 0 5 0,2 1-6 0,1-2 5 16,1 1-10-16,0-3 6 15,2 2-3-15,3-6 4 0,0 0-4 0,0 1 1 0,0-1 3 16,0 1-2-16,-1 15 1 0,1-16 4 15,1 0-3-15,15 5 3 0,-15-5-4 0,15 3 6 0,-6-1-4 16,0-1 5-16,2 0-4 0,1-1 2 0,-1 0 2 16,1 1-1-16,-1 0-5 0,-2-1 2 0,0 1 2 15,-1 0 1-15,1 0 5 0,-1 1-6 0,0-1 1 0,-1 0-2 16,0 0 4-16,-1 1-24 16,-7-2-6-16,0 0-11 0,0 0-64 0,18 2-53 15,-18-2-2-15,0 0-20 0,0 0-28 0,1 0-81 16,0 0-34-16,16-8-58 0,-17 8-521 0</inkml:trace>
  <inkml:trace contextRef="#ctx0" brushRef="#br0" timeOffset="95110.02">7923 6737 2098 0,'0'0'100'0,"0"0"29"16,0 0-44-16,0 0-3 0,0 0 2 15,0 0 3-15,0 1 11 0,0-1-26 0,0 0-5 16,17 12-5-16,-17-12-7 0,0 0-8 0,20 4-4 15,-12-4-1-15,2 1-10 0,0-1 2 0,2 0 1 16,0 0-1-16,-2 1 3 0,1-1 4 16,0 0 0-16,0 1 0 0,-1-1-5 0,1 2 3 15,0 0-2-15,-1 1 2 0,0 0-9 0,-2 1 4 16,-3 0 3-16,0 1 0 0,-1 1 2 0,0 1-13 0,-1 1-1 16,-2 1-3-16,0 0-3 0,0 1 5 0,-1 0-3 15,-1 1 4-15,0 0 2 0,0 0-6 0,-1 1 7 0,0 2-6 16,-1 1 0-16,1 3-7 0,-1 0-4 0,1 1 0 15,-1 0-10-15,-1 3 0 16,0 0-1-16,-1 0 0 0,-1-1 0 0,1 0 0 0,0 0 0 16,0 1 0-16,-1-1 0 0,1-1 0 0,1-1 0 15,-2-2-2-15,2-1-24 0,-2-2-109 0,1 0-17 16,1-3-42-16,-1 0-144 0,0-3-263 0</inkml:trace>
  <inkml:trace contextRef="#ctx0" brushRef="#br0" timeOffset="95750.3">6983 6700 700 0,'0'0'379'0,"0"0"265"0,0 0 14 16,0 0-502-16,0 0-36 0,0 0-45 0,-1 0-8 0,1 0 13 15,-1 0-18-15,1 0 3 0,0 0-9 0,-15 17 6 16,15-17-14-16,0 0-4 0,-8 18 3 0,8-18-4 15,-6 16-2-15,3-8 2 0,0 2 0 0,2 1 1 16,-1 1-4-16,0 0-4 0,1 1-2 0,0-2 1 16,0 2-7-16,0-2-5 0,0 0-3 0,-1 1-1 15,1 1-6-15,-1 2 0 0,0 0 5 0,1 2-4 16,-1-1 6-16,0 2 3 0,-1 0-2 0,2 2 4 16,-1 0-3-16,0 0 0 0,2 1-3 15,-2-1 1-15,1 0-8 0,1 1 1 0,-1 0 2 0,0 2-2 16,1 0-8-16,0-1 7 0,0 1-6 15,0-2 6-15,0 1-3 0,-2 0-6 0,2-1 2 0,-1 1-3 16,0 0 8-16,-2 0-12 0,2 0 4 0,-1-2-7 16,2 1 9-16,-2-2-6 0,2-1 1 0,-1-2-6 15,1-2-27-15,0 1-62 0,0-2-17 0,1 1-24 16,-1-1-126-16,2-2-191 0,-1-1-90 16</inkml:trace>
  <inkml:trace contextRef="#ctx0" brushRef="#br0" timeOffset="96709.27">8305 7136 600 0,'0'0'340'0,"0"0"238"16,0 0 17-16,0 0-412 0,0 0-36 0,-1 0-39 16,1 0 0-16,0 0 4 0,-1 0-12 0,0 0-27 15,1 0 1-15,0 1-9 0,-1-1-4 0,-9 20-24 16,10-20 1-16,0 0-9 0,-5 21-7 0,3-13-1 0,1 0-3 15,-3 1 0-15,2 0-13 0,-3 0 1 0,2-1-3 16,0-1-2-16,-1 0-36 0,-1-1-115 0,-1-1-14 0,-1-1-47 16,0 0-156-16</inkml:trace>
  <inkml:trace contextRef="#ctx0" brushRef="#br0" timeOffset="97312.19">8524 6920 1546 0,'-6'-2'139'0,"2"-1"-8"0,4 3-12 0,0 0 3 15,0 0-19-15,-1 0 9 0,1 0 1 16,0 0-1-16,-1 0-14 0,0 0-28 0,1 0 3 15,0 0-12-15,-1 0-5 0,1 0-5 0,-1 0 1 16,1 0-3-16,0 0 6 0,0 0-5 0,1 1-1 16,15 10-2-16,-16-11-10 0,0 0-12 0,22 8 1 15,-22-8-6-15,0 0-12 0,20 11 11 0,-20-11-4 0,0 0 6 16,17 13-7-16,-17-13-2 0,1 0-1 0,-1 1 1 16,15 18-3-16,-15-19-1 15,0 0-2-15,0 17 1 0,0-17-3 0,0 1-5 16,-8 18-2-16,1-11-2 0,1 1-10 0,-2 1 7 15,-1-1-1-15,-1 1 3 0,0 0-1 0,0-1 0 16,1 0 2-16,1 0-2 0,0-1 1 0,1 2 3 16,2-1-4-16,1 1 3 0,0-1 2 0,1 1-5 0,-1-2 4 15,3 0-4-15,-1-1 0 0,3-1-2 0,-1 0 5 16,2 0-4-16,-2-6 5 0,0 0-4 0,0 1 0 0,12 15-1 16,-12-16 8-16,0 0-3 15,23 8 0-15,-13-5-1 0,-1-2 4 0,2 1 0 16,-1-1 1-16,2-1-1 0,-2 1 0 0,0-1-57 15,0-1-9-15,0 0-27 0,1-1-101 0,-1 0-98 0,0-2-35 0</inkml:trace>
  <inkml:trace contextRef="#ctx0" brushRef="#br0" timeOffset="97977.01">8882 6949 812 0,'3'-5'111'0,"-3"-1"359"0,0 1 167 15,0 5-473-15,0-1-54 0,0 1-22 0,3-20 6 0,-3 20-9 16,0-1 9-16,0 1-25 0,-1-20-3 0,1 20-6 16,0 0-5-16,0 0 4 15,-5-16-1-15,5 16 1 0,0 0-7 0,0 0-3 0,0-1-2 0,0 1 0 16,-1-1-15-16,-15-6-5 0,16 7-3 0,-1 0 1 15,0 0-8-15,1 0-9 16,-18 5 4-16,18-5-6 0,0 0-6 0,0 0 6 0,-18 11-5 16,18-11 7-16,-1 1-5 0,0-1-3 0,-17 19 1 15,18-19-1-15,0 1 2 0,-14 16 1 16,14-17-2-16,-1 0 1 0,-10 20-2 0,11-20-2 16,0 1 2-16,-7 16-2 0,7-17-5 0,0 0 4 15,0 0 0-15,1 20 2 0,-1-20 2 0,0 0-2 16,0 1 1-16,15 16-3 0,-15-17-4 0,12 11 2 15,-4-6-2-15,-1-1 3 0,1 1 3 0,0 1 2 16,0-1-1-16,1 1 0 0,-1 0-2 0,1 0 3 0,-1 0 2 16,0 0 0-16,1 1-4 0,-3-1 5 0,0-1-4 0,-1 1 5 15,-1-1 0-15,-2 3 2 0,1 0-1 16,-2 0 0-16,-2-1-3 0,0 0 6 0,-2 0-3 0,0 2 2 16,-1-1-3-16,0-1 1 0,-1 0 3 0,-1-2-2 15,1 0 2-15,0-2 1 16,-1 1-4-16,0-2 1 0,1 0-17 0,-2-1 3 0,0 0-2 15,-1-1 2-15,2-2 5 0,-3 1 2 0,1-1 3 16,-1-1-2-16,1-1 3 0,0 0-4 0,0-2-1 16,2 0 0-16,0 0 1 0,1-2-5 0,2 1 2 15,1-2-3-15,0 1 0 0,3-1-1 0,1 0 1 0,1 1 0 16,0-1-3-16,2 1 6 16,1-1-3-16,1-1 5 0,2 0 0 0,1-1 5 15,1-1-5-15,0 0 5 0,1 0-5 0,0 1 0 0,2 0 1 16,-1 1-1-16,2 1-1 0,-3 1-1 15,0 1 1-15,0 1-2 0,-1 0 6 0,-1 2-6 16,0 1 3-16,-1 1-6 0,-2 0 1 0,0 0-70 0,1 2 5 16,-3 0-34-16,1 0-49 0,-6 0-92 0,1 0-28 15,-1 0-42-15,0 1-281 0</inkml:trace>
  <inkml:trace contextRef="#ctx0" brushRef="#br0" timeOffset="98141.8">9115 7056 1550 0,'-1'7'254'0,"2"-1"-26"15,0-1 43-15,-1-5-110 0,0 1-35 0,0-1-50 16,0 1-6-16,5 20-15 0,-5-21-31 0,0 1-9 0,-7 18-4 0,7-19-5 16,0 0-56-16,-12 17-242 0,12-17-54 15</inkml:trace>
  <inkml:trace contextRef="#ctx0" brushRef="#br0" timeOffset="98358.52">9510 6998 2458 0,'5'6'172'0,"0"-1"428"15,0 1-572-15,0-1-14 16,1 0 3-16,-1-1-5 0,-5-4 0 0,0 1-50 16,1-1-30-16,0 1-16 0,9 17-156 0,-10-18-58 15,0 0-22-15,0 0-28 0,0 0-234 0</inkml:trace>
  <inkml:trace contextRef="#ctx0" brushRef="#br0" timeOffset="98521.86">9700 6993 1631 0,'5'2'378'0,"-1"2"-198"0,2-1-25 0,-1 0-46 16,1 1-47-16,-1-1-10 0,0 1-5 0,-1 0-2 15,0 0-13-15,-1 1-6 0,0 0-5 0,0 0 0 16,-3-5-18-16,0 0-8 16,0 1-41-16,0-1-1 0,11 17-227 0,-11-17 914 15</inkml:trace>
  <inkml:trace contextRef="#ctx0" brushRef="#br0" timeOffset="98675.43">10047 6990 2499 0,'5'5'137'0,"2"0"281"0,0-1-410 0,3-2-45 16,0-1-27-16,-1 0-18 0,2-1-183 0,-1 0 822 15</inkml:trace>
  <inkml:trace contextRef="#ctx0" brushRef="#br0" timeOffset="100103.4">11436 6954 689 0,'0'0'651'0,"0"0"-278"16,0 0 342-16,0 0-658 0,0 0-18 0,0 1-5 0,0-1-30 15,0 1 3-15,7 17-4 0,-7-18 1 0,0 1-2 16,0-1 3-16,2 18-4 15,-2-18 1-15,0 1 3 0,0-1-5 0,1 18 4 16,-1-18-2-16,0 0 12 0,0 1-6 0,0 18 7 0,0-19-6 16,0 1 9-16,0-1 5 0,-1 20 0 0,1-20 9 0,0 1 1 15,0-1-7-15,2 18 3 0,-2-18-16 0,0 1 5 16,0-1-1-16,0 1 1 0,6 17-3 0,-6-18 3 16,0 0-1-16,0 0 1 15,1 1 0-15,9 15-4 0,-10-16-3 0,0 1-1 0,1-1-11 16,-1 1 6-16,1-1 3 0,17 17 2 0,-18-17 4 15,1 0 1-15,0 1 0 0,18 13 0 0,-19-14 1 0,1 0 2 16,19 10 1-16,-20-10 2 0,0 1 1 0,21 9-1 16,-21-10-4-16,0 0 3 0,19 11-7 0,-19-11-5 15,0 0 1-15,1 1-2 16,17 13-1-16,-18-14 4 0,0 0-1 0,1 1 1 0,-1-1 5 16,8 19-3-16,-8-19 4 0,0 0-5 0,0 1-2 15,0-1 7-15,-13 21-6 0,13-21 6 0,-13 11-16 16,6-6 1-16,-1 1-1 0,-1-2 0 0,-1 0-1 0,-1 0-6 15,0 0 0-15,0-2-6 0,0-1-25 0,0 1-32 16,1-2 1-16,-1-2-12 0,0 2-13 0,1-3-28 16,0 1-10-16,-1-1-11 0,2-1-80 0,0 0-89 15,1-1-65-15</inkml:trace>
  <inkml:trace contextRef="#ctx0" brushRef="#br0" timeOffset="100354.73">11446 6962 2044 0,'0'0'336'15,"0"0"-154"-15,0 0 43 0,0 0-127 0,0 0-40 16,0 0-23-16,0 0 3 0,0 0-8 0,1 0 10 0,-1 0-7 16,17 8-3-16,-17-8 0 0,0 0-8 0,16 4 1 15,-16-4-4-15,0 0 1 0,22 0-10 16,-13 0 3-16,0 0 0 0,0-1 1 0,1 0-6 0,-2 1-5 15,1-1 2-15,-1 0-3 0,-1 1 3 0,0 0-2 16,2 0 1-16,-2-1-2 0,2 1 4 16,-1-1-7-16,-1 1-7 0,-1-1-8 0,-6 1-99 0,0 0-103 15,1 0-17-15,18-3-34 16,-19 3-107-16</inkml:trace>
  <inkml:trace contextRef="#ctx0" brushRef="#br0" timeOffset="100765.27">11726 6937 2430 0,'0'0'131'0,"0"0"242"16,1 1-316-16,15 10 9 0,-16-11-7 0,1 0 5 0,19 6-15 0,-20-6-17 15,1 0 8-15,19 5-14 0,-20-5-9 0,0 0 0 16,20 6-5-16,-20-6 3 15,0 0-10-15,18 6 1 0,-18-6-2 0,1 0 1 0,0 0-2 16,15 10 0-16,-16-10 2 0,0 0 0 0,1 1 14 0,0-1 1 16,7 18 3-16,-8-18-1 0,0 1-1 0,1 15-3 15,-1-16 1-15,0 0-2 16,-5 19-4-16,5-19-4 0,0 1 2 0,-12 20-1 0,8-13 3 0,-1 0-3 16,1-1 3-16,0 2-2 0,-1-2 1 0,1-1-3 15,0 1 1-15,0 1 0 0,2-1 7 0,1-1 5 16,1-6-5-16,0 0 4 0,0 1-5 0,0-1 12 15,0 1-1-15,10 17 4 0,-10-18-5 0,13 2 1 16,-3-1-6-16,2-3 3 0,1 0-8 0,1 0-7 16,1-2 3-16,0 1-5 0,0-1 4 0,0 1-9 15,0 0 4-15,-2-1-6 0,1 2 1 0,0 0 6 16,0 1-3-16,-1 0 2 16,1-1-11-16,0 0-30 0,1 0-15 0,0-1-15 0,-2 0-140 15,1 0-419-15</inkml:trace>
  <inkml:trace contextRef="#ctx0" brushRef="#br0" timeOffset="104971.55">983 6138 1940 0,'0'0'49'0,"0"-1"-14"0,0 1 21 16,0-1-37-16,-5-15-5 0,5 16-6 0,0 0-6 16,0-1-3-16,0 1-1 0,1 0-6 0,0-1 6 0,-1 1-1 15,0-1 3-15,1 1 3 0,-1 0 18 16,17 5-1-16,-17-5 8 0,0 1 21 16,2 16 1-16,-2-17 1 0,0 0-2 0,0 18-15 0,0-18-1 15,0 0-3-15,0 1 1 0,7 17-5 0,-7-18 4 16,0 0-2-16,1 1 2 0,18 13-2 0,-19-14-6 15,14 6 5-15,-5-5-7 0,1 1 2 16,2-1-9-16,0-1 1 0,1 2-5 0,0-2-2 0,-1 1 0 16,1 0-2-16,0-1 1 0,-1 1 5 0,0 0-7 15,0-1 4-15,1 1-6 0,-2-1-4 0,0-1 7 16,1 1-3-16,-1 0 6 0,1 2-6 0,-1 0 4 16,1-1-4-16,0 1 4 0,0-2-4 0,0-1-4 15,-1 1 4-15,-1 0-3 0,-1 0 6 0,0 0 0 16,-1 0-4-16,-1 0 2 0,-1 0-4 0,-6 0 5 15,1 0-4-15,-1 0 2 0,18-3-21 0,-18 3-13 16,0 0-1-16,0 0-4 0,0 0-5 0,1 0-14 16,-1 0 5-16,0-1-10 0,9-15-8 15,-9 16-14-15,0-1-1 0,0-15-3 0,0 16 5 0,0-1 11 16,-4-19 1-16,4 20 5 0,-5-16 16 0,1 8 28 16,1-1-5-16,-2 3 15 0,1-2 11 0,0 1 17 15,0 1 2-15,1 0 4 0,0 0 25 0,3 6 8 16,0 0 4-16,0-1-2 0,0 1-6 0,0-1-22 15,0 1 2-15,0 0-10 0,0-1-11 0,0 1-1 16,0-1-5-16,0 1 3 0,0-1-5 0,0 1 1 16,0-1 1-16,16-8 0 0,-16 9-5 15,1 0 0-15,18 2 1 0,-19-2 2 0,1 0 8 16,20 4 5-16,-21-4 0 0,0 0 2 0,18 6 4 16,-18-6 13-16,1 0-3 0,0 0 6 0,17 13-4 0,-18-13-1 15,1 0-2-15,0 1-1 0,-1-1-5 0,12 20 3 16,-12-20 1-16,0 0 0 0,2 17-3 0,-2-17-3 15,-4 15-6-15,0-6 2 0,-1 1-13 0,-1 4-6 16,-1-3-1-16,-1 3-3 0,0 0-9 0,1-1-4 16,-1 2-22-16,1-3 0 0,2 2-136 0,0-4-157 15,1 1-137-15</inkml:trace>
  <inkml:trace contextRef="#ctx0" brushRef="#br0" timeOffset="111950.7">1774 7609 1543 0,'0'0'136'0,"-1"0"27"0,1 0 4 0,-1 0-35 0,1 0-66 0,0 0-45 15,-1 0 4-15,1 0-10 0,-1 0-8 0,1 0-4 16,0-1 2-16,-1 1-3 16,1-1 0-16,0 1-2 0,0-1 3 0,0 1-1 0,1-1-1 0,14-7 1 15,-15 8-2-15,1 0 0 0,16 3 0 0,-17-3 5 16,0 0-5-16,17 6 4 15,-17-6-4-15,0 0 5 0,1 0 0 0,19 8 3 16,-20-8-2-16,1 0 3 0,15 4 3 0,-16-4-2 16,0 0 4-16,19 2-2 0,-19-2-4 0,15 0 3 0,-15 0-3 15,1 0 0-15,24-2 3 0,-15 0-3 0,2 1-6 0,0 0 5 16,0-1-2-16,-1 1 2 16,2 0-7-16,-1 1 3 0,1-1-5 0,-1 1 4 0,0 0 1 15,1 0-3-15,0 1 8 0,-1-1-7 0,0 0 3 0,0 0 2 16,0 1 0-16,1-1 2 0,1 1 8 0,0 0-15 15,2 0 5-15,1-1-7 16,-1 0 10-16,1 1-7 0,-1-1 2 0,1 1-3 16,-1-1 1-16,-1 0 0 0,1 0 3 0,-1 0-2 15,0 0-3-15,0 0 4 0,3-1-6 0,1 1 7 0,0 0-2 16,0 0 4-16,-1 0 3 0,1-1-1 16,-1 1 1-16,0 1-3 0,-2-1 1 0,0 0-2 0,0 1 1 0,0-1-2 15,2 1 1-15,2 0-2 0,0-1 0 16,1 1-2-16,-1-1-1 0,0 1 0 0,0 0 3 0,0 0-4 15,0-1-2-15,-2 0 0 16,0 0 4-16,3 0 0 0,-1 0 0 0,3-1-1 16,0 0 0-16,0-1-1 0,0 1 4 0,-2-1-3 15,0 1 10-15,-1-1-1 0,-1 0 1 0,2 1-1 0,0 0-1 16,2 0-7-16,1-1 4 0,-1 1-6 16,0-1 0-16,-1 1 5 0,0 0-4 0,-2 1 5 15,-1-1-4-15,3 0 3 0,1 0-2 0,0 0 1 0,2 0-3 0,-2 0 1 16,0 0-3-16,-1 0 1 0,-1-1-4 15,0 1 8-15,0-1-3 0,0 1 4 16,3 0-6-16,0-1-1 0,0 1 3 0,1-1-1 0,-2 0 3 16,1 1-2-16,-1 0 0 0,-2-2 0 0,1 2-1 15,0 0 0-15,0 0 0 0,2 1 0 0,-1 0 0 16,-1 0 3-16,1 0 0 0,-3 0 3 0,1 1-7 16,-2-1 1-16,1 0 3 0,1-1 1 0,0 0 4 15,2 0 3-15,1 1-2 0,-1-2 4 0,-1 1 8 16,-2 0-12-16,1 0 4 0,-1 0-7 15,0-1-3-15,1 2 5 0,2-2-5 0,0 1 5 0,0 0-7 16,1 1 2-16,-2 1 2 0,-1-1-1 16,-1 1-4-16,0-1 1 0,0 1-1 0,-1-1 3 15,2 0-3-15,1 0 0 0,0-1 0 0,1 0 0 16,-1 0 6-16,-2 0-3 0,0 0 2 0,1-1-2 16,-3-1 7-16,1 1 0 0,2-1 2 0,0 0-1 15,3 1-3-15,-3-2-3 0,1 3-4 0,-2 0 2 16,0-1-4-16,0 1 2 0,-1 0 5 0,-2 1-1 0,1 0-5 15,0-1 2-15,4 1-1 0,-2-1 4 0,1 1 2 16,0 0 9-16,-1-1-2 0,-1 0 5 16,1-1 1-16,-2 0-7 0,0 1 2 0,0 0-4 15,0 1-1-15,2 0-2 0,1-1-6 0,0 0 2 16,0 0-1-16,-2 1-3 0,0 0 5 0,-1 0-5 16,-1 1-3-16,-2 0 10 0,0-1-5 15,0 1 6-15,0-1-9 0,0 0 6 0,1 0-5 16,-1-1 7-16,0 1-1 0,-1 1 15 0,0-1 1 0,-1-1 3 15,-1 1-13-15,1 0 3 0,-1 1-3 0,-2 0 3 16,0-1-2-16,-1 1-2 0,0-1 0 0,1 1 0 0,-2 0-10 16,1-1 6-16,-1 1-4 0,0-1 5 0,0-1-2 0,0 1 2 15,0 1-1 1,0-1 1-16,0 0-3 0,0 0 10 0,-1 1-2 0,-1-1 6 16,0 1-2-16,-6-1 5 0,0 0-1 0,1 0 2 15,19-1-8-15,-20 1 2 0,1 0-2 0,-1 0 2 16,17-2-3-16,-17 2-7 0,0 0-2 0,0 0-2 15,18-2-5-15,-18 2 0 0,0 0 4 16,0 0-2-16,17 0-6 0,-17 0-98 0,0 0-23 0,1 0-40 16,21-3-206-16,-14 3-314 0</inkml:trace>
  <inkml:trace contextRef="#ctx0" brushRef="#br0" timeOffset="113016.16">7779 7568 998 0,'0'0'531'0,"0"0"298"16,0 0-5-16,0 0-689 0,0 0-100 0,0 0-95 15,0 0 3-15,0-1-6 0,0 1 28 0,0-1 11 16,1 1-3-16,15-5 6 0,-16 5-6 0,1 0 8 0,21 5 1 16,-12-1 3-16,-1-1 6 0,2 0 22 0,0 2-2 15,0-2 12-15,1 1 13 0,-1-1 4 0,2-1-1 0,0 0 2 16,2 0-6-16,0 0-3 16,0 0-2-16,2-1-2 0,1 0-16 0,1 0-3 15,1-1-3-15,1 1 1 0,2-2-3 0,2 1-1 0,1-1 0 16,1 0-1-16,-2 1-1 0,1-1 0 0,1 1 0 0,-1 0 0 15,3 0-1-15,0 0-3 0,2 0 3 0,0-1 0 16,0 0 6-16,-1 0-6 16,3 1 0-16,1-1-3 0,0 1 8 0,2 0-1 0,-1-1 1 15,0 1-2-15,0-1 6 0,2 1-2 0,0-1 1 16,1 1-2-16,1-1-6 0,-1 1 0 16,1 0 2-16,2-1 0 0,-1 0 1 0,1-1 1 0,0 1-3 15,-3-1 2-15,2 1-3 0,0 0 2 0,0-1 2 16,1 1 1-16,-2-1 14 0,0 0-6 15,0 1 0-15,1-2-3 0,1 2 2 0,-1-2 4 16,0 1 2-16,0 0 1 0,-1 0 1 0,3-1-9 16,0 1 0-16,-3 0-3 0,0 1-1 0,1 0-2 15,0-1 4-15,0 1-4 0,1 0-1 0,-5-1 2 16,1 2-5-16,1 0 3 0,-2 1-8 0,1-1 6 16,-1 0-1-16,-2 1 3 0,0-1-5 0,2-1 3 15,-1 1-4-15,2 0 5 0,-1 0 1 0,-1 1 2 0,1-2 4 0,1 1-3 16,0-1 1-16,1-1 4 15,-1 2-1-15,-1 0 2 0,-1 0-2 0,2 1-7 16,0 1-1-16,-1-2 0 0,-1 0 4 0,-1 2-6 16,-1 0 2-16,0 1-3 0,1 0 0 0,1 1 2 15,0 1-2-15,-1-1 3 0,-3 0 1 0,2 2-4 16,0-1 3-16,0 1-3 0,1-2 4 0,0 1-4 0,-2-1 1 16,-1 1-1-16,1 0-1 0,0-1 10 0,1 2-3 0,-1-2 7 15,0 2-2-15,-4-1-1 16,-1 1-1-16,-1-1-1 0,-1 0-5 0,1 1 6 0,-1-1-3 15,-2 1 3-15,-1 0-9 0,-3-1 3 16,0 1 0-16,-1-1 1 0,-2-1 3 0,0-1-4 0,-2-1 1 16,0 1-2-16,-1-2 2 0,-1 0 3 15,-1 1-3-15,0-1 2 0,-2 0-6 0,-1-1 0 16,-8 0-2-16,1 0-2 0,0 0-45 0,-1 0-122 16,0 0-24-16,1 0-49 0,-1 0-238 0</inkml:trace>
  <inkml:trace contextRef="#ctx0" brushRef="#br0" timeOffset="121310.93">2044 3065 1200 0,'-1'0'48'0,"0"0"-12"0,1-1 25 0,-1 1-16 0,1 0-21 16,0 0-8-16,-1 0-23 0,0 0 0 0,1 0 2 16,0 0 20-16,0 0 1 0,0 0 0 0,0 0-1 15,0 0-1-15,0 0 29 0,0 0-4 0,0 1 13 16,0-1 4-16,7 18-5 0,-7-18 2 16,0 0-2-16,1 1-3 0,-1-1-7 0,1 1 3 15,15 15-4-15,-16-16-2 0,0 0-12 0,0 0 5 16,0 1-6-16,20 13 11 0,-20-14-10 0,0 0-3 0,0 0 0 15,19 10-4-15,-19-10-3 0,1 0 2 0,-1 0-3 0,20 8-2 16,-20-8-2 0,15 5 0-16,-5-3-1 0,0 1-4 0,0-2 4 0,0 1-4 0,2 0 3 15,-2-1-2-15,0 1-4 0,1 0 6 0,-2-1-6 16,2 0 3-16,0 1-2 16,-1-2-1-16,-1 2 0 0,0 0 3 0,2-1-3 0,-2 2 3 15,3-2-3-15,-2 0 6 0,1 1-4 0,2-2 2 0,0 0-2 16,3 1 0-16,0-1 5 0,1 1-4 15,0-1 5-15,0 0-4 0,-1-1-4 0,0 0 2 0,-1 1-2 16,0-1 3-16,0 0-4 0,-1 2 3 0,-1 0-3 16,0-1-1-16,2 1 6 0,-1 0-5 0,1 0 6 15,0 0-4-15,-1 0-1 0,0-1 3 16,-2 0-2-16,1 0 6 0,1 1-7 0,-1 1 1 0,-1-1-2 16,-1-1 2-16,1 0-3 15,-1 1 0-15,1 0 0 0,0 0 8 0,1 0-6 16,-1-1 0-16,-1 0-2 0,1-1 3 0,1 0-3 0,-1 1 5 15,1 0-4-15,0 0 0 0,-2 1 2 0,1-2-2 16,-1 1 2-16,1 0 1 0,-1-1-1 0,0-1 3 16,1 0-3-16,-2 1 3 0,1-1-6 0,1 1 3 0,0 0-4 15,-1-1 8-15,2 0-5 0,-1 0-1 0,1-1 0 16,1 0-2-16,-1 0 1 0,1 0 4 0,-2 1-1 16,1-2-2-16,-1 0 3 0,0 1-7 0,1-1 6 15,-1 2-2-15,0-2-2 0,0 0 5 0,0 0-5 16,0 0 8-16,-1 0-3 0,0-1-2 15,2 1 1-15,-1-1-2 0,1 0-1 0,1 1 3 16,-2-1-3-16,0 0 6 0,0 0-2 0,-2 1 1 16,1-1-1-16,-1-1 1 0,-1 0 4 0,-1 0-6 0,1 0 5 15,-1 1-4-15,-3-2 25 0,2 0 2 0,-3-1 8 16,0-1-4-16,1 1-14 0,-2-1-4 0,0 1-2 16,0-1-2-16,0 0-2 0,-1 1 1 0,1-2-1 15,-1 1-3-15,-2 0 7 16,1-1-1-16,-1-1 4 0,-1 2-6 0,0-2 3 0,0 1-1 15,-1-1 3-15,-1 1 1 0,3 0-6 0,-3-1 1 0,0 1-4 16,-1 0-2-16,0-1 1 16,-1 1-3-16,0-2 2 0,0 1-1 0,-1 1 1 0,0 0 0 15,0 0 1-15,-2 1-6 0,1-2 0 0,-1 1 1 16,-1-1-1-16,1 1-2 0,-1 0 5 0,-1-1-2 0,0-1 2 16,-1 1-5-16,0-1 1 0,0 1-1 0,-4 0 1 15,2 0 1-15,-1 1-4 0,0-2 0 0,0 3-2 16,0-1-5-16,-2 0 3 15,-2 2-7-15,-1 0 6 0,-2 2-6 0,0 1 2 16,-1 0 1-16,-2 1 0 0,0 0 4 0,2 0 0 0,0 1 2 16,1-1-1-16,1 0 3 0,0 2-2 0,-2-2 0 15,1 0-1-15,-1 1 8 0,-1-1-5 0,1 1 2 16,0 0-3-16,2 0 6 0,-1 0-2 16,1 1 2-16,-2 0-3 0,0 1-1 0,-2 0-2 0,-2 1 2 15,0 0-4-15,0 2 3 0,1 1-5 0,1 0-1 0,0 1-1 16,-1 1-5-16,-1 0 3 0,0 1 1 0,-1 0 2 15,0 0 3-15,3 0 1 16,0 0 3-16,4 0-1 0,-2-1 0 0,1 0 1 0,0 0-2 0,-2 2 2 16,0 0-1-16,-1 3-1 0,1-1 0 0,3 1-2 15,-1 1 1-15,3 0-2 0,-1 2 1 0,1 0-1 16,0 0 1-16,0 2-4 0,1 0 3 0,-1 0-4 16,2-1 3-16,1 0 6 0,0-1-3 0,4 0 3 15,0-1-7-15,4 1 7 0,-2 1-4 0,2 1 5 16,1-1-1-16,1 0 0 15,0-1-1-15,2 0 0 0,1-1 0 0,0 1 1 16,2 0 0-16,0-1-1 0,0 0 1 0,2-1 5 0,0-1 1 16,3 1 2-16,0-2 4 0,0 1-8 0,2-1 8 15,1 1-8-15,2 0 8 0,0-1 3 0,0 1-6 16,2-1 4-16,1 0-6 0,0 0 1 0,1-1 2 16,-1 0 0-16,-1-1-1 0,1 0-5 0,-1 0 3 0,0 0-2 15,0-1 9-15,0-1-5 0,0 1-5 0,-1-2-1 16,1 0-41-16,0 0-72 0,1-1-9 0,2-2-29 15,1-1-106-15,2-2-210 16</inkml:trace>
  <inkml:trace contextRef="#ctx0" brushRef="#br0" timeOffset="125011.17">1829 7715 214 0,'0'0'30'0,"0"0"-39"16,0 0-15-16,0 0-62 0,0 0-1 0,0-1 73 0</inkml:trace>
  <inkml:trace contextRef="#ctx0" brushRef="#br0" timeOffset="127865.93">1721 7616 1874 0,'-1'0'139'0,"1"0"-18"15,0 0 0-15,-17 6-44 0,17-6-71 0,0 0-6 16,0 0-2-16,0 0 0 0,0 0-6 0,0 0 10 16,0 0 1-16,-1 0 4 0,0 1-1 0,1-1-3 0,-1 1-3 15,1-1 2-15,0 1-1 0,-1-1 13 16,1 1-1-16,-1-1 6 0,1 0-4 0,-1 1 13 15,1-1-1-15,-1 1 6 0,1-1 2 0,-1 0-1 16,1 0 2-16,0 0 0 0,0 0 8 0,0 0-13 16,0 0 0-16,0 0-6 0,0 0-14 0,0 0-1 15,0 0-4-15,0 0 4 0,0 0-4 0,0 1-7 0,0-1 6 16,0 0-6-16,0 1 7 0,0-1-2 0,0 0-2 16,0 0 2-16,17 7 1 0,-17-7 7 0,1 0-2 0,-1 0 4 15,17 0 2-15,-17 0 2 0,0 0 2 16,17 0-1-16,-17 0-2 0,0 0-5 0,0 0 3 15,20 1-4-15,-20-1 2 0,0 0-9 0,1 0 2 16,21 3-4-16,-22-3-2 16,0 0 3-16,20 5 1 0,-20-5 1 0,1 0-3 0,18 7 2 15,-19-7-7-15,0 0 5 0,22 7 1 0,-22-7-3 16,0 0 4-16,20 9-4 0,-19-9 6 0,-1 0-6 16,22 7 0-16,-22-7 0 0,17 4 5 15,-9-3 2-15,4 0-1 0,-1 1 2 0,0-2 1 16,0 1-8-16,-1 0 3 0,1-1-4 0,0 1 6 0,-1-1-7 15,2 1 3-15,-2 1-4 0,0-1 10 0,0 1-6 16,0 0 4-16,-1-1-4 0,2 0 6 0,-3 0-3 0,2 1 2 16,-1-1-2-16,1 0-3 15,1 0 6-15,1 0-5 0,0-1 5 0,1 1-7 0,-1-1-1 16,1 1 1-16,-1 0-1 0,1 0-2 0,-1 0 0 16,1-1 3-16,-1 1 0 0,0 0 4 0,-1 1-3 15,0 0-2-15,0-1 0 0,-2 0-4 0,0 0 8 16,1 0-6-16,0 0 7 0,-2 1-6 0,3 0 0 15,-1 0 3-15,0 0-2 0,1 0 3 0,0 0 0 16,-1 0 1-16,1-1-1 0,0 1-5 0,0-1 2 16,-1-1-4-16,0 1 5 0,1-1 4 0,0 0-5 15,0-1 0-15,0 1-2 0,0-2 0 0,-1 2 6 16,0-1-2-16,1-1 3 0,-1 1-6 0,2-2 4 16,0 2 0-16,1 0 2 0,1 0-8 0,0 1 3 15,-1-3 1-15,0 2 2 0,-1 0 0 0,1 0 0 16,-1 1 1-16,0 0-1 0,0 0-2 0,-1 0 4 0,2-1-5 15,-2 0 5-15,1 0-5 0,0 0 0 16,0 0 0-16,1 0 0 0,2 0-1 16,1 0-1-16,0-1 4 0,1 0-2 0,-2 0-1 0,0 1 5 15,0 0-6-15,-2 0 6 0,1 1-6 0,-1-2 3 16,-1 2 0-16,-1-1 1 0,1 1-7 0,0-1 4 16,1 0 1-16,1 0 1 0,1 1 1 0,1-3 5 15,1 2-5-15,0-2 7 0,0 0-8 0,-1 1 4 0,0-1-3 16,0 1 3-16,-1-1-4 0,0 1-1 15,-2-1 4-15,1 1-3 0,-1 0 5 0,0 0-2 0,4 1-1 16,-2 0-1-16,3 1-2 16,-3 0 1-16,1 0-2 0,0 0 2 0,0 0 4 0,0-1-5 15,-1 0 3-15,0 1-4 0,0-1-1 0,0-1 2 0,0 1-2 16,0-1 2-16,2 1 2 0,0-1 0 0,2 1 0 16,-1 0 0-16,0-1-2 15,-2 1 2-15,1 0-2 0,-1 0 0 0,-1 0 6 0,0 0-1 16,-1 1-1-16,0 0 1 0,1 0-6 0,0 0 0 15,3 1 1-15,-1-1 1 0,1 1 7 16,1 0-9-16,-1 0 4 0,-1-1-6 0,1 1 6 0,-1-1 0 16,0 0 0-16,-1-1 0 0,1 0-1 0,1-1 3 15,1 0-4-15,2 1 4 0,0-1-7 0,0 0 10 16,-2 0-4-16,0 1 7 0,0-1-2 0,-1 1-7 16,-1 0 10-16,1 0-9 0,-3 1 6 0,2 0-3 15,1 0-2-15,1 0 0 0,1 0-5 0,0 0-1 16,0 0 1-16,0 0 1 0,0 0 3 0,-2 0-1 15,0-1-1-15,-2 0 1 0,1-1-1 0,2 1 1 16,0-1-1-16,2 1 2 0,0 0-3 0,0 0 0 16,-2 0 1-16,0 1 0 0,-2 0-1 0,1 0 3 15,-1 0 0-15,-1 1 1 0,0 1-5 0,2-1 4 16,0 1-3-16,2 0 6 0,0-1-4 0,-2 1-2 16,2-1 0-16,-4 0-1 0,2 0 3 0,0 0-1 15,1-1 4-15,-2 0-3 0,0 0 2 0,1 0-3 16,2-1 0-16,1 1-1 0,0 0 0 0,-1 0 0 15,0 0 2-15,-1 0-1 16,-1 0 3-16,-1 1 0 0,1 0-2 0,-2 0 2 0,0 0 1 16,3 0 4-16,0 0-3 0,3 1 3 0,0-1-4 0,-2 0-3 15,0 0 7-15,0-1-6 16,0 1 1-16,0-1 2 0,-2 0-6 0,3 0 4 0,0 0-5 16,3 0 6-16,0 0 1 0,0-1 2 0,-1 1-1 15,-1 0-6-15,-1 0 3 0,0 0-3 0,-2 0-1 0,3 0 1 16,0 1 0-16,1-1 2 0,1 0 4 15,-2 1-5-15,1-1 0 0,-2 1-1 0,0-1-1 0,-1 0 1 16,-1 1-2-16,0-1 1 0,1 0 1 0,2 0 2 16,-1-1 1-16,1 1 0 0,-2 0-2 15,0 0-2-15,0 0 2 0,-3 0-1 0,0-1-1 0,0 1 5 16,-2 0-3-16,0 0 5 0,0 1 4 0,2-1-10 16,1 1 8-16,-2 0-8 0,1 0 10 0,-2 0-6 15,0 0-4-15,-1 0 2 0,1-1 3 0,-2 1-2 16,0-1 2-16,1 0-4 0,-2 0-5 15,1 0 10-15,-1 0 0 0,2 0 6 0,2 0-3 0,-1 0 1 16,1 0-2-16,-1 0 2 16,-1 0-2-16,-1 1-1 0,0-1 0 0,0 0-1 0,-1 0-5 0,0 1-1 15,0 0 5-15,-1 0-3 0,0 0 9 0,-2-1-12 16,2 0 0-16,-1 0-3 0,1 1 12 0,1-1-4 16,0 0 7-16,0 1-6 0,-1-1 11 0,1 0-13 15,-1 0 7-15,-2 0-8 16,1 0 9-16,-1 1-2 0,0-1-6 0,-1 0 3 0,-1 0-7 15,0 1 6-15,-1-1 0 0,-6 0 3 0,1 0-1 0,-1 0-8 16,19 5 1-16,-19-5-2 0,0 0 5 0,1 0-3 16,-1 0-2-16,0 0-4 0,1 0-35 0,-1 0-66 15,1 0-11-15,-1 0-28 16,0 0-127-16,0 0-381 0</inkml:trace>
  <inkml:trace contextRef="#ctx0" brushRef="#br0" timeOffset="130988.97">1721 8423 1561 0,'0'0'252'0,"-1"0"-80"0,1 0 123 15,-17 1-191-15,17-1-11 0,0 0-13 0,0 0-26 16,0 0 3-16,0 0-9 0,-1 1-6 0,-16 7-4 15,17-8-3-15,0 0 0 0,0 1-6 16,0-1 6-16,-9 17-2 0,9-17 5 0,0 0 5 0,0 1 6 16,-9 18 0-16,9-19 4 15,0 1 9-15,-9 17 4 0,9-18 5 0,0 0-4 0,-10 22-4 16,5-15-7-16,0 1-6 0,2 2 0 0,1-2-20 0,-3 2-3 16,2-2-6-16,-1 2 2 0,-1 0-23 15,3-1 4-15,-2 2-1 0,2-2 2 0,-1-1-3 0,-1 3 0 16,2 0-2-16,0 1 0 0,0 0 1 0,0-1 1 15,0 1 0-15,0 0 1 0,1-1 3 16,1 0-6-16,-2 0 5 0,1-2-5 0,1 1 7 16,-2 0 2-16,2-1-1 0,-1-1 1 0,0 2-2 15,0-1 0-15,0 0-2 0,0 1 1 0,-2-2-5 16,2 0 4-16,0 2-1 0,-1 0 2 0,0 1-6 0,1 1 2 16,-1-1-1-16,1-1 2 0,0 1 2 0,0-2-5 15,0 0 4-15,0 0-4 0,1 0 4 0,0-2-7 16,0 0 3-16,0-1-3 0,0 0 11 0,1 1-5 15,-1-1 2-15,0 1-2 0,0 0-1 16,1-1 5-16,-1 0-6 0,0-6 5 0,0 1-3 0,0-1-3 16,1 18 6-16,-1-18-5 0,0 1 6 0,0-1-3 15,0 1-2-15,1 15 0 16,-1-16 1-16,0 0 10 0,0 1-4 0,0-1 4 0,0 1-13 0,0-1 4 16,0 1-1-16,0-1 1 0,0 0-4 0,3 18 8 15,-3-18-6-15,0 0 7 16,0 0-2-16,0 0-7 0,0 0 5 0,0 0-5 0,0 0 6 15,0 0-3-15,0 0 4 0,0 0-3 0,0 0 4 0,0 0 1 16,0 0-5-16,0-1 4 0,0 1-8 0,0 0 0 16,0-20 3-16,0 20-3 15,0 0 0-15,2-18 0 0,0 10 0 0,-1-1 0 16,0 0 0-16,0-1 0 0,0 0 0 0,1-1 0 16,-1 0-4-16,0-2 3 0,-1-1-1 0,1-1 1 0,1 0 0 0,-2-1-3 15,2-1 2-15,-1 0-1 16,1 0 3-16,-1 0 0 0,3 0-3 0,-1-1 1 15,1-2-9-15,1 1 12 0,0-1-5 0,1 2 7 16,-1-1-4-16,1 2-6 0,-2 1 6 0,1 2-6 0,0 0 6 16,-1 2 5-16,1-2-1 0,-2 3 3 0,-1-1-7 0,1 1 2 15,-1 0 0-15,1 1 2 0,0 0-3 0,1 0 2 16,-3 2-1-16,3-1 1 0,-3 1-3 0,1 1 2 16,0 1-1-16,-2 0 3 0,0 6 0 0,0 0-1 15,0-1-1-15,0 1 0 16,1-18-1-16,-1 18 3 0,0 0 0 0,0 0 0 15,0 0-3-15,0-1-1 0,0 1 0 0,0-1 0 0,0 1-1 16,0 0 0-16,0 0-3 0,0 0 1 0,0 0-4 16,-1 0-5-16,1 0 4 0,0 0-5 0,-1 0 1 15,0 0 1-15,1 0 1 0,0 1 1 0,-16 18 11 0,16-19-1 16,0 0-4-16,-7 20 1 16,7-20-6-16,-4 16 9 0,1-7-3 0,0-1 3 15,1 2-3-15,-1 0 2 0,0-1-1 0,2 0 1 16,-1 0 0-16,1 0-2 0,1 0 2 0,-1 1-1 15,0-2 3-15,0 0-3 0,0 0 2 0,0 0-2 0,-1 0 1 0,1 1-1 16,-1 0-2-16,1 0 2 0,-1-1 3 0,2 0-13 16,-1-1 2-16,1-1-12 15,0-6-52-15,0 0-72 0,0 0-13 0,0 1-22 16,0-1-92-16,0 1-119 0,0-1-44 0</inkml:trace>
  <inkml:trace contextRef="#ctx0" brushRef="#br0" timeOffset="134127.34">5526 3065 1214 0,'-3'-5'86'0,"3"5"-22"0,0 0 1 0,0 0-23 16,0 0-45-16,0-1 1 0,0 1-3 0,0-1 0 16,0 1-11-16,0-1-10 0,-1 1 3 0,1-1-5 0,-1 1 4 15,1-1 12-15,-1 1 7 0,1 0 2 0,0-1 30 16,0 1 19-16,0-1-3 0,0 1 10 15,0 0 8-15,0 0 6 0,0 0-5 0,0 0 4 16,0 0-12-16,0 0-8 0,0 0-1 0,1 0-3 16,-1 0-16-16,1 0-9 0,17 0-1 0,-18 0-2 15,1 0-12-15,-1 0 4 0,20 3-3 0,-20-3 2 16,1 0-5-16,17 4 0 0,-18-4 0 0,0 0 0 16,20 3-2-16,-20-3 4 0,0 0-1 0,17 2 3 15,-17-2-3-15,0 0 10 0,19 3-5 0,-19-3 6 16,1 0-5-16,19 2 5 0,-19-2 4 0,-1 0 0 15,22 1-2-15,-21-1 1 0,0 0-1 0,21 1 2 16,-22-1-6-16,1 0-2 0,21 2-4 0,-22-2 2 0,1 0 1 16,19 4-7-16,-20-4 3 0,1 0-5 0,18 3 2 15,-19-3 9-15,1 0-1 0,19 4 4 0,-20-4-4 16,0 0 11-16,22 5-5 0,-21-5 6 16,-1 0-7-16,22 3 0 0,-22-3-4 0,0 0 2 15,25 1-7-15,-15 0 2 0,0-1-1 0,0 2-1 16,1-1-5-16,-1 0 3 0,0 0 4 0,0 0 0 15,0-1 6-15,0 1 1 0,1-1 2 0,-1 0-1 16,1 0 1-16,-1 0-4 0,1 1 0 0,1-1-1 16,0 0-3-16,0 0 1 0,0-1-5 15,-1 1 3-15,2 0-3 0,0-1 1 0,1 0 3 16,0 0-3-16,1 0 3 0,-3 0-7 0,1 1 0 16,-1 0-2-16,-1-1 4 0,1 1 4 0,0 0-1 15,-2-1 1-15,1 1 2 0,0 0-7 0,-1 0 4 16,0 0-4-16,0 0 8 0,1 1-6 0,-2-1 2 0,2 1-5 15,-1-1-2-15,2 1 4 0,-2-1-2 16,2 1 3-16,-1-1-3 0,-2 0 2 0,2 1-2 0,-1 0 2 0,1-1 2 16,0 0-4-16,0 0 5 15,0 0-5-15,-1 0 0 0,2 0 3 0,-2 0-3 16,1 0 5-16,-1 0 0 0,0 1-2 0,0-1 1 0,1 1-1 16,-1 0 3-16,1-1-6 0,1 1 3 0,-1 0-3 15,0 1 3-15,0-1-3 0,-1 0 0 0,0 1-2 16,0-1 6-16,-1-1-2 0,-1 0 1 0,1 1-2 15,-1-1 3-15,0 1-2 0,0 0 4 0,0 0-4 16,-1 0 0-16,-1-1 1 0,2 1-1 0,-3 0 2 16,0 0-4-16,-5-1 3 0,1 0 2 0,-1 0 1 15,19 3 12-15,-19-3-11 0,0 0 4 0,1 0-6 16,-1 0-1-16,19 3 0 0,-19-3 0 16,0 0 0-16,1 0 0 0,-1 0-4 0,1 0 0 0,15 4 0 15,-16-4 1-15,0 0 0 0,0 0-1 0,0 0 0 16,1 0 0-16,0 0 0 0,-1 0 4 15,0 0-1-15,0 0 5 0,17 3 2 0,-17-3-5 0,0 0 5 16,0 0-4-16,0 0 0 0,0 0 0 0,0 0-2 16,0 0-7-16,0 0 6 0,0 0-3 0,0 0 5 15,1 0-1-15,-1 0-4 0,0 0 3 0,0 0-5 16,0 0 0-16,0 0-2 0,0 0 4 16,0 0-3-16,0 0 9 0,0 0-4 0,0 0-1 15,0 0-1-15,0-1 0 0,0 1-1 0,0-1 1 16,0 1-1-16,0 0-2 0,0-1 3 0,0 1-4 0,0 0 2 15,1 0-5-15,-1 0 1 0,1 0 1 0,-1 0 1 16,0 0 4-16,1 0-5 0,-1 0 5 0,1 0-6 16,16-5 4-16,-17 5 3 0,0 0-1 0,1 0 3 15,-1 0-3-15,0 0 2 0,17 3-2 0,-17-3 1 16,0 0-1-16,0 0 0 0,1 0 4 16,-1 0-2-16,18 0-1 0,-18 0 6 0,0 0-6 15,1 0 5-15,-1 0-9 0,0 0 6 0,1 0 0 16,-1 0 2-16,18 1-10 0,-18-1 5 0,0 0 0 15,0 0 3-15,1 0-2 0,-1 0 3 0,0 0-6 16,1 0 3-16,16 3 0 0,-17-3-1 0,0 0 5 0,0 0-4 16,1 0 4-16,-1 0-5 0,1 0 2 0,-1 0-2 15,0 0 3-15,0 0-18 0,1 0-25 0,0 0-5 16,0 0-138-16,-1 0-141 0,0 0-69 0</inkml:trace>
  <inkml:trace contextRef="#ctx0" brushRef="#br0" timeOffset="135378.57">5273 3012 114 0,'-4'-4'336'16,"4"4"-154"-16,0 0 178 0,-1-1-387 0,1 1 4 15,0 0 3-15,-1 0-13 16,1 0 4-16,-1 0-6 0,1 0 15 0,0-1 10 0,-1 1-4 16,0 0 5-16,1 0 3 0,0 0 4 0,0 0 2 0,0 0 0 15,0 0 2-15,0 0 22 0,0 1 3 0,1-1 8 16,0 1 27-16,-1-1 26 0,0 1 1 16,17 7 10-16,-17-8 4 0,0 0-14 0,1 0-2 0,-1 0-4 15,16 0-11-15,-16 0-8 0,0 0-3 0,1 0-4 16,-1 0-16-16,20 1-9 15,-20-1 3-15,0 0-6 0,1 0-1 0,18 6-12 0,-19-6 1 0,0 0-4 16,0 0-2-16,21 11-4 16,-21-11-4-16,1 0 2 0,17 9-2 0,-18-9-1 0,1 0 3 15,21 10-4-15,-21-10-3 0,15 6 22 0,-7-3 1 0,0-1 9 16,2 0 2-16,0-1 9 0,1 1-7 0,0-1 9 16,-1 0-6-16,1 0 2 15,-2 0-1-15,2 1 0 0,-1-2-17 0,0 2 3 16,0-1-6-16,1 0 3 0,-2 1-9 0,1 0-12 0,1 0 7 15,-2 1-7-15,1-1 4 0,2 1 0 0,0 0-4 0,0 1 4 16,2-2 2-16,-1 1-6 0,-1-1 4 0,1 0-4 16,-1 0 1-16,2 0 1 15,-2 0-2-15,1 0 4 0,1-1 2 0,0 1-4 16,-1-1-2-16,0 0 0 0,1 2 3 0,0-2 3 16,2 1 0-16,0 0 1 0,1 1-4 0,0-2 2 15,-2 1-1-15,1 0 1 0,0-1 0 0,2 2-3 16,-1-1 2-16,0 0-2 0,1-1 5 0,1 0-5 0,0 1 4 0,0-2-5 15,0 0-1-15,0 0 6 0,-2 1-5 0,1 0 6 16,-1 2-6-16,0-3 4 16,0 2-4-16,-2-2 3 0,1 0 2 0,-1 0 10 15,1 0 0-15,1 1 3 0,1-1-2 0,-1 0-11 16,0 0 3-16,0 0-5 0,-1 0 5 0,-1 0-5 16,0 0-1-16,1 0 0 0,-2 0 6 0,0 0-7 15,0 0 0-15,1 0-2 0,0 0 1 0,0 0 1 16,0 0 1-16,-2 0-1 0,0 0 0 0,-3 0 0 0,1 0 2 15,-1 0-1-15,1 0-2 0,-1 1 0 0,-1 0-1 16,0 0 0-16,-2-1 3 0,1 1-1 0,-1-1 2 16,-1 0-1-16,1 0-3 0,0 0 5 0,-1 0-5 15,-1 0 6-15,1 0-6 0,-1 0 3 0,1 0-1 0,-1 0 3 16,0-1 3-16,-6 1-7 0,0 0 8 0,1 0-7 16,-1 0 18-16,19-2-11 15,-19 2 1-15,0 0-4 0,0 0 3 0,1 0-11 16,0 0 8-16,-1 0-9 0,0 0 4 0,0 0 1 0,1 0-2 0,0 0 3 15,-1 0-5-15,0 0 3 0,1 0-1 16,-1 0 2-16,0 0-5 0,0 0-3 16,0 0-2-16,0 0 2 0,0 0 2 0,0 0-3 15,0 0 5-15,0 0-4 0,-1 0 2 0,-15 1 5 0,16-1-1 16,-1 0 4-16,-17 0-4 0,18 0 3 0,-1 0-1 16,-20-2 3-16,20 2-4 0,-15 0-2 0,7 0-1 15,-2-2-1-15,0 0 2 0,-1 2-4 0,-2-2-2 16,0 1 1-16,-1 1 2 0,-1-1-2 15,0 2 6-15,-2-1-3 0,-1 0 8 0,-1 0-3 0,0-2-2 16,0 1 0-16,1 0-2 0,1 0 2 16,0 1 0-16,1 0 2 0,0 0-2 0,2 0-2 0,-1 0-3 15,4 2 1-15,-1 0 0 0,2-2-9 0,1 1-11 16,2 1-9-16,0-1-140 0,3 3-283 0</inkml:trace>
  <inkml:trace contextRef="#ctx0" brushRef="#br0" timeOffset="136859.09">7700 7542 1918 0,'0'0'163'0,"0"0"17"0,-1 0 0 0,1 0-83 0,-1 0-74 15,1 0-31-15,0 0-8 0,-1 0 4 0,0 0-9 0,1 0-9 16,0 0 8-16,0 0-7 0,0 0 26 0,0 0 3 16,0 1 0-16,0-1 1 0,0 0 7 0,18 17-4 15,-18-17 7-15,1 0-5 16,0 0 16-16,17 6 14 0,-18-6 3 0,0 0 3 16,16 6 10-16,-16-6-5 0,1 0-1 0,21 6-3 0,-12-3-10 0,0-1-6 15,2 0-2-15,-1-1-1 0,1 0-9 16,-2 1 6-16,2-1-3 0,1 0 3 15,1-1-7-15,-1 0 4 0,0-1-3 0,-1 0 4 16,-1 0-2-16,0-1 0 0,-1 1 1 0,-1-1-2 16,0 0-3-16,-2 0 1 0,0 0 0 0,-1 0 1 15,-6 2 3-15,1 0-3 0,-1 0-1 0,1 0-1 16,-1 0-5-16,0-1-7 0,16-6 1 0,-16 7-4 0,0 0-13 16,0 0-5-16,0 0-2 0,0 0-1 0,0 0-16 15,0 0-6-15,0 0 2 0,-20-5-2 0,20 5 13 16,-1 0 17-16,-21 1-3 0,12 0 7 15,-2-1 5-15,1 1 7 0,-1 1 5 0,0 1 1 16,1-1 10-16,2 1 15 0,0-1-6 0,1 0 9 16,1-1-9-16,1 0-6 0,-1-1 1 0,7 0-4 15,0 0-4-15,0 0-10 0,0 0 1 0,-1 0-4 16,0 0-5-16,1 0-4 0,-1 0-1 0,1 0 1 16,0 0 2-16,0 0 7 0,0 1 0 0,0-1 2 15,0 1 2-15,17 7 4 0,-17-8-4 0,0 0 3 16,23 0-2-16,-13 1-5 0,-2-2 2 0,1 1-2 0,-1 0 6 15,2 0-3-15,-2 2-1 16,1-2-1-16,-1 3-6 0,-1-2 4 0,0 1 0 0,0 0 1 16,-1 1-5-16,-1 0-14 0,0 0-11 0,-5-3-5 15,1 0-81-15,-1 0-127 0,1 0-32 0,17 18-73 16,-18-18-564-16</inkml:trace>
  <inkml:trace contextRef="#ctx0" brushRef="#br0" timeOffset="137459.16">6422 3188 980 0,'0'0'54'0,"0"0"-40"0,0 0-4 0,0 0-28 0,0 0-21 0,0 0 29 15,0 0 4-15,0 1-1 0,0-1 7 16,0 0 0-16,0 0 0 15,0 1 1-15,0-1 6 0,0 1-8 0,0-1 2 0,0 1-2 16,0-1 7-16,0 0-37 0,0 1-37 16,0-1-24-16,0 1-369 0</inkml:trace>
  <inkml:trace contextRef="#ctx0" brushRef="#br0" timeOffset="137548.93">6435 3149 541 0,'0'0'38'0,"0"0"70"15,0 0-95-15,0-1-17 0,0 1-2 0,0-1-7 0,0 1-9 16,-1 0-28-16,0-1-78 0</inkml:trace>
  <inkml:trace contextRef="#ctx0" brushRef="#br0" timeOffset="138442.24">6410 3132 941 0,'0'0'85'16,"0"0"144"-16,0 0-129 0,0 0-17 0,0-1 2 0,0 1-5 16,0-1 5-16,0 1-33 0,0 0 0 0,0-1-13 15,0 1-20-15,0-1-14 0,0 1 2 0,0-1-6 16,0 1 2-16,0-1 2 0,17-12 0 0,-17 13 2 15,0 0 2-15,1 0 5 0,16-1-3 0,-17 1 4 16,0 0 6-16,17 2-3 0,-17-2 2 0,0 0-2 16,22 0 4-16,-22 0 6 0,18 0-3 0,-10-1 3 15,2 0-8-15,2-1-6 0,-2 1-1 0,3-1-3 16,0 0-7-16,1 0 2 0,1 0 0 0,0-1 0 16,0 0-6-16,0 0 4 0,0 0 2 0,-1-1 1 15,2 0 1-15,-1 1-8 0,0-1 1 0,-1 2-2 0,2-2 8 16,-1 1-5-1,0 0 1-15,1-1-2 0,-1 1 3 0,-2-1 5 0,2 0-2 0,-2 0 4 16,-1 0-10-16,1 0 0 0,0 0 2 0,1-1-1 16,-1 0 6-16,1-1 1 0,-1 0-1 15,-1-1 1-15,1 0-2 0,-2 0 6 0,0-1-6 0,0 0 6 16,-1 0 2-16,-1 0-4 0,-2 0 7 0,-1 2-7 16,-1 0 5-16,-1 0 0 0,-1 0 0 0,-1-1 1 15,0 0 0-15,-1 1 1 0,-1-1-5 0,0 1 4 16,0-1-9-16,-2 0-6 15,-1 1 6-15,1-1-4 0,0 1 7 0,-3 0-9 0,2-1 3 16,-2 2-4-16,-1-1 6 0,1 0-4 0,-2 1-6 16,2-1 2-16,-3 1-1 0,0 0-1 0,-1 0 3 0,-1-1-4 15,0 1-4-15,0-1 5 0,-1 0 2 16,0 0 1-16,-1 1 1 0,-1-2 0 0,-1 1-2 0,2 1 2 16,-1 0 5-16,0 1-7 0,0 1 2 0,-2-1-2 15,1 0 2-15,0 2 0 0,0-2 0 0,-1 2 0 16,0-2-3-16,3 1 3 0,-1 1-3 0,2 0 3 15,0 1 0-15,1-2 1 16,0 0-1-16,-1 0 3 0,1-1-1 0,-1 0 0 0,0 1 1 16,1 1-1-16,0-1-2 0,-2 1-1 0,0-1 1 0,-1 1 0 15,0 0 1-15,-1 0 2 0,1 1-5 0,0 1 3 16,1-2-6-16,-1 1 4 0,1 0-1 0,1 1 1 16,0 0-1-16,1 0 5 0,-1-1-3 15,2 0 2-15,-1 0-4 0,2 1 0 0,-1 0 2 16,0 0-1-16,0 0-2 0,2 0 10 0,-1 0-6 15,0 1 8-15,1 0-9 0,0 1 0 0,1 1 0 0,-1 0-1 16,2 0-7-16,-2 1 1 0,1-1 1 0,0 2-1 16,2 2 0-16,-1-1-5 0,1 1 2 0,1 0-2 15,-1 0 5-15,2 0-1 16,1 2 4-16,-2 1-1 0,0-2 8 0,1 1-6 0,0-1-4 0,-1 0 0 16,2 2-2-16,0-1 4 0,-1 2 2 0,1 0-1 15,0 1-3-15,0 1 5 0,1 0-2 0,2 0 4 16,0-1-2-16,1 1-4 15,0-1 0-15,0-1 0 0,1 0 10 0,1-1-4 16,0 1 5-16,0 0-5 0,3 0 0 0,-1 0 2 0,-1 0-3 16,1 1 3-16,-1-1 1 0,0-1-3 0,0 0 1 0,-2-1-2 15,1 1 4-15,0 0 1 0,0-2 1 0,-2 1-1 16,2-1-4-16,0-1 3 16,-1 0-1-16,1-2 3 0,0 0-4 0,0-1 10 0,1 0-4 15,-1 0 6-15,0-1-3 0,2-1-2 0,-2 0 1 16,0-2-4-16,1 0-16 0,0 0-28 0,0 0-10 15,-6 0-9-15,0 0-64 0,1 0-42 0,18-2-8 16,-19 2-15-16,0 0-67 0,0 0-264 0</inkml:trace>
  <inkml:trace contextRef="#ctx0" brushRef="#br0" timeOffset="140039.71">5555 3031 1753 0,'0'0'111'0,"0"0"-49"0,0-1-15 0,0 1-33 16,0-1-64-16,0 1 23 0,0 0 11 0,0 0-5 16,0 0 5-16,0 0 4 0,0 0-1 0,0 0 4 15,20 4 5-15,-20-4-6 0,0 0 4 0,1 0-2 16,17 11 18-16,-18-11 6 0,1 0 0 0,18 8 1 15,-18-8-1-15,14 4 2 0,-7-2-1 0,2 0 2 16,0 0 1-16,-1-1 1 0,3 0-3 16,-1 0 2-16,-1 0 3 0,2 0-2 15,-2 0 6-15,0 1-4 0,0-1 3 0,0 0-10 0,0 1-3 0,0-1 0 16,1 0-4-16,-2 1-1 0,2 0 1 16,-2 0-1-16,0 0 0 0,0 0-4 0,0 0-2 0,-1-1-1 15,0 1-2-15,0 0 4 0,1 0 1 0,1 0 2 16,0-1-6-16,0 0 5 0,0 0-2 0,1 0 2 15,-2-1-9-15,1 1 8 16,0 0-3-16,-1-1 7 0,1 1-8 0,-1-1 7 0,1-1-3 16,-1 0 4-16,-1 1-2 0,1 0 1 0,1 0-1 0,-2-1 0 15,2 1-4-15,-2-1 3 0,1 0-1 0,-1 0 2 16,1 0-5-16,-1 0 3 0,0 0 0 0,2-1 1 16,-2 1 4-16,3-2 0 0,-2 0 2 0,0 0-2 15,-1-1-5-15,1 0 8 16,-1-1-8-16,0-1 8 0,1 1-8 0,1 0 1 0,-1-1 1 0,0 1-1 15,-1 0 0-15,0 1 0 0,0-1-1 16,0 1 1-16,0-1-7 0,-1 2 6 0,1-1-3 0,-1 1 4 16,-2 0-6-16,2 0 2 15,-7 3 6-15,0 0-2 0,0-1 6 0,1 1-2 0,16-14-1 16,-17 14 0-16,0-1 4 0,0 1-5 16,11-16 5-16,-11 16-4 0,0-1 4 0,6-17-4 15,-6 18-2-15,0 0 0 0,5-18 0 0,-5 18 1 0,0 0 2 0,3-20-1 16,-3 20 2-16,0 0-6 0,2-22 1 15,-2 21-2-15,0 1-2 0,-2-23 11 16,2 14-2-16,-3 0 5 0,2 0-12 0,0 0 5 0,-2 1-7 16,2 0 6-16,0-1-4 0,-3 1-3 0,1-1 2 0,0 1-2 15,-1-2 0-15,1 2 0 16,0 0 1-16,0 0-1 0,-2 1 1 0,2 0-1 16,-1 0 0-16,-1-1 0 0,1 1 7 0,-1-1-6 0,0 1 0 15,1-1-1-15,-1 1-1 0,0 1 3 0,0-1 0 16,0 0 2-16,0 0-4 0,0 1 0 0,-1 0-1 0,0 0 1 15,-1 0-3-15,1 0 0 0,-1 1 0 0,-2 1-1 16,1 0-1-16,0 0-3 16,-2 0 6-16,0 1-4 0,0 0 6 0,-1-1-5 15,0 2 0-15,-1-2-1 0,0 1 4 0,1 0-2 0,-2-1 2 0,1 1-1 16,-1 0 4-16,1 0-1 16,0 0 0-16,-1 0-2 0,1 0-3 0,-1 1 2 0,0 0 1 15,0 0 1-15,-1 1-3 0,0 0-6 0,-1 0 2 16,-1 0-1-16,-1 1 2 0,0 0-3 0,2 0 1 15,-1 1 0-15,0-1 9 0,-1 2-3 0,1 0-5 16,-1 0 2-16,0 1 0 0,0 0 3 0,1 1-2 16,-1 0 1-16,0 1-3 0,-1 0 0 0,2 1 4 0,1 0-2 15,0 0 7-15,1 0 1 16,1 0-2-16,1 2 2 0,-2-1-3 0,3 0 1 0,0 2 3 16,0-1-2-16,0 1-2 0,1 0 0 15,-2 1 1-15,2 0-1 0,0-1-5 0,0 2 1 16,0-1 1-16,2 1 1 0,0 0 5 0,0 0-4 15,2 0 1-15,0-1-3 0,2 1-3 0,0-1 5 16,3-1-2-16,0 1 3 0,0-1 7 0,1 1-4 0,0 0-1 16,0 0-1-16,1 0-7 0,-2 0 7 0,1-1-2 15,2 1 4-15,-2-1-1 0,1 1-1 0,1 0-1 0,-1-1-2 16,1 1-1-16,0-1 3 16,1 1 3-16,-2 0-1 0,2 0-1 0,2 1 1 0,-1-1-1 15,1 0 2-15,-1 0 3 0,0-1-3 0,1 0 1 16,0 0-3-16,0-1-1 0,1 1 0 0,-2-1 0 15,0-1 0-15,0 0 2 0,1 1 4 0,0-2-3 16,-2 0 2-16,2-1-3 0,-1 0 0 0,0 0 1 0,0-1 0 16,1-1-1-16,0 0 7 0,0 0-3 0,-5-3 3 15,0 0-5-15,0 0 4 16,19 8-4-16,-19-8 3 0,1 0-5 0,-1 0-8 16,17 6-10-16,-17-6-6 0,0 0-83 0,1 0-110 15,-1 0-28-15,17 9 96 0,-17-9 1363 0</inkml:trace>
  <inkml:trace contextRef="#ctx0" brushRef="#br0" timeOffset="148589.51">7718 7481 595 0,'0'0'466'0,"0"0"-160"0,0 0 226 16,-1 0-459-16,1 0-20 0,-17 5-40 0,17-5-9 15,0 0 5-15,0 0-4 16,0 0-2-16,-1 0 3 0,1 0-6 0,-1 0 5 16,1 0 3-16,0 0 4 0,-1 1 4 0,0-1-1 15,1 1-1-15,0-1 5 0,0 1 1 0,-10 16 3 16,10-17 14-16,0 0-9 0,0 0 5 0,0 0-6 0,0 0 3 15,0 1 1-15,0-1 0 0,0 1 1 0,-1-1-9 0,0 1-3 16,-6 15-5-16,7-16 3 0,0 0-6 16,0 0 5-16,0 0 0 0,0 0 1 0,0 0 4 15,0 0-3-15,0 1 2 0,0-1-3 16,0 1 0-16,0-1-6 0,0 0 6 0,0 1-6 16,1 15 7-16,-1-16 3 0,0 0-3 0,0 0 4 15,0 1 1-15,1-1-5 0,11 17 0 0,-12-17-3 16,1 0-6-16,-1 1 6 0,16 12 0 0,-16-13 0 15,1 0-5-15,-1 0 1 0,20 11 0 0,-20-11 1 16,0 0 8-16,17 6-1 0,-17-6-1 0,0 0 1 16,18 5-2-16,-18-5 2 0,0 0-1 15,19 3 0-15,-19-3-1 0,0 0-1 0,21 3 2 16,-20-3-3-16,-1 0 0 0,23 1-6 0,-23-1-2 0,0 0-1 16,22 0-4-16,-21 0-2 0,-1 0 3 0,24 2-3 15,-24-2 5-15,1 0 1 0,21 3-4 0,-21-3 2 16,-1 0-5-16,21 2 3 0,-21-2 1 0,0 0-2 0,22 1 1 15,-22-1 0-15,0 0 5 16,20 1-3-16,-20-1-1 0,0 0 0 0,23 0 0 16,-23 0 0-16,1 0-4 0,21-2 3 0,-22 2-3 0,1 0 4 15,20-2 0-15,-21 2 1 0,0 0-2 0,19-1 1 16,-19 1-4-16,0 0 3 0,0 0 1 0,21-2 0 16,-21 2-3-16,0 0 5 0,0 0 1 0,17 0 1 15,-17 0 5-15,1 0-4 0,-1 0 0 0,21-1-1 16,-21 1 1-16,0 0-2 0,18-2-2 15,-18 2 1-15,1 0-4 0,16-3 1 0,-17 3-3 0,0 0 1 0,17-2-4 16,-17 2 4-16,0 0 2 0,0 0 0 0,20 0-1 16,-20 0-1-16,0 0 0 15,0 0 0-15,2 0-1 0,16 1 4 0,-18-1-4 16,0 0 5-16,0 0 3 0,1 0-7 0,-1 0 5 16,18 3-6-16,-18-3-2 0,0 0-1 0,1 0 3 0,-1 0 0 15,0 0 2-15,1 0 2 0,-1 0-6 0,1 0 3 0,-1 0-8 16,0 0-4-16,1 0-16 15,-1 0 1-15,1 0-94 0,0 0-111 0,-1 0-30 16,17 8-49-16,-17-8-333 0</inkml:trace>
  <inkml:trace contextRef="#ctx0" brushRef="#br0" timeOffset="150958.44">2129 8886 646 0,'0'0'404'0,"0"0"208"0,0 0 0 16,0 0-479-16,0 0-100 0,0 0-32 0,0 0-1 16,0 0 7-16,0 0 1 0,0 0-2 0,0 1-6 15,0-1 4-15,0 1-2 0,0-1 2 0,-3 17-1 0,3-17 0 16,0 0 0-16,0 0-21 0,0 0-7 0,-12 21-9 15,7-13-51-15,-2 0-19 16,-1 2-4-16,0 1-6 0,1 1-22 0,-4-1-92 0,2 1-60 16</inkml:trace>
  <inkml:trace contextRef="#ctx0" brushRef="#br0" timeOffset="151716.34">2388 8487 1361 0,'0'0'216'0,"0"0"169"16,0 0 88-16,-1 0-309 0,-18 6-142 0,19-6-10 16,0 0-5-16,0 0-1 0,0 1-12 0,0-1-9 0,0 0 3 15,7 17-3-15,-7-17 11 0,0 0 5 0,20 8 1 16,-11-5 2-16,0-2 5 0,3 2-1 0,-2-2 3 16,1 1-3-16,-1-1 5 15,0 0 1-15,-1 0 8 0,1 0-4 0,0 1 15 16,-2-1 11-16,0 1-7 0,-2 1 7 0,2 0-11 0,-3 0-2 15,1 1-3-15,-1 0 1 0,-1 0-13 0,-4-4-6 16,0 0 4-16,1 1-5 0,-1-1 6 0,8 18 5 0,-8-18-3 16,0 0 4-16,-1 19-4 0,1-19 5 0,-1 0-3 15,-10 20 2-15,5-12-14 16,-1 2 3-16,-1 1-4 0,-1 0 4 0,0-1-8 0,-2 2 3 16,0-1-3-16,-1 0 3 0,0 1-2 15,1-2 2-15,0 1-2 0,1-2 1 0,-1 1-2 0,1 0-2 16,1-1 6-16,1 1-5 0,1-1 4 0,1 0-5 15,1-2-5-15,5-7 1 0,0 0-3 0,0 1-3 16,0-1 3-16,0 1-3 0,0-1-3 0,-3 17 11 16,3-17-5-16,0 0 7 0,0 0 5 0,1 0 1 15,19 6 3-15,-20-6-3 0,1 0-4 16,18 1 6-16,-11-1-3 0,1 1 4 0,0-1-10 0,0 1 1 16,1 0 1-16,0 0 1 0,-1 0 0 15,1-1-2-15,-2 1 0 0,1 1-1 0,-2-1-1 0,-1 2 3 16,0-1-1-16,0 2 1 0,-1-2-2 0,-5-2-59 15,1 0 1-15,-1 0-26 0,1 0-42 0,17 7-43 16,-18-7-4-16,0 0-16 0,1 0-42 0,16-8-83 16,-17 8-34-16</inkml:trace>
  <inkml:trace contextRef="#ctx0" brushRef="#br0" timeOffset="152394.15">2650 8357 2169 0,'0'0'140'0,"-1"0"280"0,0 0-341 0,1 0-57 0,-1 0 2 16,1 0-24-16,0 0-16 0,-1 0-12 16,0 1 6-16,1-1-8 0,0 1 9 0,0-1-4 15,1 1-1-15,16 15 1 0,-17-16 10 0,1 0 10 16,19 1 4-16,-20-1 1 0,0 0 17 0,20 3 2 16,-20-3 3-16,1 0-1 0,19 3 7 0,-20-3 0 15,0 0-1-15,21 1 0 0,-20-1-8 0,-1 0-1 16,22 1-8-16,-22-1 5 0,1 0-8 0,21 2-1 15,-22-2 3-15,17 0-4 0,-16 0-3 0,15-1 4 16,-7 1 2-16,0 0-1 0,-2 0-1 0,0 0-3 16,-1 0-3-16,-6 0 3 0,0 0 5 0,1 0 4 15,0 0 2-15,15 2 1 0,-16-2 2 0,0 0 10 16,0 0-1-16,0 0 5 0,0 0 2 0,0 1-3 0,0-1 0 16,0 1-2-16,0-1-6 15,7 18-2-15,-7-18-5 0,0 0 3 0,0 1-9 16,-4 20 2-16,4-21-1 0,0 0 1 0,-6 22-5 15,4-12 3-15,-1 1 0 0,0 0 1 0,0 0 3 16,-1 1 3-16,0 1 5 0,0 0-2 0,-1 2 11 0,1 0-13 0,0-1 2 16,0 0-5-16,-1 0 1 0,0 1-7 15,0 1 0-15,2 1-1 0,-2 1-6 16,3 0 5-16,-2-1-2 0,0 1 1 0,1 1-9 0,-1 0 10 16,1-1-6-16,-1 1 7 0,2 0-7 0,-1-2 3 15,2 1 0-15,-2 0 4 0,0-1 2 0,1 0-1 16,-1 0 3-16,3-2-2 0,-1 0 9 0,0 0 4 15,1-1-4-15,0-1 2 0,-1-2-15 0,1-1-2 16,-1 0-1-16,0-1-1 0,1-1-5 0,0 0 7 16,-1 1-1-16,-1-2 4 0,1 1-8 15,1-8 2-15,0 0-7 0,0 1 4 0,-1 18-2 0,1-19-48 16,0 1-6-16,0-1-21 0,0 1-78 0,0-1-96 16,0 0-11-16,0 1-42 0,0-1-166 0</inkml:trace>
  <inkml:trace contextRef="#ctx0" brushRef="#br0" timeOffset="152984.67">3206 8925 2327 0,'0'0'286'0,"0"0"-147"15,0 1-34-15,-7 17-24 0,7-18-50 16,0 0 1-16,-2 18-4 0,2-9-1 0,-1-1-22 16,0 2-15-16,-1 1-19 0,-1 1-8 0,0 1-143 15,-2 1-261-15,-1 1 816 0</inkml:trace>
  <inkml:trace contextRef="#ctx0" brushRef="#br0" timeOffset="157426">3679 8498 1832 0,'0'0'358'16,"0"0"-126"-16,0 0 174 0,-1 0-357 15,0 0-14-15,1 0-30 0,-1 0-12 0,1 0 5 0,0 0-6 16,0 0 1-16,-1 0 1 0,1 0 2 0,0 0-1 16,0 0 9-16,1 0-2 0,18 0 6 0,-19 0-3 15,1 0 5-15,19-4 10 16,-20 4-7-16,0 0 9 0,20-3-7 0,-20 3 7 0,0 0-4 0,18 1 3 15,-18-1-4-15,0 0 5 0,17 6-1 0,-17-6 1 16,0 0-14-16,0 0 7 0,21 13 1 16,-21-13 2-16,1 1-1 0,-1-1 0 0,18 16-7 15,-18-16 5-15,0 1-4 0,0-1 4 0,7 22 1 16,-7-22-1-16,0 0 12 0,-2 22-6 0,-2-13 1 0,0 0-5 16,-1 0-2-16,-2 1-4 0,0 0 4 15,0 0-4-15,-1 1-4 0,0 0 4 0,0 0-4 0,-1 0 3 16,0 0-7-16,-1-1 4 15,0 0-3-15,1-1 2 0,-2 1 0 0,1 0 17 0,1-2-4 0,1 1 7 16,0-1-6-16,0 1-3 0,1-1-2 0,-1 0 0 16,2 0-3-16,1 0-6 15,-2-2 1-15,2 1-4 0,0-1 0 0,0-2-7 0,2 1 4 16,-2 0-5-16,3-1 11 0,2-4-2 0,0 0 5 16,0 1-5-16,0-1 4 0,-1 0-5 0,1 1-3 0,-7 15 0 15,7-16-2-15,0 0 4 16,0 0-2-16,1 0 2 0,-1 1-2 0,0-1-2 0,18 14 6 15,-18-14-5-15,1 0 1 0,16 9 0 16,-17-9 0-16,1 0 3 0,19 6-1 0,-20-6 0 16,15 5-1-16,-5-2 0 0,-1-1 4 0,2 0-4 15,-1 0 2-15,-1 0-3 0,2 0 4 0,-1 0-1 0,0 0 1 16,0 0-2-16,-1 0-2 0,0 1 3 0,0-1-2 16,-1 1 2-16,1-1 0 0,-3 0-3 0,1 0-8 0,-2-1-3 15,1 0-51-15,-6-1-24 0,1 0-5 0,-1 0-8 16,16 1-37-16,-16-1-42 0,0 0-10 0,1 0-17 15,0 0-97-15,17-9-297 16</inkml:trace>
  <inkml:trace contextRef="#ctx0" brushRef="#br0" timeOffset="157864.07">4260 8812 2329 0,'-3'6'395'0,"0"-2"-179"15,3-4 12-15,0 0-87 0,0 1-111 0,-1-1-13 0,-9 21-3 16,10-21-2-16,0 0-1 0,0 23-7 0,0-14 0 15,1 0-3-15,-1 1 0 0,0-1-1 0,0 0 2 16,-2 0-2-16,0 0-6 0,0 0 4 0,-1 0-3 16,-1-1 4-16,-1 1 0 0,-2-1-33 15,1 1-9-15,-2-1-14 0,0 0-81 0,-2 1-138 16,0-1-44-16</inkml:trace>
  <inkml:trace contextRef="#ctx0" brushRef="#br0" timeOffset="159945.09">8471 7601 1671 0,'0'0'143'0,"0"0"28"0,0 0-2 0,0 0-78 16,0 0-60-16,0 0-32 0,0 0-2 0,0-1 3 15,0 1-4-15,0-17 1 0,0 17 3 0,0 0 0 16,0 0 6-16,0 0 0 16,0 0 5-16,0 0 2 0,0-1 43 0,0 1 26 15,0-1 0-15,1 1 9 0,-1 0 4 0,1-1-1 16,15-7 0-16,-16 8-2 0,0 0-21 0,0 0-13 16,18 5-4-16,-18-5-4 0,1 0-20 0,20 5-13 0,-12-2 0 15,0-1-5-15,2 0-6 0,-1 1-1 0,0-1 0 0,1 1 0 16,0 0-5-16,-1-1 8 15,1 1-7-15,-1-1 8 0,2 0 0 0,-2 0 4 0,2 0 0 16,-1-1 1-16,1-1 2 0,-2 1-3 0,2-1 3 16,-1 0-4-16,3-1 3 0,-2 0-8 15,1 0 8-15,-1-1-8 0,1 1 2 0,-2 0 1 16,0 0-6-16,-1-1 5 0,0 2-4 0,-2-1-1 16,0 1-1-16,0-1 0 0,-1 1 3 0,-1 0-3 0,0 0 2 0,-1 0-2 15,-5 0 1-15,1 0 1 16,0 0 1-16,-1 0 2 0,16-1 7 0,-16 1 2 15,0 0 0-15,0 0 1 0,0 0 7 0,0 0 0 16,0 0 4-16,0 0-2 0,0 0 0 0,0 0-13 16,0 0-3-16,0 0-3 0,0 0-2 0,-1 0-13 15,1 0 4-15,-22-5-9 0,22 5-4 0,-16 0 9 16,7-1-7-16,-2 0 7 0,-2 1 0 0,-1 0 2 16,-1 0 1-16,-2 0-1 0,0 0 5 0,-1 0 2 15,-1 0-1-15,2 0 0 0,-1 0-1 0,2 0 6 0,-1 1-1 16,2-1 2-16,1 1-4 0,0-1-5 0,1 1 4 15,1 0-3-15,1 1 7 0,1-2-4 0,1 1 1 0,2 0-2 16,0 0-1-16,7-1 2 16,0 0 0-16,-1 0 0 0,0 0 1 0,1 0-1 15,0 0 0-15,-1 0 0 0,1 0 0 0,0 0-3 16,-1 0-1-16,0 0-2 0,1 0 4 0,0 0 4 0,0 0-3 16,1 0 4-16,0 0 0 0,18 1-1 0,-19-1 7 15,16 0-6-15,-7 0 1 0,2-1 1 0,1 1-5 0,1 0 3 16,0 0-4-16,1 0-1 15,1 1 2-15,-2-1-1 0,2 0 2 0,-2 0 0 16,1 1 0-16,1-1 0 0,-1 1 1 0,2 0-3 16,-1 0 0-16,-1-1-1 0,1 1 2 0,-2-1-1 15,0 1 2-15,0-1-2 0,-1 1 3 0,0-1 0 16,-1 0-3-16,-1 0 3 0,1 0-2 0,-2 0 5 16,0 1 1-16,-2-1 0 0,-7 0-3 0,1 0 0 0,-1 0 2 15,17 0-1-15,-17 0-2 0,0 0 2 0,0 0 2 16,0 0 0-16,0 0 7 0,0 0-8 15,0 0-6-15,0 0 2 0,0 0-9 0,0 0-2 16,0 0 4-16,0 0-3 0,0 0 9 0,-22-5-1 16,13 4 1-16,-2 0-2 0,-1 0 0 0,-1 0 0 15,0-1-3-15,-2 1 2 0,0-1-4 0,-1 1 5 16,0 0 0-16,-2 1 0 0,-1-1-6 0,2 1 2 16,0-1 2-16,1 1 1 0,1-1 3 0,2 1-2 15,1 0 0-15,2 0 0 0,0 0 1 0,2 0 1 0,1-1 0 16,1 1 1-16,6 0-1 0,-1 0 1 0,1 0-1 15,-1 0 2-15,-15-1-2 0,16 1 1 0,0 0 2 16,0 0-1-16,0 0-4 0,0 0 3 16,0 0-3-16,0 0 3 0,0 0-9 15,0 0 5-15,1 0-5 0,-1 0 6 0,23 2 0 0,-11-1-1 16,1-1 3-16,4 0-2 0,0 0 3 0,1-1 2 16,2 0-3-16,0 1 3 0,0-2-4 0,2 1 3 15,-3 0 1-15,0-1 0 0,0 1-1 0,-2 1 0 16,0 0-1-16,-1 0 1 0,-1 0 0 15,-2-1-1-15,-3 1 2 0,0 0-2 0,-2 1-1 0,-1-1 0 16,0 1-1-16,-7-1 1 0,0 0 5 0,1 0-8 16,-1 0 1-16,0 0-2 0,1 0 2 0,0 0-1 15,-1 0-4-15,0 1 0 0,0-1 0 0,0 1-4 16,0-1 5-16,0 0-5 0,0 1-5 0,-23 14 8 16,15-12-5-16,-1-1 7 0,-2 0 0 0,0 0-5 15,0 1 8-15,0-1-7 0,1 0 7 16,-1 1-3-16,2-1-6 0,0 0 1 0,1 0-30 0,0-1-25 15,1 2-9-15,1-1-6 0,-2 0-61 0,2 0-141 16,-1 0-47-16,-2 0-72 0,0 1-598 0</inkml:trace>
  <inkml:trace contextRef="#ctx0" brushRef="#br0" timeOffset="161742.21">4642 8456 1537 0,'-5'-2'146'0,"-1"0"62"0,0-1 16 0,0 0-49 0,1 1-48 16,-5-3-56-16,6 2 3 0,0 1-9 0,4 2-6 16,-1 0-22-16,0 0 8 0,1 0-12 0,-18-5 14 15,18 5-10-15,0 0-2 0,-1 0-2 0,1 0-12 16,-1 0-11-16,1 0 3 0,0 0-5 16,0 0 12-16,0 0 11 0,0 0-4 0,0 0 5 15,0 0-10-15,17 10 12 0,-9-8-2 0,1-1 5 16,1 2-5-16,1-1 2 0,-1 0-6 0,0 1 3 15,0-2-15-15,0 1-6 0,1 1 4 0,-2 0-6 16,1 1-2-16,-1 0 2 0,-1 0-4 0,1 1 5 16,-1 0 0-16,-2 1-2 0,1-1 5 0,0 0-4 0,-2 0 0 15,-1 0 5-15,-1 1-6 16,0 0 7-16,-1 0 0 0,0 0-17 0,-2 1 7 0,-2 1-10 0,0 1 3 16,-4 0-10-16,2 1 5 15,-3 0-5-15,0 0 10 0,-1 1 6 0,1 2-8 0,-2-1 7 16,0 1-6-16,-1 0-12 0,-1-1 9 0,0 1-10 15,-1 0 5-15,0-1 3 0,0 1 2 0,1-1 2 16,0-1 10-16,-1 0 2 0,2-2-1 0,2-1 1 16,0 0-1-16,1 0 0 0,1-3-3 0,2 0 3 0,4-5-4 15,0 0 8-15,0 1-5 0,-1-1 5 0,0 1-2 16,1-1-8-16,0 1 5 0,0-1-6 16,0 0-1-16,0 1 1 0,1-1 1 0,0 1 1 0,19 12 11 0,-12-13-11 15,1-1 8 1,1 1-8-16,0 0 4 0,-1 0 6 0,1 1-9 15,-1-1 8-15,1 1-5 0,0-1-4 0,2 1 1 0,-2 0-2 16,0 0 0-16,0 0 0 0,-1 0 2 0,1-1-2 16,-1 2-15-16,1-1-102 0,-1 0-6 0,2 0-41 0,1-1-100 15,0-1-106-15,1-1-27 0</inkml:trace>
  <inkml:trace contextRef="#ctx0" brushRef="#br0" timeOffset="162575.16">5146 8555 2469 0,'0'0'210'0,"0"0"-97"0,0 0-28 0,0 0-14 16,0 0-62-16,0 0 3 0,0 0-8 0,0-1 5 15,-6-17-21-15,6 18 4 0,0 0 2 0,4-23 2 16,-4 14 7-16,2-1-1 0,-2 1 2 0,0 0-1 16,1 0 18-16,-1 0 16 0,-1 0 5 0,0 0 5 15,0 0 21-15,-2 0-12 0,2 1 1 0,-1 1-6 16,0 0-9-16,-1 2-4 0,1 0 0 0,-1 0-2 16,3 5-9-16,0 0-4 0,-1-1-2 15,-9-15 0-15,10 16-2 0,0 0-8 0,-1 0-1 16,1 0-2-16,-1-1-8 0,-17-7 1 0,18 8 1 0,-1 0 0 15,0 0-2-15,1 0-4 0,-18 6-3 0,18-6 0 16,-1 0 3-16,0 0-4 0,-15 14 3 0,16-14-3 16,0 1 4-16,-1-1-3 0,-17 20 5 0,18-20-5 15,0 1 6-15,-12 17-2 0,12-18 0 16,0 0-1-16,-11 23-8 0,11-23 12 0,0 0-5 16,-3 20 7-16,3-20-15 0,0 0 5 0,-1 18 1 0,1-18 2 15,0 1 6-15,6 18 1 0,-6-18-1 0,10 13 2 16,-5-7-2-16,1 0-4 0,1 1 0 0,0-1-3 15,1 1 2-15,2 0 1 0,-1 1 0 0,0 0 1 0,1 0 2 16,0-2 0-16,-1 0 0 0,1 2 0 16,-2-2 0-16,0 1 0 0,0 1 0 0,0-2 0 15,-2 2 4-15,2-2-1 0,-1 1 0 0,0 0-1 16,-2 0 3-16,0 0 1 0,0 0-2 16,-1 1 1-16,-1-1 3 0,0 1-4 0,-2 0 10 15,0 1-9-15,-1-1 3 0,0 1-6 0,0 1-2 16,-2-2 0-16,-3 1 5 0,1-1-3 0,-2-1-2 0,1 0 0 15,0-1-3-15,0 0 7 0,-2 0-1 0,-1-1 4 16,0-2-1-16,-1 1-3 0,-1-1 5 0,-1 0-4 16,0-1 5-16,0-1-1 15,-3 0 2-15,2-1-1 0,0-1 7 0,0-1-6 16,0-1 0-16,1 0-2 0,0-2-4 0,1 0-4 0,1 0-1 16,2-2 0-16,0-1-4 0,4 0 1 0,-1-2-3 0,1-1 2 15,2-1-9-15,0-3-4 0,1 0 4 0,2-1-3 16,0 0 16-16,2 1 1 0,-1 0 3 0,3 0 0 15,-1 0 1-15,0 1 2 0,2 1 2 0,-1 0 0 16,2 1 3-16,-1 0-5 0,1 1-3 0,0 1 1 16,0-1-1-16,2 1-2 0,-1-2 1 15,1 1-2-15,-1 0 0 0,1 0 0 0,1 1-1 0,-2-1-1 16,1 3-2-16,-1-1 4 0,0 1 2 0,-1 1 0 16,-1 0-1-16,-1 2 5 15,-1 0-2-15,-5 4 3 0,1 0-5 0,-1-1-7 0,1 1-4 16,0-1-3-16,16-8-21 0,-17 9-32 0,0 0-3 0,0 0-16 15,0 0-67-15,0 0-112 0,1 0-24 0,-1 0-44 16,0 0-231-16</inkml:trace>
  <inkml:trace contextRef="#ctx0" brushRef="#br0" timeOffset="162824.34">5486 8794 2101 0,'-1'8'356'0,"0"-3"-149"0,1-5 37 16,0 1-141-16,-4 17-104 0,4-18 2 0,0 0-11 16,-2 17 10-16,2-17-1 0,0 1-35 0,-4 18 3 15,4-19-14-15,0 1 17 0,-11 19 16 0,6-13 5 0,-2-1 0 16,-3 2-5-16,2-1 9 0,-2 0-5 0,3-1 7 15,-2 0-3-15,1 0-17 16,0-1-9-16,0-1-10 0,1 0-93 0,0-1-143 0,0 0-56 0</inkml:trace>
  <inkml:trace contextRef="#ctx0" brushRef="#br0" timeOffset="164281.29">5919 8432 2566 0,'0'0'122'0,"0"0"93"0,0 0-167 0,-1 0-47 0,-15 2-5 15,16-2-10-15,0 0-15 0,0 0-23 0,0 0 3 0,0 0-6 16,1 0 32-16,19 6 24 16,-20-6 3-16,1 0 7 0,19 3 11 0,-20-3 15 15,1 0 5-15,20 2 3 0,-21-2 14 0,0 0 5 16,20 3-2-16,-20-3 2 0,1 0-12 0,20 5-3 15,-21-5-9-15,1 0 3 0,19 8-28 0,-20-8-8 16,0 0 6-16,18 7-7 0,-18-7 0 0,1 0-1 0,0 1-3 16,16 9 3-16,-17-10 6 0,0 0-7 0,0 1 2 15,0-1-5-15,8 18-1 0,-8-18 2 0,0 0 4 16,-3 18 0-16,3-18 2 16,-7 15-5-16,2-6-3 0,-1 1 1 0,-2 0 2 0,0 1-3 15,0-1-1-15,1-1-2 0,0 0 2 0,-1 0-3 16,2 0 5-16,0 1-3 0,0-1 3 0,2-1 0 15,-1 0-5-15,2 0 3 0,0 0-8 0,0 0 5 16,1-1-3-16,0 0 2 0,1 1-7 0,1-1-1 16,0-1 0-16,0 1-1 0,1-2 0 0,-1-5-2 15,0 0 3-15,0 1-2 0,8 16 5 0,-8-17 2 16,0 0 4-16,1 0 0 0,-1 1 12 0,20 12 0 0,-20-13 2 16,0 0-2-16,19 5-6 0,-19-5 5 15,1 0-7-15,22 3 5 0,-15-2-2 0,1 0 3 16,-1 0 1-16,-1-1-1 0,0 1-4 0,-1-1 1 15,2 2 1-15,-8-2 0 0,0 0 14 0,1 0-3 16,15 7 3-16,-16-7-1 0,0 1 12 0,0-1-10 0,0 1 11 16,2 17-12-16,-2-18-4 0,0 0-8 15,0 1-7-15,-10 20 3 0,10-21-5 0,-1 0-16 16,-15 17 1-16,10-9-8 0,-1-2-30 0,1 1-27 16,-1 0-6-16,1-1-7 0,-1 0-32 0,0-1-27 15,1-1-11-15,0-2-12 0,6-2-93 0,-1 0-242 16</inkml:trace>
  <inkml:trace contextRef="#ctx0" brushRef="#br0" timeOffset="164529">6319 8773 2400 0,'-1'6'109'0,"1"0"73"0,0-6-122 0,0 0-65 16,0 16 7-16,0-16-25 0,0 0 23 0,0 1-21 15,7 19-6-15,-7-20-8 0,0 0-39 0,0 0 34 16,-2 18-6-16,2-18 16 0,0 0-1 0,-1 1-30 16,-12 16 5-16,13-17-18 0,-1 0-53 0,-14 11-152 0,15-11-68 15</inkml:trace>
  <inkml:trace contextRef="#ctx0" brushRef="#br0" timeOffset="164733.19">6704 8654 3326 0,'0'0'157'0,"0"0"-133"0,0 1-55 16,0-1-22-16,-1 19-184 0,1-19-100 0,1 0-75 15</inkml:trace>
  <inkml:trace contextRef="#ctx0" brushRef="#br0" timeOffset="165070.29">7336 8845 3658 0,'-1'6'35'0,"1"-6"-181"15,0 0-17-15,0 1-74 0,2 15-200 0</inkml:trace>
  <inkml:trace contextRef="#ctx0" brushRef="#br0" timeOffset="165250.31">7671 8796 2346 0,'0'7'154'0,"0"-7"367"0,0 0-508 0,0 1-169 15,1-1-17-15,14 17-72 0,-15-17-244 0</inkml:trace>
  <inkml:trace contextRef="#ctx0" brushRef="#br0" timeOffset="165412.75">7933 8714 1861 0,'0'0'910'0,"0"1"-652"0,0-1-128 0,0 1-104 0,1-1-142 15,0 1-229-15,15 16-69 0</inkml:trace>
  <inkml:trace contextRef="#ctx0" brushRef="#br0" timeOffset="165564.59">8312 8653 2533 0,'4'4'324'0,"0"-1"-206"0,-4-3-39 0,1 0-43 0,18 7-86 0,-11-5-35 15,1 0-21-15,0 0-14 0,1 0-173 0,-1-1-341 16</inkml:trace>
  <inkml:trace contextRef="#ctx0" brushRef="#br0" timeOffset="165756.29">8661 8662 1943 0,'7'2'330'15,"-7"-2"-139"-15,0 0 33 0,1 0-116 0,19 5-85 0,-20-5-16 16,1 0-3-16,18 5 0 0,-19-5 4 0,1 0-3 16,15 6-2-16,-16-6 2 0,0 0 9 0,1 0 4 15,19 9 1-15,-20-9-1 0,0 0 0 0,0 1-10 16,19 10-11-16,-19-11-6 16,0 0-97-16,0 0-162 0,1 1-55 0</inkml:trace>
  <inkml:trace contextRef="#ctx0" brushRef="#br0" timeOffset="171322.76">346 8730 1713 0,'-13'3'164'0,"0"-1"31"0,1 0 8 0,3 0-55 16,2-2-82-16,7 0-50 0,0 0-3 16,0 0-5-16,-1 0-14 0,-18 1-2 0,19-1-9 0,0 0 4 15,0 0-23-15,0 0 9 0,0 1 2 0,0-1 3 16,0 1 4-16,5 19 1 0,-5-20 1 0,0 0 1 16,12 18 19-16,-6-13 28 15,1 1-2-15,0-1 9 0,1-2-6 0,0 0 3 16,2 1-2-16,2-1 2 0,-1 2-9 0,1-2-4 15,2 0-2-15,2 0-1 0,1 0-9 0,1 0 2 16,1 1-1-16,-2-1-2 0,1 1-13 0,0 1 5 0,0 0-4 0,-2 0 5 16,1 0 0-16,1-1-1 0,0 1 1 0,3-1-2 15,0-1 2-15,1 1 1 0,-2-2-1 0,-2 0 0 16,-1 0-1-16,-2-1-1 0,-2 1 2 0,0-1-3 16,-2 1 2-16,-1-2-2 15,-2 1 2-15,0-1-2 0,1 1 9 0,-1 0-4 0,0 0 2 16,1-1-3-16,0 0 2 0,-1 0 1 0,0 0 3 0,-3-1-2 15,-5 1 0-15,1 0 9 16,-1 0-9-16,1 0 8 0,-1-1-20 0,0 1-10 16,1-1-2-16,11-15-2 0,-12 16-8 0,0 0-3 0,-1-1 4 0,-13-20-3 15,7 15 3-15,0-2-5 0,-2 1-3 0,0-1 1 16,0 0 3-16,0 0 15 0,0-1 4 0,2 1 4 16,0-1 16-16,-1 3-3 0,0 0 5 0,1 1-2 15,0 2 23-15,0 1 18 0,0 0-2 0,2 1 5 16,5 1-18-16,-1 0-12 15,1 0 0-15,-1 0-5 0,1 0-7 0,0 0-14 16,-1 0 3-16,0 0-6 0,1 0 5 0,0 0 1 16,0 0-2-16,0 0 2 0,0 0-3 0,22 6 8 0,-12-6-6 15,-1 0 8-15,1-1-7 0,1 1-1 0,1 1 8 16,1 0-5-16,1 1 6 0,-1 0-5 16,-1 0 1-16,-2 3 0 0,0 1 20 0,-2 0 0 0,-1 2 2 0,-1 0-2 15,-2 2 3-15,-4 1-7 16,0 4-2-16,-4 3-3 0,-2 3-12 0,-2 4-2 15,-3 2 3-15,-2 2-3 0,-1 2-13 0,-2-1-125 0,2 1-9 16,1-1-53-16,1-1-158 0</inkml:trace>
  <inkml:trace contextRef="#ctx0" brushRef="#br0" timeOffset="173575.15">10842 8304 2355 0,'0'0'213'0,"0"0"8"0,-16-3 3 0,16 3-108 16,-1 0-95-16,1 0-23 0,-1 0-2 0,0 0-2 16,1 0-14-16,0 0-25 0,0 0 13 0,0 0-13 15,0 0 46-15,13-7 3 0,-3 5 1 0,0 1-1 16,2 0-2-16,0 1 12 15,0-1-2-15,0 1 6 0,0 0 4 0,-1 0 2 0,0 1 0 16,1 0 2-16,1 1-2 0,-1 0-4 0,0 0-7 0,-1 0 3 16,0 2-10-16,-1-1-4 15,-1 1 3-15,-1 0-4 0,0 1 1 0,-2 0 2 16,-1 0 0-16,-2 0-2 0,1 2-5 0,-3 0 3 0,1 0-1 16,-4 0 1-16,0 0 1 0,-1 2 6 0,-1-1 0 0,-1 2 2 15,-1-1 1-15,-1 1 1 16,-1 1 2-16,-1 1-1 0,0-1 0 0,-1 1-5 0,0-1 1 15,0 0-3-15,1 1 1 0,0 0-3 0,1-1-3 0,2 0 0 16,0 0-1-16,2-2 1 0,-1 1-2 0,3-2 1 16,0 0-3-16,1-2 0 0,1 1 2 0,0-1-1 15,1 0 3-15,-1-6 0 16,0 0 2-16,0 1 0 0,0-1 0 0,23 17 0 0,-15-15-1 0,2 1 2 16,0-1-3-16,2 0-1 0,1-1 0 15,0 0-2-15,-1 0 2 0,2 0 3 0,-1 0-3 0,0-1 3 16,0 1-8-16,-3-1-2 0,2 0-24 15,0 0 2-15,-1-1-119 0,0 0-57 0,0-1-9 0,0-1-22 16,2-1-94-16,0-1-285 0</inkml:trace>
  <inkml:trace contextRef="#ctx0" brushRef="#br0" timeOffset="174042.49">11496 8213 2256 0,'0'0'611'0,"0"0"-408"15,0 0-27-15,0 0-113 0,0 0-42 0,0 0-5 0,0 0-1 16,0 0-3-16,0 0-18 0,-1 0-7 16,0 0-3-16,1 0 0 0,-20 10-7 0,15-4 12 15,0 2 0-15,-2 2 6 0,-2 1 9 0,1 2-1 0,-3 3 1 16,1 2-2-16,-4 1-4 0,1 3 2 0,-1 1-1 15,0 1 1-15,2 0 3 0,1 1-5 16,2 1 2-16,0-1-2 0,0-1 2 0,4-1 0 16,0-1 0-16,3-3-1 0,1-3-1 0,1-4-4 15,0-2-6-15,1-1 2 0,1-1-8 0,2-1 10 16,-4-7 2-16,1 0 2 0,-1 0 5 0,20 7 7 0,-20-7 2 16,15-8 0-16,-4 1 3 0,1-2 3 15,0-2 5-15,3 0-1 0,-3-1 5 0,1-2-1 0,0 0-7 16,-1-2 5-16,-2 0-16 0,0-1 7 0,-1 0-4 15,-1-1 5-15,-2 1 0 0,1 1-2 16,-2 1 1-16,-2 2-1 0,-1 1 4 0,-2 3 14 16,0 2 3-16,-1 2 5 0,-1 0 16 0,-3 1-15 0,0-1-1 15,0 1-7-15,-2 0-28 0,-1 1 1 16,1 1-5-16,-3 0 2 0,0 1-14 0,0 1-6 16,-1-1-5-16,2 2-1 0,-1-1-38 0,0 0-34 15,1 1-12-15,1 0-10 0,0 1-66 0,2 0-89 0,0 1-32 16,1 0-43-16,0 0-352 0</inkml:trace>
  <inkml:trace contextRef="#ctx0" brushRef="#br0" timeOffset="174275.47">11664 8547 2747 0,'0'0'302'0,"0"0"-212"15,0 0-16-15,0 0-53 0,0 0-6 0,0 0-5 0,0 1 1 16,4 16-3-16,-4-17-20 0,0 0-50 16,0 1-8-16,-5 16-15 0,5-17-30 0,-1 1-40 0,-15 16-3 15,8-12-20-15,-1 2-83 0,-1 1-200 0</inkml:trace>
  <inkml:trace contextRef="#ctx0" brushRef="#br0" timeOffset="174875.1">11939 8254 2302 0,'0'0'267'0,"0"0"-148"15,0 0-10-15,0 0-37 0,0 0-4 0,0 0-36 16,0 0-3-16,0 0-11 0,-1 1-18 0,-7 19-1 16,8-20 1-16,0 0-1 0,-3 24 2 0,3-15 0 15,0 2-3-15,0 0 1 0,0 0 9 0,0 1 4 16,-1-2 10-16,1 1-4 0,1-2 22 16,0 0 6-16,1 2-3 0,-1-3 3 0,1 2-6 0,1 1-8 15,-1-2 0-15,2 1-5 0,-1-1-16 0,2-2 1 16,-1 0 0-16,1 0 0 0,-1-1-3 15,3 1-5-15,-1-1-2 0,1 0 0 0,0-1 3 16,-1 1-7-16,-1 0 2 0,1-1-4 0,1 0 2 0,1 1 2 16,-1 0 0-16,1 0 0 0,1 0 5 0,-1 0-2 15,0 0 0-15,1 0-2 0,-1 0-1 0,-1-1-1 0,-1 1 2 16,1 0-1-16,-2 1 8 0,-1-1-3 16,0 0 2-16,0 1-2 0,-2 0 0 15,-1 1 6-15,-1 1 0 0,0-2 2 0,-3-1 0 0,0 1 0 16,-1 0-6-16,-2 0 2 0,-1 0-16 15,-1-1-3-15,-2 0-2 0,0-2 0 0,-1 1-8 0,-2-2 7 16,1 0-4-16,0-1 3 0,-1-1-24 0,-1 0-22 16,0-1-1-16,-2-2-10 0,0 0-28 0,-1-1-23 0,0-2-3 15,1 0-6-15,-1-1-12 16,2-1-66-16,1-1-49 0,1-3-55 0,-1-4-712 16</inkml:trace>
  <inkml:trace contextRef="#ctx0" brushRef="#br0" timeOffset="175157.62">11945 8278 3080 0,'0'0'114'0,"0"0"98"0,0 0-214 0,0 0-8 16,0 0 0-16,0 0-3 0,0 0-3 0,21 0-4 15,-12 0-3-15,0-1 1 0,2-1 4 0,-1 1 13 16,2-2 0-16,-1 1 5 0,2 0 0 0,-1 1 15 16,2 0 1-16,-3-1 5 0,1 2-1 0,-1-1-1 15,0 1-4-15,0 0 2 0,-1 1-16 0,0 0 1 16,0 0-2-16,-1 0 0 0,0-1-1 0,1 1-55 16,0-1-19-16,-1 1-20 0,-1-1-121 0,0 0-93 15,0 0-28-15,0 0-46 0,0-1-321 0</inkml:trace>
  <inkml:trace contextRef="#ctx0" brushRef="#br0" timeOffset="175605.17">12365 8358 3122 0,'0'0'91'0,"0"0"-46"16,0 1-11-16,17 18-2 0,-11-12 2 0,2-2-21 15,-1 2-5-15,2 0-4 0,0-1-1 0,0 1-3 16,-1-1 3-16,0 1-3 0,-1-1 6 16,1 0 0-16,-3 0 3 0,2 1-1 0,-2-1 23 15,1 1 14-15,-1-1 3 0,0 1 3 16,0 0-1-16,0 0-14 0,-1 0 0 0,-1 1-6 0,-1-1-9 0,0 0-3 16,1 0-5-16,-1 0 2 0,-2 0-8 0,0 1 2 15,-1 0 1-15,-3 0-1 0,1 0-4 0,-3 0-3 16,-1 1 2-16,-4-1-2 0,1 2 0 0,-2 1-2 15,0-2 2-15,-1 1-2 16,0-1 12-16,1 0-7 0,-1-1 0 0,2 0-2 16,1 0 4-16,1-1-6 0,0-1 7 0,1 0-7 0,1 1-3 15,3-2 5-15,0 0-3 0,4-5 6 0,0 0-2 0,0 1-4 16,0-1 0-16,0 1-2 0,0-1-9 0,-5 17-4 16,5-17 6-16,0 0-3 0,0 0 14 0,0 0 6 15,21 11-1-15,-12-9 3 0,1 0-2 16,1 1-6-16,1-1 2 0,0 0-3 0,1 0 3 0,-1 0-2 15,1 0-2-15,0-1 0 0,-1 2 0 0,0-1 0 16,0 1 0-16,0-1 0 0,-2-1-1 0,0 1-21 16,-2 0-8-16,-1 0-9 0,-7-2-65 0,0 0-72 15,0 0-14-15,1 0-30 0,15 3-157 0</inkml:trace>
  <inkml:trace contextRef="#ctx0" brushRef="#br0" timeOffset="176870.03">5521 7585 1894 0,'-10'-4'198'0,"1"0"58"0,1 1 4 16,2 0-121-16,6 3-74 0,0 0-52 0,-1 0-2 15,0-1-1-15,1 1-8 0,-1-1-16 0,1 1 4 16,0-1-10-16,-1 1 13 0,1 0 6 0,0-1-2 15,0 1 3-15,1 0-5 0,17 0 18 0,-8 4 1 16,0-1 7-16,3 1 7 0,2 0 3 0,1 0-1 0,2 0 0 16,1 1-4-16,2 1 7 15,1-1-5-15,3 1 5 0,2 0-5 0,1 0-6 16,0 1 0-16,1 1-2 0,-1 0-11 0,0-1 1 16,1 1-5-16,1-1 3 0,1 1-7 0,1-1 2 15,0 1 3-15,-3-1-2 0,-1-1-4 0,-1-2 1 16,1 0 3-16,-1 1 0 0,-1-1 2 0,-4-1 1 0,0 0 2 0,-4-1 3 15,-1-1 23-15,-4 0-12 16,-1-1 5-16,-2-1-8 0,-1 1-1 0,-2 1 1 0,-7-1-3 0,0 0 4 16,1 0 6-16,-1 0 4 0,0 0 8 0,1 0-5 15,-1 0 6-15,0 0-32 16,0-1-2-16,0 1-10 0,-13-15-20 0,1 9-14 0,0-1 6 16,-3-1-7-16,-4-1 14 0,-1-1 10 15,-3 0 4-15,-3-1 2 0,-2 1 9 0,-1 0 5 16,0-1-1-16,1 2 2 0,1 0-2 0,-1 1 5 15,-1 1-2-15,-1 0 4 0,1 2 5 0,1 0 0 16,4 1 1-16,4 1 0 0,0 1 1 0,2 0-6 0,1 1-1 0,3 0-2 16,1 0-5-16,3 0-8 0,2 0 2 15,2 0-6-15,6 1-1 0,0 0-5 16,-1 0 0-16,1 0-4 0,0 0-16 0,0 0 17 16,0 0-3-16,15 6 11 0,-3-5 13 0,2 0 8 15,2 0-2-15,3 1 5 0,0-1 10 0,1 0-3 16,2-1 3-16,0 0-6 0,3 0-15 0,2 1 3 15,1-1-4-15,-1 2 4 0,-1-1-6 0,-2 1-1 16,-2 1 0-16,2 0 0 0,0 1 0 0,-1 0 2 0,1 1 3 0,-2 0-1 16,-2 0-4-16,-1 1-2 15,-1 0-5-15,-2 0-2 0,-1 0-49 0,-3 0-117 16,-1-1-18-16,2 1-42 0,1-1-150 0</inkml:trace>
  <inkml:trace contextRef="#ctx0" brushRef="#br0" timeOffset="179903.1">11244 7568 24 0,'0'0'1147'16,"0"0"-472"-16,0 0 589 0,0 0-1220 0,0 0-11 0,0 0-28 0,0 0-13 16,0 0-1-16,0-1-6 0,0 1-16 0,0-1 6 15,1 1 1-15,19-5 2 16,-9 7 16-16,1-1 7 0,2 1 1 0,-1-1 4 15,2 1 17-15,0-2 11 0,1 1 3 0,2 1 3 16,-2-1 17-16,1 2 2 0,1-1-1 16,-1 1 0-16,1-1-10 0,-2 1-7 0,2-1-1 0,1 1-3 0,0-1-8 0,-1 1-10 15,0 0 3-15,0 0-6 0,1 1-1 0,0 0-1 16,0-1-1-16,0 1 0 0,-1 1-2 0,-1 0-1 16,1 0-2-16,-2 1 2 0,1-1 2 0,-1 0-1 15,-1 1 0-15,1-1 0 16,-1 1 4-16,1 0-12 0,0 0 7 0,0-1-8 15,0 1 9-15,0-1-9 0,-1 1 4 0,0-1-4 0,-1 0 9 16,-1-1-5-16,1-1-1 0,-1 2-1 0,0-1-4 0,-3 1 4 16,0-2 0-16,-2-1 1 15,0 0-7-15,0 0 5 0,-2 0-3 0,0 0 4 16,-1 0-3-16,-5-2-5 0,1 0 4 0,-1 0-3 0,0 0 3 16,1 0-31-16,-1 1-10 0,1-1-11 0,0 0-72 15,-1 0-133-15,0 0-33 0,1 0-63 0,-1 0-396 16</inkml:trace>
  <inkml:trace contextRef="#ctx0" brushRef="#br0" timeOffset="189756.3">237 8856 2508 0,'-12'-3'138'0,"0"1"-13"0,1-1 4 16,2 1-64-16,0 0-38 0,-5-2-7 0,7 2-6 16,1-2 5-16,6 4-12 0,-1 0 1 0,0 0 0 15,-18-5-2-15,19 5-9 0,-1 0 4 16,1 0-6-16,0 0 6 0,-17-5-4 0,17 5-1 16,0 0 4-16,0 0-2 0,0 0-1 15,0 0 3-15,0 0-2 0,0 0 3 0,0 0 11 0,0 0 1 16,0 0 2-16,0 0-1 0,0 0 1 15,0 0-2-15,0 0 5 0,0 0-3 0,0 0 2 0,0 0-1 16,21 2-3-16,-21-2 2 0,1 0-3 0,22-1-5 16,-11 1 0-16,1 0-2 0,2 1 1 0,0-1-6 15,0 0 1-15,1 0-1 0,-1-2 5 0,1 0-3 0,0 0 6 16,0 0-6-16,-1 1 4 0,0-2 0 16,2 0-5-16,0 1 5 0,2-2 4 0,0 1 1 15,1 0 3-15,0 0-1 0,-2 0 7 16,0 0 2-16,-1 0-1 0,-2 1 0 0,0 0-12 15,-3-1 6-15,2 3-7 0,-2-1 6 0,1-1-6 0,1 2-2 16,-1-1 5-16,1 1-5 0,0-1 5 16,0 2-5-16,-1-1 4 0,-2 1-5 0,-1-1-4 0,0-1 6 15,-1 1-5-15,-1 0 5 0,0 0-5 0,-1 0 6 16,-1-1-3-16,0 0 2 0,-6 1-14 0,1 0 8 16,-1 0-1-16,19-4 5 0,-19 4 1 15,0 0-2-15,1 0-2 0,-1 0 0 0,17-4-2 0,-17 4 0 16,0 0 1-16,0 0-1 0,0 0-6 0,1-1 1 15,-1 1-11-15,1-1 6 0,-1 1-29 16,5-19-11-16,-5 19-3 0,0 0-5 0,0-1-27 0,-9-19-3 16,6 13 3-16,-2 0-2 0,-2-2 0 0,-1 1-9 15,-1-1-6-15,-2 0 2 0,0-1 9 0,-2 2 54 16,1 0 3-16,-1 1 18 0,1 0 31 0,1 2 28 16,-2 1 3-16,3 1 10 0,-2 0 18 0,1 1-1 15,3 0-2-15,-1 1-1 0,2 0-18 0,1 2-11 16,6-1-8-16,-1 0-1 0,1 0-19 0,-18 8-6 15,18-8 3-15,0 0-4 0,-1 0 3 16,1 0 1-16,-1 1 4 0,-9 18-2 0,10-19 8 16,0 0-4-16,0 0 1 0,0 0-3 0,6 17-1 0,-6-17 3 15,0 0-5-15,1 1 3 0,17 14-9 0,-9-10 2 16,1-1 1-16,0 0-1 0,1 1-2 0,3 0 1 16,-1 0 1-16,0-1-1 0,0 1 0 0,-3 0-6 15,1-1 3-15,-1 1-3 0,-1 0 3 16,0 0 3-16,-1 0 1 0,-1 0 0 0,0 1 4 15,-2 0 9-15,-1 1-2 0,0-1 5 0,0 2-1 16,0-2 4-16,-2 1 1 0,0 1 0 0,-1-1-8 16,0 1 4-16,1-1-2 0,-1 1 5 0,-1 1 5 0,0 0-11 15,-1-1 7-15,0 3-7 0,0-2 5 16,-1 2 1-16,1-1-3 0,-1 1 2 0,0-1-6 0,-1 0-4 16,-1 1 0-16,1 0-1 0,0 1-3 0,0-2-1 15,0 0 2-15,-1-1-2 16,2-1-7-16,-2-2 4 0,1 2-2 0,2-1 3 0,-1-1-8 0,2-6 4 0,0 1-4 15,0-1 4 1,0 1-4-16,-1-1 2 0,-7 18-3 0,8-18 1 0,0 0-6 16,0 0-6-16,0 0 3 0,0 1-5 0,-1-1-7 0,1 1-15 15,0-1-1-15,-12 18-5 0,12-18-18 0,0 0-32 16,0 0-16-16,0 0-11 0,0 0-116 0,0 0-135 16,0 1-57-16</inkml:trace>
  <inkml:trace contextRef="#ctx0" brushRef="#br0" timeOffset="190371.71">250 8822 2320 0,'-7'-1'395'0,"2"0"-202"16,5 1-1-16,0 0-66 0,0 0-117 0,-1 0-1 16,-15-6 3-16,16 6-2 0,0 0-3 0,0 0-11 15,0 0 2-15,0 0-5 16,0 0 4-16,0 0 4 0,18-2-3 0,-8 0 3 0,1-2-6 15,1 3 5-15,3-3 0 0,-2 0 1 16,2 1 6-16,0-1-1 0,1 1 4 0,0 0-3 0,0-1 4 16,1 3 6-16,2 0 1 0,-1-1 2 0,-1 2 10 15,0 0-5-15,0 0 1 0,0 0-2 0,-1 1 7 0,-1 0-7 16,0 0 0-16,-3-1-4 0,1 1-6 0,0 0 0 16,0-1-1-16,1 1 2 0,-1-2-5 0,0-1 3 15,1 1-3-15,-3 0 2 16,0 0-9-16,-3 0 2 0,0-1 0 0,-1 1 1 15,0 0-3-15,-7 1 1 0,0 0 3 0,0 0-1 0,16-1-2 16,-16 1 0-16,0 0-3 0,0 0 1 0,1 0 2 0,-1 0 1 16,0 0 0-16,1 0-2 0,0 0-11 0,-1 0-39 15,1 0 0-15,-1 0-17 0,0 1-37 0,0-1-42 16,0 1-13-16,0-1-14 0,0 0-96 0,0 0-217 16</inkml:trace>
  <inkml:trace contextRef="#ctx0" brushRef="#br0" timeOffset="194739.42">3143 4010 2079 0,'0'0'119'0,"0"0"-48"0,0-1-15 0,0 1-62 0,0-1-58 0,16-15 31 15,-5 14 3-15,1 0 7 16,-1 1 16-16,-4-5 7 0,3 7 0 0,-2 1 3 16,0 0 17-16,1-1-13 0,1 2 10 0,0-1-10 0,0 0 21 15,1 0 14-15,-1-1-7 0,1 1 8 16,0-1-17-16,0 0 8 0,2 1 0 0,-2-2 3 0,3 1 19 15,-1-1-12-15,0 1 5 0,1 0-9 0,-1-1-5 0,2 1-9 16,-2 0-5-16,3-2-1 0,1 2-8 16,1-1-7-16,2 0 5 0,0 1-6 0,-1-1 1 0,1 0-1 15,1 0 1-15,-1-1 0 0,2 1-1 0,1-2-3 16,-1-1-1-16,2 1 0 16,0-1 5-16,1 0-2 0,0 0-1 0,2-1 0 15,-3 0 2-15,1-1 4 0,1 0 2 0,0 0 0 16,1-1 3-16,0 0 13 0,-1-1 0 0,-1 0 4 15,0-1-1-15,-2 0 1 0,0-1-7 0,-1 0 3 16,1 0-17-16,-2-1 1 0,0 0 1 0,-1 0-1 0,0 0-10 0,-3-1 2 16,0 0 1-16,-2 2 3 15,-2-1 4-15,-1 2 3 0,-3-1 0 0,0 0 1 0,0-1 5 0,-3 2 13 16,-1-2-2-16,-1 1 6 0,-1-1-1 0,1-1-12 16,-2 0 0-16,-2 0-4 15,2 1 1-15,-2-2-1 0,-2 1-2 0,-1-1 1 16,-2-1 3-16,0 0-6 0,-2 1 0 0,-2 1-3 15,0 0-8-15,-4 1-5 0,-2 0-1 0,-2-1-4 0,0 1-3 16,-3 0 5-16,-1-1 0 0,-3 1 2 0,1 0 7 0,-2 0-5 16,1 0 1-16,1 1-3 0,-2 0 1 15,0 1-4-15,-1 1 2 0,-3 1-2 0,0 1 5 0,-2 0-8 16,0 2 5-16,1 0-6 0,-1 2 2 0,0 0 4 16,-2 1-6-16,-1 1 6 0,0 1-6 0,1 1 9 15,0 0-2-15,2 1 3 16,1 0-6-16,0 1 5 0,0 0-3 0,3 0 3 15,-1 1-6-15,6 0 3 0,-1 1-3 0,4-1 3 0,-1 2-3 16,0 0 1-16,3 0 1 0,-3 1 0 0,4 0-1 0,-3 1-1 16,3 1 2-16,1 0-1 0,3 0 0 0,2 1 1 15,0 1 1-15,2 2 0 16,1 1 5-16,1 0-3 0,1 1-1 0,1 0-1 16,1-1 3-16,1 0-5 0,2 1 2 0,1-1-3 15,1-1 6-15,0 0-4 0,1-1 4 0,2 1-5 0,0 0 5 16,0 1-2-16,2-1-1 0,0 0 1 0,2 0-5 15,1-1 1-15,1-1-1 0,2 0 2 0,2-2 5 16,2-2-5-16,1 1 3 0,-1-2-4 16,0-2 2-16,0 0 0 0,-1-2-42 0,2 0 10 15,-2-1-192-15,0-1-109 0,3 0-30 0,2-1 97 16,2-1 1376-16</inkml:trace>
  <inkml:trace contextRef="#ctx0" brushRef="#br0" timeOffset="198773.06">327 8765 1122 0,'-8'0'499'0,"-1"-1"-178"16,0 1 244-16,0 0-485 0,2 0-13 15,1 0-30-15,5 0 4 0,1 0-6 0,-18-1 2 16,18 1-24-16,-1 0-5 0,1 0 1 0,0 0-3 16,-17 0-6-16,17 0 4 0,0 0-4 0,0 0 3 15,0 0-9-15,-1 0 15 0,0 0 0 0,1 0 7 0,-1 0 3 16,1 0 8-16,-1 0-4 0,1 0 7 0,0 0 5 0,-1 0-3 15,1 0 6 1,0 0-6-16,-1 0 4 0,1 0-11 0,0 0 2 0,0 0-5 16,0 0-5-16,0 0-4 0,0 0-1 0,1 1-1 15,-1-1-6-15,20 13-1 0,-12-11 2 0,2-1 0 0,-1 1 1 0,3 0-3 16,-1-2-1 0,1 1 0-16,0-1 3 0,-1 0-3 0,2 0-2 15,1 0 1-15,0 0 4 0,-1 0 3 0,2 0 3 16,-2 0-2-16,0 1 3 0,1-1-4 0,-1 0 3 0,0 1-3 15,0-1 0-15,0 0-1 0,-2 0-2 0,1 1 1 16,-2-1-9-16,-1 1 9 0,0 0-1 0,0-1 4 0,0 1-6 16,0 0 0-16,-1 0-2 15,1-1 2-15,0 0-2 0,0 1 0 0,0-1 3 0,1 1-2 16,-2 1-2-16,0-1 1 0,0 1-1 0,-1-1 2 16,-2 0 6-16,1 1-1 0,0-2-2 0,-6 0 0 15,0 0-7-15,1 0 4 0,-1 0 1 0,18 2 0 16,-18-2-29-16,0 0-19 0,0 0-7 0,1 0-5 0,-1 0-30 15,0 0-11-15,0-1-2 16,1 1-3-16,8-18-13 0,-9 18-4 0,0-1-8 16,-2-17 3-16,2 18-13 0,0 0-2 0,-8-20 1 0,3 13-4 15,1-1-21-15,-2 0-35 0,0-1 0 16,-2 1-13-16,0 0-23 0,0 1 179 0,0 0-2 0,-1 1 78 16,-1 0 136-16,0 1 32 0,0 1 8 0,0 1 6 15,1 0 0-15,3 1-39 0,-2 0-9 16,2 1-11-16,0-1-41 0,0 1-21 0,6 1-1 15,-1 0-11-15,1 0-38 0,-18-4-8 0,18 4-4 0,0 0 1 16,-1 0-8-16,0 0-4 0,1 0 1 0,0 0-1 0,-17-5 2 16,17 5-6-16,0 0 3 0,0 0-2 15,0 0 3-15,0 0 1 0,0 0-2 0,0 0 3 16,0 0 3-16,0 0 16 0,1 0-4 0,0 0 8 16,-1 0-5-16,19 0 4 0,-19 0 0 0,1 0 1 15,-1 0-8-15,21 4-11 0,-21-4 0 0,1 0-5 16,19 5-4-16,-19-5-6 0,16 3 0 15,-5 0-1-15,-2 0-1 0,2 0-2 0,0 0 1 16,0 1-2-16,0-1-1 0,0 1 3 0,-1 1-1 0,0-1 1 16,1 1 1-16,1 0-1 0,-1 0-2 0,0 0 1 15,0-1 1-15,0 1 10 0,1-1 2 0,1 0 3 16,1 0 4-16,0 0-8 0,-1-1 5 0,-2 1-4 16,-1 0 17-16,-3 1 9 0,0-1-1 0,-2 1 4 15,-1 0 7-15,-2 1-16 0,-1 0 8 0,-1 0-11 16,-1 4 4-16,-2-2 0 0,-1 0-1 15,-2 1 1-15,1-1 3 0,-4 0-3 0,2 1 0 0,-3 0-2 16,1 1-2-16,-3 0-2 0,2 0-1 0,-2 0 0 16,1-1-7-16,1 0-3 0,-1 0 0 15,0 1-2-15,-1 0-5 0,0 0-4 0,1 0-1 16,-3-2-1-16,1 1-8 0,1-1-39 0,0-1-20 0,0-1-14 16,0 0-135-16,0 0-243 0,1-1-197 0</inkml:trace>
  <inkml:trace contextRef="#ctx0" brushRef="#br0" timeOffset="204149.48">391 7935 1931 0,'0'0'211'15,"-1"0"-82"-15,1 0 105 0,-1 0-210 0,1 0-4 16,0 0-8-16,-18-2-8 0,18 2 0 0,0 0-3 16,0 0-8-16,0 0 13 0,0 0 0 15,0 0 8-15,0 0 5 0,0 1 4 0,-1 15 4 16,1-16 2-16,0 1 24 0,0-1-3 0,-7 19 2 0,7-19-3 16,-5 16-4-16,1-7 0 15,2 2-5-15,-2-1 4 0,0 1-5 0,2 0-19 16,-2 1 1-16,0 0-9 0,3 1-11 0,-2 1 10 0,1 1-5 15,-1 0 7-15,2 0-7 0,-1 0 3 0,0-2 4 16,2-1-1-16,-1-2 3 0,1 0-6 16,1-2-6-16,0-1 3 0,1-1-11 0,0 0 0 15,1 0 1-15,-3-6 0 0,0 0 0 0,1 1-4 0,-1-1 2 0,15 17-4 16,-15-17-7-16,1 0 3 16,15 4-1-16,-16-4 2 0,1 0-1 0,20-2 8 0,-12-1-3 15,-1-1 4-15,0-1 1 0,1-1-4 0,-1 0 4 16,1-3-3-16,-1 1 13 0,-1-2-2 15,1 1 1-15,-1-2-3 0,0 0 1 0,-1-1-3 0,1 0 0 16,-2 0-2-16,1-1 0 0,-2 1 3 0,1 0 0 0,-1 1 2 16,0 0 2-16,-1 2-2 15,1 0 3-15,-2 1-3 0,1 1 6 0,-3 0-1 0,2 1 2 16,-2 6 0-16,0-1 7 0,0 1-3 0,0-1 2 0,0-15-3 16,0 16 4-16,0 0 5 0,0 0 0 0,0 0 2 15,0 0 0-15,0 0 3 0,0 0-2 0,0 0 2 16,0 1-13-16,0-1-4 15,-7 20-2-15,5-10 0 0,1 0-1 0,0 2-4 16,0 2 3-16,1 0-3 0,-2 2 1 0,2 1 1 0,-1 0-4 0,1 0 3 16,0 1 0-16,0 2 1 15,0 0-1-15,0 2 0 0,0 0-5 0,-1 0 4 16,0 1 1-16,0-1 2 0,0-1 4 0,0-1-7 16,-1-2 1-16,1 0-1 0,-1 0 11 0,0 0 13 0,0-2 1 0,-1 0 3 15,0-2-3-15,-1-1-15 0,0 0 5 0,0-2-8 16,-1-1 2-16,0-1 6 0,0-1-8 0,0-2 8 15,-1 0-4-15,0-1 2 16,-1-1 0-16,-1-1 0 0,0 0 1 0,-1 0-6 16,0-2 3-16,-1-1-6 0,1 1-10 0,-2-2-10 15,2-1-6-15,0 1-1 0,1-2-20 0,0-1-28 16,3 0 4-16,-2-2-16 0,1 0-45 0,1-1-41 0,0-2 2 0,0 1-13 16,3-1 4-16,1-1-29 0,2 0-15 0,1-3-10 15,3-1-103-15</inkml:trace>
  <inkml:trace contextRef="#ctx0" brushRef="#br0" timeOffset="204582.81">744 8191 2362 0,'0'0'299'0,"0"0"-200"0,0 0-18 0,0 0-41 16,0 0 32-16,0 0-39 15,0 0 2-15,0 1-17 0,0-1-9 0,-5 20 3 16,5-20 5-16,0 0-2 0,1 17 18 0,-1-16-6 0,0 16 12 16,0-7-8-16,-1 1 28 0,0 0-2 15,-1 1-2-15,1 1 0 0,-1 1-16 0,1 0-19 16,0-2 4-16,-1 2-9 0,1-2-5 0,-1-1-9 16,1-2 0-16,0 1-1 0,1 0 4 0,-1-1-3 0,1 0 2 15,-1-1-3-15,1-2-4 0,0-6-59 16,0 0 1-16,0 1-25 0,-2 15-53 0,2-16-19 15,0 0-12-15,0 0 0 0,0 0-35 0,0 0-34 16,0-1-14-16,-1-16-14 0,2 4-113 0</inkml:trace>
  <inkml:trace contextRef="#ctx0" brushRef="#br0" timeOffset="205109.91">768 8040 2544 0,'0'0'100'15,"0"0"113"-15,0 0-200 0,0 0-5 0,-2 0 5 0,2-1-6 16,0 1-6-16,-1-1-8 15,-15-8 1-15,16 9-2 0,0 0 12 0,0 0-1 16,0 0 1-16,0 0 0 0,0 0 3 0,0 0 7 0,0 0 4 0,0 0 3 16,0 0 29-16,0 0 21 0,0 0-7 15,0 0 11-15,0 0-20 0,0 0-10 0,0 0 4 16,0 0-8-16,0 0-14 0,0 0-7 0,0 0-7 16,0 0 4-16,0 0 6 0,0 0-8 15,0 0 1-15,0 0-4 0,1 0-1 0,-1 0 5 0,0 0 2 16,1 0-2-16,-1 0-12 0,1 0 9 0,-1 0-4 15,1 0 6-15,-1 0-6 0,0 0-5 16,0 0 4-16,1 0-3 0,-1 0 3 0,0 0 0 16,0-1-1-16,0 1 1 0,0-1 4 0,0 1-8 15,0-1 1-15,0 1-2 0,0-1 6 0,0 1-7 16,0 0 3-16,0 0-5 0,0 0 4 0,0 0-4 16,1 0 3-16,-1 0-3 0,0 0 2 0,0 0 1 15,0 0-2-15,0 0 2 0,0 0 2 0,1 0-1 16,-1 0-2-16,0 0 1 0,0 0-3 0,0 0 12 0,1 0 3 15,-1 0 3-15,0 0 1 0,1 0-2 0,-1 0-3 16,0 0 1-16,0 0-4 16,0 0-10-16,0 0 1 0,0 0-4 0,0 0-7 0,0 0-128 15,0 0-21-15,0 0-58 0,0 0-274 0</inkml:trace>
  <inkml:trace contextRef="#ctx0" brushRef="#br0" timeOffset="211481.36">2453 9130 1671 0,'0'0'138'0,"-1"0"24"16,1 0 6-16,-1 0-45 0,1 0-64 0,-17 5-46 0,17-5 2 0,0 0-8 16,0 0-14-16,0 0 1 0,0 0-3 0,1 0 3 15,-1-1-3-15,20-13 2 0,-20 14 2 0,0 0 0 16,17-8 2-16,-17 8 5 0,0 0-1 0,18-8 3 16,-18 8 5-16,0 0 9 0,0 0 2 15,18-3 4-15,-18 3 22 0,0 0 7 0,0 0 3 16,17-1 0-16,-17 1 6 0,0 0-13 0,0 0 1 15,20 0-6-15,-20 0-5 0,0 0-6 0,17 1-5 16,-17-1 0-16,1 0-9 0,18-1-10 0,-19 1 6 16,0 0-7-16,18 2 4 0,-18-2-1 0,0 0 0 15,17 0 0-15,-17 0 3 0,0 0 0 0,20 1 0 0,-20-1-1 16,0 0-8-16,18 0 3 0,-18 0 4 0,0 0 0 16,19-1 8-16,-19 1-9 0,0 0-2 0,18 0-1 15,-18 0-2-15,0 0 2 0,1 0-2 0,17 2 1 16,-18-2-8-16,1 0 5 0,-1 0-3 0,0 0 5 15,20 6-6-15,-20-6 5 0,0 0-5 0,0 0 4 16,1 0-3-16,15 8-5 16,-16-8 4-16,0 0-4 0,0 0 7 0,0 0-47 0,1 1-14 15,18 8-20-15,-19-9-105 0,0 0-165 0,1 0-94 16</inkml:trace>
  <inkml:trace contextRef="#ctx0" brushRef="#br0" timeOffset="-211832.63">951 8389 327 0,'4'-5'4'0,"-1"-1"-21"0,1 0-13 0,-1-1-38 15,2 0 6-15</inkml:trace>
  <inkml:trace contextRef="#ctx0" brushRef="#br0" timeOffset="-210038.52">1518 9193 2028 0,'0'0'72'0,"0"0"-59"0,-1 1 1 16,1-1-18-16,-1 1 1 0,1-1-14 0,-12 16 1 15,12-16-6-15,0 1-9 0,0-1-5 16,0 0-15-16,2 19 3 0,-2-19-70 0,0 1-126 0,0-1-102 16</inkml:trace>
  <inkml:trace contextRef="#ctx0" brushRef="#br0" timeOffset="-208710.57">1384 7933 845 0,'0'0'290'0,"0"0"119"0,0 0 4 0,0 0-289 0,0 0-90 0,0 0-43 15,-1 0-3-15,1 0-6 16,0 0-8-16,0 0 6 0,0 0 3 0,0 1 2 15,0-1 13-15,0 1 2 0,8 18 3 0,-8-19 1 16,0 0 10-16,0 0 17 0,6 23-7 16,-6-23 12-16,0 1 6 0,4 20 0 0,-4-21 7 0,0 1-5 15,2 22 2-15,-2-23-15 0,0 0-4 0,2 21-3 16,-2-21-15-16,0 1-6 0,4 17 4 16,-4-18-4-16,0 1-1 0,0-1-2 0,4 19 1 15,-4-19-1-15,0 0-9 0,0 0 2 0,0 0-7 0,0 0 5 16,1 1-8-16,-1-1 6 0,1 0 4 0,0 0 1 15,-1 0 6-15,16-1 8 0,-16 1-7 0,0 0 6 16,0 0-10-16,14-22-7 0,-14 21 3 0,8-13-5 16,-3 5-6-16,0 0 3 0,-1-2-3 15,1 0 2-15,0-1-4 0,0 0 8 0,0 2-1 16,0 0 3-16,0 0-4 0,1 1 17 0,-2 0-6 16,1 0 9-16,-1 3-5 0,0-1 5 0,0 0 1 15,-1 2 2-15,0-1 3 0,-3 6-4 16,0 0 6-16,0-1-3 0,0 1 6 0,1-1 11 0,0 1-12 15,-1 0 13-15,0-1-4 0,0 1 5 0,1-1 0 0,-1 1-3 0,0 0-23 16,0 0 2 0,0 0-1-16,0 0 1 0,2 18-2 0,-5-9 0 0,1 1 1 0,-1 0-1 15,0 1 1-15,2 2-5 16,-2 1 4-16,1 2-4 0,-1 0 8 0,0 1 3 0,-2 0-5 0,2 0 5 16,-1 0 1-16,-1 1-4 15,1 0 3-15,0 0-3 0,0 0 7 0,1-2-3 0,-1 0 9 16,0-1-6-16,0 1 20 0,1 0-7 0,-1-1 0 0,-1-2-2 15,1-1-2-15,-1 0-1 16,0-2-2-16,1 1 1 0,0-2-4 0,1-2-11 16,-1 1 4-16,0-2-5 0,1-1 4 0,0 0-4 15,3-5 0-15,0 1-1 0,0-1 6 0,-1 0-23 0,-15 13-1 0,16-13-11 16,0 0-34-16,-1 0-24 0,1 0-1 0,-1 0-6 0,-17-6 10 16,18 6-14-1,0 0-5-15,0-1-5 0,0 1-40 0,-8-18-82 16,8 18-15-16</inkml:trace>
  <inkml:trace contextRef="#ctx0" brushRef="#br0" timeOffset="-208420.69">1586 8135 1964 0,'0'0'53'0,"0"0"-29"0,0 0-2 0,0 0-8 16,0 0-6-16,0 0-6 16,0 0 4-16,0 0-3 0,0 0 12 0,0 0 11 0,0 1 1 15,1 15 7-15,-1-16 24 0,0 1-10 16,-1 21 0-16,0-12-5 0,0 0-26 0,0 2-13 0,1 0 0 15,0 0-4-15,0 1-6 0,0 0-61 0,0 0-27 0,2 0-29 16,-1 0-273-16</inkml:trace>
  <inkml:trace contextRef="#ctx0" brushRef="#br0" timeOffset="-206940.03">2405 7877 714 0,'0'0'226'0,"0"0"119"16,0 0 14-16,-1 0-184 0,0 0-80 0,-14-6-56 0,15 6-10 16,0 0 2-16,0 0-27 0,0 0 0 15,0 0 3-15,0 0-1 0,0 0 12 0,-1 0 15 0,0 1 0 16,1-1 6-16,0 1 4 0,-11 16-5 0,11-17 1 16,0 1-2-16,0-1 0 0,-5 22-9 0,5-22-1 15,0 0-3-15,-6 25-11 0,4-16 14 0,1 1-4 0,0 0 9 16,0 1 4-16,1-1-5 0,0 1 0 15,0 0-3-15,1-1-11 0,-1-1-3 16,1 0-6-16,0-1 2 0,0-1-9 0,1-1-4 16,-1 0 4-16,-1-6-4 0,0 0 3 0,0 1-8 0,1-1-8 15,-1 0 0-15,0 1-24 0,1-1 7 16,15 10-4-16,-16-10 7 0,0 0 18 0,1 0 8 16,-1-1 5-16,1 1-1 0,16-19 6 0,-17 19-1 15,0-1-4-15,0 1 2 0,12-19-5 0,-12 18-16 16,7-14 1-16,-4 5-8 0,1 0-17 0,0-2 6 15,-1-1 2-15,1 1 3 0,0 0 12 0,0 1 10 16,0 1-1-16,0 0 6 0,0 0 4 0,-1 1-3 0,1 0 2 16,-1 1-3-16,-1 1 11 0,1 1-2 15,-2 1 0-15,-1 5 0 0,0-1 7 0,0 1-3 16,0-1 3-16,0 1-3 0,7-17 7 0,-7 17 5 16,0 0-1-16,0 0 2 0,0 0-1 0,0 0-14 15,0 0 5-15,0 0-8 0,0 1 7 0,2 16-6 0,-2-17 5 0,0 1-6 16,-5 21 2-16,3-12 5 15,-1 1-6-15,0 0 7 0,1 1-3 0,-2 1-4 16,1-3 5-16,0 4-5 0,1-2-1 0,-2 2 2 16,1 0-6-16,0-1 5 0,0-1-3 0,0 0-4 15,-1 0 4-15,1 0-3 0,1 0 5 16,-1 0 1-16,0 0 2 0,1-1 0 0,-1 0 3 0,1 0-5 16,-1-1-3-16,1 0 1 0,0 0 6 0,-1-1-9 15,1 0 5-15,0 0-6 0,0 0 6 0,-1-2-2 16,1 1 1-16,0-1-2 0,0 2-2 0,-1-2 1 15,2-1 2-15,-2 1 0 0,1-2 3 0,2-5 5 16,0 1-2-16,0-1 4 0,-8 18 1 0,8-18-5 0,0 0 5 16,0 0-5-16,-1 1 4 0,0-1 0 15,-16 15-1-15,17-15 1 0,-1 0-3 0,1 0 5 16,-1 0-4-16,0 0 4 0,-16 1-8 16,17-1 2-16,-1 0-2 0,1 0 2 0,0 0-20 0,0 0-19 15,-19-13-2-15,19 13-7 0,0 0-23 0,-1 0-30 0,1-1-4 16,-14-16-13-16,14 17-65 0,0-1-145 15,-10-15-90-15</inkml:trace>
  <inkml:trace contextRef="#ctx0" brushRef="#br0" timeOffset="-206488.79">2575 8059 1956 0,'0'0'332'0,"0"0"-164"16,0 0 28-16,0 0-107 0,0 0-84 15,0 0-13-15,0 0-8 0,0 0 1 0,0 0-11 0,0 0 9 0,22-1 2 16,-22 1 5-16,1 0 24 0,21-1 1 15,-22 1 7-15,2 0-5 0,19 0 16 0,-20 0 1 16,0 0-6-16,21 1 2 0,-22-1-16 16,0 0-3-16,21 4 1 0,-21-4-2 0,1 0-3 0,-1 0-1 15,18 9 4-15,-18-9-1 0,0 0 1 16,0 1-17-16,0-1 1 0,0 1-5 0,0-1 12 16,0 19 5-16,0-19 2 0,0 1 0 15,0-1 5-15,-20 20-10 0,12-15 4 0,1 1-6 0,0-1 7 0,1-1-1 16,1 1 1-16,5-5-2 0,-1 0 1 0,1 1-5 15,-1-1-2-15,-11 17-2 0,12-17-2 16,0 0 1-16,0 0 3 0,0 0-3 0,0 1-1 0,0-1-7 0,0 1 0 16,1-1-2-16,18 16-3 0,-19-16-7 15,1 0 3-15,17 2-5 0,-18-2-4 0,0 0-79 16,19 2 0-16,-19-2-35 0,1 0-88 16,16 4-201-16</inkml:trace>
  <inkml:trace contextRef="#ctx0" brushRef="#br0" timeOffset="-204279.97">3566 7967 1804 0,'0'0'118'0,"0"0"4"0,0 0-3 15,0 0-69-15,0 0-42 0,-1 1-21 0,1-1-4 0,-11 22-1 16,11-14-12-16,-2 2 8 0,1 1 1 16,0 0 3-16,0-1 10 0,1 0 9 0,0 1-1 15,-1 0 5-15,2 0 5 0,-1-2 4 0,0 0 1 16,1-1 0-16,-1-8 3 0,0 0 8 0,0 1-1 0,6 16 1 16,-6-17-12-16,0 0-4 15,0 0-1-15,0 0-1 0,1 0 1 0,-1 0-14 16,1 0-1-16,17-7-7 0,-18 7-11 0,1 0-4 15,10-20 4-15,-7 13-4 0,-1-2 4 0,0 0 10 0,0 0-3 16,0-1 6-16,-1 2 2 0,0-1-5 0,0 0 7 16,0 0-6-16,1-1 21 0,-1 2-5 15,0 0 2-15,0 1-3 0,1 0 0 0,-2 1 10 16,0 1 1-16,-1 5 2 0,0-1 4 0,0 1 15 16,0-1 0-16,0 1 7 0,0-1 13 0,0 1-32 15,0 0 3-15,0-1-14 0,0 1-9 0,0 0-1 0,0 0 0 0,0 0 0 16,0 1 1-16,0 19-4 15,0-11 0-15,0-1-3 0,0 1 5 0,-1 0-4 0,1 1 3 0,0-1-3 16,-1 0 7-16,1 2-2 16,0-1 2-16,0 2-3 0,0 0 3 0,0 1 2 0,-1 0 3 0,0-1 0 15,0 1 11-15,-1 0 5 16,0-2 0-16,0 2 1 0,-1-1 0 0,1 0-2 16,-2-1-1-16,0-1 0 0,0 0 5 0,-2-1-14 15,1 0 6-15,0-2-10 0,-1 0-2 0,0-1 4 0,0 0-5 16,0-2 5-16,2 1-9 0,-2-1-4 0,0-2-5 15,1 0-2-15,0-1-31 0,-1 0-32 16,1 0-5-16,-2 0-12 0,2-1-51 0,-1-1-54 16,-1 0-24-16,1-1-28 0,-2 0-292 0</inkml:trace>
  <inkml:trace contextRef="#ctx0" brushRef="#br0" timeOffset="-203776.54">3704 8125 2205 0,'0'0'84'0,"0"0"-66"15,0 0-6-15,0 0-19 0,0 0-26 0,0 0-27 16,0 0-6-16,0 0-10 0,0 0-40 0,0 0 67 0,0 0-2 16,1 0 28-16,15 1 26 0,-16-1 8 0,0 0 2 15,0 0 4-15,0 0 32 0,1 1 18 16,-1-1-4-16,17 12 4 0,-17-12-20 0,0 0-6 16,1 0-5-16,0 1 0 0,-1-1-20 0,16 16-3 15,-16-16-3-15,0 0 1 0,0 1-11 0,0-1 1 16,0 1 1-16,9 16 0 0,-9-17-1 0,0 1-1 15,0-1-8-15,-3 16 4 0,3-16-20 0,0 1 6 16,-1-1-1-16,-10 18 2 0,11-18 2 0,0 1 11 16,-1-1 3-16,-17 19 2 0,18-19 19 0,0 0-13 0,-1 1 1 15,-10 15-5-15,11-16 3 0,0 0-1 16,0 0 5-16,0 1-5 0,0-1 4 0,0 0 2 16,0 1 2-16,-1 16 1 0,1-17 6 0,0 0-4 15,1 0 3-15,-1 1-4 0,1-1-3 0,-1 1-12 16,17 16 1-16,-17-17-3 0,0 0 10 0,0 0-8 15,3 17 0-15,-3-17-7 0,0 0-22 0,-7 20-55 16,3-12-24-16,-2 0-22 0,0 0-202 0</inkml:trace>
  <inkml:trace contextRef="#ctx0" brushRef="#br0" timeOffset="-203199.29">3557 9183 1724 0,'0'0'289'0,"0"0"-65"16,0 1 43-16,0-1-164 0,0 1-103 0,0-1-7 15,0 0 2-15,1 0-3 0,21 6 13 0,-13-8-19 16,0 0 2-16,2-2-5 0,-1-1 16 0,0 1-1 16,1-2 3-16,0 2-2 0,-1 0-3 0,0-1 2 15,0 0-8-15,0 1 5 0,1-1-11 0,-1 1-57 16,-1 2-10-16,1-1-27 0,-1 0-138 0,0 1-497 15</inkml:trace>
  <inkml:trace contextRef="#ctx0" brushRef="#br0" timeOffset="-202380.33">4645 7849 2567 0,'0'0'122'0,"0"0"84"0,0 0-161 16,0 0-57-16,-1 0-8 0,1 0-14 16,0 0-2-16,0 0-40 0,0 0 0 0,0 0-15 15,0 0-2-15,0 0 51 0,0 1 3 0,0-1 18 0,2 18 21 16,-2-18 5-16,0 1 0 0,2 18 3 15,-2-18 8-15,0-1 12 0,0 23 2 0,0-23 2 16,0 0 3-16,2 21-9 0,-2-21-3 0,0 0-4 16,6 18-16-16,-6-18-3 0,0 0-2 0,1 1-1 0,0-1-12 15,-1 1-8-15,19 8-1 16,-19-9-3-16,1 0-10 0,-1-1 10 0,19-10 1 16,-19 11 5-16,9-12 15 0,-3 5 9 0,-2-1-3 0,1 1 4 15,0-1-2-15,-1-1-1 0,0 1 4 16,-1 0-3-16,1 1 4 0,1 1-4 0,-2 1 3 0,-3 5-3 15,0-1 6-15,0 1 1 0,0-1 0 0,1 1 1 16,-1 0 7-16,0-1-6 0,1 1 1 0,-1-1-3 16,1 1 2-16,-1-1-1 0,0 1 0 0,0 0-1 15,0 0 2-15,0 1-6 0,0-1 4 0,0 25-3 16,-2-16 5-16,1 2-6 0,1 1 1 16,-3 1 0-16,2 1 12 0,1-1-4 0,-1 3 1 0,0-1-3 15,0 1-2-15,0 0 13 0,-2-1-3 0,3 0 6 0,-2-1 5 16,0-1-14-16,1 0 7 15,-1-1-10-15,1-2-2 0,0 0-3 0,0-1-3 0,-1-2 2 16,1-1-5-16,1-6-7 0,0 0 0 0,0 1-4 16,-6 15-12-16,6-16-47 0,0 0 2 0,0 0-21 15,0 0-36-15,-1 0-46 0,1 0-16 16,0 0-13-16,-1 0-99 0</inkml:trace>
  <inkml:trace contextRef="#ctx0" brushRef="#br0" timeOffset="-202010.26">4913 7945 2601 0,'0'0'101'0,"0"0"-77"0,0 0 4 0,0 1-28 15,0-1-12-15,-8 17-14 0,8-17-3 0,0 0-6 16,0 0-31-16,-3 22 30 0,3-22 1 0,0 0 12 16,0 19 23-16,0-19 11 0,0 0-6 0,0 1 8 15,1 19-1-15,-1-20 11 0,0 0 3 16,0 0 3-16,1 1-7 0,0-1 0 0,14 18-6 0,-15-18 3 16,0 0-13-16,0 0-8 0,22 7-6 15,-22-7-1-15,0 0-5 0,19 3 1 0,-19-3 1 0,1 0 0 16,19 1 3-16,-20-1-17 0,0 0 8 15,18-1-10-15,-18 1 17 0,1 0-18 0,0 0-2 16,16-3-9-16,-17 3-27 0,1 0-34 0,-1 0 0 0,1-1-16 16,0 1-45-16,15-13-48 0,-16 13-9 15,0-1-24-15,0 1-162 0</inkml:trace>
  <inkml:trace contextRef="#ctx0" brushRef="#br0" timeOffset="-201861.18">5032 7981 484 0,'0'0'144'0,"0"0"282"15,-1-1-133-15,0 1-71 0,1-1-8 0,-1 1-24 0,1 0-66 16,0-1-31-16,-17-10-6 0,17 11-8 15,0 0-31-15,-1 1-19 0,-13 18 5 0,10-11-9 16,0 1 0-16,0 1-12 0,0 1-3 16,-1 0-3-16,1 1-6 0,-2 0-3 0,1 0 0 0,1 1-3 15,-1 1-7-15,1 0-36 0,0 1-8 16,-1-2-15-16,1 1-82 0,1-3-139 16,-1 1-85-16</inkml:trace>
  <inkml:trace contextRef="#ctx0" brushRef="#br0" timeOffset="-200893.86">4661 9052 1701 0,'0'0'320'0,"0"0"-169"16,0 0-24-16,0 1-46 0,0-1-100 0,0 1-17 0,0-1-5 15,0 0-5-15,0 1-23 0,0-1 20 0,0 1 6 0,0-1 8 16,0 1 42-16,1-1 16 0,-1 1-1 16,1-1 8-16,15 5 15 0,-16-5 8 0,0 0 6 0,0 0 0 15,1 0 9-15,-1 0 4 0,0 0-4 0,19 8 3 16,-19-8-14-16,0 0-8 16,1 0-5-16,20 0 0 0,-21 0-16 0,16 0-5 15,-7-3-4-15,1 2-1 0,0-1-13 0,1-1 7 0,0 0 2 16,1 1 3-16,2-1 7 0,-1 0-10 0,-1 2 4 15,-1 0-6-15,-1-1 7 0,0 1-7 0,0 0 3 16,0 0-3-16,-1 0 8 0,0 2-7 0,1-1-1 16,-1 0-2-16,0 1-4 0,0-1 6 0,0 1-6 15,2 1 4-15,-3-1-9 0,2 1 4 0,1-2-1 16,1 1 2-16,-1 1 5 0,1-1-8 16,-1 2 3-16,-2-1-6 0,1 0 0 0,-1 0 12 15,-1 1-3-15,-1 0 5 0,0 0-8 0,0-1-3 0,-2 0 4 0,2 0-3 16,-2 1 9-16,0-2 8 0,-5-1-6 15,0 0 7-15,0 0-7 0,19 6-6 0,-19-6 3 16,1 0-6-16,-1 0-2 0,0 0-1 0,17 7-2 16,-17-7 0-16,0 0-5 0,0 0-50 0,0 0-18 0,0 0-23 15,1 0-188-15</inkml:trace>
  <inkml:trace contextRef="#ctx0" brushRef="#br0" timeOffset="-197970.25">12193 7707 1167 0,'0'0'352'0,"0"0"-136"16,0 0 178-16,0 0-349 0,0-1-12 0,0 1-11 0,0-1-25 15,0 1-4-15,0 0-5 0,0 0-11 0,0 0 4 16,0-1 4-16,0 1-1 0,0 0 15 0,0 0 1 0,1 0 6 0,-1 0-1 16,0 0 17-16,1 0-1 15,-1 0 0-15,1 1-1 0,9 16-4 16,-10-17 3-16,0 1-2 0,1 17 3 0,-1-18 4 0,0 1-8 16,-3 20 1-16,2-12-5 0,0 0-8 0,1-2 0 15,-1-1 0-15,2 1-1 0,-1-1 2 0,0-6-7 16,0 0 2-16,0 1-7 0,0-1-7 0,5 17-4 15,-5-17-6-15,0 0 2 0,0 0 0 16,0 0 16-16,0 0 3 0,1 0 3 16,-1 0 11-16,16-1-9 0,-16 1 6 0,0-1-8 0,0 1 5 15,17-16 2-15,-17 16-1 0,1-1 2 0,12-19-5 0,-8 13 5 16,0-1-6-16,0 0 5 16,0 0-7-16,-2 0 0 0,1 0-3 0,-2 1 2 0,1 1 4 0,-3 6 4 15,0-1 1-15,0 1 0 0,3-18 4 0,-3 18 5 16,0 0 1-16,0-1 0 0,0 1-8 15,0-1-6-15,0 1 0 0,0 0-3 0,0-1-4 0,0 1 0 16,0-1-1-16,0 1 1 0,0-1-9 16,0 1 7-16,0-1 0 0,0 1 3 0,0 0 3 0,0 0 1 15,-1 0-2-15,1 1 1 16,0-1 1-16,-10 19-1 0,10-19-1 0,0 1-1 0,-5 20 1 16,5-21-1-16,-5 17 3 0,3-6-3 15,1 0 1-15,-1 0 2 0,-1 1-2 0,1-2 2 0,-1 1 2 16,0 1 1-16,1-1 2 0,-2 1-2 0,1-1 9 0,-1 1 4 15,1-1 0-15,-1 0 0 0,0-2 3 0,2 1-3 16,-2-2 5-16,1 1-4 0,0-1 8 0,1-2-15 16,-1 2 5-16,-1 0-8 0,0-1 4 15,0 0-9-15,-1-2 1 0,0 0-4 0,0 1-5 0,-1-1-47 16,0-1 1-16,-1 0-20 16,1-3-30-16,-1 0-35 0,-1 0-10 0,2-1-13 0,-1-1-68 15</inkml:trace>
  <inkml:trace contextRef="#ctx0" brushRef="#br0" timeOffset="-197383.03">12337 7861 1494 0,'0'0'251'0,"0"0"-106"0,0 0 42 0,0 0-138 0,0 0-43 0,0 0-6 15,0 1 1-15,0-1-3 16,0 1-7-16,-1 17-13 0,1-18 1 0,0 1-3 0,0-1 12 0,0 1 3 16,0 16 4-16,0-17 0 15,0 0 9-15,0 1 10 0,0-1 6 0,-4 19-1 16,4-19 13-16,0 0 2 0,0 0-2 0,0 1 1 0,0-1-9 0,0 0-2 15,2 17-1-15,-2-17 0 16,0 0-6-16,0 1-6 0,0-1-1 0,0 1-1 0,2-1-7 0,8 17 2 16,-10-17-1-16,0 0 1 15,0 0-6-15,1 1 5 0,-1-1-3 0,17 12 3 16,-17-12-1-16,0 0 0 0,1 0 2 0,-1 1-2 16,1-1 3-16,16 16 5 0,-17-16-2 0,0 0 3 15,0 0-1-15,0 1 4 0,0-1-2 0,7 17 3 16,-7-17 0-16,0 0 0 0,0 0 1 0,0 1-1 15,0-1 0-15,-9 17-5 0,9-17-1 0,0 0-2 0,-1 0-3 0,1 1-16 16,-21 11-2-16,21-12-7 0,-1 0-21 0,-18 4-16 16,19-4-7-16,0 0-3 15,-23 3-24-15,23-3-21 0,-1 0-5 0,-22-1-9 16,23 1-53-16,-1 0-195 0</inkml:trace>
  <inkml:trace contextRef="#ctx0" brushRef="#br0" timeOffset="-197133.2">12310 7874 2439 0,'0'0'35'0,"0"0"-20"0,0 0-7 0,0 0 1 15,0 0-1-15,0 0-6 0,1 0-2 0,-1 0-1 0,0 0-17 16,1 0-18-16,-1 0 4 0,0 0-8 15,17 8 9-15,-17-8 24 0,0 0-5 0,0 0 11 0,1 0 1 0,0 0 1 16,-1 0 3-16,0 0-1 16,18-2 1-16,-18 2-7 0,0 0-16 0,0 0-2 0,0 0-100 0,20-7-110 15,-20 7-22-15</inkml:trace>
  <inkml:trace contextRef="#ctx0" brushRef="#br0" timeOffset="-196731.2">12494 7884 1406 0,'0'0'224'0,"0"0"128"0,0 0 124 0,0 0-384 16,0 0-81-16,0 0 3 0,0 0-1 0,1 0-1 15,-1 0-13-15,1 0 1 0,16 7-1 0,-17-7-1 0,0 0-27 0,0 0 8 16,0 0-2-16,1 0 7 15,-1 0 16-15,1 0 0 0,-1 0 4 0,0 0-2 0,0 0 6 0,1 1-6 16,-1-1 2-16,0 0 0 16,0 1 21-16,0-1-10 0,1 19 6 0,-1-19-8 15,0 0-1-15,-1 0-5 0,0 1-6 0,-11 17 2 16,12-18-4-16,0 1 1 0,0-1 0 0,-14 18 1 16,14-18-4-16,0 1 3 0,-1-1 0 15,-9 17 1-15,10-17 5 0,0 0-8 0,0 1 4 0,0-1-3 16,0 1 10-16,-1 17 6 0,1-18 2 15,0 0 1-15,0 0 9 0,0 0-7 0,1 1-3 0,15 10 0 16,-16-11-4-16,1 0-2 0,-1 0-2 16,20 6-1-16,-20-6-8 0,0 0 3 0,1 0-1 15,19 4 3-15,-20-4-7 0,0 0-1 0,1 0-11 0,15 5-1 0,-16-5-74 16,0 0-82-16,1 0-21 0,-1 0-32 16,19 5-205-16</inkml:trace>
  <inkml:trace contextRef="#ctx0" brushRef="#br0" timeOffset="-195990.03">11944 8980 1581 0,'0'0'268'0,"0"0"-90"0,-1 0 18 0,1 0-71 15,-1 0-48-15,1 0-29 0,0 0 0 0,-1 0-11 16,1 0-22-16,-1 0-10 0,1 0 2 0,0 0-4 15,-1 0 8-15,0 0 6 0,1 0-2 0,0 0 6 0,0 0 9 16,0 0-3-16,0 0 8 16,1 0-8-16,19-7 3 0,-20 7 3 0,1 0-3 0,20 2 5 15,-12-1 0-15,1 1-3 0,3 0-5 16,1-1 2-16,1 1-7 0,3-1 4 0,1-1 0 0,0 2-1 16,1-1-6-16,0 0-5 0,1 0-3 0,0 0 0 15,0 0-15-15,2 0 10 0,-2-2-4 16,3 1 7-16,-1 0-1 0,0 0-7 0,-1 1 5 0,-1-1-6 0,-1 1 7 15,-2 0-2-15,-1 0 5 16,0-1-2-16,-1 0 10 0,-1 2 1 0,0 0-3 0,-1 0 1 16,-1 0-13-16,-1 0-1 0,-1-1-1 0,-1 1 0 15,-1-1 0-15,-2 1-11 0,-1 0-18 16,-6-2-2-16,1 0-98 0,-1 0-141 0,1 0-43 16,16 0 76-16,-17 0 1170 0</inkml:trace>
  <inkml:trace contextRef="#ctx0" brushRef="#br0" timeOffset="-194378.75">11073 7684 1691 0,'0'0'197'16,"0"0"-85"-16,0 0 97 0,0 0-247 0,0 0 9 0,0 0-7 15,0 0 26-15,0 0-4 0,0 0 5 16,2 19-13-16,-2-19 8 0,0 0-3 0,0 1 5 16,0-1 8-16,0 1 4 0,1 19 0 0,-1-20 2 15,0 1-1-15,0-1 8 0,-1 16 0 0,1-16 4 16,0 0 3-16,0 1-6 0,1 18 5 16,-1-19-4-16,0 1 8 0,3 16-3 0,-3-17-7 0,0 0 3 15,4 16-7-15,-4-16-2 0,0 1 6 0,0-1-6 16,3 19-3-16,-3-19 2 0,0 0-2 0,0 0 4 15,0 1 1-15,0-1-1 0,0 0 1 0,0 1 0 0,0-1 6 0,0 1 0 16,0-1-4 0,1 0 2-16,17 2-6 0,-18-2-1 0,8-11 0 15,-1 4-1-15,-2-2-4 0,3-1 6 0,-1 2-2 0,1-2 5 16,-1 0-3-16,-1 2 0 0,0-1 0 0,1 0 1 16,-1-1 3-16,0 1-5 0,-1-1 2 0,-1 2-3 0,-1 0-1 15,-1 2 6-15,-2 6 0 0,0-1 4 16,0 1 2-16,0-1 14 0,0 1 4 0,0-1 4 0,0 1 11 0,0 0-18 15,0-1-2-15,0 1-7 16,0-1-15-16,0 1-10 0,0 0 5 0,-14 7-6 16,10 2 2-16,0 0 2 0,0 1-4 0,1 1 3 15,-1 1 5-15,2 2-4 0,-1 1 3 0,1 1-5 16,-2 1 4-16,1 0 2 0,-1 2 2 16,0-3 0-16,1 1-3 0,-2-1 4 0,1 0-2 0,1 0 5 15,-2-1-1-15,2-2 9 0,-2 1-3 0,1-2 5 0,0 0 4 0,0 0-10 16,0-1 5-16,-1-1-8 15,0 0-1-15,0-3 3 0,0 0-3 0,-1-2 4 0,1-1-3 0,0 0-2 16,0-1-2 0,0-2 0-16,-1 1-17 0,0-1-24 0,1-1-8 15,0-2-8-15,-1 0-47 0,0-2-57 0,1 1-18 16,0-2-22-16,1 0-148 0</inkml:trace>
  <inkml:trace contextRef="#ctx0" brushRef="#br0" timeOffset="-193893.06">11309 7821 2585 0,'0'0'76'0,"0"0"-95"0,0 0-4 0,0 0-24 15,0 0 26-15,0 0 8 0,0 0 5 0,0 0-2 0,0 1-17 0,4 16-36 16,-4-17-2-16,0 0-7 16,0 0 32-16,0 1 34 0,0-1 3 0,0 1 8 0,0-1 11 15,0 1 2-15,-2 15 0 16,2-16 3-16,0 0 16 0,0 0-3 0,0 0 3 0,0 1-6 16,0-1-8-16,0 0-11 15,0 1 2-15,-5 17-5 0,5-18-4 0,0 0-5 0,0 1 0 16,0-1 1-16,1 18 1 0,-1-18-2 0,0 0-2 0,0 1-1 15,0-1 3-15,3 16-1 0,-3-16 1 0,0 0-1 16,0 1 0-16,0-1 5 0,0 1 1 0,1-1 2 16,15 16 5-16,-16-16-3 0,0 0 0 15,0 1-2-15,1-1-2 0,16 14-4 0,-17-14 0 16,1 0-1-16,0 1 10 0,-1-1-3 16,0 1 4-16,17 16-3 0,-17-17 2 0,0 1 4 0,0-1 1 0,0 0 0 15,-4 19 7-15,4-19 1 0,0 0 0 0,0 1 0 16,-1-1-8-16,-19 17-2 0,20-17-7 15,-1 0 2-15,-19 12-29 0,11-9-37 0,-1-1-8 16,0-1-14-16,-1 1-84 0,-1-1-125 0,-1-1-43 16</inkml:trace>
  <inkml:trace contextRef="#ctx0" brushRef="#br0" timeOffset="-193701.12">11307 7792 2529 0,'0'0'94'15,"0"0"85"-15,0 0-176 0,0 0 10 0,20 17-6 0,-20-17 7 16,1 0-11-16,18 16-5 0,-19-16-15 16,0 1-5-16,19 15-111 0,-19-16-64 0,1 0-11 15,15 10-15-15,-16-10-33 0,1 0-58 0,-1 0-38 16</inkml:trace>
  <inkml:trace contextRef="#ctx0" brushRef="#br0" timeOffset="-193520.01">11495 7770 1274 0,'0'0'371'0,"0"0"-182"0,0 0-19 15,1 0-42-15,7 18-29 0,-8-18-42 0,0 1 1 16,5 23-16-16,-5-14-10 0,1 2-16 0,-1 1-4 0,0 1-4 15,-1 0-8-15,-1 1 3 0,1-1-3 16,-2 2 3-16,1-2-3 0,-1 1-71 16,1 1-5-16,0 1-35 0,-1 1-137 0</inkml:trace>
  <inkml:trace contextRef="#ctx0" brushRef="#br0" timeOffset="-192984.72">11046 8916 1787 0,'0'0'300'0,"0"0"-108"0,0 0 42 16,0 0-135-16,0 0-50 0,0 0-1 0,0 0-5 15,0 0 1-15,0 0-17 0,0-1-8 0,0 1 4 0,0-1-3 16,1 1 17-16,21-17-3 0,-22 17-3 0,1 0 0 16,20-7-10-16,-21 7-8 15,0 0 0-15,22-6-4 0,-22 6-9 0,0 0 16 0,24-3-7 16,-14 3 10-16,-1 1-10 0,1-1 10 0,1 1-1 0,-1 0 5 15,2 0 5-15,-1 0-2 16,1 1 0-16,-1-1-1 0,1-1-1 0,0 2-15 0,-1-1 4 0,0-1-7 16,0 0 1-16,-1 1-5 15,0-1 1-15,-1-1-3 0,0 1 1 0,-2 0-3 0,1 0-3 0,-1 0-3 16,0 0-42-16,1-1-122 16,0 0-25-16,-1 0-50 0,1-2-268 0</inkml:trace>
  <inkml:trace contextRef="#ctx0" brushRef="#br0" timeOffset="-189560.51">85 8353 1918 0,'-7'1'182'16,"0"0"-54"-16,7-1 86 0,-1 0-141 0,1 0-12 16,0 0-16-16,-19 6-26 0,19-6-1 0,0 0-8 0,0 0-11 0,0 0-7 15,0 0 0-15,0 0-3 16,0 1-4-16,-2 17 1 0,2-18-3 0,0 1 4 16,1-1 7-16,9 20 6 0,-10-20 3 15,1 1-1-15,-1-1-3 0,20 17 3 0,-20-17-1 0,1 0 4 16,18 14-3-16,-19-14 1 0,1 0 4 0,17 7-1 15,-18-7 9-15,0 0-15 0,18 3 1 0,-18-3-3 16,0 0 5-16,17 0 0 0,-17 0-3 0,0 0 0 16,18-3-6-16,-18 3-3 0,1 0-13 0,16-7 1 15,-17 7-48-15,1 0-10 0,-1 0 3 0,18-12-7 0,-18 12-3 16,0 0 2-16,1-1-2 0,0 1 0 16,-1-1-1-16,0 1 2 0,0 0 12 0,0-1 0 15,-1-15 65-15,1 16 40 0,-1 0 10 0,1 0 11 0,-17-1 39 16,17 1 5-16,0 0-5 0,0 0 2 15,-17 4-23-15,17-4-15 0,0 0-1 0,-1 0-5 0,-15 1-6 16,16-1-17-16,0 0 3 16,0 0-10-16,-1 0-17 0,1 0-8 0,-1 0-3 0,1 0-2 0,0 1-7 15,0-1 15-15,0 0-6 0,0 1 8 16,0-1 12-16,0 1 1 0,1-1 7 0,14 17-5 0,-15-17 8 16,0 0-5-16,1 1 1 15,20 12-2-15,-21-13 9 0,0 0-13 0,0 1 0 16,19 21-5-16,-16-13-4 0,-3 2-5 0,0 2-4 0,-2 4-9 0,-1 1-96 15,-4 6-267-15</inkml:trace>
  <inkml:trace contextRef="#ctx0" brushRef="#br0" timeOffset="-185364.26">307 8916 2206 0,'-10'0'132'0,"2"0"-15"16,8 0 4-16,-1 0-33 0,1 0-63 0,-1 0-34 0,1-1-4 16,0 1-4-16,-1-1-10 0,0 1 2 0,-9-17 1 15,10 17 1-15,0 0 10 0,1-1-4 0,-1 1 7 16,21-13-5-16,-21 13 9 0,0 0 5 0,0 0-3 15,18-4 4-15,-18 4 0 0,1 0 14 0,0 0-5 16,16 3 9-16,-17-3-5 0,0 0 8 0,0 0 3 16,1 0 2-16,20 9 11 0,-21-9 1 0,1 0-7 0,16 2 4 15,-9-1-12-15,2 0-5 0,0-1 2 0,2-1-4 16,-1 1 4-16,3-2-10 0,-1-1 6 0,0 0-8 16,1 0 3-16,1-2-7 0,-1 1 0 0,-1-1-2 15,2 0 5-15,-2 0-7 16,0-1 0-16,-1 1-3 0,1 0 8 0,2 1-1 15,0-1 2-15,0 3-3 0,0-1 4 16,-2 2-7-16,-1 0 4 0,-2 0-4 0,-1 0 3 0,-1 1 2 16,-1-2-5-16,-2 1 1 0,-5 1-6 0,1 0 5 15,0 0 2-15,15-4 2 0,-16 4-3 0,0 0 0 0,0 0 1 16,0 0-1-16,1 0-1 0,-1-1-36 0,0 1-1 16,0-1-14-16,1-15-27 0,-1 16-3 0,0-1-4 0,-1 1 3 15,-20-14 1-15,14 9 34 0,-2 0 4 0,-1 0 12 16,1 0 27-16,-2 0 5 0,1-2-1 15,-1 1 4-15,-2-1-2 0,2 1 13 0,1-1 0 16,1 1 6-16,1-1 9 0,0 1 4 0,1 0 0 16,1 1 0-16,0 0 1 0,1 0 7 15,0 1-4-15,0 0 4 0,5 4-8 0,0 0-3 0,0 0 0 16,0-1 0-16,-1 1 0 0,0-1-6 16,1 1-1-16,-1 0-2 0,1-1-16 0,0 1-12 15,-1 0 2-15,1 0-6 0,-1 0 1 0,1 0 1 16,0 0 1-16,0 1-1 0,0-1 8 0,12 17 0 15,-11-17 1-15,16 8 0 0,-6-4 3 0,4-1 3 16,2-1-4-16,4 0 4 0,-1 0-1 0,2 1-1 16,-1-2 3-16,-1 1-1 0,-1 0 4 0,0 1-4 0,-2-1 6 15,1 2-6-15,-1 0 6 0,2 1 0 16,1 0-1-16,-2 1 2 0,-2 0-1 0,-2 1 0 16,-1 0-2-16,-3 0 1 0,0 0 2 0,-3 0 0 15,0 1-3-15,-2 0 2 0,0-1 3 0,-3 0 4 16,0 0 6-16,-1 1-3 0,-1 0 5 0,-3 1 9 15,-1 1-8-15,-1 2 7 0,-2-1-9 0,-2 0-3 16,-2 1 2-16,-3 1-4 0,1 1-4 0,-5-1-7 16,0 0 4-16,0 0-5 0,0-2 8 0,2-1-9 0,1 0 0 15,3-2-3-15,-1 0-5 0,1-2-6 0,1-1-18 16,1-2 0-16,1 0-87 0,0-1-137 16,2-1-34-16,7-1-68 0,0 0-469 0</inkml:trace>
  <inkml:trace contextRef="#ctx0" brushRef="#br0" timeOffset="-181876.11">256 6499 2289 0,'-8'-2'106'16,"2"1"-40"-16,6 1 4 0,0 0-10 0,-1 0-46 16,0 0-14-16,1 0-5 0,-1 0-3 0,1 0-13 0,-1 0 15 15,1 0 3-15,0 0 3 0,-1 0 1 0,1 0-2 16,0 0-1-16,0 0 0 16,0 0 9-16,1 0 8 0,-1 0 0 0,21-2 3 0,-21 2 3 15,0 0 5-15,1 0 2 0,19 7 1 0,-20-7 11 0,0 0-4 16,19 6 1-1,-10-4-2-15,0-1-14 0,0-1 1 0,0 0-4 0,1 0 2 16,0 0-3-16,-1 0 0 0,3-1-1 0,-1 0 1 0,1-1-2 0,-1 2-4 16,0-1 0-16,1 1-3 15,-1-1-4-15,-1 0 13 0,-2 0-5 0,2 0 8 16,-1 1-7-16,0 0-4 0,-1-1 1 0,0 0-2 16,0 0-3-16,-1 1 2 0,1-1 3 0,-8 1-1 15,0 0 6-15,0 0-5 0,0 0 1 0,17-2-1 16,-17 2 11-16,0 0-3 0,0 0 6 0,0 0-5 15,0 0 3-15,0 0-7 0,0 0 0 0,0 0-2 16,0 0-6-16,0 0-3 0,0 0 1 0,0 0-2 0,0 0-3 0,0 0-29 16,0 0-20-16,0 0-11 15,0 0-144-15,0 0-188 0,0 0-109 0</inkml:trace>
  <inkml:trace contextRef="#ctx0" brushRef="#br0" timeOffset="-180411.57">1757 6648 1590 0,'0'0'260'0,"0"0"59"0,0 0 0 0,0 0-244 0,-1 0-79 0,1 0-9 15,0 0-3-15,0 0 2 0,0 0 4 0,0 0 7 16,0 0 4-16,0 0 0 16,0 0 3-16,1 0-3 0,-1 0-1 0,0 0 0 0,18 8 2 15,-18-8 6-15,0 0-1 0,0 0 2 0,0 0-4 16,1 0 6-16,0 0 4 0,-1 0 1 0,0 0 19 0,18-7 11 15,-18 7 2-15,0 0 3 0,0 0 4 0,0-1-8 16,0 1-4-16,1-1-3 0,0 1-20 16,14-18-11-16,-15 18-1 0,0 0-2 0,0 0-6 0,0 0 1 15,0-1 1-15,0 1 0 0,0-1 2 0,0 1-8 16,0-1-2-16,0 1-4 0,0 0 0 0,0-1-5 16,0 1 5-16,0 0-7 15,0 0-12-15,0 0-16 0,0 0 1 0,0 0-4 0,0 0 5 0,0 0 17 16,0 0 0-16,0 0 8 0,0 0 22 0,0 0 2 15,0 0 7-15,0 0-3 0,0 0 2 0,0 0-2 16,0 0-4-16,0 0 3 0,0 0 7 0,0-1-6 16,0 1 7-16,0-1-6 0,0 1 1 0,0-1 10 15,0 1-5-15,0 0 9 0,0-1-2 0,0 1 1 16,-3-17-6-16,3 17 2 16,0 0-19-16,0 0 3 0,0 0-1 0,0 0 1 15,1 0-5-15,-1 0 5 0,16-8 1 0,-16 8 0 16,1 0-3-16,-1 0 6 0,20-3-3 0,-20 3 5 0,0 0 4 15,18 0 6-15,-18 0 5 0,0 0-2 0,1 0 4 16,17-1 1-16,-18 1-6 0,0 0 4 0,1 0-10 0,-1 0-3 16,17 0-4-16,-17 0 2 0,0 0-3 0,0 0-2 15,0 0-1-15,0 0 0 0,0 0 3 0,1 0-8 16,0 0 3-16,-1 0-4 0,0 0 11 0,1 0 1 16,-1 0 2-16,1 0-3 0,-1 0 3 0,0 0-15 15,0 0 0-15,0 0-7 16,0-1-12-16,-1 1-5 0,1-1 3 0,-18-7-3 0,18 8 9 15,-15-2 8-15,6 2 2 0,0-1 2 0,0 1 7 0,1 0-3 16,0-2 1-16,1 1-1 16,1 0 6-16,0 0-7 0,-1-1 1 0,1 2-2 0,-1-2 1 0,-1 0 1 15,3 1-2-15,-2-1 2 16,7 2-12-16,0 0-1 0,-17 0 1 0,17 0-1 0,-1 0 1 0,-14 1-2 16,15-1-5-16,-1 0 4 15,1 0 5-15,-1 0-5 0,1 0 2 0,0 0-4 16,-1 0 3-16,0 0 13 0,1 0 1 0,-1 1 3 0,1-1 1 15,0 1 7-15,1-1-1 0,-1 0 3 0,24 12-6 0,-15-12 3 16,0 0-6-16,1 0 3 0,-1-1-8 0,0 0 6 16,0 0-5-16,-2 0 6 0,1 1-3 0,-2 0 0 15,3-1 5-15,-1 1-3 16,1-1 2-16,-1 1-4 0,2 0 0 0,-3 0 0 0,1 0-1 0,-8 0 6 16,0 0-6-16,0 0 6 0,1 0-8 15,-1 0 7-15,1 0 1 0,-1 0 1 0,0 0 0 16,1 0-2-16,-1 0 0 0,1 0-1 15,0 1-5-15,-1-1 3 0,0 1-4 0,0-1 1 0,0 0-32 0,0 1-73 16,0-1-13-16,0 1-28 0,0-1-120 0,0 1-216 16</inkml:trace>
  <inkml:trace contextRef="#ctx0" brushRef="#br0" timeOffset="-179141.51">2385 6540 581 0,'-6'0'414'15,"6"0"-148"-15,0 0 209 0,-1 0-349 0,1 0-26 0,0 0-18 16,-1 0-42-16,0 0-4 0,1 0-5 0,0 0-16 0,-18-1-4 16,18 1 1-16,0 0-2 0,0 0-4 0,0 0 29 15,0 0-7-15,0 0 19 0,0 0 24 0,0 0-1 16,1 0 5-16,-1 0-6 16,19 1-6-16,-19-1-8 0,0 0-5 0,17-1 0 15,-17 1-15-15,1 0-8 0,20 1-2 0,-21-1-2 16,1 0-11-16,19 3-8 0,-12-1 4 0,1 0-7 15,1 1 2-15,0-1-2 0,0 1 2 0,0 1-1 16,1 0 2-16,0 0-3 0,4-1 4 0,-2 1-3 0,0-2 8 16,1 1 0-16,-2 0 4 0,0-2-1 0,-2 0 15 15,-2 1-7-15,0-2 1 0,-2 1-3 0,1-1 3 16,-7 0-12-16,0 0 5 0,1 0-7 16,0 0 5-16,16 0 0 0,-17 0-5 0,0 0 3 15,0 0-4-15,0 0 8 0,0 0-2 0,0 0 3 16,0 0 0-16,0 0-1 0,0 0-3 0,0 0 0 15,0 0-7-15,0 0-7 0,0 0 2 0,-1 0-4 0,1 0-4 16,-18 1-15-16,18-1-7 0,0 0-4 0,-1 0-32 16,-17-2-42-16,18 2-5 0,0 0-19 15,-1 0-76-15,-19-4-170 0,20 4-52 0</inkml:trace>
  <inkml:trace contextRef="#ctx0" brushRef="#br0" timeOffset="-178645.96">1727 6565 2344 0,'0'0'158'0,"-1"0"-117"15,1 0-15-15,0 0-21 0,0 0 9 0,0 0-20 16,0 0 3-16,0 0-9 15,1 0 14-15,17-2 12 0,-18 2 1 0,0 0 4 16,18 4 7-16,-17-4 18 0,0 0 1 0,22 3 7 16,-12-1 20-16,1 0-6 0,0-1-2 0,-2-1-4 0,-1 0-11 15,1 0 0-15,0-1 0 0,0 1-1 16,0-1-4-16,-2 0-5 0,1 0-2 0,1 0-2 16,-1-1-18-16,1 1-3 0,3 0-2 0,-2-1-1 0,2 1-8 0,-1 1 4 15,-3-1-7 1,0 0 5-16,1 1-1 0,-1 0-2 0,-2 0 3 15,0 0-3-15,-1 0 5 0,-6 0-7 0,0 0 0 0,1 0-2 16,16 2-2-16,-17-2-48 0,0 0-6 16,0 0-21-16,1 0-71 0,0 0-67 0,-1 0-11 15,0 0-32-15,1 0-175 0</inkml:trace>
  <inkml:trace contextRef="#ctx0" brushRef="#br0" timeOffset="-178161.52">2515 6611 2491 0,'0'0'203'0,"0"0"-141"0,0 0-20 0,0 0-24 16,0 0 17-16,18 0-14 0,-9-1-2 0,0 0-5 15,1 1-7-15,2 0 0 0,0 0 3 0,2 0-3 16,0-2-5-16,1 1 2 0,-1 0-2 0,1-1 3 16,-2 1-1-16,0 0 2 0,-1 0-6 15,-1 0 5-15,-1 0-3 0,0 0-1 0,-1 0 4 0,0 0-3 16,-3 0 6-16,1 0-4 0,0 0 0 0,-2-1-2 15,0 0-1-15,-5 2-62 0,1 0-13 0,-1 0-26 16,0 0-110-16,17-14-164 0,-17 14-83 16</inkml:trace>
  <inkml:trace contextRef="#ctx0" brushRef="#br0" timeOffset="-177731.9">3321 6504 1796 0,'-6'-4'307'0,"1"0"-224"16,0 1 16-16,5 3-73 0,0 0-40 0,0-1 2 0,0 1 0 15,-6-17-1-15,6 17-12 0,0 0 0 0,0 0 0 16,0 0 1-16,1 0 4 0,-1 0 3 0,1 0-1 16,16 1 4-16,-17-1 25 0,0 0 51 0,1 0 2 15,0 1 18-15,16 9 28 0,-17-10 11 0,1 0-1 16,16 1 1-16,-17-1-20 0,0 0-28 0,22 0 4 0,-12-2-12 15,-1 0-6-15,-1 0-18 0,1 0-1 16,-1-1-5-16,0 1-7 0,-1-1-7 0,-7 3-4 0,1 0-1 16,14-3-9-16,-15 3-8 15,1 0 6-15,-1 0-7 0,17-1 4 0,-17 1-53 16,0 0-6-16,1 0-24 0,-1 0-99 0,18 2-100 16,-18-2-32-16,0 0-38 0,0 0-277 0</inkml:trace>
  <inkml:trace contextRef="#ctx0" brushRef="#br0" timeOffset="-177326.85">4126 6444 2380 0,'0'0'106'0,"0"0"96"0,-1 0-142 0,1-1-48 16,0 1 7-16,-1 0-20 0,-6-17 1 0,7 17-7 0,0 0-3 15,0 0-2-15,0 0-3 0,0 0-13 0,0 0 1 16,0 0-5-16,0 0 5 0,0 0 8 0,0 0-1 0,0 1 3 15,9 17 12-15,-9-18 28 0,0 0 2 0,0 0 11 16,1 1 17-16,18 13 21 0,-19-14 5 0,1 0 5 16,19 1 9-16,-20-1-15 0,1 0-3 0,21-4-5 15,-13 3-22-15,0-1-8 0,0-2-8 16,1 3 1-16,-2-2-21 0,1 1-7 0,-1 1 4 0,-1-1-6 16,-1 2-3-16,-6 0-2 0,1 0 2 0,0 0-3 15,17-5-8-15,-18 5-82 0,0 0-10 0,1 0-33 16,0 0-116-16,14 1-184 15,-15-1-127-15</inkml:trace>
  <inkml:trace contextRef="#ctx0" brushRef="#br0" timeOffset="-168567.46">770 1053 2018 0,'0'0'44'16,"0"0"-5"-16,0 0 31 0,1 0 106 0,-1 1-34 0,1-1 4 15,16 13-28-15,-17-13 0 0,0 0 2 16,0 0-25-16,0 0-24 0,0 1-2 15,0-1-8-15,2 19-9 0,-2-19-7 0,0 1 4 16,0 15-5-16,0-16 1 0,0 16-10 16,0-8-5-16,1 2-2 0,0-1-10 0,-1 1-3 0,0 0-1 0,1-1-1 15,-1 2-8-15,1-1 1 0,0 1 0 0,0-3 0 0,0 1 0 16,-1-1 1 0,2-1 2-16,-2-1-1 0,0-6 3 0,0 1 2 0,0-1-3 15,0 18 4-15,0-18-8 0,0 0-31 0,0 1-7 0,0-1-17 16,0 0-76-16,0 1-80 0,0-1-14 15,0 1-27-15,0-1-94 0,-1 0-215 0</inkml:trace>
  <inkml:trace contextRef="#ctx0" brushRef="#br0" timeOffset="-168345.49">823 979 2379 0,'0'0'46'0,"0"0"76"0,0 0-20 0,0 0 41 16,0 0-31-16,0 0-25 0,0 0-3 0,0 0-8 16,0 0-23-16,0 0-30 0,0 0-3 0,0 0-9 15,0 0-9-15,0 0 3 0,1 0 2 16,16 9-1-16,-17-9 0 0,0 0-24 0,0 0-22 16,1 0-8-16,16 8-128 0,-17-8-97 0,1 0-31 15,16 0-45-15,-17 0-331 0</inkml:trace>
  <inkml:trace contextRef="#ctx0" brushRef="#br0" timeOffset="-168128.83">1090 1031 2180 0,'0'0'89'0,"0"0"-17"15,0 0 105-15,0 0-56 0,0 0 11 0,1 0-36 0,0 0-42 16,-1 0-31-16,1 0 0 16,-1 0-13-16,0 0-5 0,1 0-4 0,-1 0 2 15,0 0-6-15,1 0-41 0,-1 1-78 0,1-1-7 16,0 1-31-16,-1-1-93 0,0 1-373 0</inkml:trace>
  <inkml:trace contextRef="#ctx0" brushRef="#br0" timeOffset="-167995.77">1132 1117 2133 0,'0'0'69'16,"0"1"43"-16,4 15-23 15,-4-16 32-15,0 0-31 0,0 1-44 0,4 18-6 16,-4-19-11-16,0 1-25 0,0-1-265 0,-4 19-108 0</inkml:trace>
  <inkml:trace contextRef="#ctx0" brushRef="#br0" timeOffset="-166937.58">1753 924 2161 0,'0'0'59'0,"0"0"-10"16,0 0 38-16,0 0 31 0,0 0 26 0,0 0-35 15,0 0 3-15,0 1-16 0,-3 21-5 0,3-22-28 16,-8 11 0-16,6-2-9 0,1-1-5 0,0 1 0 16,0-2-1-16,1 1 0 15,-1 2-4-15,0-1-13 0,1 0 1 0,-1 2-5 0,-1-1-3 16,1 1-7-16,0 1-3 0,0 1-1 0,0 0-1 0,0 1-7 16,-1 0 3-16,1-1-5 0,-1 0 1 0,1 0 2 15,0 0-2-15,0-2 1 0,0 0-3 0,1-2-3 16,0-1-16-16,0-1-3 0,1-1-100 0,-1-6-78 15,0 0-11-15,0 1-25 0,0-1-68 0,1 1-184 16</inkml:trace>
  <inkml:trace contextRef="#ctx0" brushRef="#br0" timeOffset="-166746.03">1869 1121 1917 0,'0'0'71'0,"0"0"89"15,1 0-20-15,18 1 46 0,-19-1-28 0,0 0-38 16,1 0 1-16,-1 0-14 0,0 1-19 0,17 19-37 16,-17-19-2-16,0-1-13 0,1 25-15 0,-2-16-8 15,-2 0 1-15,0 1-3 0,-1-2-4 0,0 0-92 16,-2 0-45-16,1-4-36 0,0 0-304 16</inkml:trace>
  <inkml:trace contextRef="#ctx0" brushRef="#br0" timeOffset="-165629.6">2338 965 1624 0,'0'0'63'0,"0"0"54"16,-1 0 42-16,0 0 31 0,1 0 19 0,-1 0-66 15,1 0-2-15,0 0-11 0,-1 0-17 0,-16-3-38 16,17 3 2-16,0 0-15 0,0 0-3 0,0 0-11 0,1 0 3 15,19 0-6-15,-20 0-4 0,0 0-10 0,21 3-4 16,-21-3-2-16,0 0-7 0,21 6-4 0,-20-6 3 16,-1 0-4-16,22 10 4 0,-22-10-1 0,0 0 2 0,19 11-2 15,-19-11 1-15,0 1-4 16,0-1 2-16,1 1-3 0,16 16 4 0,-17-17-1 16,0 1-2-16,0-1 1 0,0 18 1 0,0-18-6 0,0 1-1 15,-12 19-4-15,5-12-1 0,-2 1-3 0,-1 0 3 16,-1 1-3-16,0 0 0 0,-1 0 0 0,2 0-2 15,-1-1-1-15,2-1-1 0,-1 0 3 0,3-1 2 16,-1 0 0-16,1-1 3 0,2-1-3 0,-2-1 0 0,2 1-1 16,5-5 1-16,-1 0 2 0,1 1-1 0,0-1 2 15,0 1-9-15,-1-1 3 16,0 1 0-16,1-1 2 0,-1 0 0 0,1 1 10 16,-7 15-3-16,7-16 6 0,0 0 0 0,0 0 2 15,1 0-2-15,18 0 1 0,-19 0-6 0,1 0 5 16,18-1-2-16,-18 1 1 0,15-3-10 0,-7 2 2 0,0 0 2 0,1-2 0 15,1 2-3-15,0 0 3 0,0-1-6 0,-1 2 6 16,0-1-3-16,0-1-4 0,-1 1 0 0,0 0-4 16,-1 0-34-16,0-1-97 0,0 2-16 0,-1-1-36 15,1 0-123-15,-3-1-101 16,2 0-54-16</inkml:trace>
  <inkml:trace contextRef="#ctx0" brushRef="#br0" timeOffset="-165366.24">2709 1107 1819 0,'0'0'102'0,"0"0"215"0,0 0-241 0,0 0 76 0,1 0-13 0,-1 0 24 16,17 10-77-16,-17-10-23 15,0 0-4-15,-5 18-9 0,5-18-36 0,-7 15-7 0,3-7-10 0,-1 0-4 16,0-2-100-16,-1 0-214 0,0-2-60 0</inkml:trace>
  <inkml:trace contextRef="#ctx0" brushRef="#br0" timeOffset="-164630.78">3085 903 1788 0,'0'0'298'0,"0"0"-238"15,0 0 30-15,1 0-20 0,-1 0 125 0,17 6-46 16,-17-6 8-16,0 0-26 0,17 7-18 0,-17-7-17 15,1 0-1-15,18 9-9 0,-19-9-24 0,1 0-10 16,17 11-2-16,-18-11-2 0,0 1-8 0,1-1-13 16,15 18 3-16,-16-18-8 0,0 0-6 0,0 1-3 0,8 15-2 15,-8-16 0-15,0 1-7 0,0-1 1 0,0 1-1 16,-5 17 0-16,5-18-4 0,-1 0 5 0,1 1-4 0,-18 12 4 16,18-13-9-16,-1 1 3 15,-18 9-2-15,19-10 3 0,0 0-2 0,-20 14 2 16,20-14 1-16,0 1 1 0,0-1-4 0,-20 14 2 15,20-14 0-15,0 0 0 0,0 0-2 0,-1 0-4 16,1 0 2-16,-1 1-1 0,1-1 7 0,0 1-1 0,0-1 4 16,-3 16-3-16,3-16-2 0,0 0 5 15,1 0-5-15,18 4 6 0,-19-4 0 0,16 3 2 0,-7-3 0 0,1 1 0 16,0-1-1-16,0 1-2 16,0 0-1-16,0 0 0 0,0 1-4 0,-3 0 1 15,1 1 3-15,-3 0-2 0,1 0-2 0,-1 1 1 0,-2 0-4 16,-3-4 3-16,0 1-4 0,0-1 4 15,4 22 4-15,-4-22-1 0,-8 14-3 0,3-5 1 16,-1-1-5-16,1 0 5 0,-1 3 0 0,-2-2-1 16,1 0 2-16,-1 1-2 0,-1-2 0 0,1-1-7 15,-1-2-3-15,2-1-6 0,0-1-64 0,0 0-89 16,7-3-25-16,0 0-27 0,0 0-143 0,-1 0 873 16</inkml:trace>
  <inkml:trace contextRef="#ctx0" brushRef="#br0" timeOffset="-164463.48">3362 1146 1432 0,'7'0'230'0,"-1"1"-35"0,1 1 94 15,1 0-208-15,-1 0 95 0,-7-2-65 0,0 0 7 0,0 1-35 16,11 16-43-16,-11-17 7 0,0 0-3 0,-6 20 2 16,1-13-31-16,0-1-50 0,0 2-56 0,-1-4-12 15,0 1-307-15</inkml:trace>
  <inkml:trace contextRef="#ctx0" brushRef="#br0" timeOffset="-164176.89">3990 1034 1855 0,'0'0'398'0,"0"0"-256"16,0 0-19-16,0 0-44 0,0 0 108 0,0 0-84 0,0 0-1 15,0 0-36-15,0 1-51 0,0-1-3 0,0 1-6 16,0-1-2-16,0 1-46 0,0-1-76 0,5 16 3 0,-5-16-31 15,0 0-37-15,0 0-132 0,0 0-40 0</inkml:trace>
  <inkml:trace contextRef="#ctx0" brushRef="#br0" timeOffset="-164025.37">4159 1010 1439 0,'0'0'175'0,"1"0"-40"0,-1 0-5 0,17 8 3 16,-17-8 38-16,0 0-47 15,0 0 0-15,1 0-16 0,-1 1-23 0,1-1-48 16,9 17 1-16,-10-17-18 0,0 0-13 0,0 0-114 0,0 0-15 16,0 0-50-16,0 1-180 0</inkml:trace>
  <inkml:trace contextRef="#ctx0" brushRef="#br0" timeOffset="-163884.65">4376 964 1015 0,'7'3'143'0,"-1"-2"269"15,-1 0 220-15,1 0-576 0,1 0 76 0,-2-1-32 16,-5 0 14-16,1 0-27 0,-1 0-25 0,1 0-29 16,-1 1-3-16,0-1-11 0,1 1-20 0,10 16-135 15,-11-17-12-15,0 0-66 0,0 0-242 0</inkml:trace>
  <inkml:trace contextRef="#ctx0" brushRef="#br0" timeOffset="-163355.15">4930 933 2667 0,'0'0'75'16,"0"0"-16"-16,0 0-87 0,0 0 65 15,0 0-9-15,0 1 36 0,0-1 27 0,0 0 4 16,0 1-1-16,5 17-2 0,-5-18-19 0,0 0-32 0,0 1 2 16,0-1-15-16,0 1-18 0,-6 19 1 0,6-20-7 15,0 0 4-15,0 1-5 0,-1-1-1 0,-11 18 2 16,12-18-2-16,0 1 2 0,0-1-1 0,-1 1 0 15,-14 16-1-15,15-17 5 0,0 0-3 0,0 0 2 0,0 0-5 16,0 1 2-16,0-1-1 16,-5 16 0-16,5-16 0 0,0 0-2 0,0 1 1 15,0-1-1-15,1 16 1 0,-1-16 2 0,0 0-1 16,0 1-1-16,0-1 0 0,1 1-2 0,13 16 8 16,-14-17 1-16,1 0 3 0,19 7 2 0,-20-7-5 15,0 0 2-15,25 4-3 0,-17-3 1 0,-1 1-8 16,2 1 3-16,-3-1-4 0,1 1 1 0,0 1 2 0,-1-1-2 15,-1 1 0-15,-1 1 1 0,-3-1-1 16,1 2 1-16,-2 0-1 0,-1 0-5 0,-2 0 4 16,-1 0-3-16,-3 0 4 0,0 0 2 0,0 1-4 15,-1 0 1-15,0 0-4 0,0-1-4 0,-1-1-7 16,0 0-18-16,-2-2 1 0,2-1-75 0,-3-1-27 16,1-1-8-16,-1 0-12 0,0-1-66 0,1-2-152 15,-2 0-87-15</inkml:trace>
  <inkml:trace contextRef="#ctx0" brushRef="#br0" timeOffset="-163155.46">4902 963 2292 0,'7'-2'72'0,"1"0"11"0,2 2 28 0,0 0-8 16,-2-1 60-16,0 1-69 0,-1 1-7 0,0-1-21 15,0 1-31-15,0-1-15 0,-1 0 2 0,1 0-8 16,2-1-10-16,-2 2 8 15,1-1-10-15,0-1 9 0,0 0-11 0,1 0-17 16,0 0-11-16,3 0-8 0,-3 0-92 0,3 0-85 0,0-1-19 16,0-1-35-16,1 0-182 0</inkml:trace>
  <inkml:trace contextRef="#ctx0" brushRef="#br0" timeOffset="-162855.65">5231 920 1234 0,'0'0'194'0,"0"0"48"0,0 0 110 15,0 0-272-15,0 0 94 0,0 1-3 0,0-1 7 16,0 1-15-16,0-1-43 0,0 0-35 0,1 1-1 0,-1-1-15 16,19 15-22-16,-19-15 0 0,0 0 1 0,24 1 0 15,-15 0 0-15,1 1-3 16,1-1-8-16,0 0 4 0,1 1-10 0,-2 0-12 16,0 1 7-16,-1 0-11 0,0 2-2 0,-2 1-4 15,0-1-1-15,-1 1 2 0,-1 1 5 0,-2-1-8 16,0 2-2-16,-1 0-2 0,-2 0-9 0,-1 0 6 0,-3 2 0 15,1 0 2-15,-3 0 0 0,1 2 2 16,-1-2-2-16,1 1 1 0,1-2 2 0,0 0-1 16,0-1-2-16,2 0 1 0,0-1 0 0,2 0 9 15,0-7-3-15,0 0 5 0,0 1 0 0,13 18 2 0,-13-19 6 16,0 0-6-16,20 7-16 0,-20-7-64 0,15 3-20 16,-5-3-23-16,0 0-134 0,3-3-170 15,2 0-56-15</inkml:trace>
  <inkml:trace contextRef="#ctx0" brushRef="#br0" timeOffset="-161811.49">599 1456 2185 0,'-2'6'59'0,"2"-6"-40"0,0 1 13 0,-1-1 3 0,-11 18 10 15,12-18-1-15,0 0 4 0,-8 20-10 0,5-11 1 16,-4-4-3-16,6 5-3 0,0 1 0 0,1 0-12 0,-1-2-8 16,2 0-1-16,-1-2-1 0,2-1 5 0,1-1 4 15,-3-5 1-15,0 1 2 16,0-1 12-16,0 1 1 0,22 8 6 16,-22-9-4-16,15-4 3 0,-8 1-3 0,1-1-5 0,2-1 2 0,-2-1-8 0,2-1-9 15,-1 0 4-15,-1-1-6 16,-1 1-6-16,0-1 6 0,-1 1-7 0,1-1 7 0,-1 1-6 0,-1 1 1 15,-1 0-1-15,1 0 0 16,-2 0-3-16,0 0 9 0,-3 6-4 0,0-1 5 16,0 1-8-16,0 0-1 0,6-17 1 0,-6 17-1 15,0 0 3-15,0 0 6 0,0 0-3 0,0 0 3 16,0 0-5-16,0 0-11 0,-1 0 5 0,1 0-7 16,0 0-2-16,-1 0 4 0,1 0-3 0,-11 18 3 15,11-18-1-15,-1 16-1 0,-1-4 1 0,1 0 0 16,0 2 6-16,0 3-8 0,-1 1 2 0,1 0-4 15,-1-1 10-15,-1 0 8 0,0-1 2 0,1-1 2 0,0 2 8 0,-1-1 4 16,1 1 2-16,-2-1 0 0,1-2-5 16,0 1-6-16,0-2-2 0,-1-1-1 15,1-1-1-15,-2-2 0 0,0 0 3 0,0-1-2 16,0-2 1-16,0 0 4 0,-3 0-10 0,1-3 7 16,1 1-16-16,-1-1-5 0,-1-2-6 0,0-1-4 15,2 0-35-15,-2 0-46 0,2-2-10 0,0 0-18 16,1-2-74-16,-2-3-82 0,1 1-12 0,1-1-46 0,1 0-256 15</inkml:trace>
  <inkml:trace contextRef="#ctx0" brushRef="#br0" timeOffset="-161562.1">823 1600 2025 0,'0'0'67'0,"0"0"-25"0,0 0 100 16,0 0-4-16,0 0 16 0,0 1-19 0,0-1-18 16,-4 21-19-16,4-21-4 0,0 1-6 0,-5 21-24 0,4-14-1 15,-1 1-6-15,0 1 1 0,1 0-24 0,1 2-9 16,-1 1-5-16,-1 0-1 16,2 0-13-16,0 0 1 0,-1-1 2 0,0 0-2 15,1-1 3-15,-2-2-1 0,2-1-6 0,0-8-3 16,0 1-58-16,0-1-92 0,0 1-3 0,0-1-35 0,0 1-54 15,0-1-114-15,0 0-87 0</inkml:trace>
  <inkml:trace contextRef="#ctx0" brushRef="#br0" timeOffset="-161430.36">878 1472 1970 0,'0'0'185'0,"0"0"-17"0,0 0-16 0,0 0 1 0,0 0-61 16,1 0-44-16,0 0-4 0,-1 1-14 0,7 15-28 15,-7-16-11-15,0 1-11 0,-1 18-16 0,1-19-199 16,0 0-290-16</inkml:trace>
  <inkml:trace contextRef="#ctx0" brushRef="#br0" timeOffset="-161154.92">1398 1575 2511 0,'0'0'61'0,"0"0"-49"0,0 0-25 0,0 0 19 16,0 0-3-16,0 0 10 0,0 1-4 0,0-1-2 15,0 1 0-15,0-1-2 0,0 1-16 0,0-1-103 16,0 0-4-16,0 1-48 0,0-1-129 0</inkml:trace>
  <inkml:trace contextRef="#ctx0" brushRef="#br0" timeOffset="-161024.5">1384 1754 2106 0,'0'6'58'0,"0"0"-17"0,0-1-59 0,0-5-30 15,0 1-611-15</inkml:trace>
  <inkml:trace contextRef="#ctx0" brushRef="#br0" timeOffset="-159839.15">1797 1512 1153 0,'0'0'230'0,"0"-1"-65"0,0 1 123 15,0 0-41-15,0-1-33 0,-2-16 4 0,2 17-81 16,0 0-2-16,0 0-17 0,0 0-46 0,0 0-21 16,0 0-4-16,0 0-3 0,0 0-7 0,0 0 9 15,0 20-3-15,2-8 6 0,-2 2 11 0,0 2-6 16,0 2 3-16,-1-1-5 16,0 1-14-16,-1 0-12 0,0 1-9 0,-1 0 0 0,0 0-13 15,0 2-6-15,-1-1-17 0,1 1-24 0,0 1-335 0</inkml:trace>
  <inkml:trace contextRef="#ctx0" brushRef="#br0" timeOffset="-158457.15">2012 1587 1319 0,'0'0'56'0,"0"0"36"0,1 0 26 0,0 0 11 0,16 7 8 16,-17-7-35-16,1 0-1 0,12 16-1 0,-9-8 1 15,-6-6-16-15,6 7 2 0,-1-1-6 16,-1 0 0-16,-2-1-17 0,0 0-4 0,0 0-6 0,-2 3-16 0,-2-1-26 16,0 2 6-16,-1 0-13 15,0 0-1-15,-1-1-7 0,1-1-36 0,-1-1 5 0,1 0-154 16,0-1-113-16,1-1-39 0</inkml:trace>
  <inkml:trace contextRef="#ctx0" brushRef="#br0" timeOffset="-158008.78">2188 1454 1447 0,'0'0'240'0,"0"0"-161"0,0 0 43 0,0 0-67 0,0-1 96 16,0 1-44-16,0 0 11 0,0-1-25 0,0 1-11 15,0-1-43-15,0 1-1 0,0 0-15 0,0 0-16 16,0 0 1-16,0 0 4 0,1 0-1 0,-1 0 15 16,20 5 6-16,-20-5 2 0,0 1 1 0,21 11 0 0,-12-8-7 15,0-1-5-15,1 1 1 0,-2 0-11 0,0 0-1 16,-1-1-2-16,-1 1 1 15,-1 0-6-15,-1 1 3 0,-1 0-2 0,-1 1 3 0,0 1 4 16,-2-1-5-16,-3 2 4 0,0 0-5 0,-1 0-7 16,-1 1-3-16,0-1-3 0,-2 0 3 15,1-2 7-15,0 1-7 0,-1-1 3 0,1-1-5 0,-1 0 5 0,1-1 0 16,1 1 2-16,0-3-1 0,5-2 0 0,-1 0 2 16,0 0-1-16,1 0 2 0,0 1-1 0,-17 7-6 15,17-8 3-15,0 0-4 0,0 0 0 0,0 0-1 16,0 0 3-16,1 0 0 15,-1 0 8-15,18-3-4 0,-18 3-2 0,0 0 1 0,23-7-2 0,-15 6 5 16,1 0 0-16,1 0 1 0,-2-1-6 0,2 1-2 16,-2-1 0-16,1-1-8 0,1 1-94 0,-2 0-87 15,2 0-28-15,0 0-20 16,2-2-117-16</inkml:trace>
  <inkml:trace contextRef="#ctx0" brushRef="#br0" timeOffset="-157657.65">2354 1380 1955 0,'0'0'89'0,"-1"0"47"16,1 0-9-16,0 0 18 0,-1 0-51 0,0 0-46 16,1 0-3-16,0 1-13 15,0-1-15-15,0 1-8 0,0-1-2 0,8 17-1 0,-1-14-3 0,3 0 5 16,0-1-1-16,0 0 3 0,3 0 10 0,-2 1 19 15,2 0-3-15,-1 1 7 16,0 2-5-16,-1-2-10 0,0 1 2 0,-2 0-5 0,0 1 4 0,-2 0-5 16,-1 2 0-16,0 0-1 15,-2-1 2-15,0 2-10 0,-1-1 6 0,-1-1-8 16,0 1 9-16,0 1 18 0,-2-1-6 0,2 1 10 16,-2 0-5-16,0 0 9 0,1 1-3 0,-1 0 5 15,0 0-13-15,0-1-3 0,-1 2 1 0,1-2-2 0,0 3-8 16,-3-2-9-16,0 1-2 0,-1 1-2 15,0 0-6-15,-1 1-5 0,0 2 3 0,-1 1-3 16,1-1 4-16,0-1-56 0,0-2-29 0,1-1-22 0,1-2-191 16,1-1-179-16,2-8-58 0</inkml:trace>
  <inkml:trace contextRef="#ctx0" brushRef="#br0" timeOffset="-157469.29">2806 1697 1970 0,'5'3'108'0,"-1"2"-45"15,0 0 3-15,-2 1-4 0,1 0 52 0,-2 1-68 16,-1 1-4-16,-1 1-20 0,-4 0 0 0,-1 0-9 16,-2 0-5-16,2-1-15 0,-1 0-146 0,0-2 805 15</inkml:trace>
  <inkml:trace contextRef="#ctx0" brushRef="#br0" timeOffset="-157253.28">3278 1563 3534 0,'0'0'24'0,"1"1"-20"0,0-1 1 0,19 17-6 0,-13-12-9 0,-2-1-124 16,-5-4 3-16,0 1-49 0,0-1-34 0,0 1-76 15,1-1-26-15,-1 1 106 16,1-1 1280-16</inkml:trace>
  <inkml:trace contextRef="#ctx0" brushRef="#br0" timeOffset="-157103.5">3580 1544 2911 0,'0'0'12'0,"0"0"-3"0,12 18-5 0,-12-18 2 0,0 0-2 0,0 1-44 16,10 19-36-16,-10-20-14 0,0 0-202 15,0 1-212-15</inkml:trace>
  <inkml:trace contextRef="#ctx0" brushRef="#br0" timeOffset="-156941.02">3908 1562 2936 0,'10'4'16'15,"0"1"-4"-15,0-1-6 0,0 0 3 16,-1-1-5-16,-1 1-138 0,0-2-34 0,-3 0-71 0,2-2-400 15</inkml:trace>
  <inkml:trace contextRef="#ctx0" brushRef="#br0" timeOffset="-156050.08">4492 1461 1338 0,'0'0'104'0,"0"0"50"0,0 0 38 15,0 0-7-15,0 0-4 0,0 0-54 0,0 1-1 16,0-1-18-16,1 17-19 0,-1-17-14 0,0 0 0 0,1 0-6 16,15 4-13-16,-16-4-8 0,1 0 2 15,16 9-4-15,-17-9-5 0,1 0-7 0,16 11-5 16,-17-11 1-16,1 0-1 0,18 13-8 0,-19-13 3 16,0 0-6-16,1 1-7 0,11 18 6 15,-12-19-4-15,0 0 5 0,0 17-5 0,0-17-4 0,0 0 3 16,-11 19-4-16,5-13 2 0,-2 0-9 15,2 1 3-15,1-1-4 0,0 0 3 0,1-1-2 0,1 0 1 16,-2-1-1-16,5-4 0 0,0 0-4 16,0 1-1-16,-1-1-1 0,1 1 9 0,-1-1-5 15,-10 16 4-15,11-16-5 0,0 0 1 0,0 0-4 0,0 0-1 0,0 1 0 16,0-1 6-16,0 0-3 0,0 1 3 0,18 12-4 16,-18-13 3-16,0 0-1 15,0 0-2-15,21 5 1 0,-21-5 2 0,17 1 1 16,-8-1 1-16,-1 1-1 0,2-1-4 0,-1 0-51 15,0 0-5-15,0-2-24 0,0 0-85 0,0-1-88 16,-1 0-21-16,1 0-40 0,0 0-235 0</inkml:trace>
  <inkml:trace contextRef="#ctx0" brushRef="#br0" timeOffset="-155366.65">4907 1370 1705 0,'0'0'81'0,"0"0"37"16,0 0 51-16,0 0 7 0,0 0 4 16,0 0-10-16,-1 0-46 0,1 1-30 0,-16 10 4 15,16-11-14-15,0 0-11 0,-1 0-12 16,-15 17-7-16,16-17-1 0,-11 13-20 0,6-6-5 0,-1 2 1 16,0 0-2-16,-1 0-5 0,-1 1-2 0,1 2-3 15,-1 0 2-15,1 1 1 0,-1 1-13 0,-1 1 6 0,3-1-9 16,0 1 6-16,0-1-8 15,3 0 2-15,1-2-4 0,0 0 2 0,2-2-2 0,1-2 0 16,1-1-1-16,0 0-8 0,-2-7 5 0,0 0 0 16,0 1 4-16,1-1 10 0,21 13-4 0,-21-13 4 15,-1 0-6-15,22-1 5 0,-22 1 1 0,17-6 1 16,-9 1 0-16,1 1 1 0,-1-1-1 16,0 0 0-16,0 0 0 0,-1-1-2 0,-2 1 4 0,1 0 1 0,-2 0 0 15,-1 0 5-15,-3 5-2 16,0-1 2-16,0 1-1 0,6-19 4 0,-6 19-6 15,0 0-2-15,0-1-1 0,-4-19-4 0,4 20-4 0,0-1-1 16,0 1-2-16,-1-1-7 0,0 1-3 16,1-1 5-16,-18-13-5 0,18 14-2 0,0 0-47 0,-1 0-5 15,-17 2-23-15,18-2-82 0,-1 0-74 16,-15 5-25-16,16-5-26 0,-1 0-181 0</inkml:trace>
  <inkml:trace contextRef="#ctx0" brushRef="#br0" timeOffset="-155203.84">5000 1582 1596 0,'5'3'98'0,"-1"0"166"0,0 1-149 0,0 1 33 0,-2 1-17 16,0 1 13-16,-2 0-71 0,-2 1-11 0,-1 1-5 15,-1-1-4-15,-1 1-33 0,0 0-7 0,-2-2-15 16,2 0-10-16,-2 0-180 0,2-2-255 0</inkml:trace>
  <inkml:trace contextRef="#ctx0" brushRef="#br0" timeOffset="-154688.28">5348 1478 2387 0,'0'0'72'0,"0"0"67"15,0 0-47-15,0 1 67 0,-11 19-86 0,4-16-6 0,2 4-2 0,-1 0-1 16,1 2-12-16,0-1-17 0,-1 1 0 0,1-1-7 16,1 0-11-16,0-1-6 15,0-1-2-15,2 0-1 0,-1 1-6 0,0-2 1 16,1 0 3-16,2-6-2 0,0 1 0 0,0-1 0 16,-4 18-3-16,4-18 2 0,0 0-8 0,0 1 0 0,0-1 3 15,5 19-1-15,-5-19 7 0,0 0-5 16,0 1-1-16,0-1-2 0,19 14 4 0,-19-14 1 15,1 0 0-15,18 10 1 0,-18-10-2 0,-1 0 1 16,22 7 2-16,-22-7-1 0,0 0 0 0,19 9 3 16,-19-9-3-16,1 0 4 0,15 8-4 0,-16-8 1 0,1 0 4 15,-1 1-3-15,0-1 6 0,0 1-1 0,1-1 5 16,13 17-2-16,-14-17 7 0,0 0 5 0,0 0-10 16,0 0 9-16,-1 1-14 0,-15 12-16 0,16-13-4 0,-1 0-8 15,-18 2-43-15,19-2-43 16,0 0-5-16,-20 1-17 0,12-3-67 0,-1-1-101 15,0 0-42-15,0-1-60 0,0 0-543 0</inkml:trace>
  <inkml:trace contextRef="#ctx0" brushRef="#br0" timeOffset="-154500.9">5302 1498 1982 0,'0'0'92'16,"1"0"118"-16,-1 0-112 0,20 1 64 15,-20-1-11-15,1 0 20 0,18-1-69 0,-19 1-44 16,0 0-1-16,17-2-17 0,-17 2-32 0,0 0 2 16,1 0-4-16,16-2 4 0,-17 2-4 0,0 0-49 15,0 0-16-15,21-3-22 0,-21 3-126 0,0 0-54 16,23-6-11-16,-15 3-20 0,3 1-94 0</inkml:trace>
  <inkml:trace contextRef="#ctx0" brushRef="#br0" timeOffset="-154151.24">5513 1449 1470 0,'0'0'127'0,"0"0"-3"0,0 0-2 16,0 0 15-16,0 0 70 0,0 0-44 0,0 1 4 15,0-1-21-15,0 1-31 0,19 16-22 0,-19-17 2 0,1 0-9 16,16 10-8-16,-17-10-23 0,13 7-2 0,-5-2-6 16,0 0-9-16,0 0-7 15,0 0-3-15,-2 0-1 0,2 1-12 0,-2 0-2 16,1 1-2-16,-1 0-1 0,-2-1-7 0,-1 2 7 15,-2 0 1-15,0 1 1 0,-1 0-2 0,-1 0-6 16,-2 0 4-16,0 0-3 0,-2 3 1 0,-2-2 2 16,2 1-3-16,-3-2 2 0,0 0-4 0,1 0 2 15,0-1-4-15,0 2 4 0,1-2-2 0,1-1-4 16,1 0 3-16,1-1-4 0,1 0 1 0,2-6 0 16,0 0-1-16,0 1 2 0,3 16 3 0,-3-17 1 15,0 0 1-15,0 0-1 0,17 10-2 0,-17-10 7 16,0 0-7-16,19 4 7 0,-19-4-9 0,0 0 2 15,20 5-1-15,-20-5 1 0,1 0-1 0,17 4-1 16,-18-4-17-16,0 0-1 0,22 4-111 0,-13-4-87 16,1 0-15-16,-2 0-29 0,0-1-87 0,0 0-278 15</inkml:trace>
  <inkml:trace contextRef="#ctx0" brushRef="#br0" timeOffset="-153818.75">5439 1763 1342 0,'0'0'88'0,"0"0"69"15,-1 0 41-15,1 0 10 0,0 0 5 0,-1 0-49 16,0 0-8-16,1 0-4 0,-1 0-18 0,-16-2-12 16,17 2-1-16,0 0-7 0,0 0-29 0,0 0-43 0,0 0 1 15,0 0-16-15,-20 7-4 0,20-7-7 0,-1 0 1 16,-16 8-3-16,17-8 1 0,0 0-8 0,-22 11-1 16,15-6-3-16,-2 0-3 0,-1 0 2 15,0 1-1-15,-1 1 0 0,-1 0-2 0,1 1-11 16,0-2-33-16,2 0 0 0,1 0-170 0,0-2-152 15,2 1-39-15</inkml:trace>
  <inkml:trace contextRef="#ctx0" brushRef="#br0" timeOffset="-152867.68">209 1182 788 0,'0'0'447'0,"0"0"-196"15,0 0 246-15,0 0-387 0,-1-1-12 0,1 1 19 0,-1-1-42 16,1 1-9-16,0-1-6 16,-1 1-42-16,1 0-8 0,-1-1 2 0,1 1-2 15,0-1 3-15,12-5 3 0,-3 7 3 0,2 0 1 16,2 0 17-16,-1-1 4 0,2 2-4 0,0-1 4 15,1 0-11-15,-1-1-4 0,1-1-2 0,-2 1-3 16,0-2-15-16,2 2 5 0,0 0-6 0,0-1 5 0,0 1-4 0,-1-2 0 16,-2 1 7-16,1-1-4 15,-2 0 10-15,0-1-97 0,-2-1-15 0,0 0-37 16,-2 1-111-16,-1-1-53 0,1 0-16 0,-3 0-37 16,-4 4-283-16</inkml:trace>
  <inkml:trace contextRef="#ctx0" brushRef="#br0" timeOffset="-152693.75">481 1044 1205 0,'0'0'236'0,"0"0"-110"0,0 0-35 0,0 0 0 15,-1 0 4-15,0 1-5 0,1-1-3 0,-7 19-1 16,7-19-10-16,0 0-16 0,0 1 3 0,12 18-6 16,-12-19 6-16,0 0-19 0,12 21-2 0,-8-13-7 0,0 1-8 15,-1 0-13-15,0 0 6 0,-1 0-9 0,-2 1 6 16,0 0-6-16,-1 1 3 15,-1 0-15-15,-1-1-124 0,1 1-322 0</inkml:trace>
  <inkml:trace contextRef="#ctx0" brushRef="#br0" timeOffset="-152356.43">173 1710 2414 0,'0'0'23'0,"0"0"-11"15,0 0-2-15,0-1 3 16,1 1 18-16,15-13 3 0,-16 13 7 0,0 0 0 15,22-5 24-15,-22 5-11 0,16-3-5 0,-6 0-1 16,0 2-12-16,1-2-9 0,1 1-3 0,-1 0-3 16,1 1-14-16,-1-1-2 0,1 1 5 0,-1 1-5 0,0 0 3 15,-1 0-4-15,0 1 0 0,-2-1-1 0,2-1 4 16,0 1-11-16,-2-1-32 16,1 0 0-16,-1 0-158 0,-1 0-69 0,0 0-26 0,-1-1-30 15,-1 0-238-15</inkml:trace>
  <inkml:trace contextRef="#ctx0" brushRef="#br0" timeOffset="-152164.18">385 1582 976 0,'0'0'460'15,"-1"0"-282"-15,1 0-52 0,0 0-38 0,-1 0 20 0,1 0-4 16,-1 1 3-16,1-1-2 0,-3 19-2 0,3-19-13 16,0 1-2-16,0-1-5 15,19 19-19-15,-12-14-18 0,0 0-5 0,0 2-4 16,-1-1-22-16,-1 1 0 0,-1 0-1 0,1 2 0 15,-2 1-1-15,-1 1-3 0,-1 0 2 0,-1 1-3 0,-1 0 2 16,-1 0-175-16,2 0-69 0</inkml:trace>
  <inkml:trace contextRef="#ctx0" brushRef="#br0" timeOffset="-144134.16">220 1717 537 0,'0'0'34'0,"0"0"68"0,-1 0 24 0,0 0-19 0,1 0 19 16,-16 11-90-16,16-11 7 0,0 0-16 0,0 0 27 16,-18 3-5-16,18-3-4 0,0 0-1 0,0 0-4 15,0 0-3-15,-1 0 2 0,1 0-2 16,-1 0 15-16,1 0 12 0,0 0 5 0,0 0 0 15,0 0-4-15,0 0-23 0,0-1 2 0,0 1-10 16,1-1-1-16,16-8-11 0,-17 9-1 0,0 0-4 16,19 0-5-16,-19 0-3 0,1 0 0 0,18 4-2 15,-19-4 5-15,1 0 0 0,22 4 0 16,-13-2-1-16,-1-1-2 0,1-1 3 0,0 0-3 0,0-1 3 16,0 0-3-16,-2-1-4 0,2 1 4 0,-1-2-5 15,-1 1 5-15,1 0-3 0,-1-2 6 0,1 0-6 16,0 1 6-16,-1-1-7 15,1 0 2-15,-1 0-3 0,-1 0 4 0,-2-1 2 0,-1 1-4 16,-4 4 4-16,0-1 8 0,1 1-7 0,7-17 4 16,-8 17-6-16,0 0-5 0,0 0 0 0,0-1 0 0,0 1-1 15,0-1-12-15,-10-15-8 0,10 16-3 0,-1-1 0 16,1 1 1-16,-16-14-2 0,16 14 4 0,-1-1-4 16,1 1 1-16,-19-17 10 0,19 17-4 0,-1-1 8 15,-16-11 4-15,17 12-2 0,0 0 4 0,-1-1-5 16,-20-14 3-16,21 15 1 0,0 0 1 0,-1 0-1 15,-18-7 0-15,19 7-7 0,-1 0 0 0,1 0-3 16,0 0-2-16,-17 4 3 16,17-4 1-16,0 0 1 0,0 0 12 0,0 0-5 15,0 1 1-15,0-1-3 0,0 1 4 0,-1 17 5 16,1-18-1-16,0 0 1 0,1 0 6 0,-1 1 12 0,20 12-3 16,-20-13 3-16,13 6-13 0,-4-3 7 0,1 0-4 15,-2-1 5-15,2 0-10 0,0 2-2 0,0 0 3 16,0-1-3-16,-1 1 1 0,-2 1 2 15,-1 0 2-15,-2 2 0 0,-1-1 2 0,-3-6 0 0,0 0-4 16,0 1 2-16,0 19-8 0,0-20 7 0,0 1-8 16,-13 16 7-16,13-17-7 0,-14 10-26 0,7-5-10 0,-1-3-15 15,0-2-105-15,1-1-188 0,0-1 898 0</inkml:trace>
  <inkml:trace contextRef="#ctx0" brushRef="#br0" timeOffset="-143401.71">215 1080 178 0,'-7'2'55'0,"0"0"104"0,1-1-62 0,0 1 0 0,-1-1 2 0,2 2 3 16,-1-1 25-16,6-2-23 0,-1 0-9 16,1 0-6-16,0 1-34 0,-1-1-14 0,0 1 6 15,1-1-12-15,-11 17-7 0,11-17-2 16,0 0-3-16,1 1 2 0,-1-1-8 0,18 17 5 16,-18-17 2-16,1 0 2 0,18 11 11 0,-11-8 10 0,1 0-4 15,1-1 7-15,2 0 1 0,1 0 0 0,1-1 1 0,-1 0-3 16,1 0-9-16,1-1-15 15,-1-1-1-15,0 0-3 0,-1 1-6 0,0-1-5 16,0 0-2-16,0 0-1 0,-1 0-7 0,0-1 8 0,0 0-3 16,-1 1 5-16,0-1-6 0,-3 0 4 0,0 0-3 0,-2 0 3 15,1-1-3-15,-2 1 9 0,-5 2 0 0,1 0 3 16,-1 0 1-16,1-1-2 0,0 1 0 0,8-17-1 16,-9 17-15-16,0 0-18 0,0-1 3 0,-6-16-6 15,6 17 12-15,0 0 10 0,-1-1-5 16,-13-20 7-16,14 21-2 0,0 0-2 0,-11-18 1 0,11 18-2 15,0 0 3-15,-11-16-2 16,11 16 4-16,0-1-5 0,-1 1 3 0,1-1-4 0,-20-16-2 0,20 17 0 16,0 0 5-16,0 0-10 15,0 0-1-15,-2 0-4 0,2 0-11 0,0 0-4 0,-1 0 3 0,1 0-3 16,0 0 11-16,0 0 3 0,0 1 4 0,14 20 1 16,-7-14 20-16,-1 1 3 0,1 0-1 0,0 0 0 15,1 2 3-15,-2-1 3 0,0 1 2 16,-1 0 0-16,-1 1 10 0,0-2-3 15,-1 0 1-15,-2-2-3 0,0 1-6 0,-1-2-4 0,-2 1 4 16,-1-2-4-16,-1 1 3 0,-2-2-57 0,0 1-43 16,-2-2-27-16,1 1-343 0</inkml:trace>
  <inkml:trace contextRef="#ctx0" brushRef="#br0" timeOffset="-114616.95">253 1763 2036 0,'0'0'-2'15,"0"0"-7"-15,0 0-2 0,0 0-16 16,0 0 4-16,0 0 2 0,0 1 3 0,13 16 0 15,-6-11 1-15,0-1 13 0,-3-4-1 0,4 4 5 0,0 0-3 16,1-2 3-16,-1 1 16 0,0-2-3 16,-1 1 12-16,0 0 13 0,-2-2 13 0,0 1-4 0,-5-2 6 15,0 0-7-15,1 0-8 16,17-1 2-16,-18 1-5 0,1 0 3 0,-1 0-25 16,20-9 9-16,-20 9-14 0,0 0 2 0,0 0 1 0,21-12-2 0,-21 12 1 15,0 0-2-15,1-1-1 0,0 1 4 16,12-19-3-16,-13 19 8 0,0-1-14 0,1-16-2 0,-1 16-4 15,0 1-13-15,-9-22 1 0,4 14-2 16,-2-1 2-16,-1 1 2 0,0-1-11 0,-1-1 9 0,0 1-9 16,1 0 8-16,-1 1 5 15,2 0-2-15,-1 1 6 0,-1 0 13 0,2 0-5 16,0 2 2-16,0 2-3 0,1 1 1 0,0 1 0 16,1 0 1-16,5 1-1 0,0 0 5 0,0 0-13 0,-1 0-3 15,0 0-5-15,1 1-19 0,-1-1-1 0,-4 17 3 16,5-17-1-16,0 0 15 0,18 11 12 0,-8-7 4 15,-1-2 4-15,0 3 21 0,2 0-2 16,-2-1 1-16,1 2-2 0,0-2 1 0,-1 1-8 16,-1 0 4-16,-1-1-3 0,-2 2 11 0,-2-1 2 15,0 0 7-15,-4 2-3 0,-1 0 4 0,-5 0-73 16,-1 1-10-16,-3-1-29 0,-1 1-87 0,-2-3-170 16</inkml:trace>
  <inkml:trace contextRef="#ctx0" brushRef="#br0" timeOffset="-113994.16">238 1009 1729 0,'10'2'-254'0,"0"0"60"0,0 0 135 0,-2-1 44 0,-1 0-18 0,0 1 29 0,0-1 11 0,0-1 77 0,-7 0 9 0,1 0 18 0,15 0 61 16,-16 0-41-16,0 0-3 0,1 0-15 0,15-5-30 0,-16 5-15 16,1 0-3-16,-1 0-5 0,20-2-18 0,-20 2-21 15,0 0 1-15,1 0-9 0,17-4 2 16,-18 4-12-16,0 0 9 0,1 0-9 16,16-4 9-16,-17 4 7 0,0 0-4 0,0 0 7 15,0 0 9-15,0 0-4 0,0 0-4 0,0-1-1 16,0 1-10-16,0-1 1 0,-7-16 2 0,7 17-3 0,0-1-3 0,-1 1-3 15,1-1 0-15,-17-17-1 0,17 18-5 0,-1-1-26 16,1 1 5-16,-18-15-13 16,18 15 12-16,0-1 8 0,-19-10-1 0,11 7 4 15,0 0 9-15,0 1 5 0,1 1 1 0,-2-1 3 16,2 1-1-16,-1 0-3 0,1 1-1 0,0 1-1 16,0 0-4-16,1 1-3 0,0 1 1 0,1 1-2 0,5-3-4 15,0 0-11-15,0 0-2 0,-8 17-3 0,8-17-19 16,0 0 4-16,0 1 5 0,15 18 3 15,-7-14 45-15,2 1 9 0,0-1 5 0,2-1-1 16,0 1-5-16,2 0 2 0,-2-1-10 0,2 2 7 0,-3-1-8 0,-2 0-8 16,1 1 11-16,-1 0-9 15,-2 2 20-15,-2-1 1 0,-1 1-5 0,-3 1 0 0,-1 0-28 16,-3 0-44-16,-4 1-10 0,1 0-16 16,-2-2-88-16,0 0-177 0</inkml:trace>
  <inkml:trace contextRef="#ctx0" brushRef="#br0" timeOffset="-143189.12">140 8238 1012 0,'-9'1'42'0,"2"0"-7"0,7-1 3 0,-1 0 21 15,1 0-24-15,-1 0-9 16,-15 5-2-16,16-5 0 0,0 0-1 0,-1 0-11 0,1 0 4 16,0 0-7-16,0 0-7 0,-1 0-3 0,0 0-5 15,1 0 1-15,-1 0-1 0,1 0 1 0,-1 0 5 16,1 1-3-16,0-1 13 0,0 1-7 0,-6 16 4 16,6-17-5-16,0 0 6 0,0 1 7 0,0-1 5 0,0 1 1 15,-3 15 18-15,3-16 1 0,0 1-5 0,0-1 4 16,-3 17-9-16,3-17 17 15,0 1-1-15,0-1 7 0,-1 19-3 0,1-19-16 0,0 0 5 16,0 0-8-16,0 1 7 0,5 18-15 16,-5-19 1-16,0 0-6 0,0 0 0 0,0 1-4 15,20 16 4-15,-20-17-5 0,0 0-2 0,1 1-3 16,20 11-3-16,-21-12 2 0,0 0-2 0,20 8-1 0,-20-8 0 16,0 0-2-16,22 7 2 0,-22-7 0 15,1 0 3-15,19 4-1 0,-20-4 5 0,1 0-7 0,15 1 5 0,-16-1-6 16,1 0 3-16,0 0-10 15,-1 0-11-15,0 0 1 0,17 3-23 0,-17-3-5 16,0 0 3-16,0 0-4 0,0-1 18 0,0 1 11 0,3-18 4 16,-3 18 1-16,0 0 7 0,0-1 10 15,-10-17 2-15,10 18 4 0,-1 0 5 0,1-1 0 16,-15-16 2-16,15 17 0 0,-1 0 19 0,1-1-7 16,-16-9 2-16,16 10-4 0,0 0-7 0,-1 0-6 15,1 0 1-15,0 0-3 0,-1 0-10 0,1 0-6 0,-1 0-7 16,1 0 1-16,-1 0-23 0,1 0 13 15,0 0 0-15,-1 0 5 0,1 0 1 0,0 0 10 16,0 0-7-16,0 0 6 0,0 0-2 0,1 0 0 16,-1 1 10-16,16 8-6 0,-16-9 16 0,1 0-7 15,-1 0 2-15,0 1-4 0,20 10-8 0,-20-11 6 0,0 1-6 16,1-1 7-16,14 19 1 0,-15-19 0 0,0 0 3 0,7 22-3 16,-7-21 3-1,0 16-1-15,0-7-2 0,-2 0 0 0,0 1-3 0,-1-1-8 16,1 1 1-16,-1-1-10 0,2 0-70 0,-1 0-151 15,2 0-51-15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15T22:01:19.95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1045 6767 1541 0,'-3'-6'103'0,"3"6"18"15,0 0 8-15,0-1-32 0,-4-15-34 16,4 16-28-16,0-1-3 0,0 1-3 0,1-1-8 16,3-21-7-16,-4 22-2 0,0 0-1 0,0 0-9 0,0 0 2 15,0 0 2-15,0 0 0 0,0 0 13 0,0 0 2 16,0 0 1-16,-1 0-2 0,1 1-7 0,-15 16-3 16,15-16 0-16,-5 15-2 0,2-7 8 0,2 2-8 15,-2 0 6-15,2 2-7 0,-1 0 0 16,-2 0 1-16,1 3-4 0,0-2 3 0,1 2-4 15,-1 0 5-15,0 2-4 0,1-1 5 0,-1 0-9 16,2-3 0-16,2-1 0 0,-1-3 0 16,2-1 0-16,0-3-2 0,2 0 3 0,-4-6-3 0,0 0-1 0,0 0 11 15,20 7-8-15,-20-7 10 0,13-4-6 0,-4-1 2 16,1-1 6-16,2-2-4 0,-1 0-1 0,1-2-1 16,-2 1-4-16,1 0 3 0,-1-2-1 15,-1 1 1-15,0-1 4 0,0-1-3 0,-2-1 8 16,1 1-5-16,-1 0-3 0,-1 1 1 0,0-1-7 0,0 0 5 15,-1 2-2-15,-1-1 2 0,1 2 0 0,-3 0 7 16,0 2-2-16,0 1 4 16,-1 0 9-16,-1 6-4 0,0 0 5 0,0-1-6 0,0 1-4 0,0-1-4 15,0 1 0-15,0-1-2 0,0 1-10 0,0-1-8 16,0 1-2-16,0 0 1 0,0 0 4 0,0 0 2 16,-5 15-2-16,4-5 3 0,-2 2 4 0,1 0 0 15,-1 1 8-15,1 0-4 0,-1 2 3 0,0 3 0 16,1 0-7-16,0 3 5 0,0 0-2 15,1 2-5-15,-1 0 6 0,-1 0-5 0,1 0 13 0,0-2-8 16,-1 0 6-16,0-2-5 16,-1 1 11-16,0 0 5 0,0 1-5 0,-1-3 6 0,0 1-3 15,0-3 9-15,-1-2-4 0,1-1 4 0,-1-2-1 0,0-1-11 16,0-1 9-16,0-3-11 0,0-1 9 0,0 0 3 16,-2-2 1-16,1 1 0 0,-1-2 6 0,-1-2-11 15,-1 0 1-15,1-2-4 0,-2 0 3 0,1 0-1 16,0-2-4-16,0-1 1 15,-1-3-11-15,2 0-27 0,-1-1 1 0,2 1-14 0,0-1-19 16,1 1-9-16,2-1-8 0,0 2-3 0,1-1-52 0,1 1-36 16,3 0-11-16,1 0-11 0,2 2-56 15,1-2-72-15,2 0-20 0</inkml:trace>
  <inkml:trace contextRef="#ctx0" brushRef="#br0" timeOffset="299.14">1508 6942 1863 0,'0'0'495'0,"0"0"-362"0,0 0-23 0,0 0-95 0,-1 0-8 15,0 0 3-15,1 0 1 0,-1 0-2 0,1 1-15 0,-13 21 4 16,11-13-2-16,-1 0 4 15,0 3 0-15,2 0 7 0,-3 1-4 0,4-1 6 16,0 1-4-16,-3-1 11 0,3 0 1 0,-1 0 4 16,1-1 7-16,0 1 1 0,-1 0-4 0,0 1 2 15,-1-1-11-15,2 0-2 0,0-1-5 16,0-1 1-16,0-2-7 0,0 0 0 0,0-2 4 0,0-6-3 0,0 1 0 16,0-1-65-16,0 1 3 0,0-1-30 15,0 1-27-15,0-1-52 0,0 0-16 0,0 0-18 16,0-9-109-16,-1-4-119 0</inkml:trace>
  <inkml:trace contextRef="#ctx0" brushRef="#br0" timeOffset="448.69">1473 6909 1043 0,'0'-26'170'0,"0"5"210"0,0 2 19 0,-2 5-80 15,2 0-100-15,0 3-72 0,0 2-7 0,2 1-24 16,-2 8-48-16,0 0-30 0,0-1-4 0,0 1-11 16,0-1-37-16,0 1-20 0,0-1 0 0,0 1-6 0,0 0 5 15,0 0 19-15,18 6-45 0,-16 2 15 16,1 0-220-16,0 2-186 0</inkml:trace>
  <inkml:trace contextRef="#ctx0" brushRef="#br0" timeOffset="899.51">1983 6869 3472 0,'-7'-5'153'0,"0"1"-44"0,3 1-6 0,4 3-96 16,0 0-31-16,0 0-22 0,0 0-5 0,0 0 0 16,0 0-5-16,-1 0 10 15,1 0-33-15,0 0 12 0,0 0-134 0,-3 17 11 0,3-17 4 16,0 0 3-16,3 22 12 0,-3-22-55 16,0 1-35-16,-3 22-27 0,2-14-340 0</inkml:trace>
  <inkml:trace contextRef="#ctx0" brushRef="#br0" timeOffset="1056.63">1877 7136 2733 0,'0'0'274'0,"-1"0"-189"16,0 0-20-16,1 0-43 0,-1 0-9 0,1 0-13 16,0 0 2-16,-1 0-5 0,1 1-14 0,-1 16-151 15,1-17-26-15,0 0-64 0,14 18-289 0</inkml:trace>
  <inkml:trace contextRef="#ctx0" brushRef="#br0" timeOffset="2190.3">2871 6645 1792 0,'0'0'326'0,"0"0"105"0,-1 0 12 15,0-1-293-15,1 1-99 0,0 0-40 0,0 0-9 16,-1 0 1-16,0 0-8 0,1 0 1 0,-1 0 3 16,1 0-1-16,-15 21 10 0,13-10-6 0,1 1 3 0,-1 1-5 15,1 1 4-15,-1-1 2 0,0 1 4 16,1 0-1-16,0 1 4 0,-3 1-2 0,3 0-1 0,-1-1 3 15,0-1 18-15,0 0-5 0,0-1 3 16,0-1-4-16,-1 1-5 0,2 0-2 0,0 0-2 0,-1 0 0 16,1-1-8-16,-1-2 1 0,-1 0-2 15,2-1 1-15,1 0-7 0,-1-1 6 0,1 0-4 16,-2-1 4-16,2-1-15 0,0-6 8 0,0 1-3 16,0-1 3-16,3 17-24 0,-3-17-58 0,0 0-4 0,0 0-21 15,0 0-43-15,0 0-40 16,0 0-11-16,0 0-14 0,1 0-75 0,18 3-261 0</inkml:trace>
  <inkml:trace contextRef="#ctx0" brushRef="#br0" timeOffset="2610.67">3106 6905 1719 0,'0'0'122'16,"0"0"269"-16,0 0-305 0,0 0-13 15,0 0 10-15,0 0-10 0,0 1 25 0,0 18-30 16,0-19 2-16,0 0-15 0,0 19-25 0,0-18-5 0,-3 15-5 15,-1-6 1-15,-1 2-10 0,-1 0-7 0,-3 1 2 16,-2 0-7-16,-2 0-43 0,-1-1-67 0,-1 1-9 16,1-1-22-16,-1-2-58 0,2-2-47 0,2-4-18 0</inkml:trace>
  <inkml:trace contextRef="#ctx0" brushRef="#br0" timeOffset="3338.47">3538 6639 2093 0,'0'0'510'0,"0"0"-349"16,0-1-54-16,0 1-69 0,0 0-46 0,0-1 8 0,0 1-4 15,0-1 6-15,0 1-5 0,1-1-3 0,19-13 4 16,-20 14-3-16,1 0 8 0,18-3 0 0,-19 3 2 0,1 0 0 15,18 0 17-15,-19 0 12 0,1 0-1 16,14 0 5-16,-15 0-3 0,1 0-11 16,0 0 3-16,15 8-7 0,-16-8-10 0,0 0-5 15,1 0-7-15,15 17 1 0,-16-17-7 0,0 1 6 16,7 17 3-16,-6-10 0 0,-1 1-1 0,0 1 7 0,0 1-3 0,-4 0 6 16,1 1-3-16,-2 0 5 0,-1 1-1 15,-1-1 1-15,-1 1-7 0,-2 0 5 16,-1-1-6-16,1-1 6 0,-1 1-8 0,0-4 11 15,2 1 2-15,0-2 3 0,1-1 7 0,2 0-10 16,1-1 3-16,5-5-5 0,-1 0 0 0,1 0-9 16,0 1-3-16,0-1 0 0,-13 17-2 0,13-17-7 15,0 0 6-15,0 0-7 0,0 0 6 0,1 1 8 16,16 8-5-16,-17-9 8 0,0 0-6 0,25 4 2 16,-15-4 3-16,1 1-2 0,1-2 1 15,0 1 0-15,0 1-4 0,1-1 2 0,0 1-3 0,-1-1-1 16,1 1 0-16,-1 0-2 0,0 1 1 0,2 0-5 15,-3-1 1-15,1 2-10 0,0-1-93 16,-1 2-70-16,0 0-13 0,0-1-20 0,-2 0-68 0,2 1-183 16</inkml:trace>
  <inkml:trace contextRef="#ctx0" brushRef="#br0" timeOffset="5913.74">3771 6369 2601 0,'-5'-2'140'0,"5"2"-65"15,0 0 63-15,0 0-243 0,0 0 43 16,0 0-2-16,4 14 57 0,2-6 8 0,3 2-3 16,2-1 8-16,-1-6-2 0,7 4 1 0,4-1-2 15,0-1-2-15,0-2 2 0,3 0 1 0,-1-1 2 0,0-1 9 16,-1 0 0-16,-1 0 2 0,-1 2-1 0,-2-1-2 0,-2 1 6 16,0-1-5-16,-3 1 5 15,0 0-1-15,-3 1-7 0,0 0 4 0,-2 0-5 0,0 0 0 0,0 1-2 16,-2-1-2-16,-1 1 0 0,0 1-2 15,-2 0-4-15,-1 2 6 0,0 0-4 0,-2 2 14 16,-1 1 14-16,-1 1-5 0,-2 2 8 0,-1 1-12 0,-1 1-4 16,-1 1-2-16,0 0 1 15,0 1-2-15,1 2-4 0,-1 1 1 0,3 2-3 0,0 1 4 0,-1-1-3 16,1 1-3-16,1-1 1 16,0 0-1-16,2 0-3 0,-2 0 6 0,0 2-4 15,-1 1 15-15,1 1 11 0,-1 0 1 0,0-1 3 0,1 0-1 16,1-3 4-16,-1-1-7 0,1-2 5 0,0 1-8 15,0-1-14-15,0 1 5 0,1-1-9 0,-1-1 0 16,1-1 0-16,-1-1-3 0,1-2 2 0,-1 0-6 0,0 0-1 16,0-2 1-16,1-2-2 0,-1 2 3 0,1-2 0 15,0-1-3-15,0 1 3 0,1-4-5 0,0-7-31 16,0 1-7-16,0-1-15 16,-4 17-75-16,4-17-86 0,0 0-19 0,0 0-32 15,0 0-177-15</inkml:trace>
  <inkml:trace contextRef="#ctx0" brushRef="#br0" timeOffset="6097.99">4422 7058 3859 0,'-6'5'-6'15,"1"1"-47"-15,1 0-6 0,2 2-11 0,1 1 18 0,-2 3-57 16,-1 1-30-16,-2 3-30 0,0 0-245 0,-2 0 899 16</inkml:trace>
  <inkml:trace contextRef="#ctx0" brushRef="#br0" timeOffset="6840.32">4906 6622 2216 0,'0'0'104'0,"0"0"-7"0,0 0-8 0,0 0-59 15,0 0-19-15,0 0 13 0,1 0-4 0,-1 0 10 0,0 0-26 16,17 4-3-16,-17-4-1 15,0 0 0-15,21 3 1 0,-21-3 10 0,0 0 6 16,21 2 0-16,-20-2 20 0,-1 0-9 0,21 2-2 0,-21-2-1 16,0 0 4-16,21 7-1 0,-20-7 3 15,14 5-3-15,-7-3-7 0,-1 1-3 0,0 0-7 16,0 0 3-16,0 1-11 0,-2-1-5 0,1 1 3 16,-3 1-2-16,1 0 1 0,-2 2 1 15,-1-1 2-15,0 1-2 0,-1 1-1 0,-2 0-4 0,-1 1 2 16,-1 2-1-16,-3 0 2 0,0 0 4 0,-1 2-4 0,-2-1 3 15,0 0 1-15,-1-1 15 0,0 0-2 0,0 0 7 16,2-1 1-16,-1-1 15 0,2 1 2 0,0-1 3 16,1-1-1-16,1 2-6 0,1-1 0 0,1 0-1 15,0-1-4-15,3-2-11 0,-1 1-1 0,2-2-4 16,2 1-7-16,1 0 10 0,0-1-5 0,3-1 7 16,0 0 0-16,3 0-2 0,1-2 2 0,0 0-3 15,3-1-7-15,1-1-2 0,-1 1-2 0,2 0 1 16,0-1-1-16,-1 0-4 0,0-1-2 0,0 0-3 15,0 0-63-15,-1 1-116 0,0-2-22 0,0 0-44 16,-1 1-219-16</inkml:trace>
  <inkml:trace contextRef="#ctx0" brushRef="#br0" timeOffset="9011.12">5524 6933 2625 0,'0'0'124'0,"0"0"-38"16,-1 0-14-16,1 0-90 0,0 0-51 0,-1 0 16 16,1 0-16-16,-1 0 29 0,1 0-4 0,-1 0 19 15,-15 14-15-15,16-13 9 0,-5 15-82 0,1-8-14 16,-1 2-19-16,-2-1-1 0,-2 1-124 0</inkml:trace>
  <inkml:trace contextRef="#ctx0" brushRef="#br0" timeOffset="9398.1">5772 6578 2627 0,'0'0'90'0,"0"0"51"15,0 0-172-15,15 1 8 16,-6 1 7-16,2 1 3 0,1 0 37 0,-1 3-21 0,-1-1 1 15,2 2-7-15,0 1-5 0,0-1 8 0,-1 1-5 0,0-1 6 16,-1-1-1-16,-3 1 0 0,1 0 0 16,-3-1-3-16,-1 2-10 0,-2 0 4 0,-2 0-2 0,0 1 4 15,-3 0 7-15,-1 0-2 0,-2 0 2 0,-1 2-3 16,-2-2 4-16,-1 1 3 16,0 0-2-16,0-1 1 0,1 0-2 0,2 0 0 15,0-2-1-15,0 0 0 0,1 1 0 0,-1-1 1 0,2-1 2 0,0 1-2 16,0-2-2-16,2 2-1 0,-2 0 5 0,3 0-2 15,2-7 7-15,0 1-5 16,0 17 4-16,0-18-2 0,7 13 15 0,1-6-9 16,2-1-2-16,0-1-3 0,2 0-11 0,3-1 5 15,1-1-2-15,3-1 3 0,2 0 1 0,0-2-58 0,2-2-33 16,-2-2-24-16,1 0-237 0</inkml:trace>
  <inkml:trace contextRef="#ctx0" brushRef="#br0" timeOffset="9935.02">6503 6532 1409 0,'-4'-5'205'0,"1"0"364"16,0 1 282-16,1-2-775 0,-1 0-67 0,2 1-3 0,-1-1-7 15,2 6 4-15,0 0 1 0,-7-16-14 16,7 16-7-16,-1-1-4 0,-14-18-31 0,8 13 2 0,-1 0 6 15,-1 2 1-15,-1 0 37 0,0 2 20 0,-2 1 4 16,0 0 4-16,1 1 14 0,0 0-7 16,0 1 1-16,0 1-4 0,1 2-14 0,1-1-5 0,-1 2-1 0,2 0-3 15,1 0-6-15,1 0-7 0,1 1 3 0,2 1-4 16,0 1-14 0,2 1 3-16,2 1-5 0,1-1 7 0,1 2 7 0,3-1 4 0,1 1-1 15,4-1 3-15,2 0 5 0,2 0-2 16,2 1 4-16,1-1-2 0,-1-1 7 0,2 1-2 15,-1-1 2-15,-1 0-2 0,-1-1-1 0,0 1 0 16,-2 1 0-16,-1 0 1 0,0 0-3 0,-3-1 5 16,0 0-4-16,-2 0 6 0,-3 0 5 0,-1-1-6 15,-1 1 4-15,-3-1-6 0,0 0 6 0,-4 1 8 16,-1-1-6-16,-3-2 7 0,-1 1-7 0,-2-2 0 0,1 0 5 16,-2-2-2-16,1 0 6 0,-1-1-7 15,-2 0 4-15,1-2-4 0,-2-1 6 0,1-1 7 0,-1-1 2 16,2 0 4-16,1-1 15 0,3 0-9 15,2-1-3-15,2 0-4 0,1-1-19 0,3-1-9 16,2-2-2-16,3-2-2 0,3-2-13 0,4-1 0 16,3-4-4-16,3-1 4 0,2 1 7 0,3-1 3 0,-1 2 5 15,3-2-2-15,0 1 0 0,2 1 0 16,-1 0-2-16,-1 2 2 0,-1 0-3 0,-1 1-4 16,-3 1-4-16,-1 0-3 0,-2 2-45 15,-1 0-23-15,-2 3-6 0,0 1-7 0,-1-2-38 0,0 5-77 16,0-2-13-16,0 0-27 0,0 3-107 15</inkml:trace>
  <inkml:trace contextRef="#ctx0" brushRef="#br0" timeOffset="10077.81">7024 6658 2743 0,'-1'12'28'0,"2"2"-14"0,-1 2-2 16,-1 1-2-16,1 0-9 0,-3-1-70 15,0 1-47-15,-2-1-24 0,-1-1-307 0</inkml:trace>
  <inkml:trace contextRef="#ctx0" brushRef="#br0" timeOffset="10272.91">7482 6611 3055 0,'0'0'85'0,"0"0"-2"0,0 0-158 0,0 0-139 16,15 11 47-16,-10-6-79 0,2 1-26 0</inkml:trace>
  <inkml:trace contextRef="#ctx0" brushRef="#br0" timeOffset="10444.09">7893 6647 2317 0,'0'0'397'0,"0"0"-311"0,0 0 31 16,1 0-86-16,18 9-26 15,-11-4 2-15,0-3-5 0,0 3 4 0,0-1-13 16,1 0-72-16,0 0-17 0,2-2-25 0,0 0-118 15,0-1-101-15,1-1-61 0</inkml:trace>
  <inkml:trace contextRef="#ctx0" brushRef="#br0" timeOffset="10599.68">8361 6649 2421 0,'7'1'62'0,"1"1"-9"16,0 1 7-16,1-1-8 0,-1 1 8 0,-2 0-45 15,1 0 4-15,-2 1-21 0,0 1-46 0,2-1-133 16,-2 0-14-16,2-2-54 0,-1 0-189 0</inkml:trace>
  <inkml:trace contextRef="#ctx0" brushRef="#br0" timeOffset="10727.51">8708 6684 2543 0,'0'0'162'0,"0"0"393"0,0 0-529 16,0 0-22-16,18 6 2 0,-11-3-8 0,-1 2-4 0,-6-5-132 16,1 1-32-16,16 11-61 0,-7-8-346 0</inkml:trace>
  <inkml:trace contextRef="#ctx0" brushRef="#br0" timeOffset="11528.94">10560 6494 2824 0,'-5'-3'279'0,"1"0"-120"0,4 3 138 16,0 0-352-16,0 0 9 0,0 0-14 0,0-1 41 16,13-7 5-16,-2 8 6 0,1 0-1 0,3-7 0 15,3 6 2-15,4 0 1 0,0 1 9 0,-1 0-2 16,-1 2 2-16,-1 0-2 0,-2 2-2 15,-3 0 4-15,-1 1-6 0,-2 0 6 0,-2 0-3 16,-3 1-7-16,-1 0 2 0,-2 1-5 0,0 1-3 16,-2 0-7-16,-1 1 1 0,0 1-3 0,-3 0 9 15,-2 2 11-15,-1-1-1 0,-3 1 4 0,-1 0-7 0,-2 1 10 16,-3-1-4-16,0-1 6 0,-2 1-6 0,0 0 7 16,0 2-2-16,1 1 4 15,-1-2 1-15,1 1 3 0,3-2 0 0,1-1 0 0,3 0-13 0,3-1 1 16,2 0 2-16,2-2 0 0,1-1 4 0,3 0-1 15,1 0 0-15,3-1 0 0,3 1 3 0,1-2 4 16,3 0-5-16,2-1 3 0,1-2-14 16,1-1 3-16,1 1 2 0,1-2 0 0,1 2 4 0,0-2-6 15,1 0 0-15,-2 0-2 0,-1 0 2 0,-1-1-59 16,-1-1 1-16,1 1-26 0,-1-1-48 0,1 1-60 16,0-1-24-16,0-2-24 0,1 0-197 0</inkml:trace>
  <inkml:trace contextRef="#ctx0" brushRef="#br0" timeOffset="11940.34">11133 6404 2879 0,'0'0'490'0,"0"0"-392"0,0 0 43 0,-18 1-147 0,18-1-70 0,0 0 41 16,-16 13-13-16,7-5 24 0,-1 4-7 0,0 2 16 16,0 3-1-16,0 3 6 0,1 1 1 0,0-1 6 15,0 3-6-15,0 0 6 0,1 0 2 0,-1 1-2 16,1 1 5-16,0 0-3 0,2 2-4 16,0-2 4-16,2-1-5 0,2-4 4 0,2-1-11 0,1-3 8 15,3-3 1-15,0-1 4 0,2-2 12 0,1-2-2 16,1-2 6-16,3-2-5 0,0-1 10 0,2-3-2 15,2-1-2-15,0-2 0 0,0-1 1 0,1-2-1 16,-1 0 5-16,0-3-4 16,-1 1 4-16,-2-1 1 0,0-1-1 0,-2 0 2 15,0-2 1-15,-4 0 1 0,-1-1-1 0,-1 0 0 0,-3-1-25 16,-1-1-5-16,-1 2-5 0,-2 0 0 0,-1 1-12 16,-1 2-11-16,-3 1-4 0,0 2-2 0,-1 2-20 0,-1 0-43 15,0 2-4-15,-2-1-19 16,0 3-72-16,0 0-81 0,-1 1-3 0,2 2-36 15,-1 0-112-15</inkml:trace>
  <inkml:trace contextRef="#ctx0" brushRef="#br0" timeOffset="12122.74">11471 6775 3238 0,'0'0'176'16,"0"0"-158"-16,0 1-27 0,-4 20-28 0,4-11-38 0,-2 1-61 16,-1 0-31-16,-1-1-20 0,0 1-205 0,0-3-224 15</inkml:trace>
  <inkml:trace contextRef="#ctx0" brushRef="#br0" timeOffset="12539.7">11707 6467 3438 0,'0'0'5'0,"0"0"-19"16,0 0-9-16,0 1 3 0,0-1 20 0,7 22-14 15,-7-11 6-15,0 1-10 16,0 1 9-16,-1 0 4 0,-1 2 1 0,0-1 2 0,-1 0 5 15,0-1-3-15,0 0 0 0,-1-1-3 0,1-2 2 16,-2 0 1-16,2-1 1 0,-1 0 2 16,1 1 4-16,1 0-6 0,-1 0 3 0,2-2-4 0,0 0-1 0,1 0 7 15,1 0-6-15,0 0 7 16,2 0-10-16,1 0-1 0,1 0 3 0,3 1-2 16,0-1 2-16,2 0 1 0,2 1 0 0,3-2 0 0,-2 0 2 15,2 1-1-15,0-2 1 0,1 0 0 0,0 0 3 16,0-1-2-16,0 0-1 0,-2 1 0 15,-1-1 5-15,-2-2 3 0,-2 2 3 0,-1-2-2 16,-1 1 2-16,-7-4-6 0,1 0 4 0,-1 0-4 16,1 0 0-16,-1 1 1 0,0-1-3 0,6 18 2 15,-6-18-7-15,-15 8-14 0,5-3-2 0,-3-2-6 16,-1 1-15-16,-2-2-17 0,-3-1-4 0,-1 0-4 16,1-1-14-16,-2-1-21 0,0-1 1 0,0-2-12 15,1-2-35-15,-2-1-120 0,-1-2-35 0</inkml:trace>
  <inkml:trace contextRef="#ctx0" brushRef="#br0" timeOffset="12737.17">11646 6430 3220 0,'0'0'297'0,"0"0"-227"15,23-4-19-15,-8 3-54 0,2 1 4 0,0 0 0 16,0 1 1-16,-1 1-2 15,-1 1-6-15,-1 1-7 0,0 1-18 0,-1 0-1 16,0-1-110-16,0 1-49 0,-1 0-6 0,1-1-18 16,-3 0-73-16,1 0-134 0,0-1-159 0</inkml:trace>
  <inkml:trace contextRef="#ctx0" brushRef="#br0" timeOffset="13065.33">12126 6506 3223 0,'0'0'-17'0,"16"9"39"16,-4-3-14-16,4 1 26 0,1 1-6 15,1 0-13-15,1 2 0 0,1 0-6 0,1 1 1 16,1 0-10-16,2 1 5 0,-4-1-6 0,-2 1-2 0,-4-1 0 16,-1 0-10-16,-5 1 5 15,-1-2-13-15,-2 1 18 0,-2 2 3 0,-3 1 3 16,-3 0 4-16,-2 2 0 0,-4-2-1 0,-3 2 3 0,-2 0 10 15,-1 1-6-15,-4-2 3 0,0 0-5 16,0-1-1-16,1-1-4 0,4 0 2 0,2-1-3 16,2-1 3-16,4 0 3 0,-1-3 4 0,4 0-2 15,0 1 5-15,3-1 5 0,1 0-1 0,3 0 3 16,2 0 2-16,4 1 2 0,2-1-1 0,4 2 0 16,3-1-9-16,3 0-11 0,0 0 2 0,1-1-5 15,1 0-5-15,-2 0-3 0,0-1-26 0,-1-1 6 16,-1-1-125-16,0 1-105 0,1 0-39 0,-1-1-47 15,0-1-406-15</inkml:trace>
  <inkml:trace contextRef="#ctx0" brushRef="#br0" timeOffset="14242.03">700 7530 486 0,'-14'0'286'0,"2"1"179"16,-1 1 24-16,1 0-296 0,1-1-43 0,1 0-42 16,1-1 0-16,3 0-11 0,6 0-28 0,-17-4 1 15,17 4 2-15,0 0-2 0,0 0 3 0,0 0-43 16,-1 0 3-16,0-1-18 0,1 1-10 0,0-1 4 0,0 1 0 15,0 0 3-15,0-1 8 0,0 1-4 16,19-13 4-16,-8 12-3 0,-1 0 13 16,2 0 10-16,0 0-3 0,1-1 4 0,0 1-6 0,1-1-13 15,1 2 4-15,1-2-7 0,1 2-2 0,1-2-11 16,2 1-1-16,1 0-2 0,3-1 6 0,2 0-5 16,0-1 1-16,3 1-2 0,-4-1-1 0,0 3 3 15,0 0-1-15,-3 0 2 0,2 0-6 0,0 0 0 16,2 1 1-16,1 0-1 0,-1 1 9 0,-1 0 11 15,0 0-4-15,-3 0 9 0,1 0 4 0,-1 0-9 16,2 0 3-16,2-2-7 0,-1 2 2 0,0-2 2 16,1 0 0-16,-3 1 0 0,0 0-2 15,-2 0-6-15,-1 0 4 0,-1-1-5 0,1 1 2 16,-2 0-2-16,2-1 2 0,-3 2-1 0,1 0-2 0,-2-1 0 16,-1 0-4-16,-2 0 4 15,0-2-7-15,-1 2 7 0,-2 1-3 0,-1 0 4 0,-1-1-4 16,1 0-2-16,-3-1 0 0,2 0 0 0,-3 0 1 0,1-1 2 15,-6 1-2-15,1 0 2 16,-1 0-4-16,0 0 1 0,18 0 1 0,-18 0-2 0,0 0-2 0,0 0-168 16,0 0-43-16,1 0-73 0,16-1-419 15</inkml:trace>
  <inkml:trace contextRef="#ctx0" brushRef="#br0" timeOffset="16557.6">3119 4059 1932 0,'-5'-4'89'0,"5"4"-26"16,-1 0 2-16,1 0-46 0,0-1-29 0,-1 1-16 0,1 0 1 15,0 0 3-15,0 0 32 0,0 0 1 0,0 1 1 16,11 12-1-16,-4-6 0 0,2 1-4 0,0 1 1 0,1 1-1 15,2-1 7-15,0 1 10 16,1 0-5-16,0 0 6 0,2 0-2 0,1 0 6 16,1 0 2-16,2-1 1 0,1 0 3 0,-1-2 2 15,1 1 1-15,1-2-1 0,0 1-12 0,0 0 0 16,1-1-8-16,1 2 4 0,2-2-11 0,3 0-2 16,-1-1 5-16,1-1-4 0,-2 1 3 0,0-1 1 15,0-1-3-15,0-1 3 0,1-2 0 0,1 0 1 0,1-1-1 16,-1-1 1-16,-2 0-2 0,-1-2-5 0,-1 0 2 15,1-1-3-15,0 0-3 0,2 0 7 0,-1-1-2 16,0-1 3-16,-1 0 1 0,-2-1-7 0,-1 1 2 16,-1-3-2-16,-1 1 6 0,-1-1-6 15,1-2 5-15,0 0-5 0,0 1 8 0,-3-1 0 16,-2-1-4-16,-1 0 2 0,-1-1-1 0,0 1 2 0,-1-2 2 0,-1 1-1 16,-1-1 0-16,-1 1 1 0,-2-2 2 15,-1 1 0-15,-3-1 11 0,1-2 11 0,-1 1-5 16,-1-1 5-16,-1 1-15 0,-1-1 0 0,-1 0 1 15,-3 1-1-15,1 0-1 0,-4 1-15 0,-1-1 1 16,0 0-6-16,-3 0 0 0,0-1-4 0,-1 0-1 0,-3 1-1 16,0-1 0-16,-2-1-2 15,-1 2-2-15,-3 0 0 0,-1 1-4 0,0 1-7 16,-2 0 4-16,0 3-5 0,-1-1-10 0,-2 1 10 0,-2 4-2 0,-2-1 7 16,-1 2 6-16,0 1 2 15,0 1-3-15,2 2 3 0,-2 1 0 0,0 3-7 16,-2 1 5-16,-1 4-6 0,0 0 1 0,1 4 14 0,1 1-5 15,0 1 7-15,-1 2-5 0,-1 3 2 0,1 3-3 0,0 4 4 16,3 4-7-16,-2 2 8 16,1 3 0-16,-2-1 3 0,1 2 5 0,4 0-7 15,4 3 3-15,5 0-5 0,2-1 5 0,4-3 1 16,3-2-1-16,4-3 1 0,3-2 3 0,4 1 6 16,4-1-4-16,4-3 3 0,2-2-20 0,3-2-11 15,2-1-9-15,2-2-3 0,3-2-46 0,6 0-90 16,4-1-13-16,4 0-42 0,3 0-198 0</inkml:trace>
  <inkml:trace contextRef="#ctx0" brushRef="#br0" timeOffset="22715.55">212 6676 1474 0,'-10'-5'84'0,"3"2"35"0,7 3 16 0,0 0 4 15,-1 0-24-15,-15-2-84 0,16 2 4 0,0 0-24 16,0 0-26-16,-1 0 13 0,1 0-7 0,0 0 10 0,0 0 0 16,0 0 7-16,0 0-1 0,0 1 4 0,18 10 4 15,-18-11 11-15,0 0-4 0,22 5 6 0,-21-5-3 16,-1 0-3-16,24 3-1 0,-24-3-3 0,17 2-11 16,-17-2-4-16,0 0 4 0,21 1-4 15,-21-1 3-15,0 0 2 0,20 4-3 0,-20-4 2 16,0 0 3-16,0 0-2 0,17-1 4 0,-17 1-4 15,0 0-8-15,0 0-96 0,0 0-6 0,1 0-40 0,0 0-106 16,-1 0-428-16</inkml:trace>
  <inkml:trace contextRef="#ctx0" brushRef="#br0" timeOffset="22983.47">309 6519 1564 0,'0'0'265'0,"0"0"-169"0,0 0 23 0,-1 0-81 0,1 0-32 0,-1 0-1 16,1 1 2-16,0-1-1 0,-17 22-5 0,15-12-1 16,-1 2 0-16,0 2-1 15,-1 1 1-15,-1 1 6 0,0 1 0 0,0 1 4 16,0 1 11-16,0 2 18 0,0 0-4 0,0 1 9 16,0 1-13-16,2 1-3 0,0-2-2 0,0-1-1 15,1-1-7-15,1-2-9 0,0 0 2 0,1-1-6 16,0 0-3-16,1-2 2 0,0-2 1 0,-1-2-1 15,3-1 0-15,-2-3-5 0,1-1 0 0,-2-6-3 16,0 1-3-16,1-1-1 0,-1 0-8 0,0 1-2 0,19 6-73 16,-19-7-93-16,13-12-24 0,-5 4-30 15,1-2-170-15</inkml:trace>
  <inkml:trace contextRef="#ctx0" brushRef="#br0" timeOffset="23234.2">364 6746 2071 0,'0'0'77'16,"0"0"72"-16,0 0-128 0,0 0 11 0,0 0-2 16,0 1 1-16,0-1-20 0,16 16-5 0,-16-16 0 0,1 0-3 15,22 9-5-15,-15-7 0 0,1-1-2 0,0 1 3 16,-1-1 9-16,0 0-2 0,-1-1 5 0,-7 0-6 15,1 0-5-15,-1 0-24 0,17-1 4 0,-17 1-10 16,0 0 10-16,0 0-11 0,0 0-18 0,0 0-1 16,0 0-87-16,0 0-95 0,0-1-24 15</inkml:trace>
  <inkml:trace contextRef="#ctx0" brushRef="#br0" timeOffset="23422.45">387 6876 2275 0,'0'0'0'0,"0"0"32"0,0 0-13 0,0 1 23 15,0-1-7-15,1 1-30 0,18 17 3 0,-19-18-10 16,0 0 3-16,22 9 0 0,-14-7 1 0,1 0-1 16,0 0 6-16,0-1-6 0,-1-1-33 0,0 0 5 15,-1-1-153-15,0-1-106 0,1-1-37 0</inkml:trace>
  <inkml:trace contextRef="#ctx0" brushRef="#br0" timeOffset="23619.75">636 6619 2237 0,'0'0'26'0,"0"0"-7"0,0 1-2 16,-8 17 6-16,7-8 27 0,0 3-28 0,-1 2 0 15,-2 4-10-15,-1 1-9 0,-1 3 1 0,0 0 2 16,0 1-1-16,0 0 0 0,1 0-2 0,-3 1-1 0,2 0-1 16,0 1-32-16,1 3-93 15,0-2-10-15,0 0-34 0,0-1-107 0</inkml:trace>
  <inkml:trace contextRef="#ctx0" brushRef="#br0" timeOffset="24149.42">193 7869 2611 0,'-11'1'179'0,"0"0"-81"0,4 0 94 0,7-1-198 0,0 0-6 16,0 0-3-16,0 0-60 0,0 0 14 15,0 0-25-15,0 0 48 0,0 1 8 0,13 12 3 16,-3-10 1-16,1 0 9 0,3-1 3 0,-1 0 7 0,0 1-3 15,1-1 13-15,-3 0-3 0,1 0-3 0,-2 0 1 16,0 0 7-16,-2 1-2 16,1-1 7-16,-2 0-6 0,-1-1-6 0,-1 1 4 0,0-2-3 0,-5 0 3 15,1 0-3-15,0 0-93 0,16 2-4 0,-17-2-38 16,0 0-84-16,0 0-41 16,0 0-35-16</inkml:trace>
  <inkml:trace contextRef="#ctx0" brushRef="#br0" timeOffset="24438.75">321 7685 1767 0,'-6'0'299'0,"1"0"-151"0,5 0 34 0,0 0-114 16,-1 0-34-16,1 0-10 0,-17 14-2 0,17-14-4 16,-4 17-21-16,1-5 0 0,1 3 0 0,1 4 0 15,-2 1 0-15,0 3 3 0,0 2 0 0,0 0 0 16,0 0-1-16,-2 2 2 0,0-1 2 15,0 1 2-15,0 2 19 0,1-2 4 0,-1 3 0 0,1-1 2 16,0-2 6-16,2-1-4 0,1-1 4 16,0-3-6-16,1 0-10 0,1-2-8 0,1-1-3 15,1-3-1-15,1-3-10 0,0-2-1 16,2-1-4-16,0-1 0 0,1-3-27 0,0-3 2 16,0-1-3-16,0-2 3 0,1 0-13 0,1-3 7 0,-1-2 1 0,1-2 4 15,-1-2 15-15,0-1-66 0,1-1-9 0,-1-3-27 16,1 0-96-16,0-2-70 15,1 0-33-15</inkml:trace>
  <inkml:trace contextRef="#ctx0" brushRef="#br0" timeOffset="24648.1">401 7988 2006 0,'0'0'379'0,"0"0"-278"0,-1 0 8 0,1 0-93 16,0 0 12-16,0 0-15 0,0 0 1 15,0 0-7-15,0 0-4 0,0 0 2 0,24 6-5 16,-14-6 2-16,2 0-12 0,0-2 3 0,-1 1 2 16,1-1-1-16,-1-1 1 0,1 1-10 0,-2 1-29 0,-2 0 5 15,0 1-98-15,-8 0 4 0,1 0 1 0,-1 0-4 16,0 0-28-16,1 0-110 16,-1 0-87-16</inkml:trace>
  <inkml:trace contextRef="#ctx0" brushRef="#br0" timeOffset="24837.12">426 8127 2139 0,'0'0'78'0,"0"0"100"16,0 0-167-16,0 0 46 0,0 0-7 0,1 0 14 16,21 2-49-16,-14-2-7 0,2-2-3 0,2-1 1 15,-2 0-8-15,2 0 2 0,1-1-4 0,-1-1 4 16,-1 0-6-16,-1 1-71 0,-1-3 0 0,-1 1-33 15,1 0-68-15,-1-1 5 0,0-1-10 16,0 0 4-16,-2 0-55 0</inkml:trace>
  <inkml:trace contextRef="#ctx0" brushRef="#br0" timeOffset="25231.15">595 7845 894 0,'0'0'127'0,"0"0"265"16,0 0-220-16,-1 0-73 0,1 0 5 0,0 0-28 15,0 0 1-15,0 1-8 16,0-1 1-16,-1 18-2 0,1-18 5 0,0 1 13 0,1-1 1 0,14 19 2 16,-15-19-8-16,1 1-12 0,17 15 1 0,-10-11-4 15,-1 1 7-15,1-1-30 16,-1-1 2-16,1 2-14 0,0-1-16 0,-1 1-4 0,1 0-3 0,0 0 0 16,-1 2-10-16,0-1 6 15,-2 0-4-15,0 1 3 0,-1 0 0 0,-1 1 8 16,-3 0 3-16,0 1 0 0,-1 0 5 0,-2-1 2 15,-2 1 1-15,-1-1-1 0,-1 1-5 0,-1 0 0 0,1-1-4 16,-2 0 2-16,1-1-5 0,0 0-6 0,1-1 1 16,1-1-2-16,1 1-1 0,1-1 2 15,-1-1-2-15,5-5 2 0,0 1-2 0,0-1-8 16,0 1 0-16,0 16-5 0,0-17-6 0,0 0 2 0,0 0 2 0,2 0 1 16,18 8 9-16,-20-8-3 15,0 0 1-15,22 3-3 0,-22-3-5 0,18-1 5 16,-9 0-2-16,1 0 4 0,1 1 2 0,-2-1-3 15,2 1 5-15,-1-1-5 0,-1 0 4 0,0 0-13 16,0-1-25-16,1 1 1 0,-2-1-129 0,2-2-49 0,1 1-19 16,-1-2-13-16,1 1-107 0</inkml:trace>
  <inkml:trace contextRef="#ctx0" brushRef="#br0" timeOffset="25380.16">1028 7970 2497 0,'0'0'101'16,"0"0"122"-16,0 1-216 0,0-1-7 0,0 0 0 0,-3 20-3 15,5-13-15-15,3 1-241 0,1 1-42 0</inkml:trace>
  <inkml:trace contextRef="#ctx0" brushRef="#br0" timeOffset="25552.27">1144 8175 2903 0,'-11'9'491'0,"-2"2"-324"16,0 2 68-16,1 3-208 0,2 4-48 0,2 1-124 0,1 0-25 15,2 0-55-15,2 2-284 0</inkml:trace>
  <inkml:trace contextRef="#ctx0" brushRef="#br0" timeOffset="26297.73">1282 8028 2889 0,'-4'3'59'0,"1"1"-59"16,0 2-9-16,3 0-9 0,1 3 7 0,2 1 1 0,0 2-2 15,0 2 2-15,1 2 3 0,1-1 10 0,0 0-2 16,0-1 4-16,-1-1-11 0,-1-1 9 0,0-2-2 0,-1 0 7 16,-1-3-7-16,2 0 2 0,-3-7-3 15,0 0 2-15,0 0 5 0,0 1 4 0,0-1-1 0,0 0-1 16,1 0-15-16,17-4 4 0,-13-3-4 16,0-3 4-16,2-2-21 0,0 0 10 15,0-2-3-15,0 0 6 0,0-1 6 0,0-1-2 16,-1 0 2-16,0-1-2 0,0 3 2 0,-1 0 4 15,0 0 0-15,-2 3 1 0,-1 1 7 0,0 3 3 0,-2 7 3 16,0 0 0-16,0-1 13 0,0 1 6 0,0 0-7 16,0-1 4-16,0 1-30 0,0 0 1 15,0 0 0-15,0 0 1 0,-4 16-2 0,4-4-5 16,-1-1 1-16,1 4-2 0,0 1 7 0,0 2 1 16,0 3 0-16,1 1 1 0,0 3 6 0,0 4 2 15,-1 3 3-15,0 2-1 0,-2 4 5 0,1 0 11 16,0 1 2-16,0 1 4 0,-2 0 4 0,1 1 4 15,-2-4 0-15,1-1 1 0,0-2-3 0,-1-2-4 16,0-1 1-16,-1-3-4 0,1-1-12 0,-1-3-4 16,-1-2-2-16,0-3 0 0,0-2-6 0,-1-2-2 15,0-2 2-15,1-3-2 0,-1 0-2 0,-1-1-8 0,1-1-8 16,-1-1-3-16,0-2-51 0,1 0-47 0,-1-3-6 16,1-1-16-16,0-1-45 15,0-3-62-15,2-1-29 0,2-3-25 0,2-3-244 0</inkml:trace>
  <inkml:trace contextRef="#ctx0" brushRef="#br0" timeOffset="26548.25">1648 8531 3203 0,'-5'5'25'0,"2"1"-14"15,1 0-6-15,1 2 1 0,0 1-1 0,1 3-11 0,0 2 4 16,0 1-7-16,1 1 6 0,2 1 1 0,-2 1-1 16,1 1 2-16,0 2-4 0,-2-1 6 0,0 1 1 15,0 0 3-15,0-1-1 0,-2-1 3 16,0 0-4-16,-1-3 5 0,2-2-8 16,-1-1 4-16,0-4-4 0,-1-2 0 0,3-7-55 0,0 0-137 15,0 0-3-15,0 0-56 0,-5-4-111 0</inkml:trace>
  <inkml:trace contextRef="#ctx0" brushRef="#br0" timeOffset="26707.09">1725 8300 3204 0,'0'0'116'0,"0"1"78"0,0-1-198 0,0 1-30 0,-13 18 6 15,13-19-12-15,3 15-5 0,-1-7-277 16,1 2-11-16,1-3-141 0,-1-2-538 0</inkml:trace>
  <inkml:trace contextRef="#ctx0" brushRef="#br0" timeOffset="27656.46">781 7400 1795 0,'0'0'96'0,"0"0"169"0,0 0-229 0,-1 0-4 16,1 0-4-16,0 0 0 0,0 0-24 0,0 0-4 15,0 0 0-15,0 0-1 0,0 1 1 0,0-1-3 0,15 18 5 16,-15-18-2-16,1 0 22 0,18 17 15 15,-10-10 1-15,2-1 7 0,-1 1 21 0,2-1 4 0,1 0 3 16,0 1 0-16,1-1-1 0,0-2-18 16,1 1 0-16,1 0-8 0,0-1-14 0,1 0-18 15,-1-1 0-15,3-1-6 0,1 0 2 0,5-2-10 16,2 2 5-16,2-2-6 0,0 0 8 0,-3 0-6 0,-1-1 3 16,-2 1-4-16,-1 1-3 0,1-1 5 0,0 0-2 15,0-2 4-15,0 2-2 0,-4 0 5 16,-1 0-5-16,-4 0 6 0,0 0-4 15,-4 0 1-15,-1 0-1 0,-3 0 0 0,-6 0-2 0,1 0 13 16,-1 0-3-16,1 0 7 0,0 0 4 0,-1 0 14 16,0 0-1-16,0 0 3 0,0 1-13 0,-6 7-30 0,-5-6 4 15,-3 0-15-15,-3 1-1 16,-5 0-4-16,-2 1 4 0,-4 2-1 0,-1-2 24 0,-1 1-8 16,2-1 5-16,-2-1-5 0,2-1 7 0,-4 0 3 15,-1 0-5-15,2-1 5 0,0-1-2 0,5-1 0 0,1 1 2 16,1-1-3-16,0-1 5 15,1 0-2-15,0-1 1 0,2 0-3 0,0-2-9 0,4 1 6 0,1 1-5 16,4 0 5-16,2 1-4 0,2 0-4 16,1 1 2-16,7 1-5 0,0 0 3 0,-1 0 2 15,1 0-4-15,-1 0 1 0,1 0-17 0,0 0 2 16,-2 0 5-16,2 0 0 0,0 0 12 0,17-4 5 16,-5 4 2-16,6-1 2 0,2 1 4 0,4 0-6 15,4-1-3-15,-1 0 0 0,1 1-2 0,-1 0 1 16,0-1 3-16,2 1 0 0,1 0-3 0,4 0 6 15,1 1-9-15,-1-2 7 0,-1 1-10 0,-3-1 7 16,2-1 4-16,1 0 2 0,2 0 13 0,0 0 10 16,-1 0-7-16,-4 0 8 0,-3-1-14 15,1 1 7-15,-1-1 0 0,0 1 2 0,-1 1 3 0,-2-1-18 16,-2 0 8-16,-5 1-10 0,0 1 1 0,-4 0 0 16,-1 1-2-16,-2 0 1 15,-2-1-7-15,-1 2 5 0,-1-1-6 0,-6-1 5 16,1 0-11-16,-1 0 9 0,1 0-3 0,15 4 7 0,-16-4-2 0,0 0 2 15,0 0 2-15,0 0-2 0,0 0-1 0,0 0-13 16,0 0 2-16,0 0-6 0,0 0 4 16,0 0-19-16,0 0 0 0,-1 0-9 0,1 0-13 0,-1 0-10 15,1 0-3-15,0 0-2 0,-1-1-7 0,-15-7-27 16,16 8-3-16,0 0-14 16,0 0-47-16,0 0-65 0,0 0-18 0,0 0-30 0,0-1-213 15</inkml:trace>
  <inkml:trace contextRef="#ctx0" brushRef="#br0" timeOffset="35957.18">8000 6145 629 0,'0'0'200'0,"0"0"-51"0,0 0 94 0,-1 0-127 16,1-1-12-16,-1 1-18 0,1 0-32 0,0-1 3 16,0 1-12-16,0-1-10 0,-8-15-12 0,8 16 4 0,0 0-8 15,0 0-9-15,0 0-5 16,0 0 2-16,0 0 0 0,0 0 20 0,0 0 13 16,0 0-1-16,0 0 4 0,0 0-4 0,0 0 5 15,0 0-1-15,0 0 1 0,0 0 2 0,0 0-6 16,0 0-1-16,1 0-2 0,-1 0-2 0,1 0-9 0,-1 0 3 0,0 0-6 15,1 1-11-15,-1-1 8 16,17 11-8-16,-17-11 8 0,0 0-14 0,0 1 0 0,1-1-2 16,8 17 1-16,-9-17-5 0,0 1 10 15,0-1-2-15,8 16 5 0,-8-16 3 0,0 1 5 0,0-1 1 16,7 17 1-16,-7-17 1 0,0 0-3 16,0 1-2-16,9 19 0 0,-9-20-6 0,0 1-5 15,4 15-1-15,-4-16-2 0,0 0-3 0,1 19 2 16,-1-19 1-16,0 0 0 0,4 23 2 0,-4-23-1 15,0 1 1-15,4 21-1 0,-4-22 7 0,0 1 4 16,4 22 2-16,-4-23-1 0,1 16 8 0,-1-15-5 16,0-1-3-16,3 22-1 0,-3-22-8 0,0 0-1 15,1 23 0-15,0-15 0 0,0 1-1 0,0 0-2 0,0-1 1 16,1 1-3-16,-2 0-3 0,2 2 1 16,-1-1 3-16,-1 1 1 0,2 0 1 0,-2 0-3 15,0 0-3-15,1 0 2 0,0 0 0 0,0 0 6 0,-1-1-2 16,2 1 1-16,-2-1-7 0,1 0 3 0,0 0 0 15,0 0 2-15,-1-1-1 0,0 0 3 0,0 0 0 16,1 0 0-16,-1 1-2 16,1-2 3-16,-1 0-1 0,0 1 1 0,0 0-4 15,0 2 1-15,0-1 1 0,0-1 0 0,-1 1-4 0,1-1 3 16,-1 0-4-16,1 0 5 0,-1 0-4 0,-1 0 1 16,2 0 0-16,0 0 0 0,0-1-2 15,-2 2 1-15,1-2-1 0,0 0 1 0,0 1 3 0,-1-2-1 16,2 2-1-16,-1-3-1 0,-1 1-7 0,1-1 9 15,0 1-4-15,1 2 6 0,0 0-7 0,0 0 2 16,-1 0 1-16,-1-1 1 0,1 1-3 0,0 0 2 16,1 0-2-16,-2 0 2 0,1-1-3 0,1 1 5 15,-1-1-2-15,0 0 4 0,-1 0-8 16,0-1 6-16,2 1-4 0,-1-2 5 0,-1 1-5 0,2-1 3 16,-1 0 3-16,1-6-1 0,0 0 1 0,0 0 5 15,-3 18-4-15,3-18 5 0,0 0-1 16,0 1-7-16,0-1 8 0,0 1-8 0,0-1 7 0,-4 16 3 15,4-16-5-15,0 0 5 0,0 0-5 0,0 0 7 16,0 0-2-16,0 0 4 0,0 0-7 0,0 0 7 16,0 0-3-16,0 0 5 0,0 0 0 0,0 0 4 0,0 0 1 15,0 0 0-15,0 0-6 0,0 0 2 0,-1-1-3 16,-8-22 3-16,8 13-5 16,0-1-8-16,0-2 2 0,1-2-5 0,-1-2-5 15,0-4-1-15,1 1-1 0,0-5 0 0,0 1 2 0,0-1-5 16,0-3 2-16,0 0-4 0,-1-2 5 0,0-2-10 15,0 0 3-15,-1 1-2 0,-1-1 14 0,1 0-5 0,-2 0 2 16,0 0-2-16,0 0 2 0,-1 0 0 16,1 1-4-16,-1 1 2 0,0 1-7 0,-1 1 4 15,2 1 5-15,0 3-1 0,1 0-3 0,1 0 2 16,-1 1-3-16,1 3 3 0,0 0-5 0,1 2 3 16,-1 2-3-16,1 0 3 0,0 2-6 0,-1 3 3 0,0 0-4 15,1 2 5-15,-2 1 2 16,2 1 4-16,1 7 0 0,0 0 2 0,0-1-2 15,-1 1-7-15,1-1-6 0,-1 1-1 0,1 0-24 0,-1-1-4 16,1 1 5-16,-1 0-4 0,1 0 27 0,0 0 7 16,-8 18-4-16,8-8 5 0,1 0-2 0,1 1 3 15,-1-1 3-15,1 2-1 0,0 1 6 0,0 2-7 16,1-1 5-16,0 3-6 0,-1 2 11 0,0 0-8 16,0 3-2-16,0 0-1 0,0 0 5 15,0 2 1-15,0 0 1 0,1 0 0 0,0 1-6 0,0 1 5 16,0 2-1-16,1 2 3 0,-2 0-1 0,2-1 0 15,-1-1-1-15,0-3 1 0,1-1-2 0,-1 0 5 16,0 1 0-16,0 0 1 0,-1 1-4 0,0-1 5 16,-1-2 1-16,0-2 1 0,0-1 3 0,-1-2-5 15,0 0-1-15,0 0-1 0,0-1 2 0,-1 1 4 16,0-2-3-16,0-2 3 0,0-1-3 0,0-2-3 0,0 0 5 16,0-3-5-16,1-1-3 0,0-7 10 0,0 1-4 15,0-1 7 1,0 0 6-16,0 1 5 0,0-1 7 0,0 1 0 0,0-1 19 0,0 0-11 15,0 0-6-15,0 0-1 0,-1-14-21 0,1 2-5 16,0-2-1-16,-2-3-1 0,1-2-8 0,-1-4 2 16,-1 0 0-16,1-1 0 0,-2-2 2 15,1-1-5-15,0-3 1 0,-1-1-3 0,1-2 5 0,-2 1-6 16,1 0 5-16,1 0-6 0,0 1 8 0,0-2 0 16,-1 1-1-16,2 0 0 0,0 1-2 0,0 2 1 15,0 2-1-15,1 2 0 0,-1-1-3 0,2 3 2 16,-1 0 1-16,0 1 0 0,1 4-8 0,0-1 6 15,0 4-4-15,0 3 5 0,-1 1-4 16,1 4-6-16,0 1 1 0,0 6-3 0,0-1 3 16,0 1-16-16,0-1-2 0,0 1-6 0,0-1-21 0,0 1 13 15,0 0 2-15,0 0 5 0,1 17 24 0,0-5 5 16,0 2 2-16,0 5-1 0,1 0 3 0,-1 4 5 16,0 2-1-16,0 1 2 0,0 1-5 15,0 1 6-15,0 1-2 0,0 3 4 0,0 1 0 16,0 2-4-16,0-1 5 0,-1-1-5 0,0-3 0 15,1 1 0-15,-1 0 2 0,0 2 0 0,-1 0 4 0,1-2-1 16,0-1-2-16,0-3 1 0,-1 0 9 0,0-1-13 16,0 1 6-16,0 0-7 0,0-2 9 0,1-2-3 15,-1-1 3-15,1-5-2 0,0-2 6 0,0-2-7 16,0-3 2-16,0-2-4 0,1-1 7 0,-1-7-3 16,0 0 3-16,0 0-1 0,0 1 12 0,0-1 22 15,0 1 0-15,0-1 7 16,0 0-1-16,0 0-22 0,0-1 0 0,0-18-8 0,0 7-7 15,0-4-10-15,-1-3 0 0,0-3-3 0,0-3-1 0,0-1 3 16,0-3-2-16,1-1 1 0,0-2 0 0,-1-2-7 16,1-1 6-16,1-3-7 0,-1-3 3 15,0-1 2-15,1 1-3 0,1 0 2 0,-2-1-6 0,1 1 6 16,0 1-4-16,-1 2 4 0,0 2-4 0,-1 3 12 16,0 2-4-16,1 0 6 0,-2 2-11 0,1 3 1 15,0 0-3-15,-1 4 3 0,0 1-4 0,1 3 7 16,-1 2-4-16,1 2 4 0,1 1-11 0,-1 3-2 15,1 0 0-15,0 4-1 0,0 6-5 16,0-1-26-16,0 1 3 0,0-1-14 16,0 1-15-16,0 0 26 0,0 0 0 0,1 11 13 15,1 2 27-15,-1 2-2 0,0 3 2 0,0 2-3 16,0 2 6-16,0 2-2 0,1 3 4 0,-1 2-2 0,1 1 4 0,-1 1-3 16,0 0 1-16,1-3-2 0,-1-1 1 0,2-1 3 15,-2 1 1-15,2-1 1 16,-2 2 4-16,0-2 1 0,1-1-1 0,-1-2 2 15,-1 0-3-15,0-2-4 0,1 1 3 0,-1 0-2 0,0 1 4 16,1 1-4-16,-1-2-3 0,1-1 1 0,-1-2 1 16,1 0 0-16,0-4 4 0,-1-3-2 0,2 0 1 0,-1-2 5 15,0-2-2-15,-1-8 4 0,0 0-1 0,0 1 6 16,0-1 0-16,0 1 3 16,0-1 15-16,0 0 11 0,0 1 3 0,0-1 2 0,0 0 0 0,0 0-25 15,7-6 6-15,-7-6-13 0,0 0-8 0,-1-6-3 16,1 0-7-16,-2-4 5 15,2-3-10-15,-2-3 4 0,1-1-1 0,-2-3 2 16,1-1-5-16,1-1 3 0,-1-1-1 0,0 0 1 0,0 1-6 0,1 2 9 16,-1 3-4-16,-1 1 5 15,1 3-2-15,-1 1-6 0,0 0 4 0,-1 3-3 0,1 1 7 16,-1 2-3-16,1 1-3 0,0 2 0 0,1 2-3 0,-1 3 2 16,1 2 1-16,0 0-2 0,-1 3-5 0,3 5-4 15,0-1-5-15,0 1 0 16,0-1-24-16,0 1-13 0,0 0 1 0,0 0-4 15,-5 6 15-15,5 4 21 0,0 5 1 0,0 3 7 16,0 2 0-16,-1 4 11 0,0 2-3 0,0 1 6 0,0 3-2 16,0-1 3-16,1 1-2 0,-2 3 2 0,1 0-1 15,-1 3-1-15,2-1 1 0,-2-2-2 0,2-1 2 16,0-1 1-16,0 2 0 0,-1-2 1 16,0 0 5-16,0-2-6 0,1-2 7 0,-1-4-5 15,1 0 16-15,-1-2-12 0,1 2 3 0,0-1-5 16,0 1 7-16,0-2-10 0,-1-1 6 0,0-3-7 15,1 0 7-15,-1-1-8 0,1-2 2 0,0-2-2 16,0 0 8-16,1-2-4 0,-1-2 2 0,1-1-3 16,0 1-3-16,-1-8 7 0,0 0-1 0,0 0 5 0,0 1 5 15,0-1 0-15,0 1 1 0,0-1 1 16,0 1 11-16,0-1 3 0,0 1 2 0,0-1-1 16,0 0-4-16,0 0-17 0,0 0 5 0,0 0-9 15,0 0-2-15,8-23-2 0,-7 12-5 0,1-1 2 16,0-3-4-16,0-5-4 0,0 0 2 0,1-5-3 15,-1-2-1-15,1-3 7 0,-2-3-5 0,0-1 6 0,1-3 1 16,-1-2-11-16,0-2 6 0,1-3-9 0,-1 1 7 16,2 1 4-16,0 0 0 0,0 3 1 0,1 1-7 15,0 2 7-15,-1 3-4 16,0 2 6-16,1 1 0 0,-1 2-6 0,0 1 1 16,0 3-3-16,0 1 2 0,0 3-1 0,-1 1 0 0,0 5-1 15,-2 2 2-15,0 3-7 0,0 2 4 0,0 7-6 0,0-1-7 16,0 1-41-16,0-1-1 15,0 1-13-15,0 0-4 0,0 0 37 0,4 6 2 0,-1 6 13 16,0 3 14-16,-1 3 4 0,1 3-3 0,0 3 4 16,0 2 4-16,1 2 1 0,-2 1 2 0,1 1-1 15,0 0 4-15,0 0-2 0,0 1 2 0,-1 1-1 16,1-1 3-16,-1-1 0 0,1 0 1 0,-2-4 0 16,1 0 3-16,-2-1 1 0,1 0 2 0,0 1-2 0,1-1 1 15,-2-4-4-15,0-1 0 0,1-1-2 16,0-2 5-16,1 0-7 0,0-2 3 0,-2-1-3 15,2 1 1-15,-1-2 4 0,0 2-1 0,0-2 2 16,0 0-3-16,-1-2-2 0,0-2 3 0,1-1-2 16,-1-1 12-16,1 0-1 0,-1-7 2 0,0 0-1 15,0 0 0-15,0 1-1 0,0-1-2 0,0 1 1 0,0-1 2 0,0 1 15 16,0-1 1 0,0 1 5-16,0-1 1 0,0 0-6 0,0 1-7 15,0-1 1-15,0 0-18 0,0 0 0 0,0 0 3 0,0-1-3 16,0 1 0-16,0-17-4 0,0 17-5 0,0-1 2 15,-3-17 3-15,3 18-7 0,0 0 5 0,-3-22-7 0,1 13-5 16,2 1 3-16,-3-1-2 0,2 2 2 0,0 0 0 16,-2 1 6-16,3 6 1 15,0-1 1-15,0 1 0 0,0-1 2 0,-7-16-4 16,7 17 3-16,0 0-9 0,0-1 2 0,0 1 3 0,0 0-2 16,0-1-6-16,0 1-6 0,-7-17 1 15,7 17 0-15,0 0 13 0,0 0-2 0,0-1 2 0,0 1-2 16,0-1 7-16,0 1-1 0,0-1 0 15,0 1 0-15,0 0 0 0,-7-17-6 0,7 17 4 16,0 0-6-16,0 0-6 0,0 0-9 0,0 0 0 0,0 0-2 16,0 0 0-16,0 0 9 0,0 0-2 0,-1 0 5 15,1 1 9-15,-13 16-7 0,13-17 6 0,0 1-6 16,0-1 6-16,-2 22 4 16,2-22-1-16,0 0 2 0,-2 21 0 0,2-21 0 0,0 1-2 15,-1 21 2-15,1-22 0 0,0 1 0 0,-2 22 0 16,2-23 0-16,0 1 3 0,-4 19 1 0,4-20 1 15,0 0 1-15,-6 17 10 0,6-17-8 0,0 0 4 16,0 1-5-16,0-1-1 0,0 1 5 0,-8 16-2 0,8-17 4 16,0 0 0-16,0 0-2 0,0 0-4 0,0 0 2 0,0 0-6 15,0 0 4 1,0 0 2-16,0 0-1 0,0 0 1 0,0 0-2 0,0 0-3 0,0 0 2 16,0 0-6-16,0 0 0 15,0 0-1-15,0 0-1 0,0 0 1 0,0 0 0 0,0 0 1 16,0 0-1-16,0 0-5 0,0 0-24 0,0 0-6 0,0 0-9 15,0 0-50-15,0 0-140 0,0 0-29 0,0-1-71 16,0 1-438-16</inkml:trace>
  <inkml:trace contextRef="#ctx0" brushRef="#br0" timeOffset="41252.1">2766 7404 289 0,'-11'2'285'0,"1"1"-75"0,-1 0 135 0,1 0-183 15,2-1-25-15,0 0-25 16,1 0-41-16,1 1-5 0,0 0-6 0,0-1-14 0,6-2-11 15,-1 0 1-15,-16 5-7 0,17-5-9 0,0 0-3 0,-1 0 4 16,1 1-4-16,0-1-6 16,-1 0 11-16,0 1-5 0,1-1 8 0,0 1 5 15,-9 15 10-15,9-16-2 0,0 0 3 0,0 0-8 16,0 1-4-16,1-1 0 0,18 12-2 0,-19-12-10 0,1 0 6 16,17 8-2-16,-10-5 5 0,1 0 0 0,-1-1-1 15,1 0 3-15,1 0-1 0,1 0 3 16,1-1-10-16,2 1-2 0,0-1-2 0,2 0 1 15,1 0 1-15,0-1 0 0,1 0 0 16,1 0-11-16,-2 0-5 0,3 0 3 0,-3 0-3 16,1 0 4-16,-2-1 0 0,1 0-3 0,0-1 2 15,2 1-6-15,1 0 10 0,2-1-4 0,1 1 6 0,-1-1-9 16,-1 0 7-16,0 0-2 0,-2 0 4 0,1 0-3 0,0 1-1 16,1-1 1-16,2 0-2 15,0 1-2-15,0-1 3 0,2 0-4 0,-3 0 3 0,0 0-9 16,0 0 3-16,-3 1 1 0,1-1 2 0,1 1-2 0,2-1 3 15,2 1-1-15,0-1 2 0,-1 0 2 16,0 0 9-16,0 0 2 0,-2 0 2 0,0 0 3 16,1-1-7-16,0 1-1 0,3-1-3 0,0 1-1 15,1 0-5-15,-2 0 2 0,0 0-3 0,-1 0 5 0,-2 0-9 16,2 1 8-16,1-1-7 0,1 0 16 0,2 0-11 16,-1 0 3-16,-1 0-3 15,-1 1 7-15,-2-1-7 0,1-1 0 0,2 1-2 16,1-1-1-16,1 1 2 0,2-1-3 0,-2 0 2 0,-2 1 0 15,-1-1-4-15,-2 0 5 0,2 0-5 0,1 0 3 0,2-1 2 16,-1 1-6-16,1-1 3 0,-3 2-6 0,0-1 8 16,-1-1 2-16,0 1 2 15,1-1 2-15,2 0 1 0,2 0 2 0,-1-1 0 16,-1 1-4-16,-2 0 3 0,0 0-5 0,-1 0 4 0,0 0-9 0,3 1 1 16,1 0 3-16,1 0-2 0,-2 1-5 0,-1 0 2 15,-1 0-2-15,-2-1 5 0,1 2-4 0,3-2 4 16,0 1-3-16,3-2 3 15,-2 0-2-15,0 0-3 0,-2 1 2 0,-1 0-2 0,3 0 1 16,0-1 11-16,3-1-4 0,1 0 5 0,-2 0-10 0,-2 1 1 16,-1-1-1-16,0 0 2 0,0 0 2 0,3 1-1 15,1 1-3-15,1-1 1 0,-2 1-4 16,-1 0 3-16,-3-1 5 0,2 1-3 0,2 1 4 0,2-2 1 16,2 1 0-16,-2 0 0 0,-1 0-1 0,-2 0-1 15,0 1 0-15,3-1-1 16,1 0 0-16,1 1 1 0,0-1-1 0,-3 1 2 15,0-1-7-15,1 1 3 0,1 0 1 0,1-1 1 0,1 1 0 0,-2 0-1 16,-3 1-2-16,-1 0 1 0,-2 0-7 0,2 0 7 16,0 0 3-16,0 1 3 0,0 0 5 15,-3 0-2-15,-1-1-1 0,-2 0-1 0,-1 1-3 0,3-1 1 16,1-1-1-16,1 1 2 16,1-1 0-16,-3-1 1 0,1 1-3 0,-3-1 2 0,-1 0-7 0,1 0 3 15,1 0 1-15,1-1 1 16,0 2 0-16,-2 0-2 0,-1 0-1 0,-2-1 0 15,-3 1-2-15,0 1-1 0,-1-1 4 0,-2 2-3 0,-1-1 9 0,1 0-10 16,-2 1 4-16,2-1-5 16,-1-1 6-16,0 2 0 0,-1-2-4 0,0 2 1 0,-1 0-7 15,-1 0 6-15,1-1-1 0,-2-1 4 0,-1 1 1 0,0 1-1 16,0 0 1-16,-2 0-1 16,0-1-1-16,1 1 0 0,-1 0-1 0,-6 0 2 15,0 0-1-15,1 0-1 0,-1 0 2 0,19 0-2 16,-19 0-3-16,0 0 1 0,1 0-3 0,-1 0 4 15,16 3 1-15,-16-3-4 0,0 0 2 0,1 0-3 16,-1 0 0-16,0 0 3 0,19 3-1 0,-19-3 2 16,0 0-8-16,1 0-7 0,-1 0-13 0,17 5 1 15,-17-5-61-15,0 0-72 0,0 0-15 0,0 0-29 16,0 0-145-16,1 1-292 0</inkml:trace>
  <inkml:trace contextRef="#ctx0" brushRef="#br0" timeOffset="42397.92">5606 7286 607 0,'0'0'221'0,"0"0"103"0,0 0 5 0,0 0-220 16,0 0-71-16,-1 0-25 0,1 0-4 0,0 0 7 16,-1 0-4-16,0 0-5 0,1 0-3 0,-1 0 1 15,1-1-4-15,-1 1 6 0,1-1 4 0,-4-15 2 0,4 16 29 16,0 0 40-16,0-1-2 0,0 1 17 16,0-1 18-16,0 1-4 0,0-1 1 0,0 1-7 15,0 0-32-15,0-1-9 0,0 1-7 0,0-1 2 16,0 1-15-16,0-1-21 0,0 1 7 0,0 0-12 0,0 0-2 15,0 0-2-15,0 1 0 0,0-1 0 0,-1 21-6 16,1-20 2-16,0-1-4 0,5 23 3 0,-3-12 2 0,0 1-2 16,-1 1 0-16,1 1 0 0,-1-1 3 15,1 2 0-15,0 0 4 0,-1-1-2 0,0 1 3 0,1-1-3 16,-1 1-5-16,1-2 2 0,0-1-2 0,-1 0-3 16,1-1 5-16,-2 0-6 15,1-2 6-15,1 2-7 0,-2-3 4 0,0-1-4 16,0-7-1-16,0 0 5 0,2 18-4 0,-2-18 5 15,0 1-2-15,0-1-1 0,1 17-1 0,-1-17 0 16,0 0-6-16,0 0 4 0,0 0-3 0,0 0 6 0,0 0-1 16,0 0-2-16,0 0 0 0,0 0-1 0,0 0-6 15,0 0 1-15,0 0-2 0,0 0 3 0,0 0-3 16,-8-18-1-16,8 18 1 0,0 0-1 16,-6-20 6-16,4 13 0 0,0 1 0 15,0-1 0-15,0 1-4 0,-1-1 2 0,0-1 4 0,0 1 0 16,-1 1 5-16,3-2-4 0,-2 3-2 0,1-1 1 15,0 1 10-15,-1 0-5 0,3 5 3 0,0 0-4 16,0 0 1-16,0-1 1 0,-1 1-2 16,1-1 2-16,-12-15 0 0,12 16 4 0,0 0 0 0,0 0 1 15,0 0-7-15,0 0 2 0,0 0-1 0,-1 0 1 0,1 0-8 16,0 0 1-16,-1 0-1 16,1 0 0-16,-1 0 0 0,1 0-3 0,-1 0 1 15,1 0-3-15,-1 1 3 0,1-1-7 0,0 1 2 0,-1-1-2 16,1 0 4-16,-9 18 1 0,9-18 2 0,0 1-1 15,0-1 4-15,0 1-1 0,6 19-2 0,-6-20 0 16,0 0-1-16,0 1 2 0,7 17 2 0,-7-18 0 16,0 0 11-16,0 0-7 0,9 17 3 0,-9-17-4 0,0 1 4 15,1-1-4-15,8 18 5 16,-9-18-5-16,0 1 4 0,1-1 1 0,9 20-3 0,-10-20 2 16,0 1-4-16,0-1 5 0,8 16-1 0,-8-16 2 0,0 1 2 15,1-1-3-15,10 16 4 16,-11-16-3-16,0 0-2 0,0 1 6 0,0-1 1 0,1 1 3 15,-1-1 2-15,15 17-6 0,-15-17 3 0,0 0-2 16,0 0 7-16,0 0 2 0,0 0-9 0,1 0 7 16,0 0-8-16,14-1-14 0,-15 1 6 15,0 0-9-15,1-1 1 0,15-18-15 0,-9 10-2 16,-1-2-5-16,3-1-20 0,-1-1-116 0,2-2-8 16,1 0-52-16,0-2-182 0</inkml:trace>
  <inkml:trace contextRef="#ctx0" brushRef="#br0" timeOffset="43956.47">8772 6941 992 0,'-10'-5'231'0,"-1"1"99"0,0 1 2 0,2-1-232 0,1 1-63 0,1 2-12 15,1-3-5-15,-1 2 9 0,2 1 0 0,5 1 8 16,0 0 4-16,-1 0 2 0,1 0 19 0,0 0-22 0,-1 0 5 15,1 0-13-15,-1 0-18 0,1 0 8 16,0 0-6-16,-1 0 7 0,1 0 1 0,0 0 7 16,0 0 1-16,0 0 1 0,1 0-7 0,-1 0 1 15,19 11-3-15,-11-8 2 0,1 1-1 0,1 0-3 16,1-1 0-16,2 1-3 0,0 0-3 0,1-1 1 16,1 1 0-16,-1 0 1 0,2 1-4 15,-1-1-13-15,2 1 5 0,0 0-7 0,0 0 6 0,2 0 2 16,1 0-3-16,2 0 2 0,2 1-5 0,0-1 0 15,1 1 2-15,-2 0-1 16,0-1-1-16,1 1-1 0,0 0 2 0,2 1-2 0,3-2 6 16,1 0-1-16,1 0-4 0,-1 0 2 0,-1 0-7 0,-2 0 7 15,2 0 0-15,2 0 4 0,1 0-1 0,2-1 1 16,-2-1 1-16,-2 1-1 0,-1-1 6 16,1 1-5-16,2 0 3 0,0 1-3 0,1-1 7 0,0 0 5 15,-3 0 1-15,-1-1 1 0,1 0 3 0,1 0-7 16,1 0-3-16,2-2 0 0,-1 1-3 0,-3 0-5 15,0-1-1-15,2 0-2 0,0 0-4 0,3 0 5 16,-2-1 2-16,-1 1-1 0,-1 0-4 0,-2 0 0 16,0 0-1-16,2 1 2 15,-1 0 2-15,0 0-2 0,0 0 2 0,-3 0-2 0,0 1-3 0,0-1 8 16,1 0-5-16,2 0 6 0,0 0-6 16,1-1 8-16,0 1 0 0,-3-1 2 0,0 1-4 0,2-1 0 15,1-1 1-15,1 0-2 0,1 0-4 0,-2 0 8 16,-1-1-2-16,-3 1 5 15,1 0 1-15,1 0-5 0,0-1 2 0,1 0-2 0,0 1-2 16,-2-1 1-16,0 0-1 0,-2 0 1 16,2 0-1-16,2 0 6 0,1-1-6 0,2 1 5 0,-2-1-5 0,0 0 2 15,-3 0 0-15,3 0-1 0,-1 0-3 0,3-1 3 16,1 2 0-16,-2-1 0 0,-2 0-3 0,-1 0 0 16,0 0-3-16,2 0 1 15,1 1-2-15,-1 1 1 0,1-1 3 0,-4 0-3 0,1 1 0 16,-1 1 5-16,0 0-3 0,3 0 4 0,-1 0-3 15,0 0-2-15,-3 0-1 0,-2 1 1 0,-1-1 3 0,-1 1-2 16,0-1-1-16,2 0-2 0,-1 0 1 16,0 0 0-16,-2 0 3 0,-1-1-3 0,-1 2-1 15,-1-2 4-15,-2 1-3 0,-1-1 3 0,-1 0-5 0,-1 0 2 16,0 0 4-16,0 0-3 16,-2 0-2-16,1 0 5 0,-3-1-5 0,0 1 5 0,-2 0-7 0,-1 0-8 15,0 0-4-15,-7 0-6 0,0 0-46 0,0 0-56 16,1 0-9-16,0 0-23 0,0 0-102 0,-1 0-127 15,0 0-33-15</inkml:trace>
  <inkml:trace contextRef="#ctx0" brushRef="#br0" timeOffset="44733.18">10817 7180 1453 0,'0'0'241'0,"0"0"40"0,0 0 37 0,0 0-160 0,0 0-115 15,0 0-15-15,0 0-4 0,0 0-5 0,0 0-15 16,0 0-4-16,0 0 0 0,0 0 0 0,0 0 14 0,0 0 3 15,0 0 1-15,0 1 1 0,6 19 10 0,-6-20 4 16,0 1-1-16,8 21 1 0,-5-13-3 0,0 3 0 16,-1 0 2-16,1 2-2 15,1 1 5-15,-2 0 2 0,2 2 1 0,-2 2-2 16,0 1-7-16,0 1-8 0,-1 1-1 0,1 0-2 0,0-1-4 0,1-1-3 16,-1 0 0-16,-1-3-1 0,1-1-6 0,0 0 0 15,-1-1 1-15,1 1-1 0,0-2 3 0,-1-1 5 16,-1-2-2-16,0-1 4 15,0-2-7-15,-1-1 2 0,2 0-1 0,-1-7 1 0,0 0-3 0,0 1-4 16,0-1-2-16,0 1 0 16,0-1-5-16,0 0-7 0,-1 1 0 0,1-1-3 15,0 0-4-15,0 0 10 0,-17-2 0 0,17 2 3 16,0 0 4-16,-13-22-15 0,9 12 6 0,1 0-9 0,-1-2 10 0,1-1 4 16,0 1 2-16,1 0 1 15,-1 2 6-15,1 3 11 0,0-1-2 0,1 2 5 0,-2 1 2 16,3 5-3-16,0 0 1 0,0-1-3 0,0 1-5 0,0 0-3 15,0-1-4-15,0 1 0 16,0-1-21-16,0 1-10 0,0 0 1 0,0 0-2 0,0 0 20 0,0 1 10 16,-5 21 6-16,6-11-1 15,1 0 15-15,0 1-2 0,0 0 7 0,1 0-3 16,0 0 20-16,0-1-3 0,0-1-6 0,1-2 2 16,0 0-10-16,0-1 5 0,1-2 0 0,0-1 1 15,0 0 4-15,1-2-12 0,0 0 4 0,1-2-7 0,1 0 0 16,-1 0-14-16,1-2 0 0,2-1-5 0,-2 0-9 0,1-2-7 15,1 0 0-15,-2 0-2 16,2-1-3-16,-2 0-55 0,0 0-9 0,-1-1-24 16,-1-1-109-16,0-1-229 0,1-1-170 0</inkml:trace>
  <inkml:trace contextRef="#ctx0" brushRef="#br0" timeOffset="48929.85">1255 9061 1838 0,'0'0'198'0,"0"0"19"0,0 0-2 0,0 0-110 16,0 0-99-16,0 0-14 0,0 0-2 0,0 0 8 16,1 0 17-16,16-3-14 0,-8 1 8 0,3 0-9 15,-1 0 1-15,1-1 0 0,0 1-1 0,0 0 1 16,1-1 5-16,-6-1 8 15,5 1-3-15,0-1 6 0,0 2 4 0,0 0 8 0,-3 0 5 16,1 0 2-16,-1 1 24 0,-1-3 5 0,1 1-3 16,-1 1 2-16,-1-2-11 0,-1 2-7 0,2 0-4 0,-1 0-1 15,1-1-15-15,-1 2-8 0,1 0 8 16,0-2-9-16,-1 2 0 0,-1 0-10 0,1-1-2 16,0 0-1-16,-1 1-2 0,0 1 0 15,0 0 1-15,1 0 1 0,-2-1-3 0,-5 1 1 16,1 0 1-16,-1 0 0 0,19-2 0 0,-19 2 7 15,0 0-6-15,0 0 6 0,18-3-1 0,-18 3-3 16,0 0 3-16,0 0-2 0,0 0-3 0,19-1-3 0,-19 1 1 0,0 0-2 16,0 0 0-16,1 0 3 0,-1 0-2 0,17 0 4 15,-17 0 4-15,0 0-9 16,0 0 2-16,0 0-2 0,0 0 3 0,0 0-5 0,0 0 2 16,0 0-4-16,1 0-1 0,0 0-62 15,-1 0-12-15,0 0-26 0,1 0-121 0,-1 0-139 16,1 0-59-16</inkml:trace>
  <inkml:trace contextRef="#ctx0" brushRef="#br0" timeOffset="51724.45">2753 7968 2491 0,'-8'0'163'0,"3"0"-8"0,5 0 0 0,-1 0-95 0,1 0-55 16,0 0-8-16,-1 1-9 0,-7 15 6 15,8-16-13-15,0 0 15 0,1 18-3 0,1-9 6 16,2 1-1-16,-4 0 2 0,2 1 0 0,-2 1 1 16,1 1 4-16,-1 1 9 0,0 1 3 0,0 0 1 15,1 0 11-15,-2 0-4 0,0 0 7 0,-1-1-5 16,-1 2 10-16,0 0-5 0,-1 1 0 0,1 2-2 15,-1 1-10-15,0 0-6 0,0 0-1 0,1 0-1 0,-1-2-2 16,2 1-4 0,-2-2 2-16,1 1-2 0,-1 0 7 0,1 0-5 0,1 0-5 15,-1-2 2-15,0 1 0 0,1-1 5 0,0-1 0 16,1-1-1-16,-1-1-10 0,0-1 1 0,2-1 1 0,-2-1 0 16,2-1 8-16,0-1-7 0,0 0-2 0,0 0 0 15,0 0 0-15,0-3-2 0,2 2 0 0,-2-1-1 16,2 0 0-16,-2-6 3 0,0 0 2 0,0 1-2 15,0-1-45-15,8 17-48 0,-8-17-17 0,0 0-10 16,1 0-61-16,-1 0-26 0,1 0-5 0,18 2-14 16,-19-2-94-16,11-11-280 0</inkml:trace>
  <inkml:trace contextRef="#ctx0" brushRef="#br0" timeOffset="51953.71">2921 8457 1216 0,'0'0'230'0,"0"0"772"0,0 0-882 0,0 0-59 0,0 0 3 0,0 0-17 15,0 0 38-15,0 0-19 0,0 1 7 0,0-1-13 16,6 17-4-16,-6-17 1 0,0 0-4 0,-1 19 1 16,1-19-18-16,-3 15-10 0,-1-6 0 0,-1 2-5 15,-2 1-19-15,-1 2-2 0,-2 1-11 16,-2-1-2-16,-1 1-104 0,-2 0-172 0,-2 2-44 15,0 0 72-15,-1 0 1183 0</inkml:trace>
  <inkml:trace contextRef="#ctx0" brushRef="#br0" timeOffset="54181.25">8534 6279 778 0,'-8'-6'245'16,"1"1"122"-16,1 0 2 0,-1 1-255 0,2 1-69 0,5 3-30 16,0 0-2-16,0 0 3 0,-2 0-9 0,-19-14 6 15,21 14-3-15,0 0 5 0,-1 0 3 0,-19-2 17 16,20 2-4-16,-1 0 9 0,1 0 6 0,-20 5-9 16,20-5 4-16,0 0-8 0,-1 0-7 0,-18 15-4 15,19-15 3-15,0 0-3 0,-15 18-1 16,10-11 1-16,0 1-3 0,0 1 3 0,0 0 2 0,0 2-5 15,1 0 0-15,0 1-4 0,0 0-7 0,0 0-1 16,0 1 1-16,2 1-2 0,-1 0 1 16,-1 1 0-16,1 1 2 0,1 1 0 0,0 2 6 0,-1 1-5 15,2-1 2-15,0 1-1 0,1-1 6 0,2-1-5 16,1 0-5-16,1-1 2 0,1-2 1 0,1-2-7 16,1 0 7-16,2 0-7 0,-1 0 1 0,2-2 0 15,0-1 2-15,0-1 0 0,2-2-4 0,-2-2 6 16,2 0-5-16,-1-2 8 0,-1-3 1 0,2 0 11 15,-2-2-4-15,1-2 6 0,1 0 6 16,1-3 5-16,0-1 2 0,2-4-1 0,0 1-14 16,-1-3 1-16,0 1-1 0,1-1 1 0,0-1-1 15,0 0-1-15,-2-2-1 0,1 0 1 0,-1-1 3 16,-2-2 1-16,0 0 7 0,-2 1-2 16,-1-1 9-16,0 1 2 0,-2 0-1 0,-2 1 2 0,-1 1-2 15,-1 0-9-15,-1-1 1 0,-1-1-4 0,0 1-7 0,-3-1-11 16,0 2 1-16,-1-1-4 0,0 1 3 15,0 2-5-15,-1 0 1 0,0 2-2 0,-1 2-5 0,-1 1 0 16,-1 1-3-16,-1 2 1 0,-1 1 0 0,0 0-2 16,-2 1-1-16,-1 2-1 0,0 1-10 15,-2 2 3-15,1 0 3 0,-1 1-1 0,0 2 5 16,0 1-6-16,2 0-1 0,-1 1-2 0,2 1-4 16,3 1 5-16,-1 0-5 0,3 3 1 0,-1 0-33 15,2 1-136-15,0 3 4 0,2 1-57 0,2 2-58 0,0 0-169 16</inkml:trace>
  <inkml:trace contextRef="#ctx0" brushRef="#br0" timeOffset="55769.68">8493 6741 1729 0,'0'0'211'0,"0"0"-69"0,0-1 99 0,-1 1-210 0,1-1-8 15,-1 1-22-15,-7-16-24 0,8 16-4 0,0 0-7 16,0 0-8-16,0 0 30 0,0 0 4 0,0 1 7 15,-2 18 2-15,2-19 20 0,0 1-7 0,0 19 12 16,0-19-1-16,-1 15 6 0,0-7 1 16,0 1 2-16,1 0 0 0,-1 0 4 0,1 0-3 0,0 1 1 15,0 0-19-15,-1-1-6 0,1 2-1 16,0-1 0-16,0 0-8 0,0-1 5 0,0 0-3 16,0-2 3-16,0 1-2 0,0-1 2 0,0-2 1 15,0-6-1-15,0 1-7 0,0-1 0 0,0 1 2 16,0-1 0-16,0 1 7 0,0-1-6 0,0 0-4 0,0 1 0 15,0-1-18-15,0 0 1 0,0 0 1 0,0 0 1 16,0 0 2-16,0-1 7 0,-3-17-2 0,3 18 4 16,0 0 4-16,0-1-1 0,0 1 3 0,1-19-1 15,-1 19 0-15,0 0-19 0,0 0-12 16,0 0-6-16,0-1-74 0,0 1-109 0,0 0-39 16</inkml:trace>
  <inkml:trace contextRef="#ctx0" brushRef="#br0" timeOffset="57165.84">3442 8088 1210 0,'-4'0'263'0,"-2"0"-79"0,1 0 125 15,5 0-225-15,0 0-17 0,-1 0-28 0,1 0-12 16,-1 0-3-16,1 0-1 0,-1 1-17 0,-22 16-3 16,22-9 1-16,-2 1-1 0,1 0 6 0,-1 1-4 15,1 1 4-15,0 2-2 0,-1-1 10 16,0 1 16-16,1 1 1 0,-1 1 6 0,1 1 12 0,1 1 1 16,-1 0-1-16,2 1 1 0,0 1-3 0,0-1-4 15,1 2-4-15,1-2-1 0,0 1-10 0,1 0-11 16,-1-1 2-16,1 1-7 0,0-1-8 15,2-2-7-15,0-1 3 0,0 0-3 0,1-2 1 0,-1-1-1 16,1-2 0-16,1-1-1 0,0-1 0 0,-1-1-1 16,1-2 1-16,-1-2-1 0,2 0 2 0,1-2 0 15,-1-1 1-15,1-2 0 0,-1 0 5 0,1-2 7 16,-2-1-1-16,1-1 3 0,1-2 3 0,0 0 8 16,-1-1-4-16,0-1 5 15,0 1-2-15,0-2-6 0,1-1-1 0,-1 1-5 16,0-1-12-16,-1-1 6 0,0 0-1 0,0-2 4 0,1 0-6 0,-2-1 3 15,1 0 1-15,-2-1-1 0,1 0-1 16,-2 0 3-16,0-1-3 0,-1 1 3 0,-1-1 1 0,0-1-2 16,0 1 2-16,-2 0-1 0,0 0 6 0,0 2-5 15,-1-1 9-15,-1 1-7 16,0 2 16-16,0 0-1 0,-1 0-4 0,-1 1 1 0,-1-1-5 16,0 2-3-16,1 1 2 0,-1 2-3 0,0 0 3 0,-2 2 2 15,-1 0-3-15,0 1 2 16,-1 1-10-16,-2 0-3 0,0 1 5 0,-1 2-4 15,0 0-1-15,-1 1-3 0,-1 1-3 0,0 1 0 16,0 1-11-16,-1 1 4 0,0 1 1 0,1 0 2 0,-1 2 4 0,2-2 0 16,1 3-4-16,0-1 0 15,0 0-4-15,2 0-3 0,0 1 3 0,2-1-3 16,-1 2-2-16,1 0-49 0,1 0-16 0,1 1-22 0,1 1-147 0,1 1-164 16,2-1-78-16</inkml:trace>
  <inkml:trace contextRef="#ctx0" brushRef="#br0" timeOffset="57980.36">4040 8525 2383 0,'-6'5'180'0,"-1"0"-70"0,3 3 88 0,-1 0-203 0,2 1 5 16,0 0-6-16,1 1 13 0,0-2-1 0,0 2 2 15,1-2-8-15,-6-4-57 0,7 3-6 0,0-7-29 16,0 0-98-16,0 1-108 0,-10 17-22 0</inkml:trace>
  <inkml:trace contextRef="#ctx0" brushRef="#br0" timeOffset="58880.56">4272 8041 2409 0,'0'0'257'0,"0"0"-165"0,-1 0-8 0,0 0-54 15,1 0-51-15,-1 0 20 0,1 0-7 0,0 0 10 16,0 0-12-16,1 0 9 0,16 5-3 0,-7-4 4 15,-2 1-1-15,2 0 0 0,1 1 2 0,0-1-1 16,1 1 0-16,-1 1 3 0,1 0 1 0,-1 0 2 16,-1 0 8-16,-1 0 0 0,-2 1 4 0,0 0-2 15,-2 0 12-15,-1 0 0 0,0 0 3 0,-4-5-2 16,0 0-1-16,0 1 1 0,6 19-6 0,-6-20 4 16,0 1-14-16,-4 20 0 0,0-14-3 0,-1 2 2 15,-1-1-11-15,-1 2 5 0,-2-1 0 0,-2 1 1 16,-1 1-6-16,-1 1 3 0,-1 0-3 0,0 1 3 15,0-2-1-15,1 1 0 0,1-1-2 0,1 0 2 16,0-1 4-16,1 0-7 0,1-1 4 0,0-2-5 16,2 0 1-16,1 0 2 15,1-2 0-15,5-5 2 0,0 1-2 0,0-1-1 0,0 0-1 16,0 1-1-16,-4 18-10 0,4-19 5 0,0 0 2 16,1 1 1-16,17 8 0 0,-17-9 2 0,15 3-2 15,-6-2 3-15,0 1 0 0,1-2-2 0,-1 0 2 16,2 0-1-16,-1-1 1 0,1 0 2 15,2 0-5-15,2-1 3 0,-2 1-2 0,1 0 2 0,-2 0 2 16,-1-1-1-16,1 1-2 0,-3-1-1 0,2 0 0 0,-1 1-3 16,-1-1-41-16,0 0-73 0,-1 0-8 0,-1 0-22 15,0-2-29-15,-2-1-32 0,2-1-22 0,-3-2-15 16,2-1-192-16</inkml:trace>
  <inkml:trace contextRef="#ctx0" brushRef="#br0" timeOffset="59359.53">4600 7923 2448 0,'0'0'293'0,"0"0"-171"16,0 0-9-16,-1 0-60 0,1 0-74 0,-1 0 16 0,1 0-4 15,0 1 7-15,-2 19-16 0,10-15 6 0,1 1-4 16,2-1 5-16,0-1-6 0,2 0 9 0,0-1 0 15,2 0 4-15,0 1 5 0,2-2-2 0,-1 0-1 16,0 0-2-16,-1-1 4 0,0 0 3 0,1 0 2 0,-1-1 1 16,0 1 20-16,-1 0-6 15,-2-1 4-15,-2 1-5 0,0 1-5 0,0 0-1 16,-2 0 0-16,-1 1 1 0,-1 1 4 0,-1-1-1 16,-1 1 3-16,-4-4-2 0,0 1 3 0,0-1 0 15,7 21-1-15,-7-20 0 0,-1 14-4 0,0-5-10 0,-1 2 5 16,-1 1-5-16,0 0 6 0,-1 1-4 0,0 0-2 0,-1 1 0 15,0 0-3-15,1 1-1 16,-1 0 3-16,0 1-1 0,1 0-1 0,1 1 1 16,0 0-1-16,1 0 3 0,-1-2 6 0,1 1-6 15,0 0 5-15,1-2-5 0,-1 0 4 0,2-1 1 0,-1 0-3 16,-1-2 3-16,1 1 1 0,0 1-1 0,1-1 4 0,-1 1-3 16,0-3 8-16,0-1-17 15,1 0 6-15,0-1-8 0,0-1 6 0,0 0-4 16,0-1 0-16,-1 0-1 0,1-1-2 0,0-6 2 15,0 0-1-15,0 1-1 0,0 18-33 0,0-19-64 0,0 0-14 0,0 1-22 16,0-1-94-16,0 1-103 16,0-1-32-16,0 1 105 0,0-1 1409 0</inkml:trace>
  <inkml:trace contextRef="#ctx0" brushRef="#br0" timeOffset="59563.64">5073 8498 3221 0,'0'0'239'0,"0"0"-155"16,-1 1-15-16,-12 17-44 0,13-18-44 0,0 1 12 15,-8 17-42-15,8-18 12 0,0 1-208 0,-8 20-85 16,8-21-25-16,0 1-35 0,-10 17-250 0</inkml:trace>
  <inkml:trace contextRef="#ctx0" brushRef="#br0" timeOffset="60890.12">9126 6264 2118 0,'0'-7'107'0,"-2"1"131"16,2 6-214-16,0-1-22 0,0 1-2 0,0-1-3 16,-3-16 9-16,3 17-11 15,0 0-3-15,0 0-2 0,0 0-3 0,0 0 7 16,0 0-1-16,0 0 3 0,0 0 6 0,-1 0 11 15,1 0 4-15,-1 1 2 0,-16 17 4 0,17-18 7 16,-1 0 0-16,1 1 3 0,-17 20-1 0,13-14-8 16,0 2 0-16,1 0-3 0,-1 2 3 0,0 1-6 0,1 2-2 0,-1 1-2 15,1 1-8-15,-1 2-3 0,2 0 1 16,-1 4-2-16,0 1-4 0,0 4 2 16,0 3 0-16,0-1 0 0,1 1-2 0,-1-1 2 15,1-3-1-15,0 0 2 0,1-3 1 0,1-1-2 16,2-2-3-16,1-4-1 0,1-1-6 0,0-3 30 15,0-1-4-15,2-2 15 0,0-2 10 0,0-3-6 16,1 0 7-16,0-3-8 0,1-1-11 0,2 0-7 0,0-3-3 16,3-1 1-16,-1-2 0 15,2-2 5-15,-1-2-3 0,1-2 3 0,0-2-6 0,1-2 3 16,1-2 2-16,1-2-1 0,-1-1 0 0,0 0 1 16,0-1-2-16,0-3 2 0,-1 0 1 0,0-4 0 15,0 1-1-15,-4 1 0 0,-1 1-6 0,-4 4 35 0,-1 0-4 16,-2 2 15-16,0 2-1 0,-1 1-24 0,-2-1 8 15,-2 2-14-15,-1 2-10 16,-1 0-14-16,-2 2-3 0,-1-1-1 0,-1 2-8 0,-3 1-6 16,0 1-3-16,-1 2 0 0,0 0-15 0,0 3-44 0,0 3-4 15,0 1-15-15,0 1-36 0,-1 2-60 0,-2 3 8 16,0 2-29-16,-2 4-35 0,1 1-97 16,-1 1-73-16</inkml:trace>
  <inkml:trace contextRef="#ctx0" brushRef="#br0" timeOffset="61729.39">9002 6798 3004 0,'0'0'54'0,"0"0"-57"15,-18-1 0-15,18 1-20 0,-15 3 0 0,4 0 6 16,-3 1-1-16,-2 2 3 0,-3 1-3 0,-2 1 9 16,1-1-1-16,-2 0 5 0,-2 1 7 0,1 0 1 15,-1 1 1-15,-3 2-1 0,2-1-3 0,-1 3 0 16,-1 0-1-16,0 1 1 0,-1-1 3 16,-3 2 4-16,0 0-2 0,-1 2 1 0,-2 1-3 0,-1 0-1 15,-1 1 7-15,-1 1-6 0,-2 1-2 0,-2 3 2 16,-1 1-3-16,2 2 3 0,-1-1 3 0,0 0-3 0,0-1-4 15,-1 0 1-15,2-1-6 0,-1 1 4 16,0 0 2-16,0 0 0 0,0 2 5 16,-2-2-2-16,1-1 1 0,0-2-3 0,-1 0 1 0,-1-1-2 15,-1 1 2-15,0 1-2 0,2-1 4 16,0 1-1-16,-2-2-1 0,1 0 0 0,-2-1 0 16,-1-1-2-16,1 0 0 0,-2-2-2 0,1 1 2 0,1 0 6 15,-1 0-4-15,1 1 5 16,-1-1-7-16,2 0 0 0,2 0 1 0,-2-1 0 0,2-1 1 15,0 0 2-15,2-1-2 0,1 1 1 0,0-2-3 0,-2 1 4 16,3 0 0-16,0 0 1 0,0 2 6 0,3-2-8 16,-2 1 2-16,2 0-1 0,1-1 27 0,1 0-2 15,2-1 8-15,2-1-8 0,0-1 2 0,2 1-5 16,-1-1-1-16,3-1-2 0,-1 1-14 0,2-2 2 16,0 2-1-16,1-1 1 0,-1 0-7 0,1 1 12 15,1-1-2-15,-1 1 6 0,3 0 4 0,0 0-6 16,1-1 2-16,1 0-3 0,1-1-6 0,1 0-5 15,-1-1-3-15,3 0 0 0,0-1 0 0,1-1-5 16,1 0 1-16,2-1-4 16,-1 0 5-16,2-2-6 0,-1 0-1 0,2-1-3 0,2-1-5 0,0 0-37 15,7-2 2-15,0 0-17 0,-1 0-18 0,-18-2-5 16,19 2-4-16,0-1 0 0,-1 1-25 16,-9-22-21-16,9 11-5 0,2-3-8 0,0 0-36 0,1 0 13 15,1-1-1-15,-2 1 9 0,2 1 38 0,-1 0 23 16,-1 0 15-16,-1 2 5 0,0 1 73 0,-2 1 72 15,2 9 14-15,0 0 24 0,0-1 70 0,0 1-25 16,0 0-13-16,-1-1-6 16,1 1-66-16,0-1-9 0,-17-9-4 0,17 10 0 0,-1 1-1 15,-9 16 2-15,4-7-1 0,0 1 0 0,-1 2-7 0,-1 1 10 0,-1 1 12 16,-1 1 0-16,0 1 38 16,-1 0 11-16,1 1 0 0,0-3 3 0,0 0-4 0,3-2-27 15,-1-2-6-15,4-1-9 0,2-3-32 16,2 0-16-16,2 0-2 0,2-1-6 0,2-1-18 0,5-2-11 15,2 0 2-15,5-1-4 0,3-2 1 0,2 0-57 16,2-3-27-16,6-2-21 0,2 0-194 0,6-4-364 16</inkml:trace>
  <inkml:trace contextRef="#ctx0" brushRef="#br0" timeOffset="65346.08">2730 4063 2283 0,'-1'-7'191'0,"0"-1"-90"0,2 3 92 16,2 0-302-16,3 0 28 0,5-1-10 0,2 0 61 16,3 0 3-16,-2 1 8 0,3 0 18 0,-7-6 4 15,3 8 7-15,1 0-2 0,-2 0 6 0,1 0 6 16,-2 1 2-16,3-1 5 0,-2 1 17 0,-1 0-2 15,1 1-1-15,1 0-1 0,-1 0-10 0,0 0 4 16,2-1-3-16,1 1 3 0,2 1-3 16,2-1-2-16,1 1-4 0,0 0 1 0,2-1-15 0,1 1-2 15,-1-1 0-15,2 2-2 0,0 0-5 0,0 1-2 16,2 0 5-16,0 0-3 0,2 1 7 0,0 0-5 16,0 1-3-16,-1 0 0 0,0 0-7 0,1 0 9 15,-1 0-2-15,3 0 5 0,0-1-4 0,-1-1-2 16,0 0 3-16,0-2-2 0,0 0 0 0,3 0-1 15,0 0 0-15,2 0 1 0,0-2 3 0,-2 0 1 16,-1 0-2-16,0-1 1 0,0 1-2 0,2 0 0 16,0-1 0-16,-1 0 0 0,-2 0 1 0,0 1-1 15,-2 0 0-15,2-1 1 0,-1 0 2 0,1 0-3 16,-1-1 3-16,-1 0-3 16,-3-1 1-16,-1 0 5 0,-1 0 0 0,-2 0 2 0,-1-1 0 15,0 0 12-15,-1-1 1 0,-3 0 4 0,0 0-2 16,-2 0-2-16,-3 0-1 0,-1-1 0 0,0 0-7 15,-2-1 2-15,-1 1-4 0,-1-1 7 0,-2-1 2 16,0 0 4-16,-2 1-4 0,-1-1 3 0,-2 1-17 16,0-2 4-16,-2 0-5 0,-1-1 3 0,-1 0-10 15,-1 0 0-15,-2-1 3 0,-1 0-3 16,-1-1-3-16,0 0-6 0,-2 0-4 0,-2 0 1 16,-2 0-7-16,0 0 6 0,-1 0-2 0,0 2 5 0,0 0 4 0,-1 1 3 15,0 1-2-15,-1-1 2 0,-1 2-1 0,-2 0-4 16,0 0 4-16,-3 1-6 0,-1 1-5 0,-2-1 11 15,1 2-9-15,0 0 11 0,-2 1-1 0,0 0-2 16,-2 1 2-16,-3 1-4 16,0 0-2-16,1 0 5 0,-1 1-2 0,4 0 2 0,-3 1-4 15,1 0 4-15,-1 1 3 0,1-1-1 0,0 1 6 0,2 0-1 16,0 1 4-16,1 0-3 0,-1 2 6 0,0 0-7 16,-2 2-2-16,1 1-1 0,-1 0 2 0,0 3 4 15,1 0-3-15,-4 2 1 0,0 1-12 0,2 0 6 16,-1 0-1-16,2 2 4 0,2 0 2 0,-1 1-2 15,0 1 1-15,3 1-2 0,0-1 5 0,2 1-4 16,2-1 1-16,1 0-2 16,0 0 1-16,2-1 2 0,2 1 0 0,-1-2 0 0,2 0 9 15,1 0-8-15,2-1 6 0,1 0-7 0,4 1 1 0,1 1-2 16,2-1 4-16,2 1-2 0,-1-2 1 0,2 1 5 16,2 0-6-16,-1-1 6 0,3 1-1 0,-1 0 2 15,3-1 0-15,3 0 0 0,0-1 2 0,3 0-7 16,0 1 3-16,3-1-5 0,1 1 2 0,0-1-5 15,3-1 4-15,1 1-4 0,0 0-1 0,0-1-78 16,2-1-13-16,-1-1-36 0,0 0-179 0</inkml:trace>
  <inkml:trace contextRef="#ctx0" brushRef="#br0" timeOffset="70166.55">3943 5616 673 0,'0'0'124'0,"0"0"54"16,0 0 19-16,0 0-9 0,0-1-63 0,-1 1-56 15,1-1 2-15,0 1-16 0,0-1-31 0,-1 1 7 16,1 0-10-16,-10-17 9 0,10 17-19 0,0 0 5 0,0 0-3 16,0 0 2-16,0 0-3 0,0 0 14 15,1 0-1-15,0-1 5 0,-1 1 1 0,0 0-4 16,17-7 4-16,-17 7-4 0,0 0 8 0,0 0-11 16,1 0 5-16,15-2-6 0,-16 2 7 0,1 0-8 15,-1 0-1-15,20-3-3 0,-20 3 3 0,0 0-6 16,19-4 1-16,-19 4-4 0,0 0-7 0,20-2 14 15,-20 2 0-15,0 0 3 0,23 3-14 0,-23-3-2 0,1 0-7 16,21 0 3-16,-13 1-3 16,1 1 1-16,0-1 5 0,2 1-2 0,-1-2 3 0,3 0-2 15,-1 0-4-15,0-2 1 0,0 2 5 16,1-3-6-16,-2-1 2 0,1 2-3 0,-1-4 1 16,1 2 7-16,-1-1 2 0,-2-1 3 0,0 1 8 15,-2-1-2-15,2 1 6 0,-2-1-3 0,1 2 10 0,0-2 2 16,0 1-10-16,1 1 6 0,-1-3-17 0,1 1-6 15,0-1 7-15,0 1-6 0,1-1 3 0,-1 0-3 16,0 0-6-16,0 0 4 0,-1 0-5 0,1 0 4 16,-2 0-2-16,2 0 1 0,-3 0-4 0,0 0 6 15,-1 1 3-15,-1-1 1 0,0 0-3 0,-1 0 3 16,0 0 0-16,0 0 2 0,0 0-5 0,-2 1 0 16,1-1-1-16,-2 1 1 0,2-1 1 0,-3-1 4 15,1 1-2-15,-1 0 2 0,-1 0-7 0,1 1 7 16,0 0 1-16,-2-1 2 0,1 0-2 0,-1 0-2 15,-1-1-3-15,-1 1 2 0,1 0-3 0,0-1 3 16,-2 0-5-16,0 0 4 0,0 1-2 16,-1-1 3-16,-1 1 1 0,-1 0-1 0,-1 0 7 0,0 1-5 15,-2 1 4-15,1 0-7 0,0 0-4 0,-2 0 3 16,0 2-2-16,1-1 3 0,-1 0-6 0,2 2 4 16,-1 1-6-16,1 0 4 0,0 0-9 0,2 1 5 15,0 0 0-15,1 0 2 0,0 1-5 0,-1 1 3 16,0-1 2-16,-1 2 0 0,0 1 0 0,-1-1-1 15,0 1-1-15,0 0 0 0,0 1-1 0,0 0-5 16,-1 1 4-16,1 0-2 0,-1 0 8 0,1 1-9 0,-1 0 4 31,0 1-5-31,3 0 2 0,-1 0 4 0,1 1-2 0,1-1 2 16,1 0 0-16,1 1-1 0,0-1-7 0,0 0 6 0,0 1 0 0,1-1-5 16,1 1 7-16,-1-2-7 0,0 1 8 15,2 0-1-15,-1 2-4 0,-1 2 1 0,2-1 1 16,-2 1 2-16,2-1 1 0,0 0-1 0,0 0-3 0,1 0 1 0,1 0-3 15,0-1 4-15,0-1-3 0,1 0 1 16,1-1 4-16,1-1-1 0,1-1 9 0,-1-1-2 16,4 0-5-16,-2-1 2 0,0 0-4 0,2-1-1 15,-1 0 1-15,2 1-1 0,1-2-6 0,0 1 10 16,0 0-6-16,1-2 6 0,0 3-6 0,-1 0-7 16,1 0-43-16,0 0 7 0,0 1-189 0,1 0-185 15,1 1 827-15</inkml:trace>
  <inkml:trace contextRef="#ctx0" brushRef="#br0" timeOffset="76413.11">606 7412 1529 0,'-12'-1'112'0,"1"0"56"0,2 0 13 16,1 1-70-16,8 0-15 0,0 0-58 0,0 0-4 0,0 0-6 16,-1 0-19-16,-17-8-7 0,18 8 2 0,0 0-4 15,0 0-8-15,0 0-4 16,0 0 0-16,0 0 1 0,0 0 11 0,0 0 11 15,0 1 0-15,10 16 5 0,-10-17-7 0,0 0-2 16,5 17-3-16,-1-9 2 0,-1 0 4 0,0-1 1 16,1 1 4-16,0-2-1 0,2 0 15 0,-2-2 2 0,2 1 0 15,1-1-1-15,1-1-6 0,2-1 3 0,1 1-1 0,1-2 1 16,1 1-2-16,-1-1-12 16,1-1 1-16,1 1-5 0,1-1 1 0,-1 1-9 0,1 0 6 15,0-1-7-15,0 1 9 0,0 0-9 0,-1 1 2 16,2 0-3-16,1 0 6 0,1 0 1 0,0 0-5 15,-1 0 6-15,0 0 10 0,1 0 5 0,-1 0 3 0,-1 0 0 16,1-1-1-16,-1-1-10 0,-1 0 5 16,2-1-6-16,0 0 3 0,0-1-5 0,1 0 1 15,1 1-3-15,0-2 0 0,-1 1-5 16,0 0-1-16,-1-1-1 0,-1 2 0 0,0 0 5 16,-2 0-2-16,1 2 3 0,-3-1-6 0,2 0 4 15,-1 1-2-15,1 0 3 0,0 0 2 0,1 0-5 0,-2-1 3 16,0 2-4-16,-1-1 10 0,0 1-3 15,-2 0 1-15,0 0-2 0,0 0 2 0,0-1-4 0,-2 2 2 16,1-1-3-16,-2 0-2 0,-1 0 5 16,-1 0-6-16,-5-2 4 0,1 0-10 0,0 0 7 15,16 6-1-15,-17-6 5 0,0 0-3 0,0 0-3 16,1 1 1-16,17 9-3 0,-18-10 4 0,0 0-4 16,16 6-43-16,-7-3 3 0,2 1-238 0,1-2-243 0</inkml:trace>
  <inkml:trace contextRef="#ctx0" brushRef="#br0" timeOffset="84088.03">4049 5614 1832 0,'-8'-6'102'0,"1"0"-2"0,1 1 10 16,6 5-28-16,0 0-35 0,0-1-26 0,-1 1-6 0,1 0 1 16,-7-17-10-16,7 16-2 0,0 1-1 15,0-1-1-15,0 1-5 0,0-1-2 0,0 1-1 0,0-1 1 16,0 1 5-16,0 0 23 15,0-1 1-15,0 1 10 0,0-1 12 0,0 1-9 0,0-1 0 16,0 1-4-16,0 0-5 0,0 0-3 0,1 0 0 16,18-1-2-16,-19 1-6 0,1 0-2 0,16 0-5 15,-17 0 3-15,2 0-11 0,20-8 0 16,-12 5 3-16,-1-1-2 0,2-1 4 0,0-1-6 16,1-2 5-16,1 0-5 0,0 0 5 0,0 0-2 15,0 0-3-15,-2 0 1 0,1-1-3 0,-2-1 5 16,0 1 0-16,2 0 4 0,-2 0 11 0,0-1 5 15,0 1-1-15,0-1 1 0,0 1-12 0,0-1 4 16,2 1-6-16,-1-1 5 0,3 0-11 0,-1-2 0 0,1 1 0 0,1-1-1 16,-2 0-3-16,1 1 5 0,-2-1 0 15,-1 0 1-15,0-1 0 0,-1 1 2 0,-1-1 2 16,-3-1 0-16,1 1 6 0,-2 0 4 16,-2 0-1-16,-1-1 3 0,0 1 0 0,-2-1 4 15,-1 2 1-15,0 1 1 0,-2 0-2 0,-2 0 5 16,1 2-3-16,-2-1 4 0,-1 0-20 0,-3 2 13 0,0 0-8 15,0 0 10-15,-2 1-9 0,-2 1-10 16,-2 1 0-16,-1 2-3 0,-2 0-2 0,0 2-6 16,-1 0 0-16,1 1-4 0,1 3 5 0,-1 1-3 0,0 1-1 15,1 2 0-15,1-1-1 0,0 2-2 0,2 1 4 0,2 1-5 16,0 1-6-16,2 0 7 16,1 0-5-16,2 2 6 0,2 2-7 0,2 1 0 15,-1 2 3-15,2 2-2 0,1 0-2 0,2 2 7 0,2 0-3 16,1 0 6-16,2 0-1 0,1 2-4 15,3 1 0-15,5 1-1 0,1 2-4 0,4-1-123 0,1-1-28 16,4-1-53-16,2-3-296 0</inkml:trace>
  <inkml:trace contextRef="#ctx0" brushRef="#br0" timeOffset="160794.24">2721 4032 1404 0,'-8'-2'41'0,"2"0"-16"0,6 2 0 0,-1 0 23 0,0 0-24 16,1 0-30-16,-1 0 3 0,1 0-5 0,0 0 16 15,-1 0 2-15,1 0 1 0,0 0-1 0,0 1 2 16,0-1 0-16,5 18 3 0,-5-18 0 0,8 13 9 16,-4-7 6-16,0 1 2 0,2 0 1 0,-1 1 3 15,1-2 10-15,-1 1-6 0,3-1 9 16,0-1 4-16,1 0-3 0,2 0-2 0,1-1-2 16,1-1-8-16,4 1-15 0,0-1 4 0,0 0-9 15,1 0-5-15,1 0-8 0,0 0 3 0,0 1-5 16,0 0 3-16,-1 0-4 0,3 1-3 0,1 0 0 0,3 0 1 15,1 0 1-15,0 0 3 0,0 0-2 0,-1 0-2 16,1 0 0-16,-2 0 1 0,3 0 0 0,1-1 1 0,2-1-2 16,1-1-1-16,0-1-1 15,0 1 2-15,-2-1 2 0,1 1-1 0,3-1 1 0,1-2 4 0,2 0-6 16,0-1 5-16,-4 1-5 0,1-1 3 0,1 1 3 16,1-1-6-16,1 0 5 0,0-2 5 15,-2 1-5-15,-1-1 5 0,0 1-6 0,1-1 1 0,0-1 4 16,3 0-2-16,-3 0 2 15,-1-2-4-15,1 0-2 0,0 0 2 0,1-2-2 0,2 0 4 0,-1 0-7 16,-3 0 4-16,-2-1-4 16,-1 1 13-16,2-2-6 0,-2 1 2 0,-1-1-3 0,-1-2 9 15,-3 3 5-15,-3-3-7 0,-1 2 5 0,-4 1-8 0,1-1 5 16,0 1 2-16,-2 0 1 0,1-2 8 16,-4 1 5-16,-2 0 2 0,-2-1 0 0,-2-1-3 0,-2 0-8 15,-2 0 0-15,-1 0-1 16,-2-1 5-16,-1-1-4 0,-3 0-1 0,-1 0 0 15,-2-1 1-15,-5 1-15 0,-1-1 7 0,-2 0-10 16,-2 2-3-16,-1-3 0 0,-1 1-4 0,0 0 3 0,-2-1-6 16,-1 1 8-16,-2 0 2 0,-2-1 1 15,-3 1 4-15,-1 1-7 0,0 2 1 0,1 1-1 0,1 1 8 16,0 0-10-16,-3 0 5 0,-2 0-7 0,-2 0 2 0,0 2 0 16,0 1 0-16,0 1 2 15,0 1-2-15,-5 1 1 0,0 0 2 0,0 3 1 0,-1-1-3 16,3 3 6-16,-2 0-6 0,-3 1 6 15,-1 2-11-15,2 0 4 0,0 2-1 0,-2 0 2 16,-1 1-1-16,1 1 3 0,2 0 1 0,1 2-1 0,2-1-3 0,-2 3-1 16,1-2 1-16,2 1-1 15,1 1 4-15,3 1-5 0,-2 0 2 0,1 4-4 16,-1-3 1-16,4 3 6 0,1 1-7 0,2-1 7 16,3 2-3-16,0-2-4 0,0 1 1 0,2 0-1 0,0 1-3 0,3 0-1 15,2 0 2-15,3 2-2 16,2 1 1-16,2 0 1 0,1 1 1 0,2-1 0 15,2 0 0-15,2-1-5 0,2 0 2 0,2-1-3 16,1-2-2-16,3 1 6 0,1-1 1 0,2 1 2 16,2 1 7-16,1-1-5 0,1-2-2 0,3 1 0 15,0-2 0-15,3 0-4 0,3-1-1 0,4 0-2 0,1-1-1 16,3-1 3-16,1 0 1 0,1 0 1 16,1-1-5-16,2 0-209 0,5-3-14 0,2 0-115 15,3-3-544-15</inkml:trace>
  <inkml:trace contextRef="#ctx0" brushRef="#br0" timeOffset="165449.69">2728 7423 413 0,'-6'-2'133'0,"0"1"74"16,6 1 14-16,0 0-11 0,-1 0-82 0,1 0-42 0,-1 0-1 16,-16-6-2-16,17 6-18 0,0 0-7 15,0 0-4-15,-1-1-1 0,0 1-16 0,1-1-7 0,0 1 1 16,-1-1-4-16,1 1-5 0,0-1-11 15,-1 1 0-15,0 0-3 0,1-1 4 0,0 1-3 16,-1-1 8-16,1 1-6 0,-1 0 15 0,1 0-2 0,0 0 0 0,0 0 0 16,0 0 2-16,0 0 3 15,0 0 0-15,0 0 1 0,1 1 3 0,-1-1-3 0,1 1-2 16,-1-1-1-16,18 13-1 0,-18-13-8 16,1 0 0-16,0 0-3 0,-1 1-6 0,20 9 3 15,-20-10-1-15,0 0 0 0,15 8-9 16,-15-8 2-16,2 0 1 0,15 7 1 0,-17-7-2 0,1 0-4 15,22 9 0-15,-14-6 0 0,0-1 9 16,0 0-6-16,1 0 3 0,-1-1-2 0,1 1 6 0,1-1-2 16,-2 0 2-16,1 0-3 0,0 0 4 15,0-1-2-15,0 1-1 0,0 1 1 0,0-2 1 0,0 1-3 16,-2-1-2-16,0 1 0 0,0-1 1 0,0 0 2 16,-1 0 2-16,0 0-1 0,0 1 3 0,0-1-7 15,0 0 4-15,1 0-4 0,-1 0 2 0,1 1 3 16,-1-1 0-16,1 0 2 0,-1 0 7 0,0 0-9 15,0 0 1-15,-1 0-3 0,1-2 5 0,-1 1-5 16,1 0 0-16,-2 1-2 0,-5 0 0 16,1 0 0-16,-1 0 3 0,19-4-2 0,-19 4 3 0,0 0-3 15,0 0-4-15,1 0 2 0,-1 0-3 16,17 0 2-16,-17 0 2 0,0 0-2 0,0 0-3 16,0 0 3-16,1 0-4 0,0 0 3 0,-1 0-3 15,0 0-2-15,1 0-26 0,16 3 1 0,-17-3-142 16,0 0-140-16,0 0-21 0</inkml:trace>
  <inkml:trace contextRef="#ctx0" brushRef="#br0" timeOffset="166269.18">2547 8708 1366 0,'-7'2'124'0,"-1"1"19"16,3-1 0-16,0 1-54 0,5-3-54 0,-1 0 1 15,1 0-4-15,-1 0 6 0,1 1-24 0,-22 9-6 0,22-10 4 16,0 0-4-16,0 0 8 0,0 1 18 0,0-1-3 0,0 1 9 15,0-1 2-15,0 0 6 16,-6 17 2-16,6-17 1 0,0 0-2 0,0 0-19 0,0 0 1 16,0 1-8-16,1-1-3 0,-1 1 2 0,17 15-6 15,-17-16 5-15,0 0-9 0,17 9-1 16,-17-9 1-16,0 0-2 0,18 12-4 0,-18-12 2 0,1 0-3 0,20 10 2 16,-21-10-7-16,0 0 6 15,21 8-3-15,-21-8 4 0,0 0-2 0,21 7 1 0,-21-7 1 0,0 0-1 16,1 0-2-16,17 5 6 15,-18-5-3-15,0 0 4 0,0 0 5 0,0 0 5 0,1 0 1 16,-1 0 2-16,0 0 7 0,1 0 10 16,-1 0-3-16,0 1 4 0,0-1-15 0,0 0-8 0,0 1-2 15,-1-1-1-15,1 1 4 0,-21 11-7 0,21-12 5 0,0 0-8 16,-21 2-2-16,20-2-2 16,0 0-1-16,-17 0 0 0,18 0-4 0,-1 0 9 15,1 0-3-15,-19-3 5 0,19 3-6 16,0 0 2-16,0 0 0 0,-1 0-1 0,1 0-2 0,-1 0-6 15,1 0-1-15,0 0-3 0,0 0-17 0,0 0 8 16,0 0-4-16,0 0 7 0,0 0 6 0,0 0-2 16,17 1-1-16,-17-1 0 0,16-1 1 0,-6 2 1 15,2-2 4-15,0 0-2 0,1 2 4 0,-1-1-120 16,1 1-14-16,-1 0-49 0,0-1-158 0</inkml:trace>
  <inkml:trace contextRef="#ctx0" brushRef="#br0" timeOffset="167348.79">2642 7419 1939 0,'-10'-2'173'0,"3"0"-4"0,7 2 0 16,0 0-75-16,0 0-88 0,-1 0-18 0,0 0-1 0,1 0-1 15,0 0-4-15,0 0 9 0,0 0-6 0,1-1 7 16,18-8 0-16,-9 6 1 0,1 1 3 0,1 0-1 16,1 1 4-16,-2-1 2 15,1 1-1-15,-1 1 1 0,0 0-1 0,-1-1 7 0,0 1 3 16,1 1 1-16,-2-1 10 0,2 1 0 0,0-1-2 0,0 0 1 16,1 1-4-16,-1-1-3 0,0 0 3 15,0 0-4-15,-1-1-3 0,0 0 4 0,-1 0-4 0,-1 0 5 16,-1-1-1-16,-7 2-2 15,0 0 2-15,1 0-3 0,-1 0-1 0,1 0 19 0,0 0 0 0,-1 0 6 16,0 0-2-16,0 0-9 16,0-1 2-16,0 1-4 0,0-1-3 0,0 1-5 0,-23-16 1 15,13 13-2-15,-1 2-3 0,-2-2 3 0,0 2 1 0,-2 0 1 16,-1 1-7-16,0 0-7 16,0 0 1-16,0 1-1 0,3 0 9 0,-2 0-5 0,0 1-1 0,0 0-2 15,0 1 1-15,1-1 1 16,1 0-3-16,0 1 0 0,1 0-3 0,2 0 2 0,0 0 3 0,3-1-1 15,1 0 0-15,6-2-12 16,-1 0-3-16,1 0-3 0,-1 0-4 0,1 0-4 16,0 1-1-16,0-1-1 0,0 0-4 0,3 17 24 0,-1-17-3 0,13 6 10 15,-5-3-5-15,0-1 5 0,2-1-1 0,0 1 3 16,2 0 5-16,1-2-7 16,-1 1 6-16,-1-1-6 0,0 0 3 0,-1 0 2 0,-1 0-3 15,1 0 2-15,-1 0-2 0,-1 0 0 0,0-1 1 0,-1 1 0 16,-1-1 6-16,-1-1-2 0,0 1-1 0,-1 0 0 15,-6 1-5-15,0 0 9 0,1 0 2 0,-1 0 3 16,1 0 9-16,-1 0 8 16,1 0-6-16,-1-1 5 0,0 1-14 0,0-1 0 0,-5-16-1 15,5 17 0-15,0 0-2 0,-22-12-5 0,14 9 2 16,-2-2-4-16,0 1 0 0,0 0-4 16,-1 0-2-16,0 1 0 0,1 0-1 0,-3 1 3 15,-1 1-1-15,1 0 3 0,-1 0-3 0,1 1-1 16,1-1 1-16,1 1-1 0,3 0-1 0,0 0 3 0,2 0-3 15,0 0 1-15,6 0 0 0,-1 0-3 16,1 0 0-16,-1 0-4 0,1 0-12 0,0 0-6 0,0 0 1 16,0 0-1-16,0 0 12 0,0 0 6 0,0 0 6 0,0 0-3 15,17 5 8-15,-17-5 0 16,0 0-3-16,21 0 1 0,-21 0-3 0,0 0 2 0,22-1 1 0,-22 1 1 16,0 0-7-16,20-1 8 15,-20 1-7-15,1 0 6 0,0 0-4 0,15-1 0 0,-16 1 6 0,0 0-3 16,0 0 1-16,1 0-21 15,0 0-24-15,-1 0-4 0,16 5-125 0,-16-5-54 0,0 0-8 16,1 0-23-16,-1 0-117 0</inkml:trace>
  <inkml:trace contextRef="#ctx0" brushRef="#br0" timeOffset="168406.5">2492 8756 1054 0,'-7'4'277'16,"1"-2"-91"-16,0 1 135 0,6-3-227 0,-1 0 0 0,1 0-11 0,0 1-18 15,-1-1-2-15,1 1-11 0,-1-1-44 0,-18 11 1 0,19-11-3 16,0 0 3-16,0 0 4 0,0 0 11 16,0 0-3-16,0 0 5 0,1 0-6 0,-1 0 7 15,1 0-4-15,17 2 5 0,-18-2-3 16,1 0 5-16,-1 0 1 0,18-3 1 0,-18 3-6 0,0 0-13 15,16-5 2-15,-16 5-6 16,1 0-1-16,19-3 0 0,-20 3-4 0,16-1 3 0,-7 1-8 0,0 0 0 16,2-1 1-16,-1 1 0 0,0 1 2 0,1-1 2 15,-1 1-4-15,0 1 4 0,-1-1-4 0,0 0 4 16,0 0 2-16,-2 0 0 0,1 1-4 0,-1-1 3 16,-1 1 0-16,-6-2 2 0,0 0 8 15,1 0-1-15,15 5 5 0,-16-5-5 0,0 0 5 0,0 0 2 16,0 0 2-16,0 0 1 0,0 0 11 15,0 0-5-15,0 0-4 0,0 0 0 0,0 0-10 0,-1 1-7 16,1-1 6-16,-20 10-8 16,20-10 6-16,-17 2-4 0,7-1-2 0,-2 1 0 0,-1-1-2 15,-1 1 3-15,-2-1-3 0,1 0 2 0,0 2-4 16,1-1-1-16,1 1 2 0,1 0-2 0,2-1-4 16,0 0 4-16,2-1-2 0,0 0 4 0,1 0-2 15,7-1-2-15,0 0 0 0,-1 0 0 0,1 0-7 16,-1 0 1-16,1 0-1 0,-1 0-1 0,1 0-12 0,-1 0 2 15,0 0-3-15,1 0 4 0,0 0 14 0,0 0-5 16,1 0 10-16,16 7-6 0,-17-7 6 0,0 0 4 16,20 0-3-16,-20 0 3 0,1 0 1 0,22 0 3 15,-16 1-1-15,2-2 1 0,0 0-15 0,3-1 14 16,-2 0-9-16,3 2 10 0,-2-1-11 0,-2 0 2 16,1 0 3-16,-1 0-1 0,-2 1 1 15,0 0 1-15,0 0-1 0,-7 0 2 0,0 0 1 0,0 0 0 16,1 0-3-16,15 0 2 0,-16 0-1 15,0 0 17-15,0 0 1 0,0 0 5 0,0 0-3 0,0 0-1 16,0 0-2-16,0 0-1 16,0 0-15-16,0 0 5 0,0 0-4 0,0 0 4 0,0 0-4 15,-1 0-9-15,1 0 2 0,-1 0-4 0,-17 3 5 0,18-3-72 16,0 0-11-16,0 0-32 16,0 0-123-16,0 0-182 0,0 0-71 0</inkml:trace>
  <inkml:trace contextRef="#ctx0" brushRef="#br0" timeOffset="168920.67">2728 7396 993 0,'-8'-2'529'0,"0"0"-195"0,1 0 263 15,7 2-531-15,0 0-22 0,-1 0-32 0,1 0-22 0,0 0-2 16,-1 0-3-16,1 0 0 0,0 0 8 15,0 0-2-15,0 1 4 0,0-1 3 0,15 14 5 0,-7-12 2 16,1-1 1-16,2 0 7 16,0-1 4-16,0 0 4 0,0 0-2 0,2-1-2 0,-1-1 4 15,1 2-4-15,-1-1 4 0,0 0-4 0,-1 0-4 0,-2 1-3 0,1-1 0 16,-2 1-9-16,1 0-1 16,-1 0 4-16,0 0-2 0,0 1 4 0,-1 1-167 0,1 0-35 15,-1 1-86-15,1 0-526 0</inkml:trace>
  <inkml:trace contextRef="#ctx0" brushRef="#br0" timeOffset="173009.81">2567 7416 1849 0,'-7'-4'132'16,"7"4"-20"-16,0 0 54 0,-1-1-81 0,0 1-15 0,1-1-29 15,0 1-24-15,0 0-5 0,-1-1-5 0,1 1-21 0,-20-14 9 16,20 14-3-16,0 0 7 16,0 0 2-16,1 0 11 0,15 6-2 0,-16-6 5 15,1 0 13-15,21 3 2 0,-12-3 2 0,4-1-3 16,1 0-2-16,2-2-12 0,0-1 6 0,1 0-8 0,1-1 5 15,-1 0-10-15,0 1 3 0,-1 0-6 16,0 0 0-16,-3 0 3 0,1 1 5 0,0 1-1 16,0 1 11-16,-2 0-5 0,0-1-4 0,-1 2 1 15,-1 0-11-15,-2 0 10 0,0 0 0 0,0 0 2 16,-1 2-5-16,-1-1-9 0,0 0 6 0,-7-1-6 0,0 0 9 0,1 0-6 16,15 4 3-16,-16-4-3 15,0 0 2-15,0 0-3 0,1 0 0 0,-1 0 0 16,0 0 0-16,1 0 10 0,-1 0-3 0,0 0 6 15,0 0 2-15,0 0-3 0,0 0 2 0,0 0-4 16,0 0 0-16,0 0-6 0,0 1 2 0,0-1-3 16,0 0 4-16,0 0 0 0,-1 0-3 0,-15 7 2 15,16-7 4-15,-1 0-3 0,1 0 7 16,-21-4-6-16,21 4-5 0,0 0 2 0,-20-3-8 0,20 3 7 16,0 0-4-16,-24-2-4 0,15 2 2 0,-2-1-3 15,2 1 1-15,-3 0 0 0,2 0-5 0,0 1 1 16,0 0-2-16,0 0 4 0,-1 1 4 0,2 0-1 0,-2 0 1 15,3 0-1-15,-1-2-1 0,2 2 2 16,1-1-2-16,6-1 2 0,-1 0-3 0,1 0 3 16,0 0-5-16,-17 3-19 0,17-3-6 15,0 0-12-15,0 0-118 0,0 0-137 0,1 0-52 0</inkml:trace>
  <inkml:trace contextRef="#ctx0" brushRef="#br0" timeOffset="175526.05">11798 7218 1408 0,'-6'-1'143'0,"2"0"24"0,4 1 9 0,-1 0-53 0,0 0-63 0,1 0 2 16,-1 0-6-16,1 0 10 0,0 0-14 0,-1-1-15 15,1 1-3-15,-16-6-4 0,16 6-13 0,0 0-5 16,0 0 2-16,0 0-3 0,0 0-3 16,0 0 7-16,0 0-2 0,0 0 5 0,0 0 4 15,20-2-10-15,-20 2 8 0,0 0-7 0,22 5 27 0,-14-3-3 16,2 0 5-16,2 1-3 15,1-1 13-15,1 1-10 0,1 0-6 0,1-1-1 0,-1 1-16 0,2-2-3 16,1 0-2-16,1 0 1 16,-1-1-2-16,4 0-11 0,-1 0 7 0,1 0-9 15,0 0 8-15,0 0-1 0,-1-1-4 0,1 0 2 16,-2 0-6-16,-2-1 8 0,2 1-1 0,-2-1 2 0,1 0-10 16,0 0 6-16,0-1-1 0,1 0 3 15,-2-1-2-15,0 0 4 0,-2-1-2 0,0 0 2 16,-2-2-2-16,1 0 3 0,-1-1-5 0,0-1 3 15,0 0 3-15,0-1-8 0,2 0 7 0,0-2-9 16,0 0 7-16,0 0 0 0,-2-1 3 0,-1 1-1 16,-1 0 0-16,-2 0 2 0,0-1-2 0,-1 0 3 15,-1-1 0-15,-1-1 5 0,-1 0-2 0,0-1 4 16,-2-1-4-16,-1-1 0 0,1-1 0 0,-2 0 0 0,1 0-5 16,-1 0-4-16,0 1 0 0,-1-1-2 15,-1 0 3-15,1-2-4 0,-2 1-1 0,1 1 1 16,0-1 3-16,0-1 10 0,-2 3-3 0,1-1 4 15,-1 0-5-15,-3 1-4 0,0-2 5 0,-1 1-6 16,-1-2 4-16,0 0-4 0,-2 0 2 0,0-1-1 16,-2 0-1-16,1 0-1 0,-1 2-2 0,-3 0 0 15,2 0-4-15,-2 1 2 0,-1-1-1 0,1 0 0 0,1 0-2 16,0 0 1-16,-1 0-2 0,0 1 2 16,0-1-3-16,-1 1 3 0,0 1-6 0,0 2 5 0,-2 0-4 15,0 1 0-15,-1 1 3 0,-1 0-3 16,0 1-4-16,0 0 6 0,1 1 1 0,-1 0 1 15,2 1-6-15,-1 1 4 0,0 2-4 0,0 0 4 16,-2 1-1-16,0 0-2 0,-1 1-1 0,0 2 1 16,-1 1 1-16,0 0-2 0,2 2 1 0,2 0-1 15,1 1 3-15,1 1-2 0,0 0 0 0,0 2 0 16,1-1-1-16,0 3-3 0,0 2 6 0,0-1-5 16,0 2 6-16,2 1-2 0,-1 0-3 0,1 1 2 15,1 2 2-15,-1 2-3 0,2 0 1 0,0 0-1 16,1 2 2-16,-2 0 4 0,0 0 0 0,2 1 1 15,-1 1 0-15,1 1 0 0,0 1-4 0,1 2 2 16,0 0 0-16,0 0 2 0,1 1 0 0,-1-2 0 16,2 1-2-16,-2-2 3 0,2 0 1 0,-1 2 0 15,0 0-7-15,0 1 4 0,2 2 0 0,-1-1 1 16,1 0 3-16,2-1-1 0,-1-1-2 0,3 0 0 16,1-1-1-16,-1 2-4 0,1 0 7 0,1 1-4 15,0 0 6-15,1-1-4 0,2-1 2 0,1-1-2 16,2-1 6-16,1-2-4 0,1 1-2 0,1 1-1 0,0 0-1 0,2 1 4 15,0 0 2-15,0 0 0 16,0-2 1-16,-1-1-8 0,2-1 2 0,-1-1-4 0,1-1 6 16,0 0-1-16,0-2 1 0,1 2-1 15,-1-2 1-15,0 0-1 0,1 1-3 0,1-1 3 16,1 0 0-16,-1-1-85 0,3-1-5 0,1 0-40 16,0-1-119-16,1 1-174 0,0-2-84 0</inkml:trace>
  <inkml:trace contextRef="#ctx0" brushRef="#br0" timeOffset="178181.06">12077 8269 1886 0,'0'0'213'0,"-1"0"25"0,0 0-9 0,1 0-178 15,0 0-89-15,0 0 12 0,-1 0-11 16,0 0 26-16,1 0 8 0,-1 0 1 0,1 0-1 0,0 1 0 16,-7 19-3-16,7-20 1 0,0 0 3 0,1 1-1 15,8 18 9-15,-9-19-2 0,0 1-2 16,0-1-1-16,9 16-2 0,-9-16 19 0,0 0 2 0,0 1 8 15,0-1 7-15,8 17-2 16,-8-17-1-16,0 1 0 0,1-1-15 0,10 16 1 0,-11-16-6 16,0 1 5-16,13 17-5 0,-8-12-5 15,0 1 4-15,0 0-4 0,0 0 1 0,0 0-1 0,0 2 1 16,0-1-2-16,0 1-3 0,-1 0 4 0,-1 0-6 16,2 0 5-16,-1-1 4 0,1 0-5 0,-1 0 8 15,-1 0-7-15,1 1 5 0,-2-1 5 0,-2 0-6 0,2 0 5 16,-1 0-9-16,1 0 4 15,-1 1-2-15,0-2 3 0,-1 1 2 0,0 0 0 0,-2-2 0 16,0 0 0-16,-1 0 5 0,-1-2 9 16,1 1-3-16,-1 0 3 0,-2-1-16 0,0 1-6 0,0-2 5 0,-2 2-4 15,-1-2 1-15,1 1-3 16,-3-1 0-16,0 0-2 0,0 0-14 0,-1-2-28 0,-1 1-9 16,-1-2-8-16,1 0-48 0,-3-1-15 15,2-2-5-15,0 0-3 0,1-1-12 0,2-2-63 16,-1 0-27-16,2-1-43 0,2-1-440 0</inkml:trace>
  <inkml:trace contextRef="#ctx0" brushRef="#br0" timeOffset="178448.83">12102 8219 2586 0,'0'0'139'0,"0"0"269"0,0 0-402 0,0 0-52 16,0 0 18-16,0 0-24 0,0 0 55 0,1 0-4 15,18 1 0-15,-19-1-3 0,15 4-5 0,-6-2 5 16,2 0-3-16,-1 0 4 0,2-2-6 0,-1 1 4 0,1-1-10 16,0-1 1-16,0-1-64 0,1 0-22 15,-1 0-12-15,1-2 1 0,0 1-15 0,-1 0 4 16,0-2-5-16,-2 2 3 0,-1-2-8 0,-2 0-37 0,2 2-13 0,-4-2-25 15,1 2-215-15</inkml:trace>
  <inkml:trace contextRef="#ctx0" brushRef="#br0" timeOffset="179101.16">12347 8190 1171 0,'0'0'343'0,"0"0"-220"0,0 0-3 0,0 0-62 16,0 0 34-16,1 0 4 15,0 1-4-15,15 7 0 0,-16-8-24 0,1 0-11 16,-1 0-3-16,18 9-3 0,-18-9-4 0,0 0-12 16,1 0 1-16,18 6-5 0,-19-6 5 0,0 0-5 0,18 6 3 15,-18-6-4-15,1 0-4 0,16 3-1 0,-17-3-3 16,1 0 2-16,17 2-11 0,-18-2 7 16,1 0-1-16,21 3 3 0,-22-3-9 0,1 0-5 0,17 6 3 0,-18-6-3 15,0 0 0-15,0 1-8 16,1-1 0-16,16 14-4 0,-17-14-1 0,0 0 2 15,0 1 1-15,8 18 1 0,-8-19 2 0,0 1 3 16,1 19-6-16,-1-20 3 0,0 1-1 0,-4 22 0 16,4-22 6-16,0-1-3 0,-9 23 0 0,9-23 8 0,-5 17-4 0,1-10 5 15,0 1 2-15,-1 0-3 16,-1-1 2-16,-1 1-3 0,1 1-1 0,0-2-5 16,-1 1 3-16,1 2-3 0,-1-2-1 0,1 1 3 15,1 0-3-15,0-1 3 0,0 0 2 0,0-1 2 16,1-1-1-16,1 1 2 0,-1-1 2 0,2 0-11 15,2-6 12-15,0 0-12 0,0 1 15 0,-6 16-9 0,6-17 3 16,0 0-4-16,0 1 8 0,0-1-7 16,0 1 1-16,-1 17-2 0,1-18 8 0,0 0-6 15,0 0 6-15,0 1-6 0,0-1 8 0,0 0-4 0,0 1-1 16,1-1-1-16,11 17-1 0,-12-17 4 16,0 0-1-16,1 0 3 0,0 0-1 0,18 6-5 0,-19-6-1 15,0 0-1-15,20 3-4 0,-11-1 3 16,0 0 2-16,-1-2 1 0,0 2 1 0,2-2-6 15,1 0 2-15,-1 0-3 0,1 0 3 0,-1 1 4 16,0 0-6-16,0 0 5 0,1-1-4 0,-1 1-2 16,0-1 5-16,-1 0-4 0,1 1 1 0,-3-1 5 0,1 1 1 0,-1 0 1 15,-1 0 0-15,-6-1 7 16,1 0-6-16,-1 0 6 0,19 4-12 0,-19-4-1 0,1 0-1 16,-1 0 0-16,0 0 3 0,17 5-9 15,-17-5 4-15,0 0-5 0,0 0 1 0,1 0 5 0,-1 0-4 16,1 0 6-16,0 0-2 0,-1 1-4 15,0-1-1-15,0 1 0 0,17 7-4 0,-17-8-31 16,0 0-17-16,0 0-14 0,0 0-143 0,0 0-165 16,0 0-68-16</inkml:trace>
  <inkml:trace contextRef="#ctx0" brushRef="#br0" timeOffset="180280.58">12191 8423 1728 0,'0'0'27'0,"0"0"-22"0,-12-18 3 0,12 18-179 15,0 0 14-15,-1 0-23 0,0-1 72 0,-17-9 0 16,18 10 18-16,0 0 16 0,0 0-86 0,-1 0-31 16</inkml:trace>
  <inkml:trace contextRef="#ctx0" brushRef="#br0" timeOffset="180861.05">11933 8928 2766 0,'0'0'159'0,"0"0"-68"15,0 0 73-15,0 0-236 0,0 0 37 0,0-1-2 0,1 1 55 16,-1-1-3-16,21-12 4 0,-21 13-24 16,0 0 2-16,22-6-4 0,-12 5 3 15,3 0 3-15,0-1-3 0,2 0 1 0,3 2-2 16,-2-2 5-16,1 0 3 0,0 1 5 0,-1 0-4 0,0 0 5 0,-3 0 8 15,3 0 4-15,-4 1 2 16,1-1 13-16,0 1 9 0,-1-1-4 0,2 1 5 0,0 0-10 0,2 1-1 16,0-1-6-16,1 1 3 15,0-1 0-15,1 1-7 0,-1 0 3 0,-1-1-6 16,0 0-2-16,0 0 4 0,1 1-3 0,0 0 2 0,0-1-10 0,0 1-4 16,2 0-1-16,0 1-2 15,1-1-3-15,-3 0 3 0,-1 1-2 0,0 0 3 16,-2 0-4-16,1 1-1 0,-2-1 0 0,1 0 0 15,-1 1 0-15,0 0-4 0,-2 0 0 0,2 0-5 0,0 0-43 0,2-1-110 16,2 0-28-16,0 0-45 16,1 0-290-16</inkml:trace>
  <inkml:trace contextRef="#ctx0" brushRef="#br0" timeOffset="185805.06">4297 8805 1826 0,'-8'0'106'16,"0"-1"-7"-16,8 1 1 0,0 0 1 0,-1 0-64 0,1 0-28 16,-1 0-3-16,1 0 1 0,0 0-8 0,-1 0-2 15,0 0-2-15,1 0 2 0,-1 0 2 0,1 0-9 16,0 0 5-16,0 1-8 0,0-1 0 0,1 0 2 0,17 17-4 16,-9-14 5-16,-1 0 4 15,2 1-1-15,0 1 2 0,2-2-3 0,1 0-4 0,2-1 2 16,-1 0 5-16,0 1 0 0,1 0 10 0,-1 0-1 15,2 0 1-15,0-1-1 0,-1 0 0 0,2 0 2 16,-1 2-3-16,1-1 3 0,2 1-1 0,1-1 5 16,2 0-4-16,0 0 4 0,2 1-4 0,-2-1 7 0,1 0 4 15,0 0-1-15,0 0-5 0,1-1-7 16,2 0 2-16,3 1-2 0,1-2 4 0,-1 1-8 16,1-1-1-16,-2 0-2 0,-1 0 3 0,3-1-2 15,1 0 3-15,4 0-1 0,-1 0 1 0,0-1-2 16,-2-1-1-16,-1 1 0 0,3-1-2 0,0 0 4 0,3 0-1 15,0 1 2-15,-2-1 3 0,-2 1-5 0,3 0 3 16,2-1-3-16,0 2 1 16,2-1 3-16,-4 0-3 0,2 0 2 0,0 0 4 15,1 1-7-15,2 0 6 0,-1 0-6 0,-2 1 3 0,1 0 1 16,1 1-2-16,2-1 2 0,1 1-1 16,-2-1-2-16,0 0 5 0,3 0-4 0,0-1 3 0,2 0-8 15,-2 1-2-15,0-1-1 0,3-1 16 16,0 1-9-16,1-2 2 0,-2 2-4 0,0-1 2 0,2-1 3 15,1 2-2-15,-2-1 0 0,1 0-2 0,1 1 0 16,-2 0 1-16,3 0 0 0,-3 0 0 0,1 0 1 16,1 1 3-16,0 0-2 0,0 0-2 0,-1 1 3 0,1-1-5 15,1 1 3-15,0-1-7 0,-2-1 6 16,2 1-1-16,1-1 2 0,0-1 1 16,2-1-1-16,-1 0-1 0,1-1-1 0,1 1-3 0,0-1 7 15,-1 0 0-15,0 1 1 0,-1-1-7 0,0 1 5 16,-1 1-1-16,-2 0 2 0,2 0-3 0,-1 1 6 15,0-1-1-15,-1 1 4 0,-1 1 3 0,3-1-5 16,-2 0 0-16,-2 0 0 0,1 0 2 0,3 0-3 16,-3-1 4-16,2 0-3 0,0-1 3 0,2 0-5 15,-2 0-3-15,-1-1-1 0,1 0 2 0,-1 0-3 16,0-1 8-16,-1 3-6 16,-1-2-1-16,0 2 1 0,-1-2-2 0,0 0 1 0,-1 2 0 0,-3-1 11 15,-1 1-3-15,1-1 4 0,1 1-1 0,-2-1 4 16,-1 2 2-16,-3 0 1 0,1 0 1 0,2-1 3 15,0 1-1-15,-3-1 0 0,-2-1-7 0,0 1 0 16,0 1-5-16,2-1 2 0,-1 2-13 0,-2-1 6 16,-1 0 0-16,-3 0 4 0,2 0-5 0,-2-1-2 15,1 0-2-15,-1-1 2 16,-2 0 3-16,-3 0-3 0,-3 0-1 0,1-1-1 0,-3 0 0 0,2 1 0 16,-2-1 1-16,0 1-1 0,-2 0 0 15,-1-2-12-15,-2 1 1 0,-2 1-9 0,1-1-32 0,-1 1-258 16,-1 0-50-16</inkml:trace>
  <inkml:trace contextRef="#ctx0" brushRef="#br0" timeOffset="189441.53">2559 8910 24 0,'-7'-1'667'0,"0"0"-250"0,0 0 335 16,7 1-653-16,0 0-22 0,-1 0-33 0,-14-1-12 15,15 1-3-15,0 0 1 0,0 0-21 0,-1 0-2 16,1 0-3-16,-1 0 1 0,1-1-5 16,0 1-12-16,-1 0 0 0,0-1-6 0,1 1-16 0,-1-1 1 15,1 1 0-15,0-1 1 0,0 1 15 0,0 0 9 16,0-1 1-16,0 1 3 0,0 0 6 16,17-10 3-16,-17 10 3 0,1 0-1 0,21-4 4 15,-22 4 0-15,17-3-6 0,-7 2 3 0,1 1-3 0,0 0 6 16,0 0 3-16,1 0 0 0,-2 1 5 0,1 0-8 15,1 1 4-15,-2 0-5 0,1-1 6 0,-1 1-13 16,0-1 5-16,-1-1-7 0,-1 1 10 16,1-1-7-16,-1 0 6 0,0-1-6 15,1 0 8-15,-1-1 1 0,-3-1-1 0,-5 3 1 16,1 0 0-16,0 0 8 0,15-10-5 0,-16 10 7 0,0 0 6 16,0 0 26-16,0-1-3 0,0 1 10 0,0 0-10 15,0-1-2-15,0 1-3 0,-2-18 0 0,2 18-14 16,-1 0-8-16,1 0-1 0,-19-8-4 0,19 8-13 0,-1 0-2 15,-20-6 2-15,21 6-2 0,-17-2-4 0,8 1-1 16,-1 1-6-16,-1 1 3 0,1-1 1 16,-2 0 4-16,2 0 6 0,0 0-2 0,0 1 7 15,2 0 3-15,-1-1-2 0,1 0 2 0,1 0-5 0,0 0-4 16,1 1 0-16,0 0-1 0,6-1 3 0,-1 0-6 16,1 0 1-16,0 0-4 0,-1 0-5 0,-15 7-3 0,16-7-1 15,0 0 0-15,0 0-7 16,0 0 3-16,0 0 0 0,0 0 2 0,1 1 8 15,16 12-5-15,-17-13 1 0,1 1-1 0,20 8 8 16,-11-7-2-16,-1 0 2 0,1-1-1 0,0 2 1 16,0-2 3-16,0 1-2 0,0-1 4 0,0 1-9 0,0-1 5 0,-3-1 3 15,0 0 3 1,0 0 10-16,-1-1-6 0,-6 1 1 0,1 0-3 16,-1 0 1-16,0 0 4 0,17-6-1 0,-17 6 2 0,0 0 10 0,0 0 1 15,0 0-2-15,0 0 1 16,0 0-1-16,0 0-4 0,0-1 6 0,-10-15-5 0,10 16-3 15,0-1-7-15,-20-10-4 0,12 7 1 0,-2 0 0 0,-2 0-5 16,1 0 3-16,-2 2-4 0,0-2 5 16,0 2-3-16,-2 0-2 0,1 0 1 0,-1 1 3 0,2 1 11 15,1-1 2-15,1 2 2 0,1-1 3 0,1 2-10 16,1-1 2-16,2 0-5 0,6-1-3 0,-1 0-11 16,1 0 2-16,-1 0-6 0,1 0-1 0,0 0-18 15,-1 0 3-15,1 0-7 0,0 0 8 0,0 0 5 16,0 0 0-16,15 16 2 15,-6-12 12-15,0-2 0 0,4-1 4 0,0 1-2 0,3-1-2 16,0-1 3-16,0 2 0 0,0-1 1 0,0-2 7 0,1 0-6 16,-2 0 3-16,0 0-4 15,-1-1 6-15,-1 1-4 0,0-1 3 0,-1-1-4 16,-1 0 0-16,-2 1 7 0,1 0-6 0,-2 0 5 0,0-1-4 16,1 0 4-16,-9 3 2 0,0 0 1 0,0 0 6 0,1 0 5 15,-1 0 2-15,1 0 2 0,-1-1 12 0,0 1-14 16,0-1 1-16,0 1-6 0,0 0-10 15,-13-12-1-15,4 12 0 0,-1 0-1 0,-1 0-11 0,-2 1 4 16,0 0-3-16,-2 0 3 0,1 0-1 0,-1 0-3 16,-2 1 4-16,0 0-1 15,1-1 8-15,0 1 2 0,1-2-3 0,0 1 3 0,0 0 4 0,3-1-8 16,2 1 6-16,2-3-8 0,0 0 10 16,2 1-12-16,1 0 4 0,5 1-5 15,-1 0 7-15,1 0-11 0,0 0 1 0,-1 0-5 0,1 0-1 0,-1 0-17 16,1 0 8-16,0 0-10 15,0 0 15-15,0 0 0 0,1 0-2 0,-1 0 2 0,20 0 2 16,-20 0 7-16,18 2-1 0,-7-1 2 0,2 0 1 16,1-1 1-16,0 1 1 0,0-1 0 0,0 0 2 0,-1 1 0 15,0-1 2-15,-1 0-1 16,0 1 3-16,-1-2-3 0,-1 0 3 0,-1 0-2 16,1 0 8-16,-2 0-5 0,-1 0 3 0,-7 1-4 0,0 0 3 0,1 0-2 15,18-5 1-15,-19 5 0 0,0 0 9 0,0 0-3 16,0 0-1-16,0 0 0 0,0 0 10 15,0 0-4-15,0 0 4 0,0 0-3 0,0 0 6 0,0 0-12 16,0 0 4-16,0-1-8 0,-1 1-10 0,-15-8 8 16,16 8-5-16,-1 0 6 0,-16-4-9 0,17 4-1 15,0 0 1-15,-20 1-1 0,19-1 1 0,-15 2-7 16,7-1 1-16,-1-1-2 0,0 3 3 0,-1-2-2 16,1 1 1-16,1 1-1 15,-1 0 9-15,1-1 0 0,2 0 2 0,-2 0-4 0,1-1-5 16,2 0 7-16,-1 0-5 0,7-1 5 0,0 0-9 15,-1 0 7-15,1 0-2 0,-18 7 2 0,18-7-10 0,0 0-4 16,0 0 1-16,0 0-3 0,0 0-4 0,0 0 6 16,0 0 0-16,1 0 1 0,-1 0 9 0,19 6-2 15,-19-6 2-15,0 0-3 0,22 4 3 0,-22-4 3 16,17 2 1-16,-8-1 0 0,0 1 0 0,0 0 0 16,1-1 0-16,0 1 0 15,-2-1-2-15,1 1-1 0,-1 0 1 0,0 1-5 0,-1 1-64 0,2-1-143 16,-1 0-27-16,1 1-53 0,3-1-245 15</inkml:trace>
  <inkml:trace contextRef="#ctx0" brushRef="#br0" timeOffset="191434.73">11833 8929 3100 0,'-4'-3'164'0,"4"3"-58"0,0-1 75 16,-1 1-200-16,1-1-10 0,-8-15-23 0,8 16 34 16,0-1-6-16,0 1 17 0,0-1-9 0,6-16-10 15,-6 17-1-15,1 0-4 0,17-7-11 0,-10 5 0 0,1 0 2 16,1 2 2-1,1 0 26-15,-2 0 10 0,2 1 6 0,1 0 1 0,-1 0 19 0,1 1-1 16,0 0 5-16,3 0-2 0,0-1 14 16,2 0-7-16,2 1-4 0,2-2 1 0,1 0-3 0,2 0 0 15,-2 0 4-15,0-1-4 0,0-1-1 0,-2 1-2 16,0 0-5-16,0-1 2 0,-1 1 0 0,0 0-4 16,1 0 2-16,-3 0-4 0,1 1 0 15,-2 0-4-15,-2 0-2 0,-2 1 1 0,0-1 2 0,-1 2-3 16,0-1 5-16,1 0-6 0,-2 1-2 0,0-2-6 15,-1 1 5-15,0-1-4 0,1 0 7 0,-1 0-4 16,1 0-1-16,-1 1 0 0,1-1 4 0,0 0-6 16,-1 0 1-16,-1 0-2 0,0 0 4 0,-1 1-4 15,-2 0 4-15,-5-1-4 0,0 0 2 0,0 0-2 16,1 0 1-16,-1 0-1 0,17 2-14 16,-17-2-28-16,0 0-12 0,0 0-8 0,0 0-85 0,0 0-149 15,0 0-48-15,0 0 69 0,0 0 1074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15T22:02:57.88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2497 6119 836 0,'0'0'48'0,"0"0"-9"0,0 0 19 16,-1 0-33-16,1-1 2 0,-17-10-5 0,17 11 4 0,0 0 6 15,0 0-2-15,0 0 27 0,0 0-15 0,-1 0-3 16,1-1-4-16,-1 1-5 0,1-1 21 0,-1 1-4 16,0-1 8-16,1 1-14 0,0-1-17 15,0 1 1-15,0 0-7 0,-1-1-6 0,1 1 7 16,0-1-1-16,0 1 2 0,0-1 6 0,0 1 8 15,0 0 2-15,0 0 1 0,0 0-4 0,1 0 4 16,-1 0 2-16,17-1 1 0,-17 1 1 0,0 0-10 16,0 0-8-16,22 0 2 0,-22 0-12 0,1 0 0 15,17 0 4-15,-18 0-4 0,0 0-2 0,20 0-8 16,-20 0 3-16,1 0-4 0,22 3 4 0,-23-3 0 16,18 2-4-16,-10 0 2 0,1-1-1 0,-1 1 3 15,0-1-2-15,1 0 1 0,-1 0-5 0,1 1 10 16,-1-2-2-16,0 1 6 0,2-1 4 0,-1 0 2 15,-1 0-3-15,0 0 1 0,1 0-6 0,-2 0 2 16,2 1 3-16,0-1-2 0,-2 1-4 0,1-1-3 16,0 1 1-16,0 0 0 0,1-1 4 0,-2 1-6 15,1-1 2-15,1 1-2 0,-1 0 10 0,2 0-6 16,-1-1 2-16,0 1-3 0,1 0 3 0,-2 0-12 16,1 0 6-16,-1 0-6 0,-1 1 14 15,0-1-14-15,0 0 4 0,0 1-5 0,0 0 3 16,0 0 2-16,-1 0-2 0,0 0 2 0,0 0-3 0,0 0 2 15,-1 0-1-15,1 0 1 0,1-1-4 0,-2-1 6 16,3 1-2-16,-2-1 5 0,1 0 6 0,2 1-5 16,-1-1 4-16,2 0-5 0,-2 0 0 0,3 1-4 15,0-1-2-15,0 0 1 0,0 1-2 0,1-1 2 16,-1 0 0-16,0 0 1 0,0 1-5 0,0 0 0 16,0 1 0-16,-1-1 1 0,1 0 1 0,0 0-2 15,-1 0 1-15,1 0-2 0,-1-1 1 0,1 0 0 16,0-1-1-16,2 0 1 0,1 0 4 0,0-1-3 15,2 1 4-15,-1 1-5 0,1-1-2 0,-1 0 5 16,-1 1-4-16,0 0 5 0,-1 0-4 0,0 0-1 16,-1 0 5-16,0 0-3 0,-1 0-1 0,3 1 2 15,-2-1-2-15,2 0 4 0,1 0-6 0,1-1 7 16,2 0-5-16,0 1 6 0,0-1-12 0,-1 0 7 16,0 0 0-16,0 0 3 0,-1 0 0 0,0 1-3 15,0 0 0-15,-1 0 1 0,1 0 0 0,1 0 1 16,1 0-3-16,0 0 2 0,0 0-1 15,0 1 1-15,-1 0 4 0,1-1-3 0,-1 1 1 16,-1 0-4-16,-1 0 2 0,0 0-2 0,-1-1 5 0,1 0 7 16,2 0-11-16,1 0 9 0,2 0-9 0,-1-1 0 15,-1 1 4-15,0 0-5 0,-1 0 4 0,-1 0-2 16,-1 0 0-16,0 1-1 0,0 0 3 16,-1-1-2-16,0 0 1 0,2 1-1 0,0-1-10 15,2 3-160-15,1-2-28 0,0 1-83 0,1 0-491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15T22:04:53.859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context xml:id="ctx1">
      <inkml:inkSource xml:id="inkSrc28">
        <inkml:traceFormat>
          <inkml:channel name="X" type="integer" max="13788" units="cm"/>
          <inkml:channel name="Y" type="integer" max="8616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4-02-15T22:05:27.596"/>
    </inkml:context>
  </inkml:definitions>
  <inkml:trace contextRef="#ctx0" brushRef="#br0">791 1227 1237 0,'0'0'69'15,"0"0"65"-15,0 0 37 0,0 0 20 0,0 0 8 0,0 0-46 16,0 1-9-16,1-1-2 0,0 1-27 0,-1-1-21 16,0 0-4-16,0 1-6 0,-3 16-8 0,3-17-7 15,0 0-1-15,0 1-5 0,-3 19-18 0,3-20-3 16,-3 15-1-16,2-5-2 0,0 1-6 16,0 1-7-16,-1 1 1 0,1 0-3 0,1 2-6 0,0 0-4 15,0 0-2-15,0 0 0 16,0 0-3-16,0-1-5 0,0 1 5 0,0 0-5 0,0 2 4 15,0 0 4-15,0-1-8 0,0 1 6 0,0-1-10 16,0-2 3-16,0-1 0 0,-1-2 1 0,2 0 5 16,-1-3-9-16,0-1 5 0,0-7-6 0,0 0 6 0,0 1-27 15,0-1-18-15,0 1-9 0,0-1-83 0,0 1-45 16,0-1-11-16,0 0-20 0,0 0-107 0,0 0-255 16</inkml:trace>
  <inkml:trace contextRef="#ctx0" brushRef="#br0" timeOffset="245.67">800 1113 2285 0,'0'0'81'0,"0"0"-32"0,0 0 67 0,0-1 1 16,0 1-3-16,0-1-4 15,0 1-46-15,0-1-22 0,0 1 0 0,0-1-10 16,0 1-17-16,0 0-6 0,0 0 0 0,0 0-2 0,0 1-2 16,0-1 4-16,10 16-6 0,-10-16 5 0,0 1-1 0,0-1-2 15,1 1-1-15,11 18 0 0,-12-19-2 0,1 0-91 16,0 0-14-16,16 13-42 0,-17-13-156 0,1 0-196 16</inkml:trace>
  <inkml:trace contextRef="#ctx0" brushRef="#br0" timeOffset="451.1">1007 1268 1216 0,'0'0'610'0,"0"0"-373"16,0 0-117-16,0 1 4 0,0-1 60 0,3 17-70 15,-3-17-6-15,0 0-26 0,0 0-53 0,0 1-13 0,0-1-2 16,-2 17-4-16,2-17-10 15,0 0-21-15,0 0-9 0,0 0-11 0,0 0-83 16,0 0-83-16,0 0-18 0,0 0-38 0,0 0-220 0</inkml:trace>
  <inkml:trace contextRef="#ctx0" brushRef="#br0" timeOffset="566.5">1008 1440 1518 0,'2'7'415'16,"1"0"-216"-16,-1 1-67 0,0-1 3 0,-1 0 37 0,1 0-53 15,-1 0-9-15,0 0-17 16,-2 1-55-16,-2-1-20 0,2 0-16 0,1 1-12 0,-1-2-194 16,1-6-310-16</inkml:trace>
  <inkml:trace contextRef="#ctx0" brushRef="#br0" timeOffset="3919.31">2068 1093 1515 0,'0'0'209'0,"0"0"-66"0,0 0 115 0,-1 0-53 16,1 0-48-16,-1 0-4 0,1 0-74 0,0 0-1 0,-1 0-7 16,0 0-15-16,-17 4-11 15,18-4-8-15,0 1 0 0,0 16-23 0,0-8 12 16,0 0-6-16,0 2 9 0,0 0-2 0,-1 1-3 15,1 0 3-15,0 1-3 0,0 0 1 16,0 0 0-16,0 0-5 0,1 1 2 0,-1 2-5 0,1 0 2 16,-1 1 1-16,1 1-2 0,0 0-5 0,0 1-5 15,0-2 2-15,0 1-3 0,-1-1-1 0,2-2-2 16,-2-1 2-16,1-1-1 0,0 2 0 0,-1-1 2 16,1 0-7-16,1 0 5 0,-1-3-5 0,0 0 7 15,-1-1 3-15,1-2 1 0,1-1-1 0,-2-1-100 16,0-6-22-16,0 0-41 0,0 0-156 0,0 1-130 0,1-1-44 0</inkml:trace>
  <inkml:trace contextRef="#ctx0" brushRef="#br0" timeOffset="4125.67">2281 1388 1937 0,'0'0'52'0,"0"0"92"0,0 0-23 15,0 0 50-15,1 0-25 0,0 0-30 0,-1 1-1 16,0-1-11-16,1 1-16 0,15 17-30 0,-16-18-1 0,0 0-10 16,-1 20-9-16,0-13-10 0,0 1-4 0,0 2-1 15,-2-1-21-15,-2 3 3 0,2 1 1 0,-2-1 0 16,1-2-12 0,1-1-235-16,-1-3-2 0,4-6-107 0,0 1-257 0</inkml:trace>
  <inkml:trace contextRef="#ctx0" brushRef="#br0" timeOffset="4820.85">2851 1162 1420 0,'0'0'231'0,"-1"0"-57"0,0 0 55 16,1-1-116-16,0 1 60 0,-12-18-32 0,12 18-1 0,0 0-16 15,0 0-37-15,0 0-19 0,0 0-4 16,2 0-6-16,-2 0-13 0,20-2 0 0,-20 2 1 15,15 5-1-15,-6-1-10 0,1-1 13 0,0 1-6 0,0 1 8 16,0 1-10-16,-1 0-3 16,0 1-1-16,-1-1-2 0,-1-1-10 0,0 2-3 15,-2-1-3-15,0 1 1 0,-2-1-5 0,-1 2 0 16,1-1 4-16,-3 1-3 0,-3 2 3 0,-1 0-2 16,-2 1-1-16,-1 2-1 0,-1-1-1 0,-3 0-5 0,-2 0 2 0,0 0-3 15,-1-1-5-15,-1 0 3 16,2-2-2-16,-1 0 2 0,1-2-1 0,1 0-5 15,1 0 2-15,1-2-2 0,2 1 11 0,2-2-9 16,6-4 1-16,-1 0-3 0,1 1 2 0,0-1-13 0,0 1 2 16,-1-1-8-16,1 1 12 0,0-1-7 15,0 0 6-15,13 15-7 0,-3-16 10 0,3 0-2 16,0-1 3-16,3-1-3 0,1 1 2 0,1-1 5 16,0 1-3-16,-1 1 4 0,-1-2-3 0,-1 2 0 0,-1 0 3 15,-1 1-2-15,-1 0 0 0,1 0 3 0,-1 0-3 16,1 1 2-16,0 0-5 0,0 0 4 0,-1-1-20 0,0 0-2 15,0 0-185-15,0-1-184 16,-1 1-43-16,1-1 86 0,-1 1 1285 0</inkml:trace>
  <inkml:trace contextRef="#ctx0" brushRef="#br0" timeOffset="4990.5">3277 1393 2118 0,'5'3'85'0,"0"0"58"16,0 1-8-16,-5-4 18 0,0 0-64 0,1 0-21 0,8 20-11 16,-9-20-1-16,-1 16-29 0,-2-8-16 0,0 1 0 15,1 0-16-15,-1-2-136 0,0-1-324 16,2-1 842-16</inkml:trace>
  <inkml:trace contextRef="#ctx0" brushRef="#br0" timeOffset="6282.51">4170 1087 1552 0,'0'0'169'0,"0"0"-20"16,0 0-2-16,0-1 4 0,0 1 32 0,0-1-25 16,0 1-9-16,0-1-8 0,0 1-46 0,-5-16-23 15,5 16-4-15,0 0-9 0,0 0-32 0,0 0-2 16,0 0-8-16,0-1 5 0,1 1-16 0,0 0 3 0,15-6 2 15,-16 6 0-15,0 0-4 0,1 0-1 0,16 6-1 16,-17-6 1-16,1 0 0 0,-1 0 3 0,0 1 0 16,0-1 1-16,18 18-2 0,-18-18 3 0,0 0-2 0,0 1 3 15,3 15 10-15,-3-16 3 16,0 0 1-16,-9 19-2 0,3-12-14 0,0 0-5 16,-2 0-1-16,1 1 0 0,-1 0-1 0,-2 1-2 0,1-1 3 15,-1 0-2-15,0-1 5 0,1-2-5 0,1 1 0 16,2 0-2-16,-1 0 3 0,3-1-1 0,4-5-1 15,0 0 0-15,0 0-2 0,-1 1-7 16,1-1 4-16,0 1-5 0,0-1-3 0,-2 0 3 16,2 1-3-16,0-1 3 0,0 1 5 0,2-1 0 15,15 14-2-15,-8-14 2 0,2-1 0 0,0 1 0 16,3 0 2-16,-1 1-3 0,0 1 0 0,1-1 7 16,-1 0-3-16,-1 0 3 0,0 1-6 0,-2 2 7 15,0 1-2-15,-4-1 5 0,0 1-1 0,-1 0 2 16,-2 2 2-16,0 0 0 0,-3 0 4 15,0 1 12-15,0 1-1 0,-2 0 3 0,-1 0-8 0,-1 1-2 0,-1-2-4 16,-1 1 3-16,-1 0-5 0,-1-1 0 0,0 0-1 16,-2 0 0-16,0 0-1 0,-1 0-6 15,0 0 3-15,-2-2-3 0,2 1-1 0,0 0 2 16,-1-2-2-16,1 0 1 0,-1-2-3 0,3-1 2 16,1 1-2-16,1-1 1 0,7-2 1 0,-1 0-69 15,1 0-2-15,0 0-35 0,-17 1-97 0,17-1-117 16,0 0-24-16,0-1-50 0,0 1-276 0</inkml:trace>
  <inkml:trace contextRef="#ctx0" brushRef="#br0" timeOffset="7372.82">4489 1395 1433 0,'0'0'114'0,"0"0"26"16,0 0-9-16,1 0 18 0,0 0-4 0,-1 1-50 16,13 18-1-16,-13-19-21 0,0 0-22 0,-2 18-25 15,2-17 3-15,0-1-11 0,-10 23-7 0,6-15-38 16,-2 0-29-16,1-1-16 0,-1 0-195 0</inkml:trace>
  <inkml:trace contextRef="#ctx0" brushRef="#br0" timeOffset="8205.2">5017 1233 1257 0,'0'0'99'0,"0"0"10"0,0 1 24 0,0-1-35 0,0 1 3 0,5 16-7 16,-5-17-4-16,0 0-21 0,0 0-53 0,0 1-12 15,0-1 6-15,0 1-9 0,1-1 7 0,-1 0-64 16,1 1-5-16,17 13-32 0,-18-14-104 0</inkml:trace>
  <inkml:trace contextRef="#ctx0" brushRef="#br0" timeOffset="8372.12">5219 1229 523 0,'0'0'73'0,"0"0"164"15,0 0 118-15,0 1-301 0,13 16 76 0,-13-17 12 16,0 0 3-16,0 0-5 0,0 1-28 0,11 17-16 16,-11-18-9-16,0 1-6 0,0-1-60 0,0 1-13 15,8 16 0-15,-8-17-5 16,0 0-16-16,1 0-146 0,-1 0-19 0,0 0-79 0,21 6-396 0</inkml:trace>
  <inkml:trace contextRef="#ctx0" brushRef="#br0" timeOffset="9089.7">5919 1091 1568 0,'0'0'125'0,"0"0"18"0,0 0 19 0,0 0-75 16,0 0-4-16,0 0-1 0,0 0 3 0,0 0-15 15,0 0-17-15,0 0-15 0,0 0 0 0,0 0-4 16,0 0 4-16,0 1-5 0,0-1 5 0,20 16-7 16,-11-13-6-16,0 1 10 0,1-1-3 0,2 0 6 15,-1 1-2-15,0-1-8 0,-1 0 1 0,1 0-4 16,-2 1-2-16,-1-1-2 0,2 1-3 16,-3 1 3-16,-2-1 5 0,-5-4-4 0,0 0 3 15,1 0-4-15,11 17 1 0,-12-17 1 0,0 0 3 16,0 0-1-16,-5 19 3 0,5-19-12 0,-11 10-1 0,3-5-3 15,0 2-6-15,-2 0 2 0,0 0-3 0,-2 1 3 16,-2 0-8-16,0 2 0 0,-1 0 3 0,0 0-2 16,2-1 5-16,-1 1-6 0,3-2 1 0,0 1-2 15,2-1 1-15,2-2 0 0,0 1-3 0,2-1 2 16,2-1-6-16,3-5 1 16,0 1 0-16,0-1-1 0,0 0-7 0,5 18 14 15,-5-18-1-15,1 0 4 0,20 8-1 0,-11-6-2 0,0-1 0 0,2 0 0 16,1 0 4-16,-1-1 0 0,1 1-5 15,0-1 2-15,1 0-2 0,-3 0 2 0,2-1 2 0,-2-1-1 16,1 0-2-16,1-1-39 0,-2-1-37 0,4 0-11 16,-1-1-185-16,1-1-192 15,2 0-53-15</inkml:trace>
  <inkml:trace contextRef="#ctx0" brushRef="#br0" timeOffset="9501.25">6367 1091 899 0,'-4'-4'1074'0,"4"4"-767"0,0-1-161 15,-1 1-62-15,0-1 174 0,-17-12-91 16,18 13 2-16,0 0-39 0,0 0-49 0,-20 1-32 16,20-1 6-16,0 0-18 0,-19 11-17 0,19-11-1 15,-11 13-8-15,5-3 4 0,0 0-6 0,-1 2 0 16,1 3-3-16,-2-1 0 0,1 1-12 0,0 0 10 0,0 0-2 0,2 0 5 15,0 0-10-15,2 2 4 0,1-1-1 0,1 1 2 16,2-1-5-16,1-3 0 0,2-2-7 16,1-2 5-16,0-2-1 0,3-1 5 0,0-2 5 0,0-2-3 15,1 0 3-15,0-2 5 16,1-2-3-16,2-2 4 0,0-1 4 0,2-1 2 16,-1-1 1-16,0 0 1 0,-1-1 4 0,-3 1-5 15,1-1 3-15,-2 1-5 0,-1 0 0 0,-4 1 11 16,2-1-5-16,-4 1 7 0,-1-1-4 0,-1 2-8 0,1 5 3 15,0-1-5-15,0 1 4 0,0-1-11 16,-18-15 4-16,18 16-7 0,-1 0 0 0,-17 5-7 16,11-1 2-16,-1 0-6 0,-1 2-4 0,0 0-75 15,1-1-12-15,-1-1-32 0,0 1-132 16,1 0-163-16,0-1-42 0</inkml:trace>
  <inkml:trace contextRef="#ctx0" brushRef="#br0" timeOffset="9647.92">6547 1313 1627 0,'4'5'91'0,"1"0"199"0,1 2-242 0,-1 1 108 16,0 0-23-16,-2 2 43 0,-2-1-90 0,-2 2-37 16,-1 0-7-16,-2 0-8 0,-1-1-23 0,-2-1-88 15,2-2-54-15,-2-2-41 0,1 0-417 0</inkml:trace>
  <inkml:trace contextRef="#ctx0" brushRef="#br0" timeOffset="10204.59">7497 1196 1299 0,'0'0'283'0,"0"0"86"0,0 0 16 16,0 0-297-16,0 0-15 0,1 0 29 0,0 0 15 15,19 8-29-15,-20-8-18 0,10-8-17 0,0 6-3 16,0 1-6-16,0 1-19 16,-2 0-4-16,-1 1 1 0,-1 1-2 0,0-1-1 0,-1 1 3 15,0 1-5-15,-1 2 3 0,-4-5-6 0,0 0 8 16,0 1 1-16,0-1 1 0,2 18-10 0,-2-18-3 15,-9 12-4-15,2-2 1 0,-3 0-10 0,0 1 5 0,-2-1-1 16,-2 2 2-16,0-2-5 0,2 2 3 0,-2-2 0 16,1 1 3-16,2-1-4 0,2-1 1 15,2 0-1-15,2-2 0 0,0 0-9 0,4-1 3 0,1-6-8 16,0 0 6-16,0 0-10 0,0 1 18 16,12 17 2-16,-12-18 6 0,16 5 0 0,-4-4 1 15,0 1-2-15,1-1 3 0,2 0 3 0,-1 0-13 16,1-1 7-16,0 0-8 0,-1-1 3 0,0 0 1 15,-1-1-4-15,2 1 3 0,-1-1 2 0,2-1-4 0,-1-1 3 16,0-2-6-16,2 0-24 0,-2-2-163 16,0 0 19-16,-1 0-82 0,-1-1-127 0</inkml:trace>
  <inkml:trace contextRef="#ctx0" brushRef="#br0" timeOffset="10589.16">7753 1008 2347 0,'0'0'19'0,"0"0"61"0,0 0-8 16,-1 0 31-16,0 1 11 0,1-1-53 0,-14 16-3 0,14-16-15 15,0 1-1-15,0-1-18 16,1 1 4-16,16 18-9 0,-16-19-1 0,16 7-11 16,-7-3 4-16,2 1-6 0,1-1 4 0,1-1 15 0,2 1-4 15,1-1 7-15,2 0 1 0,0 1-2 16,0-1 2-16,-2 1-1 0,-1 0-1 0,0 2 0 15,-3 0 0-15,-1 0-1 0,-1 1-4 0,-3 0-1 0,-1 0 0 16,-2 1 0-16,-2-1-1 0,2 1 4 0,-2 0-5 16,0 1 5-16,-1-1-5 0,0 1 6 0,-2-2 1 15,0 1 1-15,0-1 4 16,0 2-7-16,0 1 0 0,-2 1-3 0,1 1-4 0,0 2-6 0,-1 1 4 0,0-1-5 16,0 2 0-16,-1 0-3 15,1 0-1-15,-1 1 1 0,1 0 4 0,-1-1-5 16,0 0 0-16,0-1-2 0,0 0-3 0,-1 0 5 15,1-1-4-15,1 2 4 0,-1-2-9 0,0-2 9 0,1-3-3 0,-1-3 0 16,3-6-55-16,0 0-109 16,0 0 1-16,0 0-44 0,0 0-81 0,0 0-102 15,-2-13-48-15</inkml:trace>
  <inkml:trace contextRef="#ctx0" brushRef="#br0" timeOffset="10732.71">8194 1350 1451 0,'7'3'224'0,"0"2"-42"0,0-1-25 16,0 3 6-16,-1 0-44 0,-3 2-57 0,-2 1 9 16,-2 3-19-16,-2-1 51 0,-2 1-46 15,-1 1 3-15,-1-1-21 0,-1 0-27 0,0 0-53 16,1-2-45-16,1-4-22 0,0 0-290 0</inkml:trace>
  <inkml:trace contextRef="#ctx0" brushRef="#br0" timeOffset="10959.39">8860 1159 2734 0,'4'3'42'0,"1"2"-51"0,1 1-37 0,-2 1 43 0,1 0 9 15,-5-7 5-15,0 0-6 0,0 0 8 0,0 1-1 16,0-1 1-16,0 1-23 0,0-1-131 16,0 1-28-16,0-1-56 0,0 0-277 0</inkml:trace>
  <inkml:trace contextRef="#ctx0" brushRef="#br0" timeOffset="11131.04">9222 1165 1706 0,'7'5'79'0,"0"-1"134"0,1 2-184 0,-1 0 114 15,-2-1-42-15,-3 2 54 0,-2-7-125 0,0 1-18 16,0-1 0-16,0 1-6 0,4 15 3 0,-4-16-135 0,0 0-15 0,0 0-75 16,0-1-341-16</inkml:trace>
  <inkml:trace contextRef="#ctx0" brushRef="#br0" timeOffset="11258.34">9489 1139 1996 0,'4'6'0'0,"-2"-1"97"0,1 1-32 0,-1 0 50 0,0 2-81 0,-2-1-18 0,0-2-5 16,0-5-13-16,0 1-116 0,0-1-349 0</inkml:trace>
  <inkml:trace contextRef="#ctx0" brushRef="#br0" timeOffset="12008.76">11101 1144 1214 0,'0'0'136'0,"0"0"-41"0,0 0 89 16,0-1 110-16,0 1-71 0,0-1 16 0,0 1-114 16,0 0-8-16,0-1-5 0,0 1-40 0,0-1-14 15,-1 1-4-15,1 0-2 16,-17-2-13-16,17 2-9 0,0 0 1 0,0 0-4 16,0 0-7-16,-12 18-6 0,12-18-2 0,0 0-1 15,-5 17 0-15,5-17-4 0,0 1 3 0,-6 16-3 16,6-17 2-16,0 0-2 0,-6 16-3 0,6-16 1 15,0 1-3-15,-5 16 2 0,5-17 1 0,0 1-1 16,-3 20 0-16,3-21-5 0,0 0-1 0,3 19-2 0,-3-19 8 16,0 1 1-16,8 19 2 0,-8-20-2 0,9 14 1 0,-2-7-1 15,-1 0-1-15,1-1 0 16,0 1 0-16,0 0 2 0,1-1-2 0,0 1 1 16,0-1-8-16,1 0 7 0,-1 0-2 0,1-1 4 15,1 1-8-15,0-1 8 0,0 0-3 0,-2 1 5 16,1-2-3-16,-1 1-2 0,-2 0 4 0,-1-1-4 15,-5-4 8-15,0 0 1 0,0 1-4 0,7 15 4 0,-7-16 2 0,0 0 2 16,-8 17 6 0,1-10-4-16,-2-1-1 0,-2 2-5 0,-1-2-2 0,-2 0 0 15,0 0-4-15,-1 0 2 0,0 1-4 0,0-2 3 16,-3 0-8-16,1-1-32 0,-2-2-7 0,0-1-14 0,0-1-69 16,0-2-92-16,0-1-32 0,4-3-33 15,-2-1-217-15</inkml:trace>
  <inkml:trace contextRef="#ctx0" brushRef="#br0" timeOffset="12230.88">11078 1176 1778 0,'0'7'60'0,"3"0"13"16,1 0 71-16,1 0 13 0,1-1 13 0,1 0-15 15,1 0-40-15,2 0-28 0,-1-2 0 0,3 0-14 0,1-2-37 16,0 0-16-16,2 2-4 0,0-3-2 0,-1 1-8 16,0-1 3-16,-1-3-4 0,1-1-4 0,0-1-59 15,0 0-185-15,2 0-22 0,1-1-78 16,1 0-279-16</inkml:trace>
  <inkml:trace contextRef="#ctx0" brushRef="#br0" timeOffset="12629.82">11522 1171 1199 0,'-4'3'304'0,"4"-3"-127"0,-1 0-27 0,1 1 0 15,-1-1 58-15,-8 16-52 0,9-16-4 0,0 0-17 0,0 1-25 16,0-1-25-16,8 16 1 0,-8-16-8 0,1 1 12 16,15 9-22-16,-7-6 1 0,-1 2-9 0,2-2-1 15,0 0-17-15,0 0 4 0,2-1-11 0,1 2-4 0,1-1-6 16,-1 0 2-16,-1 0-4 0,1 1-8 15,-3 0 6-15,0 1-5 0,0-1 6 16,-2 0-15-16,-1 0 10 0,0 2-6 0,-2-1 9 16,0-1-3-16,-3 1-3 0,-1 1 1 0,-1-1-2 15,-1 1 3-15,-3 0 18 0,-1 0-8 0,-2 1 11 16,-3 0-23-16,-1 0-2 0,-4 0-5 0,-1 0 2 16,-2 1-6-16,-2-2 3 0,1 1 0 0,2 0 0 15,1-1-1-15,4 0-4 0,2-2 3 0,2 2-3 16,2-2 0-16,2 0-4 0,4-5 1 0,0 1-3 15,0-1 10-15,1 21-3 0,5-15 3 0,0-2-2 16,3 3 10-16,0-3-6 0,2-1 2 0,1 1-3 16,-1-1 10-16,3 1-6 0,0-1 4 0,-1 0-5 15,1 0-8-15,-2-1 5 0,0 0-3 0,0 1 5 16,-2-2-1-16,0 0-4 0,-1 0-3 0,-1-3 1 16,1 1-2-16,-2-3-94 0,0-1-13 0,0-1-44 15,-1-1-184-15,1-2-400 0</inkml:trace>
  <inkml:trace contextRef="#ctx0" brushRef="#br0" timeOffset="16756.07">4955 810 45 0,'0'0'892'0,"0"0"-400"0,0 0 463 15,0 0-1050-15,0 0 29 0,0 0 4 0,0 1 58 16,0-1-3-16,10 19 10 0,-10-19-3 0,0 0 5 16,0 0 4-16,0 1 0 0,0-1 14 0,0 1 1 15,0-1 0-15,1 1 1 0,0-1 8 16,17 15-1-16,-18-15 3 0,0 0-3 0,17 1-8 0,-11-2-8 16,3 1-5-16,1-1 1 0,0 0-8 0,0 1 3 15,1-1 0-15,0 0 0 0,2 0 2 0,-1-1-5 16,1 0 2-16,-1 0-4 0,0 1 3 15,1 0-5-15,-2 1 0 0,2-1-1 0,-1 0 1 16,2 0 1-16,2 0 3 0,0 0-3 0,0 0 2 16,1-1 3-16,0 1-1 0,1-2 2 0,0 1 3 15,-1 0-2-15,1 1 2 0,-1-1-2 0,-1 1 5 16,2-1-6-16,0-1-1 0,2 2-2 0,0 0 1 0,0 0-4 16,1-1 3-16,-2 1-3 0,1-1 5 15,-1 2-3-15,1-1 0 0,-3 1-1 0,0 0 1 0,1-1-3 16,1 0 0-16,2 1 0 0,2-1-2 15,-1 0 7-15,-1 1-5 0,1 1 5 0,-1-1-8 0,-1 0 5 16,0 0-1-16,-2 0 2 0,1-1 0 0,2 0-6 16,1 1 5-16,1 0-6 0,0 0 3 0,-1 0 5 15,0 0-4-15,-1 0 6 16,0 0-6-16,-1 1-1 0,1 1 1 0,1-2-2 0,1 1 6 16,0-1-4-16,-1 0 3 0,0 1-3 0,0 0 3 15,-1 1-3-15,-1-1-3 0,0 1-1 0,-1-1 6 16,2 1-2-16,2-1 5 0,1-1-3 0,1 1 2 0,-1-1 5 15,-2-2-3-15,1 2 4 0,-1 0 4 0,-1 0-6 16,1 0 0-16,1 0-3 0,1-1-3 0,1-1 1 16,-1 2 0-16,0-2 0 0,-1 2 1 0,-2 0 2 15,-1-1-2-15,0 1 2 16,2-1-6-16,1-1 1 0,1 1 3 0,1-1-1 0,-2 1 1 16,0-1-1-16,-1 1-1 0,0 1 1 0,0-1-6 0,1-1 5 15,0 2-3-15,0-2 3 0,1 1-6 0,1-1 6 16,0 1-4-16,-2 0 4 0,-1 1 1 15,-1-1-1-15,0 1 2 0,0 0-2 0,2 0-4 0,1 0 2 16,0 0 0-16,-1-3 1 16,1 3-1-16,-2 0 8 0,-1-1-5 0,-1 1 7 0,1 0-5 15,-1 0 5-15,2 0-3 0,1 0 2 16,0-1 0-16,0-1-3 0,-2 3 3 0,-1-1-4 16,-1 1-4-16,0 0 5 0,-1 0-5 0,0 0 5 15,0-1 6-15,2 0-5 0,-1 0 3 0,1 0-3 0,0-1 7 16,-3 0-6-16,2 1 5 0,-2-1-6 0,0 2 6 0,-2-1-6 15,0 1 3-15,0-1-4 0,-1 0 3 0,1 1-5 16,0-1-4-16,-1 1 2 0,1-1-3 0,-3 0 5 16,2 1 0-16,-3 0 1 15,1 0-5-15,-2 2 0 0,0-2 2 0,-2 2-1 0,-1-2-2 16,0-1-1-16,0 0-6 0,-7 0-4 16,1 0-91-16,-1 0-162 0,0 0-33 0,18-5-88 15,-18 5-626-15</inkml:trace>
  <inkml:trace contextRef="#ctx0" brushRef="#br0" timeOffset="19888.88">6994 904 272 0,'0'0'72'0,"0"0"81"15,0-1 22-15,0 1 8 0,0-1-21 0,0 1-39 16,0-1 6-16,0 1-8 0,-4-17 0 0,4 17-6 16,0 0-7-16,-1-1 2 0,0 1-7 0,1-1 1 15,0 1 0-15,-1-1-3 0,1 1-17 0,-1-1-16 16,1 1-1-16,0 0-7 0,-1-1-17 0,0 1-5 0,1-1-2 15,-1 1-1-15,1-1-7 0,0 1 2 16,-1 0-2-16,1 0 0 0,-1 0-3 0,1 0 0 16,0 0-3-16,-1 0 0 0,1 0-5 0,0 1 4 15,-5 16 3-15,5-17-1 0,0 0-4 0,0 1 4 0,1 18-1 16,-1-19 2-16,0 1 4 16,2 16-7-16,-2-17-2 0,0 1-2 0,1 19-4 0,-1-20 2 0,0 0 2 15,-1 22-2-15,1-21-4 0,0-1-1 0,0 24-2 16,0-15 1-16,0 1 1 0,0 1 0 0,0 0 1 15,-2 1-2-15,0 1-2 0,1 1 1 16,-2 0 0-16,2 1 1 0,-1-1-3 0,1 1 2 16,0-1-1-16,-1 0 2 0,1-1 2 0,-1-1-4 15,1 0 0-15,0 0-1 0,1 0-2 0,-1-1 4 16,0 3 2-16,1-1 0 0,0 1-2 0,-1 1-3 16,0 0-4-16,0-1 1 0,0 0 3 0,1-1 2 15,-1 0 3-15,1-1-3 0,0 0-1 0,0-1 7 16,0-2-8-16,-2 0 7 0,1-1-9 0,-1 3 4 15,2 0-1-15,-1 1 1 0,1 0-2 0,0 1 4 0,-2-2 0 16,0 1 1-16,2 0-4 0,-1 1-2 16,0 0 3-16,0-1-2 0,0 0 4 0,1 0-3 15,-1 0-2-15,-1-1 0 0,2 0-2 0,-1 0 0 16,-1-1 0-16,2-2 0 0,-2 1 8 0,2-1-7 16,-1 2 4-16,0 0-6 0,0 0 3 0,-1 1 3 15,2-1-2-15,-1 0 3 0,1 0-8 0,0 0-2 16,1-1 2-16,0 0 0 0,0 0 3 0,-1-1 2 0,0 0-3 15,0-1 1-15,0 1-3 0,0-1 7 0,0 0-5 16,0-1 5-16,0 1-7 16,0-1 3-16,0-6 3 0,0 0-2 0,0 1 0 0,-3 16 5 15,3-17-2-15,0 1 2 0,0-1-4 0,0 0 5 16,0 1-1-16,-4 16 3 0,4-17-6 0,0 0 3 16,0 0-21-16,0 0 4 0,0 0-98 0,-1 1-89 15,1-1-12-15,0 0-38 0,0 0-153 0</inkml:trace>
  <inkml:trace contextRef="#ctx0" brushRef="#br0" timeOffset="26156.7">7480 1688 389 0,'0'0'57'16,"0"0"12"-16,-1 0 33 0,1 0 138 0,0 0-54 15,-2 0-12-15,-13 3-56 0,15-3-2 0,0 0 1 16,-1 0-24-16,1 0-2 15,-1 0-7-15,-16-5 3 0,17 5-12 0,0 0 4 0,-1 0 0 0,1 0-1 16,0 0-13-16,-17 4 0 0,17-4-5 0,0 0 3 16,0 0-8-16,0 0-1 0,0 0-5 0,-1 0 1 15,1 0-22-15,0 0 1 0,0 0 2 0,0 0 0 16,0 0 1-16,0 0-2 16,0 0-7-16,0 0 3 0,0 0-9 0,20 2 2 15,-20-2 3-15,0 0-1 0,19 4-4 0,-19-4 7 0,1 0-6 16,18 1 7-16,-18-1 1 0,-1 0-9 0,22 2 6 0,-21-2-7 15,-1 0 6-15,24 0-4 0,-24 0-1 0,16 0 0 16,-7 1-4-16,1-1-2 0,-1 1 3 0,0-1-4 16,1 1-4-16,0 1 4 0,0 0-4 0,2 0 4 15,-1-1 1-15,1 0 0 16,1-1-1-16,0 1-1 0,0 1-3 0,0-1 2 0,0 1 0 16,-1 0-1-16,0 0-2 0,0 0-1 0,-1 0 3 0,-1 0-2 15,1-1 1-15,-2 1-1 0,0 0-3 0,0-1 0 16,0 0-1-16,-1 1 4 0,1-2 0 0,0 2 1 15,1-1-6-15,1 0 1 0,0 0 2 0,-2-1 0 16,1 1 3-16,-1 0-1 0,-1-1 1 0,0 1-2 16,1-1-2-16,-2 0 1 0,-1 0 2 0,0 1 0 15,-6-1 4-15,0 0-4 0,1 0 1 0,15 1-1 16,-16-1 1-16,0 0 8 16,0 0-7-16,1 0 7 0,-1 0-7 0,1 0 10 15,-1 0 2-15,0 0 1 0,1 0-7 0,-1 0 2 16,1 0-6-16,-1 0 4 0,0-1-12 0,0 1 0 0,0 0-1 15,-1-1 1-15,-12-16 1 0,13 17 0 0,-15-3 1 0,5 1 0 16,-2 0-8-16,0-1 0 0,-1 2-1 0,0-1 2 16,-2 0 2-16,-1 1-1 0,0-1-2 0,2 0 1 15,0 2-3-15,0-2 4 16,-1 1-1-16,0 0 2 0,-2 0 1 0,1-1-1 16,-1 1 2-16,0 1-1 0,0-1 1 0,1 0 1 0,1 0-1 15,1 0 3-15,0 1-3 0,2-2 1 0,1 2 0 0,0-1 1 16,2 0-2-16,1 1 1 15,-2-3 3-15,2 3-2 0,0 0-3 0,1 0 0 0,1 0-2 0,0 1 2 16,6-1-4-16,0 0 5 0,0 0-3 16,0 0 3-16,-17 2-5 0,17-2 4 15,0 0-2-15,0 0 3 0,0 0-11 0,0 0 2 16,0 0 0-16,0 0 2 0,0 1 2 0,0-1 4 0,0 1-2 16,1-1 2-16,20 16-3 0,-21-16 3 0,17 3 1 15,-7-1 1-15,0 0 3 0,2 1 2 0,-1-2-2 0,2 0 1 16,0 0 2-16,3 0-1 0,-1 0 3 0,3-1-3 15,0 1 4-15,0-1-8 16,1 0 2-16,-1 0-3 0,-1 1 4 0,-1 0 1 0,0 0 1 16,-1-1 1-16,-1 0-1 0,1 0 2 0,0 1-5 15,0 0 3-15,3 0-5 0,-3-1 3 0,0 1 2 16,-1-1-1-16,-1 0-3 0,-1 0 0 0,-2 0-3 0,0 0 2 16,-2 1 9-16,1 0-8 0,-2 0 8 0,-1-1-8 15,-6 0 5-15,0 0-1 0,0 0-4 0,20 1 2 16,-20-1 1-16,0 0-2 0,0 0 0 15,0 0-1-15,1 0 4 0,-1 0 0 0,1 0 1 16,-1 0-1-16,0 0-2 0,1 0 2 0,-1 0-1 0,1 0 2 16,0 0 8-16,-1 0-3 15,0 0 0-15,0 0 0 0,1 0-7 0,0 0 3 16,-1 0-3-16,0 0 3 0,0 0-7 0,0 0-2 0,0 0 2 16,0 0-2-16,0 0-1 0,-1-1 1 0,-17-8 0 15,18 9 0-15,0 0 0 0,-16-3-2 0,15 3 0 16,-14-1-2-16,6 0 0 0,0 0 1 0,-3 1 2 15,1-1-1-15,-1 0 2 0,0 1 3 0,-1 0-6 16,3 0 3-16,-4-1-5 0,2 0 7 0,1 1 1 0,0 0 2 16,2 0-7-16,0 0 2 15,0-1-3-15,0 1 3 0,1 0-1 0,0 0 1 16,0 0 1-16,-1 0 0 0,1 0 2 0,0 0-3 0,0 0 2 0,0 1-2 16,1-1-3-16,-1 0 5 0,1 0-3 0,0 2 3 15,-1-2-6-15,1 1 4 0,0 0 0 0,1-1 3 16,6 0-3-16,-1 0 0 0,1 0-2 0,-18 0 2 15,18 0 1-15,0 0 3 16,0 0-1-16,0 0 0 0,-1 0-7 0,1 0-5 16,0 0 2-16,0 0-3 0,0 0 1 0,0 0 2 0,1 0-1 0,18 0 1 15,-11 0-1-15,3 0 4 0,-1 0 1 0,3 2 1 16,-1-1-1-16,1 0 3 0,1-1 2 0,-1 0 2 16,1 1 2-16,0-1-1 15,-1 0-2-15,1 1 1 0,0 0-2 0,2 0 0 0,1-1 3 16,-2 1-3-16,2 0 2 0,-2-1-1 0,-2 1 1 15,-1-1-1-15,0 1 1 0,-3 1 2 0,-1-1-3 0,-2 0 3 16,-6-1 0-16,1 0 1 16,-1 0 0-16,1 0 0 0,15 3 0 0,-16-3-1 0,0 0-2 15,0 0 2-15,0 0 1 0,0 0 1 0,0 0 0 16,0 0-1-16,0 0-2 0,0 0 3 0,0 0 0 0,0 0 1 16,0 0 4-16,0 0-11 0,0 0 2 0,0 0-4 15,0 0 5-15,0 0-3 0,0 0 1 0,0 0-2 16,0 0-1-16,0 0-1 0,0 0 1 0,0 0-1 15,0 0 1-15,-1 0-3 0,1 0 2 0,0-1-2 16,-18-6 4-16,18 7-1 0,-1 0-2 0,1 0 1 16,-1 0 1-16,-18-2-10 15,19 2 2-15,0 0-7 0,0 0-5 0,-22-6-1 16,22 6-3-16,-16-4 1 0,7 2-12 0,-1 0-9 16,-1 0 1-16,-1 0-4 0,-3-1-3 0,1 0-6 0,-2 0 0 15,2 1-1-15,-2 0 1 0,-1-1 3 0,0 1 3 0,-2-1 1 16,2-1 10-16,-3 3 2 0,1-1-4 0,-1 1 1 15,1 0-26-15,0-2-17 16,0 0 4-16,1-2-8 0,0 3 18 0,1-1 25 16,-1 0 1-16,0 0 12 0,0-1 25 0,0 2 1 15,0 1 2-15,0 0 0 0,1 1 6 0,1-1 0 0,1 0-1 0,2 1-1 16,1 0 5-16,3 0 3 0,0-2-1 16,2 0 1-16,0 1 5 0,7 1 19 0,0 0 2 15,-1 0 4-15,1 0-3 0,-1 0 5 0,1 0-7 0,0 0 5 16,-1 0-24-16,1 0-3 0,-1 0-4 0,1 0 2 15,0 0-1-15,0 0 6 0,0 0-1 0,0 0 2 16,1 0 4-16,21 7 4 0,-13-5 3 16,0 1 0-16,2-1-2 0,1 1-1 0,1-1-3 15,2 0 2-15,2-1-5 0,0 2-4 16,-1-1 3-16,1 2-2 0,-1-1 11 0,1 0-7 16,-3 1 3-16,0-2-5 0,1 2-3 0,0-2 1 15,0 0 0-15,2 2 1 0,0-1 2 0,1 0 1 0,1 0-4 16,-1 0 3-16,-1-1-9 0,-1 1 1 0,-1-1-2 0,-1 1 2 15,-1 0-5-15,-2-2 0 16,-2 2 1-16,1-1-1 0,-2 0 0 0,0 1 1 0,-8-3 1 0,1 0-1 16,16 6 6-16,-17-6 1 0,0 0-4 0,0 0 2 15,1 0-6-15,-1 0 4 0,1 0 2 0,-1 0 0 16,1 1 2-16,-1-1-5 0,0 1 1 0,1-1-2 16,-1 0-3-16,1 0 0 0,0 0-11 15,-1 0-1-15,0 0-77 0,0 0-90 0,0 0-18 16,-1 0-39-16,0 0-186 0</inkml:trace>
  <inkml:trace contextRef="#ctx0" brushRef="#br0" timeOffset="32690.1">1887 1787 1045 0,'0'0'154'15,"0"0"-68"-15,0 0 92 0,0-1-62 0,0 1-15 16,0-1 21-16,0 1-25 0,0 0-6 0,0-1 4 0,0 1-15 0,0-1-11 16,0 1-8-16,0-1-1 0,0 1-23 0,0-1 3 15,5-15-3-15,-5 16 3 0,0 0 2 16,0 0-13-16,1 0 7 0,18-7-12 0,-19 7-12 15,0 0-3-15,21-4-1 0,-14 3 0 16,2 0-2-16,0 0 6 0,0 1-6 0,1-1 6 0,1 0-5 0,-1 0 6 16,0 0-2-16,0 1 2 0,-1 0-8 0,0 0 0 15,-1 0 4-15,-1 0-1 16,0 0 2-16,-7 0-1 0,1 0-2 0,-1 0 2 16,0 0-2-16,16 4 2 0,-16-4-1 0,0 0 4 15,0 0 7-15,0 0 29 0,0 0 0 0,0 0 9 0,0 0-14 16,0 0-19-16,0 0 1 0,0 0-6 0,-1 0-4 0,-21 1-2 15,14-1-5-15,-2-1 3 0,-1 1-11 0,0 1 3 16,-1 0 0-16,-1 0 2 16,0 1 1-16,1-1-1 0,0 0-3 0,2 1 2 15,-1 0-2-15,2 0-2 0,1-1 2 0,2 0-2 16,6-1 3-16,-1 0 3 0,1 0-3 0,-16 5 0 16,16-5-12-16,0 0 1 0,0 0-6 0,0 0 3 15,0 0-16-15,0 0 13 0,0 0 5 0,0 0 2 16,0 0 8-16,1 0 1 0,18 2 1 0,-9-2 1 15,0-2 5-15,2 0-2 0,1 0 3 0,0 0-1 0,0-1 8 16,1 1-8-16,-2 0 0 0,0 1-1 16,-1 0-1-16,-1 0 1 0,-1 0-3 0,-2 1 1 0,-1 0-4 15,-6 0 3-15,1 0 1 0,-1 0 0 0,1 0 0 0,15 0 4 16,-16 0 1-16,0 0 1 0,0 0 4 0,0 0 30 16,0 0-4-16,0 0 12 0,0 0-16 15,0 0-15-15,0 0-2 0,0 0-4 0,0 0-7 0,-19 1 2 16,19-1-6-16,0 0 4 15,-21 3-10-15,20-3 0 0,0 0 1 0,-18 3 1 16,19-3-1-16,-1 0 3 0,1 0-4 0,-17 6 3 0,17-6-9 0,0 0 6 16,0 0-1-16,0 0 1 0,0 0-3 0,-1 0-4 15,1 0 1-15,0 0-2 0,0 0-1 0,0 0 4 16,0 0-1-16,0 0 3 16,0 0-1-16,1 0 3 0,-1 0-2 0,1 0 2 15,17 8-3-15,-18-8 4 0,0 0 3 0,0 0-1 16,1 0-3-16,-1 0 0 0,1 0-4 0,-1 0-1 0,16 6-53 0,-16-6-105 15,0 0 8-15,0 0-46 0,0 0-68 0,1 0-116 16,0 0-51-16</inkml:trace>
  <inkml:trace contextRef="#ctx1" brushRef="#br0">7969 4371 0,'0'0'0,"0"0"0,0 0 15,9-11-15,-3 6 0,-1-1 16,2-1-16,0 1 16,-1-1-16,0 1 15,1 1-15,-1-1 16,1 1 0,1-1-16</inkml:trace>
  <inkml:trace contextRef="#ctx0" brushRef="#br0" timeOffset="35257.04">7638 1747 1238 0,'0'0'20'0,"0"0"-20"0,0 0 25 15,0 0 37-15,0 0 35 0,0 0 0 0,1 0 11 0,-1 0-19 16,1 0 23-16,-1 0-30 0,0 0 8 0,0 0-16 16,0 0 4-16,0 0-11 0,0 0-5 0,0 0-2 15,0 0-13-15,-1 1-5 0,1-1 0 0,-1 0-3 16,-9 18-11-16,10-18-7 0,0 0 0 0,0 1-2 15,0-1 8-15,0 1-5 0,-6 16 9 16,6-17-7-16,0 0 4 0,0 0 0 0,0 1-5 16,-11 15 4-16,11-16-3 0,0 1 5 0,0-1-1 15,0 1 2-15,-12 17-8 0,12-18-4 0,0 0-1 0,0 0-1 16,-1 0-7-16,-16 16 5 0,17-16-3 0,0 0 5 16,0 1-5-16,0-1 2 0,-19 16-1 0,19-16 1 15,-1 0 5-15,1 0-5 0,-20 13 4 0,20-13-5 16,0 0 0-16,-19 8-3 15,19-8-3-15,0 0 2 0,-20 9 2 0,13-5-1 16,-2 0 1-16,2 1-1 0,0 0 7 0,-1-2-8 16,-2-1 5-16,1 1-5 0,1 0 7 0,-2 1-4 15,1 1-3-15,-2-1 1 0,2 0-5 0,-2 0 0 16,1 0 1-16,0 0 1 0,-2 1 2 0,0 0 2 0,-1 0-5 0,0-1 3 16,-1 1-8-16,0 0 0 0,-2 0 2 0,0 1-1 15,-1 0 6-15,-4 0-4 0,1 0 5 0,-1 2-6 16,0-1-2-16,-1 1 10 15,0-1-10-15,-1 0 7 0,-1 0-12 0,-1 2 8 16,-1-2-2-16,-1 2 5 0,1-2-6 0,1-2 3 16,-1 2 1-16,0-2 1 0,-2 2-4 0,-1 1 1 0,-3 0-1 15,0 1 1-15,1 1 3 0,-1-2-5 0,2 0 4 16,-2-1-4-16,-1 1 8 0,-1 0-3 0,-1 0-1 0,1 0-1 16,2-2 3-16,0 1-8 0,-1-1 3 0,-1 0-4 15,-3 0 9-15,3-1 0 0,-1 0 1 16,1 0-2-16,1 0-4 0,-2-1 4 0,-1 0-5 0,-1 0 5 15,2-1-2-15,1-1-3 0,1 2 3 0,-2-1-3 16,0-1 5-16,0 1-2 16,1-2 2-16,0 1-2 0,2-1 2 0,-3-1-3 15,-2 0-2-15,0 0 1 0,2 1-2 0,0 0 4 16,1 0 1-16,-1 0 1 0,-1 0-6 0,-1 0 1 0,1 0-3 16,0 0 3-16,1-1 1 0,0 1 0 0,-2 0-1 15,-1 0 0-15,2 1 0 0,0-1-1 0,1 1 3 16,-1-1-2-16,-1-1 0 0,-1 0 4 15,1 1-4-15,1 0 3 0,-1 0-3 0,0 0 0 16,-2 0 1-16,1 0-1 0,0 0-2 0,1 0 2 16,1-1 2-16,-2 2 0 0,0 0 5 0,-1 0-7 0,1-1 1 15,0 0-3-15,2 0-1 0,-3 0 3 16,1 0 1-16,-1-1 1 0,2 1-2 0,0-1 0 16,1 1 0-16,-1 1 0 0,-2 0 1 0,2-1 0 0,0-1-2 15,2 1 1-15,0-1 7 0,-1 1-6 0,0 0 0 16,-1-1-1-16,2 1 1 0,0-1-4 0,2 0 5 0,-1 1-5 15,-1 0 6-15,0-1-3 16,0 0-2-16,1-1-1 0,0 0 3 0,0 2 0 16,0 0 2-16,-2 0-2 0,2-1 6 0,1 0-6 15,0 0-3-15,3 1-1 0,-3 0 3 0,0 1 0 16,0 1 1-16,0-2 0 0,2 0 0 0,1 1 1 16,0 0-1-16,-1 1 1 0,-1 0-3 0,-2 0 4 0,2 0-3 15,1 2 3-15,0-2-1 0,0 2-1 0,-1 0 0 16,-2 0 0-16,1 0-7 0,1 1 8 0,0-1-1 15,3 0 2-15,-1 1-3 0,-1-1 1 0,1 2-2 16,0-1 1-16,1 0-6 0,3 0 8 16,1 0 2-16,1 0 2 0,0 0-4 0,-1 0-1 15,0 0 0-15,0 0 0 0,0 0 2 0,3-1 2 16,-1 1 0-16,3 0 0 0,0-1-4 0,0 2-3 16,-1 1 3-16,0-2-3 0,0 2 4 0,-1-1 0 15,-1 0 2-15,3 2 0 0,0 1 5 0,1 0-6 16,3 0-1-16,0 0 1 0,0-1 6 0,-1 0-8 15,0 2 4-15,1-1-5 0,0 1 3 0,0-1-3 16,1 0-1-16,1 1-1 0,0-2 3 0,1 1 3 0,2 0-4 16,1-1 2-16,1 1 3 0,1 0-3 0,0 0 6 15,2 1-5-15,0 0 0 0,-1-1-4 0,3 2 2 0,-1-1-3 16,1 1 9-16,1-1-6 16,1-1 2-16,0 0-2 0,0-1 4 0,1 0-6 15,-1-1-1-15,2-1-3 0,0 0 8 0,0-7-7 16,0 0 5-16,0 1-6 0,0 17 9 0,0-18-6 15,0 0 1-15,0 0-3 0,0 0 6 0,0 0-1 16,0 0 0-16,0 0-1 0,0 0 5 0,0 0-6 16,0 0 2-16,0 0-3 0,0 0-3 0,0 0-10 15,0 0 1-15,0 0-6 0,0-1-23 0,-5-15-6 16,5 16-2-16,0-1 2 0,0 1 15 0,-1-22-7 16,1 22 4-16,0 0-5 0,-3-19 5 0,3 19 16 15,0-1-2-15,-6-17 9 0,6 18 11 0,0-1 1 0,-8-16 4 16,8 17-1-16,0 0 6 0,0-1-5 15,-15-18 1-15,15 19-2 0,0 0 2 0,-1-1 2 16,0 1-1-16,-16-18 1 0,17 18-2 0,-1 0 0 16,1 0 2-16,-1 0-2 0,-15-5 5 0,16 5 1 15,0 0 6-15,-1 0-5 0,1 0 0 0,0 0-9 16,-1 0 0-16,1 0-2 0,-1 0 4 0,1 0-4 16,-15 19-1-16,15-19-2 0,0 0 4 0,-1 23 6 15,1-14 0-15,0 0 2 0,1 1-9 0,-1 0 7 16,0 0-4-16,1 1 7 0,0-1 3 0,1-1 4 0,-1-2 0 15,1 0 0-15,0 0 0 0,1-1 0 16,-3-6-5-16,0 1 1 0,0-1-10 0,0 1 12 16,15 15-5-16,-15-16 5 0,1 0-16 0,-1 0 6 15,19 2-3-15,-19-2 3 0,0 0-7 0,20-5-5 16,-20 5 6-16,0-1-6 0,19-13 6 0,-12 7-42 16,0 1-51-16,0-1-13 0,0 1-292 0,1-2-311 15</inkml:trace>
  <inkml:trace contextRef="#ctx0" brushRef="#br0" timeOffset="36067.86">1787 3101 1711 0,'0'0'80'0,"0"0"19"15,0 0 0-15,0 0 7 0,0 0 4 0,0 0-18 16,0 0-2-16,0 0-7 0,1 0-16 0,-1 0-17 16,17 3 0-16,-17-3-6 0,1 0-5 0,0 0 12 15,-1 1-10-15,20 8 11 0,-20-9-7 0,0 0-10 16,1 0 5-16,19 7-10 0,-20-7-4 0,1 0 8 15,-1 1-2-15,18 11 4 0,-18-12-4 0,0 0-6 16,0 0-1-16,1 0-2 0,9 17 3 0,-10-17 2 16,0 0 2-16,0 18-2 0,0-18-7 0,0 0 2 15,-10 22-7-15,5-13 6 0,-1 1-9 0,0 1-1 16,-1-2-3-16,-1 0 0 0,0 0-4 0,0 0 4 16,0 0 0-16,-1-1-1 0,1 0-10 0,0-2 9 0,-1 1-3 15,2-1 6-15,-1 0-3 0,1-2-1 16,1 0 0-16,0-1 0 0,0 0-4 15,6-3 3-15,0 0 6 0,-1 0-1 0,1 0 10 0,0 0-5 16,-1 0-4-16,1 0-1 0,-1 0-15 16,1 0 3-16,0 0-2 0,0 0 4 0,0 0 2 0,0 0-2 15,17-2-4-15,-16 2 1 0,-1 0 2 0,25-5 1 16,-16 4 2-16,1-1-2 0,1 0-7 0,0 1 6 16,-1-1-2-16,1 1 3 0,-2 0 5 0,0 1-5 15,0-2 0-15,-2 1-1 0,1 0 1 0,-1 1-4 16,1-2 0-16,-1 1-1 0,0 0 3 0,0-1-6 15,0 1-2-15,0-1-12 0,0 0-113 16,-1 1-52-16,1-2-41 0,1 0 1 0,0 0-129 16,0 0-142-16</inkml:trace>
  <inkml:trace contextRef="#ctx0" brushRef="#br0" timeOffset="36604.98">2001 3073 1581 0,'0'0'142'0,"0"0"21"16,-1 0-5-16,1 0 6 0,-1 0-21 0,1-1-6 16,0 1-1-16,-1 0-6 0,1-1-35 0,-1 1-30 0,1-1-10 15,0 1-6-15,-1-1-36 0,0 1-13 0,1 0 6 16,0 0-6-16,0 0 7 0,0 0-3 0,0 0-2 15,0 0 0-15,16-2 1 0,-16 2 7 16,1 0 0-16,23 1 3 0,-14-1 0 0,0 0 0 16,2 0-3-16,0 0 1 0,-1 0 1 0,0 0 5 15,-1 0 2-15,3 1-1 0,0-1 0 16,0 0-4-16,2 1 2 0,-3 0-1 0,1 0 6 0,-3 1-3 16,0 0 3-16,-2 0-2 0,-1 0 7 0,-2 1 4 15,-5-3-1-15,2 0 3 0,-2 0 10 0,0 0-4 16,1 1 2-16,16 12-3 0,-17-13 9 0,0 0-4 15,0 0 3-15,0 1-6 0,0-1-6 0,-3 18-4 16,3-18-3-16,0 1 2 0,0-1-2 0,-6 18-7 0,6-18-3 16,0 0-1-16,-6 18-8 15,6-18 4-15,0 1 1 0,-7 21 1 0,5-12 0 0,0 1-3 16,-1 0 2-16,0 1-3 0,1 0 2 0,-1 1-4 16,1 0-3-16,0 1 1 0,-1 0-5 0,0 0 0 15,0 0 0-15,0-1 0 0,1 0 0 0,-1 0 0 16,0-1 0-16,0 0 0 0,0 0 0 0,0 1 0 15,-2 1 0-15,2 1 0 0,-1 0 0 16,1 1 0-16,0-1 0 0,0-2 0 0,0 0 0 16,-1-1 0-16,-1-1 0 0,1-1 0 0,1-1 0 0,1 0-93 15,-1-2-38-15,1-2-36 0,2-5-253 0,0 0-317 16</inkml:trace>
  <inkml:trace contextRef="#ctx0" brushRef="#br0" timeOffset="37619.49">610 2989 1478 0,'0'0'203'0,"0"0"108"0,0 0 25 15,0-1-223-15,0 1 4 0,0-1-51 0,0 1-7 0,0-1-7 16,0 1-9-16,-1-1-11 0,1 1 8 0,-1 0-11 16,-16 0 0-16,17 8 8 0,-3 1-3 0,2 1 5 0,1 0-11 15,-3 1-1-15,2 2-3 16,0 1 3-16,-2 1-5 0,2 1 2 0,-1-2 0 16,1 0 1-16,0 0-11 0,1-2-4 0,0 0-3 15,0-3 1-15,0 0-3 0,0-3-7 0,3 1-6 16,0-2-2-16,-3-5-16 0,1 1 10 0,-1-1 1 15,18 8 3-15,-10-10 8 0,1-3 1 0,2-2 0 0,1 0-1 16,1 1 1-16,-1-1 6 0,-1 1 0 0,-1-2 3 0,-1 0-2 16,0 0 0-1,-1-2 4-15,0 2-2 0,-2 0 10 0,0-1 5 0,-1 0 2 16,-1 0 2-16,0 1 7 0,-2-1 2 0,0 2 0 0,0 1 2 16,-2 6 8-16,0 0 6 0,0 0-2 15,-2-17 3-15,2 17-10 0,0 0-9 0,0 0-6 16,0 0-2-16,0 0-14 0,-1 0-11 0,-15-4 6 0,16 4-6 15,0 0 4-15,0 0 1 0,-11 17-4 0,11-17 1 16,-6 17-7-16,3-6 3 0,1 0 3 0,-1 2-1 16,0 1 4-16,1 0-1 0,-1 2-4 0,1 0 1 15,-1 3 1-15,1 2 2 0,-2 1 1 16,0 1-1-16,0 0-2 0,1 0 5 0,-2-1-1 16,2-1 3-16,-1-2-6 0,1-2 1 0,-2 0 1 15,0 0 0-15,0 1 5 0,0 0 0 0,0 0 0 16,-1-1 0-16,0-3-1 0,-2 0 2 0,1-2 1 15,1-1 0-15,0-2 1 0,2-1-3 0,-1 0-2 0,0-3-1 16,1 0-5-16,-1-2 13 0,5-3-8 0,0 0 10 16,0 0-7-16,-17 5-9 0,17-5-12 0,-1 0-5 15,1 0-65-15,-21-16-49 0,15 9-27 0,1-4-16 16,1 1-156-16,3-1-177 0,1 0-53 16</inkml:trace>
  <inkml:trace contextRef="#ctx0" brushRef="#br0" timeOffset="37864.31">884 3277 1924 0,'0'0'47'0,"0"0"53"0,0 1-4 15,0-1 27-15,-3 17 19 0,3-17 9 0,0 0-16 0,-4 21 10 16,2-12-48-16,0 0-41 0,-1 2 1 15,1-1-15-15,-1 0-5 0,1 2-7 0,0-1-5 0,0 1 0 16,0 1-16-16,0 0-4 0,-1 1 1 0,1 0-1 16,-1-2-3-16,1 0 0 15,0-2-2-15,0-2 1 0,2 0-1 0,0-8-55 0,0 0-15 0,0 0-26 16,0 1-135-16,0-1-116 0,0 0-38 0</inkml:trace>
  <inkml:trace contextRef="#ctx0" brushRef="#br0" timeOffset="38020.46">962 3120 2032 0,'0'0'113'0,"0"0"115"15,0 0-104-15,0 0-50 0,0 0 1 0,0 0-22 16,0 0-26-16,0 0-3 0,0 0-3 0,0 1-1 16,0 16-10-16,0-17-170 0,0 0-56 0</inkml:trace>
  <inkml:trace contextRef="#ctx0" brushRef="#br0" timeOffset="38763.86">1949 1773 1691 0,'0'0'116'0,"0"0"-29"0,0 0 59 0,0 0-22 16,0 0-6-16,0 0 2 0,0 0-8 0,0 0-9 15,1 0 0-15,-1 0-53 0,1 0-17 0,15-8-1 16,-16 8-7-16,0 0-5 0,22 4-4 0,-13-4 1 0,0 1-3 15,0 0-1-15,1 0-8 0,0 0 5 16,-1-1-6-16,2 1 1 0,-3-1 3 0,-1 0-2 0,-7 0 2 16,0 0 3-16,1 0-3 15,-1 0 0-15,17 1-1 0,-17-1 4 0,0 0 29 0,0 0-6 0,0 0 11 16,0 0-30-16,-1 0-24 16,0 0 0-16,-19 4-7 0,20-4 9 0,-15 4 3 15,7-2 0-15,-2 0 2 0,0 0 5 0,0 1-3 16,0-1 0-16,0 0 0 0,0 0 9 0,2 0-10 15,0 1 1-15,0 0-5 0,2-1 3 0,1 0 2 16,5-2 0-16,-1 0 0 0,1 0-11 0,-1 0 2 0,1 0-7 16,0 1 4-16,0-1-12 0,0 1 24 0,0-1-4 15,0 1 9-15,16 8-5 0,-7-9-1 0,3 1 3 16,1-1-2-16,0 0-1 0,1 0 1 0,0-1-3 0,0 1 2 16,1 0 0-16,-1-2-9 15,2 0-77-15,1-1 5 0,1-1-406 0</inkml:trace>
  <inkml:trace contextRef="#ctx0" brushRef="#br0" timeOffset="41308.74">2012 1797 688 0,'0'0'-11'0,"0"0"38"15,0 0 5-15,0 0 53 0,0 1 4 0,9 16-18 16,-9-17-11-16,0 0 22 0,1 1-7 0,-1-1-7 16,0 1-1-16,14 19-5 0,-14-20-33 0,0 0-10 0,1 1-4 15,-1-1-1-15,18 11 0 0,-18-11 2 0,1 0-3 16,-1 0 2-16,0 0 1 0,17 4 1 0,-17-4 4 15,1 0-3-15,-1 0 4 0,17-5-152 0,-17 5-45 16</inkml:trace>
  <inkml:trace contextRef="#ctx0" brushRef="#br0" timeOffset="47174.37">1900 1793 290 0,'0'0'141'0,"0"0"-11"0,0 0 63 15,0 0 11-15,0 0-24 0,0-1-18 0,0 1-38 16,0-1 2-16,0 1-9 15,0-1-10-15,-14-18-12 0,14 19-1 0,0 0-4 16,0 0-3-16,0 0-6 0,0 0 0 0,0 0-4 16,0 0-5-16,0 0-16 0,-1 0 0 0,1 0-8 0,0 0-21 0,0 0-6 15,0 0-4-15,0 0 1 0,0 0-4 0,0 0 0 16,0 0 4-16,0 0-2 16,1 0 9-16,-1 0-13 0,1 0 5 0,19 2-6 15,-20-2 8-15,0 0-8 0,18 3-4 0,-18-3 0 16,0 0-4-16,22 1 8 0,-13-1 1 15,0 0 2-15,1 0-10 0,1 0 8 0,0 0-4 0,0 0 5 16,0 1-8-16,1-1 1 0,1-1 0 16,-2 2 1-16,0-1 1 0,0 0 2 0,-2 0-4 0,-1 1 3 15,0-1-2-15,-1 1 0 0,1 0 2 0,-8-1-2 16,0 0 4-16,1 0 6 0,-1 0 0 0,18 4 2 16,-18-4 2-16,0 0 7 0,0 0 5 0,0 0-1 15,0 0 9-15,0 0-5 0,0 0-6 0,0 0 0 16,0 0-17-16,0 0-99 0,0 0-19 0,0 0-49 15,0 0-233-15</inkml:trace>
  <inkml:trace contextRef="#ctx0" brushRef="#br0" timeOffset="48549.75">7357 1713 409 0,'0'0'81'0,"0"0"122"0,0 0 38 0,0 0 7 16,0 0-4-16,0 0-87 0,-1 0-1 0,1 0-15 15,0 0-28-15,-1 0-14 0,1-1-3 0,-1 1-2 16,1-1-7-16,-1 1-14 0,1-1-2 0,-1 1-8 16,1 0-18-16,0-1-3 0,-1 1 1 0,-9-16-2 0,10 16-8 15,0 0-7-15,0 0-6 0,0 0 1 0,0 0-7 16,1 0 1-16,-1 0 6 16,18 5-3-16,-18-5-1 0,0 0 5 0,20 4-6 0,-19-4 6 15,15 1-7-15,-6 1 0 0,0-1 1 16,2 0 0-16,1 0 1 0,0-1 0 0,1 0 1 0,1 1-2 0,-2 0-3 15,2 0-2-15,-1 2-2 16,1-1 2-16,-1 0 3 0,0 0-11 0,-1-1 6 16,1 1-8-16,-1 0 1 0,3 0 1 0,0 0 0 15,-1 0 1-15,2 1 3 0,-2-1-1 0,1 1-1 0,-2 0 1 16,0-1-3-16,-2 1 1 0,-1 0 0 0,1-1 1 16,-2 0 3-16,1 0-3 0,-1-1 3 0,-2 1-3 15,2 0 1-15,-1 0 3 0,-1-1-2 0,2-1 2 0,0 2-4 16,0-2 2-16,2 2-1 0,-2-2 1 15,1 1-5-15,-1 0 0 0,-1 0-1 0,0 0 0 0,0 0 5 16,-1 0 0-16,-1-1-1 0,0 1 0 16,-2-1-2-16,1 0 6 0,-6 0 0 0,0 0 2 15,1 0-1-15,15 1 1 0,-16-1 0 0,0 0 0 16,0 0 2-16,0 0 1 0,2 0 3 0,-2 0-1 16,0 0 6-16,0-1-17 0,1 1-9 0,-1-1-7 15,1 1-59-15,-1-1-29 0,9-15-4 16,-9 16-11-16,0 0-35 0,0-1-37 0,0 1 2 0,-1 0-19 15,1-1-50-15,-16-15-214 0</inkml:trace>
  <inkml:trace contextRef="#ctx0" brushRef="#br0" timeOffset="49085.94">7431 1717 1226 0,'0'0'39'0,"0"0"32"15,0 0-45-15,0 0 87 0,0 0-11 0,0 0 33 16,0 0-19-16,-1 0-22 0,1 0 2 0,0 0-14 0,0 0-26 16,0 0-4-16,0 0-2 0,0 0 3 0,0 0 8 15,1 0 0-15,18 7 1 16,-9-6-3-16,2 0-9 0,0-1 1 0,1 0 2 15,2 1-2-15,0-1 0 0,0 2-23 0,-1-1 5 0,1 0-11 16,0 0 1-16,0 0-1 0,2 0-3 16,1 0 2-16,1 0-2 0,0 0-5 0,1 0-3 0,-2-1-1 15,-1 1-9-15,0 0 16 0,-2 0-4 16,-1 0 6-16,-1 0-9 0,-1 0 1 0,1 0-2 0,-3-1 1 16,2 1 2-16,-3 0-1 0,-2 0 2 0,1-1-3 15,-2 0 3-15,-6 0 11 0,0 0-7 0,0 0 8 16,1 0 3-16,-1 0-11 0,0 0 9 15,1 0-12-15,0 0 2 0,-1 0-33 0,0 0-4 16,1 0-14-16,-1 0-44 0,1 0-50 0,-1 0-13 16,1-1-15-16,-1 1-78 0,0-1-184 0,1 1 860 15</inkml:trace>
  <inkml:trace contextRef="#ctx0" brushRef="#br0" timeOffset="49931.07">7448 1680 1137 0,'0'0'-10'0,"0"0"107"0,0 0-6 0,0 0 43 0,0 0-8 16,0 0-31 0,0 0 0-16,0 0-12 0,0 0-24 0,0 0 4 0,0 0-4 15,1 1 5-15,-1-1-3 0,16 11-6 0,-16-11-1 16,1 0-1-16,22 2-1 0,-12-2-15 0,1 1 8 16,0-1-10-16,2-1 10 0,0 2-2 0,1-1-5 0,2 0 3 15,0 1-9-15,3-1 0 0,1 0-4 16,2 1 2-16,0-2-9 0,-2 1 6 0,1 0-4 15,-3 0 3-15,-1 1-10 0,-1-1-2 0,-1 0 2 16,-1 2-2-16,2-1-2 0,-2 0-2 0,0 1-3 0,0-1 0 16,-1-1-3-16,-2 1 3 0,-1-1 1 15,-1 1 0-15,-2 0 3 0,-1-1 3 0,-1 1-5 0,-6-1 5 0,1 0-6 16,-1 0 4 0,1 0-1-16,-1 0 2 0,17 3 3 0,-17-3-6 0,0 0 3 15,0 0-4-15,0 0 3 0,0 0-3 0,0 0-9 0,0 0 1 16,0 0-42-16,1 0-23 0,-1 0-9 0,1 0-6 15,-1 0-42-15,0 0-36 0,1 0-13 0,-1 0-15 16,0 0-119-16</inkml:trace>
  <inkml:trace contextRef="#ctx0" brushRef="#br0" timeOffset="50922.54">1822 1810 1357 0,'0'0'90'0,"0"0"36"15,0 0 15-15,-1 0-61 0,0 0 9 0,1 0 7 16,-1 0-6-16,1-1 4 0,0 1-43 0,-1-1-11 16,1 1-4-16,-1-1 1 0,1 1 4 0,0-1 5 15,0 1-6-15,1 0 4 0,14-8-7 0,-15 8 3 0,2 0 0 16,20 0-1-16,-14 0-9 0,1-1-3 0,-1 0-1 15,0 1-1-15,0 0-5 0,0-1-8 16,2 1 3-16,1 1-4 0,1 0 2 0,0 0-6 16,1-1 4-16,-1 1-4 0,1 1 0 0,-3-1 2 15,2 0-1-15,-1 0 2 0,-1 1 0 0,0-1-4 16,-1 1 0-16,-1 0-1 0,-1-1 3 0,-1 0 3 0,1 0-1 16,-2 1 2-16,-5-2-6 0,0 0 7 15,0 0-3-15,1 0 6 0,-1 0 3 0,17 8-1 16,-17-8-3-16,0 0 1 0,0 0-5 0,0 0-109 15,0 0-21-15,0 0-48 0,0 0-209 0</inkml:trace>
  <inkml:trace contextRef="#ctx0" brushRef="#br0" timeOffset="59711.92">2556 3314 625 0,'0'0'328'0,"0"0"148"0,0 0 12 0,0 0-384 0,0 0-44 16,0 1 22-16,4 18 11 0,-4-19-10 0,0 1-3 15,-8 15-32-15,8-16-1 0,0 1-12 0,-8 19-21 16,8-19-2-16,-7 14-3 0,3-7 1 0,0-2-6 16,-1 2-118-16,0-1-18 0,0 0-60 0,1-1-280 0</inkml:trace>
  <inkml:trace contextRef="#ctx0" brushRef="#br0" timeOffset="60241.61">2816 3068 1967 0,'0'0'91'0,"0"0"-2"0,0 0-8 0,0 0 4 0,0 0-17 15,0 0 13-15,0 0-3 0,0 0 6 0,0 0-11 16,1 18-11-16,-1-18-3 16,2 18-2-16,-2-8-3 0,1 2-2 0,0 0-1 0,-1-1 1 15,1 0 0-15,0 3-7 0,-1 0-2 16,-1 2-3-16,1 2-12 0,0 0-3 0,-1 0-4 15,1 0 1-15,-2-1-9 0,1 0-8 0,-1-1 7 0,1 0-7 0,0-2 7 16,-1-1-7-16,0-1 4 16,0-1-5-16,0 0 3 0,0-1-8 0,1-1-9 0,-1 1-9 15,1-2-125-15,2-1-137 0,0-1-32 0,-1-6-40 16,0 0-170-16</inkml:trace>
  <inkml:trace contextRef="#ctx0" brushRef="#br0" timeOffset="60421.31">3016 3346 1006 0,'0'0'762'0,"0"0"-501"0,0 1-127 0,0-1-33 16,12 20 50-16,-12-20-28 0,0 0 7 0,8 16-16 0,-8-15-11 15,2 16-44-15,-2-8 1 16,-2 2-19-16,-1 1-15 0,-1-2-11 0,-1 3-2 15,-1-2-4-15,1 1-18 0,-2-1-243 0,0-1-31 16</inkml:trace>
  <inkml:trace contextRef="#ctx0" brushRef="#br0" timeOffset="62394.06">8565 1640 944 0,'0'0'123'0,"0"0"-49"0,0 0 78 0,0 0 29 0,0 0-28 0,0 0 27 15,0 0-70-15,1 0-6 0,-1 0-6 0,1 1-13 0,0-1-14 16,16-1-1-16,-17 1-4 0,0 0 1 0,16 0-8 16,-16 0 5-16,16 2-7 0,-7-2-8 0,1-2-9 15,1 1-2-15,1 0-2 16,2-1-6-16,1 2-10 0,0-2 2 0,1 0-5 15,2 1 1-15,-1-2-11 0,1 2 3 0,0-1-4 0,0 0 4 16,-1 1-2-16,0-1-2 0,-2 2 1 16,-2-1 2-16,0 1-4 0,-1 0 1 0,-2 0-2 0,-1 1 3 15,-3-2 3-15,-6 1-1 0,1 0 2 16,-1 0-3-16,1 0 14 0,-1 0 2 0,0 0 6 16,1 0 30-16,-1 0-38 0,0 0 3 0,0 0-17 0,0 0-11 15,0 0-5-15,-17-3 3 0,8 3-2 16,-1 0 2-16,-2 0-2 0,0 0 1 0,-1 0-2 15,-3 0 4-15,-2 1-4 0,0-1 4 0,-3 1-3 16,0 0 8-16,-1 1-1 0,1-1 0 0,1 0-1 16,2 0 1-16,2-1 0 0,0 0 0 0,2 0 0 15,0 0 2-15,2-1-3 0,2 1 1 0,2 0-1 16,1 0 3-16,7 0-2 0,0 0-1 0,-1 0 0 16,0 0 1-16,1 0 1 0,0 0-1 0,0 0-1 0,0 0-6 0,0 0 4 15,0 0 1-15,16-1 1 16,-6 1 6-16,2 0-7 0,1 1 5 0,1-1-5 15,0 0 8-15,2 0 1 0,1 0 0 0,0 0 3 16,1 0 5-16,0 0-8 0,1-1 1 0,1 0-3 16,-2-1 3-16,-1 2-2 0,-2-1 3 0,-2 0-3 15,-2 1-5-15,-2-1 11 0,-1 0-7 0,-8 1 8 0,0 0-7 16,1 0 4-16,-1 0 2 0,0 0 1 0,1 0 13 16,-1 0-3-16,1 0 1 0,-1 0-3 0,0 0-12 0,-1 0-3 15,1 0-3-15,-23-5 1 0,13 5-4 0,-2 0-3 16,-1 1-2-16,-1-1-1 15,-1 0 0-15,-1 0 1 0,-1 0 5 0,0 0-3 16,1 0 3-16,1 0-1 0,3 2 0 0,2 0 0 0,0-1 4 0,3 0 1 16,1 0-5-16,6-1 2 15,-1 0-11-15,1 0 1 0,-1 0 1 0,1 0-1 0,0 0-14 16,0 0 10-16,0 0-2 0,0 0 6 0,15-4 0 0,-4 3 7 16,0 0-5-16,3 1 7 0,0-1-3 0,3 0 1 15,-1-1-1-15,2 1 0 16,0 0-1-16,0 0 9 0,-1 0-3 0,-2 0 4 15,1 1-6-15,-2-1 0 0,-1 1 1 0,-1 0 0 16,-1-1-5-16,-2 0 12 0,-1 1-7 0,-1 0 9 0,0 1-11 16,-7-1 3-16,0 0 3 0,1 0 2 15,-1 0 6-15,1 0-1 0,-1 0-1 0,1 0-2 0,-1 0-28 0,0 0-94 16,1 0-3-16,-1 0-35 16,0 0-45-16,0-1-80 0,0 1-10 0,0-1-44 15,0 1-221-15</inkml:trace>
  <inkml:trace contextRef="#ctx0" brushRef="#br0" timeOffset="62910.93">8620 1614 1479 0,'0'0'-4'0,"0"0"87"0,0 0-1 0,1 0 31 0,19 0-10 15,-20 0-27-15,0 0-4 0,23-4-7 0,-12 2 1 0,1 1-23 16,1-2 4-16,1 2-12 0,-1-1-10 0,2-1-12 16,0 1 1-16,-2-1-5 15,0 1 1-15,-2 1-5 0,-2-1 1 0,0 2-3 16,0-1 6-16,-3 0-3 0,1 1-2 0,-7 0 1 16,1 0 1-16,-1 0-17 0,0 0-14 0,1 0-8 15,15 0-83-15,-16 0-58 0,0 0-14 0,0 0-24 16,0 0-125-16</inkml:trace>
  <inkml:trace contextRef="#ctx0" brushRef="#br0" timeOffset="63171.24">8688 1603 752 0,'7'0'-9'0,"-1"-1"66"16,1 1 8-16,-1-1 21 0,1-1 7 0,0 2-66 15,1-1 0-15,0 0-19 16,0-1-2-16,0 1-5 0,0-1-38 0,-1 1-21 15,1 0-447-15</inkml:trace>
  <inkml:trace contextRef="#ctx0" brushRef="#br0" timeOffset="64631.33">3450 3145 1826 0,'0'0'90'0,"0"0"-16"0,0 0 3 0,0 0-53 15,0 0-8-15,0 0 40 0,0 0 6 0,0 0 9 16,0 0 25-16,0 0-44 0,1 0 1 0,-1 0-16 16,20-6-9-16,-20 6-7 0,0 0 4 0,23-4-4 15,-14 4 2-15,1-1 4 0,1 1-8 0,-1-1 6 0,2 1-7 16,-2-1-4-16,1 3 5 0,-2-1-5 0,0 2 0 15,-2 0 14-15,-7-3-6 0,0 0 7 16,0 0-9-16,1 1-5 0,13 17-1 0,-14-18-2 16,0 0-3-16,-3 21 3 0,0-14-2 0,-2 2 1 0,0 1-7 0,-2 0 1 15,-1 0 3 1,0 1-1-16,-1-1 4 0,0 0-8 0,1 0 4 0,-2 0-5 0,2 0 2 16,1-2 2-16,-1 1-6 0,3-1 5 0,-1-1 0 15,1-1 9-15,0 0 0 0,2-1 2 0,3-5 2 16,0 1-14-16,0-1 5 15,0 0-8-15,-6 18 8 0,6-18-4 0,0 0 2 0,0 0-2 16,1 0-1-16,-1 0-5 0,19 8 1 0,-19-8-2 16,1 0 1-16,19-2 2 0,-11 1 0 0,0-1 2 15,2-1 3-15,-1 2-5 0,1-1-1 0,-1-1-9 0,2 0-89 16,-1-1-121-16,0-1-15 0,1 0-41 16,-1 0-104-16</inkml:trace>
  <inkml:trace contextRef="#ctx0" brushRef="#br0" timeOffset="65305.98">3954 3166 1213 0,'0'0'183'0,"0"0"9"0,0-1-13 0,0 1 10 16,6-19-26-16,-6 19-6 0,0-1-4 0,0 1-4 15,8-19-23-15,-8 19-23 0,0 0 0 0,0 0-9 16,0-1-10-16,8-18-10 0,-8 19 0 0,0 0-5 16,0-1-8-16,0 1-15 0,-3-18 2 0,3 18-8 15,0-1-8-15,0 1-5 0,0-1-3 0,-16-16-1 16,16 17-7-16,0 0-1 0,-1-1-6 0,-16-9 2 16,17 10-6-16,-1 0-1 0,-18-6 1 0,19 6-4 15,0 0-2-15,-22-1-1 0,21 1 1 0,1 0-1 0,-21 2-1 16,21-2-6-16,-1 0 6 15,-17 8-5-15,18-8 5 0,-1 0-2 0,-16 9-3 0,17-9 0 16,-1 0-5-16,1 0-2 0,-1 1 3 0,-12 16-3 16,13-17 0-16,0 1-5 0,0-1-3 0,0 1 1 15,0 18-2-15,0-19 6 0,0 0 0 0,0 1 3 16,15 20 6-16,-10-15-2 0,2 1 4 0,0 0-4 16,0 0 5-16,1-1 7 0,0 3-1 0,0 1 4 0,0 0-4 15,1 3 0-15,-1-1 0 0,0 0 0 16,-1 1-4-16,-2 0 8 0,0 0-3 0,-3 0 6 0,1 0-4 0,-2-1 4 15,-1 0-2 1,-1-1 2-16,-2-1 2 0,-1-1 0 0,-1-1 2 0,-2 0-2 16,1-1 0-16,-3-1-5 0,1-1 3 0,1-1-3 15,-1-1 9-15,0 0-7 0,2 0 4 0,-1-2-4 16,0 1 8-16,0-4 6 0,0 0 1 0,1 0 3 16,0-2 2-16,0 1-3 0,1-1-5 0,0-3 1 0,0 0-7 0,2 0-12 15,1-1 4 1,1-1-5-16,0 0 0 0,2-1 1 0,0-1-3 0,2 0 3 15,1-1-3-15,1-1-2 0,0-1 1 0,2 1-1 16,0-1 2-16,1 1 2 0,1-1-3 0,1 1 4 16,0 1-4-16,2 1-2 0,0 1 1 0,1 2-1 15,1 0 4-15,1 0-5 0,0 1 4 0,-1 0-3 16,0 0 10-16,1 2-1 0,-2-1-3 0,-1 2 0 0,-2 0-3 16,-1 2 0-16,-1 0 3 0,-1 1-1 0,-7 1 4 0,1 0-2 15,-1 0-1 1,17 1-1-16,-17-1 3 0,0 0-1 0,0 0-26 0,0 0 0 15,1 1-149-15,-1-1-67 0,1 1-38 0,-1-1-18 16,12 17-188-16</inkml:trace>
  <inkml:trace contextRef="#ctx0" brushRef="#br0" timeOffset="66056.78">4225 3298 1823 0,'0'0'57'0,"0"0"7"16,0 0 16-16,1 1 21 0,10 15 8 0,-11-16-3 16,0 0-5-16,-2 23 0 0,-1-13-41 0,-7-7-26 15,5 9-2-15,0-3-9 0,-2 1-10 0,-1-2-10 16,0 1 5-16,0 0-7 0,0-1-13 0,1 1-217 15,0-1-28-15</inkml:trace>
  <inkml:trace contextRef="#ctx0" brushRef="#br0" timeOffset="66700.93">4492 3093 255 0,'0'0'1316'0,"0"0"-465"0,0 0-830 0,0 0 0 0,0 0-10 0,0 0 54 0,0 0 0 0,0 0 11 16,0 1-13-16,0-1-25 0,0 0-3 0,0 1-5 0,21 19 1 15,-21-20 7-15,1 0-5 16,19 9 5-16,-12-5-8 0,0 0-3 0,1 1 3 16,0-1-2-16,2 1 3 0,-2-2-4 0,-1 1-3 0,-1 0 0 15,-1 0-11-15,0 0 5 0,-6-4-1 0,0 0 3 0,1 1-5 16,6 16-5-16,-7-17-3 16,0 1 1-16,-12 20-1 0,5-13-2 0,-1 0 1 15,-2 1-1-15,-2 1-2 0,0-1-1 0,-1 1-1 0,0-1 1 16,1 0-2-16,0 1 4 0,-1-1-2 0,0-1 2 15,0-1-1-15,1 0 2 0,1 0-2 0,2-2 1 16,2 0-4-16,2 0-3 0,5-5 0 0,0 0 0 16,-1 0-1-16,0 1-5 15,1-1-2-15,0 1-1 0,0 16-5 0,0-17 13 0,0 0 0 16,19 4 4-16,-10-4-2 0,2 0 12 0,-1 1-5 0,2-2 7 16,0 1-12-16,0-1 8 0,0 1-4 0,1 0 5 15,-1-1-9-15,1 1 0 0,1-2 5 0,0 2-2 16,-1 0 8-16,0-1-10 0,-1 0 1 0,-1 1-2 15,0-2 0-15,-1 2 0 0,0-1-27 0,-1-1 4 16,0 1-145-16,-1 0-36 0,-1 1-33 0,0 0-1 16,-1-1-100-16,1 1-176 0</inkml:trace>
  <inkml:trace contextRef="#ctx0" brushRef="#br0" timeOffset="66865.64">4827 3330 1071 0,'0'0'172'0,"0"0"52"0,0 0 58 0,1 0-140 16,-1 1 19-16,13 18-14 0,-13-19 0 0,0 0-7 0,2 18-21 16,-5-9-54-16,-1 2 6 15,-3 0-24-15,-1 2-24 0,-1 0-10 0,0 0-8 0,-2 1-2 16,1-1-60-16,1-2-278 0,1 0-58 16</inkml:trace>
  <inkml:trace contextRef="#ctx0" brushRef="#br0" timeOffset="67296.5">5999 3258 1493 0,'0'0'1239'0,"0"0"-1224"0,0 0-18 0,0 0 10 0,0 0 2 0,0 0-2 0,0 0-2 0,0 0-2 0,0 0 5 0,0 0-5 0,1 0 0 0,0 0-57 16,-1 0-16-16,0 1-21 0,1-1-107 0,15 6-96 15,-16-6-47-15</inkml:trace>
  <inkml:trace contextRef="#ctx0" brushRef="#br0" timeOffset="67446.5">6280 3288 1274 0,'0'0'77'0,"1"0"144"0,-1 0-137 16,17 13 25-16,-17-13-3 0,0 0 5 0,1 1-23 0,0-1-23 15,-1 1-7-15,16 15-10 16,-16-16-46-16,0 0-27 0,0 0-32 0,1 0-10 0,0 0-202 16</inkml:trace>
  <inkml:trace contextRef="#ctx0" brushRef="#br0" timeOffset="67621.34">6765 3275 2375 0,'11'3'13'0,"-5"-1"-11"0,1-1 0 0,-1 2-9 0,-6-3-94 0,0 0-192 16,1 0-56-16</inkml:trace>
  <inkml:trace contextRef="#ctx0" brushRef="#br0" timeOffset="67779.2">7278 3250 2668 0,'7'1'-16'0,"1"1"-216"0,-4-6-202 0</inkml:trace>
  <inkml:trace contextRef="#ctx0" brushRef="#br0" timeOffset="68078.11">8230 3163 1985 0,'8'-1'333'0,"1"0"-282"0,1 1 25 0,2 1-70 0,0-1 0 0,0 1-182 15,0 0 35-15,-1 0-86 0,-1-1 52 0,1 0-89 16,0 0-204-16</inkml:trace>
  <inkml:trace contextRef="#ctx0" brushRef="#br0" timeOffset="72525.23">10734 2977 1112 0,'0'0'58'16,"0"0"40"-16,0 0 43 0,0 0 4 0,0 0 37 0,0 0-32 15,0 0-1-15,0 1-18 0,0-1-27 0,0 0-25 16,0 1 3-16,0-1-10 0,0 1 2 0,0-1-9 15,0 1-1-15,0-1-2 0,0 0-1 0,0 1-5 16,-1-1-2-16,0 1-1 0,-5 17-8 0,6-18-13 16,0 0 5-16,0 0-9 0,0 0-2 0,0 1-3 15,0-1-4-15,0 16 0 0,0-16-10 0,0 0 0 16,0 0 5-16,0 1-3 0,0 15 10 16,0-16-16-16,0 0 3 0,0 1-6 0,0-1 9 0,0 19 0 15,0-19 0-15,0 1-1 0,0-1 1 0,0 1-5 16,1 18 3-16,-1-19-3 0,0 1 5 0,0-1-1 0,8 18-3 15,-8-18 1-15,0 0-7 16,1 1 6-16,10 19-6 0,-11-20 6 0,0 1-1 16,0-1-6-16,13 19 7 0,-13-19-6 0,1 1 6 0,-1-1-2 15,15 18-1-15,-15-18-1 0,0 0 2 0,1 1 2 16,-1-1 3-16,19 20-2 0,-19-20-3 0,0 0 7 16,0 0-4-16,0 0 6 0,15 21-4 0,-15-21-1 15,0 0 2-15,0 1-2 0,7 15 2 0,-7-16 3 16,0 0-5-16,0 1 4 0,4 19-11 0,-4-20 8 15,0 0 2-15,0 1 2 0,-3 18-2 0,3-19 4 16,0 0-4-16,-1 1 4 16,-12 20-4-16,13-21-3 0,0 0 1 0,-17 18-1 0,10-12 0 15,-2-1-1-15,1 2-1 0,-1-3 0 0,0 2-7 0,-1-2 1 16,-1 0-9-16,2 0 3 0,-2-1-38 0,2 0-47 16,-1-2-2-16,1-1-20 0,1-2-48 0,-1 0-65 15,0-2-11-15,1-1-26 0,1 0-102 0</inkml:trace>
  <inkml:trace contextRef="#ctx0" brushRef="#br0" timeOffset="72877.72">10670 3010 1751 0,'0'0'75'0,"0"0"19"16,0 0 5-16,0 0 18 0,0 0 79 0,0 0-47 15,0 0-7-15,0 0-14 0,0 0-28 0,20 7-8 0,-20-7 1 16,14 1-5-16,-4-1-7 16,0 1-16-16,1-1-4 0,0 0-4 0,1-1-17 15,-1 1 8-15,1 0-5 0,0-1 4 0,-1 1-21 0,-1 0-10 16,0-1 1-16,-1 1-4 0,0 0 5 0,0 1-8 15,-1-1 5-15,0 0-5 0,-2 0 6 0,1 0-12 16,0-1 4-16,-2 1-5 0,1 0 10 0,-6 0-5 16,0 0 3-16,1 0-3 0,-1 0-1 0,17-4-2 15,-17 4-4-15,0 0 2 0,0 0-7 16,0 0-106-16,1-1-2 0,-1 1-47 0,18-12-102 16,-18 12-131-16,0 0-58 0</inkml:trace>
  <inkml:trace contextRef="#ctx0" brushRef="#br0" timeOffset="74078.25">11020 3063 1453 0,'0'0'32'0,"0"0"43"0,0 0 33 0,0 0 45 0,0 0 33 15,-1 0-60-15,1 1-5 16,-1-1-12-16,1 0-23 0,-18 4-19 0,18-4 4 15,0 0-12-15,0 0-11 0,0 0-7 0,0 0-2 16,0 0-2-16,0 0-2 0,0 0-4 0,0 0-3 16,1 1 0-16,-1-1-1 0,1 1-6 0,16 11 5 0,-17-12-6 15,1 0-3-15,-1 0 0 0,17 8-1 16,-17-8 0-16,0 0-7 0,0 0 6 0,21 11-7 16,-21-11 6-16,0 0-8 0,1 0 2 0,18 13 6 15,-19-13-3-15,0 0 10 0,1 0-3 0,-1 0-3 0,17 17 0 16,-17-17 2-16,0 0 7 0,0 0 1 0,0 1 2 15,0-1 4-15,9 20-3 0,-9-20 2 0,0 1-2 16,0-1-4-16,-10 17-2 16,10-17-3-16,-1 0 0 0,0 1-8 0,-16 20 3 15,11-12-5-15,-2-3 4 0,1 2-8 0,0-1 1 0,-1 0 4 0,0 0-3 16,-1-1 1-16,0 1-5 0,1-1 0 0,0 1-2 16,-1-1-2-16,3 0 2 0,-2-1-1 15,2 0 1-15,1-1-1 0,0 0-3 0,5-4 0 0,0 0-1 16,0 1 4-16,-1-1-6 15,1 1 5-15,0-1-6 0,0 1 5 0,-1-1 4 0,1 1-2 16,0-1 3-16,0 0-1 0,0 1-2 16,0-1 3-16,1 1-3 0,-1-1 6 0,20 12-3 15,-20-12-2-15,1 0 0 0,-1 0-1 0,21 2 4 0,-21-2-4 16,0 0 3-16,16 1-5 0,-16-1 2 0,1 0 0 16,15 1 0-16,-16-1 0 0,0 0 2 0,1 0-1 0,19-1 1 15,-20 1 1-15,1 0-1 0,-1 0-2 0,17-4 0 16,-17 4 3-16,1 0-6 0,-1 0 5 0,0-1-5 15,17-8 6-15,-17 9-29 0,0 0-22 0,0 0-9 16,1 0-111-16,16-12-69 0,-17 12-19 0,1 0-24 16,0-1-128-16</inkml:trace>
  <inkml:trace contextRef="#ctx0" brushRef="#br0" timeOffset="74321.48">11230 3267 1649 0,'0'0'70'16,"0"0"5"-16,1 0 126 0,0 0-6 0,-1 0 11 0,0 0-20 16,0 1-44-16,17 9-29 0,-17-10 1 0,0 0-14 15,0 0-19-15,0 1-13 16,-2 18-6-16,2-19-4 0,0 1-22 0,-10 17-10 15,10-18-1-15,0 1-8 0,-17 16-44 0,17-17-179 0,0 0-32 16,-17 9-81-16,17-9-383 0</inkml:trace>
  <inkml:trace contextRef="#ctx0" brushRef="#br0" timeOffset="75540.11">10978 1705 581 0,'0'0'68'0,"0"0"-27"0,0 0 45 16,0 0 22-16,0 0-11 0,0 1 12 0,0-1-44 15,0 0 5-15,0 1-15 0,0-1-22 0,0 1 5 0,0-1 1 16,0 1 1-16,0-1-4 0,0 1 2 0,0-1-2 16,1 0 2-16,-1 1-8 0,1-1-1 15,18 15-6-15,-19-15 4 0,1 0-8 16,17 1-2-16,-17-1 2 0,-1 0-3 0,24 0 2 0,-16 0-12 15,1-1 6-15,1 1-8 0,1-1 4 0,-1 1 4 16,3 0 1-16,-1-1 1 0,2 0 10 0,1 0 2 0,1 0-2 16,2-1 1-16,0 2-7 0,0-2-5 15,0 1 2-15,0-1-3 0,-1 1 3 0,0 0 3 0,1 0-6 16,-2 1 5-16,0-1-5 0,1 1-7 16,0-1 6-16,0 1-6 0,0-1 9 0,-1 1-1 15,-2-1 0-15,-1 1-2 0,0 0-9 0,-3 0-123 16,1 0-24-16,-2 0-62 0,0 0-313 0</inkml:trace>
  <inkml:trace contextRef="#ctx0" brushRef="#br0" timeOffset="76116.11">11245 1836 2100 0,'-4'3'48'0,"4"-3"-50"0,0 1-10 0,0-1 10 15,-13 21-1-15,13-21 3 0,0 1-2 0,-10 19 0 16,6-12-2-16,0 0 1 0,-1 1-6 0,-1 2 8 0,2-2-1 15,-2 3 3-15,0 0-1 0,-1 1 3 0,-1 0-2 16,1 2 2-16,-1 0-7 16,2 0 3-16,-2 1 0 0,0 1 1 0,1 0-3 15,-1 2 5-15,2 3-2 0,-1-1 4 0,-1 3-4 0,1-1-6 16,0 0 0-16,1-1-2 0,1 2 6 0,-2-1-3 16,2-1 5-16,0 2-3 0,0-1 7 0,-1 2-4 15,0 1 0-15,0-1-1 0,0-1 3 0,0 1-2 16,0 0 6-16,-1 0-3 0,0-1 7 0,-1 2 8 15,1-2-5-15,-1 0 4 0,1-1-13 0,2-3 5 16,-3-2-3-16,3-3 4 0,1-2-4 0,-1-2 2 16,2-3 0-16,-1-2-1 0,4-6-3 0,0 1-38 15,0-1-4-15,-1 1-17 0,1-1-42 16,0 1-37-16,-1-1-14 0,-18 6-10 0,19-6-55 0,-4-12 37 16,1 4 11-16,2-1 15 0,1-1 79 0,-1 0 39 15,0-1 6-15,1-1 12 0,0 1 29 0,-1 0 56 16,1 3 6-16,0 1 19 0,0 7 30 0,0 0 10 15,0 0-2-15,0-1 4 0,0 1-29 0,0 0-54 16,0 0 0-16,0 1-16 0,-6 19 5 0,4-12 10 16,2 2-7-16,2-1 5 0,0 0-26 0,1 0-20 15,3-2 3-15,1 0-9 0,2 0-2 0,2-3-91 16,1 0-61-16</inkml:trace>
  <inkml:trace contextRef="#ctx0" brushRef="#br0" timeOffset="77376.45">6253 1815 2447 0,'-4'-6'70'0,"3"0"-57"0,1 6-16 0,0-1-37 16,0 1-16-16,3-17 25 0,-3 17 8 15,0 0 7-15,1 0 15 0,-1 0-5 0,0-1-5 16,1 1 1-16,16-13-9 0,-17 13 11 0,0 0-3 0,18 2 5 15,-11-1 1-15,4 2-1 0,1-1 1 0,3 1-2 16,2 0-2-16,-2 1 7 0,3-1-1 0,1 2 2 16,0-1-4-16,0 1 0 0,1 0-1 15,0 0-1-15,4 0-1 0,2 1 4 16,2-1 1-16,2 0 2 0,-1 0 1 0,0 1 1 0,0-1 1 0,1 1 0 16,2 1-1-16,1-3 1 0,1 2-1 0,2-1 1 15,-3 2-4-15,0 0 3 0,1 1-1 0,1 0 2 16,2-1 0-16,0 1-4 15,-1-1-1-15,-1 1-1 0,1-1 3 0,2 1-1 16,1 0 1-16,2 0-2 0,-1 0 3 0,-2 0-2 16,4 0 0-16,2-1 0 0,0 0 5 0,0 0-3 0,-1-1 2 0,1 0-2 15,2 0 1-15,1 0-5 16,0 0-1-16,-2-1-2 0,2-2 3 0,1 1 0 0,0 1 2 0,-1 1-2 16,2 1-7-16,1-2 11 0,0-1-8 0,-1 0 8 15,0 0-3-15,2 2 0 0,0 0 3 0,-1 0-1 16,0 0 2-16,1-1 0 0,-1-1 0 0,0 2 0 15,0-1 6-15,0 0-9 0,0 1 4 0,1-1-6 16,0 0 3-16,-1-1-1 0,1 1 2 0,1 0 0 16,-1 0 2-16,0 0-2 15,0 0 0-15,-1 1 0 0,2 0 4 0,-2 0-4 0,0 0 2 16,1 0-2-16,0 1-3 0,0-1 3 0,-4 1 0 16,2 0 1-16,-1-1-1 0,0-1 4 0,-1 2-6 0,-1-1 4 15,0 0-4-15,1 0 0 16,0-1 3-16,-2 0-1 0,0 0 8 0,2-2-8 0,0 1 2 0,-3-1-4 15,1-1 5-15,0 2-1 16,1-1-2-16,0 1-1 0,-1-1 3 0,-3 1 2 16,2 1-2-16,0-2 0 0,0 2-5 0,-1-2 3 15,-3 2 2-15,0 0 0 0,0 0 3 0,-2 1-5 0,2 0 0 16,-7 0-2-16,0 1 2 0,0-1 6 0,0 1-2 0,0 1 2 16,-1 0-5-16,-1 1-3 15,-3 0 4-15,-1-1-3 0,-1 2 3 0,2-1 2 16,1 1-4-16,-1-1 4 0,0 1 1 0,-3 0-5 0,-1 0 3 0,-2 1-3 15,-1-1 6-15,1 1-3 0,-4 0 1 0,2 1-3 16,1 2 2-16,-1-2 0 0,0 1 0 0,-3-1 1 16,0 1-2-16,-1-1 0 15,-1 1 3-15,1-2-3 0,-1 0 0 0,-1 0 1 0,1 0-4 16,0-1 2-16,-1-2-1 0,2 0 5 0,-1-1 4 16,-3 1-2-16,1 1-1 0,-2-1 22 0,-2 1-12 0,0-1 15 15,-1 0-18-15,-1 0 5 16,-1 0-6-16,-1-1 6 0,0 1-13 0,0-1 4 0,0-1-2 0,-1 1 2 15,0-2-11-15,0 1 8 16,0-1-3-16,-4-5 5 0,0 0-6 0,1 1 2 0,-1-1-1 0,15 16 1 16,-15-16 5-16,0 0 0 15,0 0-1-15,0 0-1 0,0 1-2 0,1-1-5 16,-1 0 2-16,1 0-8 0,-1 0-46 0,1 0-105 0,-1 0-31 0,1 0-41 16,-1 0-259-16</inkml:trace>
  <inkml:trace contextRef="#ctx0" brushRef="#br0" timeOffset="77718">11568 2858 1919 0,'0'0'323'0,"0"0"-330"0,0 0 1 0,0 0-14 16,0 0-13-16,1 0 44 0,-1 0 0 15,0 0 19-15,17 5 20 0,-17-5-21 0,0 0 5 16,0 0-11-16,20 7 0 0,-20-7-5 0,0 0-2 16,22 8 0-16,-21-8 0 0,-1 0 13 0,23 9 3 0,-22-9 3 15,14 5 7-15,-14-5-2 0,15 5 3 0,-15-5 0 16,-1 0 16-16,24 7-1 0,-24-7 1 0,0 0 0 15,18 4-2-15,-18-4-15 0,1 0 0 0,0 0-6 16,20 0-8-16,-21 0-9 16,0 0-2-16,0 0-5 0,21-19-18 0,-15 9-86 15,0-2-19-15,2-2-37 0,1-1-194 0</inkml:trace>
  <inkml:trace contextRef="#ctx0" brushRef="#br0" timeOffset="78568.14">11561 3021 1651 0,'-1'0'140'16,"1"0"-62"-16,-1 0 83 16,1 0-53-16,0 0-9 0,-1 0 20 0,0 0-40 0,0 0-4 0,1 0-8 15,0 0-33-15,0 0 11 0,0 0-6 0,0 0 9 16,0 0 9-16,1 0-21 15,18 7 8-15,-11-4-14 0,0-1-2 0,3 1 1 16,-3-1-5-16,2 1 3 0,1 1-5 0,-1 0 6 16,0-1-2-16,1 2 3 0,-1-1-2 0,0 1-5 15,0-1-1-15,-2 1-2 0,-1-1-5 0,-1 2 2 16,-2-1 4-16,0 0-2 0,-3 1 6 0,0 0 6 16,-1 0-5-16,-3 1 5 0,0 1-8 0,-4-1 2 0,1 2-3 15,-3-2 2-15,-1 1-11 0,0-2-1 0,-1 1-5 16,-1 1 2-16,2 0-5 0,-2 1 1 0,1-1-1 15,1 0-1-15,1-1-5 0,0-1 7 16,2 1-1-16,0-2 3 0,2 0-6 0,1 0 0 16,4-5 0-16,0 0 0 0,0 1-5 0,0-1 1 15,0 1 2-15,0-1 0 0,0 1 7 0,0-1 5 16,0 0-7-16,0 1 5 0,20 6-7 0,-9-9-4 16,0 0 3-16,1 0-2 0,1-1 6 0,0-1-8 15,-1 1 4-15,1 0-7 0,-1 0 4 0,0 0 1 0,0 0-3 0,-1 0 1 16,1-1-19-16,-1-1-103 15,1 1 3-15,0-1-45 0,0 2-54 0,1-1-71 0,2-1-17 0,-1 0-42 16,0 0-286-16</inkml:trace>
  <inkml:trace contextRef="#ctx0" brushRef="#br0" timeOffset="79053.53">12055 3016 1928 0,'0'0'99'0,"0"-1"-4"15,1 1-1-15,16-18 13 0,-17 18 61 0,0 0-15 0,0 0-14 0,1 0 1 16,0-1-49-16,-1 1-36 0,0-1 4 0,0 1-15 16,1 0-15-16,0 0-4 15,-1 0-6-15,0 0 2 0,0 0-8 0,0 0 13 16,-1 1-6-16,-11 19 7 0,5-11-8 0,0 0 8 0,-1 1-2 15,-1 2 4-15,-1 1 2 0,1 2-2 16,0-1 2-16,1 1-2 0,1 0 0 16,-1 1-11-16,1-1 3 0,-1 2-7 0,1 0-6 0,0 0 2 15,1 2 0-15,-1-2 0 0,2 1-6 0,0-1-2 16,1-1-1-16,0 0 1 0,2-1-1 0,0-3-2 16,1 0-2-16,1-1-1 0,0-2-3 0,3 1 0 15,0-2-1-15,1-1 0 0,1-2-6 0,1-1 8 16,-1 0 1-16,2-2 2 0,0 0 6 0,2-2 1 15,0-2-4-15,0-2 3 0,1-1 1 0,1 0 4 16,2-1-1-16,1 2 2 0,1-2 0 0,-3-2 1 0,-1 1 5 16,-1-2-3-16,-1 0 12 0,-2 2-2 15,-1-3 1-15,-1 2-2 0,-2-1-3 0,-1 0 15 16,-2 0-6-16,-1 0 10 0,-2 0 6 0,-2 1-4 0,-1 0 3 16,-2 1-8-16,-2 1-25 0,-2 1-6 15,-2 2-3-15,-1 0 0 0,0 2 0 0,-1 0 0 16,1 1 0-16,2-1-3 0,0 2-38 0,2-1-71 15,-1-1-23-15,2 0-31 0,0-2-215 0</inkml:trace>
  <inkml:trace contextRef="#ctx1" brushRef="#br0" timeOffset="55212.27">1679 5298 0,'9'-21'0,"11"-15"0,13-27 16</inkml:trace>
  <inkml:trace contextRef="#ctx0" brushRef="#br0" timeOffset="89172.25">184 2663 2042 0,'0'0'51'0,"0"0"-54"0,0 0 39 15,0 0-64-15,0 1 15 0,17 8 33 0,-16-9 41 16,-1 0 4-16,24 2 12 0,-15-2 16 0,-5-6-18 0,9 6-1 16,-1-2-7-16,2 1-17 0,0-2-25 0,-1 0 2 15,1 0-10-15,-1-1-12 0,-3 0 5 16,1 1-8-16,-1-1 8 0,1 1-6 16,-1-1 3-16,1 0 0 0,-1 1 0 0,1-1-2 0,-3 0-1 15,1 1 4-15,0-1-3 0,-4 0-5 0,1-1-96 16,-1 1-2-16,-2 0-40 0,-3 4-66 0,0-1-86 15,0 1-21-15</inkml:trace>
  <inkml:trace contextRef="#ctx0" brushRef="#br0" timeOffset="89439.22">342 2488 1589 0,'0'0'69'0,"-1"0"13"0,0 0 25 0,1 0-39 16,-1 0 8-16,1 0-22 0,0 0 6 0,-1 0 7 15,1 0 4-15,-11 18-1 0,11-18-10 0,0 1-13 16,-3 23-2-16,3-10-4 0,-2 0-6 0,2 4-8 16,-2 0 5-16,1 1-5 0,1 2 5 0,-1 0-10 15,0 1 0-15,1-2-4 0,0 0-6 0,0 1 0 16,0-1 0-16,1 1 0 0,1-1-1 0,0-1-7 16,0-3 0-16,2 0-3 0,-1-2-5 15,0-3 7-15,2-1-3 0,0-2 5 0,1-2-8 0,1-1-17 16,-1-4-2-16,2 0-6 0,1-2-16 0,2-4-46 15,-1 0-32-15,1-3-18 0,1-1-208 0</inkml:trace>
  <inkml:trace contextRef="#ctx0" brushRef="#br0" timeOffset="89636.4">549 2666 1222 0,'0'0'87'0,"0"0"158"0,0 0-93 0,0 0-10 16,1 1 7-16,18 7-16 0,-19-8-33 0,0 0-15 16,17 1 2-16,-17-1-11 0,0 0-32 0,22-4-20 15,-12 2-3-15,1 0-6 0,1-1-15 0,0 0 3 0,0 1-1 16,-1-1 2-16,-1 0-4 0,-1 1-107 16,0-1-14-16,-1 0-42 0,-1 0-135 15</inkml:trace>
  <inkml:trace contextRef="#ctx0" brushRef="#br0" timeOffset="89844.92">534 2762 1453 0,'0'0'78'0,"0"0"119"0,0 0-59 0,0 0-7 15,1 0 9-15,16 6-17 0,-17-6-32 0,14-3-27 16,-6 0 5-16,2 0-17 0,0-2-30 0,2 2-15 0,1 0-3 15,1-1-3-15,0 0 2 0,0-1-3 16,-2-1 1-16,1 0-1 0,-1 0-11 0,0 0-76 0,0 0-13 16,0 0-30-16,-1-2-103 15,-1 1-126-15,0-1-191 0</inkml:trace>
  <inkml:trace contextRef="#ctx0" brushRef="#br0" timeOffset="90017.05">840 2569 1660 0,'0'0'88'0,"0"1"57"16,0-1-17-16,1 21 21 0,-2-12-59 0,-1 2 10 0,-2 2 1 15,-1 3 0-15,0 1-6 0,-1 2-30 16,1 1-5-16,-1 0-11 0,-1 3-34 0,1 2-7 16,1 2 2-16,1 2-8 0,0-1-50 0,2-2-307 15,1-1-89-15</inkml:trace>
  <inkml:trace contextRef="#ctx0" brushRef="#br0" timeOffset="91871.64">120 6303 1720 0,'0'0'76'0,"0"0"-3"0,0 0 22 15,0 0-13-15,0 0 4 0,0 1-14 0,0-1-1 16,0 1-5-16,1-1 5 0,-1 1-17 0,11 15 5 0,-11-16-9 16,0 0-1-16,1 0-10 0,17 9-5 0,-18-9-1 15,14 5-7-15,-6-2-3 16,1 0 1-16,0-1-2 0,2 1-3 0,-1-2-8 15,1 0 4-15,1 1-4 0,0-2-1 0,0 0 4 16,-1 0 0-16,-1-1 1 0,1 0 0 0,-2-1 0 0,0 0-1 0,-1-1 2 16,-1 0 1-16,1-1-60 0,-1 0-11 15,-2 0-28-15,0 0-115 0,-1-1-75 16,-2 0-44-16,2-1-57 0,-1 1-617 0</inkml:trace>
  <inkml:trace contextRef="#ctx0" brushRef="#br0" timeOffset="92138.48">278 6146 1840 0,'0'0'128'0,"0"0"14"15,-1 0-12-15,-16 3 8 0,17-3-54 0,0 0-5 16,-1 1-14-16,-11 19 5 0,8-13-38 0,1 3 4 16,0 1-3-16,0 2 3 0,1 1 3 0,0 3-4 15,0 0-2-15,0 2-1 0,-1 2-13 0,2 1-9 16,0 2-2-16,0 1-3 0,-2-1-3 0,1 1 5 0,0 1-1 0,-1 1 2 15,2 2-6-15,-1-1 1 16,0 0 4-16,2-2-3 0,-1-3 4 0,1-3-3 16,1-1-2-16,1-3 2 0,0-2-1 0,1-1 6 0,1-3 0 0,0-2 2 15,-1-1-5-15,2-2-4 16,-5-5-10-16,0 0 1 0,1 0-50 0,19 2-34 16,-13-7-10-16,0-3-14 0,2-1-82 0,-1-2-174 15,1-1-91-15</inkml:trace>
  <inkml:trace contextRef="#ctx0" brushRef="#br0" timeOffset="92387.98">444 6427 1561 0,'0'0'284'0,"0"0"-137"0,0 0-13 16,0 0-19-16,0 0 54 0,0 0-32 0,0 0 4 0,0 0-11 15,0 0-8-15,18 6-31 16,-18-6-13-16,0 0-4 0,1 0-33 0,19 1-19 16,-20-1 2-16,0 0-8 0,18 1-9 0,-17-1 5 15,-1 0-1-15,23-4 2 0,-22 4-6 0,14-3-4 16,-14 3-7-16,-1 0-3 0,20-6-64 0,-19 6-65 16,-1 0-17-16,23-8-23 0,-23 8-107 0,0 0-119 0,19-7-95 15</inkml:trace>
  <inkml:trace contextRef="#ctx0" brushRef="#br0" timeOffset="92598.89">391 6597 2243 0,'0'0'100'0,"0"0"36"0,1 0 23 0,16-4-31 16,-8 1 4-16,1-2-21 0,0 0-29 0,0 1-40 15,-1-1 8-15,1 1-21 0,0 0-10 0,-1-1-10 16,0 0 4-16,0 0-5 0,1 0 2 0,-1 1-29 16,0-2-10-16,0 0-12 0,1 1-75 0,-2-2-70 0,2 0-17 15,1-1-23-15,0 0-85 0,3-1-148 0</inkml:trace>
  <inkml:trace contextRef="#ctx0" brushRef="#br0" timeOffset="93037.93">693 6326 1718 0,'-5'-1'137'0,"0"-1"3"16,-1 2-16-16,6 0 9 0,0 0-46 0,-16 3 26 0,16-3-3 15,0 0 10-15,-1 0 2 0,-18 13-15 16,19-13-1-16,0 0-9 0,0 0-23 0,0 0 6 0,0 17-10 16,0-17 5-16,0 1-34 0,1-1 4 0,18 14-3 0,-19-14 3 15,0 0-8-15,20 9 1 16,-20-9 0-16,1 0 0 0,21 9-8 0,-13-6-6 15,-1 0-1-15,-1 1-1 0,1-1-5 0,-1 1-8 16,-1-1 3-16,-2 1-5 0,-4-4 4 0,0 0 3 16,1 0 1-16,-1 1 0 0,7 19-5 0,-7-20-8 15,-8 13 0-15,0-4-2 0,-1 1-4 0,-2 1 4 16,0 1-1-16,-1-1 2 0,0 1 1 0,0-1-2 16,0 0 1-16,2-1-1 0,0-1-1 0,0-1 1 15,1-1-2-15,2 0 1 0,3 0-1 0,-1-2-1 16,5-5 1-16,0 1-2 0,0-1-2 0,0 0 9 0,0 1-1 15,2 15 4-15,-2-16-6 0,0 0 9 16,20 4-1-16,-8-4 4 0,0-1-3 0,1 0 9 16,0-1-5-16,1 0 6 0,0 0-14 0,-1 0 5 0,1 0-4 15,1 2 4-15,-4-1-3 0,1 1-2 0,-2-1 2 0,0 1-2 16,1 0 3-16,-1-1-9 16,1 1-5-16,-2 0-8 0,0 0-66 0,0 0-95 15,-3 0-16-15,-6 0-31 0,1 0-99 0,0 0-114 16,16 1-65-16</inkml:trace>
  <inkml:trace contextRef="#ctx0" brushRef="#br0" timeOffset="95342.28">1498 3626 2295 0,'-6'2'72'0,"6"-2"-64"0,0 0-15 0,0 0-40 16,0 1-17-16,0-1 31 15,0 1 5-15,19 9 5 0,-9-9 14 0,-10-4 7 16,9 5-2-16,2-1 3 0,1 1-5 0,1-2 4 16,4 2-5-16,0-2 5 0,1 0-4 0,0 0 3 15,2-1 2-15,2-1 0 0,0 0 2 0,3-1-8 16,3 0 5-16,2 1-6 0,2-1 9 0,-2 1-8 15,0 0-4-15,2 0-2 0,0 0-6 0,3 1 13 16,1 0 6-16,0 1 0 0,-2 0 17 0,2 0-7 16,2-1 1-16,2 0-3 0,2 1-6 0,-2-1 3 15,1 1-1-15,1-2 2 0,0 0-6 0,3 1 4 16,-2 0-2-16,-1 1 3 0,0 0-5 0,2 0-2 0,1 0 0 0,-3 0-2 16,0 2 2-16,0-2 2 15,1 0 0-15,2 0 2 0,0-1 2 0,-2 0-4 16,1 1 0-16,3-2 0 0,1 1 10 0,-2-2 12 15,1 0 1-15,0 0 2 0,2-1-13 16,1 1-5-16,-2 0-1 0,0 0-1 0,1 1 1 0,2-2-4 16,-1 2 3-16,-1 1-4 0,1-1-1 0,0 1 3 15,0 0-1-15,-1-1 1 0,-1 2-3 0,1-2 0 16,1 2 0-16,-2-2 2 0,1 0 5 0,-2 1 8 16,2 0 0-16,-1-1 3 0,-1 0 6 0,0 0-4 15,-1 0 3-15,1 0-3 0,0 1-4 0,-3-1-14 16,0 1 4-16,0 0-6 0,0-1 6 0,-1 1-1 15,-3 0-3-15,-1 1 1 0,0-1-1 0,1 1 1 16,-2-1-2-16,-4 1-7 0,-1 0-94 0,-1 0-356 16</inkml:trace>
  <inkml:trace contextRef="#ctx0" brushRef="#br0" timeOffset="96278.12">8508 3500 2346 0,'0'0'145'0,"0"0"-63"0,0 0-18 0,0 0-159 0,10-5-24 15,3 4 75-15,2-1 5 0,3 1 10 0,1 0 20 16,-4-7 7-16,6 7-2 0,4-1 4 0,1 2-7 16,0-3 0-16,3 1 3 0,1 0 0 15,1 0 7-15,2 0-4 0,0 1 1 0,-2 1-1 16,3 0 4-16,-1 0-4 0,4 0 1 0,-1 1-1 16,0 1 21-16,-1-1 0 0,3 2 5 0,1 0-3 0,2 0 4 0,3 0 3 15,-2 1-10-15,0 2 6 0,1-1-9 0,3 0-7 16,0 1 6-16,-1 0-8 15,1 1 3-15,0 0-6 0,2 0 2 0,1-2-4 16,-3 2 3-16,3-1-4 0,-1 0 6 0,1 0-5 16,1-1 4-16,1-1 3 0,1 1 2 0,0-1 1 15,1 1 7-15,1-2 7 0,0 1-2 0,1-2 5 16,0 1 8-16,0-1 3 0,0 0-4 0,1 0 2 16,-2-1-5-16,3 1-14 0,-2 0 4 15,2 0-8-15,-2 0-5 0,0-1 1 0,1 1 2 0,0-2-1 0,-1 1 1 0,2 0-6 16,-1-1 2-16,0 1-2 15,0 0-6-15,0-1 10 0,-1 2-9 0,1-1 10 16,-1 0-6-16,-1 0 8 0,-1 0-2 0,-2-1 3 0,-1 2-8 0,-2-1 4 16,-1 0-2-16,-1 1 2 15,-1-1-3-15,-2 1-7 0,-4 0 5 0,-2 1-5 16,0-1 4-16,-2-1 1 0,-1 2-6 0,-5-1 2 16,-2 0-2-16,-3 2-1 0,-4-2 1 0,-1 1 0 0,-3-2-9 0,-3 0-48 15,-1-1-34-15,-4 0-14 0,-1 0-204 16,-7 0-205-16</inkml:trace>
  <inkml:trace contextRef="#ctx0" brushRef="#br0" timeOffset="99342.01">6802 2658 1468 0,'0'0'61'15,"-1"0"-17"-15,1 0 35 0,0 1 29 0,-1-1-16 16,-15 17 8-16,16-17-24 0,0 1 3 0,0-1 1 16,-7 19 19-16,7-19-25 0,-12 8 1 0,9 0-9 15,0 0-5-15,0 0-13 0,1 0 0 0,-1 2-3 16,0 1-1-16,-1 2-4 0,1 2-4 0,0 0 0 15,0 1-7-15,1 3-5 0,0 0 1 0,0 2-3 16,0 0-5-16,0-1-1 0,1 2-1 16,-1 1 0-16,1 3 0 0,0 2-3 0,0 1 2 0,-1 3-3 0,2-3 2 15,-1 0-3-15,0-1-2 16,0 2-1-16,0 0 0 0,0 4 3 0,0-1 1 0,-1-1 0 16,0-2 4-16,1-1 7 0,0 1 2 0,0 1 2 15,1 0 18-15,0-1-19 0,0-3 1 0,0-2-9 16,2-3-5-16,-1-1-1 0,1 0 0 0,-1 1-2 0,1-1-13 15,-1-2 12-15,0-1-8 0,0-3 11 16,1-1-7-16,-2-2-55 0,2-2-36 0,0-2-21 16,-2-8-244-16,0 0-339 0</inkml:trace>
  <inkml:trace contextRef="#ctx0" brushRef="#br0" timeOffset="100760.25">7307 2815 1524 0,'-11'-3'128'0,"1"0"27"0,0 0 3 0,1 2-121 16,0 0 0-16,-1 1 10 0,0 0 21 15,-2 1-14-15,-1 0 33 0,-6-5-2 0,5 7-4 16,0 1 2-16,1 1-16 0,-2 1-5 0,0 2-3 0,0 1-1 16,0 0-14-16,-1 2-6 0,-1 1-4 15,0 0 0-15,1 2-13 0,-2-1 2 0,0-1-4 0,2 4 2 16,1 0-14-16,0 0 1 0,3 5 2 15,0-1-2-15,0 2-7 0,1 2 6 0,0 1-6 0,2 0 6 16,0 1-7-16,1 0-4 0,1 2 4 0,2 4-4 0,2 3 12 16,1 1-7-16,0-2 0 15,4-1-2-15,0 0-2 0,2-1 4 0,2 2-1 0,2-2 1 16,2-2-5-16,0-5 0 0,2-4 2 0,2-3-1 16,0-2 3-16,4-1 1 15,1-3-2-15,3-2 1 0,2-3 0 0,5-3-2 0,-1-3-3 0,2-2-1 16,-1-6 2-16,1-2 4 0,0-2 7 0,4-3-1 15,-1-1 13-15,1-2 10 0,-2-3-1 16,-3-2 5-16,-2-3 4 0,-1-1-14 0,1-2 5 16,-1 0-7-16,0 0 7 0,-2 0-2 0,-3 0-5 15,-5-4 3-15,-2-1-1 0,-2-3-6 0,-3-1 3 0,-1 2-5 16,-3 0 3-16,-1 2 12 0,-2 1-2 0,-2-1 5 16,0 3-3-16,-3 4 6 0,0 2-1 15,-3 5 1-15,-2 3-4 0,0 1 0 0,-1 1-1 0,-3 2 1 16,-1 1 0-16,-4 1-13 0,-2 3 3 15,-4 0-7-15,-1 3 1 0,-1 0-10 0,-2 2-2 16,4 1-1-16,-1 1-1 0,-1 1-2 0,2 2 2 16,-2 1-2-16,0 1 5 0,0 0-5 0,0 2 1 15,3 0-1-15,2 0 0 0,2 0-24 0,2-1-11 0,1 1-12 16,0-1-112-16,1 1-129 0,2 0-35 0,1-2-56 16,2 1-353-16</inkml:trace>
  <inkml:trace contextRef="#ctx0" brushRef="#br0" timeOffset="102680.79">6891 3600 1956 0,'0'0'83'16,"0"0"-42"-16,-2 1 42 0,-12 16-98 0,10-9 22 0,0 0 16 0,0 2 38 15,-3 1-7-15,0 0 8 16,-2 1-9-16,-7-5-2 0,3 7 6 0,-3 1-5 0,0 2 2 0,-4 0-14 15,-1 2-3-15,0 0-3 0,-4-2-10 0,0 3 1 16,-3 1-3-16,-4 1 2 0,-2 2-6 0,-3-1 0 16,-1 2-2-16,-1 0 0 0,-2 0-3 15,-7 0 3-15,-1 1-1 0,-3 3 0 0,-2 1-11 0,-3 1 7 16,-3 1-4 0,-2-2 5-16,0 0-3 0,-2 1-5 0,-1 0 7 0,-2 4-6 15,-1-1 5-15,-1-1-3 0,0 0-2 0,-1-1 2 16,1-1 5-16,-2 2-5 0,-2 0 0 0,3 0-3 15,-4-1-1-15,1-2 1 0,1-1 1 0,-3 1-1 16,2 0 3-16,0 2-1 0,-1-2-1 0,0 1 0 16,2-4-3-16,0 0 0 0,-2 1 4 0,4-1-2 15,-1 2 4-15,-1-1-2 0,2-1-5 0,-2 0 3 16,1-2 1-16,2-1-5 0,-1 0 7 0,0 2-7 16,3 0 7-16,-3 2-6 0,1-1-1 0,2-2 1 15,1-1 3-15,-1 0-2 0,2 1 3 0,1 0-2 0,1 2-2 16,-1 1 2-16,4-1-4 0,-2 0 2 15,2-1 4-15,0 0-5 0,2-1 1 0,-1 1-3 0,1 0 1 16,1 3 20-16,2-1-4 16,-1 1 11-16,0-2-2 0,3 0 8 0,1-1-1 0,2 1 2 0,1 0-8 15,1 2-7-15,1-1-1 16,2-1-1-16,3 0-5 0,2-2-4 0,0 0 0 0,-2 2-2 0,2 0 2 16,2 2-2-16,3 0 1 0,0-2-2 15,-1 0 3-15,1-2 1 0,1-2-1 0,4-1 1 16,2 0-3-16,3-1-2 0,2-2 2 0,-1-1-2 15,2-2-3-15,1-3 0 0,3-2-1 0,0-2 1 16,3-2-6-16,3-3-45 0,1-2 1 0,2-2-20 16,3-1-36-16,0-3-30 0,2-1-4 0,1-3-9 0,2-3-5 15,1 0 57-15,1-3 3 16,1-1 22-16,0-3 40 0,1 0 18 0,1 0 3 16,-1-1 5-16,1 2 14 0,0 1 31 0,0-1-11 0,0 2 18 15,1 2-1-15,0 1-9 0,2 1 9 0,-2 2-10 16,0 2 4-16,-1 1-15 0,-4 6 4 15,0 0-7-15,0 0 7 0,0 0-2 0,1 0 0 0,-1 0 0 16,1 1 3-16,10 16-5 0,-11-7-1 16,-1 2 0-16,-2 1 4 0,0 2-7 0,-1 1-1 15,-1 0-3-15,0 2 0 0,0 0 21 0,0 0 11 0,1 2 3 16,-1 0 36-16,1-2-24 0,1-1-2 16,0-1-10-16,1-2-25 0,2-1-9 0,2-2-5 0,1-2 0 15,4-1-13-15,1-2-4 0,2-2-3 0,4-2 0 0,4-1-12 16,4-3-3-16,1-3-4 15,4-3-10-15,1-4-115 0</inkml:trace>
  <inkml:trace contextRef="#ctx0" brushRef="#br0" timeOffset="106504.06">375 3623 2198 0,'-5'-7'-18'0,"5"7"4"0,0-1-13 15,0 1-21-15,0-1-10 0,0 1-16 0,0 0 24 0,0 0 10 16,1 0 8-16,15 0 34 0,-16 0 11 0,0 0-7 16,1 0 8-16,20-3-10 0,-11 4 4 0,0 0 3 15,1 0 1-15,-1 0 17 0,-1-1 0 16,2 0 3-16,-2 0-3 0,1 1-3 0,0 0-9 16,0 1 3-16,0-1-5 0,2 2-1 0,-2-1-1 15,0 0-6-15,1 1 4 0,1 1-7 0,1-2 2 16,4 0 4-16,0 0-1 0,1-1 5 0,2-1-7 0,-2 0-3 15,0 0-1-15,1 0 0 0,0-1-5 0,-1 1 7 16,1-1-6-16,-1 0 3 0,1-1 2 0,2-1-3 16,2-2 3-16,1 1-4 0,-1-2 0 0,0 0 1 15,-2-2-1-15,0-1 2 0,-1 1 3 0,-1-1-4 16,2-2 4-16,-1-1-5 0,1-3 4 16,0-1 0-16,-2-3 2 0,0 0-3 0,-1-2 8 15,-2 0 1-15,-2 0 1 0,-1-1 1 0,-3 1-2 0,-1 0 6 0,-3 0-1 16,0 0 24-16,-2 0-15 0,-1 0 6 15,0-1-10-15,-2 0-1 0,-1 1-3 16,-2 0-4-16,-1 1 2 0,-1 1-2 0,-3 0-7 16,1 0 5-16,-1 0-5 0,-1-2 4 0,-1 1-4 0,-1-1-2 15,0 0 1-15,-1 0-2 0,-1 1 2 0,0 2 0 16,0 3 0-16,-1 1 3 0,-2 1-7 0,0 0 2 16,1 1-2-16,-2 1 19 0,1 2-11 15,0 0 4-15,2 2-8 0,-2 1-8 0,-2 1-3 16,0 2-1-16,-3 2-1 0,0 1 3 0,-1 1-8 0,0 2 6 15,-1 2-7-15,1 1 4 0,1 1-1 16,1 1-3-16,3 2 2 0,-1 0 6 0,0 3-9 16,-2 0 7-16,0 2-6 0,0 0 11 0,-2 3-6 15,-1 4 0-15,1 1-2 0,0 3 6 0,3 1 1 0,2 0 3 16,1-1-1-16,-1 0 2 0,1 0-3 16,-1 2-2-16,2 2-1 0,1 1-1 0,0 0 1 0,1-2 1 0,2-1-2 15,1 0-3-15,1-1 1 0,3 3 3 0,-1 1-1 16,3-1-5-16,2-1 6 15,2-4-4-15,2-2 6 0,2-1 13 0,1-2-9 16,3 1 8-16,2-1-9 0,1 0 9 0,3-1-3 0,0-1 0 16,0-1-1-16,2-2-4 0,-1-1 3 15,1-1-4-15,0-2 5 0,0-1-5 0,4-1-3 16,1-1 3-16,3-2-2 0,0 1 2 0,-1-2-106 16,0 0-40-16,0 0-43 0,1-1-311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15T22:07:35.01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5092 862 2196 0,'-9'-8'-8'0,"1"1"8"0,8 7-10 0,0 0-40 0,-1 0-4 0,1 0-26 0,0 0 50 15,0 0 4-15,0 0 14 0,0 0-1 0,0 0 4 16,1 1 2-16,-1-1 1 0,15 21 9 0,-15-21 1 0,0 0-3 15,12 19 3-15,-7-11 0 0,-1-1 22 16,1 0-1-16,1 0 8 0,-1-1 0 0,2 1 0 0,0-2-3 16,2-1 2-16,1 1-6 0,2-2 6 15,0 1-1-15,3-2 3 0,2-1 0 0,3 0-7 16,3-1 1-16,0 0-4 0,2 0-11 0,1 0 3 16,1-1-7-16,0 0 5 0,2 1-6 0,3-2 1 15,2 2 1-15,1-1-1 0,1 1-5 0,-2-1-1 16,2 1 0-16,3-1 0 0,1 0 6 0,1 1-9 0,-1-1 8 15,1 0-6-15,1 1 10 0,1-1-7 16,2 0-2-16,0-1 0 0,0-1 6 0,1 1-5 16,2-1 6-16,-1 0-7 0,1-1-2 0,0 0 8 15,1 0-7-15,1 0 7 0,-2 1-7 0,0 1 3 16,1-2-4-16,0 2 3 0,0-1-3 0,-2 1 2 16,2 0 3-16,1-1-3 0,-1 2-3 0,2-1 5 15,-4 0-3-15,1 1 4 0,1-1-1 0,-1 0 4 16,-1 0-1-16,0 1 2 0,0-1 2 0,0 1 2 15,-1-1 0-15,-3 1 0 0,1 0-4 16,1 0 4-16,-2 0 0 0,1-1 2 0,-4 1-3 0,0-1 9 0,0 0-9 16,-1 0 9-16,0-1-10 0,-5 2 3 15,-1-1 9-15,-3 1-5 0,-2 0 4 0,-2 0-12 16,-2 0-2-16,-3 0-3 0,-1 1 1 0,-3 1-3 0,-3-1 2 16,-3 1-2-16,0 0 0 0,-3 0-8 0,0 1-16 15,-8-2-6-15,0 0-142 16,0 0-201-16,1 0-63 0</inkml:trace>
  <inkml:trace contextRef="#ctx0" brushRef="#br0" timeOffset="1783.81">8472 4811 1919 0,'-5'-5'74'0,"5"5"-41"0,0 0 1 0,-1-1-11 0,1 1-28 0,0-1 1 16,-1 1-6-16,1-1 5 16,0 1-5-16,-1 0 12 0,1 0 2 0,0-1 6 0,0 1 15 15,0 0-4-15,0 0 6 0,0 0-4 0,0 0 20 0,0 0 2 16,1 0 4-16,0 0-3 16,-1 0-2-16,18 9-2 0,-18-9-5 0,0 0 4 0,17 4-9 15,-8-3 3-15,-1 0 2 0,3 0 1 16,1-1 9-16,0 0-9 0,2 0-2 0,0 0-3 15,1 1-11-15,1-1-4 0,1 0-2 0,0 0-2 16,0 0-9-16,0 0-1 0,3 1 2 0,0-1-2 0,2 1-2 0,1 0 0 16,1 0 2-16,0 0-1 15,-2 0 4-15,1 0-2 0,1-1-2 0,0 0 0 0,2 1-4 0,1-1 4 16,1 0 1-16,2-2 2 16,0 1-4-16,-2 0 7 0,1 0-6 0,-1-1 7 15,2 1-4-15,2-2-1 0,0 2-3 16,-1-2 1-16,0 1-2 0,-1 0 1 0,0-1 2 0,3 1-1 15,-1 0 3-15,1 0-3 0,1 1 5 0,-4-1-4 16,0 1 4-16,0-1-2 0,0 1-2 0,2 0 1 16,1-1 2-16,0 0-4 0,-1 1 1 0,-2-1-2 15,-1 0 0-15,2 1 3 0,0-1-2 0,0 1 3 0,1-1-1 16,-1 1-2-16,-2 0 0 0,-2 0-1 0,0 0-4 16,1 1 2-16,2-1 2 0,0 0 1 0,-2 0 1 15,0-1 0-15,0 1 1 0,-1-2 0 16,2 2 4-16,0-3-8 0,0 0 3 0,-1 0-4 15,-1-1 10-15,-1 1-2 0,-2-2-1 0,-1 1-1 0,1-1-1 16,1 1-1-16,1-2 1 0,-2 1-1 16,0-1 5-16,-2 1-7 0,-1 0 5 0,-1 0-4 15,0 0 12-15,-2-1-7 0,0 1 5 0,-2-2-5 16,0 1 3-16,-1 0 29 0,0-1-14 0,-2 0 18 16,-1-1-20-16,-3 0-4 0,0-1 4 0,-2 0-4 15,-1-1-1-15,1-1-3 0,-3 0-1 0,0-1 0 16,0 0-7-16,-2-1 2 0,-1-1-3 0,-1 1 2 0,-1-1-4 15,-1-1-11-15,-1 1 1 0,-2-2-4 16,-1 1 9-16,0-3-1 0,-3 1 1 0,-2-1 0 16,-2-1 4-16,-1 0-4 0,-1 1 0 0,-2 0 0 15,0 2 1-15,-2-1-6 0,1 1 2 0,-1 0-5 16,0-1-3-16,-2 1 6 0,-2-1-2 0,-1 1 5 0,-3 0 2 0,0-1-4 16,-1 0 2-16,-2 1-1 15,0 1-2-15,0 0 3 0,-4 3-5 0,-3 0 3 16,-1-2-2-16,-2 1 3 0,1 0 2 0,0 0 0 15,-1 1 1-15,-2 0 4 0,-1 0 1 0,1 1 1 16,2 0-2-16,-3 3-4 0,1-1-1 0,-2 1 0 16,0 1-4-16,1-1 4 0,0 3-3 0,-2 0 4 15,-1 2 1-15,0-1-2 0,1 3-3 16,-1 0-3-16,0 1 0 0,-1 1 6 0,0 1-3 0,2 2 4 16,-1 1-6-16,-1 0-2 0,0 3 2 0,2-1-2 15,0 1 7-15,1 3-3 0,1-2 5 0,1 3-4 16,3-1-1-16,1 1 3 0,1 1 1 0,1 0 0 15,1 1 0-15,3 0 0 0,0 0-3 16,4 0 3-16,1 0-1 0,2-1 0 0,0 1 2 0,1 0-1 16,0 0 4-16,3 2-5 0,2 0 0 0,3 2-2 15,1 0 7-15,-1 0-2 0,4 1 1 0,1 1-2 16,0 0-4-16,3 0 4 0,-1-1-2 0,1-1 3 16,2 0-2-16,1 2 0 0,1 1 4 0,1 3-3 15,1-1 3-15,1 0-1 0,1 1 0 0,1-1 0 16,1-1 1-16,2-1 5 0,0-1-1 15,2 0 3-15,0 2 5 0,1 0 1 0,1 0-2 16,0 1 0-16,1 0-1 0,2-1-3 0,0-1 2 0,0-1-3 16,1 0 6-16,0-2-4 0,1-2 5 15,-1 2-5-15,1-2-2 0,0 2 1 0,1 0-1 16,-1-2 2-16,0 0 1 0,-1-1-3 0,0-1 2 0,0 0-3 16,-1-2-1-16,1 0-3 0,-2-1 3 15,1 0-2-15,-1-1 10 0,0 0-11 0,1-1 3 16,-1 0-6-16,1 0 5 0,-1-2-14 0,0 2-3 0,1-2-6 15,1 1-31-15,-1-1-59 0,0-1-20 0,0 0-23 16,-1 0-163-16,1 1-333 0</inkml:trace>
  <inkml:trace contextRef="#ctx0" brushRef="#br0" timeOffset="9595.67">8456 4830 2353 0,'0'0'72'0,"0"0"-40"0,-2 0-6 0,2 0-30 0,-1 0-17 16,1 0-14-16,0 0 0 0,-1 0 4 0,1 0 19 0,0 0-3 15,0 0 3-15,0 0-2 16,0 0 1-16,0 0 7 0,0 0 5 0,1 0 0 0,19 5 22 0,-20-5 8 16,0 0 1-16,21-2 2 0,-12 1 3 0,1-1 5 15,2 0-1-15,0 1 2 16,0-1-2-16,0 1-17 0,1 0 5 0,0-1-10 15,1 1-2-15,0 0-3 0,0 0-4 0,0 0 2 16,-1 0-3-16,1 0-6 0,0 1 3 0,2 0-3 0,0 0 1 16,2 0-2-16,2 0 3 0,0 1-3 15,-1-1 0-15,-1 1 3 0,0-1-4 0,0 1 2 0,0 0-7 16,1 0 5-16,-1 2-1 0,1-2 2 16,1 2 2-16,1-2 6 0,3 2-1 0,0-1 3 0,0 1 5 15,-1-1-7-15,-1 0 6 0,1 0-6 16,0 1 15-16,3-1-5 0,0 0-2 0,3 0-1 0,0 0-6 0,-1-1 6 15,-1 0-2-15,-2 1 2 16,1-1-8-16,1 1-1 0,2 0 2 16,1 0-1-16,1 0-3 0,-1 0 3 0,-2-1-3 0,-1 0 3 15,0 0-4-15,3 0-3 0,0-1 0 0,2 0 0 0,0-1 3 16,-2 0 5-16,-2 1 1 0,0 0 1 0,1-1 2 16,2-1-9-16,1 1 7 0,0 1-6 15,0-2 4-15,-4 1-4 0,0-1-3 0,0 1 1 0,1-1-4 0,1 0 3 16,0-1-1-16,-1 1 3 0,-1 0 6 15,-3-1-6-15,0 1 4 0,2 0-4 16,1-1-5-16,1 0 4 0,-1-1-1 0,-1 1 3 0,-2-1-4 16,-2 0 7-16,1 0-7 0,-2-1 7 15,1 0-6-15,2-1 0 0,0 0 6 0,0-1-3 0,-1 1-3 0,-2 0 1 16,-1-1 2-16,-1 0 0 0,0-1 4 0,0-1-4 16,-2 1 2-16,1 0-2 15,0-1 6-15,0 1-6 0,-1 0 0 0,-2-1 0 0,-2 1 6 16,0-1 0-16,-2 1-2 0,-1 0 1 0,1 0 0 15,-2-1-4-15,0 0 5 0,-2-1-3 0,2 0 6 16,-2-1-2-16,-1 1-4 0,-1-1 3 16,-2 0 6-16,1 0 1 0,0-1 3 0,-1 0-2 15,-1-1 4-15,-1 1-4 0,-2-1-2 0,-1 1-2 0,-1 0-11 16,0-1-2-16,0 2 2 0,-1 0-2 16,-2-1-2-16,1 0 0 0,-1 1-3 0,-1-2 3 15,-1 0-6-15,-1-1 8 0,-1 0-2 0,0 0 3 16,-1-1-8-16,-1 0 3 0,-1-1-2 0,-1 0 2 15,1 3-1-15,-2-1-3 0,-2 0 2 0,0 1-3 16,-2 0 6-16,-1-1-1 0,0 1-1 0,-1-2 0 0,-1 0-5 0,2-1 9 16,-1 1-4-16,0 0 4 15,-1-1-5-15,-2 2 5 0,-3-3-2 0,1 3 2 16,-1 0-9-16,1 2 7 0,1-1-2 16,-2 1 3-16,0-1 0 0,-3 0-6 0,0 1 6 0,-1 0-5 15,-2-1 6-15,1 1-1 0,1 0 0 0,-1 1-1 16,1 0 2-16,-4 0-3 0,0 2 1 0,-1-1-1 15,1 1-4-15,1 1 10 0,0 0-5 0,-2 2 6 16,-1-1-4-16,-2 2-1 0,0 0-2 0,2 1 2 16,0 1 3-16,-3-1-1 0,0 2 3 0,-1-1-4 15,0 2 0-15,2 1 0 0,-1 0 0 0,-2 0 0 0,0 3-7 16,0-1 8-16,1 2-2 0,1 0 4 0,-1 1-8 16,-1 1 4-16,-1-1 0 15,3 2 1-15,0 0 7 0,1 1-6 0,-2 0 2 0,1 1-3 16,0 1 5-16,2 1-5 0,3 1 3 15,-3 2-3-15,0 0-1 0,2 0 5 0,0 1 1 16,3 0 2-16,2 0 3 0,0 0-4 0,1 1 1 16,0 0-2-16,2 0 7 0,1 2-2 0,2 1-4 0,3 1 3 15,2 1-5-15,1 0-1 0,0 0 3 0,1 0-4 16,0-2 0-16,1 1 4 0,1-2 1 0,1 2 0 16,1 2 1-16,3 0-2 0,2 1-2 15,2-2 0-15,1 1-2 0,2-2 5 0,2 0-3 0,3-2 3 16,-1 1-5-16,3-2 1 0,1 1 3 0,2 0-1 15,1 1 0-15,2 0-1 0,1 0-1 0,2-1 0 0,-1 0 5 16,1-1-4-16,0-1-2 16,0-2 0-16,0 1-7 0,1-2 7 0,0 1 0 15,-1 0 2-15,1-1-7 0,1 1 3 0,-1 0-4 0,4-1 4 16,1 0-11-16,-1-2-38 0,3 0-18 0,-1 0-19 16,0-3-172-16,-1 1-274 0</inkml:trace>
  <inkml:trace contextRef="#ctx0" brushRef="#br0" timeOffset="12431.38">1629 1510 2219 0,'-3'6'130'0,"2"-1"-59"0,-1 2 71 16,0 1-113-16,1 1 6 0,0 1 11 15,0 3 34-15,1 1-2 0,-2 1 11 16,1 1 5-16,-6-2-18 0,5 3-3 0,1-2-6 16,0 1-22-16,-2-1 2 0,1 1-7 0,-1 3 4 15,1-1-11-15,-1 0-12 0,1 1 1 0,0 1-6 0,0 0-9 16,-1-3-1-16,1 0 3 0,0-2-3 15,0-3 0-15,1 0-4 0,0 0-5 0,0-3 0 16,1-1-28-16,-1-1-69 0,1-7-12 0,0 1-26 16,0-1-98-16,0 0-88 0,0 1-28 0</inkml:trace>
  <inkml:trace contextRef="#ctx0" brushRef="#br0" timeOffset="12665.99">1610 1407 2673 0,'0'0'14'0,"0"0"78"0,0 0-12 0,0-1 35 16,0 1-8-16,-3-17-18 0,3 17-3 0,0 0-7 0,0 0-37 15,0 0-32-15,0 0 3 0,0 0-12 16,0 0 0-16,0 0-1 0,0 0-7 0,0 0 3 15,0 0-5-15,0 0 5 0,1 0 1 0,-1 0 0 0,17 8-3 0,-17-8-141 16,0 0-6-16,0 0-66 16,23 2-192-16</inkml:trace>
  <inkml:trace contextRef="#ctx0" brushRef="#br0" timeOffset="12965.73">1990 1637 1209 0,'0'0'165'16,"0"0"342"-16,0 0 291 0,0 0-781 0,0 0 59 0,0 0 41 15,0 0 6-15,0 0 9 16,0 0-10-16,0 0-40 0,1 0-4 0,15 1-16 15,-16-1-36-15,0 0-12 0,1 0-5 0,18-2-1 16,-19 2-11-16,0 0 6 0,19-4-1 0,-18 4 4 16,-1 0-4-16,21-1-5 0,-20 1-1 0,0 0-1 15,21-1-1-15,-22 1-72 0,1 0-1 0,20-1-33 0,-21 1-81 16,0 0-60-16,21 2-22 0,-21-2-22 0,0 0-156 0</inkml:trace>
  <inkml:trace contextRef="#ctx0" brushRef="#br0" timeOffset="13144.67">2031 1803 1375 0,'-4'6'220'0,"2"-1"21"0,2-5 90 0,0 0-220 0,0 0 33 0,1 1 3 15,14 15 2-15,-6-12 2 0,1-3 2 0,1 1-56 16,0-2-7-16,3 0-22 16,-2-2-51-16,2 1-3 0,0-2-3 0,1 0-1 15,2-1-9-15,1 1-5 0,-1 0-30 0,3-2 1 16,-1-1-137-16,0-1-116 0,2-1-42 0</inkml:trace>
  <inkml:trace contextRef="#ctx0" brushRef="#br0" timeOffset="13659.33">3093 1470 2114 0,'0'0'56'0,"0"0"40"0,0 0 0 0,0 0 18 15,0 0 16-15,0 0-19 0,0 0 0 0,0 0-6 16,0 0-9-16,0 0-29 0,7 18 2 0,-6-10-11 0,1 2-6 0,-2 0-9 16,1 2 1-16,-1 0-3 15,0 3 3-15,0 0-2 0,0 2 0 0,-1-1-1 16,0 0-13-16,-1 1-7 0,0-2-3 0,-1 1-1 16,0 2-8-16,-1 1 1 0,0 1-4 0,0 0 2 15,-1-1-5-15,0-1 3 0,1-1 2 0,1-1-1 16,-1 1-5-16,1-5-2 0,0 1-3 0,0-2-4 0,1-3-52 0,1-1-86 15,1-7-16-15,0 1-31 0,0-1-125 16,0 1-214-16</inkml:trace>
  <inkml:trace contextRef="#ctx0" brushRef="#br0" timeOffset="13862.91">3252 1720 2175 0,'0'0'68'0,"1"0"-30"0,-1 1 97 16,17 15 16-16,-17-16 14 0,0 1-10 15,7 16-15-15,-7-17-33 0,0 1-6 0,1 22-13 16,-2-13-41-16,-3 0-19 0,0 1 1 0,-2 2-7 0,-2-2-5 16,0 0-8-16,-1 0-21 0,0-1-10 0,0-1-197 15,-1 1-272-15,1-2 743 0</inkml:trace>
  <inkml:trace contextRef="#ctx0" brushRef="#br0" timeOffset="14698.56">10585 1537 3511 0,'0'14'2'0,"2"0"2"0,-2 2 1 0,-2-2 3 0,4 5-1 0,-2-1 2 0,1 3-6 0,-2-1-3 0,1 1 4 0,-2 3-2 0,-1 0 7 0,0 0-4 15,-2-1 3-15,0 0-2 0,0-1 5 0,0-4-9 16,0-2-2-16,1 0-5 0,1-3-38 0,-1-3-82 16,1 1-9-16,2-5-31 15,1-6-81-15,0 0-44 0,0 1-20 0,0-1-13 0,1 0-131 16</inkml:trace>
  <inkml:trace contextRef="#ctx0" brushRef="#br0" timeOffset="15032.41">10830 1561 1861 0,'0'0'305'16,"0"0"-198"-16,0 0 70 0,0 0-187 0,0 0 65 15,1 17 13-15,-3-9 17 0,-1 3-8 0,-1 2 29 16,-1 3-15-16,-1-1 4 0,1 2-11 0,-1 0-21 0,0 1-32 16,1 1-1-16,2-1-12 15,0-2-9-15,2-2-3 0,1-2 1 0,2-2-4 0,2-2-3 16,1-1-4-16,2-3 2 0,2-1-2 0,1-2 12 15,2-3-2-15,0-1 0 0,3-4-1 0,-2 0 5 16,3-4-1-16,0 0 6 0,2-3-3 0,2-1 16 16,-2 1-3-16,1-3 3 0,-3 3-2 0,-2-1-1 15,-3 2 3-15,-2 2-2 0,-3 0 4 16,-1 0 8-16,-3-1 13 0,-2 1-3 0,-1-1 6 0,-2 2-8 16,-3 2-8-16,0 1-7 0,-3 0-2 0,-2 1-37 15,-1 2-2-15,-1 1-8 0,-3 3 4 0,1 1-14 16,-3 2-10-16,3 0-3 0,-1 1-6 0,1-1-43 15,3 1-38-15,-1-1-12 0,1-1-14 0,2 0-92 16,3-1-135-16,7-1-44 0</inkml:trace>
  <inkml:trace contextRef="#ctx0" brushRef="#br0" timeOffset="15353.89">11273 1471 1787 0,'0'0'301'0,"1"0"-280"15,-1 0 36-15,19 1-14 0,-19-1 139 0,0 0-53 16,0 0 15-16,1 0-29 0,-1 1 0 0,0-1-17 16,0 19-7-16,0-19-2 0,-1 1-29 0,-10 18-26 15,6-12 5-15,-2 2-13 16,0 1 2-16,1 1-6 0,-2 1-4 0,1 1 0 0,-1-1-11 0,1 2 2 16,0-2-1-16,2 1 2 0,0 0-6 15,0-3-3-15,1 1 0 0,2-1-1 0,1 1 2 0,2-1 2 16,2 0-1-16,2 0 1 0,1-1 1 0,2 0-2 15,1-1-2-15,2-1 0 0,0-1-5 0,2-1-5 16,1-1 6-16,2-2-5 0,-1 0 11 16,3-2-8-16,1 0 5 0,1 0-4 15,2-2 9-15,-1 2-5 0,-1-2-3 0,-3 0 0 0,-2 1 3 0,-2-1-35 16,-1 1-7-16,-2-2-18 0,-1 1-73 0,-1-1-60 16,-2 0-21-16,0 0-20 0,-6 3-126 0</inkml:trace>
  <inkml:trace contextRef="#ctx0" brushRef="#br0" timeOffset="15514.81">11461 1555 2263 0,'-6'5'68'0,"-1"1"25"0,0 2-64 16,-2 2 71-16,-1 1-3 0,-1 4 25 0,-1 2 6 16,-2 1-16-16,-1 3 7 0,1 1-13 0,0 3-27 0,1 3-34 15,-1 2-9-15,-1 0-7 16,-1 0-25-16,0-1-1 0,0-1-20 0,1-1-7 15,1-2-190-15,1-1-377 0</inkml:trace>
  <inkml:trace contextRef="#ctx0" brushRef="#br0" timeOffset="20310.59">2796 2101 541 0,'0'0'237'0,"0"0"116"16,0 0 8-16,0 0-382 0,0 0 27 0,0 0 24 0,0 0 13 16,0 0-11-16,1 0 51 0,-1 0 10 15,18-6 3-15,-18 6-1 0,0 0-8 0,1 0-7 16,19-8-5-16,-20 8 0 0,0 0-17 0,18-8-4 15,-18 8 1-15,1 0-4 0,18-6-11 0,-19 6-10 16,0 0-5-16,17-2 1 0,-17 2-6 0,1 0-5 16,18 0 2-16,-19 0-4 0,0 0-2 0,21-1 5 15,-21 1-2-15,0 0 4 0,21 0 1 0,-20 0 0 0,15 2 3 16,-7-2-1-16,-1-1 2 0,0 0 1 16,0 0-4-16,2-1 2 0,0 2-10 0,1-1-4 15,-1 0 3-15,0 1-3 0,0-1-2 0,0 0-3 16,-1 0-1-16,-1 0 0 0,0 1 4 0,-1-1-1 15,0 1 2-15,-1-1-2 0,-6 1 7 0,1 0-3 16,-1 0 0-16,18 1-1 0,-18-1-4 0,0 0-1 16,1 0-3-16,-1 0-6 0,17 0-83 0,-17 0-160 0,0 0-48 15</inkml:trace>
  <inkml:trace contextRef="#ctx0" brushRef="#br0" timeOffset="21320.03">10363 2134 812 0,'-8'0'261'0,"1"0"-119"0,0 0 139 16,1 1-283-16,-1 0-1 0,2 1 4 0,-2-1 6 15,1 1-1-15,6-2 5 0,0 0 18 0,-18-4 19 16,18 4 0-16,0 0 4 0,-1 0-1 0,0 0 0 15,1 0 8-15,0 0-3 0,0 0 33 0,0 0-7 16,0 0-2-16,0 0-4 0,0 0-23 0,17-1-8 16,-9 2 1-16,3-1-5 0,0 1-17 0,2 1 4 15,2-1-4-15,0-1 4 0,2 1-5 16,1-1-6-16,-1 0 3 0,1-1-3 0,2 1 7 16,2-1 9-16,1 0-10 0,2 2 8 0,0-2-17 0,1 1-3 15,-1 1 1-15,-1-1-3 0,1 2-5 16,1-2 4-16,1 2 1 0,1-1 1 0,0 0 17 15,-1-1 0-15,0 2 0 0,-2 0-2 16,-1 0-7-16,0 1 4 0,1-1-5 0,2 0 3 0,-1 0-10 16,-1 0-4-16,-1 0 7 0,-4 0-6 0,-2 1 11 15,1-1-7-15,-3 1 5 0,0-1-6 0,1 0-1 0,1 0-5 16,0 0 1-16,0 0-1 0,-1 0 9 16,-2 0-4-16,-2 0 4 0,-1 0-2 15,0 1 20-15,-1-1-13 0,0 1-1 0,-2-1-4 0,0 0-4 16,-2 0-6-16,1 0 7 0,-1 0-7 15,0 0 5-15,-7-2 1 0,1 0 0 0,-1 0 2 0,16 2 8 16,-16-2-2-16,0 0 2 0,0 0-5 0,0 0-37 16,0-1-49-16,0 1-7 0,7-19-15 15,-7 18-59-15,3-15-69 0,-2 5-44 0,1 0-30 0,1-1-399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15T22:08:06.91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8624 5090 1184 0,'0'-1'193'0,"0"1"-70"16,0-1 95-16,0-16-195 0,0 17 0 0,0 0-12 0,1 0-3 16,-1 0 4-16,17-9-5 0,-17 9 5 0,0 0-3 15,1 0 7-15,-1 0-5 0,17-7 15 0,-17 7 15 16,0 0-1-16,1 0 7 0,-1 0 11 0,17-4-1 15,-17 4 2-15,0 0-4 16,1 0-6-16,-1 0-14 0,19-1-3 0,-19 1-2 0,2 0-1 0,14 2-6 16,-15-2 8-16,-1 0-8 15,21 2 10-15,-20-2-4 0,15 2 0 0,-6-1-2 0,1 0-18 0,0 1 4 16,-1-1-7-16,3 1 7 0,-1-1-11 16,1 0 5-16,-1 2-2 0,3-1 4 0,-2 0-8 0,2 0 1 15,1 1 0-15,-1-2 1 0,1 0-1 16,2 2 0-16,0-1 4 0,1 0-3 0,1 0 3 0,-2-1 1 15,0 0-6-15,-1-1 6 0,1 2 0 16,0-1 1-16,-2 0 3 0,2-1-2 0,1 0-1 0,1 0 2 16,1 0-4-16,0 0 3 0,-1 0-2 0,0 0 1 15,-2-1 0-15,0 1-1 16,-1-3-3-16,0 3 7 0,0-1-2 0,1 1 3 16,-2-2-10-16,1 0 8 0,-1 1-4 0,1-1 5 15,0-1-5-15,-2 0-5 0,0-1 4 0,-1 1-3 0,-2-1 9 0,-2 1 5 16,0-1-2-16,0-1 5 15,-2 1 3-15,-1-1-4 0,1 0 3 0,-1-2-4 16,1 1 1-16,-1-1-7 0,-2-2 3 0,2 1-4 0,-3-1 0 16,0-2-1-16,2 2 0 0,0-2 1 0,-1 0 1 15,0 0 1-15,-1-1-6 0,0 0 6 0,-2 1-1 0,1 1 2 16,0-1 0-16,-1 0 0 16,0 0 0-16,-2-1-4 0,0 0 2 0,0 0-3 15,0 0 1-15,-1-1 2 0,-2 0 4 0,0 0-1 0,1-1 6 0,-3 0-9 16,2 0 0-16,-2 0-3 0,-2 0 4 0,0 1-10 15,-1 1 4-15,2 0-6 0,-3 0 2 16,1-1 0-16,0 0 2 0,-1 0-2 0,0 0 0 16,0 0 0-16,0 0-1 0,1 0 1 0,-2-1-4 15,1 1 1-15,-1-1 1 0,1 1 2 0,-2 1 4 16,1-1-8-16,-1 2 0 0,-2 0-3 0,0 1 4 16,-1 1-3-16,1-1 1 0,-1 2-2 0,1 0 3 15,-1 1-2-15,1 0 0 0,-1 0 0 0,0 1 1 0,-1 0 0 16,0 0 1-16,0 2-1 0,0-1-2 0,-1 1-3 15,1 1-1-15,-1 0 0 0,0 1 2 0,1 1-1 16,1 0 1-16,2 1-3 0,-2 0-10 16,3 1 8-16,-2 1-5 0,1 0 5 0,0 2 0 15,-1 0-6-15,-1 2 5 0,-1 0-5 0,2 0 8 0,-4 2 2 16,2-1 3-16,-2 1 0 16,-1 1 5-16,2 0-2 0,0 0-3 0,0 0 2 15,3 1-1-15,-3 0 2 0,3 0-3 0,-1 1 2 16,0 0 1-16,2 1 1 0,-1 1 0 0,0 0 0 0,-1 0-6 0,1 0 5 15,1 0 4-15,-2-1-1 16,3 1-1-16,-1-1-1 0,2 0-1 0,1-1 1 0,1 1-2 0,2-1 3 16,-2-1-2-16,4 1 2 0,-3 0-1 0,4 1 1 15,-2 0-3-15,2 1 2 0,1-1-11 16,-1-1 10-16,1 1 0 0,2-1 3 16,0-1 1-16,1 0-2 0,0 0 3 0,2 0-2 0,-2-1 5 15,2-1-3-15,0 0-3 0,1 0 0 16,1-1 0-16,1 0 0 0,-1 1 5 0,1-1-4 0,1-1 6 15,-2 1-7-15,4 0 0 0,0-1-1 0,0 0 3 16,1 1-3-16,-1-1 4 0,0 1-4 16,1 0 3-16,0 0 0 0,-1 0-3 0,0-1 1 0,0 0-3 0,-2 0 4 15,1 0-1-15,0-1 3 16,-1 1 2-16,-1-1-1 0,1 0-1 0,0 1 1 0,1-1 3 16,-2 0-7-16,2 0 10 0,0 0-10 0,-1 0 1 0,-1-1 5 15,1 0-5-15,0 0 5 16,0-1-12-16,1 1 14 0,-1-1-8 0,-1 0 9 0,0-1-10 0,1 2 4 15,-1-2 0-15,1 1 3 16,1-1-4-16,-1 0 7 0,1 0 0 0,0-1 1 0,-1 1-6 0,0-1 4 16,1 1-5-16,-1-2 5 15,1 1 4-15,-1 0-8 0,2 0 6 0,-1 0-7 0,-1-1 4 0,1 0-8 16,-1 0 1-16,0 0-2 0,0 1 3 0,-1-1 5 16,-6 0-6-16,0 0 3 15,1 0-2-15,19 1-3 0,-20-1 0 0,1 0-3 0,-1 0-9 0,0 0-162 16,19 4-15-16,-19-4-76 15,0 0-274-15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15T22:00:12.62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3714 3674 460 0,'-4'-4'198'15,"4"4"-46"-15,0 0 89 0,0 0-144 0,-1 0-23 16,1-1-31-16,-1 1-43 0,1-1 0 0,0 1-11 15,-1-1-6-15,1 1 21 0,-1-1-2 0,1 1 8 0,0 0-1 16,-1-1 14-16,0 1 1 0,1-1 4 16,0 1 5-16,0-1 26 0,-1 1-5 0,0-1 12 15,1 1-2-15,-1 0-9 0,1-1-5 0,0 1-2 16,-1-1-24-16,1 1 0 0,-1-1-8 0,1 1 4 0,0-1-11 16,0 1-5-16,0-1 7 0,0 1-8 0,0 0 1 0,0 0-1 15,0 0 4-15,0 0-2 16,0 0 5-16,1 0 7 0,-1 0-3 0,1 0 6 15,16 0 3-15,-17 0-3 0,0 0 1 0,0 0-2 0,0 0 4 16,1 0-17-16,-1 0 5 0,17 5-10 16,-17-5 4-16,0 0-1 0,1 0-3 0,15 6 1 15,-16-6-4-15,1 0 3 0,-1 0 2 0,20 6 0 16,-20-6 1-16,1 0-4 0,19 4 0 0,-20-4 0 16,1 0 11-16,19 0 1 0,-20 0 0 0,0 0 0 15,20 0-1-15,-19 0 2 0,-1 0 1 0,22-2 1 16,-22 2 1-16,0 0-11 0,22-3 7 0,-13 2-8 15,0 0 6-15,0 1-6 0,1-1 1 0,-3 1-1 0,1-1 4 16,1 0-3-16,-1 0-2 16,0 1 1-16,-1-1-6 0,1 0 7 0,-1 1-4 15,1 0 6-15,-1-1-6 0,-1 1 5 0,0 0 0 0,0 0 1 16,0 0-5-16,0 0 2 0,-6 0-1 16,0 0 3-16,16 0 4 0,-16 0-7 0,0 0 3 0,1 0-4 15,19 0 2-15,-20 0-2 0,1 0 2 0,18 0-1 16,-19 0 4-16,0 0-8 0,20 0 1 0,-20 0-4 15,0 0 4-15,21-1 5 0,-20 1-1 0,17 0 2 16,-10-1 1-16,2 1-8 0,-1-1 4 0,0 0-3 16,0 1 2-16,1-1 4 0,-2 0-8 15,1 0 5-15,0 1-2 0,0 0 1 0,0-1 5 16,0 1-5-16,0 0 0 0,-1 1 0 0,0-1-2 16,0 0 1-16,1 1-2 0,0 0 1 0,0 0 1 15,1 0 0-15,0 0 5 0,1-1-5 0,-1 1 1 0,2 0-2 16,-1-1 0-16,-1 0 3 0,1 1-5 15,0-1 5-15,-1 1-6 0,-1 0 7 0,0 0-2 0,1 0 5 16,0-1 0-16,-1 1 13 0,0 0-3 0,-1 0 4 0,1 0-19 16,-1 0 2-16,-1 1-2 15,1 0 2-15,-1-1-2 0,0 1 5 0,2-1-5 16,-2 1 4-16,2-1-6 0,-1 1 2 0,1-1 2 0,1 0-2 16,-2 1-3-16,1-2 1 0,0 2 0 0,0-1 2 15,-1 0 7-15,0-1-7 0,-1 0 1 0,-1 0-3 16,0 0-2-16,0 0 4 0,1 1 0 0,-1-1 0 15,1 0 2-15,-1 0 3 0,0 0 0 16,-6 0 1-16,1 0-2 0,-1 0-2 16,21-1 3-16,-21 1-4 0,0 0 1 0,0 0-3 0,20-1 0 15,-20 1 1-15,0 0 8 0,1 0-7 0,15-2 1 16,-16 2-3-16,1 0 6 0,-1 0-7 0,17-1 2 0,-17 1-4 16,1 0 4-16,16-3 0 0,-17 3-1 0,0 0-1 15,18-3 2-15,-18 3 0 0,0 0 0 0,19-3 0 16,-19 3 0-16,0 0-4 0,17-3 4 0,-17 3-3 15,0 0 4-15,0 0-2 16,20-2-3-16,-20 2 1 0,1 0 1 0,-1 0-1 0,20-1 5 0,-20 1-4 16,1 0 1-16,-1 0 1 15,20 0-2-15,-20 0 2 0,0 0-2 0,1 0 1 0,17 2-2 16,-18-2 1-16,0 0 0 0,1 0 0 0,15 1 0 16,-16-1-1-16,0 0 3 0,1 0-2 0,15 1 4 0,-16-1-4 15,0 0 0-15,1 0 0 0,17 1 0 0,-18-1 0 16,1 0 4-16,-1 0-4 0,18 1 1 0,-18-1-2 15,0 0 1-15,16 1 0 0,-16-1 2 16,1 0 0-16,-1 0 5 0,21 0-4 0,-21 0-4 16,1 0 1-16,-1 0 1 0,16 3-3 0,-16-3 5 0,1 0-3 15,-1 0 2-15,18 1-1 0,-18-1-2 16,0 0 1-16,0 0 1 0,17 6-1 16,-17-6 0-16,0 0-2 0,0 0 1 0,1 0 2 0,17 6-1 15,-18-6 3-15,1 0 0 0,-1 0-3 0,0 0-1 0,18 6-2 16,-18-6 3-16,0 0 1 0,0 0 1 0,1 0 0 15,17 3-2-15,-18-3 0 0,1 0 2 0,-1 0-2 16,18 2-2-16,-18-2 4 16,0 0-2-16,1 0 2 0,16 1-2 0,-17-1-1 0,1 0 1 15,14 1 0-15,-15-1-3 0,1 0 5 0,16 1-2 0,-16-1 3 16,-1 0-5-16,22-1 2 0,-22 1 0 16,16-1 0-16,-6 1 1 0,-2 0-3 0,2 0-1 15,0 1-2-15,-2-1 2 0,1 0 6 0,1 1-3 16,0 0 4-16,-1 0-3 0,0-1-3 0,1 1 6 0,-1 0-5 15,1-1 0-15,-2 1 1 0,2 0 0 0,0 0 0 16,-1 0-1-16,1 0 1 0,1-1 0 0,-1 1 0 16,2 0 0-16,0 0-1 0,1 0-1 0,-1 0 1 15,-1 0 1-15,1 0 3 0,-1 1-2 0,0-1 4 16,1 1-2-16,-1-2-3 16,0 1 2-16,0-1-3 0,-1 0 1 0,1 0 1 0,0 0 1 15,-1 0 0-15,0 0-2 0,2-1 4 0,1 1-4 0,0 0 6 16,0 0-1-16,-1-1-3 0,0 1 3 0,-1-1-2 15,1 1 1-15,-1 1-3 0,0-1 2 0,0 0-3 16,1 0 0-16,-2 0 2 16,2 0-1-16,-2 0 2 0,0-1 4 0,-1 0-5 15,0 0 0-15,1 0-1 0,0 0 3 0,-1 0-2 0,1 0 1 16,0-1-2-16,1 1 2 0,-2 0 10 16,2 0-4-16,-2 0 4 0,-1 1-8 0,0 0 4 0,-1 0-2 15,0 0 2-15,-2 0-6 0,2 0-1 0,-7 0 2 16,0 0 0-16,0 0 1 0,20 1-2 0,-20-1-1 0,0 0 0 15,1 0 4-15,16 1-5 16,-17-1 2-16,0 0-1 0,0 0 9 0,0 0-4 16,17-1-1-16,-17 1-1 0,0 0-5 0,0 0 8 15,1 0-2-15,-1 0 3 0,1 0-1 0,0 0 11 16,-1 0-4-16,0 0 5 0,1 0-6 0,-1 0 2 0,1 0 1 16,-1 0 0-16,1 0-2 0,-1 0 0 0,0 0-1 0,1-1 0 15,0 1-6-15,-1 0-1 16,0 0 1-16,0-1-1 0,0 1-1 0,-1-1 3 0,0 1-6 15,-17-11 5-15,18 11 2 0,-1 0-7 0,-18-5 4 16,18 5-5-16,-15-3 0 0,8 2 3 0,-4 0-1 16,1 0 1-16,-2 0-4 0,-1 0 0 0,-1 1-1 0,0 0 0 15,0 0-3-15,0 0 4 0,0 1-3 0,0 0 2 16,-1 0-4-16,-1 0 4 0,-1-1 3 0,0 1-1 16,0-1 3-16,-2 1-5 15,0-1 1-15,0 0-1 0,0-1 5 0,0 1-4 16,2-2 3-16,0 0-3 0,1 1 6 0,-2-2-4 15,1 2-3-15,-1-1 0 0,-1 1-5 0,-3 0 7 16,1-1 3-16,-2 1 0 0,3 0-9 0,0 0 5 16,1-1-1-16,0 1 2 0,0-2-3 0,-1 1 4 15,0-1-1-15,-1 0 4 0,-1 0-4 0,0 0-2 0,1-1 3 16,1 0-2-16,1 0 3 0,1-1-1 0,-1 0-4 16,0 0 1-16,0 1-1 0,-2 0 2 0,-1 0 2 15,0 1 0-15,1 0-3 0,-1 0-4 16,3 0 4-16,0 1-4 0,-2-1 5 0,-1 1 0 15,1 1-4-15,-3 1 2 0,0-1-1 0,0 0 0 0,1 0 2 16,1 1 0-16,1 0 5 0,-1 0-7 16,0 0 4-16,-1 1-4 0,-1-1 8 0,0 2-7 15,0-1 1-15,0 0-3 0,2-1 2 0,2 0 2 16,-1 1-3-16,1-1 2 0,-1 1-1 0,1 0 1 0,-2-1 4 0,-1 1-3 16,2-1-1-16,0 1 0 15,2-1 0-15,2 1 1 0,-2-2-1 0,0 2 2 0,0 0-3 16,0 0 1-16,-2 0-6 0,1 0 7 0,-1 1-3 15,2-1 4-15,-1 0-2 0,1 1 0 16,1 0 2-16,1 0-2 0,-1-1-1 0,-1 0 1 0,1 0-1 16,0-2 1-16,0 3 4 0,0-2-3 15,1 0 4-15,2 1-5 0,-1-1 2 0,3 0-2 16,0 1-4-16,1 0 3 0,1-1 2 0,0 1-1 16,-1-1-1-16,1 1-1 0,0-1-5 0,0 2 6 0,2-1 1 0,-1 0 0 15,1 0-3-15,1-1 3 16,1 2-2-16,0-1 2 0,1-1-1 0,2 2-4 0,5-2 5 0,-1 0-4 15,1 0 9-15,-18 2-8 0,18-2 1 16,0 0-5-16,0 0 2 0,0 0-1 0,0 0-5 0,0 0 3 16,0 0-7-16,0 0-4 15,0 0 9-15,0 0-5 0,0 0 12 0,0 0-7 16,0 0-1-16,0 0-1 0,1 0 2 0,18 7-2 16,-18-7 1-16,15 1 0 0,-6-1 3 0,2 1 1 15,1-1-3-15,0 0 1 0,1 0-2 0,1 0 3 0,1 1 3 16,0-1-1-16,0 0 2 0,1-1-2 0,1 0-3 15,3 1 2-15,-1-2 3 0,5 0 2 16,-2 1 2-16,1-1 0 0,0 0-1 0,-1 2-1 16,-2-2 0-16,-1 2 0 0,0 0 4 0,0 0 2 0,2 0-3 0,1 2 2 15,-2-1 0-15,0 1-5 16,-1 0 2-16,-2 1-4 0,-1-1 4 0,-2 1 13 0,-1 1-5 0,-2 0 8 16,-1-1-15-16,1 1-110 15,-1 0-23-15,0 0-44 0,1 0-193 0</inkml:trace>
  <inkml:trace contextRef="#ctx0" brushRef="#br0" timeOffset="1342.23">7011 3724 2026 0,'-5'-8'20'0,"5"8"-9"0,0 0 4 15,0 0-69-15,0-1 15 0,0 1-5 0,0-1 36 16,0 1-1-16,0 0 7 0,0 0 4 0,0 0 2 15,0 0-1-15,0 0 0 0,0 0 0 0,0 1 0 16,0-1 0-16,0 1 1 0,0-1-1 0,0 0 1 16,0 0 6-16,-1 0-2 0,0 0 26 0,1 0-12 15,-1 0 5-15,1 0-7 0,0 0 4 0,0 0-6 16,0 0 2-16,0 0-3 0,0 0 0 0,0 0 0 0,-1 0-1 16,0 0 2-16,1 0 9 0,-1 0-9 0,1 0 2 15,-1 0-7-15,1 0-16 0,0 0 3 0,0 0-8 0,0 0 6 16,0 0-6-16,0 1 8 15,0-1-4-15,1 1 4 0,16 10-4 0,-17-11 1 16,0 0 5-16,22 5-3 0,-13-3 7 0,0-1-1 16,0-1 0-16,1 1 0 0,0 0 0 0,-1-1 17 15,1 0-6-15,-2 0 10 0,3 0-1 0,-1 0 0 0,0 0-1 16,2 0-2-16,0-1-8 0,-2 0-7 0,3 0 1 16,1 1-4-16,-1 0 2 0,1 0-3 15,0 1 4-15,-1-1-5 0,0 0 0 0,0 1 3 16,-1 0-2-16,0 0 3 0,-1-1-1 0,0 1-2 0,-2 0 0 15,2-1-1-15,-2 1 3 0,0 0 0 0,-1 0 2 16,0 0-1-16,0 0 1 0,-1 1-1 16,0-2-3-16,-1 1 2 0,1 0 0 0,-1 0-3 15,2 0 5-15,-3 0-6 0,1 0 3 0,1 0 2 16,-1-1-3-16,0 1 2 0,-1 0 2 0,1 0-6 16,0-1 5-16,0 0-6 0,0 0 8 0,0 1 7 15,0-1-6-15,0 0 7 0,1 0-7 0,-1-1-5 16,1 1 3-16,-1 0-3 0,1 0 3 0,0 0-1 15,-1 0-4-15,1 0 1 0,0 0-5 0,0 0 3 16,-1 0 4-16,1 0 0 0,-1 0-1 0,0 0-3 16,0 0 0-16,1 1-1 0,0-1-5 0,1 1 5 15,0-1-1-15,1 0 2 0,0 1 0 0,0 0 0 0,0-1-1 16,0 1 0-16,0-1 4 16,-1 0-2-16,2 0 3 0,-2 0-3 0,0 0 0 0,0 0 4 15,0 0-4-15,-1 0 4 0,1 0-2 0,-1 0 5 16,-1 0-2-16,1 0 4 0,0 0 5 0,-1-1-4 15,1 1 3-15,-7 0-5 0,0 0-1 0,16-1 0 16,-16 1-2-16,1 0 0 0,15-2-3 0,-16 2 1 16,0 0 0-16,19-2 0 0,-19 2 0 0,0 0-4 15,19-3 0-15,-19 3-1 0,0 0 2 0,18 0 4 16,-18 0-1-16,0 0 1 0,17-1-11 0,-17 1 9 16,0 0-5-16,1 0 6 0,18-2-4 0,-19 2 6 15,1 0-3-15,-1 0 2 0,18-2-6 0,-18 2 3 16,1 0-1-16,0 0 0 0,-1 0-4 0,18-3 2 15,-18 3 0-15,0 0 1 0,0 0 2 0,1 0-3 0,15 0 5 16,-16 0-4-16,0 0 1 0,1 0 1 16,-1 0 0-16,1 0 1 0,0 0-2 0,-1 0-11 15,0 0-19-15,0 0-1 0,2 0-84 16,13-6-116-16,-15 6-29 0,0 0-56 0,0 0-378 0</inkml:trace>
  <inkml:trace contextRef="#ctx0" brushRef="#br0" timeOffset="2340.87">8436 3658 758 0,'0'0'267'0,"0"0"-132"16,0 0 144-16,0 0-322 0,0 0 11 0,0 0 12 0,0 0 17 16,1 1-2-16,12 18 5 0,-13-19 2 0,0 0-4 15,0 0 4-15,0 0-3 0,0 1 9 0,6 15 50 16,-6-16 2-16,0 0 21 0,0 0 51 0,0 0-19 16,1 0 1-16,-1 0-10 0,1 1-18 0,-1-1-29 15,1 0 2-15,16 6-14 0,-17-6-19 0,0 0-7 16,1 0 1-16,16-3-2 0,-17 3 0 0,0 0-6 15,20-3 1-15,-20 3-1 16,1 0 2-16,22-3 3 0,-23 3 0 0,17-3 1 16,-17 3 1-16,16-3-4 0,-16 3-4 0,16-3 1 0,-7 2 0 0,0 0-6 15,0 0 5-15,1 1-6 0,0 0-1 0,1-1-1 16,-1 1-2-16,3 0 2 16,-1 0 3-16,1 0-1 0,2 0-1 0,-1 1 0 0,2-1-3 15,1 1-1-15,-1-1 3 0,0 0 0 0,1 1 11 16,-1-1-1-16,-1 1 0 0,0 1 0 0,0-1 3 15,0 1-3-15,1-1-1 0,0 0 0 0,-1 0-6 0,0 1 4 16,1-1-2-16,1 0 1 16,-1 1-10-16,2-1 3 0,0 0 0 0,-1 0 3 15,-1 0-1-15,0 0-2 0,0 0 1 0,-1 0-1 0,2 0-2 0,-3-1 4 16,1 0-1-16,3 0 3 0,-2 0 5 0,1-1 18 16,0 1-7-16,-2-1 9 0,0 0-16 0,-2 1-5 15,-1-1 0-15,0 1-2 16,-1 0-4-16,1 0-3 0,-2 1 3 0,0-1-3 15,-1 0 8-15,2 0 0 0,-4 1-4 0,0-1 2 0,1 0-9 0,0 1 9 16,-1-1 1-16,3 0 2 0,-4 0-6 0,0 0 4 16,0 0-1-16,-6 0 3 0,0 0 2 0,1 0-9 15,16 0 3-15,-17 0-4 16,0 0 7-16,1 0-5 0,-1 0 1 0,0 0-3 0,17 0-1 16,-17 0 4-16,0 0-3 0,0 0 3 15,0 0-5-15,1 0 1 0,-1 0-1 0,0 0 3 16,1 0 4-16,0 0-7 0,-1 0 3 0,0 0-3 0,1 0 3 15,-1 1 2-15,17 6 0 0,-17-7-1 0,0 0-10 16,0 0 6-16,0 0-4 0,0 0 3 0,0 0-36 0,0 0-31 16,0 0-17-16,0 0-6 0,0 0-79 0,0 0-101 15,0 0-21-15,0 1 96 16,0-1 1401-16</inkml:trace>
  <inkml:trace contextRef="#ctx0" brushRef="#br0" timeOffset="6420.42">6431 4365 1548 0,'-6'-5'49'0,"-1"2"-31"0,7 3-4 0,0 0-20 0,0 0-11 0,0 0 12 16,-1 0 0-16,0 0 5 0,1 0 12 0,-1 0 10 15,1 0 2-15,0 0 4 0,0 1 23 0,0-1 17 16,1 1 2-16,18 12 4 0,-19-13 1 0,1 0-17 16,21 4 3-16,-13-2-8 0,1 0-1 15,-1 0-4-15,1 0-4 0,0 0 0 0,2 1-11 0,0-1-5 16,3 0 1-16,1 1-3 0,-1-1-6 0,1 1-2 15,0-1-3-15,1 0 1 16,-1 1-6-16,0-2 4 0,1 1 5 0,-2 0-2 16,1-2 7-16,1 1 2 0,2-1-6 0,0 1 5 0,3-1-14 15,0-1 3-15,0 1 0 0,-1 0 1 0,0 0-5 16,-1-1-9-16,0 1 4 0,1 0-5 0,-1 0 3 0,1 0 1 16,2 0-2-16,0 1 1 0,-1 0 0 0,1-1 2 15,-1 0 0-15,-2 0 0 0,1 0-7 0,-1 0 5 16,0 0-3-16,1 0 5 0,0 0-5 0,2 0 0 15,-1 0 4-15,0-1-3 0,-1 0 1 0,-3 1 1 16,1-1-2-16,-2 1 2 16,0-1 3-16,-1 1-1 0,0 0 4 0,0 0-3 15,-2 0 4-15,1-1 1 0,-1 1-7 0,-2 0 5 0,-1 0-7 16,-3 0 10-16,0 0 2 0,-1 1 2 0,-7-1-1 0,0 0 1 16,1 0 0-16,0 0 1 0,-1 0 10 0,0 0 1 15,1 0-2-15,-1 0 1 0,1 0 2 0,-1 0-8 16,0 0 3-16,1 0-6 15,-1 0-3-15,0 0-13 0,0 0 7 0,-1 0-9 16,-19-6 4-16,11 5 0 0,-3 1-4 0,-1 0 2 16,-2 0-5-16,-3 0 0 0,1 0 3 0,0 0 0 15,0-1 3-15,0 1-3 0,-1-1 0 0,-1 1 0 0,-1-1 1 16,-1 1 1-16,-2 0-5 0,-2 0 3 0,0 0-2 16,1 0-1-16,0 1 2 0,0-1-2 15,1 2 3-15,-2-1 2 0,-1-1 0 0,0 2 1 0,-2 0-3 16,1-2 1-16,2 2-2 0,-1-1 2 0,2-1-4 0,2 1 3 15,-1 0-1-15,0 0 1 16,0 0 3-16,-1 0-2 0,1 0 4 0,2-1-4 16,2 1-1-16,2-1 0 0,1 0 0 0,0 1 1 15,0-1-1-15,0-1 0 0,1 1 0 0,0 0 0 16,0 1 9-16,1 0-10 0,-1-1 0 0,3 0-4 16,1 0-2-16,2 0 7 0,2 0 0 0,0-1 4 0,7 1 0 15,-1 0-5-15,1 0 0 0,0 0-4 16,-16-1 1-16,16 1-4 0,0 0-1 0,0 0-2 15,0 0-11-15,0 0 0 0,0 0 0 0,0 0 0 16,0 0 12-16,0 0 4 0,0 0 0 0,0 0 1 16,20-5 4-16,-19 5-1 0,15-1 1 0,-5 1-2 15,2 1 2-15,1-1 1 0,1 1 0 0,1-1 0 16,0 1-10-16,0 0 9 0,1-1-6 0,0 2 7 0,0-2-6 16,1 0 5-16,0 1 1 0,4-1 1 0,2 1-4 15,0-1 5-15,1 0-4 0,-1 0 4 16,-2-1-1-16,1 1-3 0,-1 0 3 0,0 0-2 15,0-1 3-15,1 0 3 0,0 0-2 0,2 0 2 0,0 1 2 0,-3-1-4 16,1 1 1-16,-3 1-2 0,-1-1-2 16,0 0 3-16,-1 1 0 0,1-1 1 15,0-1-4-15,0 1-1 0,0 0 3 0,-2 1-2 16,-2-1 7-16,0 1-2 0,-2 0-1 0,-3 0 1 16,1 1 6-16,-2-1-4 0,-1 0 1 0,-8-1-2 15,1 0 6-15,14 0-4 0,-15 0 6 0,0 0-3 0,1 0 11 16,-1 0-9-16,1 0 7 0,0 0-7 0,-1 0 16 0,0 0-8 15,1 0-1-15,-1 0-1 0,0 0 3 16,0 0-8-16,0 0-3 0,0 0-2 16,0 0-6-16,-1 0 2 0,-22-3-1 0,14 3-1 15,-1 0-5-15,-3-1 3 0,-1 0-1 0,-2-1 1 16,-1 1-1-16,-3-1-2 0,0 0 2 0,-2-1-1 16,1 2 1-16,0-2 2 0,0 2-2 0,1-1 3 15,-2 0-3-15,-1 0-1 0,0 0-2 0,-2 1-1 16,0 0 8-16,1 0-4 0,0 1 3 0,2-1-5 15,-1 1-5-15,1 0 8 0,1 0-1 0,-1 0 4 16,0 0-7-16,-1 0 4 0,1 0-2 0,1 1 3 16,2 0-2-16,3-1 0 0,0 0 0 0,2 2 0 15,-1-2 0-15,1 1-2 0,0 1 0 0,0-1-2 0,1-1 4 16,1 0 0-16,0 0 0 16,-1 0 2-16,3 0 1 0,-1 0-6 0,2-1 6 0,2 1-6 0,7 0 3 0,0 0 2 15,-17-2-3-15,17 2 2 0,0 0 0 0,0 0-5 16,-1 0-1-16,0 0-1 15,1 0 1-15,-1 0-10 0,1 0-1 0,0 0-4 16,-1 0-9-16,1 0 8 0,-1 0-1 0,1 0 4 16,0 0-3-16,0 0 2 0,0 0 0 0,0 0 0 15,22-4 0-15,-11 4 3 0,1 0 4 0,3 0 0 16,1 0 6-16,0 0 2 0,0 0-3 0,1 1 3 16,1-1 4-16,0 0-6 0,0 2 1 0,2-2-2 15,0 1 3-15,3 0 5 0,0 0-1 0,2 0 1 16,-1-1-1-16,0 0-2 0,-1 0 0 0,-2 1-1 15,0-1 5-15,2 0-2 0,-1 0 4 0,2-1-4 16,1 0 5-16,-2-1-5 0,-1 1 2 0,-1 0-2 16,-2 0 0-16,-1 0 0 0,0 0-1 15,-2-1 2-15,0 1 7 0,-1 1-7 0,0-1 4 0,-2 0-4 16,0 0 15-16,-2 1-11 0,-2-1 9 0,-1 1-10 16,-8 0 8-16,1 0 6 0,-1 0 0 0,0 0 3 15,1 0 5-15,-1 0 1 0,1 0 1 0,-1 0-1 16,0 0 4-16,1 0-11 0,-1 0 0 0,0 0-4 15,0-1-8-15,0 1-4 0,-16-12-1 0,5 11 0 16,-2-2-3-16,-1 1-1 0,-2-1 2 16,-1 1-1-16,1-1 3 0,-3 0-2 0,2-1 0 0,-4 0 0 15,0 0 0-15,-2 0 0 0,-2 1-1 0,0-1 0 16,-1 1-3-16,1 0 4 0,1-1-3 0,1 2 3 16,1 0-1-16,-1 1-4 0,1 0 2 15,-2 1-2-15,0 0 5 0,1 1-1 0,0 0 1 16,3 0-2-16,4-1-5 0,2 2 6 0,1-1-2 0,3-1 2 15,0 2-1-15,2-1-3 0,2 0-4 0,6-1 2 16,-1 0-2-16,1 0-16 0,0 0 2 0,-1 0-7 16,0 1-5-16,1-1 2 0,0 1 4 0,4 17 0 15,-4-18 12-15,15 7-4 0,-5-3 6 0,0 0-4 16,2-1 14-16,0 0-3 0,1 1 0 16,4-1-1-16,1 1 3 0,3-1 3 0,1 0-3 0,-1 1 2 15,1-1-3-15,0 0 8 0,0-1-4 16,1 1 5-16,0 0-9 0,2 0 7 0,0 0-1 15,1-2 2-15,2 2-7 0,-4-2 7 0,1 0-3 0,-2-1 3 16,-1 1-4-16,-2-1 5 0,0 1-2 0,-2 0 4 16,1-1-2-16,-3 0 6 0,-1 0 1 0,-2 1 2 15,-2-1 3-15,-3 1 0 0,-1 0 0 0,-7-1 1 16,0 0 1-16,0 0 6 0,1 0 1 0,-1 0 4 16,1 0 6-16,0 0-2 0,-1 0 0 0,0 0-2 15,0 0-7-15,-16 7-14 0,4-8 0 0,-3-1-4 0,-4 0 4 16,-2 0-10-16,-2-1 4 15,-1 0-6-15,-1 0 1 0,-2-1 5 0,-1 1-3 16,-4 0 4-16,-2-1-1 0,0 2-3 0,2-1 3 0,0 1-3 0,3 0-2 16,-2 0 0-16,0 0 2 15,0 1-2-15,1 0 0 0,4 1 2 0,2 0-2 16,2 0 2-16,2 1 1 0,-1 1-3 0,2 0 1 0,2 1-3 16,1-1-4-16,0 1 4 0,3 0-2 0,2 0 3 15,0 0 2-15,5-1-8 0,6-2 0 0,-1 0-5 16,0 0-12-16,1 1-3 0,-1-1 0 0,1 1-1 15,-6 15-2-15,6-16 5 16,14 5 0-16,-4-3 3 0,2 1 9 0,2-1 6 0,3 0 1 16,1-1 1-16,1 1-2 0,1-1 6 0,0 1-3 15,3 0 3-15,-1-2 3 0,4 1-5 0,2-1 5 16,1 0-4-16,0 0 4 0,0 0 0 0,-2 0 0 0,-2 0 1 16,0 0-4-16,1-1 6 15,-1 0-6-15,1 0 7 0,-2-1-1 0,-1 2-3 16,-2 0 7-16,-3 0-7 0,-2 0 10 0,-2 0 0 15,-2 0-1-15,-2 0 0 0,-3 0 6 0,-1 1 0 0,-6-1 5 16,0 0-4-16,1 0 6 0,0 0 6 0,-1 0-3 16,0 0 5-16,0 0-4 0,0 0-5 0,0 0 0 15,0 0-2-15,0 0-11 0,-22 8-5 0,9-6-1 16,-4 0 1-16,-2-2 5 0,-2 0-6 0,-2-1 1 0,-3 1-3 16,-1-1 5-16,0 0 1 15,2-1-3-15,-1 0 2 0,2 0-5 0,0-2-1 16,-1 3 4-16,1 0-3 0,-1 0 4 0,1 1-4 0,1-1 0 0,2 1-1 15,1 0 2-15,0-1-1 16,2 1-5-16,1 0 1 0,-2 1-2 0,1 1 3 0,-2 0 3 16,1 0 0-16,0 1 4 0,0-2-5 0,2 1 1 15,3-2-4-15,1 1 5 0,3 1-1 0,1-1 3 16,2-1-2-16,0-1 6 0,7 1-9 0,-1 0-4 0,1 0-2 16,0 0-6-16,-1 0-6 0,0 0-2 0,1 0-5 15,0 0-14-15,0 0 3 0,0 0 5 0,0 0-2 16,0 0 16-16,15 5 3 15,-5-4 1-15,3 2 1 0,2-2 10 0,3 0-4 16,2 1 6-16,3 0-6 0,0 0 7 0,0-1-1 16,1 1-1-16,-1-1 0 0,-1 0 1 0,3 1-3 0,0-1 2 15,3 0-2-15,2-1 11 0,1-1-6 16,-1 0 4-16,-2 0-4 0,-1 0-6 0,-2-1 7 0,3 1-3 0,-3 0 5 16,2 0 0-16,-2 0 3 0,0-1 1 0,-4 1 0 15,0 0 1-15,-3 0-4 0,0 1-1 0,-3 0-1 16,2 0 0-16,-4 0 2 15,2 0 1-15,-1 0 1 0,-2 1 5 0,-2-1 1 16,-1 1 1-16,-3-1 0 0,-6 0 0 0,1 0 7 16,-1 0-2-16,1 0 5 0,0 0 11 0,-1 0 6 0,0 0-6 15,0 0 2-15,0 0-24 0,0 0-2 0,0 0 2 0,-15-4-4 16,5 1-11-16,-2 1 3 16,-3 0-7-16,0-1 7 0,0 1-3 0,-2 0 1 15,1 0 2-15,-2-1-1 0,-2 0 2 0,1 0-1 0,-3 0 2 16,-1 0-2-16,0 0-4 0,-2 0 4 0,1 1 2 15,1-1 1-15,1 0-3 0,0 1 2 16,1 0-4-16,0 0 4 0,0 0-3 0,1-1 1 16,0 2 1-16,0-1 1 0,1 0-3 0,3 2-2 15,0-1 0-15,3 0 0 0,1 0-1 0,1 1 2 0,1-1 1 16,1 1 1-16,1 0 0 0,0 1-4 16,1-1 1-16,1 0-3 0,6 0 2 0,-1 0 1 15,1 0-4-15,-1 0 3 0,1 0-14 0,0 0 0 16,-1 0-4-16,0 0 2 0,1 0-2 0,0 0-1 0,0 0 7 15,0 0-5-15,0 0 10 0,0 0 2 0,0 0-3 16,0 0 3-16,0 0 0 0,22 6 1 16,-22-6 3-16,0 0-2 0,21 1 4 0,-21-1-1 15,1 0 1-15,22 0 0 0,-13 1 4 0,0-1-4 0,2 2 1 16,1-2-2-16,-1 0 7 0,2 1-5 0,0-1 3 0,1 0-5 16,0 0 1-16,-1 1 4 0,2-1-3 0,-2 1 4 15,1-1 2-15,0 1 0 16,0-1 0-16,0 0-1 0,0 1-8 0,0-1 5 0,1 0 0 15,1 0 2-15,-1 1 1 0,1-1-3 16,0 1 0-16,-3-1-1 0,1 0 1 0,-1 1 1 16,1-1 2-16,-2 0-2 0,0 1-1 0,-1-1 4 15,-1 0-2-15,0 0 3 0,0-1-5 0,0 1 1 0,1-1-1 0,-1 1 1 16,0-1 7-16,-2 0-3 0,0 1 2 16,0 0-3-16,-2-1-2 0,-1 1 2 0,0-1 0 15,-6 1 1-15,1 0 6 0,-1 0-9 0,0 0 5 16,18-1-6-16,-18 1-1 0,0 0-68 0,1 0-15 15,-1 0-26-15,1 0-132 0,-1 0-155 16,0 0-54-16</inkml:trace>
  <inkml:trace contextRef="#ctx0" brushRef="#br0" timeOffset="8265.86">3779 3736 2027 0,'0'0'35'0,"0"0"-37"0,0 0 21 0,0 0-78 15,0 0 24-15,1 0 25 0,18-2 12 0,-8 4 0 16,2 0-3-16,0 0-4 0,-5-5 2 15,9 6-3-15,0 0 2 0,0-1 1 0,2-2 6 16,1-1 6-16,2 1 0 0,2-2 18 0,-1 0-6 0,1-1 1 16,0-1-3-16,0 1 3 15,2-2-1-15,0 0 1 0,3 1 0 0,0-1 5 0,0 0-3 16,-1 1-2-16,-1-1 0 0,-1 2-4 0,1-2-8 16,3 0-2-16,0 0-3 0,1-1-5 0,-2-1 1 15,-1 0 3-15,-2 0-1 0,0-2 6 0,1 1-4 16,-1-1 0-16,0 0-1 0,-1 0 3 0,-3 1-2 15,-2-1 2-15,-1 3-3 0,-2-1 1 0,-2-1 17 16,0 1-5-16,-1-1 9 0,1 0-4 0,1 0-8 16,0-1 4-16,-1 0-4 0,-2 0 11 0,-3-2 8 15,0 1 2-15,-2 1 2 0,-2-2 10 0,-1 2-11 16,-1-2-2-16,-2 0-3 0,0 0-11 16,-2-1-2-16,0 0 1 0,-3 0-2 0,1 2 1 0,-2-2 2 15,-1 0 1-15,-2-1-1 0,0 0-2 0,-2 0 0 16,0-2-3-16,-2-1 2 0,1 0-8 0,-3 0 3 15,0 1 0-15,1-1 0 0,-2 0-2 16,0 2 7-16,1-1-1 0,-3 2 2 0,1 2-9 0,-4 0-4 16,-1 0-3-16,-1 1 0 0,-4 0-2 0,-2 1-7 15,-2 0 3-15,1 1-3 0,0 0 1 0,0 1 1 16,0 1 2-16,-3 0-1 0,-2 2 1 16,1 0 2-16,0 0-4 0,2 2 4 15,0 0-5-15,0 2 1 0,-3 0-4 0,-1 3 3 0,-1 1-7 0,0 1 10 16,1 1-1-16,2 2 3 0,-2 0-4 0,-1 2-3 15,0 1-2-15,2 1 0 0,1 1-1 0,2 1-3 16,2 3 6-16,-1 3-4 0,-2 1 2 0,3 4 2 16,-1 1-1-16,4 1 2 0,2-1 4 0,3-1-6 0,3-2-2 15,2 2 0 1,2-1-6-16,4 2-4 0,2-1 3 0,3-2-3 0,2 1 3 0,2-2-3 16,3-1 3-16,3-1-2 0,0-2-2 0,4-1 9 15,1 0-4-15,2-1 7 16,2 2 12-16,2-2-24 0,3 0-37 0,5-4-9 0,4-2-238 0</inkml:trace>
  <inkml:trace contextRef="#ctx0" brushRef="#br0" timeOffset="9337.86">8336 4462 2250 0,'-2'-6'76'0,"2"6"-56"0,0 0-14 0,0 0-40 16,0 0-21-16,0 0 36 0,0 0 1 0,0 0 9 15,0 0 2-15,0 0 8 0,0 0-2 0,1 0 3 16,-1 1-2-16,1-1-6 0,15 14 3 0,-16-14-3 16,0 0 1-16,0 0 32 15,1 0-1-15,18-4 15 0,-19 4 16 0,1 0 0 0,-1 0 3 16,0 0-1-16,21-13 4 0,-21 13-25 0,0 0-3 0,0-1-8 16,20-8-19-16,-20 9-3 0,17-1-1 0,-9 1 0 15,4-1-4-15,-1-1 2 16,2 2 0-16,3-2 0 0,-1 2 0 0,4 0 0 15,0-1-3-15,1 1 1 0,-1-1-1 0,0 0 1 0,1 1 5 0,-1-1-3 16,0 1 0-16,1 0-2 16,0 0 0-16,2 0 0 0,1-1 6 0,2 1-1 0,0 0 2 0,-2 0-1 15,1-1 0-15,-1 1 10 0,0 0-6 0,2-1 8 16,1 1-5-16,3-1 0 16,2 0-5-16,-2 0 2 0,0 0-10 0,-2 1 2 15,0-1 2-15,-1 0-2 0,3 0 10 0,0 0-4 16,1 1 2-16,-1-1-4 0,-1 0 6 0,-2 0 4 0,-1 1-1 15,1 0 1-15,3 0-12 0,-1 1 1 16,1-1-1-16,1 0 2 0,-3 0 3 0,-1 1-6 16,-2-1 4-16,2 1-4 0,1-1 6 0,1 0 6 0,1-1-1 15,0 1 4-15,-2 0-1 0,-3-1 3 16,1 2 0-16,-1-2 1 0,0 1-2 0,3-1 5 16,-2-1-3-16,2 1 3 0,-1 0-7 0,-2 0-3 15,-2 0 1-15,-1 0-1 0,0 0 6 0,0-1 0 0,0 1-3 0,1 0 0 16,0-1-11-16,-1 1 5 15,-2 0-3-15,-2 0 3 0,-2-1-2 0,-1 1-7 16,-1 0 4-16,-2 1-6 0,0-1 7 0,-2 0-2 16,0 1 0-16,-2-1-1 0,1 0-2 0,-3 0-10 0,-5 1-17 15,0 0-7-15,1 0-130 0,17-3-183 0,-18 3-73 16</inkml:trace>
  <inkml:trace contextRef="#ctx0" brushRef="#br0" timeOffset="10700.74">7490 5509 1534 0,'-5'-7'106'0,"0"2"4"0,1 1 11 0,4 4-31 0,0 0-32 0,0-1-11 16,0 1 2-16,0 0-8 16,0-1-29-16,-9-21-12 0,9 22 0 0,0 0-3 15,0 0 6-15,0 0 2 0,0 0 4 0,1 0 0 16,-1 0 16-16,17 2-3 0,-17-2 0 0,0 0-1 15,0 0 6-15,1 0-2 0,19 9 3 0,-20-9-3 16,1 0-4-16,23 5-3 0,-14-2 1 0,2-1-3 16,0 0-13-16,2 0 9 0,-1-1-10 0,2 2 9 15,2-1-8-15,0 0-2 0,1 1 5 0,2-1-5 16,-1 0-1-16,0 0 2 0,0-2 6 0,-1 2 1 0,1 0 24 0,-1-1-4 16,2 0 0-1,0-1-1-15,3-2-2 0,2 2-7 0,1-2 1 0,2 1-2 16,-2-1-3-16,0-1-7 0,1 1 0 0,0 0-2 0,2-2 3 15,2 2-3-15,2-3-3 16,-3 1 0-16,1 1-5 0,-1-1 10 0,-1 1-1 0,2-1 4 16,0 1-6-16,-1-1 7 0,0 1 6 0,-2 1-1 0,-2-1 6 15,-1 1 5-15,2 0-4 16,-1 1 5-16,1 0-7 0,0 0-3 0,-2 0-3 0,-1 1 1 16,-2 0 0-16,1 0 0 0,-2 1 0 0,0 1-1 0,0-1-8 15,2 1 0-15,-2 0-1 0,0 0 0 16,-1 0 0-16,-4 1 3 0,0 0-3 0,-3-1 3 0,-2 0-3 15,0 1-3-15,-2-1 7 16,-2 0-5-16,0 1-1 0,-7-3-36 0,0 0-12 0,0 0-13 16,1 0-79-16,-1 0-75 0,1 0-14 0,-1 1-29 15,0-1-140-15</inkml:trace>
  <inkml:trace contextRef="#ctx0" brushRef="#br0" timeOffset="11440.01">5256 6103 2487 0,'-5'-5'97'0,"5"5"-39"0,0 0 41 15,0 0-171-15,0 0 21 0,13-5-13 0,-1 6 51 16,1 1-1-16,1 1 8 0,3 0-1 0,-4-4 5 15,7 6-1-15,0-1 3 0,1 0-1 0,1-1 0 16,-1-1 1-16,2 0 0 0,1 0 0 0,-1-2-1 16,1 1 9-16,0-2-2 0,0 1 36 0,-2-2 6 15,2 0-7-15,1-1 5 0,2 0-3 0,0-2 2 16,2 1 4-16,0 0-4 0,-2-1-10 0,0 1-14 16,0 0-1-16,0 0-3 0,2 1 3 0,1-1-9 15,1 2 1-15,-1-1-3 0,-1 1 2 0,-1 0-7 16,3-1 3-16,2 0-5 0,0 0-2 0,2 0 5 0,0 0-5 15,-3 0 5-15,1 0-2 0,1-1 1 16,-1 0-2-16,2 0 1 0,0 1-6 0,-6 1 7 16,1 0-3-16,-3 1 5 0,-1-1-9 0,3 1 6 0,-2-1 1 15,-1 1 3-15,1 0 8 0,-5 1 7 16,0 0-2-16,-2 0 2 0,0 0-12 16,2-1-1-16,0 1-2 0,0-2 1 0,0 1-3 0,-2 0 1 15,-3 1 1-15,-2 0-1 0,-1 0 1 0,-1 0 2 16,-3 0 2-16,-1 0 0 0,0 1 4 0,-3-1-3 15,-6 0 0-15,1 0-1 0,-1 0-5 0,16 2-29 16,-16-2-8-16,0 0-15 0,0 0-90 16,0 0-113-16,0 0-22 0,1 0-40 0,0 0-180 15</inkml:trace>
  <inkml:trace contextRef="#ctx0" brushRef="#br0" timeOffset="12030.45">7477 6089 2546 0,'-5'-3'92'0,"5"3"-49"0,0 0-22 0,-1 0-52 0,0 0-37 16,1 0 22-16,0 0 6 0,0 0 10 15,0 1 23-15,0-1-7 0,1 17 8 0,4-10-6 0,1 0 24 16,1-2 17-16,1-1-3 0,1 0 10 0,-1-1 24 15,2-1 10-15,0 1 8 0,1-1-3 0,1-1-4 0,1-1-15 16,3 0-3-16,1 0-3 0,2-1-14 0,3 1-7 16,2-1 1-16,1-1-4 15,3 1-10-15,-2 0-4 0,2 0 2 0,-2 0-2 16,2-1 2-16,2 0-6 0,2 1-2 0,2-1 0 0,-1 1-2 0,-1-1-1 16,-3 1 2-16,2-1-3 15,1 2 0-15,3-1 0 0,0 1 0 0,-5 0 2 16,2 0 2-16,-4 0-1 0,1 0 0 0,2 1-1 15,0-1-2-15,0 2 23 0,-1-2-11 0,-2 2 15 0,-2-1-15 16,-1 1-2-16,1 0-1 0,0 0 0 0,0 0-2 16,-1 1 1-16,-2 0 1 0,-2 0-1 15,-1 0 1-15,-4 0 2 0,1 1-5 0,-3-1 3 16,0 1 2-16,-2-1-5 0,-1-1 10 0,-2 1-9 16,-1-1-1-16,1 0 4 0,-3 0-6 0,-6-2 5 15,1 0-9-15,-1 0 7 0,1 0-7 0,16 1 3 0,-17-1-45 16,0 0-37-16,0 0-16 0,0 0-9 0,0 0-93 15,0 0-157-15,0 0-50 0</inkml:trace>
  <inkml:trace contextRef="#ctx0" brushRef="#br0" timeOffset="15469.84">4942 5540 1424 0,'-7'-6'165'0,"0"0"54"0,2 2-1 0,5 4-134 16,0 0-50-16,0-1-20 0,0 1-3 0,0-1 3 16,0 1-15-16,-1 0-8 0,1 0 6 0,0 0-4 15,0 0 11-15,0 0-5 0,0 0-2 0,0 0 1 16,0 1 8-16,0-1-2 0,8 19 0 16,-8-19-1-16,1 0 12 0,0 0-1 0,15 11 6 0,-16-11-3 15,0 0 11-15,1 0 10 0,18 9-2 0,-19-9 2 16,1 0-12-16,16 4-1 0,-17-4-1 15,1 0 0-15,22 4-8 0,-15-3 0 0,3 0-8 16,-2 0 6-16,1-1-9 0,1 1 1 16,-1 0 0-16,3-1-1 0,-1 0-4 0,1 0 6 0,-1-2-3 15,1 0 2-15,0 2-5 0,1-2-1 0,-1 2 1 0,0-2 0 16,1 1 8-16,1-1-5 0,2 0 1 0,0 0-3 16,1 1 7-16,1-2-3 0,-1 0 3 15,0 1-4-15,0 0-6 0,-1-1 9 0,-1 2 0 16,0-1 5-16,-1 1-7 0,3-2-1 15,0 1-2-15,1-1 2 0,1 0-1 0,-2 2-3 0,1-1 0 16,-3 0-1-16,1 2 0 0,-1-1 7 0,-1 0-4 16,0 1 5-16,-1 0-1 0,0 0-7 0,0-2 1 15,2 1-2-15,-1 0 2 0,4 0-1 0,-1 1 5 0,0-1-5 16,0 0 3-16,-1 0-2 0,-1-1-2 0,0 1 0 16,0 1 1-16,-2 0 4 0,0 0 0 0,0 0 2 15,1 0-6-15,2 0 1 0,-1 0 0 0,1 0 1 16,0 1 3-16,0 0-4 0,0-1 3 0,-1 0-3 15,1 1-1-15,-2-1-1 16,1 0 2-16,-1-1 0 0,1-1 1 0,1 1 3 0,2-1-6 16,0 0 4-16,2-1 2 0,-2 0 2 0,1 2 2 15,-3-1-1-15,1 0-7 0,-3 0 10 0,0 0-6 16,-3 1 7-16,1-1-1 0,0 1-6 0,-1 0 2 0,1 0-4 16,1 0 6-16,1 0-5 0,0 1 1 0,0-1-4 15,-2 1 1-15,2 0 2 0,0-1-2 0,0 0 1 16,-1 0-3-16,-1 0-1 15,0 1 1-15,0 0 0 0,0 0 6 0,-1-1-4 16,1 1 2-16,0-1-3 0,0 0-1 0,2 0 1 0,-1 1 1 0,2 0 1 16,-2 0-2-16,-1 0 0 0,-1 0 0 15,1 1 0-15,-1 0 2 0,1-1 0 0,-1 1-1 0,0-1 2 16,-1 0-3-16,-1 0-1 0,1 0 1 16,0 0-1-16,1-1 4 0,0 1-1 0,0 0 0 15,0-1-1-15,0 1 0 0,0-1-2 0,0 1 0 0,0 0-1 16,-1 0 5-16,0-1-2 0,1 1-1 0,-3-1 0 15,3 0 5-15,-1 0-9 0,-1 1 6 0,0 0-6 16,2-1 6-16,-2 0-1 16,-1 1-2-16,2 0 0 0,-1 0 5 0,1 0-4 0,1 0 0 0,0-1-1 15,-1 1 3-15,2 0-3 16,-1-1 4-16,0 0-5 0,0 1 1 0,-1-2 1 0,0 0 0 16,2 0 1-16,-1 0-6 0,-1-1 3 0,1 1 1 15,0-1 1-15,-1 1 7 0,1-1-8 16,0 0 4-16,0 0-4 0,1 1 1 0,0-1 4 0,-1 0-5 0,1 1 6 15,-1-2-8-15,-1 2 6 0,-1-1-2 0,0 0 4 16,-1-1-5-16,0 0 7 16,0-1 0-16,0 1 2 0,-1-1-10 0,0 0 12 0,0-2-9 15,0 0 11-15,-1 0-9 0,1-1 17 0,-2 1 4 16,1-1 3-16,-2 1-3 0,0 0-2 0,-1 0-2 0,-1-1 1 16,0-1-1-16,-1 1 0 0,1 0-4 0,-1 0 3 15,-2-2-2-15,0 1-5 16,0-2 0-16,-2-1-1 0,0 0 7 0,-1 0-12 0,0 0 7 0,-1-1-10 15,1 0 7-15,-1 0-2 0,-2-1 2 0,-1 1-2 16,-1 1-9-16,-2-2 10 16,1 3-8-16,-1 0 9 0,0-1-6 0,-2 2-2 15,-2-2-1-15,-1 1 0 0,0-1-1 0,-2-1-1 16,0 2 0-16,-1-1-1 0,0 1 0 0,1 0 0 0,0-1-2 16,2 2 2-16,-1-1-2 0,-1-1-5 0,0 3 5 0,-2 0-6 15,0 1 4-15,0 3-1 0,-2-2 3 16,-1 0-1-16,0 1 3 0,0 0-7 15,0-2-2-15,1 2 1 0,-2 0 4 0,-1-1-2 0,0 1 6 0,-2 1-5 16,-2 0 3-16,-1 0 2 16,3-1-5-16,0 1 5 0,2 0-6 0,-1 0 4 0,-2-1 1 15,-1 1 1-15,-1 0 0 0,0 1-5 0,1-1 5 0,2 1-5 16,2 0 8-16,-1 1-4 0,0 0 1 16,-4 0-2-16,0-1 4 0,1 1-2 0,0 0-6 15,2 1 2-15,0 1-2 0,0 0 1 0,-1 1 2 0,-1 0-1 16,-2 1-1-16,0 0-1 0,0-1 2 15,1 1-1-15,3 0 5 0,-2 1-1 0,0 0 0 0,0 1 0 16,-1 0 2-16,2-1-3 16,1 1-1-16,1 0-2 0,-1 0 4 0,1 1-1 15,-1 1 1-15,-2 1-1 0,1 0-2 0,-2 2-1 16,2 0 1-16,1-1-1 0,1 1 4 0,-2 0-2 0,1 1 2 16,-1-1-1-16,-1 0 2 0,1 1-2 0,0 0 0 15,2 0-1-15,2 1-2 0,0-1 3 0,-1-1 2 16,1 3-2-16,0-1-2 0,-1 3 4 0,0-2-4 0,2 1 5 15,1 0-5-15,2 0 3 16,1 2-3-16,0-2 2 0,-1 2 1 0,-1-2-1 16,1 1 2-16,0 0-1 0,-1 0 1 0,1-1-5 0,1 1 5 15,0-1-4-15,3 2 2 0,3 1 2 16,-1 0-6-16,3 0 6 0,0 0-8 0,1 1 4 0,1-1 0 16,1-1 2-16,3 0 2 0,0-1-5 0,2-1-2 15,2 1 0-15,0-1 3 0,3-1-3 16,1 1 4-16,1 0-4 0,0 0 9 0,2 2-2 15,0 0 0-15,1-1-2 0,0 0-1 0,2-1 0 16,0-1 4-16,0 1-2 0,3-1 0 0,1-1 2 16,1-1-3-16,2 0 2 0,-2 0 8 0,1-1-10 15,1-1 2-15,0 0-15 0,-1 0-105 0,1 1-217 0,2-1-47 16</inkml:trace>
  <inkml:trace contextRef="#ctx0" brushRef="#br0" timeOffset="20589.88">6775 5509 691 0,'0'0'114'0,"0"0"38"0,0 0 4 0,0 0-49 0,0 0-52 0,0 0-6 16,0 0-7-16,0 0 4 16,0 0-36-16,-1 0 12 0,1 0 2 0,0-1 4 0,-1 1 17 15,1 0 20-15,-1 0-6 0,0-1 8 0,1 1-16 0,0-1-12 16,-1 1 3-16,1-1-7 0,0 1-11 0,0 0-2 15,0-1 2-15,0 1 0 0,0 0 13 0,0 0-3 16,0 0 1-16,1 0-2 0,-1 0-8 0,18 2-2 16,-18-2-1-16,0 0 1 0,0 0 0 0,1 0 1 15,16 10-4-15,-17-10 3 0,0 0-6 0,1 0-3 16,16 7 0-16,-17-7-2 0,0 0-6 0,16 5 7 16,-16-5-5-16,1 0 5 0,17 5-8 0,-18-5 3 15,1 0 0-15,21 4 0 0,-13-3-10 0,0 0 4 16,2 1 1-16,-1-2 1 0,1 1-4 0,-1-1 2 15,1 1-1-15,1 0 2 16,0-1 0-16,0 0 5 0,-1 0 0 0,1-2 2 0,0 2-3 16,-1-2 12-16,-1 0-9 0,0 0 9 0,-1 0-10 0,1-1 8 15,-2 1-3-15,0 0 5 0,0-1 0 0,0 0-7 16,0 2 6-16,0-2-6 0,-1 0 9 0,-1-1-3 16,1-1-4-16,-2 0 1 0,3-1-9 0,1 1 4 15,-4-2 1-15,3 1 1 0,0-2 3 0,-1 0 5 16,0 0-4-16,-1-1 3 15,-1 0 0-15,-1 1 14 0,1-1-3 0,-2 0 5 0,-1 1-11 16,-1-2-5-16,-1 0 1 0,1 1-3 0,-1-1-4 0,0 0-5 16,0 2 2-16,-2 0-3 0,2-1-4 0,-2 2 8 15,1-2-8-15,-1 1 7 0,1 0-9 16,0 0-2-16,0 0 1 0,0 0-2 0,0 0 0 0,0 0 7 16,-1 0-4-16,0 0 6 0,-1 0-7 0,1 0 3 15,-1 0 2-15,-1 0-1 0,-1 0 5 0,-1-1-5 16,1 2-1-16,1 1-1 0,-2-2 3 0,0 1-2 15,1 1 4-15,-1-1-4 0,1 1-1 0,0-1-1 16,0 1-1-16,1 0 0 0,-1 1 1 0,0 0-1 16,-1 0 1-16,1 0-1 0,0 0 2 15,0 0-2-15,0 2 0 0,0-1 0 0,0 1 1 16,0 0-6-16,-2 0 0 0,1 0-3 0,-1 1-1 16,0 0 6-16,-1 1 0 0,1 0 3 15,0 1 1-15,-1-1-1 0,1 0-2 0,-1 0 1 16,2 1-6-16,-1 0 6 0,1 0-1 0,1 0 2 0,-1 0 0 0,6 0-5 15,0 0 2-15,-1 0-2 0,-18 4 6 0,19-4-6 16,-1 0 3-16,1 0-6 0,0 0 1 0,-20 10 1 16,20-10 0-16,-1 0 1 0,1 0-3 0,-21 12 8 15,21-12-8-15,0 0 8 0,-18 12-4 16,18-12 0-16,0 0 6 0,-19 12-3 0,19-12 4 0,-1 0-4 16,-18 17-3-16,19-17 0 0,-12 12 4 15,5-4-1-15,1-2 1 0,-1 1-2 0,1 0-1 0,0-1 4 16,-1 1 0-16,2 0 1 0,0 0-3 0,1 0-5 15,0 1 1-15,0-1-1 0,2 1 2 0,0-1-6 16,0 1 3-16,1 0-2 0,1 0 4 16,0 0-3-16,1 0 3 0,1 0-3 0,-1-1 8 0,1 0 0 15,-1 1-1-15,1 0 1 0,0-2-2 0,-1 0 5 16,0 0-1-16,1 1 3 0,-1 2-5 0,1-1-1 16,-1 0 3-16,1 0-2 15,-1-1 0-15,1-1-1 0,0 1 1 0,1-1-1 16,-1 1 2-16,1-2 2 0,0 1-3 0,1 0 3 15,0 0-6-15,0 0 0 0,0 0 1 0,1 0 0 16,0 0 2-16,-2 0 2 0,2-1-3 0,0-1 2 0,0 1-6 0,1-1-3 16,0 0 1-16,0 0-13 0,0-2-125 0,1 0-148 15,0 0-68-15</inkml:trace>
  <inkml:trace contextRef="#ctx0" brushRef="#br0" timeOffset="23819.79">7085 5522 1333 0,'0'0'104'0,"0"-1"7"0,-1 1 2 0,1 0-9 16,-1-1-56-16,1 1-15 15,0-1-6-15,-1 1 0 0,1-1-37 0,-1 1 10 16,1-1-4-16,-1 1 6 0,1 0-2 0,0 0 5 15,-1 0 3-15,0 1-1 0,-7 15-1 0,8-16 4 0,0 0 3 16,0 1 0-16,3 18 10 0,-3-19 7 0,0 0-3 16,0 1 6-16,0-1 2 0,0 0 9 0,0 1-3 15,0-1 3-15,8 18-17 0,-8-18 0 16,0 0-6-16,0 0 1 0,0 0-18 0,0 1 4 16,0-1-2-16,0 0 2 0,0 1 1 0,1-1-2 0,-1 1-1 0,0-1-1 15,0 1-2-15,1-1 3 16,-1 1 2-16,0-1 0 0,0 1-7 0,0-1 3 15,0 0-4-15,0 1 4 0,0-1-2 0,0 1 2 0,0-1-1 16,0 1 1-16,0-1-8 0,0 1 9 16,0-1-7-16,0 0 6 0,0 1-8 0,0-1 4 0,0 1 1 15,0-1 1-15,0 1-1 0,0-1 5 0,0 0 0 0,0 0 2 16,0 0 2-16,0 0-10 0,0 0 3 0,0 0-4 16,0 0 2-16,0 0-1 15,0 0-2-15,0 0 1 0,0 0 6 0,0 0-11 16,0 0 4-16,0 0-7 0,0 0 5 0,1 1 0 15,-1-1 2-15,0 0 0 0,1 1 2 0,-1-1-4 16,0 1 0-16,8 15-2 0,-8-16 4 0,0 1-5 0,0-1 4 16,0 1-3-16,5 18 5 0,-5-19 1 0,0 0 0 15,0 1 0-15,5 19 9 0,-5-20 0 0,0 0 0 16,5 18-2-16,-5-18 0 0,0 1 0 16,7 20 0-16,-7-21 0 0,3 16-3 0,-1-6-4 0,-1-2 1 15,1 2-1-15,-2 0 0 0,1 0-3 0,0 2 0 16,-1-1 1-16,0 3 6 0,0 0-1 0,0-1-1 15,0 0-1-15,1-1-7 0,0 0 8 0,0 0-2 16,1-1 6-16,-2 0-7 0,2 0 11 0,-1-1-8 16,0-1 10-16,1 1-12 0,-2-2 13 0,2 1-7 15,0-2 7-15,-2 0-15 0,0 1 6 16,1-2 1-16,1 1 3 0,-2-1 1 0,0-6-8 0,0 1 4 0,0-1-5 16,2 17 8-16,-2-17-1 0,0 0 3 15,0 1-3-15,0-1-1 0,0 1-13 0,0-1-2 0,0 0-5 16,0 0-10-16,0 0-17 15,0 0-3-15,0 0-7 0,0-1-29 0,4-19-24 16,-4 20-7-16,1-16-8 0,-1 5-44 0,0-1-28 16,-1 0-15-16,0 0-16 0,-1 0-185 0</inkml:trace>
  <inkml:trace contextRef="#ctx0" brushRef="#br0" timeOffset="24121.27">7083 5590 1702 0,'-6'-4'258'0,"-1"1"-200"15,7 3-10-15,0 0-56 0,0 0-17 0,0 0 5 16,-1 0 0-16,1 0 3 0,-18 7 5 0,18-7-17 16,0 1 4-16,0-1-8 0,-12 19-5 0,12-19 13 15,0 1-2-15,0-1 8 0,-13 18 17 0,13-18 0 16,0 0 2-16,0 0-1 0,-1 1-18 0,1-1-76 16,-1 1-10-16,-16 14-29 0,17-15-94 0,0 0-214 0</inkml:trace>
  <inkml:trace contextRef="#ctx0" brushRef="#br0" timeOffset="24346.62">7113 5537 556 0,'0'0'90'0,"0"0"266"0,0 0-277 0,1 0 0 0,16 0 0 0,-17 0 1 16,0 0 1-16,1 1-23 15,-1-1 2-15,0 0-11 0,16 20-5 0,-16-20-19 16,0 1 2-16,8 16-10 0,-8-17-16 0,0 0 6 15,0 1-6-15,9 16 6 0,-9-17 1 0,0 1-2 16,0-1 8-16,1 1-5 0,-1-1 7 0,19 13-5 16,-19-13 0-16,1 0-1 0,-1 0-2 0,1 0 3 0,18 0-6 15,-19 0 5-15,0 0-8 0,0 0-62 0,17-5-5 16,-17 5-31-16,1 0-108 16</inkml:trace>
  <inkml:trace contextRef="#ctx0" brushRef="#br0" timeOffset="28539.55">3875 6061 576 0,'0'0'300'0,"0"0"174"16,0 0 1-16,-1 0-366 15,1 0-58-15,0 0-23 0,0 0 2 0,0 0 6 16,1 1-1-16,-1-1-15 0,1 0-1 0,20 15-4 0,-14-11 1 16,2-2-2-16,0 1 0 15,-1-2 1-15,2 1 0 0,1-2 6 0,0 1 1 0,0-2 2 16,1 1 10-16,-1-2 0 0,0 1-2 0,1-1 1 16,0 0 3-16,-1-2 3 0,2-1 2 0,-2 0-1 15,0-2 4-15,-1 1 3 0,0-3-2 0,-2-1 1 16,2 0-13-16,0-2-3 0,0 0-2 0,1-1-1 0,0-1-11 15,-2-1-7-15,-1 0 4 0,0-2-6 0,-1 0 1 16,1-2 1-16,-1 1-5 0,-2-2 5 0,0 0 0 0,0 0 0 16,-2-1 2-1,2 1-3-15,-2-1-10 0,1 2 5 0,0-2-1 16,0-2 4-16,-1 0-2 0,1-2-1 0,1 1 3 0,-2-1-2 16,0 0 4-16,-1 4 3 0,0-2-2 0,-2 2 4 15,1 0 3-15,-1-1 4 0,-1 0-3 0,0 1 1 16,-1 0-9-16,-2 1 3 0,2 1-3 0,-1 1 2 15,-2 1 1-15,0 2 1 0,-2-1-4 0,1 2 1 16,-1 1-6-16,-1-2-4 0,-1 2 4 0,0 1-4 0,-2-1-2 16,0 3-5-16,-1 1 1 0,-3 2-2 15,0 0-1-15,0 2 3 0,-2 1-3 0,0 2 3 16,0 1-1-16,-1 2-3 0,-1 2 0 0,0 2-1 16,0 1-1-16,0 2 9 0,0 1-5 0,-1 2 6 15,1 1-11-15,1 2-4 0,2 2 0 0,2 0-1 16,-2 1 7-16,2 2 5 0,-2 1 1 0,2 2 2 0,0 3 9 15,1 1-2-15,1 3 5 0,1 0-6 16,1 0-2-16,3-1 1 0,0 0-2 0,1 2 1 0,2 0-2 16,1 3 1-16,1-1-3 15,2-3 3-15,1-1 1 0,2-3-1 0,2 0-2 0,0 0-1 16,2 2 3-16,0-1-5 16,2-2 5-16,0-1-5 0,2-2 8 0,1-3-2 0,-1-3-2 0,2 0 0 15,0-1 1-15,0-1-1 0,2 1 2 0,1-1-1 16,3-1 0-16,2-2-127 0,2-1-6 0,4-1-60 15,1-1-165-15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5T21:36:30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75 5217 0 0,'0'3'13296'0'0,"17"-2"-13210"0"0,-13-1-25 0 0,2-1 86 0 0,11-5-115 0 0,-13 5 8 0 0,3 1 344 0 0,54 0 118 0 0,35 2 93 0 0,-92-1-548 0 0,2-1 70 0 0,11 2-59 0 0,-12-1-1 0 0,2-1 292 0 0,9 2-262 0 0,-12-1 1339 0 0,-10-2-1151 0 0,-4-2-209 0 0,-124-24 379 0 0,117 25-454 0 0,0 1 0 0 0,0 0 0 0 0,0 2-1 0 0,0 0 1 0 0,0 1 0 0 0,-21 5-1 0 0,23-4 9 0 0,4-1 2 0 0,0 1-1 0 0,1 0 0 0 0,-1 1 0 0 0,-13 6 0 0 0,83-27-757 0 0,-19 7 786 0 0,12-8-152 0 0,39-10 326 0 0,-79 25-967 0 0,0 1 0 0 0,0 1 0 0 0,14-1 2183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788" units="cm"/>
          <inkml:channel name="Y" type="integer" max="8616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4-02-15T21:38:32.077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context xml:id="ctx1">
      <inkml:inkSource xml:id="inkSrc1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4-02-15T21:38:32.710"/>
    </inkml:context>
  </inkml:definitions>
  <inkml:trace contextRef="#ctx0" brushRef="#br0">6513 3422 0,'0'0'0,"0"0"0,0 0 0,0 0 15,-15 12-15,5-8 16,-4-1 0,-1-1-16,-3-1 15,-1-1-15,-2-1 16,-3 0-16,0 1 31,-3 0-31,-1 1 0,3-2 16</inkml:trace>
  <inkml:trace contextRef="#ctx1" brushRef="#br0">3957 1802 75 0,'-1'0'594'0,"1"0"-221"0,-1 0 305 0,1 0-495 0,0 0-21 16,-1 0-6-16,0 0-42 0,1 0-1 0,0 0-8 15,0 0-12-15,-1 0-18 0,-16 9 1 0,17-9-8 0,0 0-7 16,0 1-15 0,-10 18 3-16,10-19-7 0,-2 14 3 0,-1-5-16 0,2 0-1 15,-1 0-6-15,-1 1-2 0,2 2-6 16,-2 3-1-16,1 2-2 0,0 1-9 0,-1 2 0 0,0 0 5 15,0 1-2-15,0 0 2 0,0 0-3 0,1-1 0 16,1 1-1-16,-1-1 3 0,-1-1-6 0,1 0 4 0,-1-1-4 16,2 1 3-16,-2-3 0 0,2-2-5 15,-2-2 2-15,1-3-1 0,2-1 4 0,0-8-2 16,0 0-3-16,0 0-77 0,0 1-56 0,0-1-11 16,0 1-17-16,-1-1-77 0,0 0-84 0,-7-10-26 0</inkml:trace>
  <inkml:trace contextRef="#ctx1" brushRef="#br0" timeOffset="320.46">3919 1780 1677 0,'0'0'56'0,"0"0"15"0,0 0-49 0,0 0 68 0,0 0-9 16,0 0 28-16,0 0-6 0,0 0-16 0,1 0-2 15,-1 0-7-15,0 0-24 0,20-5-14 0,-20 5-1 0,1 0-5 16,16 3 0-16,-17-3-9 0,0 0 3 16,23 7-5-16,-23-7-3 0,1 0 2 0,22 8-1 0,-15-3 1 15,0-1-2-15,-1 1 1 16,1 1 1-16,-3-1 0 0,1 2-3 0,-3-1-2 0,0 1 6 16,-1-1-3-16,-1 2 7 0,-1 0-7 0,-2 1 1 0,-1-1-2 15,-3 2 9-15,1-1-8 0,-3 1 1 0,0 2-3 16,0-1-7-16,-1 0-3 0,0 0-1 15,-1-2-1-15,0 1-4 0,-2 0-49 0,2-2-21 16,-1-1-17-16,2-1-123 0,-1-2-63 0,1 0-22 16,3-1-30-16,6-3-231 0</inkml:trace>
  <inkml:trace contextRef="#ctx1" brushRef="#br0" timeOffset="670.35">4285 1800 995 0,'0'0'110'0,"0"0"319"0,-1 0-325 0,1 0 61 0,0 0-5 16,-17 9 20-16,17-9-26 0,0 0-30 0,-1 0 1 0,0 0-12 15,-15 9-17-15,16-9-20 0,0 0-3 16,-1 1-5-16,0-1-10 0,-18 21-10 0,19-21 1 15,-1 0-5-15,-14 16-2 0,9-9-18 0,-1 0 4 16,2 2-8-16,-2 0-3 0,0 2-7 0,0 2 0 16,1 1-2-16,-1 2-4 0,0 0-1 15,1 1 0-15,-1 0 0 0,2 1 1 0,1 0 0 0,0 1-4 16,3-1 2-16,0 1-5 0,1-1 0 16,-1 0 2-16,2 1-2 0,0-1 0 0,1 0-5 15,2-1 3-15,-1-4-4 0,2 0-5 0,2-3-7 16,-1-1-5-16,2-2 0 0,0-1-15 0,0-2-17 0,0-2-49 15,1-1 5-15,1-1-186 0,-1 0-87 0,1-3-22 16</inkml:trace>
  <inkml:trace contextRef="#ctx1" brushRef="#br0" timeOffset="1069.33">4330 1925 1534 0,'0'0'253'0,"0"0"-158"0,0 0 47 0,0 0-77 15,0 0 108-15,0 0-25 0,0 0 0 16,0 1-18-16,1 16-61 0,-1-17-15 0,0 0-7 16,3 22-1-16,-2-13-11 0,0 1-6 0,2 0 0 15,-1 0-4-15,1 1-7 0,2-1-6 0,-1 0 5 16,0-1-5-16,1 0 8 0,-1 0-6 16,2-1-2-16,-2-2-1 0,2 1-9 0,-1-2-3 0,1-1 1 15,-2 1-2-15,1-1 0 0,-5-4-2 0,0 0-3 0,1 0 3 16,0 0-3-16,17 8 1 0,-18-8-3 15,0 0-5-15,0 0-80 0,1 0-83 0,18-2-9 0,-19 2-23 16,0 0-38-16,0 0-125 16,19-16-115-16</inkml:trace>
  <inkml:trace contextRef="#ctx1" brushRef="#br0" timeOffset="1271.23">4494 1928 1637 0,'0'0'142'0,"0"0"27"0,0 0-11 16,0 0 19-16,-1 0-16 0,1 0-27 0,-1 0-6 16,1 0-10-16,-18 9-36 0,11-2-15 0,1 0 0 0,-2 2-5 15,-1 3 1-15,-3 0-11 0,1 3 1 16,-2 0-5-16,-2 1-14 0,-1 0-14 16,1-1-5-16,0-1-2 0,0-1-11 0,4-1-2 0,0-1-3 15,2-2-12-15,0-1-116 0,2-2-149 0,1-2-35 16,6-4-60-16,0 0-375 0</inkml:trace>
  <inkml:trace contextRef="#ctx1" brushRef="#br0" timeOffset="2336.83">4636 1948 1106 0,'0'0'211'0,"0"0"82"16,0 0 28-16,0 0-186 0,0 0-14 0,0 0-6 16,0 0 6-16,1 0-20 0,0 0-23 15,-1 0-28-15,0 0-1 0,0 0-10 0,19 6-19 0,-19-6-8 16,1 0-1-16,15 2-2 0,-16-2-9 0,1 0 5 15,15 0-5-15,-16 0 6 16,0 0-1-16,2 0-8 0,15 0 3 0,-17 0-5 0,1 0 3 0,-1 0-84 16,1 0-32-16,-1 0-31 0,18 0-199 15,-18 0-430-15</inkml:trace>
  <inkml:trace contextRef="#ctx1" brushRef="#br0" timeOffset="2543.66">4608 2071 1646 0,'0'0'61'0,"0"0"44"0,0 0-40 0,0 0 48 16,0 0-3-16,0 1 13 0,20 7-39 16,-20-8-36-16,0 0-1 0,20-1-14 0,-20 1-25 15,16-2-4-15,-7 1-1 0,0 0-1 0,0-2-2 0,-1 2-4 16,0-2 0-16,-1 0-5 15,1 0-32-15,0 0-110 0,-1 0-8 0,1 1-42 0,1-1-98 0</inkml:trace>
  <inkml:trace contextRef="#ctx1" brushRef="#br0" timeOffset="2966.04">4872 1931 1621 0,'0'0'112'0,"0"0"45"16,0 0-11-16,0 0 20 0,0 0-23 0,-1 0-27 16,0 0 1-16,1 0-12 0,-19 17-28 0,19-17-11 15,-8 14-8-15,5-5 0 0,-2 0-22 16,1 1-1-16,-1 0-4 0,1 0 1 0,2 0-10 15,-2-1-12-15,3 0 0 0,1-2-6 0,0-1-5 16,0-6-3-16,0 0 2 0,0 0-3 0,0 1-6 0,0-1 6 16,19 13-5-16,-19-13 5 0,1 0 1 15,19-3-2-15,-10 0 3 0,0-2-3 16,0-1 5-16,0-2-1 0,0 1-2 0,0-2 2 0,0 0 4 0,-2 0 2 16,-1 0 4-16,1-1-2 0,-2 1 6 0,0 0-4 15,-1 1 2-15,-1 1-3 0,-1 0 4 0,-2-1 8 16,-1 1-3-16,0 1 4 0,0 6-5 15,0 0-1-15,0-1-4 0,-8-18 1 0,8 19-9 16,-1 0-12-16,1-1-6 0,-17-9-5 0,17 10-36 16,0 0-39-16,-19-4-4 0,19 4-17 0,0 0-54 0,-23 5-73 15,23-5-24-15,-1 0-42 0,-21 5-319 0</inkml:trace>
  <inkml:trace contextRef="#ctx1" brushRef="#br0" timeOffset="3288.8">4988 1811 1623 0,'0'0'268'0,"0"0"-146"16,0 0 48-16,0 0-100 0,0 0 71 0,0 0-14 15,0 0 4-15,0 0-13 0,0 1-36 0,6 19-22 16,-6-20-6-16,0 1-5 0,5 15-21 0,-5-15-1 15,6 14-5-15,-3-6 0 0,1 0-8 0,-1 2-2 16,1 1 0-16,0 0-2 0,1 3 3 0,-1-1-1 16,1 0 0-16,0 1-1 0,-2-2 4 0,2 2-3 15,0-1 5-15,-2 0-6 16,0-1 4-16,-2-1 0 0,-1-1 0 0,0 1 0 0,-3 0-4 0,-3 0-1 16,0 2-4-16,-2-2 4 0,1 1 6 15,-3-1-18-15,0-3-22 0,1 0-9 0,0-1-150 16,0-2-133-16,2 0-33 0</inkml:trace>
  <inkml:trace contextRef="#ctx1" brushRef="#br0" timeOffset="4263.75">5293 1959 1696 0,'0'0'131'0,"0"0"27"0,0 0 33 0,0 0-41 0,0 0-7 0,1 0-17 0,-1 0-1 16,1 0-16-16,18-3-31 0,-19 3-19 0,0 0-3 15,0 0-7-15,22-6-24 16,-22 6-20-16,0 0 7 0,20-3-12 0,-20 3 6 0,0 0-3 16,20-3-3-16,-20 3 2 0,0 0-6 15,20-3 6-15,-20 3-29 0,0 0 3 0,1 0-188 0,17-3-134 16,-18 3-51-16</inkml:trace>
  <inkml:trace contextRef="#ctx1" brushRef="#br0" timeOffset="4464.46">5306 2078 1484 0,'0'0'243'0,"0"0"-94"0,0 0 56 16,1 0-121-16,16 2 56 0,-17-2-62 0,1 0 0 0,22-7-27 15,-23 7-40-15,16-4-4 0,-7 1 0 0,-1-1-2 16,2 0-8-16,2 0-3 0,-1 0-3 0,2 0 1 16,1-2-5-16,1 0-160 0,2 0 7 15,0 1-81-15,0-1-165 0</inkml:trace>
  <inkml:trace contextRef="#ctx1" brushRef="#br0" timeOffset="4811.13">5785 1815 1865 0,'0'0'130'0,"0"0"12"16,0 0 27-16,0 0-51 0,0 0 0 16,0 1-1-16,-6 14 6 0,5-5-19 0,-2 1-17 0,-7-4-25 15,7 4 2-15,-1 2-12 0,0 1-22 0,0 3-7 16,-1 2-6-16,-1 3 3 0,0 0-7 0,0 2-10 16,-1 0 3-16,-1-2-5 0,2 1-1 15,0-2 6-15,-2 1-5 0,2-1 6 0,1-2-8 0,-1-1 0 16,3-3 0-16,1-3-1 0,0-1-4 15,2-5-87-15,0-6 0 0,0 0-37 0,0 0-56 0,0 0 18 16,0 0-16-16,0 0 5 16,13-13-130-16</inkml:trace>
  <inkml:trace contextRef="#ctx1" brushRef="#br0" timeOffset="5067.53">5742 1819 1416 0,'0'-6'66'0,"0"6"95"0,0 0-110 15,0-1 21-15,0 1-9 0,0-1 8 0,0 1-31 0,1-1 28 16,-1 1-3-16,1 0 9 0,19-5-20 16,-20 5-14-16,0 1 7 0,20 11-7 0,-13-5 23 0,0-1 2 15,2 2-5-15,-4-2 4 0,2 1-3 0,1 0-7 16,-1-2 3-16,0 1-4 0,0 0 1 16,-1-1-5-16,-1 0-5 0,-5-5-2 0,0 0-20 0,1 1-6 15,-1-1 1-15,14 17-3 16,-14-17 2-16,0 0 12 0,0 1 0 0,-11 19 4 0,4-12-4 0,-2 0-40 15,-1 1-10-15,-2 0-16 0,-1 1-67 0,-2 0-42 16,0 0-18-16,0-2-16 0,1 0-128 16</inkml:trace>
  <inkml:trace contextRef="#ctx1" brushRef="#br0" timeOffset="5384.01">6169 1794 575 0,'0'0'310'0,"0"0"154"16,0 0 11-16,0 0-358 0,-19 4-29 0,11-2 27 16,-1 1 5-16,-2 3-11 0,0-1-34 0,-6-3-7 0,5 6 0 15,1 0-4-15,-1 0-5 0,0 2-9 0,1 0-4 0,1 0-3 16,-1 1-24-16,2 1 6 15,-1 2-7-15,0 2 6 0,3 1-6 0,-1 1-6 0,2 1 1 16,2 1-3-16,0-1-9 0,1-1 0 16,1-1-2-16,1 0 0 0,1-1 0 0,1-1-5 15,1 0 0-15,3-1-2 0,-2-1-8 0,3-2-6 16,0-2-2-16,0-3-8 0,1-1-66 0,2-3-37 0,-2-1-16 16,2-2-6-16,1-2-56 0,-1-2-156 15,1-2-202-15</inkml:trace>
  <inkml:trace contextRef="#ctx1" brushRef="#br0" timeOffset="5615.99">6147 1889 1690 0,'0'0'76'0,"0"0"99"0,-1 0-94 0,1 1 50 16,0-1-1-16,-10 22 13 0,8-15-28 0,2 1-7 0,-1 2-5 15,2 0-3-15,0 0-44 0,0 2-20 0,2 1-3 0,0 0-5 16,1 0-4-16,0-1-19 15,0 1 4-15,2-1-9 0,-1-2 6 16,2 0-10-16,0-1 1 0,0-1-5 0,1-1 7 0,1 0-10 0,-1-2 5 16,-1-1-6-16,1 0 3 0,-1 0-8 0,-1 0-3 15,-1-3-9-15,1 0-92 0,-1-2-72 0,0-1-20 16,1-2-22-16,-2 0-143 0</inkml:trace>
  <inkml:trace contextRef="#ctx1" brushRef="#br0" timeOffset="5800.1">6290 1947 1857 0,'0'0'102'0,"0"0"39"15,0 0-21-15,0 0 30 0,-1 0-25 0,1 1-28 0,-19 10-3 16,19-11-9-16,-11 12-12 0,4-4-34 0,-1 1 5 16,-1 1-16-16,-2 2-8 0,-1 0-12 15,-1 2 2-15,0 0-6 0,-3-1-3 0,0 0-1 16,1-3-6-16,0 3-4 0,2-2-77 0,0 1-102 0,1 0-24 15,0-4-36-15,3-1-189 0</inkml:trace>
  <inkml:trace contextRef="#ctx1" brushRef="#br0" timeOffset="5999.19">6270 1993 1500 0,'0'0'101'0,"0"0"224"0,16-1-258 0,-16 1 71 15,0 0-22-15,1 0 31 0,18 0-80 0,-19 0-12 0,0 0-7 16,21 0-2-16,-13 0-24 0,2 0-12 16,1-1 2-16,1 0-6 0,-1 0-2 0,1 0 2 15,1 1-6-15,0 0 5 0,-2-1-6 0,-1 1 1 16,-1 0 0-16,-1 0-6 0,2 2-73 0,-3-2-91 16,-1 1-11-16,-6-1-30 0,0 0-73 0</inkml:trace>
  <inkml:trace contextRef="#ctx1" brushRef="#br0" timeOffset="6200.72">6352 2057 1380 0,'0'0'309'0,"0"0"-148"16,0 0-9-16,-1 0-35 0,1 0 14 0,-1 0-29 0,1 0-7 16,0 0-8-16,0 0-28 0,0 0-12 15,1 0-3-15,21-1-3 0,-10-1-16 16,0 0-15-16,1-2 2 0,-1 2-8 0,1-1-3 0,-1 0 6 15,-1 1-5-15,0-1 3 0,0 1-15 0,-1-1-68 16,0 1-6-16,0-1-30 0,2 1-98 0,0 1-87 16,1-1-45-16</inkml:trace>
  <inkml:trace contextRef="#ctx1" brushRef="#br0" timeOffset="6427.5">6644 1902 1940 0,'0'0'77'0,"0"0"68"0,0 0-78 0,0 0 55 16,0 0-12-16,0 0 20 0,0 0-44 0,0 0-4 15,11 18-1-15,-11-17-4 0,0 16-16 0,-1-7-4 16,-1 3-4-16,0 1-1 0,-1 0-20 0,0 2-6 16,0-1-5-16,0 0 0 0,-1-1-12 0,1-2-4 15,-1 2-1-15,3-3-2 0,-1 1-3 0,0-3-3 16,1 0 2-16,1-1-6 0,0-1-47 0,0-7-105 15,0 1-9-15,0-1-33 0,0 1-36 0,0-1-30 16,1 1-16-16,16 11-28 0,-17-12-268 0</inkml:trace>
  <inkml:trace contextRef="#ctx1" brushRef="#br0" timeOffset="6667.81">6779 1862 2018 0,'0'0'160'0,"0"0"-59"15,0-1-12-15,0 1-9 0,0-1-16 0,0 1-6 0,0 0-10 16,0 0 5-16,1 0-4 16,0 0 3-16,-1 0 2 0,15 22-1 0,-12-11 6 0,-2 3-11 15,1 1 4-15,0 1-6 0,0 1-1 16,0 1-14-16,0 1 0 0,0 1-7 0,0-1-7 0,0 0-4 16,-2-2-3-16,1 0 1 0,-1 0-2 0,-1-1 0 15,1 2 0-15,-2-1-3 0,0-1-10 0,-1 0 12 0,0-3 1 16,-1-1 3-16,-1-2-14 15,-1-2-136-15,-1-2-7 0,1 0-56 0,-1-1-131 0,7-5 926 16</inkml:trace>
  <inkml:trace contextRef="#ctx1" brushRef="#br0" timeOffset="6967.02">7195 1984 2061 0,'0'0'152'0,"0"1"-69"16,0-1 83-16,-7 17-135 0,7-17 5 15,0 0 12-15,0 1-28 0,0-1-1 0,0 1-12 16,0-1-16-16,0 1-17 0,0-1 2 0,0 0-6 16,0 1 4-16,0-1-156 0,0 0-28 0,0 0 77 15,1 0 1260-15</inkml:trace>
  <inkml:trace contextRef="#ctx1" brushRef="#br0" timeOffset="7112.61">7331 1972 892 0,'0'0'124'16,"0"0"272"-16,0 0 198 0,1 0-539 16,9 17 63-16,-10-17 9 0,0 0 4 0,0 1-12 15,2 19-80-15,-2-20-19 0,0 1-6 0,0-1-7 16,0 1-57-16,0-1-147 0,0 1 0 0,0-1-65 16,0 0-157-16</inkml:trace>
  <inkml:trace contextRef="#ctx1" brushRef="#br0" timeOffset="7264.86">7510 1980 2034 0,'0'0'128'0,"0"1"-84"0,1-1-10 0,10 18-9 16,-11-18 42-16,0 0-32 0,0 1-2 0,0-1-11 0,7 18-13 0,-7-18-58 16,0 0-14-1,0 0-26-15,0 0-129 0,0 0-340 0</inkml:trace>
  <inkml:trace contextRef="#ctx1" brushRef="#br0" timeOffset="7368.29">7654 2009 1929 0,'0'0'59'0,"0"1"-46"0,0-1-21 0,8 18-23 0,-8-18-260 0</inkml:trace>
  <inkml:trace contextRef="#ctx1" brushRef="#br0" timeOffset="7815.3">8209 1809 1091 0,'0'0'232'0,"0"0"90"0,0 0 29 0,0 0-196 0,0 0-29 0,0 0-19 0,0 1 10 16,-7 16-23-16,6-8 6 0,-4-5-15 0,4 8-1 15,1 0-6-15,-1 2-8 16,-2 2-9-16,0 0 1 0,-1 4-6 0,-2 1-6 0,0 2-18 16,-1 3 2-16,-1-1-8 0,0 0-12 15,-1-4-4-15,1-2-3 0,0 0 1 0,0-1-8 0,-1-1 0 16,4-2 0-16,0-2 1 0,0-4-4 15,0-1-69-15,1-2 1 0,4-6-30 0,0 0-41 0,0 1-27 16,-1-1-2-16,1 0-14 0,0 0-59 0,0 0-205 16</inkml:trace>
  <inkml:trace contextRef="#ctx1" brushRef="#br0" timeOffset="8048.76">8144 1819 1685 0,'0'0'53'0,"1"0"11"0,-1-1-11 0,19-7 56 16,-19 8-8-16,0 0 17 0,23 0-46 16,-23 0 6-16,0 0 0 0,24 8 2 0,-16-2-11 0,1-2-12 15,-2 2-3-15,2-1-1 0,-1 2 3 0,-1 1 3 16,0-2 1-16,0 2-2 0,-3-1-10 0,1 0-15 16,-1 3 0-16,-3-1-4 0,0 0-5 0,-1 2 0 0,-2-1-2 15,-2 2 2 1,-1-1 2-16,-3-1-2 0,-1 1 0 0,-1-2-5 15,-1-1-40-15,0-1-107 0,-1 0-8 0,0-3-43 0,1 0-108 16,0 0-351-16</inkml:trace>
  <inkml:trace contextRef="#ctx1" brushRef="#br0" timeOffset="8360.36">8600 1843 1824 0,'-7'0'51'0,"-2"1"-16"0,1 0 40 0,-2 0 36 16,0 2 3-16,-1 2 5 0,-1 0-25 0,0 2-18 15,-1 0 2-15,1 1-11 0,0 3-20 0,1 0-26 16,0 3 7-16,0 2-10 0,0 0 14 0,1 3-2 15,1 0-2-15,0 1 1 0,1 1-8 16,2 0-3-16,2-2-1 0,-1 2-1 0,3-1-7 16,1 0-7-16,1 1-5 0,2-4 0 0,2-1-16 0,0-3-15 15,2-4 1-15,1-1-9 0,2-3-24 0,0-3-9 16,0-1 2-16,1-3-3 0,0-2 1 0,1-2-145 16,3-3-36-16</inkml:trace>
  <inkml:trace contextRef="#ctx1" brushRef="#br0" timeOffset="8584.44">8624 1906 1868 0,'-2'5'57'0,"0"2"18"0,2 1-10 0,0 1 65 16,2 2-7-16,-1-2 20 0,2 2-40 0,1 1-11 15,0 1-1-15,0 0-8 0,3 1-41 0,-2 0-15 16,0 0-3-16,2 0-3 0,-1-2-9 15,-1 0-7-15,1-1-1 0,0 0-1 0,1 0-2 0,1-2-14 16,-1-1 3-16,1-2-9 0,0-1-1 0,2-1-69 0,-1-2-10 16,1-2-28-16,1 0-81 0,-1-1-186 15,1-3-66-15</inkml:trace>
  <inkml:trace contextRef="#ctx1" brushRef="#br0" timeOffset="8785.65">8825 1953 905 0,'-5'-6'125'0,"1"4"318"0,4 2 194 0,-1 0-554 0,1 0 14 0,-17 2 26 16,17-2 2-16,-13 8 0 0,5-2-24 0,-1 1-24 0,-1 2 5 15,-1 1-16-15,-1 0-21 0,-1 2-6 16,0 1-8-16,-1 0 0 0,-1 2-29 16,1-1 4-16,-1 1-1 0,-2 0 1 0,1-1-4 15,-2 0-2-15,1-1-4 0,2-1-6 0,1-1-81 16,3-3-90-16,1-1-23 0,3-3-26 0,7-4-130 0</inkml:trace>
  <inkml:trace contextRef="#ctx1" brushRef="#br0" timeOffset="8983.94">8832 1947 2051 0,'0'0'74'0,"0"0"65"0,0 0-122 0,1 0 64 16,16 10-17-16,-17-10 28 0,0 0-41 0,1 0 19 15,0 1-7-15,18 15 9 0,-19-16-25 0,1 0-19 16,18 7 1-16,-18-7-10 0,16 5-14 0,-8-4-7 16,2 0-4-16,0-1-2 0,1 1-3 0,2-1 8 15,-1 0 0-15,0 0 0 0,0 0-23 0,-2 0-132 16,0 0 0-16,-3 0-52 0,0 1-55 0,-8-1-238 16</inkml:trace>
  <inkml:trace contextRef="#ctx1" brushRef="#br0" timeOffset="9160.5">8865 2063 1700 0,'0'0'281'0,"0"0"-192"15,0 0 63-15,0 1-120 0,0-1 107 0,0 1-49 16,0-1 6-16,0 1-29 0,1-1-39 0,17 13-13 16,-9-15-3-16,2 0-4 0,1-2-14 0,1-1 3 15,0-1-2-15,3 1-5 0,1 1-69 0,-1-3-61 16,1 1-5-16,-1-1-16 0,0 2-33 15,-1 0-71-15,0 2-42 0</inkml:trace>
  <inkml:trace contextRef="#ctx1" brushRef="#br0" timeOffset="9617.94">9247 1981 454 0,'5'-5'62'0,"-1"-1"281"0,-1 1 75 0,2 0-223 0,-2 0-27 0,-1 0 3 16,0-1 0-16,0-1-3 0,-1 0-22 0,1-1-19 15,-2-1 3-15,1 1-9 0,-1 0-13 0,0-2-16 16,0 3-8-16,-1-1-1 0,-1 1-13 0,0 1-9 15,-1-1 3-15,0 1-7 0,0 1-10 0,3 5-2 16,0 0-3-16,-1 0-1 0,-17-8-21 0,18 8-15 16,0 0-4-16,-20 4-1 0,11 1-11 0,0 1 7 15,-2 1-3-15,-1 1 3 0,0 1 3 0,1 1-5 16,0 2 6-16,2 2-5 0,1 0 5 0,0 0-1 16,1-2-1-16,2-1 1 0,0 1 1 0,2-3-10 15,3-1-6-15,0-2-3 0,0-6-19 0,0 0-19 16,0 1 9-16,0-1-10 0,20 9 42 0,-12-11 8 15,1-1 6-15,1-1-1 0,2 0 8 16,0-1-7-16,2-1 3 0,-1 1-3 0,0 0 8 0,-2 1 1 16,-1 0 0-16,-2 1-1 0,-1 1-2 0,-7 2 14 15,1 0-5-15,-1 0 7 0,16-1-7 0,-16 1 6 16,0 0-1-16,0 0 2 0,0 0-5 16,0 0-5-16,0 1 1 0,0-1-2 0,4 20 2 0,-4-20 2 15,0 0-1-15,-4 19 2 0,4-19 6 0,-3 16-6 16,-1-7 4-16,1 1-5 0,-1 2 0 15,-1 1-1-15,-1 0-6 0,-1 1 3 0,-1-1-7 0,1 2 0 16,-1 1 3-16,1-1-2 0,0-2-1 16,0-2-2-16,2-2-4 0,3-2-3 0,2-7-59 0,0 1-87 15,0-1-13-15,0 1-23 0,0-1-38 16,0 0-42-16,1 0-19 0,15 0-25 0,-8-7-215 0</inkml:trace>
  <inkml:trace contextRef="#ctx1" brushRef="#br0" timeOffset="9893.77">9398 1771 1540 0,'0'0'256'0,"0"0"-216"0,0 0 51 15,0 0-80-15,0 0 141 0,0 1-12 16,0-1 10-16,8 21-17 0,-8-21-35 0,4 17-17 15,-1-8 0-15,-1 2-5 0,2 1-2 0,-3 0-17 0,2 0 6 16,-1 2-9-16,-2 1 0 0,1 2-17 0,-1 2-3 16,-1 0-5-16,-1 1-9 15,0 0 1-15,0 0-3 0,-2 1 1 0,0-1-13 16,-3-2 2-16,1 1 2 0,-2 0-1 0,-1 0 3 0,1 1-2 16,-2 1-1-16,-2-2 1 0,1-1 3 15,0-1-35-15,0-3-25 0,1-2-17 16,0-3-176-16,3-3-190 0,0-3-130 0</inkml:trace>
  <inkml:trace contextRef="#ctx1" brushRef="#br0" timeOffset="10216.48">9713 1960 1692 0,'0'0'114'0,"1"0"-68"15,15-4 18-15,-7 2-15 0,1-1 119 0,0-1-82 16,2 0 4-16,1 0-34 0,-1 0-31 0,2 1-16 15,-2-1 3-15,3 1-7 0,-2-1 4 0,-1 1-7 16,1 1 0-16,-2 0-1 0,-1 1 0 0,0 0-52 16,-2 0-24-16,-1 0-25 0,-7 1-196 0</inkml:trace>
  <inkml:trace contextRef="#ctx1" brushRef="#br0" timeOffset="10384.6">9709 2076 2245 0,'0'0'2'15,"0"0"147"-15,19 8-42 0,-10-5 70 0,0-2-105 0,0 0-42 16,0-1-3-16,1 0-13 0,0-1-10 0,1-1-7 16,-1-2 2-16,2-2-9 0,1 2-59 0,1-2-118 15,1 0-22-15,2-3-41 0,0 1-172 16</inkml:trace>
  <inkml:trace contextRef="#ctx1" brushRef="#br0" timeOffset="10716.88">10439 1649 991 0,'0'0'716'0,"-1"0"-513"16,1 0-110-16,-1 1-29 0,-15 10 154 0,16-11-83 15,0 1 3-15,-8 18-33 0,5-11-13 0,0 2-20 16,1 0-1-16,-1 1-8 0,1 0-17 0,-1 2-22 15,1-1 1-15,-1 1-10 0,1-2-4 16,-1-1-10-16,1 0 5 0,-1-2-6 0,1-1 0 16,2-7 1-16,0 1-1 0,0-1-4 0,-5 17-35 15,5-17-134-15,0 0 1 0,0 0-54 0,0 0-57 16,-1 1-357-16</inkml:trace>
  <inkml:trace contextRef="#ctx1" brushRef="#br0" timeOffset="11000.96">10079 1933 1292 0,'0'0'146'0,"-1"0"556"0,1 0-706 16,-1 1 140-16,1-1-31 0,-3 17 64 0,3-17-74 0,1 0-2 16,20 9-10-16,-7-7 3 0,0-1-32 15,5-1-12-15,1 0-5 0,1-1-1 0,2-1-13 16,-1 1 4-16,3-1-5 0,0 0 2 0,2 0-6 15,-1 0-11-15,0 1 5 0,-1 0-9 0,-1-1-1 16,0 1 0-16,-3 0-1 0,2-2 0 0,0 1-3 0,0 0 2 16,0 0 1-16,-3 1 0 0,-2 0 3 15,-3-1-3-15,0 1-4 0,-3 0-3 0,-2 1-52 0,-3 0-44 16,-7 0-12-16,1 0-10 0,-1 0-38 16,1 0-63-16,-1 0-16 0,1 0-36 0,-1 0-219 0</inkml:trace>
  <inkml:trace contextRef="#ctx1" brushRef="#br0" timeOffset="11283.02">10350 2011 1783 0,'0'0'66'0,"0"0"-1"0,-1 0 106 0,0 1-12 16,-13 18 19-16,14-19-28 0,-9 15-41 0,3-7-14 0,-1 1-7 15,-1 0-3-15,-1 0-34 0,0 1-20 16,-1 0-3-16,0 3-7 0,1 0-18 0,0 2 0 16,0-1-1-16,0-2 1 0,1 1 4 15,1-2-9-15,0-1-2 0,1-1-10 0,2-2-65 16,4-7-94-16,0 1-16 0,0-1-33 0,0 1-115 15,0-1-354-15</inkml:trace>
  <inkml:trace contextRef="#ctx1" brushRef="#br0" timeOffset="11567.64">10435 2087 1264 0,'5'-3'115'16,"-5"3"-23"-16,0 0 0 0,0 0 8 0,0 0 68 0,0 0-51 15,1 0-4-15,0 0-15 0,-1 0-24 0,0 1-19 16,-1 15-6-16,-2-8-2 0,-2 0-5 0,2 0 31 15,-2 2-7-15,2 1 13 0,-1 0-25 16,1 0-14-16,0 0-3 0,3-1-5 0,-1-1-19 16,2-2-9-16,1 0 4 0,2-2-6 0,1-1 11 0,2-2 3 15,1 0 1-15,1-3 1 0,2-1 4 0,1-1-3 16,3-1 3-16,2-1-2 0,-2-1 0 16,1-1 19-16,-1-1-6 0,-3 2 11 0,-1 0-16 15,-3 0-8-15,-1 2 4 0,-4-1-2 0,0 0 31 0,-2-1-10 0,-1 1 8 16,-3 0-9-16,-1-1-4 15,-2 0-34-15,-2-1-6 0,-2 2-9 0,0 0-18 16,-3 0-32-16,0 2-9 0,0 0-16 0,0-1-102 0,1 2-161 16,1-2-160-16</inkml:trace>
  <inkml:trace contextRef="#ctx1" brushRef="#br0" timeOffset="29437.67">7359 2291 159 0,'0'0'112'0,"0"0"125"0,0 0 32 16,0 0-12-16,0 0-34 0,0 0-91 0,0 0 10 16,0 0-23-16,0 0-2 0,0-1-16 0,0 1-2 0,0-1-6 15,0 1-1-15,-1-1-5 0,1 1 3 0,0-1-5 16,0 1-5-16,-1 0-11 0,1-1 0 15,0 1-5-15,0-1-15 0,0 1 6 16,0-1-5-16,-1 1 6 0,1-1-17 0,-1 1-13 0,1 0-3 0,-1-1-4 16,1 1-6-16,-1-1 7 0,1 1 0 0,0-1 2 15,0 1-5-15,0 0-3 0,0 0-2 0,0-1-1 16,0 1-6-16,0 0-1 0,0-1 3 0,0 1-2 16,0 0-3-16,1-1 1 15,-1 1-2-15,18-8 2 0,-18 8-5 0,0 0 4 16,1 0-2-16,-1 0 4 0,18 2-2 0,-18-2-2 0,1 0-2 15,-1 0-1-15,16 3 2 0,-16-3 2 0,0 0 2 16,1 0 0-16,15 5-1 0,-16-5-1 0,0 0 0 16,0 0-1-16,1 1 0 0,0-1 7 0,15 12-6 0,-16-12 7 15,0 0-9-15,0 1 1 16,0-1 3-16,0 1-1 0,0-1 11 0,0 1-12 0,7 16 3 16,-7-17-4-16,0 0 5 0,0 0 0 0,0 1 1 0,-3 15-2 15,3-16-2-15,0 0 0 0,0 1 1 0,-10 15 0 16,10-16 7-16,0 1-10 15,0-1 3-15,-10 19-5 0,10-19 5 0,0 0 0 0,-1 1-2 16,-12 16 1-16,13-17 0 0,0 0 1 0,-1 1-3 16,-10 15 1-16,11-16-1 0,0 1 0 0,-1-1 3 0,-9 17 0 15,10-17 1-15,0 0 0 0,0 1-5 0,-9 15 3 16,9-16-2-16,0 0-2 0,0 1 2 0,-9 16-1 16,9-17 5-16,0 1-3 0,-1-1 3 15,-10 19-4-15,11-19-2 0,0 0 4 0,0 0-2 0,-13 18 3 16,13-18-3-16,0 0-1 0,0 1 2 15,-12 17-1-15,12-18 0 0,0 1-1 0,0-1 3 16,0 0 0-16,-12 18 3 0,12-18-2 0,0 1-3 0,0-1 0 16,0 1-1-16,-8 16 0 0,8-17 4 15,0 0-1-15,0 0 6 0,0 0-1 0,0 1-1 16,-5 15 1-16,5-16 1 0,0 0 1 0,0 0 3 16,0 1 0-16,0-1 6 0,0 1-1 0,0-1-5 0,0 1 3 15,0-1-2-15,0 1-3 16,0-1 4-16,0 0-4 0,0 1 4 0,0-1-2 0,1 1-2 15,11 15-1-15,-12-16-4 0,0 0 2 0,0 0-4 16,1 0 2-16,-1 0-4 0,16 3 2 0,-16-3 1 16,0 0-1-16,1 0 0 0,0 0-3 15,-1 0 3-15,18 5-3 0,-18-5 5 0,0 0-5 0,0 0 3 0,0 0-3 16,0 0 9-16,1 0-7 0,16 3 2 0,-17-3-4 16,0 0 5-16,0 0-5 0,0 0 1 15,0 0-1-15,0 0 6 0,0 0-1 0,0 0-2 0,0 0 0 16,0 0-1-16,0 0-15 15,0 0-17-15,0 0-10 0,0 0-130 0,1 0-75 16,-1-1-14-16,13-17-26 0,-13 18-112 0</inkml:trace>
  <inkml:trace contextRef="#ctx1" brushRef="#br0" timeOffset="30619.48">7273 2712 1087 0,'0'0'178'0,"0"0"-57"0,0 0 57 16,0 0-94-16,0 0 116 0,0 0-25 0,0 0-3 0,0 0-16 16,0 0-58-16,0 0-13 0,0 0-2 0,0 0-5 15,0 0-12-15,0 0-15 16,0 0-3-16,0 0-4 0,0 0-12 0,0 0 7 15,0 0-4-15,0 0 3 0,0 0-13 0,0 0 7 16,19-5-2-16,-19 5 2 0,0 0-5 0,1 0-3 16,18 0 1-16,-19 0-2 0,1 0-3 0,16 0-9 15,-17 0 0-15,0 0-4 0,20-1-2 0,-20 1 4 16,0 0-3-16,19 2 3 0,-19-2-7 0,0 0 2 16,19 1 6-16,-19-1-2 0,1 0 6 0,20 2-9 15,-21-2 1-15,1 0-2 0,21 1 14 0,-21-1-14 16,-1 0 5-16,23 0-8 0,-22 0 6 0,0 0 4 0,20 2-3 0,-21-2 3 15,1 0-2-15,19-3 1 16,-20 3 2-16,0 0-2 0,19 0 3 0,-19 0-5 16,0 0 0-16,17 0-3 0,-17 0-2 0,0 0 0 0,1 0 5 0,20 1-2 15,-21-1 5-15,0 0 5 16,0 0-5-16,19 2 5 0,-19-2-8 0,1 0 2 16,-1 0 0-16,16-2 1 0,-16 2 5 0,1 0-8 15,-1 0 3-15,0 0-5 0,20-1 1 0,-20 1-4 16,0 0 2-16,0 0-2 0,20 0 4 0,-20 0-4 0,0 0-1 15,1 0 1-15,18-2 4 0,-19 2-7 16,0 0 1-16,1 0-4 0,-1 0 2 0,19-2-1 16,-19 2 2-16,0 0 0 0,1 0 1 0,-1 0-1 0,0 0 0 0,1 0-1 15,15 0-7-15,-16 0-109 0,0 0-5 16,2 0-46-16,-2-1-100 0,0 1-58 16,0-1-28-16,17-19-28 0,-17 20-289 0</inkml:trace>
  <inkml:trace contextRef="#ctx1" brushRef="#br0" timeOffset="31372.1">7384 2169 59 0,'0'0'215'0,"0"0"-25"0,0 0 5 16,0-1-25-16,0 1-72 0,0-1-1 15,-1 1-2-15,1 0 0 0,-9-17-10 0,9 17-10 16,0 0 4-16,0 0-6 0,0 0 4 0,0 0-9 0,-1 0 1 16,1 0-3-16,-1-1-1 0,1 1-1 0,0-1 4 15,-1 1-2-15,0 0 0 0,-15-5 3 0,16 5-4 16,0 0 5-16,-1 0-3 0,1 0-2 0,-1 0-2 15,-14 7-1-15,15-7-7 0,0 0-9 0,-1 1 0 0,0-1-3 16,-12 19-8-16,13-19-8 16,0 1 0-16,-12 15-3 0,12-16-4 0,-10 13 5 0,6-5-6 15,-1 0 5-15,0 0-9 0,0 0 0 16,0 1 1-16,1-1-2 0,1 1 0 0,-1 0-8 0,1 1 3 16,-1-1-4-16,1 1 6 0,-1 2-7 0,0-1 0 15,-1 2-2-15,2 2 1 0,-1 0-2 0,0 2 3 16,0 0-3-16,1 0-1 0,0 0 0 15,0-1-1-15,0 0 1 0,1-1 4 0,0-1-3 0,2-1-1 16,-1-1 0-16,1 0 0 0,2 1-2 16,-1 1 2-16,1 1-2 0,0-2-1 0,0 0 2 0,0 0-1 15,0-2 2-15,-1 1-4 0,0-2 1 16,0 0-3-16,1 0 3 0,0-1-6 0,-1-1-130 16,1-1 2-16,-2-7-60 0,0 0-118 0,7 17-350 15</inkml:trace>
  <inkml:trace contextRef="#ctx1" brushRef="#br0" timeOffset="31971.56">7748 2224 1954 0,'0'0'64'16,"0"0"49"-16,0 0-103 0,1 0 79 15,-1 0-10-15,1 0 29 0,-1 0-32 0,0 0-30 16,1 0 3-16,16 12-12 0,-17-12-6 0,0 1-7 15,3 16-5-15,-3-17 1 0,0 17-4 0,1-9 20 16,-1 2-4-16,1 0 8 0,-1 0-5 0,-1 2 0 16,0 2-1-16,1 1-1 0,-1 1-2 0,-1 1 2 0,2 0-6 15,-2 0 2-15,-1 1-13 0,1 1-2 16,-1-1 4-16,-1-1-5 0,0 0 0 0,0 0 2 16,-1 1 1-16,0 2-1 0,0 1 2 0,-1 0-8 15,-1-1-1-15,1 0-1 0,-1 0 4 0,0-2-7 16,0-1 2-16,0-4-4 0,1 1 5 0,0-2-2 15,1 0 0-15,0 0-1 0,0-2 1 0,0-1-32 16,1-2-30-16,0 0-13 0,4-7-202 0,0 0-162 16,0 0-113-16</inkml:trace>
  <inkml:trace contextRef="#ctx1" brushRef="#br0" timeOffset="35339.11">6738 2665 1309 0,'0'0'64'0,"0"0"-19"0,0 0 8 0,0 1-38 16,0-1 11-16,0 1 53 0,-2 18 1 0,2-19 5 15,0 0-8-15,0 0-29 0,0 0 4 0,0 0-14 16,0 1-4-16,0-1 17 0,1 1-6 0,-1-1 10 16,17 13 3-16,-17-13 6 0,1 0-3 15,20-5 1-15,-12 4-9 0,0-2-4 0,-2 0 1 16,1 1-3-16,0-1-14 0,-1 0-13 0,0 0 6 0,-1 1-8 16,-6 2-6-16,0 0 1 0,1 0-4 0,-1 0 4 0,1-1-3 15,-1 1 4-15,1-1-2 0,0 1 4 16,-1 0 11-16,0-1-8 0,0 1 10 0,1-1-8 15,-1 1 4-15,0-1-6 0,0 1-6 0,0-1 4 16,-1 1 3-16,1 0-15 0,-20-5 5 0,20 5-9 0,-15 1 6 16,8 0-4-16,-2 1 1 15,2-1-3-15,0 1 5 0,-4 1-6 0,3 0 1 0,-1 0-2 16,0 1 9-16,3-2-7 0,-1 2 0 0,0 0-4 16,2 0 3-16,-1 1-1 0,6-5 1 0,-1 0-2 15,1 1 4-15,-1-1-4 0,-16 10 0 0,17-10-4 16,0 0-12-16,0 0-12 0,0 0 4 0,0 0-5 15,0 0 13-15,0 0 5 0,0 0-3 0,1 0 5 16,18 4 7-16,-19-4-5 0,1 0 4 0,-1 0-5 16,19-2 4-16,-19 2-130 0,1 0-12 15,-1 0-64-15,20-2-288 0</inkml:trace>
  <inkml:trace contextRef="#ctx1" brushRef="#br0" timeOffset="45057.97">1151 3443 1876 0,'0'0'108'0,"0"0"10"0,0 0 20 0,0 0-49 0,0 0-6 0,1 0-23 0,-1 0 2 0,20 8-8 0,-20-8 4 0,7 6-12 15,1 0 0-15,0 2-5 16,1 0-6-16,-4 1 12 0,4 1-1 0,-2 0 6 16,2 1 3-16,-4-1-10 0,2 0 2 15,1 1-6-15,0-2-2 0,1 1-13 0,1-2-2 0,0 1-4 16,-1-1-8-16,0 0 1 0,1 1-3 0,0-1 1 16,-1 0-9-16,-1 0-1 0,0-1 0 0,-1 0 1 15,1-2 7-15,-1 0-9 0,-1-1 4 16,0-1-5-16,0-1-8 0,-6-2-101 0,0 0 5 0,1 0-43 15,16-2-41-15,-17 2-74 0,1 0-22 0,-1 0-33 16,18-21-221-16</inkml:trace>
  <inkml:trace contextRef="#ctx1" brushRef="#br0" timeOffset="45289.6">1404 3410 1767 0,'0'0'294'0,"0"0"-165"16,0 0 51 0,0 0-100-16,0 0 64 0,0 0-25 0,-1 1 0 0,-13 15-12 0,7-8-26 15,-1 2-10-15,-3 1-2 0,-1 1-4 0,-2 2-23 16,-2 1-20-16,0 2 0 0,-2-1-9 16,0 0-8-16,1 0 1 0,0-2-2 0,2 0-3 15,0-2-36-15,2-1-241 0,-1 0-7 0,2 0-114 16,2 0-341-16</inkml:trace>
  <inkml:trace contextRef="#ctx1" brushRef="#br0" timeOffset="46538.98">1179 4060 1179 0,'0'0'212'0,"0"0"-64"0,-1 0 113 0,0 0-53 0,-14-6-47 15,15 6-3-15,0 0-61 0,-1 0-6 0,0 0 1 0,1 0-19 0,-23 7-15 16,23-7-2-16,0 0-6 16,0 0-12-16,-1 1 0 0,-16 18-4 0,17-19 1 15,-7 15-10-15,2-8 4 0,0 2-1 16,2-1 1-16,0 1-8 0,0 1 1 0,-1 0-5 0,2 1 3 16,0 0-8-16,1 0-3 0,0 1-2 15,2-1 0-15,0 1-7 0,-1-2 1 0,2 1 1 0,0-1-1 16,2-1 4-16,0 0-6 0,-1 0-1 15,2-1-3-15,-1-1-4 0,1-1 9 0,1-2-1 0,-1 0 3 16,2-1 0-16,0-1 4 0,1-1-2 16,-1-2 2-16,1 0 3 0,-1-2-2 0,0 0 2 0,1-1-3 15,0-1-6-15,-1-1 6 0,-1-2-5 0,2 1 6 16,0 1-5-16,0-1 2 0,-1 1 2 0,0-3-1 16,0 0 1-16,0 0-1 0,0-1-3 15,0 0 3-15,-1-1 4 0,1-1 2 0,0 0 3 16,-1-1-2-16,1 0 0 0,-2 0 6 0,-1 1-1 0,-1-1 2 15,-1 1 0-15,-2 0 0 0,0 1-3 0,-1 0 3 16,0 2 1-16,-2 1 2 0,-1 0 3 0,1 1-1 16,-2 1 5-16,0 2-17 0,1-1 8 0,-2 3-9 15,0-1 6-15,0 1 0 0,-1 1-8 0,7 1 4 0,0 0-12 16,-20 0-4-16,20 0 5 0,0 0-5 16,-23 8 3-16,16-3-3 0,-3 0 0 0,2 0 0 0,-2 0-5 15,1 1-15-15,0 0-34 16,0 1-2-16,1-1-188 0,1-1-285 0,-1 0-180 0</inkml:trace>
  <inkml:trace contextRef="#ctx1" brushRef="#br0" timeOffset="47405.7">2269 3284 1595 0,'0'0'69'0,"0"0"37"0,0 0 22 0,0 0-4 16,0 0 2-16,0 0-28 0,0 0-9 15,0 0 7-15,0 0-15 0,0 0-13 0,0 0-1 0,0 0-7 16,2 19-19-16,-2-19-9 15,0 1 2-15,8 18-4 0,-3-11-7 0,-1 1-4 0,1 0 0 0,0 0-1 16,0 0 8-16,0 0-11 0,0 1 2 16,0 0-7-16,0 1-1 0,-2-1-4 0,0-1-1 0,1 2 0 15,-2-2-2-15,1 0-2 0,2 0 2 16,-2-2-2-16,0-1 4 0,-3-6 0 0,0 0-1 16,1 1-4-16,0-1-63 0,18 11-83 0,-19-11-8 15,0 0-22-15,1 0-19 0,18-9-38 0,-19 9-10 16,1 0-18-16,18-16-119 0</inkml:trace>
  <inkml:trace contextRef="#ctx1" brushRef="#br0" timeOffset="47888.85">2505 3289 1700 0,'0'0'70'0,"0"0"47"0,0 0-18 0,0 0 30 16,0 0-16-16,-1 0 6 15,1 1-5-15,-1-1 2 0,-17 15-25 0,18-15-13 0,-1 0-2 16,-15 16-5-16,10-10-17 0,-1 1-7 0,-2 1 0 16,1-1-4-16,-1 1-18 0,0 0-16 0,-1 0-1 0,-1-1-3 15,0 1 1-15,1-2-2 0,-1 2-1 0,2-1-1 16,-1-1 3-16,4-1-5 0,-1-1 1 0,7-4-2 16,0 0-4-16,0 0-17 0,-1 0 0 0,1 0-8 15,-1 0-16-15,1 0-17 0,0 0 3 0,-1 0-4 16,0 0 30-16,1 0 16 15,-1 0 5-15,1 0 1 0,0 0 8 0,0 0-10 16,0 0 7-16,0 0-5 0,0 0 31 0,0 0 0 0,0 0 4 16,0 1-2-16,0-1 9 0,0 0-6 0,6 18 1 15,-6-18-4-15,0 1 2 0,0-1 8 0,2 17-3 16,-2-17 5-16,0 1-2 0,2 19 2 0,-2-20 2 0,0 17-1 16,1-8-4-16,1 2 5 15,-2 0-1-15,1 1 4 0,0-1 8 0,-1 1-7 16,-1-1-3-16,1-1 0 0,-1 0 2 0,1 2 1 0,0-1 5 15,0 0-4-15,0 1-6 0,0-1-3 0,-1-1-7 0,0 1 3 16,0-2-10-16,1-1-5 0,-2 1 5 16,1-2-6-16,0 0-3 0,0-1-2 0,1 1-3 0,0-7 1 15,0 0-4-15,0 1 4 0,0-1-3 16,-3 17 3-16,3-17-4 0,0 0-111 0,0 0-5 16,0 0-53-16,0 0-155 0,0 0-205 0,0 0 806 15</inkml:trace>
  <inkml:trace contextRef="#ctx1" brushRef="#br0" timeOffset="53269.52">2385 3962 715 0,'0'0'199'15,"0"0"-69"-15,0 0 111 0,-1 0-65 0,1 0-45 0,-1 0-3 16,-17 8-71-16,18-8 1 0,0 0-3 0,-1 1 26 15,-18 8-16-15,19-9 4 0,-1 0-10 0,1 1-7 16,-1-1 4-16,-16 16 4 0,17-16 0 0,0 0-2 16,0 1-12-16,0-1-3 0,0 0-2 15,0 1-6-15,-13 18-4 0,13-19-3 0,0 0-1 16,0 1-7-16,-7 16-4 0,7-17 2 0,0 0-2 16,-8 18-3-16,8-18-6 0,-5 14 0 0,3-5-1 0,-1-1 3 0,1 0 6 15,0 0-3-15,1 1 4 16,1-1-9-16,0 1 1 0,0 0-1 0,0 0 0 0,0 0-2 15,-1 0-2-15,2 0 0 0,-1-1-2 16,1-1-1-16,1 0 0 0,0 0 0 0,-1 0 0 0,3 0-1 16,-1-1 0-16,-1-1-3 0,2-1 3 0,1 0-5 15,-5-4 6-15,1 0-2 0,-1 0 3 16,18 7-1-16,-18-7-4 0,1 0 7 0,17 4-6 0,-18-4 5 16,1 0 1-16,19-1-1 0,-19 1 2 15,15-2 8-15,-7-1-12 0,0-2 5 0,0 1-7 16,1 0 5-16,-1 0 4 0,1 0-1 0,-1-2 1 15,2-1-5-15,-1 0 5 0,0-2-7 0,-1 1 5 0,0-1-5 0,-1 1 6 16,0 0 2-16,-1-1 3 0,-1 1 2 16,-1 0 7-16,-1 0 0 0,1 1 3 15,-2 0 10-15,0 0-5 0,-1-1 4 0,0 1-3 16,-2 0 5-16,0-1 0 0,0 1-1 0,-3 0 1 0,2 1-3 16,0-1-9-16,-2 0 5 0,1 3-6 15,2 4-3-15,0-1-6 0,-1 1-1 0,-11-17 0 16,12 17 2-16,0-1-2 0,-1 1-1 0,0-1-1 15,-16-12-5-15,17 13-1 0,0 0-1 0,-1 0 1 16,-16-3-1-16,17 3-6 0,-1 0 5 0,-18 2-3 16,19-2 5-16,0 0-4 0,-22 3-1 0,21-3-2 0,-15 3 2 0,16-3-2 15,-1 0 0-15,-22 5 0 16,22-5-5-16,1 0-48 0,-22 4 6 0,22-4-22 16,0 0-16-16,-1 0-47 0,-17 4-24 0,18-4-16 15,0 0-140-15,0 0-320 0</inkml:trace>
  <inkml:trace contextRef="#ctx1" brushRef="#br0" timeOffset="63302.41">1202 4663 1364 0,'0'0'252'16,"0"0"-96"-16,0 0 140 0,0 0-114 0,0 0-33 0,0 0 14 15,-1 0-55-15,1 0-3 0,0 0-4 0,-1 0-18 0,1 0-26 16,-1 0-4-16,-14-1-7 0,15 1-14 16,0 0 5-16,0 0 2 0,-2 0-1 0,-6 20-1 0,8-20-14 15,0 0 4-15,-7 17-7 16,4-10-4-16,1 2-2 0,-1 2 0 0,0 1 0 0,0 1 1 16,-1-1-3-16,1 1-4 0,-1 0 2 15,-1 0 1-15,2 0-3 0,-1 0 0 0,1-3-3 0,1 1-3 0,-1-2 3 16,2-2 3-16,1-7 0 0,0 1 12 15,0-1-5-15,0 0 5 0,-4 18-5 0,4-18 1 16,0 0-14-16,0 0-3 0,0 0-2 0,0 0 3 0,0-1-5 16,0 1 0-16,13-22-2 0,-9 14 3 0,-1-2 2 15,2 0 4-15,-1-1-2 0,-1-2 3 0,2 0-5 16,-1-1-1-16,0 0-2 0,1 0 6 0,0-1 2 16,-1 0-1-16,0 2 0 0,1 2 0 0,-1 2 0 15,0 1 1-15,0 2-1 0,-1-1-3 16,0 2 9-16,-3 5-7 0,0-1 9 0,0 1-4 0,0-1 0 15,0 1 6-15,0-1-5 0,0 1-1 0,0 0 3 16,0 0-5-16,0 0 6 0,0 0-1 0,0 0-2 16,0 1-2-16,-1 18 1 0,1-18 4 0,0-1-3 15,-9 24 7-15,5-12-6 0,0-1 4 0,-1 4 0 16,0-2-1-16,-1 2 1 0,1 0 5 0,-2 0-8 16,1 1 2-16,-1-2-4 0,0 0 3 0,1-1-7 15,0-1 2-15,1-1-3 16,0-1 4-16,0-2-11 0,1 1 5 0,0-2-7 0,1 0 6 15,1 1-58-15,-1-3-54 0,3-5-21 0,0 1-338 16</inkml:trace>
  <inkml:trace contextRef="#ctx1" brushRef="#br0" timeOffset="68452.86">2240 4565 2242 0,'0'0'64'0,"0"0"4"0,-1 0 20 0,1 0-12 16,0 0 7-16,-1 0-31 0,-16 3-4 0,17-3 10 0,-1 0 25 16,0 0-21-16,-17 6 4 0,18-6-10 0,0 0 2 0,0 1-17 15,0-1 2-15,0 0-9 0,0 1-7 0,-1-1 5 16,1 1-7-16,0-1 6 16,0 1-11-16,0-1-8 0,8 17 0 0,-8-17-3 0,1 0 6 0,21 1-5 15,-12-2 4-15,2 1-5 16,-1-1 4-16,1 0-3 0,0 1 6 0,1 0-5 0,-1 0 4 0,0 0-2 15,-2 2-5-15,0-1 3 16,0 2 1-16,1-1 1 0,-1 1-3 0,0 1 2 0,-2 0-3 0,-1 1-1 16,0 1 3-16,-2-1-2 15,-1 0-1-15,-2 1 10 0,-2-6-2 0,0 0 6 16,2 19 2-16,-2-19-2 0,0 0-1 0,-11 20-1 16,5-13-5-16,-3 2 0 0,-1 1 2 0,-1 2-3 15,-1-1-8-15,-1 3-2 0,1-1 2 0,0 0-1 16,0-1 1-16,0 1-2 0,2-2-3 0,-1 1 2 0,3-3 6 15,0 0-11-15,2-1 7 0,1-3-8 16,0 1 11-16,5-6-8 0,0 1 0 0,0-1-2 16,0 0 2-16,0 1 0 0,0-1 0 0,0 1-1 0,0 15 2 15,0-16 2-15,1 0-3 0,-1 0 2 0,17 7-2 16,-17-7-2-16,0 0 0 0,20 4 0 16,-10-2 6-16,-2-2 2 0,2 1 0 0,-1 0-1 15,1-1 1-15,1 2-2 0,0-2 2 0,0 1-3 16,1 0-3-16,0-1-1 0,0 1 1 0,-1-1 0 0,-2 0 0 15,0 1-5-15,-2 0-1 0,1 1-1 0,-2-2-2 0,1-1-156 16,-1 0-10-16,0 0-67 0,1-2-162 16,2 0-231-16</inkml:trace>
  <inkml:trace contextRef="#ctx1" brushRef="#br0" timeOffset="73359.89">978 5189 1365 0,'0'0'72'0,"0"0"79"15,0 0 31-15,0 0 9 0,0 0 2 0,0 0-49 16,-1 0-12-16,1 1 8 0,0-1-34 0,-1 0-27 15,1 0 4-15,-1 1-12 0,1-1-6 0,0 0-10 0,-1 1-1 16,0-1-2 0,1 1 0-16,0-1-5 0,0 0-2 0,0 0-2 0,0 0-3 0,0 0-14 15,0 0 5-15,0 0-9 0,0 0 3 0,19 4 3 16,-19-4-1-16,1 0 1 0,-1 0 0 0,17-2-6 16,-17 2 0-16,0 0-3 0,17 0 7 0,-17 0-11 15,0 0 1-15,20 0-6 16,-19 0-1-16,-1 0-4 0,21 5 4 0,-21-5-5 15,1 0 1-15,15 8 2 0,-16-8-2 0,1 0 2 0,-1 0-7 16,0 1 6-16,16 17-4 0,-16-18 7 0,0 1 2 16,0-1 0-16,2 19 2 0,-2-19-2 0,0 0 4 0,-6 18-6 15,6-18 1-15,-10 13-4 0,3-5-1 0,-1 0 2 16,-1 0-2-16,0 0 3 0,-1 1-8 16,0-1 1-16,2 0 0 0,0 0 1 0,0 0 0 0,-1 1-1 15,0-1 4-15,1 0-3 0,0 0 5 16,1-1-8-16,0-1 1 0,3 0-3 0,-1 0 7 0,0-2-3 15,5-4-2-15,0 1 0 0,0-1 0 0,0 0-4 16,-1 1 5-16,0-1-2 0,1 1 2 16,0-1 7-16,-3 16 0 0,3-16 3 0,0 0 5 0,0 0-5 15,17 0 3-15,-17 0-4 0,0 0 4 0,18-2-9 16,-18 2 3-16,1 0-4 0,16-2 6 16,-17 2-4-16,1 0 2 0,20 0-4 0,-21 0-3 0,1 0 9 15,22 0-5-15,-13 0 7 0,0 0-9 16,1 1 6-16,-2 0-4 0,0-1 3 15,-1 1-9-15,1 0 9 0,-2 1-2 0,-1-2 4 0,-6 0-7 16,1 0 1-16,-1 0 0 0,17 5 0 0,-17-5-3 0,0 0 0 16,0 0 0-16,0 0-6 15,0 0-54-15,1 0-166 0,-1 0-44 0,0 0-72 0,1 0-434 0</inkml:trace>
  <inkml:trace contextRef="#ctx1" brushRef="#br0" timeOffset="80326.28">2355 5168 469 0,'0'0'219'16,"0"0"-15"-16,0 0 97 0,0-1 9 0,0 1-55 0,0-1-42 0,0 1-67 15,0-1 1-15,0 1-8 0,0-1-23 16,-1 1-20-16,1 0-5 0,-1 0-5 0,1 0-24 0,0 0-9 15,-1 0-2-15,-16 11-1 16,16-2-8-16,-1 0 0 0,0 1-2 0,1 1 2 16,-2 2-6-16,2 0 0 0,-1 2 2 0,1 0-1 15,0-1 5-15,-2-1-3 0,0 2-3 0,1-1 0 16,0 1-5-16,1 1-11 0,-1 0 5 0,-1 1-9 0,1-1-4 0,-2 0 5 16,2-3-9-16,-2-2 7 0,2-2-3 15,0-1-9-15,2-8 7 0,0 0-8 0,0 0 11 0,0 1-5 16,0-1 0-16,0 1-2 0,0-1-4 15,0 0-5-15,0 0 3 0,0-1-5 16,-4-19 0-16,5 11 1 0,0-2-3 0,-1 0 5 0,1-1 2 0,-1 0-1 16,0-1 1-16,0 0-3 15,1 1-2-15,-1-1 0 0,1 1-1 0,-1-2 2 0,1-1 3 16,1 0-3-16,-2 0 0 0,3 0-1 16,0 1 1-16,0 1-7 0,0 1 8 0,0 1-6 15,0 2 14-15,0 2-3 0,0 1-1 0,-2 0 0 0,-1 6 6 0,0 0-1 16,0 0 0-16,0 0 0 0,1 0 6 15,-1 0 5-15,0 0 0 0,1 0 0 0,0 0-9 0,-1 0 4 16,8 16-3-16,-8-15 4 16,-1 16 0-16,-1-7-5 0,2 1 1 0,-2 1-3 15,1 0 2-15,-1 0-6 0,0 0 8 0,1 1-6 16,-1-1 13-16,0 0-14 0,1-1 1 0,-1-1-5 0,1 1-1 16,0-2 5-16,0 0 0 0,-2-1 3 15,2-1-2-15,0 0-2 0,1-7 2 0,0 0-3 16,0 1 2-16,0-1 0 0,0 1-3 0,0-1 2 0,0 1-3 15,0-1-29-15,0 0-11 0,0 1-15 0,0-1-121 0,0 1-97 16,0-1-37-16,0 0-33 16,0 0-268-16</inkml:trace>
  <inkml:trace contextRef="#ctx1" brushRef="#br0" timeOffset="85967.34">952 5753 672 0,'0'0'181'0,"0"0"134"0,0 0 34 0,-1 0-105 0,1 0-33 15,-17-4-59-15,17 4 0 0,0 0-13 0,0 0-22 16,-1 0-11-16,1 0-1 0,-16-2-5 0,16 2-16 16,0 0-19-16,0 0-1 0,0 0-9 15,0 0-30-15,0 0-1 0,0 0-7 0,0 0 7 16,0 1-2-16,0-1-5 0,0 1 5 0,0-1-6 16,1 1 1-16,16 9 4 0,-17-10-6 0,0 0 5 15,18 1 1-15,-18-1-5 0,1 0 4 0,21 2-5 16,-21-2 3-16,-1 0-8 0,21 3 4 0,-21-3-4 15,0 0 3-15,0 0-3 0,19 9 1 0,-19-9-2 16,0 0 3-16,1 1-2 0,-1-1 0 16,10 19-2-16,-10-19 3 0,0 1 3 0,0 15-1 0,0-16 2 15,0 1-11-15,-6 16 3 0,6-17 0 0,0 1 3 16,-12 19-5-16,8-13 0 0,-2 1-2 0,0 0 2 16,-1 0 1-16,0-1-3 0,0 1-2 0,1-2 1 15,-1 1-3-15,2-1 5 0,0-2-4 0,0 1 5 16,0-1-1-16,5-4-3 0,0 0 3 0,0 0-4 15,0 1-1-15,-2-1 1 0,2 1 3 16,0-1-1-16,-1 1 0 0,1-1-5 0,0 0-2 0,-1 0 0 16,1 0 2-16,0 0 5 0,0 0-2 15,0 0 2-15,1 0-5 0,14 0 5 0,-15 0 0 0,1 0 4 16,18-6-4-16,-19 6-2 0,0 0 0 16,21-4-1-16,-21 4-4 0,0 0 4 0,17-1 2 0,-17 1 1 15,2 0-2-15,14 4 2 0,-16-4-1 16,2 0 2-16,-2 0 0 0,17 10 0 0,-17-10 4 0,0 0-3 15,0 1 0-15,0-1 6 0,11 17-5 16,-11-17 5-16,0 0-1 0,0 1 3 0,-5 17 0 0,5-18-1 0,0 1-6 16,-12 15 4-16,6-10-5 0,1 2 5 15,-2 0-2-15,0 1-1 0,0 1 6 0,-1 0-6 16,1-1 7-16,0 1 2 0,0-2-2 0,-1 0 1 0,0 0 2 16,1-1-3-16,0 0 1 0,1 0-1 15,-2-1-5-15,1-1-1 0,-1 0-2 0,2-1 1 16,-1 0-1-16,1 0-1 0,-1-1 0 0,2-1-2 15,5-2-3-15,0 0 0 0,0 0 1 0,-1 0 0 16,-15 6-2-16,16-6-53 0,0 0-22 0,0 0-23 16,0 0-162-16,0 0-179 0,0-1-41 0</inkml:trace>
  <inkml:trace contextRef="#ctx1" brushRef="#br0" timeOffset="91133.6">2321 5647 1850 0,'0'0'81'0,"0"0"6"0,0 0 37 0,-1 0 88 15,0 0-52-15,-15 0-19 0,16 0-52 0,0 0-12 0,0 0 8 16,-19 13-13-16,19-13 0 0,-1 0-4 0,-17 15 1 15,13-7-14-15,-1-1 8 0,0 2-4 0,-1 0 4 16,2 2-15-16,-1-1-5 0,0 1-3 0,0 1-1 0,1-1-10 16,0 1-5-16,-1 0 4 15,2 2-5-15,-1 1-1 0,1 0-5 0,-1 0-3 16,1 0 0-16,0 1-3 0,0-1 1 0,0 0-1 16,2 0 0-16,0-1-11 0,0 0 2 0,2-1-2 0,0-2 2 15,0 0-1-15,4-1 1 0,-1-3 4 0,1 1-2 16,2-2 1-16,-1-2-7 0,2 0 2 0,1-1-4 15,0-2 10-15,1-2-6 0,1 1 3 0,1-3-3 16,0 0-1-16,1-2 4 0,0 0-1 16,0-2 3-16,0 0-4 0,-1 0 4 0,0-2-3 0,1-1 3 15,0 0 2-15,0-1-7 0,1-2 5 0,0-1-5 0,2-1 11 16,-1 1-2-16,-1-1 5 16,0 0-3-16,-2 0 8 0,-1 0 2 0,-1 0-4 0,-1 0 4 15,-2 1-6-15,-2 0-2 0,0 3-1 0,-3 1 1 16,1 1 4-16,-2 2-6 0,0 0 1 0,-2 1-5 15,-1 1-7-15,-1 1 0 0,0-1 0 0,-1 2 0 16,-1 0 0-16,-1 1 0 0,-1 2 0 16,0 0 0-16,-1 0 0 0,0 0 0 0,-1 2 0 0,-2 0 0 15,1 1 0-15,-1 0 0 0,2 0 0 0,0-1 0 16,0 0 0-16,1-1-28 0,1 1-24 16,1-2-11-16,-2-1-154 0,2-1-223 0,0-1-76 0</inkml:trace>
  <inkml:trace contextRef="#ctx1" brushRef="#br0" timeOffset="93797.06">952 6321 465 0,'0'0'422'0,"0"-1"-164"0,0 1 226 0,0-1-290 0,-1 1-49 16,1 0 1-16,-1-1-51 0,-14-14-11 15,15 15 10-15,0 0-7 0,-1 0-1 0,0 0-4 0,1 0 1 16,-16-2-4-16,16 2-5 0,0 0-2 0,0 0-3 16,-1 0-13-16,1 0 0 0,-1 1-2 0,1-1 1 15,-11 17-11-15,11-17-7 0,0 1 4 16,-6 16-5-16,6-17-6 0,0 0-5 0,-10 22-3 15,7-12 1-15,-1 0-3 0,0 0-3 0,2 0-2 16,-2-1 1-16,1-1 2 0,0 0 0 0,-1-1 5 0,0 0-4 16,0 0 0-16,2 1-5 0,-1-1 0 15,1 1-1-15,0-1-3 0,0-2 1 0,2-5-7 16,0 1 4-16,0-1-9 0,-3 17 1 0,3-17 3 16,0 0-1-16,0 1-2 0,0-1 5 0,0 1-4 0,1-1 5 15,16 13-2-15,-17-13-1 0,0 0 5 16,19 1-4-16,-19-1-5 0,1 0 7 0,22 0-9 0,-23 0 8 15,16-1-5-15,-16 1 2 0,16-2-2 0,-15 2 1 16,15-1-2-16,-15 1-1 0,14-2 4 0,-15 2-2 16,17-3-3-16,-17 3 3 0,0 0 0 15,23-6 2-15,-16 4-2 0,3-1 6 0,-2 2-4 0,-1-1 6 16,-1 0-8-16,2 0-1 0,-1 0 1 16,-1-1 0-16,1 1 0 0,-1 0 2 0,-1-1-5 15,1 0 2-15,0 1-14 0,0 0-43 0,0-2-2 16,-2 1-22-16,0-1-60 0,-4 4-64 0,0-1-18 0,0 1-19 15,14-18-98-15,-14 18-115 0</inkml:trace>
  <inkml:trace contextRef="#ctx1" brushRef="#br0" timeOffset="94155.04">1099 6323 1896 0,'0'0'123'0,"-1"0"59"0,0 0-11 0,1 0 27 0,-17 1-38 16,17-1-34-16,-1 0-7 0,1 0-8 15,-17 8-27-15,17-8-12 0,-1 0-5 16,0 1-1-16,-19 14-20 0,20-15-10 0,-1 0 5 16,1 0-6-16,-17 20 7 0,17-20-3 0,0 1-12 0,-12 19 5 15,12-20-16-15,0 0 7 0,-12 21 1 0,11-13 2 16,-3 0-3-16,1 1 6 0,0 1 6 0,-1 1-2 15,1 2 2-15,0-1-4 0,1 0-8 0,0 0 4 16,-1 1-7-16,0-1-6 0,1-1 0 0,0 0-3 16,-1 0-5-16,1 1 3 0,0-2-1 0,0 2 1 15,-1-2-5-15,0 0-3 0,0-1 0 0,-1-1-1 0,1 0 0 16,0 0 0-16,0-2 0 0,1 0 0 0,-1 0 0 16,3-6 0-16,0 1 0 15,0-1-2-15,0 1-32 0,-1-1-125 0,-14 17-23 0,15-17-54 16,0 0-242-16</inkml:trace>
  <inkml:trace contextRef="#ctx1" brushRef="#br0" timeOffset="98025.31">3245 1697 1428 0,'0'0'103'0,"0"0"-21"0,0 0-10 0,0-1-100 15,0 1-27-15,1 0 27 0,21-3-3 16,-15 5 9-16,3 2-2 0,-6-7 17 0,4 6-1 0,2 2 7 15,-1 1 4-15,0-1 8 0,0 2-6 0,0-2 7 16,0 1 2-16,1-2 2 0,0 1 7 0,2-2-4 16,0 0 7-16,-1-2 5 0,2-1-6 0,1-1 6 15,-1-1 4-15,2-2 2 0,0 0 2 0,2-2-1 16,1 0 0-16,-1-2-5 0,-1-1 2 0,1-1-5 16,-1 0-15-16,0-1-3 0,-1 0 0 0,0 0 1 15,-2 1 5-15,-1 0-6 0,-2 1 2 0,1 0-3 16,-2-1-3-16,-1-1 3 0,1 0-3 15,-3-1 3-15,0 0-1 0,0-2 5 0,-1 1-5 0,0-1 4 16,-3-1-9-16,1-2 5 0,-2 1 3 16,-1-1-2-16,0 2-3 0,-1-1-2 0,-2 0-3 0,-1 1 2 0,-1-1 1 15,-1 2-1-15,-1 1 1 16,-3 0-2-16,-2 0-12 0,-1 3 4 16,-2 0 1-16,0 2 2 0,0 1 1 0,-1 0 11 0,0 2-6 15,0 1 7-15,0 0-7 0,2 3-7 0,0 1-2 16,1 1-3-16,-2 3-12 0,1 0-8 0,-2 2-1 0,0 2-2 15,1 3-1-15,1 1 22 0,0 2-4 16,0 2 10-16,0 0-1 0,0 1 7 0,1-2 1 0,0 2 1 16,3 2 3-16,0 0 6 0,1 2 0 0,1 0 1 15,1 0-1-15,4 1-9 0,0 0 0 0,3-2-4 16,0 1-3-16,3-2 2 0,1-1-3 16,2 0 3-16,0 0 1 0,2 0-68 0,0 0-20 0,2-1-33 15,1 0-187-15</inkml:trace>
  <inkml:trace contextRef="#ctx1" brushRef="#br0" timeOffset="105514.4">2100 6306 1853 0,'0'0'135'0,"0"0"19"16,0 0 16-16,0 0-69 0,0 0-24 0,0 0-35 15,0 0-1-15,1 0-10 0,-1 0 2 0,0 0 8 16,1 0 3-16,-1 0 1 0,16-8-4 0,-16 8 1 16,1 0-3-16,-1 0 3 0,20-5 3 0,-19 5 12 15,0 0-3-15,22-4 4 0,-13 4-17 0,2-1-8 16,-2 1-2-16,0-1-3 0,1 1-14 0,-2-1 6 16,-1 2-2-16,-1 1 3 0,1 0-5 0,-2 1 2 0,-1 0-4 15,-5-3 3-15,1 1-10 0,-1-1 7 16,13 19-3-16,-13-19 4 0,0 0-8 0,2 21 3 15,-2-21-2-15,0 1 2 0,0 22-1 0,0-22 0 16,0-1-3-16,-3 23 1 0,3-23-5 0,-5 16 8 16,1-7-1-16,-1 0 3 0,-1-2-3 0,-2 2-2 15,-1 1-2-15,-1 2 0 0,0 2-5 0,-2-1 1 0,0 0-2 16,0 0 1-16,0 0 0 0,1-1 0 16,2-1 2-16,2 0-1 0,2-1 4 0,0-1-3 0,1-1 0 15,3-1 1-15,-2 0 8 0,3-7 0 16,0 0 7-16,0 1-4 0,0-1 9 0,2 17-5 15,-2-17-1-15,0 0 0 0,1 1-6 0,17 8-2 16,-17-9 3-16,16 2-1 0,-6-2 7 0,0 1-3 0,1-1-2 16,0 0 0-16,0-1-9 0,-1 0 2 15,1 2-1-15,0-1 2 0,-1 1-2 0,-1 0 0 16,-3-1-5-16,0 0 3 0,1 1-6 0,-3 0-5 16,-5-1-27-16,1 0-3 0,-1 0-188 0,17 0-293 15,-17 0-143-15</inkml:trace>
  <inkml:trace contextRef="#ctx1" brushRef="#br0" timeOffset="107986.4">935 6911 36 0,'0'0'432'15,"0"0"-162"-15,0-1 228 0,0 1-311 0,0 0-41 16,0-1-2-16,1 1-50 0,0-1-4 0,-1 1 4 15,0 0 7-15,0-1 0 16,0 1-3-16,0-1-2 0,0 1-26 0,0-1-6 0,0 1-6 0,0 0 1 16,0 0 1-16,0 0 2 15,0 0 0-15,0 0-2 0,0 0-7 0,-1 1-9 16,0-1 1-16,-9 16-4 0,10-16-9 0,0 0-4 0,0 1-2 0,0-1 0 16,0 1 4-16,-8 16-6 0,8-17 6 15,0 1-7-15,0-1 3 0,0 1-7 0,-9 18-3 16,9-19 0-16,0 0-8 0,0 1 1 0,-3 16-2 15,3-17 1-15,0 0-4 0,0 1 1 0,0 17-2 16,0-18 1-16,0 0-2 0,0 1 0 0,6 17-1 0,-6-18 0 16,0 0 0-16,0 1 2 0,9 16-1 15,-9-17 1-15,0 0-9 0,1 1 6 16,10 15 0-16,-11-16 2 0,0 0-3 0,0 1 1 0,16 15-2 16,-16-16 2-16,0 1 2 0,0-1-3 0,19 16 1 15,-19-16-2-15,0 0 6 0,0 0-6 0,20 15 6 16,-20-15-7-16,0 0 3 0,1 1 0 0,14 15 0 15,-15-16 1-15,0 1 6 0,1-1-6 0,10 16 2 16,-11-16-3-16,0 0 3 0,0 1 6 0,8 18-8 0,-8-19 7 16,0 0-7-16,4 16 6 15,-4-16 0-15,0 1 1 0,-3 16-2 0,3-17 4 0,0 0-1 16,-7 20 1-16,7-20-4 0,0 0 0 0,-12 18-1 16,12-18 2-16,0 1 3 0,-16 16-4 0,16-17 2 15,-1 1-3-15,-18 13-5 0,12-9 1 0,-2-1-1 0,1 0 1 16,-2 0-8-16,1-1-3 15,0 2-7-15,0-3 2 0,1 1-23 0,-2-1-30 16,2-2-9-16,-1 0-11 0,1-1-52 0,-1 0-18 0,1-1-3 16,-1-2-8-16,3 1-29 0,1-3-37 0,0 0-13 15,2-1-20-15,-1-1-157 0</inkml:trace>
  <inkml:trace contextRef="#ctx1" brushRef="#br0" timeOffset="108313.3">875 6997 1117 0,'0'0'327'0,"0"0"-145"0,0 0-35 16,0 0-12-16,0-1 11 0,0 1-46 16,0-1 3-16,0 1-18 0,0 0-11 0,0-1-4 0,0 1-1 0,0-1-2 15,0 1-14-15,0-1 5 0,7-15-4 0,-7 16 6 16,1 0 3-16,-1 0-8 0,18-10 4 0,-18 10-5 15,1 0-6-15,20-8-10 0,-12 4 2 0,-1 0-3 16,2 1 2-16,-1-1-4 0,0 0-5 0,1 0 1 16,0-1-9-16,0 0-1 15,0 1 2-15,0-2-2 0,0 2 4 0,0-1-13 0,-1 1 3 16,1 0-7-16,0 0 4 0,-3 0-2 0,1 1 1 16,-1 0 0-16,-2 1 0 0,-5 2-3 0,0 0 0 0,1 0-1 15,-1 0 4-15,1 0-10 0,0 0 5 0,-1 0-6 16,0 0 6-16,0 0-68 15,1 0-22-15,0 0-30 0,-1 0-188 0,0-1-249 16</inkml:trace>
  <inkml:trace contextRef="#ctx1" brushRef="#br0" timeOffset="110407.29">2243 6872 882 0,'0'0'146'0,"0"0"120"0,0 0 38 0,0 0-61 0,0-1-21 0,0 1-57 16,-1 0-2-16,1-1-8 15,-1 1-20-15,1-1-8 0,0 1-1 0,-1-1-2 16,0 1-9-16,1-1-29 0,-16-15-3 0,16 16-12 16,0 0-30-16,0 0-16 0,0 0 0 0,0 0-6 15,0 0 2-15,0 1-1 0,0-1 2 0,-5 19-2 16,5-19 4-16,0 1-3 0,-2 19 0 0,2-19-1 0,0 17-4 15,0-7 10-15,-1 2-7 0,0 0 8 16,1 0-8-16,-1 2 0 0,1 0 2 0,-1 1-3 0,0 0-10 16,-1-1-1-16,1 1-1 15,-1-2 0-15,0 0-3 0,-1 1-2 0,1-1 2 0,-1 1-2 16,0 0 3-16,0-1-1 0,0-1 1 0,0-1-1 16,0-1-3-16,0-2-16 0,1 0-12 0,-2-2-5 15,1-1-71-15,3-6-77 0,0 0-12 0,0 1-29 0,0-1-90 0,-9 17-104 16,9-17-56-16</inkml:trace>
  <inkml:trace contextRef="#ctx1" brushRef="#br0" timeOffset="111838.63">1007 7422 577 0,'0'0'183'0,"0"0"-24"0,0 0 85 16,0 0-13-16,0-1-44 0,0 1-29 0,0-1-55 15,0 1 0-15,0-1-6 0,0 1-2 0,-1 0 5 16,1-1-5-16,-1 1 5 0,-15-5-17 0,16 5-8 16,0 0-1-16,0 0-6 0,-1 0-18 0,1 1 1 15,-1-1-4-15,-16 17 1 0,17-17-11 0,0 1-2 16,0-1-3-16,-13 20 0 0,13-20-3 0,0 1-2 16,-11 20 0-16,11-20-1 15,0-1 0-15,-14 23-2 0,10-15 3 0,-1 0-3 0,1 1 7 16,0 1-10-16,-1 0 2 0,0 1-4 15,-1 0 2-15,1 0-4 0,-1 1 0 0,0 0-1 0,1 1-2 0,-1-1-3 16,0 2-1-16,0-2-2 16,1 2-10-16,0 1 7 0,1-2-5 0,-1 1 4 0,1-1-7 0,1 0 3 15,1 2 0-15,1 0 0 16,1 1-7-16,1 1-1 0,1-1 7 0,1-2-5 0,0 1 3 0,1-3 2 16,-1-1-3-16,3-1 4 15,-1-2-2-15,2-1-3 0,-1-1-2 0,0-1 0 16,0-2-4-16,2-1 7 0,-2-1-3 0,1-2 4 0,1 0-3 15,-1-1-4-15,1-2 4 0,1-1-3 16,-1-1 9-16,0-2 4 0,1 0-3 0,-2-3 4 0,2 0-4 0,0-1-1 16,-3-1 4-16,1 0-3 15,0-1 5-15,-2 2 1 0,2 0 0 0,-2 1 1 0,-1 2 5 16,-2-2-2-16,0 3 1 0,-2 0 0 0,0 1 7 0,-2 1 4 16,1-1 1-16,-3 1-1 15,0 0 1-15,-1 1-4 0,-1 1 0 0,0 1-2 0,0 1-15 16,-1 0 5-16,0 1-8 0,-1 1 5 15,-1 0-5-15,2 3-6 0,-1 0 6 0,0 1-6 0,1 1-8 0,-2-1 6 16,0 1-13-16,2 1 6 0,-1 0-58 0,0 0-64 16,1-1-16-16,1 0-23 15,0-1-133-15,1-1-341 0</inkml:trace>
  <inkml:trace contextRef="#ctx1" brushRef="#br0" timeOffset="112702.82">2114 7446 1501 0,'0'0'171'0,"0"0"95"16,-1 0 24-16,0 0-95 0,1 0-33 0,-1 0-49 15,-15-2-1-15,16 2-6 0,0 0-26 0,0 0-12 0,-1 0-6 16,1 0 0-16,-1 0-21 0,1 1-10 0,0-1 0 15,-18 17-4-15,18-17-3 0,0 1 1 0,-4 16 0 16,2-9-1-16,1 1-12 0,0 1-2 16,0 1-4-16,1-1 2 0,0 2-8 0,0 1 1 0,1 1-1 15,0 2 1-15,1-1 0 0,0 0-2 0,1 0 2 16,-1-2-1-16,2 1 0 0,-1-2 2 0,0-1-2 16,1-2 2-16,0-2-5 0,0-2 3 0,1 0-2 15,-5-5 1-15,1 0 1 0,-1 0-5 16,18 3 3-16,-18-3-3 0,1 0 7 0,19-7 2 15,-13 0 2-15,2-1 0 0,0 0 4 0,-1-3-1 16,1 0-3-16,-1-2 2 0,1-1 4 0,-1-1-8 16,-1-1 4-16,1 0-5 0,-1-2 8 0,0 2-4 15,0 1 5-15,-1 0-5 0,-1 1 3 0,-2 0 4 16,0 1-3-16,-1 1 4 0,-1 0 3 0,-2 3 1 16,-1-1 0-16,-1 2 0 0,0 1 4 0,-3 1-13 0,0 0 3 15,-1 3-7-15,-1 1-6 0,1 1-5 0,-1 1-1 16,-2 1-2-16,1 1-5 0,-1 2-19 0,-3 0-6 15,1 3-6-15,-1-1-40 0,1 1-78 0,-1 1-20 16,1 0-35-16,2 0-192 0</inkml:trace>
  <inkml:trace contextRef="#ctx1" brushRef="#br0" timeOffset="113478.93">743 8114 1348 0,'0'0'163'0,"0"0"-29"15,-1 0 81-15,-16-4-10 0,17 4-49 0,0 0-20 0,0 0-43 16,-17-2-6-16,17 2 5 0,0 0-21 15,0 0-10-15,-1 0 2 0,1 0-4 16,-1 0 2-16,1 0-21 0,0 0 1 0,-17 10-10 0,17-10-11 16,0 0-10-16,0 0 1 0,0 0-4 15,0 0-1-15,0 1-3 0,0-1-3 0,0 1 0 0,1-1 0 0,0 0 6 16,18 10 2-16,-19-10-1 0,1 0-7 0,19 1 7 16,-11-2-4-16,0 0 5 15,1-1-4-15,-1 0 1 0,1 1-3 0,0 0 2 0,0 1 4 16,-1-1-5-16,0 1 3 0,0 0-4 0,1 0 4 15,-1 0-3-15,0 0 6 0,-1 2-6 0,-1-2 6 0,0 3-3 16,-2-2 1-16,1 2-1 16,-6-3 1-16,0 0 1 0,0 0 2 0,1 0 0 15,15 12 12-15,-16-12 1 0,0 0 1 0,0 0 0 16,0 1 5-16,5 16-6 0,-5-17 3 0,0 1-4 0,0-1 1 16,-5 17 6-16,5-17-7 0,0 1 6 15,0-1-3-15,-9 18-3 0,9-18-3 0,0 0 0 16,-9 19-5-16,9-19 4 0,0 1 1 0,-10 21-1 15,8-13-10-15,-3-1 6 0,2 1-5 0,-1 1 4 16,0-1-11-16,0 0 0 0,-1 0-2 0,2-1 2 16,-1 1 0-16,2 0-2 0,-1-1 0 0,2 0-3 15,-1 0-8-15,1 0-129 0,1-2-13 0,0 4-61 0,3-3-211 0</inkml:trace>
  <inkml:trace contextRef="#ctx1" brushRef="#br0" timeOffset="116747.43">2082 7940 1790 0,'0'0'126'0,"0"0"-10"0,0 0 56 16,0 0 11-16,0 0-37 0,0 0-22 0,0 0-56 15,-1 0-2-15,1 0-7 0,0 1-16 0,0-1-3 16,0 1-5-16,0-1 2 0,0 0-4 15,0 1-5-15,0-1 4 0,0 1-6 0,1-1-1 0,15 13-1 16,-16-13 1-16,1 0-2 0,16 3-8 16,-17-3-4-16,0 0-2 0,20 5 1 0,-19-5 4 0,15 3-2 15,-8-2 6-15,1 2-4 0,-1 0 3 16,0 1 3-16,-1 2-2 0,1-2 4 0,-2 2 7 0,-2-1-3 16,1 2 2-16,-3 2-2 0,1-1 0 0,-3 1-3 15,0 0-3-15,-1 0 1 0,-1 2-6 16,-2-1-2-16,0 2-1 0,-2 0-1 0,-1 0-9 15,-1 0 9-15,-1 1-7 0,-1-1 6 0,0 1-7 0,-1-2 0 16,1 0 1-16,1 0-1 0,0-2-3 16,-1 2 5-16,1-1 1 0,-2-1 1 0,1 1-2 0,1-1 0 15,-1 0-5-15,0-2 3 0,1 0-2 16,0-1 0-16,0-1 3 0,3 1-4 0,-1-2 3 16,7-4-5-16,0 0 2 0,-1 1-4 0,1-1 1 0,0 1-1 15,-1-1 0-15,1 0 0 0,0 1-3 0,0-1 7 16,0 1-3-16,0-1 4 0,19 10-2 0,-9-11 3 15,-1-1-3-15,0 1 3 0,2 1 3 0,-2-1-6 16,1 1 6-16,-1 0-5 0,0 1 5 0,-1 0-2 16,-1 1-4-16,1 0 1 0,0 0 3 0,1 0-3 15,-1 0 2-15,1 0-5 0,0 0-34 16,-3-2-136-16,2 1-15 0,-2-1-57 0,0-2-184 0</inkml:trace>
  <inkml:trace contextRef="#ctx1" brushRef="#br0" timeOffset="118107.45">843 8597 305 0,'0'0'193'0,"0"0"158"16,0 0-229-16,0 0-27 0,0 0-8 0,0 0-17 16,-1 0-6-16,-16 4 8 0,17-4-5 0,0 0 27 15,0 0-4-15,0 0 12 0,0 0 0 0,-1 0-13 16,0 0-6-16,1 0-3 0,0 0-35 0,0 0-12 0,-1 0-5 16,0-1-1-16,-14-15-14 0,15 16-3 0,0 0-1 0,0-1-3 15,-7-16-1-15,7 17 5 0,0 0-2 16,0-1 2-16,-9-16 7 0,9 17 14 15,0 0 5-15,0 0 2 0,0-1 10 0,-1 1-17 0,-15-13 1 16,16 13-6-16,-1 0-6 0,0 0-3 16,1 0-2-16,-18-3 0 0,18 3-7 0,-1 0-3 15,0 0 3-15,-17 4-2 0,18-4-2 0,0 0 3 0,-1 0-7 16,-18 6 6-16,19-6-7 0,0 0-6 0,-1 0 6 16,0 1-7-16,-17 13 1 0,18-14-6 0,0 0 0 0,0 1 0 15,-10 19 5-15,10-20-1 0,0 1 1 0,-4 16-1 16,4-17-2-16,0 1 1 0,0-1-1 0,0 19 3 15,0-19 4-15,0 0-7 0,0 1 4 16,9 16-6-16,-9-17-1 0,1 0 2 16,-1 0 2-16,19 10 2 0,-19-10 15 0,0 0-3 0,23 7 0 15,-14-5-2-15,0 2-2 0,1-1 2 0,-1 1-2 16,1-1 1-16,-1 1-1 0,1 0-1 0,0 1 2 16,0 0-1-16,0-1 0 0,-1 1 5 0,2-1-4 15,-3 1 4-15,1-1-1 0,-2 0 0 16,-1 1-2-16,-2-1 1 0,0 1 3 0,-2 0-2 0,1 1 7 0,-3-1-7 15,0 1 0-15,0 0-8 16,-4 0-8-16,1 0 0 0,-1 2-22 0,-2-1-18 16,-2 0 7-16,-2 0-8 0,0-3 27 0,0 1 5 0,-2 0 5 15,2 0 0-15,-2 1 18 0,1-2 3 16,1 0 1-16,0-1 2 0,0 1 4 0,-1-1 0 0,0-1 3 16,1-1-1-16,0 0 19 0,0-1 3 15,2 0-2-15,1-1 0 0,0 1-8 0,2-1-9 0,5 1 2 0,0 0-4 16,0 0-5-16,-1-1 1 15,0 1-1-15,1-1 0 0,-9-19-1 0,9 20 3 0,5-15-1 16,-1 6 3-16,1 0 7 0,2-2-2 16,0 1-3-16,1-1-1 0,0 1-6 0,2 0-2 0,1-1 2 15,-1 1-3-15,1-2-6 0,-1 2 4 0,2-1-12 0,-3 1-7 16,2 0-159-16,0-1-314 0</inkml:trace>
  <inkml:trace contextRef="#ctx1" brushRef="#br0" timeOffset="119624.93">2213 8378 477 0,'0'0'275'0,"0"0"195"16,0 0 20-16,0 1-303 0,-1-1-33 0,1 1-73 0,-13 17 5 16,13-18-19-16,0 0-23 0,-3 20-7 15,3-20 1-15,0 1-2 0,-2 22 5 0,2-15 3 0,-1 2 0 0,1 0 2 16,0 1 3-16,0-1 1 15,0 1 0-15,-1 1 0 0,1 1-6 0,-1 0 0 16,1 1-5-16,-2 2 1 0,0-1-20 0,0 1-12 16,0-3 1-16,0-1-5 0,0 1 0 0,-1-1-5 0,1-2-5 15,-1-1-4-15,0-1-46 0,1-2-71 16,2-6-13-16,0 1-28 0,0-1-125 0</inkml:trace>
  <inkml:trace contextRef="#ctx1" brushRef="#br0" timeOffset="121560.2">1005 8981 1497 0,'0'0'124'0,"0"0"-26"0,0 0 59 16,0 1-36-16,0-1-38 0,-1 0-20 0,-16 8-48 16,17-8-2-16,0 0-3 0,0 0-6 0,0 0 0 15,0 0-2-15,-1 0 1 0,-15-8-2 0,16 8 6 0,-1 0-6 16,1 0 5 0,-1 0-3-16,-16 0-1 0,17 0 6 0,-1 0-5 0,1 0 6 15,-16-1 4-15,16 1 0 0,-1 0 2 0,1 0 2 16,-1 0 0-16,-16 3-3 0,17-3 1 0,0 0-11 0,0 1-3 15,-14 15 2-15,10-8-3 0,1 0-4 0,-1 3-6 16,1-1-2-16,1 0 0 0,-2 3 6 0,3-1-1 16,-2 0 1-16,3 2-2 0,-1-2 2 0,0 0 8 15,1 1 4-15,0-3 1 16,0 1 7-16,1-2-8 0,0-2 3 0,-1-7-5 0,0 0-4 0,0 1-8 16,0-1-6-16,0 1 1 0,0-1-3 0,0 0 8 15,1 0 2-15,16-6 1 0,-14-4-1 0,1 0-2 16,0-2 4-16,1 0-3 0,0 1 5 15,0 1 3-15,-1 0-1 0,1 1 1 16,0 1-1-16,-2 1-1 0,2 2 1 0,-5 5-1 16,0 0 6-16,1-1-2 0,-1 1 2 0,1-1-3 15,-1 1 3-15,0 0 0 0,17-10 3 0,-17 10-1 0,0 0 2 16,0 1 0-16,0-1-4 0,3 21 4 0,-3-21-7 0,0 1-2 16,3 23 3-16,-2-15-3 0,-1 1 0 0,1 3 2 15,-1 0-2-15,0 1 3 0,0 1-3 0,0 0-6 16,0 2-1-16,2 0-2 0,-1-1-4 0,-1-3-82 15,2 0-14-15,0-3-39 16,1 0-198-16</inkml:trace>
  <inkml:trace contextRef="#ctx1" brushRef="#br0" timeOffset="122274.36">2015 8963 1901 0,'-4'13'116'0,"2"0"178"0,-2 1-188 0,2-2-60 16,1 1 2-16,2-4-26 0,1 1-26 0,2 0-5 15,-1 0 3-15,2 2-3 0,2 0 9 0,0-1-3 0,0 1 2 16,0-1-2-16,0 0 9 0,0 0-6 16,0-2 3-16,-1-1-4 0,1 0-6 0,0-3 6 0,0-1-10 15,0-2 7-15,-1-2-21 0,2-3 13 16,-3-1 8-16,3-2 1 0,-1-4 31 0,-1-1-9 0,2-4 9 15,-2-2-7-15,0 0 14 0,-2-2 1 16,-1-1-5-16,-1 0 2 0,1 0-18 0,-3-1 6 16,0 3-3-16,-3 1 5 0,-1 1-1 0,-1 3 3 15,-3 1-3-15,-1 2 3 0,0 2-5 0,-2 3-8 0,0 0-3 16,0 2-3-16,-1 2-23 0,-2 1-34 16,1 1-6-16,0 3-14 0,-1-1-74 0,1 2-55 0,0 1-24 15,1 1-23-15,0 1-227 0</inkml:trace>
  <inkml:trace contextRef="#ctx1" brushRef="#br0" timeOffset="128038.3">2089 3803 1584 0,'0'0'47'0,"0"0"-15"0,0 0 17 16,-1 0-81-16,0 0 0 0,1 0-15 0,-1 0 31 15,1 0 1-15,0 0 9 0,0 0 1 0,0 0 12 16,0 1-5-16,1-1 8 0,-1 1-8 0,1-1 3 16,19 12 7-16,-20-12-1 0,1 0 27 0,-1 0 2 15,0 0 3-15,17 2-1 0,-17-2 3 0,0 0 5 16,0 0-4-16,1 0 4 0,15 4-4 0,-16-4-8 16,0 0-3-16,0 0-2 0,0 0-13 15,18 7-3-15,-18-7-5 0,1 0 3 0,-1 0-8 0,22 7 2 16,-21-7 1-16,14 4-1 0,-7-2-12 0,0-1 5 0,0-1 1 15,1 0 3-15,0 0-4 0,0 0-2 16,0 0 1-16,-1 1 0 0,2-1 1 0,-3 1 3 16,1 1-5-16,0-2 4 0,0 3-1 15,1-1-1-15,-1-1 5 0,1 1-3 0,-1-2 7 0,1-1 1 16,2 1 2-16,0-1-1 0,1 1 0 16,0-1 3-16,-1 0-2 0,0-2 2 0,0 1-6 0,0-1 1 15,-2 1-4-15,1-1 2 0,-1-1-2 16,-1 1-4-16,0 0 7 0,-1 2-6 0,0-1 4 0,-7 2-3 15,0 0-1-15,0 0 0 0,17-4 10 0,-17 4-1 0,0 0 0 16,0 0-1-16,0 0-8 16,1 0 1-16,-1 0 0 0,17-3 0 0,-17 3 0 0,0 0-1 15,0 0 0-15,0 0 0 0,1 0-4 0,-1 0 5 16,1 0-4-16,-1 0 4 16,0 0-6-16,1 0 1 0,-1 0 1 0,1 0 1 0,-1 1-3 15,16 8-3-15,-16-9-10 0,0 0-2 0,0 0-81 0,1 0-97 16,0 0-33-16,-1 1-40 0,16 9-325 15</inkml:trace>
  <inkml:trace contextRef="#ctx1" brushRef="#br0" timeOffset="131274.91">8576 2667 204 0,'0'0'257'0,"0"0"-107"0,0 0 133 0,0 0-277 0,0 0 3 15,0 0-4-15,0 0 0 16,0 0 0-16,0 0-2 0,0 0-9 0,-1 0 10 16,0 0-5-16,1 0 6 0,-1 0-6 0,1 0 1 15,-1 0 0-15,1 0 0 0,0 0 1 0,-1 0 16 16,1 0-1-16,0 0 5 0,-1 0 1 0,0 0 1 0,1 0-4 16,0-1 1-16,0 1-15 0,-2-16-14 15,2 16-18-15,0-1-8 0,1 1-149 0</inkml:trace>
  <inkml:trace contextRef="#ctx1" brushRef="#br0" timeOffset="131575.15">8673 2612 1353 0,'0'0'67'16,"0"0"-95"-16,0 0 7 0,0 0-42 0,0 0-25 0,0 0-231 0</inkml:trace>
  <inkml:trace contextRef="#ctx1" brushRef="#br0" timeOffset="138469.37">3944 3401 187 0,'0'0'397'0,"0"0"-123"0,0 0 201 16,0 0-253-16,0 0-44 0,0 0-25 0,0 0-15 16,0 0-10-16,0 0 14 0,0 0-30 0,0 0-22 15,-1 0-6-15,1 0-6 0,0 0-19 0,-1 1-6 16,0-1-1-16,-7 18-3 0,8-18-14 0,0 0-11 16,5 21-1-16,-3-13-4 0,1 2-8 15,0-1-3-15,1 2 3 0,-1 0-4 0,1-1-1 0,0 2-1 16,0-1-4-16,1-1 3 0,-1 1 3 0,0-3-6 0,1 1 2 15,-1-3-3-15,0 1 0 0,0-1-4 16,0 0 3-16,0-1-6 0,-4-5-4 0,0 0-121 16,0 0 0-16,17 6-51 0,-17-6-76 15,0 0-107-15,18-9-44 0</inkml:trace>
  <inkml:trace contextRef="#ctx1" brushRef="#br0" timeOffset="138882.84">4210 3455 1384 0,'0'0'172'0,"0"0"-26"16,0 0 0-16,0 0-4 0,0 1 24 0,0-1-17 15,-4 17-7-15,4-17-4 0,-8 14-31 0,2-6-23 16,-1 0-2-16,-1 1-10 0,0 1-27 0,-1 0-15 16,-3-1 0-16,1 1-7 0,-1-1-16 0,0-1 2 15,2 1-7-15,0-2 6 0,2 0-12 16,0-1 0-16,1-3-12 0,0 1 3 0,1-2-41 0,6-2-2 15,0 0 9-15,-1 0-6 0,1 0 17 16,-1 0-4-16,1 0-7 0,0 0 4 0,-1 0-3 16,0 0 16-16,1 0 3 0,0 0 4 0,0 0 19 0,0-1 13 15,0 1 2-15,0 0 5 0,0 0 14 16,1 0 9-16,0 0-2 0,-1 0 3 0,0 0-5 0,1 0-4 16,-1 0 7-16,1 0-6 0,-1 0 6 0,0 1-6 15,1-1 1-15,7 23-2 0,-9-14 6 0,1 0 1 16,-2 1-1-16,1 1 1 0,1 1-5 15,-1 1 3-15,0 0 1 0,1 1 0 0,-2 1-7 0,1 0 9 16,1 0-8-16,-1 0 8 0,1 0-12 0,-1 0-2 16,-1-1 1-16,1 0-1 0,0 1-10 0,0-1-7 15,0 1 0-15,0-3-2 0,-1 0-6 16,1-2 0-16,-1-2-4 0,1-1-8 0,1-7-106 16,0 0-167-16,0 1-22 0,0-1-56 15,0 1-145-15</inkml:trace>
  <inkml:trace contextRef="#ctx1" brushRef="#br0" timeOffset="140330.99">4619 3466 1122 0,'0'0'159'0,"0"0"88"0,0-1 28 0,0 1-95 16,-1-1-19-16,1 1-33 0,0-1 3 0,-1 1-13 16,-16-14-18-16,17 14-23 0,-16-5-1 0,15 5-8 15,1 0-9-15,-22 5 6 0,14-1-9 0,0 1 7 16,-2 0-15-16,1 2-15 0,-1 1 8 0,0 0-10 15,0 1 6-15,0 1-19 16,0 1 1-16,-2 0-8 0,2 1-2 0,-2 0-5 0,1 1 6 0,1-1-7 16,1 1-2-16,-1 1 0 0,1 2-3 0,2 2 2 15,0 0-2-15,0 1 3 16,2 0-1-16,2-2 1 0,0 0-4 0,2-1-4 0,2-2 5 16,2-1-6-16,0-1 1 0,2-3-2 15,0-1-3-15,2-2 3 0,0 1-2 0,1-2-11 16,1 0 1-16,0-2-6 0,0-2-1 0,1 1 15 0,0-2 0 15,-1-1 5-15,1 0-1 0,-1-1 9 0,1 1-28 16,-3-3 7-16,1 0-141 0,-2-2-72 0,1 1 0 16,-1 0-30-16,2-1-74 0</inkml:trace>
  <inkml:trace contextRef="#ctx1" brushRef="#br0" timeOffset="140551.07">4408 3582 1820 0,'-7'2'226'0,"7"-2"-105"0,0 0-29 16,0 0-8-16,-1 0-4 0,1 0-7 0,-1 0 3 0,1 0-3 15,0 1 17-15,0-1-19 16,1 18 2-16,-1-18-9 0,0 0-14 0,21 9-14 0,-13-5-4 16,3 0-5-16,-1-1-15 0,1 0-5 15,0 1 2-15,-1-1-3 0,0 1-4 0,-1-1 4 16,1 0-3-16,-2-2 2 0,1 0 0 0,2 0-95 15,1-1-41-15,2 0-36 0,0-3-255 0</inkml:trace>
  <inkml:trace contextRef="#ctx1" brushRef="#br0" timeOffset="141370.07">5038 3414 311 0,'0'0'467'0,"-1"0"-159"0,-14-13 240 0,15 13-317 16,-1 0-34-16,0 0-11 0,1 0-48 15,-16-8-1-15,16 8-4 0,0 0-13 0,-1 0-10 16,-17-9-6-16,18 9-2 0,0 0-29 0,-1 0-26 15,-15-4 1-15,16 4-10 0,-1 0-6 0,-14 5-5 16,14-5-2-16,0 0 0 0,-18 11-5 0,10-7-13 16,0 2 3-16,-1 0-7 0,0 0 4 0,-1 2-3 15,0 0-1-15,0 1-1 0,0 0 0 0,0 0-2 16,1 0 2-16,2-1-2 0,-2 0 1 0,1-1-1 16,3 0 0-16,0 0 0 0,1-2-4 0,5-5-6 15,0 0-13-15,0 0 3 0,0 1-32 0,0-1 37 16,0 1-5-16,0-1 14 0,14 12-5 0,-4-12 3 15,0-1 3-15,2 0-1 0,0-2 0 0,-1 2 6 16,1 0 1-16,-4 1 2 0,0 0-2 0,-8 0 11 16,1 0-5-16,-1 0 9 0,0 1 1 15,1-1 0-15,8 20-1 0,-9-20 1 0,-11 13-2 0,3-6 0 16,0 1-1-16,-2-1-1 0,0 1-9 0,1 0 4 16,1-2-5-16,-3 0 5 0,3-1-4 0,0 1-3 15,2-1-1-15,0 0 0 0,1 0 1 0,0-3-2 16,5-2 3-16,0 0-3 0,0 0-1 0,-1 1-1 15,1-1-5-15,0 1 3 0,0-1-15 16,0 0 8-16,0 1 1 0,0-1 2 0,0 1 2 0,10 17 8 16,-10-18 0-16,0 0 4 0,1 0-5 0,0 1 3 15,17 17 2-15,-18-18 1 0,0 0 7 16,10 18-2-16,-10-18 2 0,5 15-2 0,-3-6-1 0,-1 2 6 16,1-1-3-16,-2 1 3 0,2 1-3 0,-1 0 6 15,-1 0-3-15,1 0 4 0,-1 0-8 0,-1 0 1 16,1 1 0-16,-1 1-1 0,-1 0-1 0,-1 1-5 15,-1 0 0-15,1-2-2 0,0 0 3 0,-1 0-7 16,1-1 3-16,-1-3-3 0,0 1 6 0,2-2-13 16,-1-1-23-16,1-2-7 0,2-5-153 15,0 1-171-15,0-1-21 0,0 1-75 0,0-1-311 16</inkml:trace>
  <inkml:trace contextRef="#ctx1" brushRef="#br0" timeOffset="142049.65">5140 3606 1435 0,'0'0'111'0,"0"0"50"0,0 0 27 15,-1 0-26-15,1 0-14 0,0 0-39 0,-17 0 2 16,17 0-10-16,-1 0-14 0,-15 2-17 0,16-2-4 15,-1 0-3-15,1 0-13 0,-18 19-12 16,13-12 1-16,-1 4-6 0,0-1 1 0,-1 1-12 0,2 2 3 0,0 1-7 16,0 0-8-16,0 1 3 15,1 0-7-15,2 0 5 0,0-2-7 0,0-1-3 0,2-1 3 0,0-2-4 16,2-1-3-16,0-2 6 16,1-1-4-16,-3-5 5 0,1 0-3 0,-1 1-10 15,19 7 5-15,-18-8-7 0,14-4 16 0,-5-1-3 16,0-1 2-16,1-2-3 0,0-1-5 0,-1-2 5 15,1-1-3-15,-1-2 4 0,-1 0 3 0,0 0-2 0,-1 0 4 16,-1-1-4-16,1 1 4 0,-2 0 0 16,-1 0 4-16,-1 2 0 0,-2-1 13 0,0 1 18 0,-2 3-9 0,-2-3 9 15,-1 2-25-15,0 2 2 0,-1 0 0 16,-1 3 0-16,0-1 1 0,-1 2-7 16,1 1 0-16,0 1-3 0,-1 0-6 0,-2 2-1 15,1 1 0-15,-2 1-1 0,1 0-4 0,0 2-10 0,-1 1-19 16,1-1 1-16,-1 0-90 0,1 0-103 0,2 1-22 15,1 0-47-15,0 0-240 0</inkml:trace>
  <inkml:trace contextRef="#ctx1" brushRef="#br0" timeOffset="142242.24">5331 3716 1827 0,'1'5'90'0,"0"2"43"0,1-1 32 0,-2 1-3 0,0 0 0 0,-3 1-9 16,1-1-57-16,-2 2-27 0,-1 0-8 0,-2 0-6 16,-1 1-31-16,0-1-16 0,-1-1 3 0,0 0-12 15,1 0-55-15,0 0-129 0,0-1-20 0,0 0-52 16,1-2-207-16</inkml:trace>
  <inkml:trace contextRef="#ctx1" brushRef="#br0" timeOffset="142650.38">5514 3610 1501 0,'0'0'293'0,"0"0"-102"0,0 0 153 0,0 0-192 0,0 0-18 15,0 0-1-15,0 0-23 0,0 0 4 0,0 0-6 16,0 0-22-16,0 0-27 0,0 1-3 0,-6 15-7 15,6-8-8-15,-2 3-1 0,1 1 0 0,-2 1-1 16,0 2-7-16,0 0-7 0,-1 1-8 0,0 0 3 0,0 1-9 16,-1-1-8-16,-1 0 9 0,1-2-10 15,-1 1 3-15,0-2-5 0,1-1 0 0,2-1-1 16,-1 0 5-16,2-3-82 0,0 0-14 0,2-8-35 16,0 0-124-16,0 1-55 0,0-1 6 0,0 1-26 15,1-1-45-15</inkml:trace>
  <inkml:trace contextRef="#ctx1" brushRef="#br0" timeOffset="142814.04">5573 3781 328 0,'5'-5'46'0,"0"2"292"0,-5 3 43 0,0 0-123 15,0 0-61-15,17-9-28 0,-17 9-5 0,0 0-5 0,0 0-7 16,0 0-25-16,0 0-4 0,1 0-7 16,16 1-16-16,-17-1-10 0,0 0 1 0,0 1-7 15,0-1-17-15,5 21-20 0,-5-21 2 0,0 0-10 16,-3 23-16-16,-2-16-11 0,1 2-7 0,0-2-4 15,-1 0-61-15,1 1-176 0,1-2-8 0,3-6-81 16,0 0-249-16</inkml:trace>
  <inkml:trace contextRef="#ctx1" brushRef="#br0" timeOffset="143411.68">5782 3559 1773 0,'0'0'97'15,"0"0"30"-15,0 0 32 0,-1 0-6 0,0 0-9 0,1 0-31 16,-1 0-8-16,1 1-1 15,0-1-24-15,0 0-12 0,0 1-1 0,0-1-4 0,0 1-5 0,23 7-10 16,-23-8-3-16,1 0-2 0,21 4-9 0,-22-4-6 16,0 0 1-16,20 9-4 0,-20-9-3 0,0 1 8 15,0-1-3-15,17 18 4 0,-17-18-7 0,0 1-1 16,0 19-3-16,0-19 1 16,-7 15-12-16,2-4 8 0,-1-1-3 0,-1 1 4 0,-2 0-17 15,-1 0 7-15,0 0-3 0,-1 1 5 0,1-1-1 0,0-2-9 16,1 1 4-16,1-1-4 0,0-1 1 0,3-2 0 15,0-1 0-15,3 0-1 0,-1-1 0 16,3-5-6-16,0 0-3 0,0 1-1 0,0-1 3 16,10 16-6-16,-10-16 5 0,1 0-6 0,21 3 5 15,-12-3 5-15,1-1-2 0,0 0 4 0,-1 1-2 16,1-1 2-16,-2 0-1 0,1 0 2 0,-1-1 1 16,0 1-4-16,0-1-9 0,1-1-8 0,1 0-110 0,1 1-119 15,-2-3-22-15,2-1-39 0,-2 0-128 16</inkml:trace>
  <inkml:trace contextRef="#ctx1" brushRef="#br0" timeOffset="144011.12">6061 3328 2012 0,'0'0'112'16,"0"0"20"-16,0 0-11 0,0 0 15 0,0 0-22 0,0 0-31 15,0 0-4-15,0 0-8 0,0 0-13 0,0 0-15 16,3 17 2-16,-3-17-7 16,0 1 5-16,8 16-7 0,-8-17-1 0,0 0-4 0,0 1-14 15,16 20-5-15,-10-15 1 0,1 1-2 0,0 1 2 0,-1-1-6 16,1 1 2-16,-2 1-3 0,0-1 1 15,-2 0 7-15,1 0-2 0,-2 0 4 16,-1 1 1-16,-1-1-3 0,0 1-1 0,-2 0 0 0,-1 0 0 16,0-1 0-16,-1 1 0 0,1 0-1 15,-2-1-4-15,0 0-6 0,0-1 4 0,1 0-4 0,0-2 10 16,1 0-9-16,3-5 3 0,0 1-4 16,0-1 6-16,-1 1-9 0,-7 15-1 0,8-16-2 0,0 0 3 0,0 0-4 15,0 0 1-15,0 0-2 0,0 0-4 0,1 0 9 16,16 2 0-16,-17-2 1 0,0 0-1 0,18-1 3 15,-18 1-4-15,1 0 4 0,18 1-1 0,-19-1 2 16,0 0 0-16,1 0 0 0,18 7 4 16,-19-7 6-16,0 0 0 0,1 0 1 0,-1 1 0 0,10 19-3 15,-10-20 3-15,0 0-3 16,-1 22 4-16,0-12-1 0,-1 0 1 0,1 0-1 16,-1 0 8-16,0 1-1 0,1-1-1 0,-1 2-1 15,1 0-8-15,-1 0 5 0,1 1-3 0,0-1 3 16,-1 0-5-16,1 0 3 0,-1 1 0 0,0-2 2 15,0 2 5-15,1 2 7 0,-2-1-1 0,2 2 1 0,-1-1-9 16,0-1-4-16,0 0-5 0,0 0 2 0,-1-1 0 0,0 1 10 16,-1-1 4-16,-1-1-1 15,0 1-9-15,-1-1-9 0,0-1 1 0,0 0-3 16,-1-2 0-16,-1 1-3 0,0-1-2 0,-1-1-6 16,-1 0-57-16,2-1-195 0,-2-2-54 0,1 0-94 0,1-1-612 0</inkml:trace>
  <inkml:trace contextRef="#ctx1" brushRef="#br0" timeOffset="149336.18">5042 4070 855 0,'0'0'62'0,"0"0"54"0,0 0 27 0,-1 0 6 0,0 0 3 0,-15 10-49 16,16-10-5-16,0 0-10 0,0 0-27 0,-1 0-3 16,-16 6 1-16,17-6-4 0,-1 0-9 0,1 0 0 15,-1 1-9-15,1-1 5 0,0 1-11 16,-1-1-5-16,1 1 2 0,-1-1-4 15,1 0-2-15,0 1 3 0,0 15 0 0,0-16 1 16,0 0 3-16,1 0 3 0,15 1 2 0,-16-1 0 16,0 0 7-16,17-2-8 0,-17 2 2 0,0 0-6 0,20-6-7 0,-20 6 1 15,1 0-7-15,18-4 5 16,-19 4-7-16,1 0-6 0,16-5 1 0,-17 5-4 0,1 0-2 0,-1 0 0 16,16-3 2-16,-16 3-2 15,0 0-2-15,1 0 4 0,-1 0-5 0,1 0 4 0,0 0-4 0,-1 0 1 16,0 0 1-16,1 0 1 15,-1 0-1-15,0 0 2 0,1 0 5 0,-1 0-2 0,1 0 3 16,-1 0-2-16,1 0-7 0,-1 0 3 0,0 0-5 16,0 0-2-16,0 0 1 0,-1 1-2 0,1-1-1 15,-19 12 1-15,19-12 4 0,-1 0-2 0,-17 7-1 0,18-7 6 16,0 0-7-16,0 0 7 16,-17 8-2-16,17-8-6 0,0 0 5 0,-1 0-6 15,1 0 9-15,-1 0-9 0,1 0 4 0,-1 0-6 16,1 0 6-16,0 1-1 0,-1-1 1 0,1 1 1 15,0-1 7-15,0 1-6 0,0-1 3 0,0 0-3 0,1 0 12 16,-1 0-6-16,17 4-3 0,-17-4-4 16,1 0-49-16,-1 0-147 0,18-9-29 0,-18 9-74 0,0 0-406 0</inkml:trace>
  <inkml:trace contextRef="#ctx1" brushRef="#br0" timeOffset="149902.97">5460 4071 814 0,'0'0'176'0,"0"0"-63"0,0 0 97 16,0 0-73-16,0 0-9 0,0 0 12 0,0 0-23 0,0 0-9 15,-1 0-2-15,1 0-36 0,-1 0-16 16,1 0 5-16,0 0-9 0,-1 1-1 0,0-1-12 15,1 1 0-15,-1-1-3 0,1 0 3 0,0 1-11 16,0-1 4-16,0 1-7 0,0-1-4 0,1 1 0 0,-1-1-3 16,18 9 2-16,-18-9-7 0,1 0 1 15,0 0-3-15,16-4 3 0,-17 4 2 0,0 0-4 16,1 0 0-16,-1 0-6 0,1 0-35 0,-1 0-86 16,1-1 2-16,15-10-32 0,-16 11-21 0,0 0-51 15,0-1-17-15,0 1-37 0,1 0-311 16</inkml:trace>
  <inkml:trace contextRef="#ctx1" brushRef="#br0" timeOffset="150222.79">5725 4096 1400 0,'0'0'92'0,"0"0"223"0,0 0-306 0,0 0 29 16,0 0-10-16,0 0 17 0,0 0-17 0,0 0-13 16,0 0-2-16,0 0-5 0,0 0-7 0,0 0 12 15,0 0 8-15,0 0 3 0,0 0 32 0,1 0 0 16,0 0-1-16,-1 1-1 0,0-1-13 0,18 9-9 15,-18-9-2-15,0 0-2 0,1 0-16 0,-1 0-1 0,1 0-2 16,16 2 1-16,-17-2-1 0,0 0-7 16,0 0 3-16,1 0-5 0,-1 0 5 15,1 0-16-15,15 0-34 0,-16 0-4 0,0 0-179 0,0 0-245 16</inkml:trace>
  <inkml:trace contextRef="#ctx1" brushRef="#br0" timeOffset="152480.17">4597 4441 1254 0,'0'0'102'0,"-1"0"-12"0,1 0 49 0,0 0 20 0,-18 7-21 16,18-7-9-16,0 1-16 0,0-1 3 0,-10 24-1 0,8-14-1 16,-9-4-18-16,8 6 2 0,1 1-8 0,-1 1-7 15,2 1-17-15,-2 1 4 0,2 2-9 16,1 1-8-16,0 2-8 0,0 0 0 0,1 2-3 0,-1 0-13 15,-1 3-6-15,-2 1-5 0,0 3 1 0,1 1-12 0,-3 0-2 16,2 1 0-16,0-2 1 0,-2 0 4 16,0 0-11-16,1 0-18 0,2-4-3 0,0-3-88 0,1-5-42 15,1-5-10-15,0-4-18 0,0-9-97 16,0 0-141-16</inkml:trace>
  <inkml:trace contextRef="#ctx1" brushRef="#br0" timeOffset="152769.4">4619 4437 1935 0,'0'0'150'0,"0"0"-47"0,0 0 12 0,0-1-29 0,0 1-21 0,0 0-18 16,0 0 2-16,0 0-6 15,0 0 0-15,0 0-1 0,0 0-1 0,2 0 0 16,-2 0-6-16,20 10-2 0,-20-10 0 0,1 0 1 15,19 10 7-15,-11-7 0 0,-1 1-1 0,0 0 0 16,1 0-8-16,-1 1 3 0,-1 1 1 0,-1 0 0 16,-2 1 1-16,0 0-6 0,-2 3 2 0,0-1-3 15,-3 0-7-15,-1 3-1 0,-2 0-5 0,-2 1 3 16,-1 2-13-16,-2-1 4 0,0 2-4 0,-2 0 2 0,-1-1-15 0,1-1-101 16,-2-1-3-16,0-1-45 0,0-1-101 15,1 0-116-15,0 0-47 0</inkml:trace>
  <inkml:trace contextRef="#ctx1" brushRef="#br0" timeOffset="153074.88">4957 4442 1973 0,'0'0'69'0,"0"0"17"0,0 0-23 0,0 0 50 15,0 1-2-15,0-1 16 0,0 1-16 0,-12 18-7 16,7-13-6-16,-1 1 1 16,0 1-16-16,-2 0-9 0,-1 0-3 0,1 2-2 0,0 1-19 0,-2 0-20 15,0 3 5-15,0-1-11 0,0 2-8 16,0-1-2-16,2 2-9 0,-1 1 4 16,1 1-10-16,1-1 3 0,-1 0 0 0,3 2 0 0,-2 2-2 15,4 3-2-15,-1 1 0 0,2-1-1 0,2 1-4 16,1-3 4-16,2-2-7 0,1 0 4 15,2-3-13-15,1 0-63 0,3 0 5 0,-1-2-31 0,2-1-36 0,-1-3-96 16,3-4-19-16,1-3-45 16,-1-3-220-16</inkml:trace>
  <inkml:trace contextRef="#ctx1" brushRef="#br0" timeOffset="153339.13">5146 4425 2188 0,'-1'1'71'16,"1"-1"12"-16,-16 17-1 0,16-17-4 0,0 1 29 0,-1 15-3 16,1-16 9-16,0 1-22 0,-3 16-47 15,5-7 3-15,1 0-20 0,1 2-16 0,-2 1 0 0,1 0-5 16,-1 1 2-16,1-2-7 0,0 1-1 15,0-2-1-15,0 0-1 0,1-1 0 0,0-2-7 16,0-1-19-16,0-2-2 0,1 0-111 0,0-3-92 16,-5-2-24-16,1 0-43 0,16-4-271 0</inkml:trace>
  <inkml:trace contextRef="#ctx1" brushRef="#br0" timeOffset="153708.34">5378 4475 2166 0,'0'0'155'0,"0"0"-3"16,0 0-21-16,0 0 13 0,-1 0-36 0,-17 7-28 0,12-4-1 0,-1 3-9 16,-1 1-7-16,-2 2-11 0,-1 0-3 0,0 0-5 15,-2 1-24-15,0-1-7 16,0 1-1-16,-2 0-2 0,2 1-9 0,-1-1-29 16,1-2-7-16,3-1-12 0,2-2-50 0,-1-1 1 15,3-1-11-15,6-3 5 0,0 0-27 0,-1 0-25 16,0 0 10-16,1 0-10 0,0 0 46 0,0 0 70 15,0 0-2-15,6-18 25 0,-6 18 10 0,1-1 21 16,-1 1 5-16,20-10 8 0,-20 10 32 0,0 0 8 0,16-1 1 16,-16 1 5-16,1 0 10 0,-1 1 0 15,16 10 0-15,-16-11-2 0,0 1-11 0,6 19-13 0,-4-11-3 16,-2 1-2-16,0 1-8 0,-1 1-8 0,-1 1 5 16,0 2-6-16,-1 2 8 0,1 1 0 0,-1 2-4 0,0 1 2 15,0 1-5-15,-1-1-15 16,-2 0 2-16,2 0-9 0,0-1-11 0,0-2-2 15,2-1 1-15,-1 1-2 0,0-3-19 0,1 0-94 16,-1-2-8-16,1-3-39 0,2-3-114 0,0-7-154 16,0 1-71-16</inkml:trace>
  <inkml:trace contextRef="#ctx1" brushRef="#br0" timeOffset="153953.56">5394 4571 1963 0,'0'0'322'0,"0"0"-151"0,0 0 45 16,0 0-152-16,0 0-26 0,0 0 43 0,0 0-5 15,0 0 14-15,0 0-19 0,0 0-22 16,0 0-1-16,0 1-9 0,1-1-15 0,15 13-4 16,-16-13 1-16,1 0-4 0,17 2-8 0,-10 0-4 15,2-1-2-15,0-1 0 0,0 1-6 0,1-1-1 16,0 0-1-16,-1 0 0 0,0 0-1 0,-1 1-18 15,0-1-34-15,-1 0 1 0,1 0-138 0,-3 0-51 0,1 1-5 16,-7-1-29-16,0 0-135 0</inkml:trace>
  <inkml:trace contextRef="#ctx1" brushRef="#br0" timeOffset="154414.34">5398 4766 2093 0,'0'0'88'0,"0"1"31"0,0-1-15 0,0 1-15 0,14 15-4 16,-14-16-10-16,1 0-52 0,14 3-18 15,-14-3-3-15,16 0-6 0,-7-1-18 0,2-3 4 16,0 1-1-16,1-2 3 0,2-1 3 0,0-1-1 0,0-2 0 16,1-1-3-16,-1 0-21 0,0-1 9 15,-1 1-8-15,0-1 10 0,-1 2 2 16,0 0 19-16,0 0 0 0,-1-1 6 0,0 1 0 0,0 1 2 15,-3 2 0-15,-2 0 2 0,-2 2 5 0,-5 4 6 16,0 0 5-16,1-1 1 0,0 1 17 0,-1 0 26 0,0-1-3 16,0 1 9-16,0 0-21 0,0 0-17 15,0 0 0-15,0 1-6 0,0-1 4 0,-15 21-6 16,10-13-2-16,-1 0-1 0,0 3 6 0,-1 0 18 16,1 1-2-16,1 2 6 0,-1-1 4 0,3 0-17 0,0 0-4 15,1-2-8-15,2-2-27 0,2-2-16 16,1-1 2-16,2-3-8 0,1-1-9 0,2-2 19 0,1-1-2 15,2-2 10-15,0-1 10 0,1-1-3 16,1-3 5-16,1-1-5 0,0-2 11 0,0 0 6 16,0-2-3-16,-1 0 5 0,-1 2 12 0,-2 0-6 0,0 1 8 15,-3 1-8-15,-1 0 6 0,-1 1-17 16,-2-1 2-16,-3 1-6 0,0 1 15 0,-3 0-2 0,0-1-1 16,-2 2-2-16,-1 0-20 0,-2 1-33 15,0 1 2-15,-1 0-17 0,-2 1-25 16,0 2-91-16,-1 0-16 0,-1 2-43 0,0 0-207 0</inkml:trace>
  <inkml:trace contextRef="#ctx1" brushRef="#br0" timeOffset="154785.15">5979 4311 255 0,'0'0'1367'0,"-1"0"-413"0,1 0-929 0,-1 1 4 0,1-1-2 0,-1 1 53 15,-13 18-7-15,14-19 20 0,0 0-22 0,0 1-10 16,-3 21-2-16,5-14-2 0,2 2 2 15,0-1 1-15,-1 1-2 0,2 1 1 16,0 0-6-16,0 2-14 0,2 2 4 0,-1 1-7 0,1 1 3 16,-1 0-17-16,0 2 0 0,-1 1-7 15,1 2-9-15,-2-1 4 0,0 0-3 0,-1 1 2 16,0 1-4-16,-1-1-2 0,1 0 1 0,-3 2-1 16,0 1 6-16,-3 3-6 0,-2-1 4 0,-1 0-5 0,-1-1-2 15,0 0-25-15,0-2-30 0,-1 0-10 16,-2 0-183-16,0-3-288 0,0 1 768 0</inkml:trace>
  <inkml:trace contextRef="#ctx1" brushRef="#br0" timeOffset="155120.06">6266 4615 2281 0,'0'0'56'0,"0"0"27"16,0 0 30-16,1 0 8 0,15 1 8 15,-16-1-7-15,1 0-4 0,0 0-43 0,-1 0-21 16,0 0 0-16,21-9-9 0,-13 7-5 0,1 0-24 16,-1 0 5-16,1 1-12 0,-1 1 4 0,0-1-14 15,0 1 4-15,-1 0-6 0,0 0 3 0,0-1-13 16,0 1-30-16,1 0-2 0,-2 0-160 0,1 0-138 16,-7 0-29-16</inkml:trace>
  <inkml:trace contextRef="#ctx1" brushRef="#br0" timeOffset="155318.54">6287 4850 2440 0,'0'0'147'0,"1"0"11"16,16 10-12-16,-7-8 10 0,1-1-29 0,1-1-42 15,0 0-11-15,1-1-12 0,-1 0-50 0,-1 0-2 16,1-1-7-16,0 0 1 0,-1 0-18 0,0-1-79 15,1-1-11-15,-1 0-35 0,2-2-133 0,1-1-220 16,2-1 858-16</inkml:trace>
  <inkml:trace contextRef="#ctx1" brushRef="#br0" timeOffset="161441.18">3078 4030 1325 0,'0'0'80'0,"0"0"9"0,0 0 13 0,0 0-36 16,0 0-7-16,0-1-18 0,0 1-2 0,0 0-5 16,0 0-5-16,-1 0-5 0,1-1 1 0,-17-7-3 15,17 8-7-15,0 0 10 0,0 0-5 16,-22 7 5-16,22-7-12 0,-15 5 8 0,6-2-2 0,1-1 2 15,-1 0-8-15,-1 1-4 0,0 0 4 16,0 0-3-16,-1 1 8 0,1-2 1 0,0 1-3 0,-2 2 1 16,2-2-4-16,-1 0 4 0,-1 1 4 0,2-1-1 15,0 1-4-15,-1 0-2 0,0 2-8 16,1-2 4-16,0 1-6 0,1 0-2 0,1-1 0 16,1 0-2-16,1 1-7 0,-1-1 6 0,1-1-2 0,2 1 3 15,4-4-3-15,-1 0-5 0,0 0 2 0,1 0-3 16,-1 1-9-16,1-1-15 0,-15 16-7 15,15-16-3-15,0 0-24 0,0 0-65 0,0 0 8 0,0 0-32 16,0 0-33-16,0 0-175 0</inkml:trace>
  <inkml:trace contextRef="#ctx1" brushRef="#br0" timeOffset="161776.07">2849 4022 1569 0,'0'0'66'0,"0"0"-43"16,0 0-3-16,0 0-12 0,0 0-9 0,0 0 9 0,0 0-1 0,0 0 5 16,0 1 12-16,0-1 4 0,-1 0 2 0,-7 20-1 15,8-20-8-15,0 0 10 0,0 1 1 16,-9 16 5-16,9-17 23 0,0 1-7 0,-1-1 0 0,1 1-3 16,-16 16 3-16,16-17-2 0,0 0-3 15,-1 1-1-15,-13 17-19 0,14-18-8 16,0 0 2-16,-10 17-5 0,10-17 1 0,-9 14-8 0,4-6 4 15,-1 1-6-15,-1 1-2 0,2 1 1 0,0 0-3 16,-2 0 2-16,1 1-8 0,0-2 3 0,0 0 0 16,1-1 2-16,-1-1-4 0,3 0-2 0,3-8 2 15,0 0-1-15,0 0-7 0,-5 18 8 0,5-18-5 0,0 0 6 16,1 1-16-16,-1-1 3 0,24 11-3 16,-13-11 4-16,2 0-1 0,2-1-75 0,2 1-19 0,1-1-32 15,1-2-192-15</inkml:trace>
  <inkml:trace contextRef="#ctx1" brushRef="#br0" timeOffset="162919.54">3016 5607 211 0,'0'0'841'0,"0"0"-349"16,0 0 433-16,0 0-894 0,-1 0-14 0,1 0-18 0,-1 0-21 15,1 0-1-15,-1 0-3 0,1 0 10 0,-16 5 14 16,16-5 2-16,-1 0 2 0,1 1 2 0,-19 19 5 16,19-20 0-16,-1 0 4 0,-15 16 15 0,15-16 0 15,1 1 2-15,-18 12-1 16,18-13 8-16,-1 0-2 0,-18 15 3 0,12-10-5 0,-1 0-10 0,0 1-6 16,-1 0-2-16,1 0 0 15,1 1-4-15,-3-1-2 0,0 1-4 0,0 0 2 16,0 0-3-16,-2 0 2 0,1 0 1 0,0 1 0 0,0 1 4 15,0 0-3-15,0 0 0 0,0 1-3 16,-1-2-1-16,1 0-1 0,0 1-1 0,1-1 0 16,1-1-4-16,-1-1 3 0,1 0 2 0,1-2 0 0,0 1-1 0,2-1-2 15,-1 0-1-15,2-2 0 0,5-2-1 0,0 0-16 16,0 0 1-16,0 0-7 16,-1 0-4-16,0 0 9 0,1 0-14 0,-1 0 8 0,-14 6-51 15,15-6-23-15,0 0 3 0,0 0-13 16,0 0-18-16,0-1-32 0,8-20-13 0,-3 14-9 0,0-2-71 15</inkml:trace>
  <inkml:trace contextRef="#ctx1" brushRef="#br0" timeOffset="163182.84">2725 5676 990 0,'0'0'141'0,"0"0"376"16,0 0-373-16,0-1-28 0,-1 1-5 0,1 0-9 15,0-1-34-15,-1 1-19 0,1-1-3 0,-1 1-5 0,1 0-5 0,0 0 4 16,-1 0-3-16,0 0 1 15,1 0-15-15,0 1 1 0,-16 17-5 0,16-18 3 16,-5 15-4-16,1-6 7 0,0 0 2 0,-1 0 0 16,-1 3-3-16,1 0 2 0,0 0 1 0,-1 1 0 0,0 0 12 15,1 1-13-15,0 0 4 0,0-1-8 0,0 1-11 16,1 0-7-16,-1-1-2 0,2 0 0 16,0-1-2-16,0-1 0 0,3 0-1 0,0 0-1 15,0-2 0-15,2-1-15 0,1 0 2 0,2-3-7 16,2-1-4-16,3 0-42 0,1-3-4 0,4 0-16 15,3-3-47-15,3-3-78 0,4-2-37 0,2-3 109 16,4 0 1349-16</inkml:trace>
  <inkml:trace contextRef="#ctx1" brushRef="#br0" timeOffset="164249.76">2750 7401 1011 0,'0'0'521'0,"0"0"-193"0,0 0 258 0,0 0-507 0,0 0-19 16,0 0-28-16,0 0-8 16,-1 0 1-16,1 0 1 0,0 0 3 0,0 0-1 0,-2 0 0 15,2 0-1-15,-19-4-6 0,19 4 8 0,0 0-4 16,-19 5 4-16,19-5-11 0,-17 5 1 16,7-2-8-16,0 2 4 0,0-2-10 0,-1 1 5 0,0 0 1 15,0 1-1-15,-1-1 8 0,0 0 6 0,0 1-1 16,2-1 0-16,0 0-18 0,-1 0 0 15,3 0-6-15,-1-1 4 0,1 1-2 0,1-1-8 0,0 1 2 16,1 1-7-16,-1-1-14 0,2-1-10 16,0 0-2-16,5-3-2 0,0 0-8 0,-1 0-23 15,0 1-8-15,1-1-8 0,-18 8-58 0,18-8-60 0,0 0-11 16,0 0-32-16,0 0-199 0</inkml:trace>
  <inkml:trace contextRef="#ctx1" brushRef="#br0" timeOffset="164516.53">2523 7261 2436 0,'0'0'414'0,"0"0"-233"16,0 0 43-16,-1 0-135 0,1 0-74 0,0 0-7 0,-1 1-12 15,-16 16 4-15,17-17-21 0,-4 15 6 0,1-6-4 0,1 3 5 16,-2 0 4-16,1 5 1 0,-2-2 4 0,2 3-2 15,-2 0 7-15,1 0-2 16,-1 0 1-16,1-2-1 0,0-1 2 0,0-1 0 0,1-3 2 16,0 0 0-16,1-2-1 0,1-1-1 0,1 0-1 0,0-2 0 15,0-6-6-15,0 0-11 16,0 1 0-16,8 16-6 0,-8-17-17 0,0 0-38 16,22 9-14-16,-9-8-14 0,-1 0-106 0,3-2-137 15,2 0-46-15</inkml:trace>
  <inkml:trace contextRef="#ctx1" brushRef="#br0" timeOffset="165719.09">2771 8859 1132 0,'0'0'242'0,"0"0"-59"15,0 0 114-15,0 0-150 0,-1 0-29 0,1 0-32 16,0 0-31-16,-1 0-2 16,1 0-2-16,-16 4-9 0,16-4 11 0,0 0-2 0,0 0 3 15,0 0-17-15,-1 0 2 0,1 0 2 0,0 0 1 16,-18 8 11-16,18-8 5 0,-1 0-3 0,1 0 3 15,-1 0-8-15,-17 10-4 0,18-10 1 0,-1 0-1 16,0 1 4-16,-18 11-5 0,11-8-1 0,1 1 0 0,-1 1-5 16,0 0-13-16,0 1 4 15,-1 1-9-15,-2 0-2 0,1 0-3 0,-1 1 3 16,0 1-3-16,0-1-4 0,2 0 0 0,-2 1-6 16,1 1 5-16,1-1-2 0,0 1-7 0,-1 0 4 0,2 0-6 15,-2 0-9-15,0 1 4 0,2-1-3 0,0 0 3 16,-1 1-1-16,1-1-12 0,1-1-2 15,0 0-5-15,1 0-24 0,0-2-18 0,1 0-6 0,0-3-6 16,2 1-41-16,3-6-7 0,0 1-14 16,-1-1 4-16,0 1-36 0,1-1-56 0,0 1-22 0,0-1-21 15,0 0-150-15</inkml:trace>
  <inkml:trace contextRef="#ctx1" brushRef="#br0" timeOffset="166278.29">2545 8951 1409 0,'0'0'225'0,"0"0"207"0,0 0 94 16,0 0-311-16,-1 0-140 0,0 0-51 0,1 0 5 0,-1 0-21 16,1 0 2-16,0 0-5 0,-17 8-4 0,17-8 0 15,0 0-2-15,0 0-1 0,0 0-3 0,0 0 0 16,0 0-17-16,-1 0 19 0,0 0-5 0,1 0 9 16,-1 0-6-16,1 0 7 0,-18 4-3 15,18-4 5-15,0 0 1 0,0 0 10 0,-1 0 3 0,1 1 0 16,-1-1-4-16,-16 18-6 0,17-18 0 0,0 0-1 15,0 1 2-15,-1-1-5 0,-12 19 3 16,13-19-4-16,0 1 4 0,-1-1 2 0,-10 21-4 16,11-21 3-16,-1 0 0 0,-11 19-2 0,8-11 2 15,0 1-3-15,-1 0-3 0,0 1 6 0,0-1-2 16,0 1 3-16,0 0 4 0,0-1-7 0,0 0 3 16,-1-1-4-16,1 0 2 0,1 0-4 0,-1 0 0 15,-1-1-1-15,2-1 1 0,-1 0 9 0,0 0-8 0,3 0 7 16,-2 1-5-16,1-1 13 0,0 0 1 0,3-6 4 15,0 0 4-15,0 0-6 0,-8 21 1 0,8-21-4 16,0 1-9-16,0-1-4 16,-2 17 1-16,2-17-1 0,0 0 4 0,0 0-8 0,0 1 3 0,6 15-5 15,-6-16-4-15,0 0 5 0,0 0-2 0,0 0 4 16,1 1 5-16,-1-1-7 0,19 13 8 16,-19-13-7-16,1 0 0 0,22 8-6 0,-14-6-6 0,3 0 0 15,1 0-15-15,0 0 13 0,2-1-21 16,3-1 2-16,1-1-185 0,3-2-282 0</inkml:trace>
  <inkml:trace contextRef="#ctx1" brushRef="#br0" timeOffset="174175.87">528 4151 1611 0,'-5'-3'49'0,"5"3"-34"0,0 0-2 0,0 0-2 0,0 0-30 0,0 0-22 16,0 0-5-16,0 0 9 0,0 0 18 0,0-1 12 15,1 1 5-15,17-5 2 0,-18 5 7 0,1 0 13 16,17 4-6-16,-18-4 9 0,1 0-4 0,20 6-4 16,-13-4-3-16,2 0-1 0,1 0-10 0,0-1 2 15,2 0 0-15,-1 0 0 0,1 0 1 16,-1-1 4-16,0 0-4 0,0-1 2 0,-1 0-11 0,-1-1 9 16,0 0 0-16,0 0 3 0,-2 0-5 0,0 0-2 15,-1-1 2-15,0 1-2 0,-7 2-3 16,0 0-43-16,1-1-14 0,-1 1-13 0,19-15-91 15,-19 15-256-15</inkml:trace>
  <inkml:trace contextRef="#ctx1" brushRef="#br0" timeOffset="174344.21">797 4046 184 0,'0'0'26'0,"0"0"104"0,0 0 26 0,0 0-91 0,1 1-44 16,-1-1-1-16,20 16-1 0,-13-10 1 0,1 1 7 0,0 1 9 15,0 1-10-15,-1-1 8 0,0 0-25 0,-1 1 8 16,-2 0 3-16,1 0 0 0,-2 1 0 0,-2 0-1 16,-1 1-8-16,-1 1-23 0,-2-1-337 15</inkml:trace>
  <inkml:trace contextRef="#ctx1" brushRef="#br0" timeOffset="178140.57">7178 4113 737 0,'0'0'382'0,"0"0"225"0,0 0 16 16,0 0-481-16,0 0-24 0,0 0-31 0,0 0 10 15,0 0-17-15,0 0 5 0,-17 4-7 0,17-4 0 0,-1 1-3 16,1-1-16-16,-17 18-6 0,12-11-5 15,-1 1 1-15,1 0-7 0,-2 1-18 0,0-1 6 16,1 2-10-16,-1 1-1 0,0-1-6 0,0 0-4 0,1 0 1 16,-1-1-1-16,2 2-3 0,-2-2 1 15,2 2-1-15,0-1-3 0,1-1-1 16,0 0 4-16,1-1-4 0,1 1 0 0,0-1-1 16,2-1-4-16,0 0 3 0,0-1 1 0,2 1-7 15,1-2 6-15,0 1-8 0,2-1 9 0,1-1 1 16,0 0-2-16,3-1 1 0,-1-1-1 0,3-1 0 0,0 0 1 0,2 0-1 15,-1-1 1-15,1-1 3 16,0 0-4-16,1 0 3 0,0-1 0 0,0 0 0 0,1 1-2 0,0-1 1 16,-1 0-7-16,-1 1 6 0,0-1 1 15,0 0-1-15,-2-1-41 0,0 1-68 16,-1-1-9-16,-1 0-20 0,0-1-50 0,-3 0-52 16,1 0-12-16,-2 2-19 0,0-2-84 0</inkml:trace>
  <inkml:trace contextRef="#ctx1" brushRef="#br0" timeOffset="178357.74">7305 4260 2000 0,'0'0'98'0,"0"0"47"0,0 0-5 0,-1 0-12 16,0 0 8-16,1 0-12 0,-1 1-7 0,1-1-27 15,-17 14-6-15,17-14-7 0,0 1-19 0,0-1-4 16,-12 19-4-16,12-18-2 0,-8 14-26 0,3-6-10 15,-1 1 1-15,-1 0-4 0,0 1 1 0,-2 1-8 16,0-1 4-16,0 0-5 0,0 1-1 0,0-2 1 0,0 0-9 16,2-1-2-16,-1-2-100 0,2 1-79 0,0-2-15 0,0 0-20 15,1 1-58-15,-2-2-106 16,1 2-66-16</inkml:trace>
  <inkml:trace contextRef="#ctx1" brushRef="#br0" timeOffset="179364.73">7225 4239 1927 0,'-5'-5'81'0,"-2"1"19"0,3 2 19 0,-3 1 4 16,0 1-15-16,-1 5-65 0,-1 2 1 0,-2 4-10 15,1 3-8-15,-7-3-5 0,7 6-7 0,-1 2 4 16,2 2 1-16,-1 1-7 0,3 1 10 16,2-2-9-16,0-2 13 0,3-5-8 0,1-1-6 15,2-4 1-15,2-3-4 0,3-3 11 0,2-3 2 16,2-1 4-16,2-4 18 0,3-1-13 0,0-3 8 0,3-3-11 15,0-2-1-15,2-3-6 0,0-1-4 0,-1-1 0 16,1 0 1-16,-5 1 1 0,-1 1-1 0,-3 3 1 16,-2 1 1-16,-5 2 15 0,-1 1 1 0,-3 3 2 15,-2 2-36-15,-4 0-160 0,-1 0-19 0,-2 2-73 16,-3 0-287-16</inkml:trace>
  <inkml:trace contextRef="#ctx1" brushRef="#br0" timeOffset="179691.58">7435 4485 2645 0,'4'6'61'0,"-1"1"25"16,-1 0 11-16,-2-1 6 15,-2 1-15-15,-2 0-10 0,-2 1-5 0,-1 1-54 0,-6-5-9 16,3 6-3-16,1 0 0 0,-1 1 4 0,-1 0-9 15,1 1 3-15,-1 0-5 0,2 1 2 0,-1 1-4 16,1-1 2-16,3-1-4 0,-1 0 3 0,4-2 0 16,0 1 0-16,3 0 0 15,1-3-1-15,1 0 4 0,3-1-2 0,1-2 5 0,3 0 4 0,1-3-9 16,2 0 7-16,2-2-7 0,3-2 6 0,1 0-3 16,2-3 1-16,2 0-2 15,2-1 5-15,-1-1 1 0,1 0 0 0,-3-1 0 0,-1 0-5 16,0 2 2-16,-3-2-5 0,0 1 0 0,0 0-58 0,-1 0-66 15,0 1-14-15,0 0-19 0,-3 0-78 0,-3 0-101 16,0-1-12-16</inkml:trace>
  <inkml:trace contextRef="#ctx1" brushRef="#br0" timeOffset="179907.21">7637 4517 1115 0,'0'0'705'0,"0"0"-426"0,0 0-126 16,-1 0-18-16,1 0 6 0,-17-3-22 15,17 3 5-15,0 0-14 0,-1 0-19 0,-15 19-31 16,11-10 2-16,-1 2-11 0,1 3 3 0,-1 0 0 16,0 2-7-16,1 2 1 0,-2 0-26 0,0 1-5 15,0 0-2-15,0 1-1 0,-2 1-8 16,1 1-3-16,0 1 0 0,-1 0 0 0,1-1 8 0,-1-2-12 16,1-1 4-16,2-3-8 0,1-2-7 0,1-2-166 15,2-3-4-15,1-2-74 0,1-7-154 0</inkml:trace>
  <inkml:trace contextRef="#ctx1" brushRef="#br0" timeOffset="180077.17">7878 4673 2469 0,'0'0'78'0,"0"0"5"0,0 0-65 15,0 1 51-15,0-1-18 0,-4 18 24 0,4-18-50 0,0 0-64 16,0 0-31-16,-1 1-25 0,-18 10-209 0,19-11-581 0</inkml:trace>
  <inkml:trace contextRef="#ctx1" brushRef="#br0" timeOffset="180405.64">8354 4234 2676 0,'0'0'78'0,"0"0"-46"0,0 0 15 0,0 0 7 0,0 1 9 16,0-1 30-16,-3 18-1 0,3-18 1 0,-5 15-22 0,-2-11-25 16,4 7-1-16,-2 0-9 0,0 2-11 15,0 2-16-15,-1 0 0 0,0 0-5 0,0 0 3 16,0-1-5-16,1-1 0 0,-1-1-2 16,2-1 0-16,-1-2-53 0,1 0-5 0,0 0-27 0,1 0-92 15,0-1-62-15,-1-1-27 0,0 0-19 0,-2 0-162 0</inkml:trace>
  <inkml:trace contextRef="#ctx1" brushRef="#br0" timeOffset="180641.5">8036 4598 1947 0,'0'0'79'0,"0"0"32"15,-1 1-14-15,1-1 26 0,0 1 2 0,0-1 6 16,0 0-5-16,1 1-10 0,-1-1-3 0,25 14-5 0,-14-16-23 15,4 0-18-15,2-1 1 0,2 0-9 0,1-1-9 16,0 0-22-16,1 0 0 0,0-1-9 16,0 2-7-16,-1 0-3 0,-1 0 0 0,0 1-1 15,1 0 0-15,-2 1-2 0,1-1 1 0,-1 1-2 16,-3 0 1-16,-2 0-40 0,-1 1-16 0,-2-1-17 0,0 1-112 16,-3 0-24-16,-1-1-10 0,-6 1-7 0,1 0-54 15,-1 0-135-15</inkml:trace>
  <inkml:trace contextRef="#ctx1" brushRef="#br0" timeOffset="180827.99">8269 4680 1660 0,'-8'6'80'0,"-1"1"49"0,-1 1-5 0,2 0 24 16,-2 1 15-16,1 3-39 0,1 0 2 0,-1 3-15 0,0 1-14 15,-1 0-21-15,1 2-2 0,1 2-9 16,0-1-24-16,0 1-8 0,0 0-4 0,0 2-1 0,1 1-19 15,0 2 1-15,0-1-7 0,0-1 4 16,2-3-16-16,0-1-137 0,3-4-3 0,0-2-64 16,2-3-164-16</inkml:trace>
  <inkml:trace contextRef="#ctx1" brushRef="#br0" timeOffset="181105.33">8319 4835 1902 0,'0'0'21'0,"0"0"76"0,0 0-23 0,0 0 43 16,0 1-27-16,-2 18-25 0,-1-9-8 0,-2 1-6 0,0 2-25 16,0-1 5-16,1 1 1 0,1 0 0 0,0-2-4 0,1-1-14 15,1-2 2-15,1-8-6 0,0 1 4 16,0-1 6-16,1 0 2 0,16 11 2 16,-9-14 11-16,4-2-1 0,1-2 3 0,1-2-1 15,-1-3 6-15,2-1-8 0,0 0 1 0,0 0-2 16,-1 1 8-16,-1 0-3 0,-2-2-2 0,-2 1 0 15,0 1 1-15,-3 2 2 0,-1 1 3 0,-2 1-1 0,-3 0 5 16,-2 0-11-16,-2 2-5 0,-3-1-6 16,-2 3-48-16,0 0-39 0,-3 0-8 0,2 2-12 0,-2 0-47 0,-1 2-55 15,-1 1-29-15,1 2-22 16,0-1-218-16</inkml:trace>
  <inkml:trace contextRef="#ctx1" brushRef="#br0" timeOffset="181388.63">8792 4548 2056 0,'0'0'241'0,"0"0"14"0,0 0-166 0,0 0-11 0,0 0 41 15,0 0 2-15,0 0 0 0,0 0-33 0,0 0-36 16,0-1-2-16,0 1-11 0,21-12-11 0,-12 11-15 16,-1-1 1-16,1 0-6 0,0 1-5 0,1-1 0 15,-1 0 2-15,1 1-2 0,-1-1 3 0,-1 1-4 16,0 1-2-16,-1-1-4 0,1 1-48 16,-3-1-84-16,-5 1-22 0,0 0-28 0,0 0-136 0,18-3-164 15</inkml:trace>
  <inkml:trace contextRef="#ctx1" brushRef="#br0" timeOffset="181557.01">8803 4694 1825 0,'-1'5'77'0,"2"3"66"0,1-1-11 0,2-2 17 16,0 0 13-16,1-3-12 15,2 0-45-15,2-1-41 0,0-1-12 0,1-2-8 0,2 0-32 16,0-1-6-16,-1 0-14 0,3-2-3 0,0-1-81 15,0-2-95-15,2 1-22 0,2-2-48 0,1-2-278 0</inkml:trace>
  <inkml:trace contextRef="#ctx1" brushRef="#br0" timeOffset="182436.14">9419 4243 756 0,'0'0'95'0,"0"0"91"16,0 0 29-16,0 0-16 0,-1-1-14 0,1 1-75 15,0-1 4-15,-1 1-15 0,0-1-15 0,-16-18-2 16,17 19-4-16,0 0 3 0,-1 0-6 16,1 0-7-16,0 0 0 0,0 0-2 0,-1 0-1 0,0 0 4 15,1 0-2-15,-1 1 2 0,1-1-6 16,-3 16-1-16,3-16 2 0,0 0-2 0,1 1-4 0,17 8-13 15,-11-5 2-15,2-1-7 0,-1-1-8 0,0 0-13 16,-1 0-5-16,1 1-1 0,-1 1-1 16,-1-2-4-16,-1 3 0 0,0 0-3 0,-1 0-3 0,-4-5 8 15,0 0-1-15,0 1 3 0,5 19-8 0,-5-20 5 16,0 0-3-16,-9 20 4 0,4-13-8 0,-1 1-12 16,-1-1 5-16,-3 0-7 0,2 1 9 0,-2-1 2 15,0 0-3-15,0 0 3 0,-2 1-5 0,2 0 6 16,1-2-4-16,0 1 4 0,2-1-9 15,0 0 9-15,2-1-3 0,5-5 4 0,0 0 1 0,0 1-5 16,0-1 3-16,-8 17-3 0,8-17 8 0,0 0-3 16,0 0 9-16,0 0-7 0,0 0 7 0,20 2-8 0,-12-4-2 15,2 0 0-15,1 0 6 0,1 1-7 16,0 0 0-16,1 0-2 0,1-1 1 16,-1 1 1-16,1 0 1 0,-3-1 1 15,1 2-4-15,-1 0 2 0,-2 0 0 0,1 0 0 0,-2 0 3 0,0 0-46 16,-1 0-11-16,-1 1-21 0,-1 0-92 0,-5-1-73 15,1 0-15-15,-1 0-26 0,1 0-112 16</inkml:trace>
  <inkml:trace contextRef="#ctx1" brushRef="#br0" timeOffset="182738.93">9219 4629 1077 0,'-6'1'192'0,"6"-1"692"0,-1 0-808 0,1 0 36 15,-1 0-6-15,1 0 18 0,0 0-3 0,0 0-23 16,0 0 0-16,15 3-11 0,-5-4-21 0,3-2-17 16,1-1 0-16,2 0-4 0,1 0 7 15,1 0-6-15,1 1 4 0,0-1-8 0,1 2-11 16,1-1-8-16,1 0-4 0,1 1-1 0,-1 0-5 15,-1 0-11-15,-1 0 2 0,0 0-5 0,-2 1 6 16,-2-1-2-16,-1 0 1 0,-3 1-2 0,1-1 2 16,-2 1-65-16,0 0-10 0,-2 0-27 0,-1 1-86 0,-2 0-59 15,0 0-19-15,-6 0-25 0,0 0-173 16</inkml:trace>
  <inkml:trace contextRef="#ctx1" brushRef="#br0" timeOffset="183101.05">9526 4668 1693 0,'-4'5'170'16,"0"0"-77"-16,4-5-3 0,-1 0-14 0,0 0 46 0,1 1-12 15,-16 20-2-15,16-21-5 0,0 0-20 0,-12 20 6 16,7-12-11-16,1 0 7 0,0 1-33 0,-2-1-15 16,2 1 2-16,-1 0-6 0,0 0 4 0,2 0-3 15,-1 0-2-15,1 1 0 0,2-1-14 16,-1-1-10-16,1 1 2 0,0 0-4 0,1-2 0 15,0 2-2-15,-1-2-2 0,1 1 2 0,0 1-2 16,0-2-1-16,0-7 1 0,0 0-1 0,5 17 3 16,-5-17-5-16,0 1-1 0,11 19-3 0,-6-12-5 0,2-2 8 15,-1-1-2-15,1 0 5 0,-1 0-1 16,1-2-1-16,0 0 0 0,-2 0 0 0,1 0 5 16,-1 1-1-16,-5-4 2 0,0 0-1 0,1 0 6 15,0 1-4-15,13 16 1 0,-14-17-2 0,0 1 1 16,0-1 7-16,0 20-3 0,0-20 3 15,0 1-10-15,-11 19-1 0,6-13-1 0,-1 1 1 0,-1-1 4 16,0 1-6-16,-1-1-7 0,-1 0-4 16,0-1-39-16,-1 0-42 0,-1-1-9 0,1-3-14 0,-2 1-47 15,0 0-68-15,0-3-18 0,0-1-30 0,2-2-175 0</inkml:trace>
  <inkml:trace contextRef="#ctx1" brushRef="#br0" timeOffset="183285.63">9479 4778 2005 0,'9'-3'110'0,"1"0"95"0,-2 1-38 0,3-1-20 16,-1 2 1-16,0 1-14 0,-1 0-40 15,0 0-28-15,-3 2-6 0,1 1-9 0,-1 0-26 0,0-1-7 16,-1 0 2-16,0 2-4 0,-2-1-10 0,-3-3-6 16,2 0 0-16,-2 1-8 0,22 9-77 0,-22-10-177 15,18 1-60-15</inkml:trace>
  <inkml:trace contextRef="#ctx1" brushRef="#br0" timeOffset="188486.62">4539 5417 1634 0,'0'0'115'0,"0"0"59"16,0 0 21-16,-1 1-65 0,1-1-4 0,-13 22-36 16,11-14 0-16,0 2 0 0,0 2 5 0,-5-1-17 15,5 6-2-15,1 2-6 0,1 0-6 0,-3 1-8 0,2 2-1 16,-1 2-4-16,0 3-11 0,-1 2-6 15,1 1-4-15,0-1-2 0,0 0-20 0,-1 2 0 0,1-2 1 0,-1 2-2 16,1 0-6-16,-1-4 0 16,0-2-1-16,3-4 2 0,-2-2 5 0,0-4-36 0,2 0-13 15,-2-3-15-15,1-1-83 0,0-2-32 16,1-9-9-16,0 1-11 0,0-1-61 0,0 1-177 0</inkml:trace>
  <inkml:trace contextRef="#ctx1" brushRef="#br0" timeOffset="188802.45">4479 5527 1723 0,'0'-11'101'0,"-2"1"98"15,1 1-59-15,1 2-28 16,0 7 6-16,0-1-16 0,0 1-11 0,0-1-11 0,0 1-8 16,0 0-1-16,0-1-27 0,0 1-13 15,0-1 8-15,0 1-9 0,0-1 7 0,1 1-5 0,-1 0 0 0,17-3-1 16,-17 3 6-16,0 0-12 15,18 2 4-15,-9-2-6 0,0 0 6 0,2 0-6 0,1 0 1 16,1 0-2-16,0 0 1 0,0 0 5 0,-1 0-1 16,0 2 3-16,-1 0 0 0,-2 2 2 0,-2-1 1 15,-2 1-1-15,0 1 5 0,0 0-11 0,-3 2 3 16,-1 0-7-16,-1 1-3 0,-2 1 6 16,-1 2-6-16,-1 1 4 0,-2 1-18 0,-2 1-2 0,-1 2 0 15,-2-1 0-15,0 1 3 0,0 0-3 16,-3-2-3-16,1-2-4 0,1 0-50 0,0-2-150 0,1-2-13 15,2-1-60-15,-1-2-154 0</inkml:trace>
  <inkml:trace contextRef="#ctx1" brushRef="#br0" timeOffset="189219.6">4915 5408 1730 0,'-3'-4'467'0,"-1"0"-217"0,4 4-102 16,0 0 20-16,-1 0-56 0,1 0-39 0,0 0 4 0,-17 0-16 15,12 6-6-15,-1 2-1 0,-1 2-7 0,1 4 3 16,-2 1-17-16,1 3-9 0,1 1 3 0,-2 2-5 16,1 2-2-16,1 2-6 15,0 2-4-15,0 2 0 0,2 3-3 0,-1 0-8 16,2-1 1-16,1-2-4 0,0 0 5 0,2 0-1 15,2 0 1-15,0-1-1 0,1-3-3 0,2-5-43 0,1-2-26 16,1-5-14-16,2-2-139 0,1-6-78 16,-1-2-19-16,3-3-38 0,0-2-251 0</inkml:trace>
  <inkml:trace contextRef="#ctx1" brushRef="#br0" timeOffset="189451.56">5099 5332 2446 0,'0'0'87'0,"0"0"-29"15,0 0-3-15,-1 1-10 0,1-1-17 0,-9 23 49 16,7-12-8-16,1 2 22 0,1 2-9 0,0 1-19 16,0 2 1-16,1-1-10 0,1 1-19 0,1 1-17 15,-1-2-2-15,2 0-4 0,0-2-3 0,-1-1-2 0,1-1 0 16,1 0-2-16,0-2-9 15,0 1 1-15,0-1-37 0,2-3 11 0,-1 0-136 0,0-3-13 16,1-1-12-16,1-2-5 0,0-1-79 0,1-3-140 16</inkml:trace>
  <inkml:trace contextRef="#ctx1" brushRef="#br0" timeOffset="189847.52">5326 5405 1537 0,'0'0'349'0,"0"0"-124"15,0 0-33-15,0 0-16 0,0 0-42 0,-1 0-33 0,1 0 1 16,-17 4-12-16,12 2-13 0,-2 2-16 0,0 3 2 16,-2 0-8-16,-1 2-5 0,-1 1-10 0,-2 1-4 15,-1-1-2-15,1 2-15 0,-1-1-12 16,1 0 2-16,0 0-7 0,0-2-2 0,0-1-74 16,1-1 1-16,2-3-34 0,1 0-73 0,2-3-42 0,1-2 6 0,6-3-15 15,0 0 22-15,-2 0 36 0,2 0 22 16,0 0 13-16,0 0 123 0,0-1 27 0,8-19 19 15,-8 20 6-15,1 0 90 0,17-10 0 16,-18 10 7-16,0 0-7 0,1 0-13 0,17-3-19 16,-18 3-3-16,1 0-2 0,-1 0 6 0,1 1-25 15,14 18 8-15,-15-19-15 0,0 1 1 0,9 23-13 16,-7-14 3-16,0 3-7 0,-1 0-13 0,-1 2 3 16,0 1-5-16,1 1 6 0,-1 1-3 0,0 1 2 0,-1 0-3 0,0 2 3 15,-1 1 2-15,0 1 3 16,1 0 0-16,-1 2-1 0,1-1-16 0,-1-2-9 0,-1 0-6 15,1-3 0-15,-1 0-8 0,1-1-7 16,-1-1-19-16,2-3-7 0,-2-2-149 0,0-3-99 16,2-1-36-16,1-8-36 0,0 0-268 0</inkml:trace>
  <inkml:trace contextRef="#ctx1" brushRef="#br0" timeOffset="190116.3">5293 5688 1823 0,'0'0'303'0,"0"0"-155"0,0 0 10 15,0 0-20-15,0 0-14 0,0 0-15 16,1 0 2-16,19-6-5 0,-20 6 0 0,0 0-31 15,19-2-2-15,-19 2-10 0,1 0-13 0,19-1-17 0,-19 1-1 0,0 0-7 16,21 0-17-16,-21 0-1 16,16-1 2-16,-17 1-2 0,0 0-5 0,22-1 3 0,-22 1-5 15,16-2 3-15,-7 2-25 0,-1-2-135 0,1 1-8 16,-3 0-57-16,1-1-150 0,-2 2 938 0</inkml:trace>
  <inkml:trace contextRef="#ctx1" brushRef="#br0" timeOffset="190335.84">5322 5832 946 0,'0'0'134'0,"0"0"349"16,0 0 179-16,0 0-478 0,0 0-9 0,0 0-45 16,17 8 10-16,-17-8-21 0,1 0 24 0,21 0-37 0,-13-2-3 15,0 1-14-15,2-1-38 0,-1 0-32 0,0 0 4 0,2-1-14 16,-2 0-1-16,2 0-2 0,-1 0 1 0,1 0-1 15,-1-1-1-15,1 1-75 16,0-1-7-16,0-1-36 0,-1-2-111 0,1 0-91 0,1 0-21 16,-1 0-37-16,1 1-214 0</inkml:trace>
  <inkml:trace contextRef="#ctx1" brushRef="#br0" timeOffset="190598.34">5747 5545 2285 0,'0'0'385'0,"0"0"-258"16,0 0-3-16,0 0-4 0,0 0-24 0,0 0-12 0,0 0 4 16,0 0-5-16,0 1 8 0,0-1-28 0,-10 21 0 15,8-11-12-15,0 1-10 0,-1 2-12 0,1 1 1 16,-1 1-7-16,0-1-4 0,1 0-11 0,-1 1 2 0,-1 0-5 15,3 0-2-15,-1-1-2 16,0-2 0-16,0-2-1 0,0-1 0 0,1-2-49 0,1 0-8 16,0-7-22-16,0 0-94 0,0 0-46 0,0 0-6 0,0 0-17 15,0 0-53-15,1 0-238 0</inkml:trace>
  <inkml:trace contextRef="#ctx1" brushRef="#br0" timeOffset="190949.24">5849 5327 2277 0,'0'0'96'0,"0"0"15"15,0 0-15-15,0 0 10 0,0 0-2 0,0 0 7 16,0 1 16-16,-2 16-22 0,2-17-3 0,0 0-12 15,0 1-37-15,6 20-10 0,-6-21-1 16,0 1-3-16,9 20-4 0,-6-12 3 0,1 0-6 0,-1 2 5 16,2 0-4-16,0 1 2 0,1 0 5 15,1 1-4-15,0 1 6 0,-1-1-16 0,1 1 7 16,2 0-9-16,-3 0 8 0,2 1-9 16,-1 0 3-16,-1 3-5 0,0 1-2 0,-1 2 5 0,-1 1-8 15,-1 2 5-15,-1 1-21 0,-3 0 0 0,-1 0 0 16,-3 1 0-16,-1 0 0 0,-3 2 0 15,-2 2 0-15,-2-1 0 0,-1 0 0 0,-1-4 0 0,0-1 0 0,1-2-9 16,0-2-97-16,-1-2-258 0,0 0-44 0,-3-1 31 16,1 1 1003-16</inkml:trace>
  <inkml:trace contextRef="#ctx1" brushRef="#br0" timeOffset="191303.55">6223 5574 2115 0,'0'0'142'0,"0"0"26"0,1 0 17 16,16 6-63-16,-8-5-25 0,3 2-7 15,0 1 4-15,-1-2-2 0,2 0 0 0,-8-5-19 0,6 5-4 16,0 0-6-16,0 1-19 0,1-1-21 16,0 1 2-16,0-1-8 0,-2-1-5 0,1 1-8 15,-2-1 0-15,0 0-2 0,0 1 7 0,-2-2-75 16,-1 1-8-16,-6-1-36 0,0 0-118 0,1 0-151 0,0 0-71 15</inkml:trace>
  <inkml:trace contextRef="#ctx1" brushRef="#br0" timeOffset="191503.33">6194 5866 2433 0,'7'4'128'0,"3"0"78"0,0-1-55 0,3-2-39 16,1 1 7-16,1-2-18 0,0 0-2 0,-2-2-43 0,2 0-3 0,1 0-16 16,-2-1-26-16,2 1-6 15,-3-1 2-15,0-2-9 0,-1 0-88 0,1-2-155 16,0 0-38-16,-1-2-58 0,0 0-337 0</inkml:trace>
  <inkml:trace contextRef="#ctx1" brushRef="#br0" timeOffset="195340.22">3312 4970 1310 0,'0'0'96'0,"0"0"23"0,0-1 13 0,-1 1-23 0,0 0-31 0,1-1-20 16,0 1-7-16,-18-10 3 0,18 10-13 0,-1 0 11 16,-18-6-1-16,18 6 4 0,-15 2-4 0,8 1-3 15,-1-2 1-15,-1 1-1 16,0 0 0-16,0 1-1 0,-2 1 3 0,0 1-4 0,0 1-7 15,-2 0-9-15,-1 1 0 0,-1 1-2 0,-1 0 3 16,-2 1 0-16,-1 0 0 0,-1 1-1 0,0 0-9 16,-1 0 4-16,1 1-9 0,1 1 7 0,0-1-11 15,0 0-8-15,-1 2 2 0,-1-1-5 0,0 1-1 0,0 1 3 16,1 0 0-16,2 1 0 16,0-1-4-16,2-1 1 0,3 0 1 0,-1-1 0 0,3 0 7 15,2-3-11-15,-2 1 3 0,4-3-5 16,-1 0 4-16,1-1-24 0,3-2-6 0,5-4-8 0,0 0-33 15,-1 0-4-15,1 0-3 0,-1 0-1 0,1 0-12 0,-1 0-16 16,1 0 3-16,0 0-6 0,0 0 11 16,0 0 25-16,10-18-4 0,-10 18 10 15,0-1-3-15,13-18-2 0,-13 19 6 0,1-1-4 16,11-21-1-16,-9 14-1 0,1-1-4 0,0 0 3 16,0 1 12-16,0-2 32 0,1 2 0 0,0-2 12 0,0 0 10 15,-1 0 4-15,2 0-1 0,-1 0 2 0,-1 1-1 0,-1 2 10 16,0 0-3-16,-1 1 6 0,0 1-2 15,-2 5 5-15,0-1-6 0,0 1 4 0,0-1-7 0,0 1 6 16,3-16 0-16,-3 16 0 16,0 0-12-16,0 0 12 0,-1 0 0 0,0 0 8 15,1-1 15-15,-1 1 25 0,1-1 2 0,-17-8 8 16,17 9 11-16,0 0 7 0,0 0-3 0,0 0 4 0,-2-1-4 16,2 1-12-16,0-1 2 0,-1 1-5 0,-15-13-2 0,16 13-11 15,0 0 2-15,0 0-5 0,0 0-7 0,0 0-8 16,-1 0-4-16,1 0-1 0,-1 0-10 15,1 0-2-15,-1 1-2 0,-14 12-1 16,15-13-4-16,0 1 1 0,0-1 1 0,-5 20 1 0,5-20 4 0,-4 14 0 16,0-6-1-16,0 2 1 15,0 0 0-15,-1 1 8 0,-1 1 5 0,0 1 2 16,-1-1 11-16,1 1-13 0,-1-1 1 0,2 0-6 0,-1 0-9 16,0 0-4-16,1-2-2 0,-1 1 1 15,0-1-5-15,3-2-6 0,-1 1 1 0,1 0-2 16,1-3 5-16,1 2-6 0,1-8 2 0,0 0-3 15,0 0 5-15,8 19 0 0,-8-19-1 0,0 0-1 16,22 8-15-16,-9-8 0 0,1 0-2 0,5 0 1 16,1-2-1-16,1 1-92 0,1-3-21 0,3 1-43 0,1-1-237 15</inkml:trace>
  <inkml:trace contextRef="#ctx1" brushRef="#br0" timeOffset="197523.47">3216 6568 2091 0,'-8'-1'159'16,"2"0"-46"-16,-1 0 72 0,0 1-145 0,2 0-14 15,-2 0-21-15,1 3-5 0,-2-1 0 16,-1 2 0-16,-2 1-8 0,-4-4 5 0,3 5 0 0,0-1 3 15,-1 1 3-15,-1-2 0 16,-2 1 0-16,0-1 0 0,1 1 8 0,-1-2 11 0,1 2-1 16,0 0 6-16,1 1 13 0,-1-2 12 0,0 1 0 0,-1 2 4 15,0-2-8-15,-2 3-6 16,0 0-3-16,-1 1-2 0,-2 0-9 0,1 1-3 16,-1 0-4-16,2 2 0 0,0 1-14 0,-1 0-5 0,2 1 2 15,-2 0-4-15,1 2 4 0,1-3-4 0,-2 3 1 16,1-1-2-16,1-1 1 0,0 1 0 15,2 0 2-15,1 0-1 0,1-1 6 0,1 1-8 16,0-2 2-16,0-1-2 0,1 0 4 0,0 0-3 0,0-1 0 16,1-2-2-16,1 1 2 0,2-4-3 15,0 1-1-15,3-2-1 0,-1-1-21 0,6-4-23 16,-1 0-2-16,1 0-9 0,0 0-22 0,0 0-21 0,-1 0-4 16,0 0-2-16,1 0 19 0,0 0-7 15,0 0 0-15,0-19-10 0,4 12-56 0,-1-2-87 16,2-1-34-16</inkml:trace>
  <inkml:trace contextRef="#ctx1" brushRef="#br0" timeOffset="197804.18">2490 6715 2462 0,'0'0'94'0,"0"0"-46"16,0 0 5-16,-1 0-20 0,-15 6 2 0,16-6 8 15,-1 1-6-15,-11 18 5 0,7-8-29 0,-3 2-5 16,1 1 3-16,-1 3-2 0,-1-1 11 0,-1 2-9 0,0 1 1 16,-2 1-3-16,0 0-8 0,0 1 2 15,0 1 3-15,1-1 1 0,2-1 22 0,1-2 0 0,2 0 2 0,0-1 0 16,1-2 9-16,2-3-5 16,1 1 2-16,1-4-4 0,1 1-7 0,2-3-10 15,2 0 1-15,0-1-5 0,3 0-3 0,2-1-18 16,1-1-1-16,4-2-5 0,3 0 0 0,4-1-4 0,1-1-33 15,2-1 4-15,1-1-152 0,0 0-121 16,0-3-43-16</inkml:trace>
  <inkml:trace contextRef="#ctx1" brushRef="#br0" timeOffset="198818.87">3135 8071 1329 0,'0'0'425'0,"0"0"-154"16,0 0 212-16,-1 0-396 16,1 0-31-16,-1 0-29 0,-19 4-16 0,20-4-6 15,0 0 7-15,0 1-14 0,-1-1 1 0,-20 15 1 16,21-15 0-16,-14 11 12 0,4-4 5 0,-1 0 3 0,1 2 2 15,-3 0 17-15,1 2 10 0,-3 0 4 0,2 0 2 16,0 0 10-16,-2 2-17 0,1 0 3 16,0 3-8-16,-2-2-2 0,1 1-14 0,-1 0-3 15,0 0-3-15,-1 0 2 0,1 0-6 0,-1 0 1 16,-1 1-5-16,1 1-13 0,1-2 4 0,0 1-1 0,0 0 2 16,0 0-8-16,0 0 3 0,1 0-3 15,1-1 3-15,0-1-1 0,2-1-9 0,1-2-1 0,2-1-5 16,0-2-15-16,-1 0-6 0,2-2-3 15,1-1-1-15,0-2-3 0,7-3-16 0,0 0-6 0,-1 0-7 16,1 0-46-16,-17 3-20 0,17-3-4 16,0 0-7-16,-3-17-25 0,3 7 5 0,3-2-3 15,0-1 2-15,1-2-14 0,1 0 24 0,-1-2 4 0,1-1 11 0,1-1 50 16,-1-1 17-16,0 2 12 16,-1 1 3-16,0 2 60 0,1 4 133 0,-3 0-6 0,0 3 54 15,-1 1 26-15,-1 7-29 0,0-1-1 16,0 1-9-16,0-1-9 0,0 1-31 0,0 0 1 15,0-1-14-15,0 1-28 0,0-1-39 0,0 1 7 0,-1 0-15 16,-8 11 26-16,6 0-14 0,1 1 2 0,-2 2-7 16,0 2-4-16,-1 1 17 0,0 1 0 0,-2 1 8 15,0 1 17-15,-1 1-2 0,1 0 2 0,-1 0-3 16,2 0-8-16,0 2-23 0,0-1 1 16,0-2-9-16,1-1-8 0,1-2-10 0,0-2-2 0,3-2-1 15,0 0 5-15,3-2-14 0,0-1 7 0,3-1-10 16,2-1-7-16,1-1-22 0,4-2-2 15,3-2-7-15,3 0-14 0,6-5-33 16,5-2-44-16,3-5-12 0,2-4-307 0</inkml:trace>
  <inkml:trace contextRef="#ctx1" brushRef="#br0" timeOffset="200327.79">7019 5418 1068 0,'0'0'384'0,"-1"0"239"0,1 0 10 0,0 0-553 0,-1 0-7 0,1 0-52 16,-1 0-1-16,-15-1-4 15,16 1-12-15,0 0-3 0,0 0-1 0,-1 0-2 0,1 0-7 0,-1 0 5 16,1 0-2-16,0 0 5 16,0 0 0-16,0 0 2 0,1 0 2 0,17 10 0 0,-18-10 4 15,0 0 11-15,21 11-1 0,-14-6 5 16,1-1 4-16,-1 1 3 0,-1-1-1 0,1 1 1 0,-2-1-8 0,1 1-1 15,-2-1-1-15,-1 1 1 0,0 0 4 16,-2 2-4-16,-1-1 1 0,0 2-2 16,-2-1 1-16,-3 2-9 0,-1-1 6 0,-2 1-6 15,-1 1 6-15,-1 0-5 0,-1 1-2 0,0 0-1 0,0 0-7 16,0-1 3-16,-1-1-1 0,1 0 3 0,1-1 0 16,0-1-1-16,2 0 3 0,0-2-2 15,2-1 1-15,6-4-5 0,-1 0-2 0,1 1 0 0,0-1-3 16,0 1-2-16,0-1 4 0,0 1-1 15,0-1 7-15,6 17-5 0,-6-17-1 0,16 2-1 0,-7-1 1 16,3 0 3-16,-1 0-3 0,1 0 3 16,-1 0 3-16,0 1-4 0,-1 1 3 0,0 0-4 15,-2 0-4-15,-1 1 3 0,-1 0 0 0,0 0 2 0,-2 2-1 16,-1 2 4-16,-1-1-3 0,-1 1 3 0,0 1 0 0,-2 0 2 16,-1 0-2-16,-2 2 0 0,0 1-4 0,-3 2 1 15,-1 1 4-15,0 1-1 16,-1 0 4-16,-2 0-8 0,0 0 2 0,-1-1-3 15,-1 0 5-15,1-1 2 0,-1-1-4 0,1-2 1 16,2-2-9-16,1-1-83 0,1-2-12 0,2-2-36 16,-3-2-145-16,3-3-279 0</inkml:trace>
  <inkml:trace contextRef="#ctx1" brushRef="#br0" timeOffset="200482.34">7347 5612 2692 0,'8'1'103'0,"1"0"-11"0,-1 2-7 0,-1 0-5 0,-2 0-38 0,-5-3 9 16,0 1-3-16,0-1 2 0,2 22-29 0,-2-22-14 15,-1 0-29-15,-11 20-9 16,12-20-227-16,0 1-456 0</inkml:trace>
  <inkml:trace contextRef="#ctx1" brushRef="#br0" timeOffset="201240.57">8047 5221 1231 0,'0'0'87'0,"0"0"69"0,0 0 37 16,0-1 23-16,0 1-8 0,0-1-55 0,0 1-5 16,0-1-9-16,0 1-46 0,0 0-24 0,-1-1 0 0,0 1-6 15,1 0 2-15,0 0-9 0,0 0 0 16,0 0-3-16,-8 21 0 0,7-12-7 0,0 0 0 15,1 2-2-15,0 0 5 0,-1 0-14 0,0 1-2 0,0-1-5 16,-1-1-12-16,0-1-7 0,-1 1 4 0,1 0-7 16,-1-1-2-16,1 0-38 0,-1 0-23 15,0-2-15-15,-1 0-151 0,-1 1-153 0,0-2-58 16</inkml:trace>
  <inkml:trace contextRef="#ctx1" brushRef="#br0" timeOffset="201531.31">7666 5572 1420 0,'0'0'683'0,"0"0"-450"0,0 0-128 0,0 1-19 15,0-1 17-15,22 10 16 0,-11-10-2 0,2-3 6 16,0 1-9-16,3-1-29 0,0-1-2 15,2 0-10-15,2 0-15 0,1 0-12 0,0-2-5 0,1 1-2 16,1-1-24-16,2 0-3 16,-1 0 1-16,0 2-3 0,1 0-6 0,-2 2 5 0,-1-1-6 15,-2 0 6-15,0 1-5 0,0-1 1 0,-1 3-4 0,-1-1 2 16,-3 1-3-16,0 0-2 0,-4 0 0 16,-1 1-4-16,-1 2-19 0,-2 0-48 15,-7-3-7-15,0 0-19 0,1 0-58 0,-1 0-58 0,0 1-25 16,1-1-26-16,0 1-226 0</inkml:trace>
  <inkml:trace contextRef="#ctx1" brushRef="#br0" timeOffset="201804.81">7954 5651 2163 0,'0'0'98'0,"0"0"101"16,0 1-111-16,-1-1 13 0,-10 16 9 0,11-16-2 15,0 1 5-15,-11 16-27 0,6-8-3 16,-1 1-10-16,1 2-28 0,0 0-16 0,-1 1-1 0,0-1-6 16,-1 0-12-16,-1 2 1 0,1 0-4 15,0 1 1-15,1 0-8 0,-1-1 4 0,1-1-5 0,0-2-7 16,1-2-98-16,2 0-103 0,2-2-24 0,1-7-30 15,0 0-130-15</inkml:trace>
  <inkml:trace contextRef="#ctx1" brushRef="#br0" timeOffset="202125.28">8108 5653 1547 0,'0'0'254'0,"0"0"-103"0,0 0-22 0,0 0-13 16,0 1-3-16,0-1-5 0,-6 18-7 0,1-11 1 15,0 1-23-15,-1 1-6 0,0 0 3 0,1 3-3 0,0-1 3 16,0 0-8-16,1 0 5 0,0-2-6 0,1 1-5 16,2 0-21-1,-2-1-3-15,4 0-6 0,0-2-25 0,-1-7 6 0,0 0-7 0,0 0 9 16,0 0 4-16,20 7 6 0,-20-7 4 0,15-7 0 16,-5 2 15-16,2-2-5 0,1 0 5 15,0-2-6-15,0-1-9 0,0 0-1 0,0-1-6 16,-2 0 4-16,0 1-10 0,-2 0 2 0,-2 1-2 0,0 3 1 15,-2 1-6-15,-5 5 6 0,0-1 1 0,0 1 3 16,0-1 5-16,0 1-20 0,0 0 3 16,0-1-9-16,0 1-6 0,0-1-17 0,-17-12 2 15,17 13-7-15,0 0-6 0,-20 1-59 0,20-1-20 0,-17 3-25 16,9-2-154-16,-1 0-203 0,0-1-183 16</inkml:trace>
  <inkml:trace contextRef="#ctx1" brushRef="#br0" timeOffset="203821.62">8630 5467 1891 0,'0'0'96'0,"0"0"16"16,0 1 24-16,0-1 17 0,0 1-12 0,0-1-17 16,0 1 4-16,3 17-10 0,-3-18-22 0,0 0-17 0,0 0-2 15,22 4-3-15,-12-2 0 16,0-2-12-16,1 0-3 0,0-1-5 0,2 0-15 16,-2 0-11-16,1-1 4 0,-1 1-7 0,1-1-8 15,0 0-3-15,0 1-3 0,0-2 2 0,-1 2 0 0,-1-2-5 16,0 0 2-16,-1 1-4 0,-1-1-3 15,-2 0-68-15,0 0-13 0,-6 3-26 0,0 0-98 0,0 0-47 16,1-1-25-16,0 1-17 0,-1-1-179 16</inkml:trace>
  <inkml:trace contextRef="#ctx1" brushRef="#br0" timeOffset="204023.22">8607 5663 1586 0,'-2'6'381'0,"2"-6"-205"16,0 1-31-16,0-1-28 0,0 1 48 0,10 15-3 16,-10-16-8-16,17 3 1 0,-8-1-31 0,3-2-32 15,0 0-4-15,0 0-13 0,2-1-47 16,0 0-10-16,-2 0-2 0,2 0 0 0,-1-1 1 16,1-1-11-16,0 0-10 0,1-1-8 15,-2-1-102-15,2 0-137 0,-1-2-29 0,-1 1-62 0,0-1-338 0</inkml:trace>
  <inkml:trace contextRef="#ctx1" brushRef="#br0" timeOffset="204786.86">9280 5203 951 0,'0'0'151'15,"0"0"21"-15,-1 0 74 0,1 0-165 0,-1-1 64 0,1 1-12 16,0 0-3-16,-1-1-9 0,1 1-43 0,-1-1-29 15,1 1 5-15,-17-14-14 0,17 14 1 0,0 0-10 16,0 0 5-16,0 0-5 0,0 0 12 0,0 0-6 16,0 0-1-16,0 0-1 0,0 0 2 0,0 0-5 15,0 0 5-15,0 0-6 0,0 0 6 0,0 0 7 16,0 0 0-16,0 0 1 0,0 0-11 0,0 0 2 16,0 0-9-16,2 1 6 0,-2-1-13 0,20 14 1 15,-20-14-2-15,1 0 0 0,15 8-8 0,-16-8 0 16,1 0-1-16,-1 0 0 0,20 14-6 15,-20-14 7-15,0 0-2 0,0 1 2 0,9 16 1 0,-9-17-4 16,0 1 3-16,0-1-3 0,-8 19 4 16,8-19-4-16,-11 13-3 0,4-6 1 0,-1 0-6 15,0-1-2-15,-1 0 2 0,0 0-1 0,-1 1-1 0,0-1 5 16,-1-1-3-16,1 1 2 0,0-3-5 0,2 0 3 16,0 0 0-16,3 0 2 0,5-3 0 15,-1 0 3-15,1 0-2 0,-1 0 2 0,1 0-7 0,0 0 2 16,0 0-1-16,0 0 2 0,0 0 0 0,0 0 0 15,18-3-1-15,-8 0 1 0,0 1 5 16,1 0-5-16,0 0 3 0,1 0-4 0,0 1-6 0,-1 1 6 16,0 1 0-16,0-1 2 0,-2 2-5 0,-1 0 5 15,-2-1-3-15,0 3 4 0,-2-1-3 16,-1 2 3-16,-2 2-3 0,-1 0 1 0,-2 2 0 16,0-1 0-16,-3 1-1 0,0 0 0 0,0 1 0 0,-1-1-4 15,0 0 4-15,-1 0-5 0,0-1-7 0,0 1-109 16,0-1 1-16,1-1-49 0,0-1-97 15,1 0-253-15</inkml:trace>
  <inkml:trace contextRef="#ctx1" brushRef="#br0" timeOffset="205141.48">9021 5638 1838 0,'0'0'88'0,"0"0"56"0,0 0-22 0,-1 0 0 16,1 0 6-16,0 0-5 0,0 0-1 15,0 1-31-15,0-1 3 0,0 1-13 0,0-1-8 16,24 7-11-16,-14-7-1 0,2 1-4 0,2-1 0 16,1-1 3-16,1 1-2 0,2-1 1 0,-1-2-11 0,4 1-6 15,1-1 1-15,0 0-3 0,3 0-3 16,-3 0-14-16,2-1 2 0,-3 1-6 0,2 1 1 0,-3-2-11 15,-1 1 2-15,2 1-3 0,-3 0 5 0,1 1-8 16,-2 0 0-16,-1-1-3 0,-2 1 0 16,-2 1 0-16,-1-1 5 0,-2 1-4 0,-1 1-3 0,-3-1-41 15,-5 0-14-15,0 0-14 0,1 0-86 0,-1 0-32 16,1 0-10-16,0 0-9 0,-1 0-58 16,0 0-91-16,0 1-36 0</inkml:trace>
  <inkml:trace contextRef="#ctx1" brushRef="#br0" timeOffset="205384.97">9203 5819 2233 0,'-4'6'171'0,"0"0"-60"15,1 0 3-15,0-1-18 0,0 2 33 16,-1 1-20-16,-1 1 2 0,0 0-13 0,0 2-34 0,-1 0-17 16,1 2-9-16,0 1-2 0,-1-1-13 15,0-1-18-15,1 1 4 0,-1 1-9 0,1-2 5 16,1 1-2-16,-1-1 1 0,2-1-3 16,-1-1-11-16,1-2-153 0,3-8-6 0,0 1-69 0,0-1-181 0</inkml:trace>
  <inkml:trace contextRef="#ctx1" brushRef="#br0" timeOffset="205692.64">9353 5821 1956 0,'0'0'80'0,"0"0"97"0,1 0-140 16,-1 0 36-16,1 0-5 0,-1 0 12 0,0 1-19 0,1 21-19 16,-6-13 6-16,-2 1-13 0,3 1-14 0,-1 1 2 15,1-1-4-15,-1 1 7 0,1-1 21 0,0 2 22 16,1-1-5-16,1-1 9 0,2-1-17 0,0-3-18 15,0-7 2-15,0 1-8 0,0-1-9 16,0 0 9-16,18 14 2 0,-18-14 4 0,15-4 26 0,-6-1-3 16,-1-1-1-16,2-2-3 0,1-3-19 0,2 0 6 15,0-1-4-15,1-1 4 0,-1 0-12 0,-2 2-6 16,0 0 4-16,-2 0-4 0,-2 2 7 0,-3 1 3 16,-2 2-3-16,-2 6 2 15,0-1-9-15,0 1-10 0,-6-18-4 0,6 18-3 16,-14-8-31-16,6 6-22 0,-2 1-6 0,1 2-6 0,0-1-26 0,-2 2-72 15,1 1-24-15,0-1-36 0,-1 0-247 0</inkml:trace>
  <inkml:trace contextRef="#ctx1" brushRef="#br0" timeOffset="207690.71">4468 6406 2233 0,'-12'2'97'16,"1"3"-29"-16,2 2 7 0,2 2 6 0,0 1-46 0,4 3-13 15,0 2-9-15,1 3 5 0,1 2-19 0,-5 0 3 16,6 9-2-16,1 4 4 0,0 2 0 0,-2 6-1 16,0 1 3-16,0 5-3 0,-1 3 1 15,-2 5 0-15,0 2 1 0,-1 4 0 0,0-1 4 0,-4 0-7 16,1-1 5-16,-2-4-1 0,0-3 44 16,0-7-15-16,0-4 7 0,0-7-13 0,1-3-12 0,0-7-5 15,2-3 1-15,-2-5-2 16,3-3 1-16,-1-4-25 0,0-2-14 0,2-3-8 0,5-4-88 0,0 0-54 15,-15-8-4-15,12-8-28 0,2-5-132 16</inkml:trace>
  <inkml:trace contextRef="#ctx1" brushRef="#br0" timeOffset="208039.52">4364 6503 2378 0,'-5'-6'143'0,"5"6"-64"0,0-1 14 0,0 1-44 16,0-1-54-16,0 1 0 0,0-1-1 0,0 1 2 0,0 0 0 16,0 0 0-16,0 0 2 0,0 0-1 0,18 15-2 0,-10-8 2 15,0 1-2-15,1 0 3 0,1 1 2 16,1-1-3-16,0 0 1 0,2 0-3 0,-1 0 4 0,1 0 2 16,-1-1 2-16,0 1 0 15,-1-2-2-15,-1 1 2 0,-1-2-1 0,-1-1 1 16,-3 0 4-16,-1 0 21 0,1 1 3 0,-5-5 6 15,0 1 8-15,0-1-3 0,-2 16-6 0,2-16 1 0,-10 15-20 16,3-5-1-16,0 2-8 0,-2 1 3 16,0 1-12-16,-1 0 6 0,-2 0-1 0,0 1 3 0,-1 1-4 15,0 1-6-15,-2-1 3 0,2 2-3 0,-2 0 3 16,0 0-64-16,1 0-9 0,-1-3-24 16,2 1-61-16,4-3-42 0,1-3-12 0,3-2-18 0,5-8-130 15</inkml:trace>
  <inkml:trace contextRef="#ctx1" brushRef="#br0" timeOffset="208290.13">4816 6443 2129 0,'0'0'78'0,"0"0"30"15,0 0-79-15,0 0 8 0,0 1-4 0,10 23 6 0,-10-14-6 0,-1 5-7 16,-3 1-1-16,-2 2-1 15,-1 3 4-15,-2 2 16 0,-2 1-4 0,-1 0 6 0,2 3-15 0,-1-1-6 16,1 2 4-16,2-1-4 16,-1 0 16-16,1 0 13 0,1 0-8 0,2 0 8 0,0 0-16 0,1 0-6 15,3 0-2-15,1 1-3 16,0-1-20-16,4 0-5 0,1 0 1 0,2-1-3 16,2-2-4-16,-1-3 3 0,2-2-6 0,0-3 0 15,1-2-51-15,2-3-39 0,0-3-4 0,1-5-10 16,-1-3-18-16,-2-3-20 0,1-5-19 0,-1-3-7 15,-1-3-136-15</inkml:trace>
  <inkml:trace contextRef="#ctx1" brushRef="#br0" timeOffset="208506.03">5032 6624 2936 0,'0'0'72'0,"0"0"-57"15,0 0-6-15,10 16-10 16,-3-6 5-16,1 3 2 0,0 2-1 0,0 3 1 16,0 0-4-16,0 1 2 0,1-2-2 0,0 0 1 15,-1-1-4-15,1-3-75 0,-1 1-11 0,-1-3-30 0,0-3-105 16,-1-1-57-16,0-4-16 0,0-4-32 0,0-1-261 16</inkml:trace>
  <inkml:trace contextRef="#ctx1" brushRef="#br0" timeOffset="208920.44">5322 6560 1542 0,'0'0'113'0,"0"0"156"0,0 0-150 15,0 0-44-15,0 0-2 0,0 1-13 0,2 17-6 16,-4-7-5-16,-2 0 5 0,-2 5-3 0,0-1 26 16,-3 3 9-16,-1 1-9 0,-1 0 6 0,-1 2-39 15,-1 0-27-15,0-1 6 0,1-2-13 16,2-1-6-16,2-2-2 0,2-1 0 0,0-3 1 0,1-1-3 15,0-1-2-15,2-3-13 0,3-6 4 0,0 0-30 16,-1 0 18-16,1 1 0 0,-1-1 7 0,1 0 13 16,-1 0-3-16,1 0 0 0,0 0 0 15,-1 0 15-15,1 0 1 0,-13-18 7 0,13 18-5 0,0 0-2 16,0 0 5-16,0-1 1 0,0-16 1 16,0 17-9-16,0 0-2 0,0 0-3 0,0 0 3 0,0 0-7 15,0 0 9-15,0 0-7 0,9 17 9 16,-7-7-11-16,0 2-1 0,-2 1 2 0,1 2 0 15,-1 1 9-15,0 4 2 0,1 0 4 0,-2 2 1 16,1 1 20-16,-1 0 1 0,1 0 0 0,0 0-1 0,1 0-20 0,0 0 3 16,-1-1 0-16,3 0 1 15,-2-1-6-15,0-1 7 0,0-1-9 0,1-2 8 0,-2-2-8 16,0-2 0-16,0-2 2 16,0-3-1-16,0 0-5 0,0-8 1 0,0 0-7 15,0 1 4-15,0-1-19 0,0 1-45 0,0-1 1 0,0 1-20 16,0-1-39-16,0 0-30 0,0 0-14 0,0-14-11 0,1 3-102 15,0-1-245-15</inkml:trace>
  <inkml:trace contextRef="#ctx1" brushRef="#br0" timeOffset="209191.51">5372 6834 3259 0,'0'0'142'0,"0"0"74"0,0 0-136 16,-1 0-58-16,1 0 2 0,0-1-20 0,-1 1-9 0,1 0-17 15,0-1 2 1,0 1-4-16,0 0 15 0,1-1 1 0,20-7-2 0,-21 8 1 16,16-2 3-16,-7 2 4 0,0-1 2 0,-1 1 0 15,1 0-9-15,-1 0-43 0,-1 0 2 0,-1 1-18 16,-6-1-25-16,0 0-54 0,1 0-6 0,18 6-22 15,-19-6-65-15,0 0-84 0,0 0-23 16</inkml:trace>
  <inkml:trace contextRef="#ctx1" brushRef="#br0" timeOffset="209435.93">5341 6999 3230 0,'0'0'224'0,"0"0"-133"0,0 0-26 16,0 0-30-16,0 0-64 0,0 0 27 0,0 0 2 0,21 7 5 0,-10-6-3 15,2 0-7-15,0-1-3 0,2-1 1 0,2 0 5 16,1-1 1-16,1 0 1 16,-2 0 0-16,-1-1 0 0,-2 1-28 0,-1-2 1 0,-1 1-12 15,-2 0-7-15,-1-1 9 0,-1 1-7 16,-2-1 6-16,0 0-25 0,-6 4-19 0,0 0-9 15,1 0-9-15,-1-1-76 0,16-18-104 0,-16 19-39 16</inkml:trace>
  <inkml:trace contextRef="#ctx1" brushRef="#br0" timeOffset="209837.23">5638 6785 3278 0,'0'0'123'0,"0"0"46"16,0 0-152-16,0 0-39 0,0 0 8 15,0 0-14-15,18 1 37 0,-7 0-6 0,0 0-3 0,3 1 0 16,0 0-4-16,0-1 0 0,-1 1 5 0,1-1-3 16,-2 0 7-16,-1 0-2 15,-1 1-2-15,-1 0 1 0,-1 0 3 0,-2 1 4 0,-6-3 1 16,1 0 1-16,-1 0 3 0,0 0 1 0,1 1 1 15,12 15-1-15,-13-16 1 0,0 1-6 0,-2 16 1 16,-2-9-4-16,-1 0-13 0,-2 1-9 0,-1 1 2 16,0 0-2-16,-1-1 6 0,0 2 2 0,0-1 1 15,0-1 2-15,1 1 6 0,1-2-6 0,1-2 4 0,1 1-5 16,0-2 8-16,5-5-3 0,0 0-1 16,0 0-1-16,0 1-5 0,0-1-9 0,-7 16 0 15,7-16-2-15,0 0 12 0,1 0 6 16,0 0 1-16,20 6 2 0,-21-6 0 0,18-1-7 0,-8 0-1 0,1-1-2 15,0 0 0-15,0 0-1 0,-1-1-14 0,0 1-1 16,-1 0-98-16,-1-1-37 0,0 0-12 16,-2 0-12-16,2-1-84 0,-1-1-129 0,0-2-82 0</inkml:trace>
  <inkml:trace contextRef="#ctx1" brushRef="#br0" timeOffset="210157.92">5965 6524 2505 0,'0'0'229'0,"0"0"-142"0,0 0-4 16,0 1-45-16,7 16-26 0,-2-8 22 0,1 0-10 0,1 3 11 16,-1 0-23-16,1 2-2 0,0 1 5 15,-1 1-2-15,1 0 16 0,-1 1 16 0,1 1 0 16,-2 0 8-16,0 0 11 0,-1 0-6 0,0 1-3 15,0-1-1-15,-1 3-12 0,1-1-8 0,-1 1-1 0,0 1-4 16,-1 1-2-16,-1 0-6 0,-1 2 1 0,-1 1-4 16,-2 1-7-16,0 2 3 0,-1 0-1 15,-2-2 0-15,-1 1-6 0,-2-1-1 0,0 0 3 0,-1 0-1 16,-1-2 0-16,-1-2-4 16,1-3-16-16,-2-1 2 0,0-1-68 0,0-5-86 15,-1-1 2-15,1-2-37 0,0-4-59 0,1-2-125 0,2-1-72 16</inkml:trace>
  <inkml:trace contextRef="#ctx1" brushRef="#br0" timeOffset="210425.01">6309 6703 2429 0,'0'0'404'0,"0"0"-98"0,0 0 126 15,0 0-359-15,1 0-71 0,14 3 1 0,-3 0-5 0,2 2 5 16,0 1-3-16,-1-1 2 0,2 2-4 0,0 0 2 16,1 0-3-16,0 1 1 0,-1-3 2 0,-2 1 0 15,1-2-1-15,-3 0 1 16,1-2-1-16,0 0 1 0,1 0 0 0,-1-2 2 16,0 0 1-16,-1 0 1 0,0 0-2 0,-2-2-25 0,0 1-7 15,0 0-9-15,-1 0-50 0,-2 0-61 16,-6 1-5-16,1 0-25 0,0 0-78 0,-1 0-134 0,0-1-84 15</inkml:trace>
  <inkml:trace contextRef="#ctx1" brushRef="#br0" timeOffset="210605.1">6367 6978 2253 0,'-2'5'377'0,"0"0"-81"16,2-5 66-16,0 1-222 0,2 16-113 0,4-9-12 15,2-1 2-15,2 1-2 0,2-1 19 0,1-2-25 16,0 1-4-16,2-2-6 0,0-2-13 0,-1 0 8 0,0-1-8 16,0-1 2-16,-2 0-52 0,2-1-44 15,-1-1-14-15,1 0-16 0,-1-3-107 0,-1 0-179 16,0-3-97-16</inkml:trace>
  <inkml:trace contextRef="#ctx1" brushRef="#br0" timeOffset="213486.68">3579 4204 1496 0,'-3'-5'65'0,"3"5"1"0,0 0 22 0,0-1-20 16,0 1-20-16,0 0-23 0,0 0-21 15,0 0-3-15,0 0 0 0,-1 0 8 0,-23 1 2 0,17 6 2 16,-3 1 0-16,-2 1 15 0,-2 0-1 16,-3 0 6-16,-2 1-3 0,1 0 16 0,-2-1 4 15,0 1 0-15,0-1 0 0,-2 1 3 0,-1 0-2 16,-1 1-1-16,-1 1-2 0,-2 0-5 0,-1 1-9 16,2 2-1-16,-1-2-3 0,1 2-10 0,-1 0-9 15,-2 2 0-15,0-1-3 0,-3 3-7 0,2 0 8 16,0 0 1-16,2 2 1 0,1-1-6 0,0 0 4 15,1-2-4-15,1 1 4 0,-1-1-5 0,3-2-3 0,2-1 1 0,4-1-1 16,0-1 7-16,2 0-7 0,2-1 3 16,3-1-4-16,0-1 1 0,3-2-56 15,-1-1-1-15,3-2-27 0,5-5-53 0,-1 0-14 16,1 0-25-16,-1 0 2 0,1 0-113 0,-1-9-69 16,7-3-43-16,1-2 11 0,2-1 76 0,33-79 190 15,-44 101 186 1,8-25 6-16,4 0 26 0,-2 0 56 0,0 1-2 0,-1 1 0 15,0-1 1-15,-1 2 11 0,-1 4-22 0,-2 1 2 16,-3 10-12-16,0 0-26 0,0-1-32 0,1 1-12 0,-1 0-8 16,0-1-48-16,0 1 17 15,0 0 2-15,2 5 5 0,-6 5 0 0,0 5 6 16,-2 1-4-16,-2 3 5 0,0 2-8 0,-2 3 16 16,0 1-5-16,-1 2 11 0,-1-1 15 0,1 0 9 0,-1 1 2 15,2-2 1-15,2-1-10 0,0-2-23 16,2-2 2-16,2-3-10 0,3-2-9 0,2-4-3 15,4-1-4-15,2-2 1 0,1-1-17 0,3-3 1 16,3-1-2-16,2-3 2 0,3-1-3 0,4-5-2 16,4-1-2-16,3-4-4 0,3-1-54 0,0-1-82 15,-1-2-7-15,-2-1-27 0,-1 1-64 0,4-1-92 16,-1 1-157-16</inkml:trace>
  <inkml:trace contextRef="#ctx1" brushRef="#br0" timeOffset="214134.47">3861 5692 2402 0,'-8'0'92'0,"-1"2"-57"0,-2 2-4 0,0 5-14 0,-1 2-34 16,-1 4 12-16,-2 2 0 0,-3 2 1 0,-30 16-2 16,21-14 7-16,-2-1 4 0,-1 0 3 15,-1-1-1-15,-1 2 4 0,-1 0-1 0,-2 1 26 0,-1-1 22 16,-1 1 7-16,1-1 3 0,0 2 11 0,-2-1-12 15,-1 0-1-15,2 0-3 0,2-1-16 16,2 0-17-16,2 1-4 0,0-2-3 0,1 1-19 0,-1 0 2 16,3 0-1-16,0 0 1 15,3 0-6-15,2-1-3 0,1-1-2 0,1-2 0 0,1-1-10 0,2-2-39 16,3-3-5-16,0-1-13 0,2-2-36 16,3-3-52-16,2-1-1 0,8-4-24 15,-1 0-72-15,1 0-228 0</inkml:trace>
  <inkml:trace contextRef="#ctx1" brushRef="#br0" timeOffset="214375.83">2960 6124 1235 0,'0'0'208'0,"0"0"-74"16,0 0 34-16,0 0-95 0,-6 24-18 16,4-11-8-16,-2 3 2 0,0 3-3 0,-2 2 16 15,-3 6 7-15,-1 0 11 0,-3 4-2 0,-1-1 31 0,-1 0 4 16,0 1-11-16,0-2 5 0,1-1-48 15,1-1-34-15,2-2-1 0,2-2-12 0,5-3-13 16,4-4-3-16,3-1 0 0,3-3-1 0,3-1-7 16,3-3 0-16,3 0-6 0,2-5 5 0,3 0-7 0,2-2-12 15,1-1-15-15,2-2-5 0,0-1-108 16,3-3-107-16,2-2-36 0</inkml:trace>
  <inkml:trace contextRef="#ctx1" brushRef="#br0" timeOffset="-214621.59">3538 7340 2821 0,'-11'2'156'0,"-1"1"-61"0,-1 3 77 0,0 1-168 16,-1 3-3-16,1 1-8 0,-7 2-4 0,3 5-3 15,-2 3 0-15,-2 2-4 0,-2 1 14 0,-1 0-1 0,-1 3 4 16,-2-1-5-16,-1 1 7 0,-2 2 1 15,1 1 3-15,0-1 1 0,-2 0 5 0,-1-1-6 16,-2-1 6-16,1 0-7 0,2-2-8 0,2-1 4 0,2 0-7 16,1-3 4-16,0 0-10 0,1-2 2 0,0-1-6 15,0-1-10-15,2-3-28 0,3 0-11 0,3-2-9 16,4-1-78-16,1-4-95 0,1-1-37 16,3-5-33-16,2-3-253 0</inkml:trace>
  <inkml:trace contextRef="#ctx1" brushRef="#br0" timeOffset="-214431.75">2851 7664 2270 0,'-8'11'75'0,"0"4"-48"0,1 3 8 16,-1 4-11-16,2 2 85 0,-1 2 18 0,-1 3-3 0,3 2 3 16,-1 1-34-16,3 0-35 0,3-3-2 15,2-2-15-15,3-2-38 0,5-2-9 0,2-2-4 0,3-3-1 16,3-2-12-16,2-3-22 0,3-2-19 15,1-4-3-15,1-2-87 0,2-6-93 0,2-4-19 16,7-6-54-16,1-4-365 0</inkml:trace>
  <inkml:trace contextRef="#ctx1" brushRef="#br0" timeOffset="-213230.02">7288 6356 2253 0,'-4'-4'226'0,"0"-1"-65"0,4 5 100 15,0 0-242-15,0 0-17 0,0 0-42 0,9-7 21 16,1 9 0-16,3 1 10 0,3 2 3 0,-2-3 1 16,5 6 1-16,2 1 0 0,-1-1 8 0,2 0-5 15,-1 0 3-15,1 0-4 0,-3-2 2 16,-1 2 7-16,-2-1-6 0,-2-2 8 0,-2 2-4 0,-3-2 2 16,0 0 6-16,-4 0-2 0,0-1 17 0,-5-4 3 15,0 0 2-15,0 1 0 16,0-1 6-16,0 1-7 0,1 17-2 0,-1-18-3 15,-12 10-16-15,3-4-7 0,-1 0 0 0,0 1-2 16,-3 1-2-16,-1 0-4 0,-1 0 3 0,-2 0-4 0,-1-1 6 0,0 0-2 16,-2 1 0-16,3-1-2 15,-1-1 6-15,4 0-4 0,1-1 3 0,2 0-3 16,2-1 4-16,1 0-2 0,8-4-4 0,-1 0 1 0,1 0-10 0,-1 0-3 16,1 1 0-16,0-1-2 0,0 1 0 0,0-1 4 15,11 11 3-15,0-11 0 0,0-1 3 16,4 0 5-16,0-1-1 0,4 1 3 0,1-1 0 0,1 1 0 15,1 0 1-15,-2 1-1 0,-1 0-5 16,-1 1 8-16,-1 0-2 0,-4 1 5 0,0 2-6 16,-3-1 4-16,-1 0 2 0,-3 2 2 15,-2 0 5-15,-4-5 4 0,0 0-3 0,4 18 4 0,-6-9-5 16,-2 2-10-16,-4 2 7 0,-2 3-8 16,-2 0-1-16,-3 2-58 0,0 1-26 0,-2 0-20 15,-1 0-168-15,-2 1-197 0</inkml:trace>
  <inkml:trace contextRef="#ctx1" brushRef="#br0" timeOffset="-212948.18">7031 7011 2859 0,'0'0'144'0,"0"0"-101"16,10 2-8-16,3-2-25 15,4 0 12-15,5-1 33 0,3-1-13 0,1 0 15 0,3-2-45 16,5 0-3-16,2-1 2 0,3-1-3 0,-2 0-1 16,-2 0 0-16,2-1-3 0,-1 1 1 15,1 0-5-15,-2 0 9 0,-4 0-6 0,-2 0 7 0,-3-1-10 16,0 2 4-16,-3-1 6 0,0 1-1 16,0 0-5-16,-4 0 4 0,-2 0-5 0,-3 0 5 15,-2 2-7-15,-2 0-20 0,-2 2-21 0,-8 1-8 16,1 0-132-16,-1 0-87 0,0 0-20 0,1 0-33 15,-1 0-182-15</inkml:trace>
  <inkml:trace contextRef="#ctx1" brushRef="#br0" timeOffset="-212715.45">7277 7159 2642 0,'-7'5'254'0,"2"1"-142"0,-3 1-24 0,3 2-27 0,1 1-10 16,0 2 8-16,0 2-5 0,0 2 0 16,0 2-48-16,-1 2 2 0,1 0-5 0,0 2 5 0,0 1-3 15,0 1 2-15,-2 1-1 16,1-1 1-16,0-1-8 0,1-2-4 0,0-1-5 0,2-3-2 16,0-1-44-16,1-1-49 0,2-2-5 0,1-2-16 15,-1-3-44-15,-1-8-21 0,0 0 3 0,0 0-11 16,20 2-32-16,-9-13-76 0</inkml:trace>
  <inkml:trace contextRef="#ctx1" brushRef="#br0" timeOffset="-212422.69">7524 7201 2312 0,'0'0'250'0,"0"1"-133"0,-9 21-15 0,7-10-31 16,-1 3-7-16,0 3 12 0,1 1-2 0,-1 2 0 0,1 1-44 15,1 0-18-15,0 0-1 0,2-3-5 16,1 0-4-16,2-4-2 0,1-2-3 0,0-3-1 16,2-2 3-16,-1-3-2 0,0-2 11 0,2-3-5 15,-1-1 33-15,1-3 29 0,0-2-2 0,1-2 12 16,0-2 1-16,-1-2-18 0,0-1 1 0,-1-2-6 16,1 0-3-16,0-2-17 0,0 0 2 0,-1-1-9 0,-1-1-14 15,-2 3 0-15,0-1-7 16,-4 0 6-16,0 1-5 0,-2 0 5 0,-2 1-1 15,-1 3 1-15,-1 0-6 0,-1 2-21 0,0 2-4 0,-1 1-8 16,0 2-26-16,-2 1-46 0,0 2-15 0,-3 3-19 16,-2 1-143-16,-2 4-311 0</inkml:trace>
  <inkml:trace contextRef="#ctx1" brushRef="#br0" timeOffset="-209152.7">4380 5133 1288 0,'-4'-3'85'0,"4"3"-4"15,-1 0 31-15,0 0-44 0,1 0-24 0,0 0-31 0,-1 0-9 16,1-1-4-16,0 1 4 0,0-1 2 0,0 1 8 16,5-17-1-16,-5 17 3 0,1 0 2 15,19-5 9-15,-12 3-1 0,1 1 3 0,0 0 2 0,1 2-3 16,1-2 4-16,-1 2-4 0,2 0 0 16,1 1 0-16,0 1-2 0,2 1 2 0,2 2 1 15,1-3-3-15,3 0-3 0,1 0 0 0,2 0-5 0,-1 2-4 16,1-3 4-16,0 1-5 15,1 0 0-15,0-2 0 0,2 1 0 0,2-1 1 0,1-1 1 16,3 2-7-16,-2-1 4 0,-1 0-5 16,1 1-1-16,3-1 4 0,0 0-9 0,2 1 7 0,1-1-5 15,-2 2-1-15,-2 1 3 0,1-1-4 0,1 2-2 0,0-2 1 16,1-1 0-16,-3 0 2 0,-2 1 0 0,1-1 1 16,-2 1 0-16,2-3-1 15,-1 1-1-15,-2 0 3 0,-1-1 0 0,-3 1 1 0,0-1 2 0,-3 0-7 16,0 0 2-16,1 0-2 0,-1 0 12 0,-1 0-9 15,-2-1 0-15,-1 1-2 16,-3 0 4-16,-1 1-10 0,-1 0 1 0,-3 0-13 16,-1 0-62-16,-1 1-78 0,-2-1-34 0,0 0-22 15,-6-1-225-15</inkml:trace>
  <inkml:trace contextRef="#ctx1" brushRef="#br0" timeOffset="-208723.77">4642 6212 2168 0,'0'0'59'0,"0"0"7"0,0 0-114 0,12-2 19 16,2 2-2-16,3-1 12 0,3 0 19 0,2 1 1 15,2 0-1-15,4 2 1 0,1 0-9 0,0-1 11 16,1 1-3-16,-2-1 5 15,-1 1-11-15,0 1 9 0,2-1 4 0,4 2 3 16,-1 0 19-16,2-3-2 0,-2 1 0 0,-3 0-1 0,2-1-6 0,1 1-8 16,1-1 2-16,2 0-3 0,-1 0-3 0,-4-1-6 15,0 1 2-15,-3 0-3 16,1-1 1-16,-2 1 4 0,2 1-5 0,-2-1 4 0,-1 1-7 16,-2 1 4-16,-1 0-2 0,-2 1 0 0,0-2-34 0,0 1-110 15,0 0-20-15,0 2-46 16,0 0-236-16</inkml:trace>
  <inkml:trace contextRef="#ctx1" brushRef="#br0" timeOffset="-208320.48">4604 7822 2757 0,'0'0'98'0,"0"0"-80"16,0 0-19-16,0 0-28 0,17 7-32 0,-7-6 77 15,9-1-4-15,5 0 18 0,1 1-30 0,3-1 3 0,3 0-3 16,3-1 3-16,4-1 2 0,2-1-4 16,-1 0 6-16,3 0-7 0,1-1-1 0,1 1 1 15,2-1-1-15,-1 1 2 0,-1-1 1 0,1 0 7 0,1 1-1 0,-2 1 3 16,-1-1 7-16,-1 1-4 0,-1 1 3 16,1-1-4-16,0 2 5 0,-2 0-16 0,-3 0 3 0,2 2-6 15,-1-1 3-15,2 0-1 0,-1 0-3 0,-2 1-12 16,0-2-137-16,2 0-240 0,1 0-122 15</inkml:trace>
  <inkml:trace contextRef="#ctx1" brushRef="#br0" timeOffset="-198434.62">4257 3229 1882 0,'-8'-6'77'0,"1"1"-33"0,0 1-3 0,7 4-14 15,-1 0-26-15,1 0-3 0,-1-1 1 0,-15-7-5 16,16 8-4-16,-1-1 7 0,-15-12-1 0,16 13 4 0,-1 0 0 16,-18-7 8-16,19 7 2 0,-17-5 3 0,7 2 18 15,-1 0 15-15,0 1-1 0,-2-1 6 16,2 1 6-16,-1-1-2 0,-1 0 3 0,1 0-3 15,0 1-3-15,0-1-2 0,1 0-5 0,0 1 1 16,0 0-20-16,1 0-7 0,0 2-1 0,0 0-2 16,0 0-3-16,1 1-4 0,0 0-1 15,0 1 0-15,1 2-3 0,0-2-8 0,-1 1 4 16,1 0-4-16,0 1 2 0,1 1 5 0,-3 0-4 16,1 2 5-16,0 0-5 0,0 2-4 0,1 1 5 0,0 1-4 15,1 0 8-15,-1 1-3 16,1 0-3-16,0 1 1 0,1 0 0 0,-1 1-3 0,1 0 2 15,0 0-3-15,-1 0 8 0,2 0-4 0,0 0 2 0,1 3-3 16,-2 2 3-16,1 0 0 0,0 2 1 16,-1 0-2-16,1 1 4 0,0 2-1 15,0 2 2-15,1-1-3 0,-1 0-6 0,0 2 4 16,1 2-1-16,-1 2 3 0,0 3-5 0,1 0 1 16,-2-1-2-16,2 1 3 0,0 1 0 0,-1 2 5 0,0 0-5 0,1 1 3 15,0-1-2-15,2 1-1 16,-1 1 5-16,2 0-5 0,0 1-2 0,0-2 0 15,1 0 1-15,0 1 1 0,0 1 3 0,0 2-2 16,0 0 0-16,0-1-1 0,-2 1 0 0,1 2-1 0,1 1 1 16,-1 1 0-16,0 1 1 0,-1 1 2 0,0 1-1 15,0 2 1-15,0-2-4 0,-1 2 1 16,0-1 0-16,2 2 0 0,-1-1 3 0,0 1 0 16,2-1 2-16,-1 0-2 0,1 1-3 0,0-1 2 0,-1 1-2 0,2 0 1 15,-1 2-1-15,1 1 3 16,-1 0-2-16,2 0 2 0,0 1-6 0,-1 0 6 0,1 0-5 0,0-1 3 15,0 0-1-15,0 2-2 0,-1 0 8 0,2-1-6 16,1 0 4-16,1 2-4 0,1-1 0 0,-1-1 0 16,2 0 3-16,-1-2 0 0,3 0-2 0,2-1 0 15,-1-1 2-15,2 1-3 0,-2-2 5 16,2-2-4-16,-1 1 3 0,1-2-2 16,0 1-2-16,1-1 0 0,1 0 4 0,-1 0-1 15,-1-1 4-15,2-1-2 0,0 0 1 0,0 0-6 16,2-2 0-16,0 1 0 0,2-2 9 0,1 1-5 0,0-3 2 15,1-1-4-15,-1-2 2 0,2-1 2 16,0-1-1-16,0-1 1 0,2-1-2 0,2 0-1 16,1-4 4-16,2-1-2 0,0 1 5 0,0-3-3 0,-1 1 1 15,0 0-1-15,2-2 5 0,2 1-2 0,1-2 0 0,1 0-1 16,1 0-3-16,-3 0 3 0,1-1-2 0,1 0 2 16,1-1-1-16,1-1 1 15,2 0 2-15,-2-2-2 0,0-1 2 0,1-2 6 16,1-2-5-16,2-2 5 0,1-1-1 0,-1 0 0 0,-1-1 5 15,2-1-3-15,2-1-6 0,1 0-2 16,2-1-9-16,-1-1 5 0,0 1-5 0,2 0 6 16,1 0-2-16,-1-1 2 0,1 0-4 0,1 1 2 15,2-1 3-15,1 0-3 0,-1-1-3 0,2 2 8 0,0-3-2 16,3 1 4-16,0 0-5 0,1-1 7 16,1-1 0-16,1-3 2 0,1 2 0 0,1-3 3 15,0 1-1-15,0-2 2 0,4 0-7 0,-2 0 6 0,0-2-5 16,3-1 6-16,0 0-6 0,0-1-10 0,2-2 1 15,3-1-4-15,-1-1-2 0,0 0 0 0,5-3 2 16,-3 0 0-16,0 0 3 0,4-1-1 0,-1-2-1 16,-1 0 1-16,4 0 1 0,-2-2-4 15,0 0 7-15,4-3-4 0,-2-1 8 0,1-2-9 16,2-1-1-16,-3-1-1 0,0-1 3 0,3 0-2 16,-3-1 0-16,4 0-1 0,-2 0 0 0,-2-2 2 15,2 0-2-15,-3 0 1 0,-2 0 4 0,3-1-3 16,-2 2 3-16,-3-1-4 0,2-2 4 0,-2 1-4 15,-3-2 5-15,3 1-4 0,-3-1 6 0,0 0-3 16,3-2-4-16,-5-1 1 0,1-2-2 0,0-2 0 16,-2 1 6-16,-2 0-3 0,-2 0 3 0,3-1-6 15,-4-1 3-15,0 0-3 0,-2 1 6 0,-1-2-3 16,-2 0-3-16,-2 0 0 0,-2-1-1 0,-1 1 4 0,-2 1 3 16,-1-1 0-16,-4-1-4 0,-1 1 3 15,-2-3-2-15,-1 1 3 0,0-1-1 0,-1-2-5 0,-2 0 5 16,-1-1-5-16,0-1 1 0,-1-2 3 15,0 0-4-15,-3-3 4 0,-2 0-2 0,-4 2 1 16,0 1-2-16,-3 2 3 0,-1 1 3 0,-2 1-7 16,-2 1 4-16,-2 0-4 0,-2 0 6 0,-3 0 2 15,-3 1-2-15,0-1 1 0,-3-2-1 0,0 0-6 16,-2 0 4-16,-1 0-4 0,-1 0 8 0,0 0-1 0,-2 0 1 16,-2 1-3-16,0 0-5 0,-1 0 5 15,-2 2 0-15,1 1 2 0,-3 1 3 0,-2 0 0 16,0 1 0-16,-3 0 0 0,-2 0-3 0,-1 3 4 15,1 0-8-15,-5 2 7 0,2 1-7 0,-3-1 2 16,-2 2 5-16,-2 2-4 0,0 0-5 0,-4-1 3 16,-1 1-5-16,-1 1 2 0,-1 0-5 0,-1 0 0 15,-2 1 4-15,-1 0-3 0,-3 0 1 0,2 0-2 16,-2 0 4-16,1 1-3 0,-1 0 9 0,-2 0-6 16,1 2-1-16,-1-1-2 0,0 0 5 0,1-1-2 15,0 0 4-15,-2 2-3 0,2-1 5 0,-2 2-6 16,1 0 0-16,1 1-3 0,-2-1 3 0,0 2 0 15,0 0-1-15,-1 0 0 0,1 2-4 0,-4 0 0 16,1 0 3-16,-1 2-2 0,1 2-1 0,0-1 3 16,-1 2-4-16,0 0 3 0,-2-1-5 0,4 0 8 15,-1 0-4-15,0 1 4 0,-1 0-3 0,1 0 2 16,0-1 1-16,1 0 1 0,0 1-1 0,-1 2 0 0,0 1-2 16,1-1 1-16,0 1-3 0,-1-1 3 15,-1 0 1-15,0 1 0 0,1-1 0 0,-1 3-1 16,1-1 0-16,0 1 1 0,-1 0 0 15,2-1 0-15,-1 1-2 0,-1 1 1 0,2 0 0 0,0 1-1 16,1-1 2-16,-2 2-2 0,0-2-1 0,1 0 2 0,0 0 1 16,1-1 0-16,0 2 0 0,1-1 0 15,-1 0 0-15,1 0 0 0,2 1-1 0,-2-2 3 16,1 2-6-16,0-1 5 0,1 1 0 0,0-1-1 16,1 0 1-16,-1-1-2 0,2 1 1 0,-2 2-3 15,2-2 2-15,1 3-2 0,-1 0 6 0,1 0-4 16,-1 0 4-16,1 0-3 0,0 0 7 0,0 1-7 15,2 0-2-15,-2 0-2 0,1 0 4 0,0 0 0 16,0-1 3-16,1 1-2 0,0 1-1 0,0-2 1 16,-1 2-1-16,1 0 1 0,2-1-1 0,-1 1-1 15,1-1-2-15,-1 1 1 0,-1 1-1 0,0 0 4 0,0-1 2 16,1 1 0-16,0 1-1 0,0 0-2 16,-1 2 0-16,-1 0 0 0,1-1 0 0,0 1-3 15,0 0 1-15,1 1-1 0,0 1 3 0,-1 0-2 16,-1 0 2-16,1-2 0 0,0 1 1 0,-1-1 1 15,0 1-5-15,0 2 3 0,0-2-1 16,0 2 1-16,0-1 2 0,0 0-2 0,-1-1 0 16,-3 0-2-16,3 3 3 0,-1-1-1 0,0 1 0 0,2 1-2 15,-4-2 1-15,1 3 0 0,1 0 4 0,0 2-7 16,0 0 1-16,0 0-3 0,-3 0 11 0,0 0-9 16,2 0 4-16,-1-1-6 0,1 1 9 0,0-1-3 15,-2-1 1-15,3 1-1 0,0-1 3 0,1-1-3 16,1 1 1-16,-1-1-2 0,-1-1 3 0,1 1 6 15,1-1 0-15,0 1 2 0,1 0-7 0,-1 1-1 16,-3 1 1-16,2 1 1 0,1 0-1 0,-1 1-1 16,2 1-5-16,-2 0 3 0,-1 0-3 0,0 0 0 15,3 0 4-15,-1-1-1 0,1 2 6 0,0-2-5 16,0 1 2-16,1 0-3 0,2-1 0 0,3 1 3 16,0-1-1-16,3 0 3 0,1 0-5 0,0 1 0 15,1-1-3-15,1 0 2 0,3 0-6 0,1 1-9 16,3 0-10-16,1 0-6 0,0 1-100 0,1 0-122 15,1 0-23-15,1 2-47 0,1-1-238 0</inkml:trace>
  <inkml:trace contextRef="#ctx1" brushRef="#br0" timeOffset="-183016.45">7245 2713 178 0,'0'0'161'16,"0"0"165"-16,0 0 1 0,-1 0-44 15,1 0-70-15,-1-1-110 0,0 1 31 0,1-1-42 0,0 1-5 0,-22-8 6 16,22 8-4-16,0 0 1 15,0 0-26-15,-1 0-14 0,1 0 1 0,-17 6-7 0,17-6-9 0,0 0-22 16,0 0-3-16,0 0-5 16,-1 0-2-16,1 0 17 0,-1 0 0 0,1 1 8 15,0-1 20-15,-1 1-1 0,1-1 5 0,0 0-6 16,0 1-12-16,0-1-8 0,0 1-1 0,1-1-2 16,-1 1-1-16,20 12-2 0,-20-13-2 0,1 0 1 15,16 2-4-15,-17-2-3 0,1 0-3 0,17 3 0 0,-18-3-2 16,0 0 12-16,18 2-5 0,-18-2 7 0,0 0-5 15,22 0 2-15,-22 0 4 16,1 0-3-16,20-5-1 0,-20 5-7 0,-1 0 2 0,23-2-4 16,-23 2 1-16,1 0-4 0,20-3-2 0,-20 3 0 15,0 0-2-15,19-1 7 0,-20 1-4 0,1 0 4 16,21 2 2-16,-22-2-2 0,16 0 6 0,-15 0-5 16,-1 0 5-16,23 0-1 0,-23 0-5 0,0 0 2 15,22 1-4-15,-22-1 1 0,1 0 0 0,20 0 0 16,-21 0-6-16,0 0 4 0,19 0 1 0,-19 0-1 15,1 0-6-15,15 2 2 0,-16-2-1 0,1 0 3 16,15-1-6-16,-16 1 8 0,1 0-6 0,15-2 7 0,-16 2-7 16,1 0 1-16,15-3 0 0,-16 3 1 15,0 0 0-15,17 1 1 0,-17-1 0 0,1 0 0 0,-1 0 5 16,18 4 3-16,-18-4-4 0,0 0 2 16,0 0-10-16,1 0 7 0,17 5-1 0,-18-5 4 0,0 0-7 15,1 0 7-15,-1 0-2 0,1 0 3 16,16 4-3-16,-17-4-4 0,0 0 2 0,0 0-3 15,0 0 3-15,0 0 4 0,1 0-2 0,-1 0 3 16,0 0-6-16,1 0-1 0,-1 0 0 0,1 0 0 16,0 0 1-16,-1 0-20 0,0 0-11 0,0 0-9 15,0 0-73-15,0 0-71 0,0 0-17 0,1 0-28 16,0 0-140-16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21981" y="62407"/>
            <a:ext cx="2364104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7837" y="62407"/>
            <a:ext cx="355442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592899"/>
            <a:ext cx="4210685" cy="1052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14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1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1.png"/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9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42.png"/><Relationship Id="rId84" Type="http://schemas.openxmlformats.org/officeDocument/2006/relationships/image" Target="../media/image50.png"/><Relationship Id="rId89" Type="http://schemas.openxmlformats.org/officeDocument/2006/relationships/customXml" Target="../ink/ink44.xml"/><Relationship Id="rId112" Type="http://schemas.openxmlformats.org/officeDocument/2006/relationships/image" Target="../media/image64.png"/><Relationship Id="rId16" Type="http://schemas.openxmlformats.org/officeDocument/2006/relationships/image" Target="../media/image16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24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37.png"/><Relationship Id="rId74" Type="http://schemas.openxmlformats.org/officeDocument/2006/relationships/image" Target="../media/image45.png"/><Relationship Id="rId79" Type="http://schemas.openxmlformats.org/officeDocument/2006/relationships/customXml" Target="../ink/ink39.xml"/><Relationship Id="rId102" Type="http://schemas.openxmlformats.org/officeDocument/2006/relationships/image" Target="../media/image59.png"/><Relationship Id="rId123" Type="http://schemas.openxmlformats.org/officeDocument/2006/relationships/customXml" Target="../ink/ink61.xml"/><Relationship Id="rId128" Type="http://schemas.openxmlformats.org/officeDocument/2006/relationships/image" Target="../media/image72.png"/><Relationship Id="rId5" Type="http://schemas.openxmlformats.org/officeDocument/2006/relationships/customXml" Target="../ink/ink2.xml"/><Relationship Id="rId90" Type="http://schemas.openxmlformats.org/officeDocument/2006/relationships/image" Target="../media/image53.png"/><Relationship Id="rId95" Type="http://schemas.openxmlformats.org/officeDocument/2006/relationships/customXml" Target="../ink/ink47.xml"/><Relationship Id="rId22" Type="http://schemas.openxmlformats.org/officeDocument/2006/relationships/image" Target="../media/image19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32.png"/><Relationship Id="rId64" Type="http://schemas.openxmlformats.org/officeDocument/2006/relationships/image" Target="../media/image40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67.png"/><Relationship Id="rId80" Type="http://schemas.openxmlformats.org/officeDocument/2006/relationships/image" Target="../media/image48.png"/><Relationship Id="rId85" Type="http://schemas.openxmlformats.org/officeDocument/2006/relationships/customXml" Target="../ink/ink42.xml"/><Relationship Id="rId12" Type="http://schemas.openxmlformats.org/officeDocument/2006/relationships/image" Target="../media/image14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7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62.png"/><Relationship Id="rId124" Type="http://schemas.openxmlformats.org/officeDocument/2006/relationships/image" Target="../media/image70.png"/><Relationship Id="rId54" Type="http://schemas.openxmlformats.org/officeDocument/2006/relationships/image" Target="../media/image35.png"/><Relationship Id="rId70" Type="http://schemas.openxmlformats.org/officeDocument/2006/relationships/image" Target="../media/image43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23" Type="http://schemas.openxmlformats.org/officeDocument/2006/relationships/customXml" Target="../ink/ink11.xml"/><Relationship Id="rId28" Type="http://schemas.openxmlformats.org/officeDocument/2006/relationships/image" Target="../media/image22.png"/><Relationship Id="rId49" Type="http://schemas.openxmlformats.org/officeDocument/2006/relationships/customXml" Target="../ink/ink24.xml"/><Relationship Id="rId114" Type="http://schemas.openxmlformats.org/officeDocument/2006/relationships/image" Target="../media/image65.png"/><Relationship Id="rId119" Type="http://schemas.openxmlformats.org/officeDocument/2006/relationships/customXml" Target="../ink/ink59.xml"/><Relationship Id="rId44" Type="http://schemas.openxmlformats.org/officeDocument/2006/relationships/image" Target="../media/image30.png"/><Relationship Id="rId60" Type="http://schemas.openxmlformats.org/officeDocument/2006/relationships/image" Target="../media/image38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51.png"/><Relationship Id="rId13" Type="http://schemas.openxmlformats.org/officeDocument/2006/relationships/customXml" Target="../ink/ink6.xml"/><Relationship Id="rId18" Type="http://schemas.openxmlformats.org/officeDocument/2006/relationships/image" Target="../media/image17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25.png"/><Relationship Id="rId50" Type="http://schemas.openxmlformats.org/officeDocument/2006/relationships/image" Target="../media/image33.png"/><Relationship Id="rId55" Type="http://schemas.openxmlformats.org/officeDocument/2006/relationships/customXml" Target="../ink/ink27.xml"/><Relationship Id="rId76" Type="http://schemas.openxmlformats.org/officeDocument/2006/relationships/image" Target="../media/image46.png"/><Relationship Id="rId97" Type="http://schemas.openxmlformats.org/officeDocument/2006/relationships/customXml" Target="../ink/ink48.xml"/><Relationship Id="rId104" Type="http://schemas.openxmlformats.org/officeDocument/2006/relationships/image" Target="../media/image60.png"/><Relationship Id="rId120" Type="http://schemas.openxmlformats.org/officeDocument/2006/relationships/image" Target="../media/image68.png"/><Relationship Id="rId125" Type="http://schemas.openxmlformats.org/officeDocument/2006/relationships/customXml" Target="../ink/ink62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54.png"/><Relationship Id="rId2" Type="http://schemas.openxmlformats.org/officeDocument/2006/relationships/slide" Target="slide1.xml"/><Relationship Id="rId29" Type="http://schemas.openxmlformats.org/officeDocument/2006/relationships/customXml" Target="../ink/ink14.xml"/><Relationship Id="rId24" Type="http://schemas.openxmlformats.org/officeDocument/2006/relationships/image" Target="../media/image20.png"/><Relationship Id="rId40" Type="http://schemas.openxmlformats.org/officeDocument/2006/relationships/image" Target="../media/image28.png"/><Relationship Id="rId45" Type="http://schemas.openxmlformats.org/officeDocument/2006/relationships/customXml" Target="../ink/ink22.xml"/><Relationship Id="rId66" Type="http://schemas.openxmlformats.org/officeDocument/2006/relationships/image" Target="../media/image41.png"/><Relationship Id="rId87" Type="http://schemas.openxmlformats.org/officeDocument/2006/relationships/customXml" Target="../ink/ink43.xml"/><Relationship Id="rId110" Type="http://schemas.openxmlformats.org/officeDocument/2006/relationships/image" Target="../media/image63.png"/><Relationship Id="rId115" Type="http://schemas.openxmlformats.org/officeDocument/2006/relationships/customXml" Target="../ink/ink57.xml"/><Relationship Id="rId61" Type="http://schemas.openxmlformats.org/officeDocument/2006/relationships/customXml" Target="../ink/ink30.xml"/><Relationship Id="rId82" Type="http://schemas.openxmlformats.org/officeDocument/2006/relationships/image" Target="../media/image49.png"/><Relationship Id="rId19" Type="http://schemas.openxmlformats.org/officeDocument/2006/relationships/customXml" Target="../ink/ink9.xml"/><Relationship Id="rId14" Type="http://schemas.openxmlformats.org/officeDocument/2006/relationships/image" Target="../media/image15.png"/><Relationship Id="rId30" Type="http://schemas.openxmlformats.org/officeDocument/2006/relationships/image" Target="../media/image23.png"/><Relationship Id="rId35" Type="http://schemas.openxmlformats.org/officeDocument/2006/relationships/customXml" Target="../ink/ink17.xml"/><Relationship Id="rId56" Type="http://schemas.openxmlformats.org/officeDocument/2006/relationships/image" Target="../media/image36.png"/><Relationship Id="rId77" Type="http://schemas.openxmlformats.org/officeDocument/2006/relationships/customXml" Target="../ink/ink38.xml"/><Relationship Id="rId100" Type="http://schemas.openxmlformats.org/officeDocument/2006/relationships/image" Target="../media/image58.png"/><Relationship Id="rId105" Type="http://schemas.openxmlformats.org/officeDocument/2006/relationships/customXml" Target="../ink/ink52.xml"/><Relationship Id="rId126" Type="http://schemas.openxmlformats.org/officeDocument/2006/relationships/image" Target="../media/image71.png"/><Relationship Id="rId8" Type="http://schemas.openxmlformats.org/officeDocument/2006/relationships/image" Target="../media/image12.png"/><Relationship Id="rId51" Type="http://schemas.openxmlformats.org/officeDocument/2006/relationships/customXml" Target="../ink/ink25.xml"/><Relationship Id="rId72" Type="http://schemas.openxmlformats.org/officeDocument/2006/relationships/image" Target="../media/image44.png"/><Relationship Id="rId93" Type="http://schemas.openxmlformats.org/officeDocument/2006/relationships/customXml" Target="../ink/ink46.xml"/><Relationship Id="rId98" Type="http://schemas.openxmlformats.org/officeDocument/2006/relationships/image" Target="../media/image57.png"/><Relationship Id="rId121" Type="http://schemas.openxmlformats.org/officeDocument/2006/relationships/customXml" Target="../ink/ink60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31.png"/><Relationship Id="rId67" Type="http://schemas.openxmlformats.org/officeDocument/2006/relationships/customXml" Target="../ink/ink33.xml"/><Relationship Id="rId116" Type="http://schemas.openxmlformats.org/officeDocument/2006/relationships/image" Target="../media/image66.png"/><Relationship Id="rId20" Type="http://schemas.openxmlformats.org/officeDocument/2006/relationships/image" Target="../media/image18.png"/><Relationship Id="rId41" Type="http://schemas.openxmlformats.org/officeDocument/2006/relationships/customXml" Target="../ink/ink20.xml"/><Relationship Id="rId62" Type="http://schemas.openxmlformats.org/officeDocument/2006/relationships/image" Target="../media/image39.png"/><Relationship Id="rId83" Type="http://schemas.openxmlformats.org/officeDocument/2006/relationships/customXml" Target="../ink/ink41.xml"/><Relationship Id="rId88" Type="http://schemas.openxmlformats.org/officeDocument/2006/relationships/image" Target="../media/image52.png"/><Relationship Id="rId111" Type="http://schemas.openxmlformats.org/officeDocument/2006/relationships/customXml" Target="../ink/ink55.xml"/><Relationship Id="rId15" Type="http://schemas.openxmlformats.org/officeDocument/2006/relationships/customXml" Target="../ink/ink7.xml"/><Relationship Id="rId36" Type="http://schemas.openxmlformats.org/officeDocument/2006/relationships/image" Target="../media/image26.png"/><Relationship Id="rId57" Type="http://schemas.openxmlformats.org/officeDocument/2006/relationships/customXml" Target="../ink/ink28.xml"/><Relationship Id="rId106" Type="http://schemas.openxmlformats.org/officeDocument/2006/relationships/image" Target="../media/image61.png"/><Relationship Id="rId127" Type="http://schemas.openxmlformats.org/officeDocument/2006/relationships/customXml" Target="../ink/ink63.xml"/><Relationship Id="rId10" Type="http://schemas.openxmlformats.org/officeDocument/2006/relationships/image" Target="../media/image13.png"/><Relationship Id="rId31" Type="http://schemas.openxmlformats.org/officeDocument/2006/relationships/customXml" Target="../ink/ink15.xml"/><Relationship Id="rId52" Type="http://schemas.openxmlformats.org/officeDocument/2006/relationships/image" Target="../media/image34.png"/><Relationship Id="rId73" Type="http://schemas.openxmlformats.org/officeDocument/2006/relationships/customXml" Target="../ink/ink36.xml"/><Relationship Id="rId78" Type="http://schemas.openxmlformats.org/officeDocument/2006/relationships/image" Target="../media/image47.png"/><Relationship Id="rId94" Type="http://schemas.openxmlformats.org/officeDocument/2006/relationships/image" Target="../media/image55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9.png"/><Relationship Id="rId4" Type="http://schemas.openxmlformats.org/officeDocument/2006/relationships/image" Target="../media/image10.png"/><Relationship Id="rId9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customXml" Target="../ink/ink66.xml"/><Relationship Id="rId4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7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customXml" Target="../ink/ink69.xml"/><Relationship Id="rId4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7.xml"/><Relationship Id="rId21" Type="http://schemas.openxmlformats.org/officeDocument/2006/relationships/customXml" Target="../ink/ink79.xml"/><Relationship Id="rId42" Type="http://schemas.openxmlformats.org/officeDocument/2006/relationships/image" Target="../media/image98.png"/><Relationship Id="rId63" Type="http://schemas.openxmlformats.org/officeDocument/2006/relationships/customXml" Target="../ink/ink100.xml"/><Relationship Id="rId84" Type="http://schemas.openxmlformats.org/officeDocument/2006/relationships/image" Target="../media/image119.png"/><Relationship Id="rId16" Type="http://schemas.openxmlformats.org/officeDocument/2006/relationships/image" Target="../media/image85.png"/><Relationship Id="rId107" Type="http://schemas.openxmlformats.org/officeDocument/2006/relationships/customXml" Target="../ink/ink122.xml"/><Relationship Id="rId11" Type="http://schemas.openxmlformats.org/officeDocument/2006/relationships/customXml" Target="../ink/ink74.xml"/><Relationship Id="rId32" Type="http://schemas.openxmlformats.org/officeDocument/2006/relationships/image" Target="../media/image93.png"/><Relationship Id="rId37" Type="http://schemas.openxmlformats.org/officeDocument/2006/relationships/customXml" Target="../ink/ink87.xml"/><Relationship Id="rId53" Type="http://schemas.openxmlformats.org/officeDocument/2006/relationships/customXml" Target="../ink/ink95.xml"/><Relationship Id="rId58" Type="http://schemas.openxmlformats.org/officeDocument/2006/relationships/image" Target="../media/image106.png"/><Relationship Id="rId74" Type="http://schemas.openxmlformats.org/officeDocument/2006/relationships/image" Target="../media/image114.png"/><Relationship Id="rId79" Type="http://schemas.openxmlformats.org/officeDocument/2006/relationships/customXml" Target="../ink/ink108.xml"/><Relationship Id="rId102" Type="http://schemas.openxmlformats.org/officeDocument/2006/relationships/image" Target="../media/image128.png"/><Relationship Id="rId123" Type="http://schemas.openxmlformats.org/officeDocument/2006/relationships/customXml" Target="../ink/ink130.xml"/><Relationship Id="rId128" Type="http://schemas.openxmlformats.org/officeDocument/2006/relationships/image" Target="../media/image140.png"/><Relationship Id="rId5" Type="http://schemas.openxmlformats.org/officeDocument/2006/relationships/customXml" Target="../ink/ink71.xml"/><Relationship Id="rId90" Type="http://schemas.openxmlformats.org/officeDocument/2006/relationships/image" Target="../media/image122.png"/><Relationship Id="rId95" Type="http://schemas.openxmlformats.org/officeDocument/2006/relationships/customXml" Target="../ink/ink116.xml"/><Relationship Id="rId22" Type="http://schemas.openxmlformats.org/officeDocument/2006/relationships/image" Target="../media/image88.png"/><Relationship Id="rId27" Type="http://schemas.openxmlformats.org/officeDocument/2006/relationships/customXml" Target="../ink/ink82.xml"/><Relationship Id="rId43" Type="http://schemas.openxmlformats.org/officeDocument/2006/relationships/customXml" Target="../ink/ink90.xml"/><Relationship Id="rId48" Type="http://schemas.openxmlformats.org/officeDocument/2006/relationships/image" Target="../media/image101.png"/><Relationship Id="rId64" Type="http://schemas.openxmlformats.org/officeDocument/2006/relationships/image" Target="../media/image109.png"/><Relationship Id="rId69" Type="http://schemas.openxmlformats.org/officeDocument/2006/relationships/customXml" Target="../ink/ink103.xml"/><Relationship Id="rId113" Type="http://schemas.openxmlformats.org/officeDocument/2006/relationships/customXml" Target="../ink/ink125.xml"/><Relationship Id="rId118" Type="http://schemas.openxmlformats.org/officeDocument/2006/relationships/image" Target="../media/image135.png"/><Relationship Id="rId134" Type="http://schemas.openxmlformats.org/officeDocument/2006/relationships/image" Target="../media/image143.png"/><Relationship Id="rId80" Type="http://schemas.openxmlformats.org/officeDocument/2006/relationships/image" Target="../media/image117.png"/><Relationship Id="rId85" Type="http://schemas.openxmlformats.org/officeDocument/2006/relationships/customXml" Target="../ink/ink111.xml"/><Relationship Id="rId12" Type="http://schemas.openxmlformats.org/officeDocument/2006/relationships/image" Target="../media/image83.png"/><Relationship Id="rId17" Type="http://schemas.openxmlformats.org/officeDocument/2006/relationships/customXml" Target="../ink/ink77.xml"/><Relationship Id="rId33" Type="http://schemas.openxmlformats.org/officeDocument/2006/relationships/customXml" Target="../ink/ink85.xml"/><Relationship Id="rId38" Type="http://schemas.openxmlformats.org/officeDocument/2006/relationships/image" Target="../media/image96.png"/><Relationship Id="rId59" Type="http://schemas.openxmlformats.org/officeDocument/2006/relationships/customXml" Target="../ink/ink98.xml"/><Relationship Id="rId103" Type="http://schemas.openxmlformats.org/officeDocument/2006/relationships/customXml" Target="../ink/ink120.xml"/><Relationship Id="rId108" Type="http://schemas.openxmlformats.org/officeDocument/2006/relationships/image" Target="../media/image131.png"/><Relationship Id="rId124" Type="http://schemas.openxmlformats.org/officeDocument/2006/relationships/image" Target="../media/image138.png"/><Relationship Id="rId129" Type="http://schemas.openxmlformats.org/officeDocument/2006/relationships/customXml" Target="../ink/ink133.xml"/><Relationship Id="rId54" Type="http://schemas.openxmlformats.org/officeDocument/2006/relationships/image" Target="../media/image104.png"/><Relationship Id="rId70" Type="http://schemas.openxmlformats.org/officeDocument/2006/relationships/image" Target="../media/image112.png"/><Relationship Id="rId75" Type="http://schemas.openxmlformats.org/officeDocument/2006/relationships/customXml" Target="../ink/ink106.xml"/><Relationship Id="rId91" Type="http://schemas.openxmlformats.org/officeDocument/2006/relationships/customXml" Target="../ink/ink114.xml"/><Relationship Id="rId96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23" Type="http://schemas.openxmlformats.org/officeDocument/2006/relationships/customXml" Target="../ink/ink80.xml"/><Relationship Id="rId28" Type="http://schemas.openxmlformats.org/officeDocument/2006/relationships/image" Target="../media/image91.png"/><Relationship Id="rId49" Type="http://schemas.openxmlformats.org/officeDocument/2006/relationships/customXml" Target="../ink/ink93.xml"/><Relationship Id="rId114" Type="http://schemas.openxmlformats.org/officeDocument/2006/relationships/image" Target="../media/image133.png"/><Relationship Id="rId119" Type="http://schemas.openxmlformats.org/officeDocument/2006/relationships/customXml" Target="../ink/ink128.xml"/><Relationship Id="rId44" Type="http://schemas.openxmlformats.org/officeDocument/2006/relationships/image" Target="../media/image99.png"/><Relationship Id="rId60" Type="http://schemas.openxmlformats.org/officeDocument/2006/relationships/image" Target="../media/image107.png"/><Relationship Id="rId65" Type="http://schemas.openxmlformats.org/officeDocument/2006/relationships/customXml" Target="../ink/ink101.xml"/><Relationship Id="rId81" Type="http://schemas.openxmlformats.org/officeDocument/2006/relationships/customXml" Target="../ink/ink109.xml"/><Relationship Id="rId86" Type="http://schemas.openxmlformats.org/officeDocument/2006/relationships/image" Target="../media/image120.png"/><Relationship Id="rId130" Type="http://schemas.openxmlformats.org/officeDocument/2006/relationships/image" Target="../media/image141.png"/><Relationship Id="rId13" Type="http://schemas.openxmlformats.org/officeDocument/2006/relationships/customXml" Target="../ink/ink75.xml"/><Relationship Id="rId18" Type="http://schemas.openxmlformats.org/officeDocument/2006/relationships/image" Target="../media/image86.png"/><Relationship Id="rId39" Type="http://schemas.openxmlformats.org/officeDocument/2006/relationships/customXml" Target="../ink/ink88.xml"/><Relationship Id="rId109" Type="http://schemas.openxmlformats.org/officeDocument/2006/relationships/customXml" Target="../ink/ink123.xml"/><Relationship Id="rId34" Type="http://schemas.openxmlformats.org/officeDocument/2006/relationships/image" Target="../media/image94.png"/><Relationship Id="rId50" Type="http://schemas.openxmlformats.org/officeDocument/2006/relationships/image" Target="../media/image102.png"/><Relationship Id="rId55" Type="http://schemas.openxmlformats.org/officeDocument/2006/relationships/customXml" Target="../ink/ink96.xml"/><Relationship Id="rId76" Type="http://schemas.openxmlformats.org/officeDocument/2006/relationships/image" Target="../media/image115.png"/><Relationship Id="rId97" Type="http://schemas.openxmlformats.org/officeDocument/2006/relationships/customXml" Target="../ink/ink117.xml"/><Relationship Id="rId104" Type="http://schemas.openxmlformats.org/officeDocument/2006/relationships/image" Target="../media/image129.png"/><Relationship Id="rId120" Type="http://schemas.openxmlformats.org/officeDocument/2006/relationships/image" Target="../media/image136.png"/><Relationship Id="rId125" Type="http://schemas.openxmlformats.org/officeDocument/2006/relationships/customXml" Target="../ink/ink131.xml"/><Relationship Id="rId7" Type="http://schemas.openxmlformats.org/officeDocument/2006/relationships/customXml" Target="../ink/ink72.xml"/><Relationship Id="rId71" Type="http://schemas.openxmlformats.org/officeDocument/2006/relationships/customXml" Target="../ink/ink104.xml"/><Relationship Id="rId92" Type="http://schemas.openxmlformats.org/officeDocument/2006/relationships/image" Target="../media/image123.png"/><Relationship Id="rId2" Type="http://schemas.openxmlformats.org/officeDocument/2006/relationships/slide" Target="slide1.xml"/><Relationship Id="rId29" Type="http://schemas.openxmlformats.org/officeDocument/2006/relationships/customXml" Target="../ink/ink83.xml"/><Relationship Id="rId24" Type="http://schemas.openxmlformats.org/officeDocument/2006/relationships/image" Target="../media/image89.png"/><Relationship Id="rId40" Type="http://schemas.openxmlformats.org/officeDocument/2006/relationships/image" Target="../media/image97.png"/><Relationship Id="rId45" Type="http://schemas.openxmlformats.org/officeDocument/2006/relationships/customXml" Target="../ink/ink91.xml"/><Relationship Id="rId66" Type="http://schemas.openxmlformats.org/officeDocument/2006/relationships/image" Target="../media/image110.png"/><Relationship Id="rId87" Type="http://schemas.openxmlformats.org/officeDocument/2006/relationships/customXml" Target="../ink/ink112.xml"/><Relationship Id="rId110" Type="http://schemas.openxmlformats.org/officeDocument/2006/relationships/image" Target="../media/image132.png"/><Relationship Id="rId115" Type="http://schemas.openxmlformats.org/officeDocument/2006/relationships/customXml" Target="../ink/ink126.xml"/><Relationship Id="rId131" Type="http://schemas.openxmlformats.org/officeDocument/2006/relationships/customXml" Target="../ink/ink134.xml"/><Relationship Id="rId61" Type="http://schemas.openxmlformats.org/officeDocument/2006/relationships/customXml" Target="../ink/ink99.xml"/><Relationship Id="rId82" Type="http://schemas.openxmlformats.org/officeDocument/2006/relationships/image" Target="../media/image118.png"/><Relationship Id="rId19" Type="http://schemas.openxmlformats.org/officeDocument/2006/relationships/customXml" Target="../ink/ink78.xml"/><Relationship Id="rId14" Type="http://schemas.openxmlformats.org/officeDocument/2006/relationships/image" Target="../media/image84.png"/><Relationship Id="rId30" Type="http://schemas.openxmlformats.org/officeDocument/2006/relationships/image" Target="../media/image92.png"/><Relationship Id="rId35" Type="http://schemas.openxmlformats.org/officeDocument/2006/relationships/customXml" Target="../ink/ink86.xml"/><Relationship Id="rId56" Type="http://schemas.openxmlformats.org/officeDocument/2006/relationships/image" Target="../media/image105.png"/><Relationship Id="rId77" Type="http://schemas.openxmlformats.org/officeDocument/2006/relationships/customXml" Target="../ink/ink107.xml"/><Relationship Id="rId100" Type="http://schemas.openxmlformats.org/officeDocument/2006/relationships/image" Target="../media/image127.png"/><Relationship Id="rId105" Type="http://schemas.openxmlformats.org/officeDocument/2006/relationships/customXml" Target="../ink/ink121.xml"/><Relationship Id="rId126" Type="http://schemas.openxmlformats.org/officeDocument/2006/relationships/image" Target="../media/image139.png"/><Relationship Id="rId8" Type="http://schemas.openxmlformats.org/officeDocument/2006/relationships/image" Target="../media/image81.png"/><Relationship Id="rId51" Type="http://schemas.openxmlformats.org/officeDocument/2006/relationships/customXml" Target="../ink/ink94.xml"/><Relationship Id="rId72" Type="http://schemas.openxmlformats.org/officeDocument/2006/relationships/image" Target="../media/image113.png"/><Relationship Id="rId93" Type="http://schemas.openxmlformats.org/officeDocument/2006/relationships/customXml" Target="../ink/ink115.xml"/><Relationship Id="rId98" Type="http://schemas.openxmlformats.org/officeDocument/2006/relationships/image" Target="../media/image126.png"/><Relationship Id="rId121" Type="http://schemas.openxmlformats.org/officeDocument/2006/relationships/customXml" Target="../ink/ink129.xml"/><Relationship Id="rId3" Type="http://schemas.openxmlformats.org/officeDocument/2006/relationships/customXml" Target="../ink/ink70.xml"/><Relationship Id="rId25" Type="http://schemas.openxmlformats.org/officeDocument/2006/relationships/customXml" Target="../ink/ink81.xml"/><Relationship Id="rId46" Type="http://schemas.openxmlformats.org/officeDocument/2006/relationships/image" Target="../media/image100.png"/><Relationship Id="rId67" Type="http://schemas.openxmlformats.org/officeDocument/2006/relationships/customXml" Target="../ink/ink102.xml"/><Relationship Id="rId116" Type="http://schemas.openxmlformats.org/officeDocument/2006/relationships/image" Target="../media/image134.png"/><Relationship Id="rId20" Type="http://schemas.openxmlformats.org/officeDocument/2006/relationships/image" Target="../media/image87.png"/><Relationship Id="rId41" Type="http://schemas.openxmlformats.org/officeDocument/2006/relationships/customXml" Target="../ink/ink89.xml"/><Relationship Id="rId62" Type="http://schemas.openxmlformats.org/officeDocument/2006/relationships/image" Target="../media/image108.png"/><Relationship Id="rId83" Type="http://schemas.openxmlformats.org/officeDocument/2006/relationships/customXml" Target="../ink/ink110.xml"/><Relationship Id="rId88" Type="http://schemas.openxmlformats.org/officeDocument/2006/relationships/image" Target="../media/image121.png"/><Relationship Id="rId111" Type="http://schemas.openxmlformats.org/officeDocument/2006/relationships/customXml" Target="../ink/ink124.xml"/><Relationship Id="rId132" Type="http://schemas.openxmlformats.org/officeDocument/2006/relationships/image" Target="../media/image142.png"/><Relationship Id="rId15" Type="http://schemas.openxmlformats.org/officeDocument/2006/relationships/customXml" Target="../ink/ink76.xml"/><Relationship Id="rId36" Type="http://schemas.openxmlformats.org/officeDocument/2006/relationships/image" Target="../media/image95.png"/><Relationship Id="rId57" Type="http://schemas.openxmlformats.org/officeDocument/2006/relationships/customXml" Target="../ink/ink97.xml"/><Relationship Id="rId106" Type="http://schemas.openxmlformats.org/officeDocument/2006/relationships/image" Target="../media/image130.png"/><Relationship Id="rId127" Type="http://schemas.openxmlformats.org/officeDocument/2006/relationships/customXml" Target="../ink/ink132.xml"/><Relationship Id="rId10" Type="http://schemas.openxmlformats.org/officeDocument/2006/relationships/image" Target="../media/image82.png"/><Relationship Id="rId31" Type="http://schemas.openxmlformats.org/officeDocument/2006/relationships/customXml" Target="../ink/ink84.xml"/><Relationship Id="rId52" Type="http://schemas.openxmlformats.org/officeDocument/2006/relationships/image" Target="../media/image103.png"/><Relationship Id="rId73" Type="http://schemas.openxmlformats.org/officeDocument/2006/relationships/customXml" Target="../ink/ink105.xml"/><Relationship Id="rId78" Type="http://schemas.openxmlformats.org/officeDocument/2006/relationships/image" Target="../media/image116.png"/><Relationship Id="rId94" Type="http://schemas.openxmlformats.org/officeDocument/2006/relationships/image" Target="../media/image124.png"/><Relationship Id="rId99" Type="http://schemas.openxmlformats.org/officeDocument/2006/relationships/customXml" Target="../ink/ink118.xml"/><Relationship Id="rId101" Type="http://schemas.openxmlformats.org/officeDocument/2006/relationships/customXml" Target="../ink/ink119.xml"/><Relationship Id="rId122" Type="http://schemas.openxmlformats.org/officeDocument/2006/relationships/image" Target="../media/image137.png"/><Relationship Id="rId4" Type="http://schemas.openxmlformats.org/officeDocument/2006/relationships/image" Target="../media/image79.png"/><Relationship Id="rId9" Type="http://schemas.openxmlformats.org/officeDocument/2006/relationships/customXml" Target="../ink/ink73.xml"/><Relationship Id="rId26" Type="http://schemas.openxmlformats.org/officeDocument/2006/relationships/image" Target="../media/image90.png"/><Relationship Id="rId47" Type="http://schemas.openxmlformats.org/officeDocument/2006/relationships/customXml" Target="../ink/ink92.xml"/><Relationship Id="rId68" Type="http://schemas.openxmlformats.org/officeDocument/2006/relationships/image" Target="../media/image111.png"/><Relationship Id="rId89" Type="http://schemas.openxmlformats.org/officeDocument/2006/relationships/customXml" Target="../ink/ink113.xml"/><Relationship Id="rId112" Type="http://schemas.openxmlformats.org/officeDocument/2006/relationships/image" Target="../media/image66.png"/><Relationship Id="rId133" Type="http://schemas.openxmlformats.org/officeDocument/2006/relationships/customXml" Target="../ink/ink13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image" Target="../media/image150.png"/><Relationship Id="rId3" Type="http://schemas.openxmlformats.org/officeDocument/2006/relationships/tags" Target="../tags/tag3.xml"/><Relationship Id="rId7" Type="http://schemas.openxmlformats.org/officeDocument/2006/relationships/image" Target="../media/image146.png"/><Relationship Id="rId12" Type="http://schemas.openxmlformats.org/officeDocument/2006/relationships/customXml" Target="../ink/ink13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45.png"/><Relationship Id="rId11" Type="http://schemas.openxmlformats.org/officeDocument/2006/relationships/image" Target="../media/image149.png"/><Relationship Id="rId5" Type="http://schemas.openxmlformats.org/officeDocument/2006/relationships/image" Target="../media/image144.png"/><Relationship Id="rId10" Type="http://schemas.openxmlformats.org/officeDocument/2006/relationships/image" Target="../media/image148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4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52.png"/><Relationship Id="rId5" Type="http://schemas.openxmlformats.org/officeDocument/2006/relationships/customXml" Target="../ink/ink137.xml"/><Relationship Id="rId4" Type="http://schemas.openxmlformats.org/officeDocument/2006/relationships/image" Target="../media/image1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3" Type="http://schemas.openxmlformats.org/officeDocument/2006/relationships/tags" Target="../tags/tag8.xml"/><Relationship Id="rId7" Type="http://schemas.openxmlformats.org/officeDocument/2006/relationships/image" Target="../media/image153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51.png"/><Relationship Id="rId5" Type="http://schemas.openxmlformats.org/officeDocument/2006/relationships/slide" Target="slide1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Relationship Id="rId4" Type="http://schemas.openxmlformats.org/officeDocument/2006/relationships/image" Target="../media/image1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7.png"/><Relationship Id="rId4" Type="http://schemas.openxmlformats.org/officeDocument/2006/relationships/customXml" Target="../ink/ink13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5" Type="http://schemas.openxmlformats.org/officeDocument/2006/relationships/customXml" Target="../ink/ink139.xml"/><Relationship Id="rId4" Type="http://schemas.openxmlformats.org/officeDocument/2006/relationships/slide" Target="slide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6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58.png"/><Relationship Id="rId7" Type="http://schemas.openxmlformats.org/officeDocument/2006/relationships/customXml" Target="../ink/ink140.xml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tags" Target="../tags/tag12.xml"/><Relationship Id="rId7" Type="http://schemas.openxmlformats.org/officeDocument/2006/relationships/image" Target="../media/image166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" Target="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tags" Target="../tags/tag16.xml"/><Relationship Id="rId7" Type="http://schemas.openxmlformats.org/officeDocument/2006/relationships/image" Target="../media/image166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" Target="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tags" Target="../tags/tag20.xml"/><Relationship Id="rId7" Type="http://schemas.openxmlformats.org/officeDocument/2006/relationships/image" Target="../media/image166.png"/><Relationship Id="rId12" Type="http://schemas.openxmlformats.org/officeDocument/2006/relationships/image" Target="../media/image170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" Target="slide1.xml"/><Relationship Id="rId11" Type="http://schemas.openxmlformats.org/officeDocument/2006/relationships/customXml" Target="../ink/ink144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51.png"/><Relationship Id="rId4" Type="http://schemas.openxmlformats.org/officeDocument/2006/relationships/tags" Target="../tags/tag21.xml"/><Relationship Id="rId9" Type="http://schemas.openxmlformats.org/officeDocument/2006/relationships/image" Target="../media/image16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tags" Target="../tags/tag24.xml"/><Relationship Id="rId7" Type="http://schemas.openxmlformats.org/officeDocument/2006/relationships/image" Target="../media/image166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" Target="slide1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51.png"/><Relationship Id="rId4" Type="http://schemas.openxmlformats.org/officeDocument/2006/relationships/tags" Target="../tags/tag25.xml"/><Relationship Id="rId9" Type="http://schemas.openxmlformats.org/officeDocument/2006/relationships/image" Target="../media/image16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5.xml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5" Type="http://schemas.openxmlformats.org/officeDocument/2006/relationships/customXml" Target="../ink/ink146.xml"/><Relationship Id="rId4" Type="http://schemas.openxmlformats.org/officeDocument/2006/relationships/image" Target="../media/image1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90702"/>
            <a:ext cx="4483735" cy="767715"/>
            <a:chOff x="87743" y="790702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070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396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12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3960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CS</a:t>
            </a:r>
            <a:r>
              <a:rPr sz="1400" spc="17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Book Antiqua"/>
                <a:cs typeface="Book Antiqua"/>
              </a:rPr>
              <a:t>355/555</a:t>
            </a:r>
            <a:endParaRPr sz="1400">
              <a:latin typeface="Book Antiqua"/>
              <a:cs typeface="Book Antiqua"/>
            </a:endParaRPr>
          </a:p>
          <a:p>
            <a:pPr marR="34290" algn="ctr">
              <a:lnSpc>
                <a:spcPct val="100000"/>
              </a:lnSpc>
              <a:spcBef>
                <a:spcPts val="114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Probability</a:t>
            </a:r>
            <a:r>
              <a:rPr sz="1400" spc="9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and</a:t>
            </a:r>
            <a:r>
              <a:rPr sz="1400" spc="9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Statistics</a:t>
            </a:r>
            <a:r>
              <a:rPr sz="1400" spc="9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for</a:t>
            </a:r>
            <a:r>
              <a:rPr sz="1400" spc="9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CS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4648" y="1715668"/>
            <a:ext cx="1829601" cy="469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latin typeface="Times New Roman"/>
                <a:cs typeface="Times New Roman"/>
              </a:rPr>
              <a:t>B</a:t>
            </a:r>
            <a:r>
              <a:rPr lang="en-US" altLang="zh-CN" sz="1100" dirty="0">
                <a:latin typeface="Times New Roman"/>
                <a:cs typeface="Times New Roman"/>
              </a:rPr>
              <a:t>aocheng Geng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lang="en-US" sz="800" dirty="0">
                <a:latin typeface="Century"/>
                <a:cs typeface="Century"/>
              </a:rPr>
              <a:t>Lecture 11</a:t>
            </a:r>
            <a:r>
              <a:rPr sz="800" dirty="0">
                <a:latin typeface="Century"/>
                <a:cs typeface="Century"/>
              </a:rPr>
              <a:t>,</a:t>
            </a:r>
            <a:r>
              <a:rPr sz="800" spc="60" dirty="0">
                <a:latin typeface="Century"/>
                <a:cs typeface="Century"/>
              </a:rPr>
              <a:t> </a:t>
            </a:r>
            <a:r>
              <a:rPr lang="en-US" sz="800" spc="-20" dirty="0">
                <a:latin typeface="Century"/>
                <a:cs typeface="Century"/>
              </a:rPr>
              <a:t>02/15/2024</a:t>
            </a:r>
            <a:endParaRPr sz="800" dirty="0">
              <a:latin typeface="Century"/>
              <a:cs typeface="Century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A2555B-5DCC-80E8-3937-F1C192C00F97}"/>
              </a:ext>
            </a:extLst>
          </p:cNvPr>
          <p:cNvSpPr txBox="1"/>
          <p:nvPr/>
        </p:nvSpPr>
        <p:spPr>
          <a:xfrm>
            <a:off x="933450" y="2416175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 Programs!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3209" y="62407"/>
            <a:ext cx="10020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Introduction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" y="1337856"/>
            <a:ext cx="155092" cy="1550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9890" y="1305915"/>
            <a:ext cx="18427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525200"/>
                </a:solidFill>
                <a:latin typeface="Times New Roman"/>
                <a:cs typeface="Times New Roman"/>
                <a:hlinkClick r:id="rId3" action="ppaction://hlinksldjump"/>
              </a:rPr>
              <a:t>Generating</a:t>
            </a:r>
            <a:r>
              <a:rPr sz="1100" spc="409" dirty="0">
                <a:solidFill>
                  <a:srgbClr val="525200"/>
                </a:solidFill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Times New Roman"/>
                <a:cs typeface="Times New Roman"/>
                <a:hlinkClick r:id="rId3" action="ppaction://hlinksldjump"/>
              </a:rPr>
              <a:t>Random</a:t>
            </a:r>
            <a:r>
              <a:rPr sz="1100" spc="409" dirty="0">
                <a:solidFill>
                  <a:srgbClr val="525200"/>
                </a:solidFill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Times New Roman"/>
                <a:cs typeface="Times New Roman"/>
                <a:hlinkClick r:id="rId3" action="ppaction://hlinksldjump"/>
              </a:rPr>
              <a:t>Numbers</a:t>
            </a:r>
            <a:endParaRPr sz="110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830" y="1640814"/>
            <a:ext cx="155092" cy="15509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99254" y="1615087"/>
            <a:ext cx="105473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>
              <a:lnSpc>
                <a:spcPct val="100000"/>
              </a:lnSpc>
              <a:buClr>
                <a:srgbClr val="EDEDE5"/>
              </a:buClr>
              <a:buSzPct val="72727"/>
              <a:tabLst>
                <a:tab pos="173990" algn="l"/>
              </a:tabLst>
            </a:pPr>
            <a:r>
              <a:rPr sz="1100" spc="-10" dirty="0">
                <a:solidFill>
                  <a:srgbClr val="525200"/>
                </a:solidFill>
                <a:latin typeface="Times New Roman"/>
                <a:cs typeface="Times New Roman"/>
                <a:hlinkClick r:id="rId5" action="ppaction://hlinksldjump"/>
              </a:rPr>
              <a:t>Statistics</a:t>
            </a:r>
            <a:endParaRPr sz="1100" dirty="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30" y="1959212"/>
            <a:ext cx="155092" cy="15509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89890" y="1940873"/>
            <a:ext cx="6673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525200"/>
                </a:solidFill>
                <a:latin typeface="Times New Roman"/>
                <a:cs typeface="Times New Roman"/>
                <a:hlinkClick r:id="rId7" action="ppaction://hlinksldjump"/>
              </a:rPr>
              <a:t>Program</a:t>
            </a:r>
            <a:r>
              <a:rPr lang="en-US" sz="1100" spc="425" dirty="0">
                <a:solidFill>
                  <a:srgbClr val="525200"/>
                </a:solidFill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sz="1100" spc="-50" dirty="0">
                <a:solidFill>
                  <a:srgbClr val="525200"/>
                </a:solidFill>
                <a:latin typeface="Times New Roman"/>
                <a:cs typeface="Times New Roman"/>
                <a:hlinkClick r:id="rId7" action="ppaction://hlinksldjump"/>
              </a:rPr>
              <a:t>1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58215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Copyright</a:t>
            </a:r>
            <a:r>
              <a:rPr spc="3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35" dirty="0">
                <a:solidFill>
                  <a:srgbClr val="FFFFFF"/>
                </a:solidFill>
                <a:latin typeface="Book Antiqua"/>
                <a:cs typeface="Book Antiqua"/>
              </a:rPr>
              <a:t>Copyright</a:t>
            </a:r>
            <a:r>
              <a:rPr sz="1200" spc="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Book Antiqua"/>
                <a:cs typeface="Book Antiqua"/>
              </a:rPr>
              <a:t>Statement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Materials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prepared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spc="70" dirty="0">
                <a:latin typeface="Times New Roman"/>
                <a:cs typeface="Times New Roman"/>
              </a:rPr>
              <a:t>and/or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included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protected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by </a:t>
            </a:r>
            <a:r>
              <a:rPr sz="1100" dirty="0">
                <a:latin typeface="Times New Roman"/>
                <a:cs typeface="Times New Roman"/>
              </a:rPr>
              <a:t>copyright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law.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intended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students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enrolled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current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term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should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not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further </a:t>
            </a:r>
            <a:r>
              <a:rPr sz="1100" dirty="0">
                <a:latin typeface="Times New Roman"/>
                <a:cs typeface="Times New Roman"/>
              </a:rPr>
              <a:t>disseminated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prior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permission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instructor.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90955">
              <a:lnSpc>
                <a:spcPct val="100000"/>
              </a:lnSpc>
              <a:spcBef>
                <a:spcPts val="135"/>
              </a:spcBef>
            </a:pPr>
            <a:r>
              <a:rPr dirty="0"/>
              <a:t>Python</a:t>
            </a:r>
            <a:r>
              <a:rPr spc="114" dirty="0"/>
              <a:t> </a:t>
            </a:r>
            <a:r>
              <a:rPr spc="-10" dirty="0"/>
              <a:t>calls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164704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035441"/>
            <a:ext cx="3053080" cy="1285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07695">
              <a:lnSpc>
                <a:spcPct val="125299"/>
              </a:lnSpc>
              <a:spcBef>
                <a:spcPts val="100"/>
              </a:spcBef>
            </a:pPr>
            <a:r>
              <a:rPr sz="1100" spc="35" dirty="0">
                <a:latin typeface="Times New Roman"/>
                <a:cs typeface="Times New Roman"/>
              </a:rPr>
              <a:t>docs.python.org/3/library/random.html lib/random.py</a:t>
            </a:r>
            <a:endParaRPr sz="1100" dirty="0">
              <a:latin typeface="Times New Roman"/>
              <a:cs typeface="Times New Roman"/>
            </a:endParaRPr>
          </a:p>
          <a:p>
            <a:pPr marL="12700" marR="5080">
              <a:lnSpc>
                <a:spcPct val="125299"/>
              </a:lnSpc>
            </a:pPr>
            <a:r>
              <a:rPr sz="1100" dirty="0">
                <a:latin typeface="Times New Roman"/>
                <a:cs typeface="Times New Roman"/>
              </a:rPr>
              <a:t>random.random()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14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125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imes New Roman"/>
                <a:cs typeface="Times New Roman"/>
              </a:rPr>
              <a:t>[0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1] </a:t>
            </a:r>
            <a:r>
              <a:rPr sz="1100" dirty="0">
                <a:latin typeface="Times New Roman"/>
                <a:cs typeface="Times New Roman"/>
              </a:rPr>
              <a:t>random.randint(a,b)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459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integer </a:t>
            </a:r>
            <a:r>
              <a:rPr sz="1100" dirty="0">
                <a:latin typeface="Times New Roman"/>
                <a:cs typeface="Times New Roman"/>
              </a:rPr>
              <a:t>random.uniform(a,b)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155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140" dirty="0">
                <a:latin typeface="Lucida Sans Unicode"/>
                <a:cs typeface="Lucida Sans Unicode"/>
              </a:rPr>
              <a:t> </a:t>
            </a:r>
            <a:r>
              <a:rPr sz="1100" spc="-75" dirty="0">
                <a:latin typeface="Times New Roman"/>
                <a:cs typeface="Times New Roman"/>
              </a:rPr>
              <a:t>[</a:t>
            </a:r>
            <a:r>
              <a:rPr sz="1100" b="0" i="1" spc="-75" dirty="0">
                <a:latin typeface="Bookman Old Style"/>
                <a:cs typeface="Bookman Old Style"/>
              </a:rPr>
              <a:t>a,</a:t>
            </a:r>
            <a:r>
              <a:rPr sz="1100" b="0" i="1" spc="-40" dirty="0">
                <a:latin typeface="Bookman Old Style"/>
                <a:cs typeface="Bookman Old Style"/>
              </a:rPr>
              <a:t> </a:t>
            </a:r>
            <a:r>
              <a:rPr sz="1100" b="0" i="1" spc="-110" dirty="0">
                <a:latin typeface="Bookman Old Style"/>
                <a:cs typeface="Bookman Old Style"/>
              </a:rPr>
              <a:t>b</a:t>
            </a:r>
            <a:r>
              <a:rPr sz="1100" spc="-110" dirty="0">
                <a:latin typeface="Times New Roman"/>
                <a:cs typeface="Times New Roman"/>
              </a:rPr>
              <a:t>]</a:t>
            </a:r>
            <a:r>
              <a:rPr sz="1100" dirty="0">
                <a:latin typeface="Times New Roman"/>
                <a:cs typeface="Times New Roman"/>
              </a:rPr>
              <a:t> random.seed(s)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Reset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seed</a:t>
            </a:r>
            <a:endParaRPr sz="11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374736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584769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794802"/>
            <a:ext cx="63233" cy="632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2004834"/>
            <a:ext cx="63233" cy="632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33" y="2214867"/>
            <a:ext cx="63233" cy="63233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9839" y="62407"/>
            <a:ext cx="1087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FFFFFF"/>
                </a:solidFill>
                <a:latin typeface="Book Antiqua"/>
                <a:cs typeface="Book Antiqua"/>
              </a:rPr>
              <a:t>Programming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16546"/>
            <a:ext cx="1927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Write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estimate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π</a:t>
            </a:r>
            <a:r>
              <a:rPr sz="1100" spc="-25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76395" y="1121232"/>
            <a:ext cx="1455420" cy="1455420"/>
            <a:chOff x="1576395" y="1121232"/>
            <a:chExt cx="1455420" cy="1455420"/>
          </a:xfrm>
        </p:grpSpPr>
        <p:sp>
          <p:nvSpPr>
            <p:cNvPr id="5" name="object 5"/>
            <p:cNvSpPr/>
            <p:nvPr/>
          </p:nvSpPr>
          <p:spPr>
            <a:xfrm>
              <a:off x="1583989" y="1128826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720001" y="0"/>
                  </a:moveTo>
                  <a:lnTo>
                    <a:pt x="672660" y="1531"/>
                  </a:lnTo>
                  <a:lnTo>
                    <a:pt x="626137" y="6062"/>
                  </a:lnTo>
                  <a:lnTo>
                    <a:pt x="580527" y="13499"/>
                  </a:lnTo>
                  <a:lnTo>
                    <a:pt x="535924" y="23745"/>
                  </a:lnTo>
                  <a:lnTo>
                    <a:pt x="492423" y="36707"/>
                  </a:lnTo>
                  <a:lnTo>
                    <a:pt x="450120" y="52288"/>
                  </a:lnTo>
                  <a:lnTo>
                    <a:pt x="409108" y="70396"/>
                  </a:lnTo>
                  <a:lnTo>
                    <a:pt x="369484" y="90933"/>
                  </a:lnTo>
                  <a:lnTo>
                    <a:pt x="331341" y="113807"/>
                  </a:lnTo>
                  <a:lnTo>
                    <a:pt x="294776" y="138921"/>
                  </a:lnTo>
                  <a:lnTo>
                    <a:pt x="259881" y="166181"/>
                  </a:lnTo>
                  <a:lnTo>
                    <a:pt x="226753" y="195493"/>
                  </a:lnTo>
                  <a:lnTo>
                    <a:pt x="195487" y="226760"/>
                  </a:lnTo>
                  <a:lnTo>
                    <a:pt x="166176" y="259889"/>
                  </a:lnTo>
                  <a:lnTo>
                    <a:pt x="138917" y="294784"/>
                  </a:lnTo>
                  <a:lnTo>
                    <a:pt x="113803" y="331350"/>
                  </a:lnTo>
                  <a:lnTo>
                    <a:pt x="90930" y="369494"/>
                  </a:lnTo>
                  <a:lnTo>
                    <a:pt x="70393" y="409119"/>
                  </a:lnTo>
                  <a:lnTo>
                    <a:pt x="52287" y="450130"/>
                  </a:lnTo>
                  <a:lnTo>
                    <a:pt x="36705" y="492434"/>
                  </a:lnTo>
                  <a:lnTo>
                    <a:pt x="23744" y="535935"/>
                  </a:lnTo>
                  <a:lnTo>
                    <a:pt x="13498" y="580539"/>
                  </a:lnTo>
                  <a:lnTo>
                    <a:pt x="6062" y="626149"/>
                  </a:lnTo>
                  <a:lnTo>
                    <a:pt x="1531" y="672673"/>
                  </a:lnTo>
                  <a:lnTo>
                    <a:pt x="0" y="720013"/>
                  </a:lnTo>
                  <a:lnTo>
                    <a:pt x="1531" y="767354"/>
                  </a:lnTo>
                  <a:lnTo>
                    <a:pt x="6062" y="813877"/>
                  </a:lnTo>
                  <a:lnTo>
                    <a:pt x="13498" y="859488"/>
                  </a:lnTo>
                  <a:lnTo>
                    <a:pt x="23744" y="904091"/>
                  </a:lnTo>
                  <a:lnTo>
                    <a:pt x="36705" y="947592"/>
                  </a:lnTo>
                  <a:lnTo>
                    <a:pt x="52287" y="989896"/>
                  </a:lnTo>
                  <a:lnTo>
                    <a:pt x="70393" y="1030908"/>
                  </a:lnTo>
                  <a:lnTo>
                    <a:pt x="90930" y="1070533"/>
                  </a:lnTo>
                  <a:lnTo>
                    <a:pt x="113803" y="1108676"/>
                  </a:lnTo>
                  <a:lnTo>
                    <a:pt x="138917" y="1145243"/>
                  </a:lnTo>
                  <a:lnTo>
                    <a:pt x="166176" y="1180138"/>
                  </a:lnTo>
                  <a:lnTo>
                    <a:pt x="195487" y="1213267"/>
                  </a:lnTo>
                  <a:lnTo>
                    <a:pt x="226753" y="1244534"/>
                  </a:lnTo>
                  <a:lnTo>
                    <a:pt x="259881" y="1273845"/>
                  </a:lnTo>
                  <a:lnTo>
                    <a:pt x="294776" y="1301105"/>
                  </a:lnTo>
                  <a:lnTo>
                    <a:pt x="331341" y="1326220"/>
                  </a:lnTo>
                  <a:lnTo>
                    <a:pt x="369484" y="1349093"/>
                  </a:lnTo>
                  <a:lnTo>
                    <a:pt x="409108" y="1369631"/>
                  </a:lnTo>
                  <a:lnTo>
                    <a:pt x="450120" y="1387738"/>
                  </a:lnTo>
                  <a:lnTo>
                    <a:pt x="492423" y="1403320"/>
                  </a:lnTo>
                  <a:lnTo>
                    <a:pt x="535924" y="1416282"/>
                  </a:lnTo>
                  <a:lnTo>
                    <a:pt x="580527" y="1426528"/>
                  </a:lnTo>
                  <a:lnTo>
                    <a:pt x="626137" y="1433964"/>
                  </a:lnTo>
                  <a:lnTo>
                    <a:pt x="672660" y="1438496"/>
                  </a:lnTo>
                  <a:lnTo>
                    <a:pt x="720001" y="1440027"/>
                  </a:lnTo>
                  <a:lnTo>
                    <a:pt x="767343" y="1438496"/>
                  </a:lnTo>
                  <a:lnTo>
                    <a:pt x="813867" y="1433964"/>
                  </a:lnTo>
                  <a:lnTo>
                    <a:pt x="859479" y="1426528"/>
                  </a:lnTo>
                  <a:lnTo>
                    <a:pt x="904083" y="1416282"/>
                  </a:lnTo>
                  <a:lnTo>
                    <a:pt x="947584" y="1403320"/>
                  </a:lnTo>
                  <a:lnTo>
                    <a:pt x="989889" y="1387738"/>
                  </a:lnTo>
                  <a:lnTo>
                    <a:pt x="1030901" y="1369631"/>
                  </a:lnTo>
                  <a:lnTo>
                    <a:pt x="1070526" y="1349093"/>
                  </a:lnTo>
                  <a:lnTo>
                    <a:pt x="1108669" y="1326220"/>
                  </a:lnTo>
                  <a:lnTo>
                    <a:pt x="1145236" y="1301105"/>
                  </a:lnTo>
                  <a:lnTo>
                    <a:pt x="1180130" y="1273845"/>
                  </a:lnTo>
                  <a:lnTo>
                    <a:pt x="1213259" y="1244534"/>
                  </a:lnTo>
                  <a:lnTo>
                    <a:pt x="1244526" y="1213267"/>
                  </a:lnTo>
                  <a:lnTo>
                    <a:pt x="1273837" y="1180138"/>
                  </a:lnTo>
                  <a:lnTo>
                    <a:pt x="1301096" y="1145243"/>
                  </a:lnTo>
                  <a:lnTo>
                    <a:pt x="1326210" y="1108676"/>
                  </a:lnTo>
                  <a:lnTo>
                    <a:pt x="1349083" y="1070533"/>
                  </a:lnTo>
                  <a:lnTo>
                    <a:pt x="1369620" y="1030908"/>
                  </a:lnTo>
                  <a:lnTo>
                    <a:pt x="1387727" y="989896"/>
                  </a:lnTo>
                  <a:lnTo>
                    <a:pt x="1403309" y="947592"/>
                  </a:lnTo>
                  <a:lnTo>
                    <a:pt x="1416270" y="904091"/>
                  </a:lnTo>
                  <a:lnTo>
                    <a:pt x="1426516" y="859488"/>
                  </a:lnTo>
                  <a:lnTo>
                    <a:pt x="1433952" y="813877"/>
                  </a:lnTo>
                  <a:lnTo>
                    <a:pt x="1438483" y="767354"/>
                  </a:lnTo>
                  <a:lnTo>
                    <a:pt x="1440014" y="720013"/>
                  </a:lnTo>
                  <a:lnTo>
                    <a:pt x="1438483" y="672673"/>
                  </a:lnTo>
                  <a:lnTo>
                    <a:pt x="1433952" y="626149"/>
                  </a:lnTo>
                  <a:lnTo>
                    <a:pt x="1426516" y="580539"/>
                  </a:lnTo>
                  <a:lnTo>
                    <a:pt x="1416270" y="535935"/>
                  </a:lnTo>
                  <a:lnTo>
                    <a:pt x="1403309" y="492434"/>
                  </a:lnTo>
                  <a:lnTo>
                    <a:pt x="1387727" y="450130"/>
                  </a:lnTo>
                  <a:lnTo>
                    <a:pt x="1369620" y="409119"/>
                  </a:lnTo>
                  <a:lnTo>
                    <a:pt x="1349083" y="369494"/>
                  </a:lnTo>
                  <a:lnTo>
                    <a:pt x="1326210" y="331350"/>
                  </a:lnTo>
                  <a:lnTo>
                    <a:pt x="1301096" y="294784"/>
                  </a:lnTo>
                  <a:lnTo>
                    <a:pt x="1273837" y="259889"/>
                  </a:lnTo>
                  <a:lnTo>
                    <a:pt x="1244526" y="226760"/>
                  </a:lnTo>
                  <a:lnTo>
                    <a:pt x="1213259" y="195493"/>
                  </a:lnTo>
                  <a:lnTo>
                    <a:pt x="1180130" y="166181"/>
                  </a:lnTo>
                  <a:lnTo>
                    <a:pt x="1145236" y="138921"/>
                  </a:lnTo>
                  <a:lnTo>
                    <a:pt x="1108669" y="113807"/>
                  </a:lnTo>
                  <a:lnTo>
                    <a:pt x="1070526" y="90933"/>
                  </a:lnTo>
                  <a:lnTo>
                    <a:pt x="1030901" y="70396"/>
                  </a:lnTo>
                  <a:lnTo>
                    <a:pt x="989889" y="52288"/>
                  </a:lnTo>
                  <a:lnTo>
                    <a:pt x="947584" y="36707"/>
                  </a:lnTo>
                  <a:lnTo>
                    <a:pt x="904083" y="23745"/>
                  </a:lnTo>
                  <a:lnTo>
                    <a:pt x="859479" y="13499"/>
                  </a:lnTo>
                  <a:lnTo>
                    <a:pt x="813867" y="6062"/>
                  </a:lnTo>
                  <a:lnTo>
                    <a:pt x="767343" y="1531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83989" y="1128826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1440014" y="720013"/>
                  </a:moveTo>
                  <a:lnTo>
                    <a:pt x="1438483" y="672673"/>
                  </a:lnTo>
                  <a:lnTo>
                    <a:pt x="1433952" y="626149"/>
                  </a:lnTo>
                  <a:lnTo>
                    <a:pt x="1426516" y="580539"/>
                  </a:lnTo>
                  <a:lnTo>
                    <a:pt x="1416270" y="535935"/>
                  </a:lnTo>
                  <a:lnTo>
                    <a:pt x="1403309" y="492434"/>
                  </a:lnTo>
                  <a:lnTo>
                    <a:pt x="1387727" y="450130"/>
                  </a:lnTo>
                  <a:lnTo>
                    <a:pt x="1369620" y="409119"/>
                  </a:lnTo>
                  <a:lnTo>
                    <a:pt x="1349083" y="369494"/>
                  </a:lnTo>
                  <a:lnTo>
                    <a:pt x="1326210" y="331350"/>
                  </a:lnTo>
                  <a:lnTo>
                    <a:pt x="1301096" y="294784"/>
                  </a:lnTo>
                  <a:lnTo>
                    <a:pt x="1273837" y="259889"/>
                  </a:lnTo>
                  <a:lnTo>
                    <a:pt x="1244526" y="226760"/>
                  </a:lnTo>
                  <a:lnTo>
                    <a:pt x="1213259" y="195493"/>
                  </a:lnTo>
                  <a:lnTo>
                    <a:pt x="1180130" y="166181"/>
                  </a:lnTo>
                  <a:lnTo>
                    <a:pt x="1145236" y="138921"/>
                  </a:lnTo>
                  <a:lnTo>
                    <a:pt x="1108669" y="113807"/>
                  </a:lnTo>
                  <a:lnTo>
                    <a:pt x="1070526" y="90933"/>
                  </a:lnTo>
                  <a:lnTo>
                    <a:pt x="1030901" y="70396"/>
                  </a:lnTo>
                  <a:lnTo>
                    <a:pt x="989889" y="52288"/>
                  </a:lnTo>
                  <a:lnTo>
                    <a:pt x="947584" y="36707"/>
                  </a:lnTo>
                  <a:lnTo>
                    <a:pt x="904083" y="23745"/>
                  </a:lnTo>
                  <a:lnTo>
                    <a:pt x="859479" y="13499"/>
                  </a:lnTo>
                  <a:lnTo>
                    <a:pt x="813867" y="6062"/>
                  </a:lnTo>
                  <a:lnTo>
                    <a:pt x="767343" y="1531"/>
                  </a:lnTo>
                  <a:lnTo>
                    <a:pt x="720001" y="0"/>
                  </a:lnTo>
                  <a:lnTo>
                    <a:pt x="672660" y="1531"/>
                  </a:lnTo>
                  <a:lnTo>
                    <a:pt x="626137" y="6062"/>
                  </a:lnTo>
                  <a:lnTo>
                    <a:pt x="580527" y="13499"/>
                  </a:lnTo>
                  <a:lnTo>
                    <a:pt x="535924" y="23745"/>
                  </a:lnTo>
                  <a:lnTo>
                    <a:pt x="492423" y="36707"/>
                  </a:lnTo>
                  <a:lnTo>
                    <a:pt x="450120" y="52288"/>
                  </a:lnTo>
                  <a:lnTo>
                    <a:pt x="409108" y="70396"/>
                  </a:lnTo>
                  <a:lnTo>
                    <a:pt x="369484" y="90933"/>
                  </a:lnTo>
                  <a:lnTo>
                    <a:pt x="331341" y="113807"/>
                  </a:lnTo>
                  <a:lnTo>
                    <a:pt x="294776" y="138921"/>
                  </a:lnTo>
                  <a:lnTo>
                    <a:pt x="259881" y="166181"/>
                  </a:lnTo>
                  <a:lnTo>
                    <a:pt x="226753" y="195493"/>
                  </a:lnTo>
                  <a:lnTo>
                    <a:pt x="195487" y="226760"/>
                  </a:lnTo>
                  <a:lnTo>
                    <a:pt x="166176" y="259889"/>
                  </a:lnTo>
                  <a:lnTo>
                    <a:pt x="138917" y="294784"/>
                  </a:lnTo>
                  <a:lnTo>
                    <a:pt x="113803" y="331350"/>
                  </a:lnTo>
                  <a:lnTo>
                    <a:pt x="90930" y="369494"/>
                  </a:lnTo>
                  <a:lnTo>
                    <a:pt x="70393" y="409119"/>
                  </a:lnTo>
                  <a:lnTo>
                    <a:pt x="52287" y="450130"/>
                  </a:lnTo>
                  <a:lnTo>
                    <a:pt x="36705" y="492434"/>
                  </a:lnTo>
                  <a:lnTo>
                    <a:pt x="23744" y="535935"/>
                  </a:lnTo>
                  <a:lnTo>
                    <a:pt x="13498" y="580539"/>
                  </a:lnTo>
                  <a:lnTo>
                    <a:pt x="6062" y="626149"/>
                  </a:lnTo>
                  <a:lnTo>
                    <a:pt x="1531" y="672673"/>
                  </a:lnTo>
                  <a:lnTo>
                    <a:pt x="0" y="720013"/>
                  </a:lnTo>
                  <a:lnTo>
                    <a:pt x="1531" y="767354"/>
                  </a:lnTo>
                  <a:lnTo>
                    <a:pt x="6062" y="813877"/>
                  </a:lnTo>
                  <a:lnTo>
                    <a:pt x="13498" y="859488"/>
                  </a:lnTo>
                  <a:lnTo>
                    <a:pt x="23744" y="904091"/>
                  </a:lnTo>
                  <a:lnTo>
                    <a:pt x="36705" y="947592"/>
                  </a:lnTo>
                  <a:lnTo>
                    <a:pt x="52287" y="989896"/>
                  </a:lnTo>
                  <a:lnTo>
                    <a:pt x="70393" y="1030908"/>
                  </a:lnTo>
                  <a:lnTo>
                    <a:pt x="90930" y="1070533"/>
                  </a:lnTo>
                  <a:lnTo>
                    <a:pt x="113803" y="1108676"/>
                  </a:lnTo>
                  <a:lnTo>
                    <a:pt x="138917" y="1145243"/>
                  </a:lnTo>
                  <a:lnTo>
                    <a:pt x="166176" y="1180138"/>
                  </a:lnTo>
                  <a:lnTo>
                    <a:pt x="195487" y="1213267"/>
                  </a:lnTo>
                  <a:lnTo>
                    <a:pt x="226753" y="1244534"/>
                  </a:lnTo>
                  <a:lnTo>
                    <a:pt x="259881" y="1273845"/>
                  </a:lnTo>
                  <a:lnTo>
                    <a:pt x="294776" y="1301105"/>
                  </a:lnTo>
                  <a:lnTo>
                    <a:pt x="331341" y="1326220"/>
                  </a:lnTo>
                  <a:lnTo>
                    <a:pt x="369484" y="1349093"/>
                  </a:lnTo>
                  <a:lnTo>
                    <a:pt x="409108" y="1369631"/>
                  </a:lnTo>
                  <a:lnTo>
                    <a:pt x="450120" y="1387738"/>
                  </a:lnTo>
                  <a:lnTo>
                    <a:pt x="492423" y="1403320"/>
                  </a:lnTo>
                  <a:lnTo>
                    <a:pt x="535924" y="1416282"/>
                  </a:lnTo>
                  <a:lnTo>
                    <a:pt x="580527" y="1426528"/>
                  </a:lnTo>
                  <a:lnTo>
                    <a:pt x="626137" y="1433964"/>
                  </a:lnTo>
                  <a:lnTo>
                    <a:pt x="672660" y="1438496"/>
                  </a:lnTo>
                  <a:lnTo>
                    <a:pt x="720001" y="1440027"/>
                  </a:lnTo>
                  <a:lnTo>
                    <a:pt x="767343" y="1438496"/>
                  </a:lnTo>
                  <a:lnTo>
                    <a:pt x="813867" y="1433964"/>
                  </a:lnTo>
                  <a:lnTo>
                    <a:pt x="859479" y="1426528"/>
                  </a:lnTo>
                  <a:lnTo>
                    <a:pt x="904083" y="1416282"/>
                  </a:lnTo>
                  <a:lnTo>
                    <a:pt x="947584" y="1403320"/>
                  </a:lnTo>
                  <a:lnTo>
                    <a:pt x="989889" y="1387738"/>
                  </a:lnTo>
                  <a:lnTo>
                    <a:pt x="1030901" y="1369631"/>
                  </a:lnTo>
                  <a:lnTo>
                    <a:pt x="1070526" y="1349093"/>
                  </a:lnTo>
                  <a:lnTo>
                    <a:pt x="1108669" y="1326220"/>
                  </a:lnTo>
                  <a:lnTo>
                    <a:pt x="1145236" y="1301105"/>
                  </a:lnTo>
                  <a:lnTo>
                    <a:pt x="1180130" y="1273845"/>
                  </a:lnTo>
                  <a:lnTo>
                    <a:pt x="1213259" y="1244534"/>
                  </a:lnTo>
                  <a:lnTo>
                    <a:pt x="1244526" y="1213267"/>
                  </a:lnTo>
                  <a:lnTo>
                    <a:pt x="1273837" y="1180138"/>
                  </a:lnTo>
                  <a:lnTo>
                    <a:pt x="1301096" y="1145243"/>
                  </a:lnTo>
                  <a:lnTo>
                    <a:pt x="1326210" y="1108676"/>
                  </a:lnTo>
                  <a:lnTo>
                    <a:pt x="1349083" y="1070533"/>
                  </a:lnTo>
                  <a:lnTo>
                    <a:pt x="1369620" y="1030908"/>
                  </a:lnTo>
                  <a:lnTo>
                    <a:pt x="1387727" y="989896"/>
                  </a:lnTo>
                  <a:lnTo>
                    <a:pt x="1403309" y="947592"/>
                  </a:lnTo>
                  <a:lnTo>
                    <a:pt x="1416270" y="904091"/>
                  </a:lnTo>
                  <a:lnTo>
                    <a:pt x="1426516" y="859488"/>
                  </a:lnTo>
                  <a:lnTo>
                    <a:pt x="1433952" y="813877"/>
                  </a:lnTo>
                  <a:lnTo>
                    <a:pt x="1438483" y="767354"/>
                  </a:lnTo>
                  <a:lnTo>
                    <a:pt x="1440014" y="720013"/>
                  </a:lnTo>
                  <a:close/>
                </a:path>
              </a:pathLst>
            </a:custGeom>
            <a:ln w="15189">
              <a:solidFill>
                <a:srgbClr val="FF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83989" y="1128832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1440014" y="0"/>
                  </a:moveTo>
                  <a:lnTo>
                    <a:pt x="1440014" y="1440014"/>
                  </a:lnTo>
                  <a:lnTo>
                    <a:pt x="0" y="1440014"/>
                  </a:lnTo>
                  <a:lnTo>
                    <a:pt x="0" y="0"/>
                  </a:lnTo>
                  <a:lnTo>
                    <a:pt x="1427365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9/27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2CF3C4F-921F-C45D-293D-6D8D3FB36321}"/>
                  </a:ext>
                </a:extLst>
              </p14:cNvPr>
              <p14:cNvContentPartPr/>
              <p14:nvPr/>
            </p14:nvContentPartPr>
            <p14:xfrm>
              <a:off x="3601971" y="781200"/>
              <a:ext cx="220320" cy="39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2CF3C4F-921F-C45D-293D-6D8D3FB363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93331" y="772560"/>
                <a:ext cx="2379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BE91800-AF87-3A81-3909-CA989B75FC96}"/>
                  </a:ext>
                </a:extLst>
              </p14:cNvPr>
              <p14:cNvContentPartPr/>
              <p14:nvPr/>
            </p14:nvContentPartPr>
            <p14:xfrm>
              <a:off x="1850931" y="828360"/>
              <a:ext cx="217080" cy="2127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BE91800-AF87-3A81-3909-CA989B75FC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2291" y="819720"/>
                <a:ext cx="23472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3DC3F2F-02EF-64FB-7450-6DF54E174A3B}"/>
                  </a:ext>
                </a:extLst>
              </p14:cNvPr>
              <p14:cNvContentPartPr/>
              <p14:nvPr/>
            </p14:nvContentPartPr>
            <p14:xfrm>
              <a:off x="3497931" y="1365120"/>
              <a:ext cx="965160" cy="1155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3DC3F2F-02EF-64FB-7450-6DF54E174A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89291" y="1356120"/>
                <a:ext cx="98280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5AE9264-D7A9-874A-7039-E4BD0E801BD9}"/>
                  </a:ext>
                </a:extLst>
              </p14:cNvPr>
              <p14:cNvContentPartPr/>
              <p14:nvPr/>
            </p14:nvContentPartPr>
            <p14:xfrm>
              <a:off x="83691" y="1563840"/>
              <a:ext cx="403920" cy="370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5AE9264-D7A9-874A-7039-E4BD0E801BD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691" y="1555200"/>
                <a:ext cx="4215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73206EE-A23E-988E-77D9-69D0363F964B}"/>
                  </a:ext>
                </a:extLst>
              </p14:cNvPr>
              <p14:cNvContentPartPr/>
              <p14:nvPr/>
            </p14:nvContentPartPr>
            <p14:xfrm>
              <a:off x="94851" y="1555560"/>
              <a:ext cx="320400" cy="781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73206EE-A23E-988E-77D9-69D0363F964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851" y="1546560"/>
                <a:ext cx="338040" cy="9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D33CBF06-F23D-1F5E-F978-BBEB48404540}"/>
              </a:ext>
            </a:extLst>
          </p:cNvPr>
          <p:cNvGrpSpPr/>
          <p:nvPr/>
        </p:nvGrpSpPr>
        <p:grpSpPr>
          <a:xfrm>
            <a:off x="1611" y="405360"/>
            <a:ext cx="4449960" cy="2880000"/>
            <a:chOff x="1611" y="405360"/>
            <a:chExt cx="4449960" cy="288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C88BE27-5915-2E12-E1C2-C76AAB51DAAF}"/>
                    </a:ext>
                  </a:extLst>
                </p14:cNvPr>
                <p14:cNvContentPartPr/>
                <p14:nvPr/>
              </p14:nvContentPartPr>
              <p14:xfrm>
                <a:off x="1016451" y="1770480"/>
                <a:ext cx="2497680" cy="92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C88BE27-5915-2E12-E1C2-C76AAB51DAA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07451" y="1761480"/>
                  <a:ext cx="25153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B7D90D5-74E3-3783-187D-D74565949A70}"/>
                    </a:ext>
                  </a:extLst>
                </p14:cNvPr>
                <p14:cNvContentPartPr/>
                <p14:nvPr/>
              </p14:nvContentPartPr>
              <p14:xfrm>
                <a:off x="3474171" y="1790280"/>
                <a:ext cx="88560" cy="163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B7D90D5-74E3-3783-187D-D74565949A7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65531" y="1781280"/>
                  <a:ext cx="1062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3933450-AAD6-057F-0699-49B5189504B1}"/>
                    </a:ext>
                  </a:extLst>
                </p14:cNvPr>
                <p14:cNvContentPartPr/>
                <p14:nvPr/>
              </p14:nvContentPartPr>
              <p14:xfrm>
                <a:off x="2224251" y="486720"/>
                <a:ext cx="95400" cy="2798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3933450-AAD6-057F-0699-49B5189504B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15611" y="478080"/>
                  <a:ext cx="113040" cy="28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CDC8FCA-AA81-AF33-66EE-F7DBD94E624A}"/>
                    </a:ext>
                  </a:extLst>
                </p14:cNvPr>
                <p14:cNvContentPartPr/>
                <p14:nvPr/>
              </p14:nvContentPartPr>
              <p14:xfrm>
                <a:off x="2239371" y="489240"/>
                <a:ext cx="43560" cy="86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CDC8FCA-AA81-AF33-66EE-F7DBD94E624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30371" y="480240"/>
                  <a:ext cx="61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9170CB3-B19C-1C9B-7FEF-001C5A65BB1E}"/>
                    </a:ext>
                  </a:extLst>
                </p14:cNvPr>
                <p14:cNvContentPartPr/>
                <p14:nvPr/>
              </p14:nvContentPartPr>
              <p14:xfrm>
                <a:off x="2253411" y="478080"/>
                <a:ext cx="171000" cy="148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9170CB3-B19C-1C9B-7FEF-001C5A65BB1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244411" y="469080"/>
                  <a:ext cx="188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76DC732-6D21-FEAD-2ACD-A2D68EB0C5E2}"/>
                    </a:ext>
                  </a:extLst>
                </p14:cNvPr>
                <p14:cNvContentPartPr/>
                <p14:nvPr/>
              </p14:nvContentPartPr>
              <p14:xfrm>
                <a:off x="3746331" y="1877400"/>
                <a:ext cx="22680" cy="84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76DC732-6D21-FEAD-2ACD-A2D68EB0C5E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737331" y="1868400"/>
                  <a:ext cx="403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5DCE1C3-D1D4-06E4-19FB-6E6DBBA3E12E}"/>
                    </a:ext>
                  </a:extLst>
                </p14:cNvPr>
                <p14:cNvContentPartPr/>
                <p14:nvPr/>
              </p14:nvContentPartPr>
              <p14:xfrm>
                <a:off x="3718611" y="1808280"/>
                <a:ext cx="130320" cy="199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5DCE1C3-D1D4-06E4-19FB-6E6DBBA3E12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09611" y="1799280"/>
                  <a:ext cx="1479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A97D4F1-012F-6DA4-8668-C2F26944B8B2}"/>
                    </a:ext>
                  </a:extLst>
                </p14:cNvPr>
                <p14:cNvContentPartPr/>
                <p14:nvPr/>
              </p14:nvContentPartPr>
              <p14:xfrm>
                <a:off x="2376171" y="405360"/>
                <a:ext cx="80640" cy="280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A97D4F1-012F-6DA4-8668-C2F26944B8B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67531" y="396720"/>
                  <a:ext cx="982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83CEBE7-70D1-AFE2-9409-9519779746B8}"/>
                    </a:ext>
                  </a:extLst>
                </p14:cNvPr>
                <p14:cNvContentPartPr/>
                <p14:nvPr/>
              </p14:nvContentPartPr>
              <p14:xfrm>
                <a:off x="2164851" y="1868040"/>
                <a:ext cx="80280" cy="139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83CEBE7-70D1-AFE2-9409-9519779746B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55851" y="1859400"/>
                  <a:ext cx="97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B5FAA9D-F0AF-7C4E-B847-6FC66A428F17}"/>
                    </a:ext>
                  </a:extLst>
                </p14:cNvPr>
                <p14:cNvContentPartPr/>
                <p14:nvPr/>
              </p14:nvContentPartPr>
              <p14:xfrm>
                <a:off x="3104091" y="1953000"/>
                <a:ext cx="34920" cy="123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B5FAA9D-F0AF-7C4E-B847-6FC66A428F1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095451" y="1944000"/>
                  <a:ext cx="525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A08AC62-4074-7396-FD68-5DB2FC3D97E5}"/>
                    </a:ext>
                  </a:extLst>
                </p14:cNvPr>
                <p14:cNvContentPartPr/>
                <p14:nvPr/>
              </p14:nvContentPartPr>
              <p14:xfrm>
                <a:off x="3514851" y="1056960"/>
                <a:ext cx="167400" cy="174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A08AC62-4074-7396-FD68-5DB2FC3D97E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05851" y="1047960"/>
                  <a:ext cx="185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02D1C6C-5295-5FA7-1DD6-DC6EAD53EB3E}"/>
                    </a:ext>
                  </a:extLst>
                </p14:cNvPr>
                <p14:cNvContentPartPr/>
                <p14:nvPr/>
              </p14:nvContentPartPr>
              <p14:xfrm>
                <a:off x="3520611" y="1056240"/>
                <a:ext cx="163080" cy="157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02D1C6C-5295-5FA7-1DD6-DC6EAD53EB3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511971" y="1047240"/>
                  <a:ext cx="180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EF63191-F8A8-7ADA-DF15-2A80470808B6}"/>
                    </a:ext>
                  </a:extLst>
                </p14:cNvPr>
                <p14:cNvContentPartPr/>
                <p14:nvPr/>
              </p14:nvContentPartPr>
              <p14:xfrm>
                <a:off x="3682971" y="977040"/>
                <a:ext cx="165960" cy="82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EF63191-F8A8-7ADA-DF15-2A80470808B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673971" y="968400"/>
                  <a:ext cx="183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6E3592D-3E98-2E1D-492A-40172D420BEB}"/>
                    </a:ext>
                  </a:extLst>
                </p14:cNvPr>
                <p14:cNvContentPartPr/>
                <p14:nvPr/>
              </p14:nvContentPartPr>
              <p14:xfrm>
                <a:off x="3776211" y="1109520"/>
                <a:ext cx="182520" cy="28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6E3592D-3E98-2E1D-492A-40172D420BE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767571" y="1100520"/>
                  <a:ext cx="2001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6BCBEB5-879C-CE2A-E4DD-394C54CF1CA0}"/>
                    </a:ext>
                  </a:extLst>
                </p14:cNvPr>
                <p14:cNvContentPartPr/>
                <p14:nvPr/>
              </p14:nvContentPartPr>
              <p14:xfrm>
                <a:off x="3848211" y="1035720"/>
                <a:ext cx="53640" cy="176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6BCBEB5-879C-CE2A-E4DD-394C54CF1CA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839211" y="1027080"/>
                  <a:ext cx="712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0515FB4-73DD-6F98-9FAA-93D4579B1432}"/>
                    </a:ext>
                  </a:extLst>
                </p14:cNvPr>
                <p14:cNvContentPartPr/>
                <p14:nvPr/>
              </p14:nvContentPartPr>
              <p14:xfrm>
                <a:off x="3936411" y="1005480"/>
                <a:ext cx="132480" cy="267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0515FB4-73DD-6F98-9FAA-93D4579B143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927411" y="996840"/>
                  <a:ext cx="1501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19174BA-C41B-CED8-6763-24F253263A4D}"/>
                    </a:ext>
                  </a:extLst>
                </p14:cNvPr>
                <p14:cNvContentPartPr/>
                <p14:nvPr/>
              </p14:nvContentPartPr>
              <p14:xfrm>
                <a:off x="4108851" y="916920"/>
                <a:ext cx="103320" cy="104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19174BA-C41B-CED8-6763-24F253263A4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100211" y="908280"/>
                  <a:ext cx="120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0EBD412-61A2-594F-EF9A-68F662401EFB}"/>
                    </a:ext>
                  </a:extLst>
                </p14:cNvPr>
                <p14:cNvContentPartPr/>
                <p14:nvPr/>
              </p14:nvContentPartPr>
              <p14:xfrm>
                <a:off x="4178331" y="1118160"/>
                <a:ext cx="126360" cy="21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0EBD412-61A2-594F-EF9A-68F662401EF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169331" y="1109520"/>
                  <a:ext cx="144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A55D055-272D-7D66-BA69-8B763EC2744B}"/>
                    </a:ext>
                  </a:extLst>
                </p14:cNvPr>
                <p14:cNvContentPartPr/>
                <p14:nvPr/>
              </p14:nvContentPartPr>
              <p14:xfrm>
                <a:off x="4163571" y="1208160"/>
                <a:ext cx="98640" cy="18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A55D055-272D-7D66-BA69-8B763EC2744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154931" y="1199160"/>
                  <a:ext cx="1162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46D4EF9-B295-7A2C-0129-E901FC819D26}"/>
                    </a:ext>
                  </a:extLst>
                </p14:cNvPr>
                <p14:cNvContentPartPr/>
                <p14:nvPr/>
              </p14:nvContentPartPr>
              <p14:xfrm>
                <a:off x="4365171" y="1071000"/>
                <a:ext cx="45360" cy="272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46D4EF9-B295-7A2C-0129-E901FC819D2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356531" y="1062000"/>
                  <a:ext cx="630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1C4E38B-C0B3-4B49-6687-C6D97E5E1816}"/>
                    </a:ext>
                  </a:extLst>
                </p14:cNvPr>
                <p14:cNvContentPartPr/>
                <p14:nvPr/>
              </p14:nvContentPartPr>
              <p14:xfrm>
                <a:off x="3481011" y="1335240"/>
                <a:ext cx="970560" cy="139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1C4E38B-C0B3-4B49-6687-C6D97E5E181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472011" y="1326240"/>
                  <a:ext cx="9882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B32D7FD-BE3F-6BD4-BF88-6684565EC6D8}"/>
                    </a:ext>
                  </a:extLst>
                </p14:cNvPr>
                <p14:cNvContentPartPr/>
                <p14:nvPr/>
              </p14:nvContentPartPr>
              <p14:xfrm>
                <a:off x="3510891" y="1320480"/>
                <a:ext cx="853200" cy="112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B32D7FD-BE3F-6BD4-BF88-6684565EC6D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502251" y="1311840"/>
                  <a:ext cx="870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0C47B52-00CA-48F2-C8A1-33A2049C920F}"/>
                    </a:ext>
                  </a:extLst>
                </p14:cNvPr>
                <p14:cNvContentPartPr/>
                <p14:nvPr/>
              </p14:nvContentPartPr>
              <p14:xfrm>
                <a:off x="1535931" y="1146600"/>
                <a:ext cx="1502280" cy="1503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0C47B52-00CA-48F2-C8A1-33A2049C920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526931" y="1137960"/>
                  <a:ext cx="1519920" cy="15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5F71C2B-FA42-C288-D9CE-B6435409BA80}"/>
                    </a:ext>
                  </a:extLst>
                </p14:cNvPr>
                <p14:cNvContentPartPr/>
                <p14:nvPr/>
              </p14:nvContentPartPr>
              <p14:xfrm>
                <a:off x="1580931" y="1073520"/>
                <a:ext cx="1473480" cy="1643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5F71C2B-FA42-C288-D9CE-B6435409BA8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71931" y="1064520"/>
                  <a:ext cx="1491120" cy="166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317715F-D208-7AAE-F9F2-05A1DE6FB9A2}"/>
                    </a:ext>
                  </a:extLst>
                </p14:cNvPr>
                <p14:cNvContentPartPr/>
                <p14:nvPr/>
              </p14:nvContentPartPr>
              <p14:xfrm>
                <a:off x="1548531" y="1078920"/>
                <a:ext cx="1506240" cy="1536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317715F-D208-7AAE-F9F2-05A1DE6FB9A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539891" y="1070280"/>
                  <a:ext cx="1523880" cy="15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BE1AE4E-8851-AEC1-5528-F3AA9B1552AA}"/>
                    </a:ext>
                  </a:extLst>
                </p14:cNvPr>
                <p14:cNvContentPartPr/>
                <p14:nvPr/>
              </p14:nvContentPartPr>
              <p14:xfrm>
                <a:off x="1644291" y="1056240"/>
                <a:ext cx="1470240" cy="1613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BE1AE4E-8851-AEC1-5528-F3AA9B1552A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635651" y="1047600"/>
                  <a:ext cx="1487880" cy="16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21F8B5B-C1C6-170D-19D8-129328128E46}"/>
                    </a:ext>
                  </a:extLst>
                </p14:cNvPr>
                <p14:cNvContentPartPr/>
                <p14:nvPr/>
              </p14:nvContentPartPr>
              <p14:xfrm>
                <a:off x="3240171" y="1706400"/>
                <a:ext cx="173160" cy="343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21F8B5B-C1C6-170D-19D8-129328128E4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231171" y="1697400"/>
                  <a:ext cx="19080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B43D990-BFAE-7B79-5E41-38EF2AF71479}"/>
                    </a:ext>
                  </a:extLst>
                </p14:cNvPr>
                <p14:cNvContentPartPr/>
                <p14:nvPr/>
              </p14:nvContentPartPr>
              <p14:xfrm>
                <a:off x="2218491" y="793440"/>
                <a:ext cx="206640" cy="160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B43D990-BFAE-7B79-5E41-38EF2AF7147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209491" y="784800"/>
                  <a:ext cx="2242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E74C22D-0632-393B-2B0A-6CAE586D442A}"/>
                    </a:ext>
                  </a:extLst>
                </p14:cNvPr>
                <p14:cNvContentPartPr/>
                <p14:nvPr/>
              </p14:nvContentPartPr>
              <p14:xfrm>
                <a:off x="135531" y="1281240"/>
                <a:ext cx="36360" cy="226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E74C22D-0632-393B-2B0A-6CAE586D442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26531" y="1272600"/>
                  <a:ext cx="540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F6A6F71-0FDD-80B9-DD5B-B5C21BCBBEAA}"/>
                    </a:ext>
                  </a:extLst>
                </p14:cNvPr>
                <p14:cNvContentPartPr/>
                <p14:nvPr/>
              </p14:nvContentPartPr>
              <p14:xfrm>
                <a:off x="148851" y="1235160"/>
                <a:ext cx="74160" cy="129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F6A6F71-0FDD-80B9-DD5B-B5C21BCBBEA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39851" y="1226520"/>
                  <a:ext cx="91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2E6437D-265D-8845-124A-EE80268637DE}"/>
                    </a:ext>
                  </a:extLst>
                </p14:cNvPr>
                <p14:cNvContentPartPr/>
                <p14:nvPr/>
              </p14:nvContentPartPr>
              <p14:xfrm>
                <a:off x="201771" y="1296720"/>
                <a:ext cx="96120" cy="190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2E6437D-265D-8845-124A-EE80268637D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92771" y="1287720"/>
                  <a:ext cx="1137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E490D3A-C76E-D87A-3B3D-4A5FB3FE86B3}"/>
                    </a:ext>
                  </a:extLst>
                </p14:cNvPr>
                <p14:cNvContentPartPr/>
                <p14:nvPr/>
              </p14:nvContentPartPr>
              <p14:xfrm>
                <a:off x="318411" y="1330920"/>
                <a:ext cx="95040" cy="126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E490D3A-C76E-D87A-3B3D-4A5FB3FE86B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09771" y="1322280"/>
                  <a:ext cx="1126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185B220-F503-A12B-FC6E-BFAF4BDDE596}"/>
                    </a:ext>
                  </a:extLst>
                </p14:cNvPr>
                <p14:cNvContentPartPr/>
                <p14:nvPr/>
              </p14:nvContentPartPr>
              <p14:xfrm>
                <a:off x="441171" y="1284840"/>
                <a:ext cx="66960" cy="246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185B220-F503-A12B-FC6E-BFAF4BDDE59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32531" y="1276200"/>
                  <a:ext cx="846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39DE641-4302-596C-B104-59F6493E6969}"/>
                    </a:ext>
                  </a:extLst>
                </p14:cNvPr>
                <p14:cNvContentPartPr/>
                <p14:nvPr/>
              </p14:nvContentPartPr>
              <p14:xfrm>
                <a:off x="573291" y="1331280"/>
                <a:ext cx="97920" cy="11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39DE641-4302-596C-B104-59F6493E696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64291" y="1322640"/>
                  <a:ext cx="115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44ECBE0-26BD-3EC3-1339-B8FBD9E63AD4}"/>
                    </a:ext>
                  </a:extLst>
                </p14:cNvPr>
                <p14:cNvContentPartPr/>
                <p14:nvPr/>
              </p14:nvContentPartPr>
              <p14:xfrm>
                <a:off x="563931" y="1417320"/>
                <a:ext cx="144720" cy="14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44ECBE0-26BD-3EC3-1339-B8FBD9E63AD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55291" y="1408680"/>
                  <a:ext cx="1623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E9D8005-F209-CCAD-E2F6-C0901E5FFD30}"/>
                    </a:ext>
                  </a:extLst>
                </p14:cNvPr>
                <p14:cNvContentPartPr/>
                <p14:nvPr/>
              </p14:nvContentPartPr>
              <p14:xfrm>
                <a:off x="750051" y="1058760"/>
                <a:ext cx="157320" cy="235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E9D8005-F209-CCAD-E2F6-C0901E5FFD3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41411" y="1049760"/>
                  <a:ext cx="1749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ED0AD6F-7260-E7F8-4FBC-0D3D8B10F7FD}"/>
                    </a:ext>
                  </a:extLst>
                </p14:cNvPr>
                <p14:cNvContentPartPr/>
                <p14:nvPr/>
              </p14:nvContentPartPr>
              <p14:xfrm>
                <a:off x="859131" y="1201680"/>
                <a:ext cx="92880" cy="105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ED0AD6F-7260-E7F8-4FBC-0D3D8B10F7F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50491" y="1193040"/>
                  <a:ext cx="1105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783775B-8755-376F-F636-F2CC8D5AD893}"/>
                    </a:ext>
                  </a:extLst>
                </p14:cNvPr>
                <p14:cNvContentPartPr/>
                <p14:nvPr/>
              </p14:nvContentPartPr>
              <p14:xfrm>
                <a:off x="1011411" y="1110240"/>
                <a:ext cx="30960" cy="117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783775B-8755-376F-F636-F2CC8D5AD89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02411" y="1101240"/>
                  <a:ext cx="486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626F8DA-54D5-BD34-773F-5E9A73120A08}"/>
                    </a:ext>
                  </a:extLst>
                </p14:cNvPr>
                <p14:cNvContentPartPr/>
                <p14:nvPr/>
              </p14:nvContentPartPr>
              <p14:xfrm>
                <a:off x="717291" y="1347480"/>
                <a:ext cx="353880" cy="21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626F8DA-54D5-BD34-773F-5E9A73120A0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08651" y="1338840"/>
                  <a:ext cx="371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C277DE7-B5CA-7085-E3E6-6654F1D2B8A9}"/>
                    </a:ext>
                  </a:extLst>
                </p14:cNvPr>
                <p14:cNvContentPartPr/>
                <p14:nvPr/>
              </p14:nvContentPartPr>
              <p14:xfrm>
                <a:off x="755811" y="1404720"/>
                <a:ext cx="106560" cy="227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C277DE7-B5CA-7085-E3E6-6654F1D2B8A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46811" y="1395720"/>
                  <a:ext cx="1242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74278B9-8B26-33A2-0399-2930BDC73FE7}"/>
                    </a:ext>
                  </a:extLst>
                </p14:cNvPr>
                <p14:cNvContentPartPr/>
                <p14:nvPr/>
              </p14:nvContentPartPr>
              <p14:xfrm>
                <a:off x="977931" y="1433520"/>
                <a:ext cx="28800" cy="161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74278B9-8B26-33A2-0399-2930BDC73FE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69291" y="1424880"/>
                  <a:ext cx="46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8E3DCEC-F394-E531-A0BF-65B66E0C2CCC}"/>
                    </a:ext>
                  </a:extLst>
                </p14:cNvPr>
                <p14:cNvContentPartPr/>
                <p14:nvPr/>
              </p14:nvContentPartPr>
              <p14:xfrm>
                <a:off x="814131" y="1566000"/>
                <a:ext cx="147960" cy="81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8E3DCEC-F394-E531-A0BF-65B66E0C2CC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05131" y="1557360"/>
                  <a:ext cx="1656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A9E3E24-A4AF-2E67-ACB3-FE35C36E6FA4}"/>
                    </a:ext>
                  </a:extLst>
                </p14:cNvPr>
                <p14:cNvContentPartPr/>
                <p14:nvPr/>
              </p14:nvContentPartPr>
              <p14:xfrm>
                <a:off x="435411" y="1964520"/>
                <a:ext cx="115200" cy="27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A9E3E24-A4AF-2E67-ACB3-FE35C36E6FA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26411" y="1955880"/>
                  <a:ext cx="1328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1AAAED1-3BBA-A2FA-6A14-57FE2B72FED5}"/>
                    </a:ext>
                  </a:extLst>
                </p14:cNvPr>
                <p14:cNvContentPartPr/>
                <p14:nvPr/>
              </p14:nvContentPartPr>
              <p14:xfrm>
                <a:off x="467091" y="2050200"/>
                <a:ext cx="119160" cy="22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1AAAED1-3BBA-A2FA-6A14-57FE2B72FED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58451" y="2041200"/>
                  <a:ext cx="1368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0462A3-E56C-3316-C437-4D56C2B43548}"/>
                    </a:ext>
                  </a:extLst>
                </p14:cNvPr>
                <p14:cNvContentPartPr/>
                <p14:nvPr/>
              </p14:nvContentPartPr>
              <p14:xfrm>
                <a:off x="693891" y="1779120"/>
                <a:ext cx="136440" cy="116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0462A3-E56C-3316-C437-4D56C2B4354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85251" y="1770120"/>
                  <a:ext cx="1540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08EA66D-C739-EC29-BDB9-C474A3C3B4B9}"/>
                    </a:ext>
                  </a:extLst>
                </p14:cNvPr>
                <p14:cNvContentPartPr/>
                <p14:nvPr/>
              </p14:nvContentPartPr>
              <p14:xfrm>
                <a:off x="776331" y="1807560"/>
                <a:ext cx="91440" cy="73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08EA66D-C739-EC29-BDB9-C474A3C3B4B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67691" y="1798920"/>
                  <a:ext cx="1090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8C9789C-927B-2609-B341-B586516B89C2}"/>
                    </a:ext>
                  </a:extLst>
                </p14:cNvPr>
                <p14:cNvContentPartPr/>
                <p14:nvPr/>
              </p14:nvContentPartPr>
              <p14:xfrm>
                <a:off x="593451" y="1950120"/>
                <a:ext cx="310680" cy="68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8C9789C-927B-2609-B341-B586516B89C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84811" y="1941120"/>
                  <a:ext cx="3283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9B4B17F-E44B-6140-9CB4-263DAF213BFF}"/>
                    </a:ext>
                  </a:extLst>
                </p14:cNvPr>
                <p14:cNvContentPartPr/>
                <p14:nvPr/>
              </p14:nvContentPartPr>
              <p14:xfrm>
                <a:off x="719091" y="2032560"/>
                <a:ext cx="148680" cy="146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9B4B17F-E44B-6140-9CB4-263DAF213BF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10091" y="2023920"/>
                  <a:ext cx="166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AC808EA-352E-5681-1FA5-312B77D07709}"/>
                    </a:ext>
                  </a:extLst>
                </p14:cNvPr>
                <p14:cNvContentPartPr/>
                <p14:nvPr/>
              </p14:nvContentPartPr>
              <p14:xfrm>
                <a:off x="766251" y="2119680"/>
                <a:ext cx="70560" cy="169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AC808EA-352E-5681-1FA5-312B77D0770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57611" y="2110680"/>
                  <a:ext cx="88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A4C4038-1D69-8D2D-E783-7B608B9EBC70}"/>
                    </a:ext>
                  </a:extLst>
                </p14:cNvPr>
                <p14:cNvContentPartPr/>
                <p14:nvPr/>
              </p14:nvContentPartPr>
              <p14:xfrm>
                <a:off x="1611" y="1081800"/>
                <a:ext cx="603000" cy="560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A4C4038-1D69-8D2D-E783-7B608B9EBC7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-7389" y="1073160"/>
                  <a:ext cx="62064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EF9C51C-E3EC-0E3C-073B-20EFB40F0B76}"/>
                    </a:ext>
                  </a:extLst>
                </p14:cNvPr>
                <p14:cNvContentPartPr/>
                <p14:nvPr/>
              </p14:nvContentPartPr>
              <p14:xfrm>
                <a:off x="123651" y="1130760"/>
                <a:ext cx="439920" cy="4622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EF9C51C-E3EC-0E3C-073B-20EFB40F0B7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5011" y="1121760"/>
                  <a:ext cx="45756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6EAE812-0B61-2765-45A9-04E9485759CF}"/>
                    </a:ext>
                  </a:extLst>
                </p14:cNvPr>
                <p14:cNvContentPartPr/>
                <p14:nvPr/>
              </p14:nvContentPartPr>
              <p14:xfrm>
                <a:off x="797931" y="2417760"/>
                <a:ext cx="1800" cy="9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6EAE812-0B61-2765-45A9-04E9485759C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89291" y="2408760"/>
                  <a:ext cx="19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A44FF68-01E5-4B10-CD98-F8580A317B3B}"/>
                    </a:ext>
                  </a:extLst>
                </p14:cNvPr>
                <p14:cNvContentPartPr/>
                <p14:nvPr/>
              </p14:nvContentPartPr>
              <p14:xfrm>
                <a:off x="1270611" y="1928160"/>
                <a:ext cx="85320" cy="20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A44FF68-01E5-4B10-CD98-F8580A317B3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261971" y="1919520"/>
                  <a:ext cx="102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C3AF76E-910F-E900-0217-DD9741784548}"/>
                    </a:ext>
                  </a:extLst>
                </p14:cNvPr>
                <p14:cNvContentPartPr/>
                <p14:nvPr/>
              </p14:nvContentPartPr>
              <p14:xfrm>
                <a:off x="1411731" y="1876320"/>
                <a:ext cx="11520" cy="149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C3AF76E-910F-E900-0217-DD974178454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402731" y="1867320"/>
                  <a:ext cx="291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6D6A3F5-1313-B1D2-EB5E-C2905CD48840}"/>
                    </a:ext>
                  </a:extLst>
                </p14:cNvPr>
                <p14:cNvContentPartPr/>
                <p14:nvPr/>
              </p14:nvContentPartPr>
              <p14:xfrm>
                <a:off x="3121371" y="1914120"/>
                <a:ext cx="25560" cy="121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6D6A3F5-1313-B1D2-EB5E-C2905CD4884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112731" y="1905120"/>
                  <a:ext cx="43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67C7AA3-E5E6-CF4D-2B0D-323132482F71}"/>
                    </a:ext>
                  </a:extLst>
                </p14:cNvPr>
                <p14:cNvContentPartPr/>
                <p14:nvPr/>
              </p14:nvContentPartPr>
              <p14:xfrm>
                <a:off x="1962171" y="2776680"/>
                <a:ext cx="162000" cy="36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67C7AA3-E5E6-CF4D-2B0D-323132482F7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953531" y="2767680"/>
                  <a:ext cx="1796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5AE5F77-D4C7-A611-E4AF-763118E69B15}"/>
                    </a:ext>
                  </a:extLst>
                </p14:cNvPr>
                <p14:cNvContentPartPr/>
                <p14:nvPr/>
              </p14:nvContentPartPr>
              <p14:xfrm>
                <a:off x="2163771" y="2682720"/>
                <a:ext cx="33840" cy="202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5AE5F77-D4C7-A611-E4AF-763118E69B1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154771" y="2673720"/>
                  <a:ext cx="514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4D55173-20EF-BEF1-E666-3CF366BAD0D4}"/>
                    </a:ext>
                  </a:extLst>
                </p14:cNvPr>
                <p14:cNvContentPartPr/>
                <p14:nvPr/>
              </p14:nvContentPartPr>
              <p14:xfrm>
                <a:off x="2562651" y="838440"/>
                <a:ext cx="20880" cy="151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4D55173-20EF-BEF1-E666-3CF366BAD0D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553651" y="829440"/>
                  <a:ext cx="38520" cy="168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9839" y="62407"/>
            <a:ext cx="1087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FFFFFF"/>
                </a:solidFill>
                <a:latin typeface="Book Antiqua"/>
                <a:cs typeface="Book Antiqua"/>
              </a:rPr>
              <a:t>Programming</a:t>
            </a:r>
            <a:endParaRPr sz="1400">
              <a:latin typeface="Book Antiqua"/>
              <a:cs typeface="Book Antiqu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76395" y="864171"/>
            <a:ext cx="1455420" cy="1455420"/>
            <a:chOff x="1576395" y="864171"/>
            <a:chExt cx="1455420" cy="1455420"/>
          </a:xfrm>
        </p:grpSpPr>
        <p:sp>
          <p:nvSpPr>
            <p:cNvPr id="4" name="object 4"/>
            <p:cNvSpPr/>
            <p:nvPr/>
          </p:nvSpPr>
          <p:spPr>
            <a:xfrm>
              <a:off x="1583989" y="871766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720001" y="0"/>
                  </a:moveTo>
                  <a:lnTo>
                    <a:pt x="672660" y="1531"/>
                  </a:lnTo>
                  <a:lnTo>
                    <a:pt x="626137" y="6062"/>
                  </a:lnTo>
                  <a:lnTo>
                    <a:pt x="580527" y="13499"/>
                  </a:lnTo>
                  <a:lnTo>
                    <a:pt x="535924" y="23745"/>
                  </a:lnTo>
                  <a:lnTo>
                    <a:pt x="492423" y="36707"/>
                  </a:lnTo>
                  <a:lnTo>
                    <a:pt x="450120" y="52288"/>
                  </a:lnTo>
                  <a:lnTo>
                    <a:pt x="409108" y="70396"/>
                  </a:lnTo>
                  <a:lnTo>
                    <a:pt x="369484" y="90933"/>
                  </a:lnTo>
                  <a:lnTo>
                    <a:pt x="331341" y="113807"/>
                  </a:lnTo>
                  <a:lnTo>
                    <a:pt x="294776" y="138921"/>
                  </a:lnTo>
                  <a:lnTo>
                    <a:pt x="259881" y="166181"/>
                  </a:lnTo>
                  <a:lnTo>
                    <a:pt x="226753" y="195493"/>
                  </a:lnTo>
                  <a:lnTo>
                    <a:pt x="195487" y="226760"/>
                  </a:lnTo>
                  <a:lnTo>
                    <a:pt x="166176" y="259889"/>
                  </a:lnTo>
                  <a:lnTo>
                    <a:pt x="138917" y="294784"/>
                  </a:lnTo>
                  <a:lnTo>
                    <a:pt x="113803" y="331350"/>
                  </a:lnTo>
                  <a:lnTo>
                    <a:pt x="90930" y="369494"/>
                  </a:lnTo>
                  <a:lnTo>
                    <a:pt x="70393" y="409119"/>
                  </a:lnTo>
                  <a:lnTo>
                    <a:pt x="52287" y="450130"/>
                  </a:lnTo>
                  <a:lnTo>
                    <a:pt x="36705" y="492434"/>
                  </a:lnTo>
                  <a:lnTo>
                    <a:pt x="23744" y="535935"/>
                  </a:lnTo>
                  <a:lnTo>
                    <a:pt x="13498" y="580539"/>
                  </a:lnTo>
                  <a:lnTo>
                    <a:pt x="6062" y="626149"/>
                  </a:lnTo>
                  <a:lnTo>
                    <a:pt x="1531" y="672673"/>
                  </a:lnTo>
                  <a:lnTo>
                    <a:pt x="0" y="720013"/>
                  </a:lnTo>
                  <a:lnTo>
                    <a:pt x="1531" y="767354"/>
                  </a:lnTo>
                  <a:lnTo>
                    <a:pt x="6062" y="813877"/>
                  </a:lnTo>
                  <a:lnTo>
                    <a:pt x="13498" y="859488"/>
                  </a:lnTo>
                  <a:lnTo>
                    <a:pt x="23744" y="904091"/>
                  </a:lnTo>
                  <a:lnTo>
                    <a:pt x="36705" y="947592"/>
                  </a:lnTo>
                  <a:lnTo>
                    <a:pt x="52287" y="989896"/>
                  </a:lnTo>
                  <a:lnTo>
                    <a:pt x="70393" y="1030908"/>
                  </a:lnTo>
                  <a:lnTo>
                    <a:pt x="90930" y="1070533"/>
                  </a:lnTo>
                  <a:lnTo>
                    <a:pt x="113803" y="1108676"/>
                  </a:lnTo>
                  <a:lnTo>
                    <a:pt x="138917" y="1145243"/>
                  </a:lnTo>
                  <a:lnTo>
                    <a:pt x="166176" y="1180138"/>
                  </a:lnTo>
                  <a:lnTo>
                    <a:pt x="195487" y="1213267"/>
                  </a:lnTo>
                  <a:lnTo>
                    <a:pt x="226753" y="1244534"/>
                  </a:lnTo>
                  <a:lnTo>
                    <a:pt x="259881" y="1273845"/>
                  </a:lnTo>
                  <a:lnTo>
                    <a:pt x="294776" y="1301105"/>
                  </a:lnTo>
                  <a:lnTo>
                    <a:pt x="331341" y="1326220"/>
                  </a:lnTo>
                  <a:lnTo>
                    <a:pt x="369484" y="1349093"/>
                  </a:lnTo>
                  <a:lnTo>
                    <a:pt x="409108" y="1369631"/>
                  </a:lnTo>
                  <a:lnTo>
                    <a:pt x="450120" y="1387738"/>
                  </a:lnTo>
                  <a:lnTo>
                    <a:pt x="492423" y="1403320"/>
                  </a:lnTo>
                  <a:lnTo>
                    <a:pt x="535924" y="1416282"/>
                  </a:lnTo>
                  <a:lnTo>
                    <a:pt x="580527" y="1426528"/>
                  </a:lnTo>
                  <a:lnTo>
                    <a:pt x="626137" y="1433964"/>
                  </a:lnTo>
                  <a:lnTo>
                    <a:pt x="672660" y="1438496"/>
                  </a:lnTo>
                  <a:lnTo>
                    <a:pt x="720001" y="1440027"/>
                  </a:lnTo>
                  <a:lnTo>
                    <a:pt x="767343" y="1438496"/>
                  </a:lnTo>
                  <a:lnTo>
                    <a:pt x="813867" y="1433964"/>
                  </a:lnTo>
                  <a:lnTo>
                    <a:pt x="859479" y="1426528"/>
                  </a:lnTo>
                  <a:lnTo>
                    <a:pt x="904083" y="1416282"/>
                  </a:lnTo>
                  <a:lnTo>
                    <a:pt x="947584" y="1403320"/>
                  </a:lnTo>
                  <a:lnTo>
                    <a:pt x="989889" y="1387738"/>
                  </a:lnTo>
                  <a:lnTo>
                    <a:pt x="1030901" y="1369631"/>
                  </a:lnTo>
                  <a:lnTo>
                    <a:pt x="1070526" y="1349093"/>
                  </a:lnTo>
                  <a:lnTo>
                    <a:pt x="1108669" y="1326220"/>
                  </a:lnTo>
                  <a:lnTo>
                    <a:pt x="1145236" y="1301105"/>
                  </a:lnTo>
                  <a:lnTo>
                    <a:pt x="1180130" y="1273845"/>
                  </a:lnTo>
                  <a:lnTo>
                    <a:pt x="1213259" y="1244534"/>
                  </a:lnTo>
                  <a:lnTo>
                    <a:pt x="1244526" y="1213267"/>
                  </a:lnTo>
                  <a:lnTo>
                    <a:pt x="1273837" y="1180138"/>
                  </a:lnTo>
                  <a:lnTo>
                    <a:pt x="1301096" y="1145243"/>
                  </a:lnTo>
                  <a:lnTo>
                    <a:pt x="1326210" y="1108676"/>
                  </a:lnTo>
                  <a:lnTo>
                    <a:pt x="1349083" y="1070533"/>
                  </a:lnTo>
                  <a:lnTo>
                    <a:pt x="1369620" y="1030908"/>
                  </a:lnTo>
                  <a:lnTo>
                    <a:pt x="1387727" y="989896"/>
                  </a:lnTo>
                  <a:lnTo>
                    <a:pt x="1403309" y="947592"/>
                  </a:lnTo>
                  <a:lnTo>
                    <a:pt x="1416270" y="904091"/>
                  </a:lnTo>
                  <a:lnTo>
                    <a:pt x="1426516" y="859488"/>
                  </a:lnTo>
                  <a:lnTo>
                    <a:pt x="1433952" y="813877"/>
                  </a:lnTo>
                  <a:lnTo>
                    <a:pt x="1438483" y="767354"/>
                  </a:lnTo>
                  <a:lnTo>
                    <a:pt x="1440014" y="720013"/>
                  </a:lnTo>
                  <a:lnTo>
                    <a:pt x="1438483" y="672673"/>
                  </a:lnTo>
                  <a:lnTo>
                    <a:pt x="1433952" y="626149"/>
                  </a:lnTo>
                  <a:lnTo>
                    <a:pt x="1426516" y="580539"/>
                  </a:lnTo>
                  <a:lnTo>
                    <a:pt x="1416270" y="535935"/>
                  </a:lnTo>
                  <a:lnTo>
                    <a:pt x="1403309" y="492434"/>
                  </a:lnTo>
                  <a:lnTo>
                    <a:pt x="1387727" y="450130"/>
                  </a:lnTo>
                  <a:lnTo>
                    <a:pt x="1369620" y="409119"/>
                  </a:lnTo>
                  <a:lnTo>
                    <a:pt x="1349083" y="369494"/>
                  </a:lnTo>
                  <a:lnTo>
                    <a:pt x="1326210" y="331350"/>
                  </a:lnTo>
                  <a:lnTo>
                    <a:pt x="1301096" y="294784"/>
                  </a:lnTo>
                  <a:lnTo>
                    <a:pt x="1273837" y="259889"/>
                  </a:lnTo>
                  <a:lnTo>
                    <a:pt x="1244526" y="226760"/>
                  </a:lnTo>
                  <a:lnTo>
                    <a:pt x="1213259" y="195493"/>
                  </a:lnTo>
                  <a:lnTo>
                    <a:pt x="1180130" y="166181"/>
                  </a:lnTo>
                  <a:lnTo>
                    <a:pt x="1145236" y="138921"/>
                  </a:lnTo>
                  <a:lnTo>
                    <a:pt x="1108669" y="113807"/>
                  </a:lnTo>
                  <a:lnTo>
                    <a:pt x="1070526" y="90933"/>
                  </a:lnTo>
                  <a:lnTo>
                    <a:pt x="1030901" y="70396"/>
                  </a:lnTo>
                  <a:lnTo>
                    <a:pt x="989889" y="52288"/>
                  </a:lnTo>
                  <a:lnTo>
                    <a:pt x="947584" y="36707"/>
                  </a:lnTo>
                  <a:lnTo>
                    <a:pt x="904083" y="23745"/>
                  </a:lnTo>
                  <a:lnTo>
                    <a:pt x="859479" y="13499"/>
                  </a:lnTo>
                  <a:lnTo>
                    <a:pt x="813867" y="6062"/>
                  </a:lnTo>
                  <a:lnTo>
                    <a:pt x="767343" y="1531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83989" y="871766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1440014" y="720013"/>
                  </a:moveTo>
                  <a:lnTo>
                    <a:pt x="1438483" y="672673"/>
                  </a:lnTo>
                  <a:lnTo>
                    <a:pt x="1433952" y="626149"/>
                  </a:lnTo>
                  <a:lnTo>
                    <a:pt x="1426516" y="580539"/>
                  </a:lnTo>
                  <a:lnTo>
                    <a:pt x="1416270" y="535935"/>
                  </a:lnTo>
                  <a:lnTo>
                    <a:pt x="1403309" y="492434"/>
                  </a:lnTo>
                  <a:lnTo>
                    <a:pt x="1387727" y="450130"/>
                  </a:lnTo>
                  <a:lnTo>
                    <a:pt x="1369620" y="409119"/>
                  </a:lnTo>
                  <a:lnTo>
                    <a:pt x="1349083" y="369494"/>
                  </a:lnTo>
                  <a:lnTo>
                    <a:pt x="1326210" y="331350"/>
                  </a:lnTo>
                  <a:lnTo>
                    <a:pt x="1301096" y="294784"/>
                  </a:lnTo>
                  <a:lnTo>
                    <a:pt x="1273837" y="259889"/>
                  </a:lnTo>
                  <a:lnTo>
                    <a:pt x="1244526" y="226760"/>
                  </a:lnTo>
                  <a:lnTo>
                    <a:pt x="1213259" y="195493"/>
                  </a:lnTo>
                  <a:lnTo>
                    <a:pt x="1180130" y="166181"/>
                  </a:lnTo>
                  <a:lnTo>
                    <a:pt x="1145236" y="138921"/>
                  </a:lnTo>
                  <a:lnTo>
                    <a:pt x="1108669" y="113807"/>
                  </a:lnTo>
                  <a:lnTo>
                    <a:pt x="1070526" y="90933"/>
                  </a:lnTo>
                  <a:lnTo>
                    <a:pt x="1030901" y="70396"/>
                  </a:lnTo>
                  <a:lnTo>
                    <a:pt x="989889" y="52288"/>
                  </a:lnTo>
                  <a:lnTo>
                    <a:pt x="947584" y="36707"/>
                  </a:lnTo>
                  <a:lnTo>
                    <a:pt x="904083" y="23745"/>
                  </a:lnTo>
                  <a:lnTo>
                    <a:pt x="859479" y="13499"/>
                  </a:lnTo>
                  <a:lnTo>
                    <a:pt x="813867" y="6062"/>
                  </a:lnTo>
                  <a:lnTo>
                    <a:pt x="767343" y="1531"/>
                  </a:lnTo>
                  <a:lnTo>
                    <a:pt x="720001" y="0"/>
                  </a:lnTo>
                  <a:lnTo>
                    <a:pt x="672660" y="1531"/>
                  </a:lnTo>
                  <a:lnTo>
                    <a:pt x="626137" y="6062"/>
                  </a:lnTo>
                  <a:lnTo>
                    <a:pt x="580527" y="13499"/>
                  </a:lnTo>
                  <a:lnTo>
                    <a:pt x="535924" y="23745"/>
                  </a:lnTo>
                  <a:lnTo>
                    <a:pt x="492423" y="36707"/>
                  </a:lnTo>
                  <a:lnTo>
                    <a:pt x="450120" y="52288"/>
                  </a:lnTo>
                  <a:lnTo>
                    <a:pt x="409108" y="70396"/>
                  </a:lnTo>
                  <a:lnTo>
                    <a:pt x="369484" y="90933"/>
                  </a:lnTo>
                  <a:lnTo>
                    <a:pt x="331341" y="113807"/>
                  </a:lnTo>
                  <a:lnTo>
                    <a:pt x="294776" y="138921"/>
                  </a:lnTo>
                  <a:lnTo>
                    <a:pt x="259881" y="166181"/>
                  </a:lnTo>
                  <a:lnTo>
                    <a:pt x="226753" y="195493"/>
                  </a:lnTo>
                  <a:lnTo>
                    <a:pt x="195487" y="226760"/>
                  </a:lnTo>
                  <a:lnTo>
                    <a:pt x="166176" y="259889"/>
                  </a:lnTo>
                  <a:lnTo>
                    <a:pt x="138917" y="294784"/>
                  </a:lnTo>
                  <a:lnTo>
                    <a:pt x="113803" y="331350"/>
                  </a:lnTo>
                  <a:lnTo>
                    <a:pt x="90930" y="369494"/>
                  </a:lnTo>
                  <a:lnTo>
                    <a:pt x="70393" y="409119"/>
                  </a:lnTo>
                  <a:lnTo>
                    <a:pt x="52287" y="450130"/>
                  </a:lnTo>
                  <a:lnTo>
                    <a:pt x="36705" y="492434"/>
                  </a:lnTo>
                  <a:lnTo>
                    <a:pt x="23744" y="535935"/>
                  </a:lnTo>
                  <a:lnTo>
                    <a:pt x="13498" y="580539"/>
                  </a:lnTo>
                  <a:lnTo>
                    <a:pt x="6062" y="626149"/>
                  </a:lnTo>
                  <a:lnTo>
                    <a:pt x="1531" y="672673"/>
                  </a:lnTo>
                  <a:lnTo>
                    <a:pt x="0" y="720013"/>
                  </a:lnTo>
                  <a:lnTo>
                    <a:pt x="1531" y="767354"/>
                  </a:lnTo>
                  <a:lnTo>
                    <a:pt x="6062" y="813877"/>
                  </a:lnTo>
                  <a:lnTo>
                    <a:pt x="13498" y="859488"/>
                  </a:lnTo>
                  <a:lnTo>
                    <a:pt x="23744" y="904091"/>
                  </a:lnTo>
                  <a:lnTo>
                    <a:pt x="36705" y="947592"/>
                  </a:lnTo>
                  <a:lnTo>
                    <a:pt x="52287" y="989896"/>
                  </a:lnTo>
                  <a:lnTo>
                    <a:pt x="70393" y="1030908"/>
                  </a:lnTo>
                  <a:lnTo>
                    <a:pt x="90930" y="1070533"/>
                  </a:lnTo>
                  <a:lnTo>
                    <a:pt x="113803" y="1108676"/>
                  </a:lnTo>
                  <a:lnTo>
                    <a:pt x="138917" y="1145243"/>
                  </a:lnTo>
                  <a:lnTo>
                    <a:pt x="166176" y="1180138"/>
                  </a:lnTo>
                  <a:lnTo>
                    <a:pt x="195487" y="1213267"/>
                  </a:lnTo>
                  <a:lnTo>
                    <a:pt x="226753" y="1244534"/>
                  </a:lnTo>
                  <a:lnTo>
                    <a:pt x="259881" y="1273845"/>
                  </a:lnTo>
                  <a:lnTo>
                    <a:pt x="294776" y="1301105"/>
                  </a:lnTo>
                  <a:lnTo>
                    <a:pt x="331341" y="1326220"/>
                  </a:lnTo>
                  <a:lnTo>
                    <a:pt x="369484" y="1349093"/>
                  </a:lnTo>
                  <a:lnTo>
                    <a:pt x="409108" y="1369631"/>
                  </a:lnTo>
                  <a:lnTo>
                    <a:pt x="450120" y="1387738"/>
                  </a:lnTo>
                  <a:lnTo>
                    <a:pt x="492423" y="1403320"/>
                  </a:lnTo>
                  <a:lnTo>
                    <a:pt x="535924" y="1416282"/>
                  </a:lnTo>
                  <a:lnTo>
                    <a:pt x="580527" y="1426528"/>
                  </a:lnTo>
                  <a:lnTo>
                    <a:pt x="626137" y="1433964"/>
                  </a:lnTo>
                  <a:lnTo>
                    <a:pt x="672660" y="1438496"/>
                  </a:lnTo>
                  <a:lnTo>
                    <a:pt x="720001" y="1440027"/>
                  </a:lnTo>
                  <a:lnTo>
                    <a:pt x="767343" y="1438496"/>
                  </a:lnTo>
                  <a:lnTo>
                    <a:pt x="813867" y="1433964"/>
                  </a:lnTo>
                  <a:lnTo>
                    <a:pt x="859479" y="1426528"/>
                  </a:lnTo>
                  <a:lnTo>
                    <a:pt x="904083" y="1416282"/>
                  </a:lnTo>
                  <a:lnTo>
                    <a:pt x="947584" y="1403320"/>
                  </a:lnTo>
                  <a:lnTo>
                    <a:pt x="989889" y="1387738"/>
                  </a:lnTo>
                  <a:lnTo>
                    <a:pt x="1030901" y="1369631"/>
                  </a:lnTo>
                  <a:lnTo>
                    <a:pt x="1070526" y="1349093"/>
                  </a:lnTo>
                  <a:lnTo>
                    <a:pt x="1108669" y="1326220"/>
                  </a:lnTo>
                  <a:lnTo>
                    <a:pt x="1145236" y="1301105"/>
                  </a:lnTo>
                  <a:lnTo>
                    <a:pt x="1180130" y="1273845"/>
                  </a:lnTo>
                  <a:lnTo>
                    <a:pt x="1213259" y="1244534"/>
                  </a:lnTo>
                  <a:lnTo>
                    <a:pt x="1244526" y="1213267"/>
                  </a:lnTo>
                  <a:lnTo>
                    <a:pt x="1273837" y="1180138"/>
                  </a:lnTo>
                  <a:lnTo>
                    <a:pt x="1301096" y="1145243"/>
                  </a:lnTo>
                  <a:lnTo>
                    <a:pt x="1326210" y="1108676"/>
                  </a:lnTo>
                  <a:lnTo>
                    <a:pt x="1349083" y="1070533"/>
                  </a:lnTo>
                  <a:lnTo>
                    <a:pt x="1369620" y="1030908"/>
                  </a:lnTo>
                  <a:lnTo>
                    <a:pt x="1387727" y="989896"/>
                  </a:lnTo>
                  <a:lnTo>
                    <a:pt x="1403309" y="947592"/>
                  </a:lnTo>
                  <a:lnTo>
                    <a:pt x="1416270" y="904091"/>
                  </a:lnTo>
                  <a:lnTo>
                    <a:pt x="1426516" y="859488"/>
                  </a:lnTo>
                  <a:lnTo>
                    <a:pt x="1433952" y="813877"/>
                  </a:lnTo>
                  <a:lnTo>
                    <a:pt x="1438483" y="767354"/>
                  </a:lnTo>
                  <a:lnTo>
                    <a:pt x="1440014" y="720013"/>
                  </a:lnTo>
                  <a:close/>
                </a:path>
              </a:pathLst>
            </a:custGeom>
            <a:ln w="15189">
              <a:solidFill>
                <a:srgbClr val="FF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83989" y="871771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1440014" y="0"/>
                  </a:moveTo>
                  <a:lnTo>
                    <a:pt x="1440014" y="1440014"/>
                  </a:lnTo>
                  <a:lnTo>
                    <a:pt x="0" y="1440014"/>
                  </a:lnTo>
                  <a:lnTo>
                    <a:pt x="0" y="0"/>
                  </a:lnTo>
                  <a:lnTo>
                    <a:pt x="1427365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5844" y="2454071"/>
            <a:ext cx="423862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circle,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10/27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76395" y="853389"/>
            <a:ext cx="1455420" cy="1455420"/>
            <a:chOff x="1576395" y="853389"/>
            <a:chExt cx="1455420" cy="1455420"/>
          </a:xfrm>
        </p:grpSpPr>
        <p:sp>
          <p:nvSpPr>
            <p:cNvPr id="4" name="object 4"/>
            <p:cNvSpPr/>
            <p:nvPr/>
          </p:nvSpPr>
          <p:spPr>
            <a:xfrm>
              <a:off x="1583989" y="860983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720001" y="0"/>
                  </a:moveTo>
                  <a:lnTo>
                    <a:pt x="672660" y="1531"/>
                  </a:lnTo>
                  <a:lnTo>
                    <a:pt x="626137" y="6062"/>
                  </a:lnTo>
                  <a:lnTo>
                    <a:pt x="580527" y="13499"/>
                  </a:lnTo>
                  <a:lnTo>
                    <a:pt x="535924" y="23745"/>
                  </a:lnTo>
                  <a:lnTo>
                    <a:pt x="492423" y="36707"/>
                  </a:lnTo>
                  <a:lnTo>
                    <a:pt x="450120" y="52288"/>
                  </a:lnTo>
                  <a:lnTo>
                    <a:pt x="409108" y="70396"/>
                  </a:lnTo>
                  <a:lnTo>
                    <a:pt x="369484" y="90933"/>
                  </a:lnTo>
                  <a:lnTo>
                    <a:pt x="331341" y="113807"/>
                  </a:lnTo>
                  <a:lnTo>
                    <a:pt x="294776" y="138921"/>
                  </a:lnTo>
                  <a:lnTo>
                    <a:pt x="259881" y="166181"/>
                  </a:lnTo>
                  <a:lnTo>
                    <a:pt x="226753" y="195493"/>
                  </a:lnTo>
                  <a:lnTo>
                    <a:pt x="195487" y="226760"/>
                  </a:lnTo>
                  <a:lnTo>
                    <a:pt x="166176" y="259889"/>
                  </a:lnTo>
                  <a:lnTo>
                    <a:pt x="138917" y="294784"/>
                  </a:lnTo>
                  <a:lnTo>
                    <a:pt x="113803" y="331350"/>
                  </a:lnTo>
                  <a:lnTo>
                    <a:pt x="90930" y="369494"/>
                  </a:lnTo>
                  <a:lnTo>
                    <a:pt x="70393" y="409119"/>
                  </a:lnTo>
                  <a:lnTo>
                    <a:pt x="52287" y="450130"/>
                  </a:lnTo>
                  <a:lnTo>
                    <a:pt x="36705" y="492434"/>
                  </a:lnTo>
                  <a:lnTo>
                    <a:pt x="23744" y="535935"/>
                  </a:lnTo>
                  <a:lnTo>
                    <a:pt x="13498" y="580539"/>
                  </a:lnTo>
                  <a:lnTo>
                    <a:pt x="6062" y="626149"/>
                  </a:lnTo>
                  <a:lnTo>
                    <a:pt x="1531" y="672673"/>
                  </a:lnTo>
                  <a:lnTo>
                    <a:pt x="0" y="720013"/>
                  </a:lnTo>
                  <a:lnTo>
                    <a:pt x="1531" y="767354"/>
                  </a:lnTo>
                  <a:lnTo>
                    <a:pt x="6062" y="813877"/>
                  </a:lnTo>
                  <a:lnTo>
                    <a:pt x="13498" y="859488"/>
                  </a:lnTo>
                  <a:lnTo>
                    <a:pt x="23744" y="904091"/>
                  </a:lnTo>
                  <a:lnTo>
                    <a:pt x="36705" y="947592"/>
                  </a:lnTo>
                  <a:lnTo>
                    <a:pt x="52287" y="989896"/>
                  </a:lnTo>
                  <a:lnTo>
                    <a:pt x="70393" y="1030908"/>
                  </a:lnTo>
                  <a:lnTo>
                    <a:pt x="90930" y="1070533"/>
                  </a:lnTo>
                  <a:lnTo>
                    <a:pt x="113803" y="1108676"/>
                  </a:lnTo>
                  <a:lnTo>
                    <a:pt x="138917" y="1145243"/>
                  </a:lnTo>
                  <a:lnTo>
                    <a:pt x="166176" y="1180138"/>
                  </a:lnTo>
                  <a:lnTo>
                    <a:pt x="195487" y="1213267"/>
                  </a:lnTo>
                  <a:lnTo>
                    <a:pt x="226753" y="1244534"/>
                  </a:lnTo>
                  <a:lnTo>
                    <a:pt x="259881" y="1273845"/>
                  </a:lnTo>
                  <a:lnTo>
                    <a:pt x="294776" y="1301105"/>
                  </a:lnTo>
                  <a:lnTo>
                    <a:pt x="331341" y="1326220"/>
                  </a:lnTo>
                  <a:lnTo>
                    <a:pt x="369484" y="1349093"/>
                  </a:lnTo>
                  <a:lnTo>
                    <a:pt x="409108" y="1369631"/>
                  </a:lnTo>
                  <a:lnTo>
                    <a:pt x="450120" y="1387738"/>
                  </a:lnTo>
                  <a:lnTo>
                    <a:pt x="492423" y="1403320"/>
                  </a:lnTo>
                  <a:lnTo>
                    <a:pt x="535924" y="1416282"/>
                  </a:lnTo>
                  <a:lnTo>
                    <a:pt x="580527" y="1426528"/>
                  </a:lnTo>
                  <a:lnTo>
                    <a:pt x="626137" y="1433964"/>
                  </a:lnTo>
                  <a:lnTo>
                    <a:pt x="672660" y="1438496"/>
                  </a:lnTo>
                  <a:lnTo>
                    <a:pt x="720001" y="1440027"/>
                  </a:lnTo>
                  <a:lnTo>
                    <a:pt x="767343" y="1438496"/>
                  </a:lnTo>
                  <a:lnTo>
                    <a:pt x="813867" y="1433964"/>
                  </a:lnTo>
                  <a:lnTo>
                    <a:pt x="859479" y="1426528"/>
                  </a:lnTo>
                  <a:lnTo>
                    <a:pt x="904083" y="1416282"/>
                  </a:lnTo>
                  <a:lnTo>
                    <a:pt x="947584" y="1403320"/>
                  </a:lnTo>
                  <a:lnTo>
                    <a:pt x="989889" y="1387738"/>
                  </a:lnTo>
                  <a:lnTo>
                    <a:pt x="1030901" y="1369631"/>
                  </a:lnTo>
                  <a:lnTo>
                    <a:pt x="1070526" y="1349093"/>
                  </a:lnTo>
                  <a:lnTo>
                    <a:pt x="1108669" y="1326220"/>
                  </a:lnTo>
                  <a:lnTo>
                    <a:pt x="1145236" y="1301105"/>
                  </a:lnTo>
                  <a:lnTo>
                    <a:pt x="1180130" y="1273845"/>
                  </a:lnTo>
                  <a:lnTo>
                    <a:pt x="1213259" y="1244534"/>
                  </a:lnTo>
                  <a:lnTo>
                    <a:pt x="1244526" y="1213267"/>
                  </a:lnTo>
                  <a:lnTo>
                    <a:pt x="1273837" y="1180138"/>
                  </a:lnTo>
                  <a:lnTo>
                    <a:pt x="1301096" y="1145243"/>
                  </a:lnTo>
                  <a:lnTo>
                    <a:pt x="1326210" y="1108676"/>
                  </a:lnTo>
                  <a:lnTo>
                    <a:pt x="1349083" y="1070533"/>
                  </a:lnTo>
                  <a:lnTo>
                    <a:pt x="1369620" y="1030908"/>
                  </a:lnTo>
                  <a:lnTo>
                    <a:pt x="1387727" y="989896"/>
                  </a:lnTo>
                  <a:lnTo>
                    <a:pt x="1403309" y="947592"/>
                  </a:lnTo>
                  <a:lnTo>
                    <a:pt x="1416270" y="904091"/>
                  </a:lnTo>
                  <a:lnTo>
                    <a:pt x="1426516" y="859488"/>
                  </a:lnTo>
                  <a:lnTo>
                    <a:pt x="1433952" y="813877"/>
                  </a:lnTo>
                  <a:lnTo>
                    <a:pt x="1438483" y="767354"/>
                  </a:lnTo>
                  <a:lnTo>
                    <a:pt x="1440014" y="720013"/>
                  </a:lnTo>
                  <a:lnTo>
                    <a:pt x="1438483" y="672673"/>
                  </a:lnTo>
                  <a:lnTo>
                    <a:pt x="1433952" y="626149"/>
                  </a:lnTo>
                  <a:lnTo>
                    <a:pt x="1426516" y="580539"/>
                  </a:lnTo>
                  <a:lnTo>
                    <a:pt x="1416270" y="535935"/>
                  </a:lnTo>
                  <a:lnTo>
                    <a:pt x="1403309" y="492434"/>
                  </a:lnTo>
                  <a:lnTo>
                    <a:pt x="1387727" y="450130"/>
                  </a:lnTo>
                  <a:lnTo>
                    <a:pt x="1369620" y="409119"/>
                  </a:lnTo>
                  <a:lnTo>
                    <a:pt x="1349083" y="369494"/>
                  </a:lnTo>
                  <a:lnTo>
                    <a:pt x="1326210" y="331350"/>
                  </a:lnTo>
                  <a:lnTo>
                    <a:pt x="1301096" y="294784"/>
                  </a:lnTo>
                  <a:lnTo>
                    <a:pt x="1273837" y="259889"/>
                  </a:lnTo>
                  <a:lnTo>
                    <a:pt x="1244526" y="226760"/>
                  </a:lnTo>
                  <a:lnTo>
                    <a:pt x="1213259" y="195493"/>
                  </a:lnTo>
                  <a:lnTo>
                    <a:pt x="1180130" y="166181"/>
                  </a:lnTo>
                  <a:lnTo>
                    <a:pt x="1145236" y="138921"/>
                  </a:lnTo>
                  <a:lnTo>
                    <a:pt x="1108669" y="113807"/>
                  </a:lnTo>
                  <a:lnTo>
                    <a:pt x="1070526" y="90933"/>
                  </a:lnTo>
                  <a:lnTo>
                    <a:pt x="1030901" y="70396"/>
                  </a:lnTo>
                  <a:lnTo>
                    <a:pt x="989889" y="52288"/>
                  </a:lnTo>
                  <a:lnTo>
                    <a:pt x="947584" y="36707"/>
                  </a:lnTo>
                  <a:lnTo>
                    <a:pt x="904083" y="23745"/>
                  </a:lnTo>
                  <a:lnTo>
                    <a:pt x="859479" y="13499"/>
                  </a:lnTo>
                  <a:lnTo>
                    <a:pt x="813867" y="6062"/>
                  </a:lnTo>
                  <a:lnTo>
                    <a:pt x="767343" y="1531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83989" y="860983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1440014" y="720013"/>
                  </a:moveTo>
                  <a:lnTo>
                    <a:pt x="1438483" y="672673"/>
                  </a:lnTo>
                  <a:lnTo>
                    <a:pt x="1433952" y="626149"/>
                  </a:lnTo>
                  <a:lnTo>
                    <a:pt x="1426516" y="580539"/>
                  </a:lnTo>
                  <a:lnTo>
                    <a:pt x="1416270" y="535935"/>
                  </a:lnTo>
                  <a:lnTo>
                    <a:pt x="1403309" y="492434"/>
                  </a:lnTo>
                  <a:lnTo>
                    <a:pt x="1387727" y="450130"/>
                  </a:lnTo>
                  <a:lnTo>
                    <a:pt x="1369620" y="409119"/>
                  </a:lnTo>
                  <a:lnTo>
                    <a:pt x="1349083" y="369494"/>
                  </a:lnTo>
                  <a:lnTo>
                    <a:pt x="1326210" y="331350"/>
                  </a:lnTo>
                  <a:lnTo>
                    <a:pt x="1301096" y="294784"/>
                  </a:lnTo>
                  <a:lnTo>
                    <a:pt x="1273837" y="259889"/>
                  </a:lnTo>
                  <a:lnTo>
                    <a:pt x="1244526" y="226760"/>
                  </a:lnTo>
                  <a:lnTo>
                    <a:pt x="1213259" y="195493"/>
                  </a:lnTo>
                  <a:lnTo>
                    <a:pt x="1180130" y="166181"/>
                  </a:lnTo>
                  <a:lnTo>
                    <a:pt x="1145236" y="138921"/>
                  </a:lnTo>
                  <a:lnTo>
                    <a:pt x="1108669" y="113807"/>
                  </a:lnTo>
                  <a:lnTo>
                    <a:pt x="1070526" y="90933"/>
                  </a:lnTo>
                  <a:lnTo>
                    <a:pt x="1030901" y="70396"/>
                  </a:lnTo>
                  <a:lnTo>
                    <a:pt x="989889" y="52288"/>
                  </a:lnTo>
                  <a:lnTo>
                    <a:pt x="947584" y="36707"/>
                  </a:lnTo>
                  <a:lnTo>
                    <a:pt x="904083" y="23745"/>
                  </a:lnTo>
                  <a:lnTo>
                    <a:pt x="859479" y="13499"/>
                  </a:lnTo>
                  <a:lnTo>
                    <a:pt x="813867" y="6062"/>
                  </a:lnTo>
                  <a:lnTo>
                    <a:pt x="767343" y="1531"/>
                  </a:lnTo>
                  <a:lnTo>
                    <a:pt x="720001" y="0"/>
                  </a:lnTo>
                  <a:lnTo>
                    <a:pt x="672660" y="1531"/>
                  </a:lnTo>
                  <a:lnTo>
                    <a:pt x="626137" y="6062"/>
                  </a:lnTo>
                  <a:lnTo>
                    <a:pt x="580527" y="13499"/>
                  </a:lnTo>
                  <a:lnTo>
                    <a:pt x="535924" y="23745"/>
                  </a:lnTo>
                  <a:lnTo>
                    <a:pt x="492423" y="36707"/>
                  </a:lnTo>
                  <a:lnTo>
                    <a:pt x="450120" y="52288"/>
                  </a:lnTo>
                  <a:lnTo>
                    <a:pt x="409108" y="70396"/>
                  </a:lnTo>
                  <a:lnTo>
                    <a:pt x="369484" y="90933"/>
                  </a:lnTo>
                  <a:lnTo>
                    <a:pt x="331341" y="113807"/>
                  </a:lnTo>
                  <a:lnTo>
                    <a:pt x="294776" y="138921"/>
                  </a:lnTo>
                  <a:lnTo>
                    <a:pt x="259881" y="166181"/>
                  </a:lnTo>
                  <a:lnTo>
                    <a:pt x="226753" y="195493"/>
                  </a:lnTo>
                  <a:lnTo>
                    <a:pt x="195487" y="226760"/>
                  </a:lnTo>
                  <a:lnTo>
                    <a:pt x="166176" y="259889"/>
                  </a:lnTo>
                  <a:lnTo>
                    <a:pt x="138917" y="294784"/>
                  </a:lnTo>
                  <a:lnTo>
                    <a:pt x="113803" y="331350"/>
                  </a:lnTo>
                  <a:lnTo>
                    <a:pt x="90930" y="369494"/>
                  </a:lnTo>
                  <a:lnTo>
                    <a:pt x="70393" y="409119"/>
                  </a:lnTo>
                  <a:lnTo>
                    <a:pt x="52287" y="450130"/>
                  </a:lnTo>
                  <a:lnTo>
                    <a:pt x="36705" y="492434"/>
                  </a:lnTo>
                  <a:lnTo>
                    <a:pt x="23744" y="535935"/>
                  </a:lnTo>
                  <a:lnTo>
                    <a:pt x="13498" y="580539"/>
                  </a:lnTo>
                  <a:lnTo>
                    <a:pt x="6062" y="626149"/>
                  </a:lnTo>
                  <a:lnTo>
                    <a:pt x="1531" y="672673"/>
                  </a:lnTo>
                  <a:lnTo>
                    <a:pt x="0" y="720013"/>
                  </a:lnTo>
                  <a:lnTo>
                    <a:pt x="1531" y="767354"/>
                  </a:lnTo>
                  <a:lnTo>
                    <a:pt x="6062" y="813877"/>
                  </a:lnTo>
                  <a:lnTo>
                    <a:pt x="13498" y="859488"/>
                  </a:lnTo>
                  <a:lnTo>
                    <a:pt x="23744" y="904091"/>
                  </a:lnTo>
                  <a:lnTo>
                    <a:pt x="36705" y="947592"/>
                  </a:lnTo>
                  <a:lnTo>
                    <a:pt x="52287" y="989896"/>
                  </a:lnTo>
                  <a:lnTo>
                    <a:pt x="70393" y="1030908"/>
                  </a:lnTo>
                  <a:lnTo>
                    <a:pt x="90930" y="1070533"/>
                  </a:lnTo>
                  <a:lnTo>
                    <a:pt x="113803" y="1108676"/>
                  </a:lnTo>
                  <a:lnTo>
                    <a:pt x="138917" y="1145243"/>
                  </a:lnTo>
                  <a:lnTo>
                    <a:pt x="166176" y="1180138"/>
                  </a:lnTo>
                  <a:lnTo>
                    <a:pt x="195487" y="1213267"/>
                  </a:lnTo>
                  <a:lnTo>
                    <a:pt x="226753" y="1244534"/>
                  </a:lnTo>
                  <a:lnTo>
                    <a:pt x="259881" y="1273845"/>
                  </a:lnTo>
                  <a:lnTo>
                    <a:pt x="294776" y="1301105"/>
                  </a:lnTo>
                  <a:lnTo>
                    <a:pt x="331341" y="1326220"/>
                  </a:lnTo>
                  <a:lnTo>
                    <a:pt x="369484" y="1349093"/>
                  </a:lnTo>
                  <a:lnTo>
                    <a:pt x="409108" y="1369631"/>
                  </a:lnTo>
                  <a:lnTo>
                    <a:pt x="450120" y="1387738"/>
                  </a:lnTo>
                  <a:lnTo>
                    <a:pt x="492423" y="1403320"/>
                  </a:lnTo>
                  <a:lnTo>
                    <a:pt x="535924" y="1416282"/>
                  </a:lnTo>
                  <a:lnTo>
                    <a:pt x="580527" y="1426528"/>
                  </a:lnTo>
                  <a:lnTo>
                    <a:pt x="626137" y="1433964"/>
                  </a:lnTo>
                  <a:lnTo>
                    <a:pt x="672660" y="1438496"/>
                  </a:lnTo>
                  <a:lnTo>
                    <a:pt x="720001" y="1440027"/>
                  </a:lnTo>
                  <a:lnTo>
                    <a:pt x="767343" y="1438496"/>
                  </a:lnTo>
                  <a:lnTo>
                    <a:pt x="813867" y="1433964"/>
                  </a:lnTo>
                  <a:lnTo>
                    <a:pt x="859479" y="1426528"/>
                  </a:lnTo>
                  <a:lnTo>
                    <a:pt x="904083" y="1416282"/>
                  </a:lnTo>
                  <a:lnTo>
                    <a:pt x="947584" y="1403320"/>
                  </a:lnTo>
                  <a:lnTo>
                    <a:pt x="989889" y="1387738"/>
                  </a:lnTo>
                  <a:lnTo>
                    <a:pt x="1030901" y="1369631"/>
                  </a:lnTo>
                  <a:lnTo>
                    <a:pt x="1070526" y="1349093"/>
                  </a:lnTo>
                  <a:lnTo>
                    <a:pt x="1108669" y="1326220"/>
                  </a:lnTo>
                  <a:lnTo>
                    <a:pt x="1145236" y="1301105"/>
                  </a:lnTo>
                  <a:lnTo>
                    <a:pt x="1180130" y="1273845"/>
                  </a:lnTo>
                  <a:lnTo>
                    <a:pt x="1213259" y="1244534"/>
                  </a:lnTo>
                  <a:lnTo>
                    <a:pt x="1244526" y="1213267"/>
                  </a:lnTo>
                  <a:lnTo>
                    <a:pt x="1273837" y="1180138"/>
                  </a:lnTo>
                  <a:lnTo>
                    <a:pt x="1301096" y="1145243"/>
                  </a:lnTo>
                  <a:lnTo>
                    <a:pt x="1326210" y="1108676"/>
                  </a:lnTo>
                  <a:lnTo>
                    <a:pt x="1349083" y="1070533"/>
                  </a:lnTo>
                  <a:lnTo>
                    <a:pt x="1369620" y="1030908"/>
                  </a:lnTo>
                  <a:lnTo>
                    <a:pt x="1387727" y="989896"/>
                  </a:lnTo>
                  <a:lnTo>
                    <a:pt x="1403309" y="947592"/>
                  </a:lnTo>
                  <a:lnTo>
                    <a:pt x="1416270" y="904091"/>
                  </a:lnTo>
                  <a:lnTo>
                    <a:pt x="1426516" y="859488"/>
                  </a:lnTo>
                  <a:lnTo>
                    <a:pt x="1433952" y="813877"/>
                  </a:lnTo>
                  <a:lnTo>
                    <a:pt x="1438483" y="767354"/>
                  </a:lnTo>
                  <a:lnTo>
                    <a:pt x="1440014" y="720013"/>
                  </a:lnTo>
                  <a:close/>
                </a:path>
              </a:pathLst>
            </a:custGeom>
            <a:ln w="15189">
              <a:solidFill>
                <a:srgbClr val="FF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83989" y="860988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1440014" y="0"/>
                  </a:moveTo>
                  <a:lnTo>
                    <a:pt x="1440014" y="1440014"/>
                  </a:lnTo>
                  <a:lnTo>
                    <a:pt x="0" y="1440014"/>
                  </a:lnTo>
                  <a:lnTo>
                    <a:pt x="0" y="0"/>
                  </a:lnTo>
                  <a:lnTo>
                    <a:pt x="1427365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5844" y="2443302"/>
            <a:ext cx="409067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11/27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31405"/>
            <a:ext cx="409067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5024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31405"/>
            <a:ext cx="4090670" cy="8883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10,000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circleCount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345C6EA-BD62-1163-346E-598C4091EB7B}"/>
                  </a:ext>
                </a:extLst>
              </p14:cNvPr>
              <p14:cNvContentPartPr/>
              <p14:nvPr/>
            </p14:nvContentPartPr>
            <p14:xfrm>
              <a:off x="1164771" y="1216800"/>
              <a:ext cx="155880" cy="124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45C6EA-BD62-1163-346E-598C4091EB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5771" y="1207800"/>
                <a:ext cx="173520" cy="14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31405"/>
            <a:ext cx="4090670" cy="10604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10,000</a:t>
            </a:r>
            <a:endParaRPr sz="1100">
              <a:latin typeface="Times New Roman"/>
              <a:cs typeface="Times New Roman"/>
            </a:endParaRPr>
          </a:p>
          <a:p>
            <a:pPr marL="12700" marR="2973705">
              <a:lnSpc>
                <a:spcPct val="102699"/>
              </a:lnSpc>
            </a:pPr>
            <a:r>
              <a:rPr sz="1100" dirty="0">
                <a:latin typeface="Times New Roman"/>
                <a:cs typeface="Times New Roman"/>
              </a:rPr>
              <a:t>circleCount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 </a:t>
            </a:r>
            <a:r>
              <a:rPr sz="1100" dirty="0">
                <a:latin typeface="Times New Roman"/>
                <a:cs typeface="Times New Roman"/>
              </a:rPr>
              <a:t>Loop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31405"/>
            <a:ext cx="4090670" cy="12325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10,000</a:t>
            </a:r>
            <a:endParaRPr sz="1100">
              <a:latin typeface="Times New Roman"/>
              <a:cs typeface="Times New Roman"/>
            </a:endParaRPr>
          </a:p>
          <a:p>
            <a:pPr marL="12700" marR="2973705">
              <a:lnSpc>
                <a:spcPct val="102699"/>
              </a:lnSpc>
            </a:pPr>
            <a:r>
              <a:rPr sz="1100" dirty="0">
                <a:latin typeface="Times New Roman"/>
                <a:cs typeface="Times New Roman"/>
              </a:rPr>
              <a:t>circleCount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 </a:t>
            </a:r>
            <a:r>
              <a:rPr sz="1100" dirty="0">
                <a:latin typeface="Times New Roman"/>
                <a:cs typeface="Times New Roman"/>
              </a:rPr>
              <a:t>Loop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times</a:t>
            </a:r>
            <a:endParaRPr sz="11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x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823A0E1-1E20-857F-E1CA-E6843BB91A46}"/>
                  </a:ext>
                </a:extLst>
              </p14:cNvPr>
              <p14:cNvContentPartPr/>
              <p14:nvPr/>
            </p14:nvContentPartPr>
            <p14:xfrm>
              <a:off x="351891" y="1932480"/>
              <a:ext cx="1119960" cy="77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823A0E1-1E20-857F-E1CA-E6843BB91A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2891" y="1923840"/>
                <a:ext cx="11376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53D521A-DF9E-7E98-80A9-47BEF736B6C2}"/>
                  </a:ext>
                </a:extLst>
              </p14:cNvPr>
              <p14:cNvContentPartPr/>
              <p14:nvPr/>
            </p14:nvContentPartPr>
            <p14:xfrm>
              <a:off x="342171" y="1981440"/>
              <a:ext cx="550440" cy="37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53D521A-DF9E-7E98-80A9-47BEF736B6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3171" y="1972440"/>
                <a:ext cx="568080" cy="5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31405"/>
            <a:ext cx="4090670" cy="14046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10,000</a:t>
            </a:r>
            <a:endParaRPr sz="1100">
              <a:latin typeface="Times New Roman"/>
              <a:cs typeface="Times New Roman"/>
            </a:endParaRPr>
          </a:p>
          <a:p>
            <a:pPr marL="12700" marR="2973705">
              <a:lnSpc>
                <a:spcPct val="102699"/>
              </a:lnSpc>
            </a:pPr>
            <a:r>
              <a:rPr sz="1100" dirty="0">
                <a:latin typeface="Times New Roman"/>
                <a:cs typeface="Times New Roman"/>
              </a:rPr>
              <a:t>circleCount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 </a:t>
            </a:r>
            <a:r>
              <a:rPr sz="1100" dirty="0">
                <a:latin typeface="Times New Roman"/>
                <a:cs typeface="Times New Roman"/>
              </a:rPr>
              <a:t>Loop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times</a:t>
            </a:r>
            <a:endParaRPr sz="1100">
              <a:latin typeface="Times New Roman"/>
              <a:cs typeface="Times New Roman"/>
            </a:endParaRPr>
          </a:p>
          <a:p>
            <a:pPr marL="289560" marR="2725420">
              <a:lnSpc>
                <a:spcPct val="102600"/>
              </a:lnSpc>
            </a:pPr>
            <a:r>
              <a:rPr sz="1100" dirty="0">
                <a:latin typeface="Times New Roman"/>
                <a:cs typeface="Times New Roman"/>
              </a:rPr>
              <a:t>x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 </a:t>
            </a:r>
            <a:r>
              <a:rPr sz="1100" dirty="0">
                <a:latin typeface="Times New Roman"/>
                <a:cs typeface="Times New Roman"/>
              </a:rPr>
              <a:t>y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5A47B33-6D60-A1A3-A6CD-E790BB20E2F6}"/>
                  </a:ext>
                </a:extLst>
              </p14:cNvPr>
              <p14:cNvContentPartPr/>
              <p14:nvPr/>
            </p14:nvContentPartPr>
            <p14:xfrm>
              <a:off x="273051" y="1801800"/>
              <a:ext cx="105840" cy="323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5A47B33-6D60-A1A3-A6CD-E790BB20E2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4411" y="1793160"/>
                <a:ext cx="123480" cy="34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731405"/>
            <a:ext cx="4141470" cy="15767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17780" algn="just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50800" algn="just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10,000</a:t>
            </a:r>
            <a:endParaRPr sz="1100">
              <a:latin typeface="Times New Roman"/>
              <a:cs typeface="Times New Roman"/>
            </a:endParaRPr>
          </a:p>
          <a:p>
            <a:pPr marL="50800" marR="2986405" algn="just">
              <a:lnSpc>
                <a:spcPct val="102699"/>
              </a:lnSpc>
            </a:pPr>
            <a:r>
              <a:rPr sz="1100" dirty="0">
                <a:latin typeface="Times New Roman"/>
                <a:cs typeface="Times New Roman"/>
              </a:rPr>
              <a:t>circleCount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 </a:t>
            </a:r>
            <a:r>
              <a:rPr sz="1100" dirty="0">
                <a:latin typeface="Times New Roman"/>
                <a:cs typeface="Times New Roman"/>
              </a:rPr>
              <a:t>Loop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times</a:t>
            </a:r>
            <a:endParaRPr sz="1100">
              <a:latin typeface="Times New Roman"/>
              <a:cs typeface="Times New Roman"/>
            </a:endParaRPr>
          </a:p>
          <a:p>
            <a:pPr marL="327660" marR="2738120" algn="just">
              <a:lnSpc>
                <a:spcPct val="102600"/>
              </a:lnSpc>
            </a:pPr>
            <a:r>
              <a:rPr sz="1100" dirty="0">
                <a:latin typeface="Times New Roman"/>
                <a:cs typeface="Times New Roman"/>
              </a:rPr>
              <a:t>x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 </a:t>
            </a:r>
            <a:r>
              <a:rPr sz="1100" dirty="0">
                <a:latin typeface="Times New Roman"/>
                <a:cs typeface="Times New Roman"/>
              </a:rPr>
              <a:t>y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aseline="27777" dirty="0">
                <a:latin typeface="Century"/>
                <a:cs typeface="Century"/>
              </a:rPr>
              <a:t>2</a:t>
            </a:r>
            <a:r>
              <a:rPr sz="1200" spc="104" baseline="27777" dirty="0">
                <a:latin typeface="Century"/>
                <a:cs typeface="Century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200" baseline="27777" dirty="0">
                <a:latin typeface="Century"/>
                <a:cs typeface="Century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2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B9905BF-9126-0E8E-053F-46B69DC10421}"/>
                  </a:ext>
                </a:extLst>
              </p14:cNvPr>
              <p14:cNvContentPartPr/>
              <p14:nvPr/>
            </p14:nvContentPartPr>
            <p14:xfrm>
              <a:off x="420651" y="2311200"/>
              <a:ext cx="851760" cy="24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B9905BF-9126-0E8E-053F-46B69DC104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011" y="2302200"/>
                <a:ext cx="8694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A568EC3-E360-3CDF-ECBF-452E581CE725}"/>
                  </a:ext>
                </a:extLst>
              </p14:cNvPr>
              <p14:cNvContentPartPr/>
              <p14:nvPr/>
            </p14:nvContentPartPr>
            <p14:xfrm>
              <a:off x="421011" y="2326320"/>
              <a:ext cx="910080" cy="59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A568EC3-E360-3CDF-ECBF-452E581CE7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2371" y="2317680"/>
                <a:ext cx="927720" cy="7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731405"/>
            <a:ext cx="4141470" cy="174878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17780" algn="just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50800" algn="just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10,000</a:t>
            </a:r>
            <a:endParaRPr sz="1100">
              <a:latin typeface="Times New Roman"/>
              <a:cs typeface="Times New Roman"/>
            </a:endParaRPr>
          </a:p>
          <a:p>
            <a:pPr marL="50800" marR="2986405" algn="just">
              <a:lnSpc>
                <a:spcPct val="102699"/>
              </a:lnSpc>
            </a:pPr>
            <a:r>
              <a:rPr sz="1100" dirty="0">
                <a:latin typeface="Times New Roman"/>
                <a:cs typeface="Times New Roman"/>
              </a:rPr>
              <a:t>circleCount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 </a:t>
            </a:r>
            <a:r>
              <a:rPr sz="1100" dirty="0">
                <a:latin typeface="Times New Roman"/>
                <a:cs typeface="Times New Roman"/>
              </a:rPr>
              <a:t>Loop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times</a:t>
            </a:r>
            <a:endParaRPr sz="1100">
              <a:latin typeface="Times New Roman"/>
              <a:cs typeface="Times New Roman"/>
            </a:endParaRPr>
          </a:p>
          <a:p>
            <a:pPr marL="327660" marR="2738120" algn="just">
              <a:lnSpc>
                <a:spcPct val="102600"/>
              </a:lnSpc>
            </a:pPr>
            <a:r>
              <a:rPr sz="1100" dirty="0">
                <a:latin typeface="Times New Roman"/>
                <a:cs typeface="Times New Roman"/>
              </a:rPr>
              <a:t>x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 </a:t>
            </a:r>
            <a:r>
              <a:rPr sz="1100" dirty="0">
                <a:latin typeface="Times New Roman"/>
                <a:cs typeface="Times New Roman"/>
              </a:rPr>
              <a:t>y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aseline="27777" dirty="0">
                <a:latin typeface="Century"/>
                <a:cs typeface="Century"/>
              </a:rPr>
              <a:t>2</a:t>
            </a:r>
            <a:r>
              <a:rPr sz="1200" spc="104" baseline="27777" dirty="0">
                <a:latin typeface="Century"/>
                <a:cs typeface="Century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200" baseline="27777" dirty="0">
                <a:latin typeface="Century"/>
                <a:cs typeface="Century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2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1:</a:t>
            </a:r>
            <a:endParaRPr sz="1100">
              <a:latin typeface="Times New Roman"/>
              <a:cs typeface="Times New Roman"/>
            </a:endParaRPr>
          </a:p>
          <a:p>
            <a:pPr marL="604520">
              <a:lnSpc>
                <a:spcPct val="100000"/>
              </a:lnSpc>
              <a:spcBef>
                <a:spcPts val="35"/>
              </a:spcBef>
            </a:pPr>
            <a:r>
              <a:rPr sz="1100" spc="45" dirty="0">
                <a:latin typeface="Times New Roman"/>
                <a:cs typeface="Times New Roman"/>
              </a:rPr>
              <a:t>circleCount++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731405"/>
            <a:ext cx="4141470" cy="20929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17780" algn="just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50800" algn="just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10,000</a:t>
            </a:r>
            <a:endParaRPr sz="1100">
              <a:latin typeface="Times New Roman"/>
              <a:cs typeface="Times New Roman"/>
            </a:endParaRPr>
          </a:p>
          <a:p>
            <a:pPr marL="50800" marR="2986405" algn="just">
              <a:lnSpc>
                <a:spcPct val="102699"/>
              </a:lnSpc>
            </a:pPr>
            <a:r>
              <a:rPr sz="1100" dirty="0">
                <a:latin typeface="Times New Roman"/>
                <a:cs typeface="Times New Roman"/>
              </a:rPr>
              <a:t>circleCount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 </a:t>
            </a:r>
            <a:r>
              <a:rPr sz="1100" dirty="0">
                <a:latin typeface="Times New Roman"/>
                <a:cs typeface="Times New Roman"/>
              </a:rPr>
              <a:t>Loop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times</a:t>
            </a:r>
            <a:endParaRPr sz="1100">
              <a:latin typeface="Times New Roman"/>
              <a:cs typeface="Times New Roman"/>
            </a:endParaRPr>
          </a:p>
          <a:p>
            <a:pPr marL="327660" marR="2738120" algn="just">
              <a:lnSpc>
                <a:spcPct val="102600"/>
              </a:lnSpc>
            </a:pPr>
            <a:r>
              <a:rPr sz="1100" dirty="0">
                <a:latin typeface="Times New Roman"/>
                <a:cs typeface="Times New Roman"/>
              </a:rPr>
              <a:t>x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 </a:t>
            </a:r>
            <a:r>
              <a:rPr sz="1100" dirty="0">
                <a:latin typeface="Times New Roman"/>
                <a:cs typeface="Times New Roman"/>
              </a:rPr>
              <a:t>y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aseline="27777" dirty="0">
                <a:latin typeface="Century"/>
                <a:cs typeface="Century"/>
              </a:rPr>
              <a:t>2</a:t>
            </a:r>
            <a:r>
              <a:rPr sz="1200" spc="104" baseline="27777" dirty="0">
                <a:latin typeface="Century"/>
                <a:cs typeface="Century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200" baseline="27777" dirty="0">
                <a:latin typeface="Century"/>
                <a:cs typeface="Century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2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1:</a:t>
            </a:r>
            <a:endParaRPr sz="1100">
              <a:latin typeface="Times New Roman"/>
              <a:cs typeface="Times New Roman"/>
            </a:endParaRPr>
          </a:p>
          <a:p>
            <a:pPr marL="604520">
              <a:lnSpc>
                <a:spcPct val="100000"/>
              </a:lnSpc>
              <a:spcBef>
                <a:spcPts val="35"/>
              </a:spcBef>
            </a:pPr>
            <a:r>
              <a:rPr sz="1100" spc="45" dirty="0">
                <a:latin typeface="Times New Roman"/>
                <a:cs typeface="Times New Roman"/>
              </a:rPr>
              <a:t>circleCount++</a:t>
            </a:r>
            <a:endParaRPr sz="11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Times New Roman"/>
                <a:cs typeface="Times New Roman"/>
              </a:rPr>
              <a:t>endloop</a:t>
            </a:r>
            <a:endParaRPr sz="11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print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circleCount/Count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0377C5-DBD3-FC03-66CF-105AD6DB2ACE}"/>
                  </a:ext>
                </a:extLst>
              </p14:cNvPr>
              <p14:cNvContentPartPr/>
              <p14:nvPr/>
            </p14:nvContentPartPr>
            <p14:xfrm>
              <a:off x="543411" y="2817000"/>
              <a:ext cx="464040" cy="25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0377C5-DBD3-FC03-66CF-105AD6DB2A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4411" y="2808360"/>
                <a:ext cx="48168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7BB5A233-12E1-DD9E-3D68-3A748C315541}"/>
              </a:ext>
            </a:extLst>
          </p:cNvPr>
          <p:cNvGrpSpPr/>
          <p:nvPr/>
        </p:nvGrpSpPr>
        <p:grpSpPr>
          <a:xfrm>
            <a:off x="489411" y="2342520"/>
            <a:ext cx="3778560" cy="863640"/>
            <a:chOff x="489411" y="2342520"/>
            <a:chExt cx="3778560" cy="86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12772DE-5B05-B5DE-25F5-1A1037833BF0}"/>
                    </a:ext>
                  </a:extLst>
                </p14:cNvPr>
                <p14:cNvContentPartPr/>
                <p14:nvPr/>
              </p14:nvContentPartPr>
              <p14:xfrm>
                <a:off x="489411" y="2811600"/>
                <a:ext cx="409680" cy="52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12772DE-5B05-B5DE-25F5-1A1037833BF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0771" y="2802600"/>
                  <a:ext cx="427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D36D81A-DD91-846B-6CAE-F1A517701CCD}"/>
                    </a:ext>
                  </a:extLst>
                </p14:cNvPr>
                <p14:cNvContentPartPr/>
                <p14:nvPr/>
              </p14:nvContentPartPr>
              <p14:xfrm>
                <a:off x="1151091" y="2839680"/>
                <a:ext cx="301320" cy="11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D36D81A-DD91-846B-6CAE-F1A517701CC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42451" y="2831040"/>
                  <a:ext cx="3189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8F47872-951C-ACFA-4EEF-C4C58A9F773D}"/>
                    </a:ext>
                  </a:extLst>
                </p14:cNvPr>
                <p14:cNvContentPartPr/>
                <p14:nvPr/>
              </p14:nvContentPartPr>
              <p14:xfrm>
                <a:off x="525051" y="2518920"/>
                <a:ext cx="1103760" cy="360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8F47872-951C-ACFA-4EEF-C4C58A9F773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6411" y="2510280"/>
                  <a:ext cx="112140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3A5D919-E298-2526-5973-94E4A9B50AAA}"/>
                    </a:ext>
                  </a:extLst>
                </p14:cNvPr>
                <p14:cNvContentPartPr/>
                <p14:nvPr/>
              </p14:nvContentPartPr>
              <p14:xfrm>
                <a:off x="1682451" y="2690640"/>
                <a:ext cx="187920" cy="41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3A5D919-E298-2526-5973-94E4A9B50AA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73451" y="2682000"/>
                  <a:ext cx="205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BB72D6C-78EB-7707-0F2E-0A98615C87B8}"/>
                    </a:ext>
                  </a:extLst>
                </p14:cNvPr>
                <p14:cNvContentPartPr/>
                <p14:nvPr/>
              </p14:nvContentPartPr>
              <p14:xfrm>
                <a:off x="1700811" y="2766240"/>
                <a:ext cx="229680" cy="53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BB72D6C-78EB-7707-0F2E-0A98615C87B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92171" y="2757600"/>
                  <a:ext cx="247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FE14823-843A-8A1F-ADA6-41B6EFE577DC}"/>
                    </a:ext>
                  </a:extLst>
                </p14:cNvPr>
                <p14:cNvContentPartPr/>
                <p14:nvPr/>
              </p14:nvContentPartPr>
              <p14:xfrm>
                <a:off x="1989531" y="2637720"/>
                <a:ext cx="43200" cy="348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FE14823-843A-8A1F-ADA6-41B6EFE577D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80531" y="2629080"/>
                  <a:ext cx="608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9AD5294-8E76-8A40-FD72-A598AE2E4B62}"/>
                    </a:ext>
                  </a:extLst>
                </p14:cNvPr>
                <p14:cNvContentPartPr/>
                <p14:nvPr/>
              </p14:nvContentPartPr>
              <p14:xfrm>
                <a:off x="1967211" y="2612880"/>
                <a:ext cx="221400" cy="149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9AD5294-8E76-8A40-FD72-A598AE2E4B6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58571" y="2604240"/>
                  <a:ext cx="2390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9215AA9-83E9-E77F-CEDB-20DB6E1E31C9}"/>
                    </a:ext>
                  </a:extLst>
                </p14:cNvPr>
                <p14:cNvContentPartPr/>
                <p14:nvPr/>
              </p14:nvContentPartPr>
              <p14:xfrm>
                <a:off x="2151891" y="2669400"/>
                <a:ext cx="150120" cy="252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9215AA9-83E9-E77F-CEDB-20DB6E1E31C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42891" y="2660760"/>
                  <a:ext cx="1677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20EFD1C-B9F4-1602-14AF-418BCC94B7E0}"/>
                    </a:ext>
                  </a:extLst>
                </p14:cNvPr>
                <p14:cNvContentPartPr/>
                <p14:nvPr/>
              </p14:nvContentPartPr>
              <p14:xfrm>
                <a:off x="2344131" y="2575440"/>
                <a:ext cx="312480" cy="477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20EFD1C-B9F4-1602-14AF-418BCC94B7E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335131" y="2566800"/>
                  <a:ext cx="33012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EABAC70-F6D0-4DA0-6866-B44CED410488}"/>
                    </a:ext>
                  </a:extLst>
                </p14:cNvPr>
                <p14:cNvContentPartPr/>
                <p14:nvPr/>
              </p14:nvContentPartPr>
              <p14:xfrm>
                <a:off x="1871091" y="2342520"/>
                <a:ext cx="1046160" cy="863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EABAC70-F6D0-4DA0-6866-B44CED41048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62091" y="2333520"/>
                  <a:ext cx="1063800" cy="88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A522978-B3EA-0712-C149-E29B925DB77D}"/>
                    </a:ext>
                  </a:extLst>
                </p14:cNvPr>
                <p14:cNvContentPartPr/>
                <p14:nvPr/>
              </p14:nvContentPartPr>
              <p14:xfrm>
                <a:off x="3067731" y="2804400"/>
                <a:ext cx="11520" cy="11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A522978-B3EA-0712-C149-E29B925DB77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059091" y="2795400"/>
                  <a:ext cx="29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18CCB1-0849-FF7D-BA86-73B319AFE041}"/>
                    </a:ext>
                  </a:extLst>
                </p14:cNvPr>
                <p14:cNvContentPartPr/>
                <p14:nvPr/>
              </p14:nvContentPartPr>
              <p14:xfrm>
                <a:off x="3305691" y="2678040"/>
                <a:ext cx="202680" cy="234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18CCB1-0849-FF7D-BA86-73B319AFE04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297051" y="2669400"/>
                  <a:ext cx="220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4E18AE7-3773-0213-DC98-B4C7D736FFEF}"/>
                    </a:ext>
                  </a:extLst>
                </p14:cNvPr>
                <p14:cNvContentPartPr/>
                <p14:nvPr/>
              </p14:nvContentPartPr>
              <p14:xfrm>
                <a:off x="3381651" y="2761920"/>
                <a:ext cx="78840" cy="263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4E18AE7-3773-0213-DC98-B4C7D736FFE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73011" y="2752920"/>
                  <a:ext cx="964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C8EAFF7-BAE0-30F2-0A7B-F4B5888DC5B8}"/>
                    </a:ext>
                  </a:extLst>
                </p14:cNvPr>
                <p14:cNvContentPartPr/>
                <p14:nvPr/>
              </p14:nvContentPartPr>
              <p14:xfrm>
                <a:off x="3726171" y="2789280"/>
                <a:ext cx="149400" cy="35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C8EAFF7-BAE0-30F2-0A7B-F4B5888DC5B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717171" y="2780640"/>
                  <a:ext cx="167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361F409-3AC6-39A5-CBE9-E870EE788B09}"/>
                    </a:ext>
                  </a:extLst>
                </p14:cNvPr>
                <p14:cNvContentPartPr/>
                <p14:nvPr/>
              </p14:nvContentPartPr>
              <p14:xfrm>
                <a:off x="3709611" y="2830320"/>
                <a:ext cx="237960" cy="75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361F409-3AC6-39A5-CBE9-E870EE788B0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700611" y="2821680"/>
                  <a:ext cx="2556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A3CC563-9177-951F-723B-24F464E9A3BC}"/>
                    </a:ext>
                  </a:extLst>
                </p14:cNvPr>
                <p14:cNvContentPartPr/>
                <p14:nvPr/>
              </p14:nvContentPartPr>
              <p14:xfrm>
                <a:off x="3984291" y="2645640"/>
                <a:ext cx="283680" cy="340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A3CC563-9177-951F-723B-24F464E9A3B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975651" y="2636640"/>
                  <a:ext cx="301320" cy="35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BDDE065-235B-FF32-CFA4-F85E388CFA2F}"/>
                  </a:ext>
                </a:extLst>
              </p14:cNvPr>
              <p14:cNvContentPartPr/>
              <p14:nvPr/>
            </p14:nvContentPartPr>
            <p14:xfrm>
              <a:off x="3975291" y="3068280"/>
              <a:ext cx="336600" cy="457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BDDE065-235B-FF32-CFA4-F85E388CFA2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966291" y="3059640"/>
                <a:ext cx="35424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7A00124-74A2-E84B-F255-C20DEF9DC0B7}"/>
                  </a:ext>
                </a:extLst>
              </p14:cNvPr>
              <p14:cNvContentPartPr/>
              <p14:nvPr/>
            </p14:nvContentPartPr>
            <p14:xfrm>
              <a:off x="3952251" y="3066840"/>
              <a:ext cx="309240" cy="507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7A00124-74A2-E84B-F255-C20DEF9DC0B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943611" y="3057840"/>
                <a:ext cx="32688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1AD3550-DB1E-C9DC-61F5-82C5A41CBB05}"/>
                  </a:ext>
                </a:extLst>
              </p14:cNvPr>
              <p14:cNvContentPartPr/>
              <p14:nvPr/>
            </p14:nvContentPartPr>
            <p14:xfrm>
              <a:off x="-17109" y="1184760"/>
              <a:ext cx="1243800" cy="3178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1AD3550-DB1E-C9DC-61F5-82C5A41CBB0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-25749" y="1175760"/>
                <a:ext cx="1261440" cy="33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DA582DCA-D0A7-CAC9-FB8C-0FE35C34A442}"/>
              </a:ext>
            </a:extLst>
          </p:cNvPr>
          <p:cNvGrpSpPr/>
          <p:nvPr/>
        </p:nvGrpSpPr>
        <p:grpSpPr>
          <a:xfrm>
            <a:off x="2136771" y="801360"/>
            <a:ext cx="2055600" cy="1429560"/>
            <a:chOff x="2136771" y="801360"/>
            <a:chExt cx="2055600" cy="142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C022B4E-5C53-73A4-73EE-DEB69914947C}"/>
                    </a:ext>
                  </a:extLst>
                </p14:cNvPr>
                <p14:cNvContentPartPr/>
                <p14:nvPr/>
              </p14:nvContentPartPr>
              <p14:xfrm>
                <a:off x="2263491" y="1417680"/>
                <a:ext cx="1558800" cy="216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C022B4E-5C53-73A4-73EE-DEB69914947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254491" y="1408680"/>
                  <a:ext cx="1576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A446099-8369-6B6E-34D8-64B582B00AD3}"/>
                    </a:ext>
                  </a:extLst>
                </p14:cNvPr>
                <p14:cNvContentPartPr/>
                <p14:nvPr/>
              </p14:nvContentPartPr>
              <p14:xfrm>
                <a:off x="2327211" y="903600"/>
                <a:ext cx="61200" cy="1327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A446099-8369-6B6E-34D8-64B582B00AD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318211" y="894600"/>
                  <a:ext cx="78840" cy="13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2985559-93CC-9FF7-BB46-870940EB1F06}"/>
                    </a:ext>
                  </a:extLst>
                </p14:cNvPr>
                <p14:cNvContentPartPr/>
                <p14:nvPr/>
              </p14:nvContentPartPr>
              <p14:xfrm>
                <a:off x="2136771" y="801360"/>
                <a:ext cx="418680" cy="272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2985559-93CC-9FF7-BB46-870940EB1F0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128131" y="792360"/>
                  <a:ext cx="4363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DFE58A6-B940-A460-97F8-E66C26BD6452}"/>
                    </a:ext>
                  </a:extLst>
                </p14:cNvPr>
                <p14:cNvContentPartPr/>
                <p14:nvPr/>
              </p14:nvContentPartPr>
              <p14:xfrm>
                <a:off x="2339451" y="1133640"/>
                <a:ext cx="1565280" cy="763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DFE58A6-B940-A460-97F8-E66C26BD645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330451" y="1125000"/>
                  <a:ext cx="1582920" cy="78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8F57760-0111-D8B4-F2F0-5A54241D2113}"/>
                    </a:ext>
                  </a:extLst>
                </p14:cNvPr>
                <p14:cNvContentPartPr/>
                <p14:nvPr/>
              </p14:nvContentPartPr>
              <p14:xfrm>
                <a:off x="2310651" y="1094040"/>
                <a:ext cx="1742400" cy="749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8F57760-0111-D8B4-F2F0-5A54241D211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302011" y="1085040"/>
                  <a:ext cx="1760040" cy="76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03564A7-AA22-5603-113E-36254FC82669}"/>
                    </a:ext>
                  </a:extLst>
                </p14:cNvPr>
                <p14:cNvContentPartPr/>
                <p14:nvPr/>
              </p14:nvContentPartPr>
              <p14:xfrm>
                <a:off x="2376531" y="1797840"/>
                <a:ext cx="1781280" cy="113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03564A7-AA22-5603-113E-36254FC8266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367891" y="1789200"/>
                  <a:ext cx="17989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2F5337E-E181-C669-87AB-993771E048B0}"/>
                    </a:ext>
                  </a:extLst>
                </p14:cNvPr>
                <p14:cNvContentPartPr/>
                <p14:nvPr/>
              </p14:nvContentPartPr>
              <p14:xfrm>
                <a:off x="2375811" y="1212840"/>
                <a:ext cx="145080" cy="38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2F5337E-E181-C669-87AB-993771E048B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367171" y="1203840"/>
                  <a:ext cx="1627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3013F6A-7500-DDA8-8E8B-74FF1926FED6}"/>
                    </a:ext>
                  </a:extLst>
                </p14:cNvPr>
                <p14:cNvContentPartPr/>
                <p14:nvPr/>
              </p14:nvContentPartPr>
              <p14:xfrm>
                <a:off x="3503331" y="1222200"/>
                <a:ext cx="14040" cy="10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3013F6A-7500-DDA8-8E8B-74FF1926FED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494331" y="1213200"/>
                  <a:ext cx="316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EE4C1FB-9209-84CB-D375-4CA2BD93C6A4}"/>
                    </a:ext>
                  </a:extLst>
                </p14:cNvPr>
                <p14:cNvContentPartPr/>
                <p14:nvPr/>
              </p14:nvContentPartPr>
              <p14:xfrm>
                <a:off x="3153771" y="1299600"/>
                <a:ext cx="278640" cy="70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EE4C1FB-9209-84CB-D375-4CA2BD93C6A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145131" y="1290960"/>
                  <a:ext cx="296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260C7DF-D325-BC7F-8D43-0A40C3B8DD9C}"/>
                    </a:ext>
                  </a:extLst>
                </p14:cNvPr>
                <p14:cNvContentPartPr/>
                <p14:nvPr/>
              </p14:nvContentPartPr>
              <p14:xfrm>
                <a:off x="2844531" y="1231920"/>
                <a:ext cx="152640" cy="271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260C7DF-D325-BC7F-8D43-0A40C3B8DD9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835891" y="1222920"/>
                  <a:ext cx="1702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F3D38AF-04A9-8E05-CB31-61018F4F004D}"/>
                    </a:ext>
                  </a:extLst>
                </p14:cNvPr>
                <p14:cNvContentPartPr/>
                <p14:nvPr/>
              </p14:nvContentPartPr>
              <p14:xfrm>
                <a:off x="2597571" y="1687680"/>
                <a:ext cx="12600" cy="55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F3D38AF-04A9-8E05-CB31-61018F4F004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588931" y="1678680"/>
                  <a:ext cx="302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4AF03B1-F2FE-BECC-C222-EC03F45DD2CA}"/>
                    </a:ext>
                  </a:extLst>
                </p14:cNvPr>
                <p14:cNvContentPartPr/>
                <p14:nvPr/>
              </p14:nvContentPartPr>
              <p14:xfrm>
                <a:off x="3020571" y="1731960"/>
                <a:ext cx="280080" cy="75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4AF03B1-F2FE-BECC-C222-EC03F45DD2C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011571" y="1723320"/>
                  <a:ext cx="2977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023E968-C9A7-D070-2CEF-93AC3E01037B}"/>
                    </a:ext>
                  </a:extLst>
                </p14:cNvPr>
                <p14:cNvContentPartPr/>
                <p14:nvPr/>
              </p14:nvContentPartPr>
              <p14:xfrm>
                <a:off x="2464371" y="1277640"/>
                <a:ext cx="155160" cy="107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023E968-C9A7-D070-2CEF-93AC3E01037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455731" y="1269000"/>
                  <a:ext cx="1728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6911AF7-D3AB-C0AD-869F-B7A0FA04ED8F}"/>
                    </a:ext>
                  </a:extLst>
                </p14:cNvPr>
                <p14:cNvContentPartPr/>
                <p14:nvPr/>
              </p14:nvContentPartPr>
              <p14:xfrm>
                <a:off x="2433051" y="1366200"/>
                <a:ext cx="248400" cy="60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6911AF7-D3AB-C0AD-869F-B7A0FA04ED8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424411" y="1357560"/>
                  <a:ext cx="266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58D86F0-4C9B-AC3C-5A09-077DD2A25BA8}"/>
                    </a:ext>
                  </a:extLst>
                </p14:cNvPr>
                <p14:cNvContentPartPr/>
                <p14:nvPr/>
              </p14:nvContentPartPr>
              <p14:xfrm>
                <a:off x="2380851" y="1450440"/>
                <a:ext cx="261360" cy="30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58D86F0-4C9B-AC3C-5A09-077DD2A25BA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372211" y="1441800"/>
                  <a:ext cx="279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58B5984-95A8-1622-7DBE-B89DD75418F2}"/>
                    </a:ext>
                  </a:extLst>
                </p14:cNvPr>
                <p14:cNvContentPartPr/>
                <p14:nvPr/>
              </p14:nvContentPartPr>
              <p14:xfrm>
                <a:off x="2449611" y="1391040"/>
                <a:ext cx="184320" cy="70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58B5984-95A8-1622-7DBE-B89DD75418F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440971" y="1382400"/>
                  <a:ext cx="2019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D2220B2-C3A5-7B45-0EC7-D7903CF26FCC}"/>
                    </a:ext>
                  </a:extLst>
                </p14:cNvPr>
                <p14:cNvContentPartPr/>
                <p14:nvPr/>
              </p14:nvContentPartPr>
              <p14:xfrm>
                <a:off x="2806731" y="1614240"/>
                <a:ext cx="172800" cy="15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D2220B2-C3A5-7B45-0EC7-D7903CF26FC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798091" y="1605600"/>
                  <a:ext cx="1904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65FC536-AAD6-CB29-873B-3FE7ADFF6E51}"/>
                    </a:ext>
                  </a:extLst>
                </p14:cNvPr>
                <p14:cNvContentPartPr/>
                <p14:nvPr/>
              </p14:nvContentPartPr>
              <p14:xfrm>
                <a:off x="2805291" y="1684800"/>
                <a:ext cx="135720" cy="80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65FC536-AAD6-CB29-873B-3FE7ADFF6E5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796651" y="1675800"/>
                  <a:ext cx="1533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192DC34-6249-0FA3-693C-021809BC643F}"/>
                    </a:ext>
                  </a:extLst>
                </p14:cNvPr>
                <p14:cNvContentPartPr/>
                <p14:nvPr/>
              </p14:nvContentPartPr>
              <p14:xfrm>
                <a:off x="3153411" y="1275120"/>
                <a:ext cx="110880" cy="6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192DC34-6249-0FA3-693C-021809BC643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144411" y="1266480"/>
                  <a:ext cx="1285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FFD8F68-5A05-1673-7DC1-2B7DED991F09}"/>
                    </a:ext>
                  </a:extLst>
                </p14:cNvPr>
                <p14:cNvContentPartPr/>
                <p14:nvPr/>
              </p14:nvContentPartPr>
              <p14:xfrm>
                <a:off x="3138291" y="1324080"/>
                <a:ext cx="149040" cy="28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FFD8F68-5A05-1673-7DC1-2B7DED991F0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129651" y="1315440"/>
                  <a:ext cx="1666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C4F627C-D57B-2B85-24CC-42F79CE25A36}"/>
                    </a:ext>
                  </a:extLst>
                </p14:cNvPr>
                <p14:cNvContentPartPr/>
                <p14:nvPr/>
              </p14:nvContentPartPr>
              <p14:xfrm>
                <a:off x="3096531" y="1402200"/>
                <a:ext cx="152640" cy="18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C4F627C-D57B-2B85-24CC-42F79CE25A3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087891" y="1393200"/>
                  <a:ext cx="170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F37F164-8E58-22EB-0D5F-A910D03E1524}"/>
                    </a:ext>
                  </a:extLst>
                </p14:cNvPr>
                <p14:cNvContentPartPr/>
                <p14:nvPr/>
              </p14:nvContentPartPr>
              <p14:xfrm>
                <a:off x="3088611" y="1456560"/>
                <a:ext cx="186480" cy="26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F37F164-8E58-22EB-0D5F-A910D03E152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079971" y="1447920"/>
                  <a:ext cx="2041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E3923A2-6AA7-A9A8-8B62-7A1859DA85DC}"/>
                    </a:ext>
                  </a:extLst>
                </p14:cNvPr>
                <p14:cNvContentPartPr/>
                <p14:nvPr/>
              </p14:nvContentPartPr>
              <p14:xfrm>
                <a:off x="3399291" y="1579320"/>
                <a:ext cx="150840" cy="43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E3923A2-6AA7-A9A8-8B62-7A1859DA85D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390651" y="1570320"/>
                  <a:ext cx="1684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111E058-3583-3271-FD71-DAC201E0FD8E}"/>
                    </a:ext>
                  </a:extLst>
                </p14:cNvPr>
                <p14:cNvContentPartPr/>
                <p14:nvPr/>
              </p14:nvContentPartPr>
              <p14:xfrm>
                <a:off x="3384891" y="1658520"/>
                <a:ext cx="133200" cy="32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111E058-3583-3271-FD71-DAC201E0FD8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375891" y="1649520"/>
                  <a:ext cx="1508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A602618-2367-403E-9C1A-EEE1D5F52DB0}"/>
                    </a:ext>
                  </a:extLst>
                </p14:cNvPr>
                <p14:cNvContentPartPr/>
                <p14:nvPr/>
              </p14:nvContentPartPr>
              <p14:xfrm>
                <a:off x="3392451" y="1760760"/>
                <a:ext cx="100080" cy="18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A602618-2367-403E-9C1A-EEE1D5F52DB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383811" y="1752120"/>
                  <a:ext cx="117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D65936F-747C-45F8-8EAB-D5288793BFBB}"/>
                    </a:ext>
                  </a:extLst>
                </p14:cNvPr>
                <p14:cNvContentPartPr/>
                <p14:nvPr/>
              </p14:nvContentPartPr>
              <p14:xfrm>
                <a:off x="3640851" y="1275480"/>
                <a:ext cx="134640" cy="15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D65936F-747C-45F8-8EAB-D5288793BFB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632211" y="1266480"/>
                  <a:ext cx="1522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526E54F-4757-3545-1647-9C14754741B0}"/>
                    </a:ext>
                  </a:extLst>
                </p14:cNvPr>
                <p14:cNvContentPartPr/>
                <p14:nvPr/>
              </p14:nvContentPartPr>
              <p14:xfrm>
                <a:off x="3667491" y="1384560"/>
                <a:ext cx="105840" cy="17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526E54F-4757-3545-1647-9C14754741B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658851" y="1375920"/>
                  <a:ext cx="1234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7B6C99D-30AE-1B6B-0673-0DF74FE72D39}"/>
                    </a:ext>
                  </a:extLst>
                </p14:cNvPr>
                <p14:cNvContentPartPr/>
                <p14:nvPr/>
              </p14:nvContentPartPr>
              <p14:xfrm>
                <a:off x="3622491" y="1450080"/>
                <a:ext cx="129240" cy="34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7B6C99D-30AE-1B6B-0673-0DF74FE72D3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613491" y="1441440"/>
                  <a:ext cx="1468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D434A04-35CE-249E-A6EA-4F4638B33A04}"/>
                    </a:ext>
                  </a:extLst>
                </p14:cNvPr>
                <p14:cNvContentPartPr/>
                <p14:nvPr/>
              </p14:nvContentPartPr>
              <p14:xfrm>
                <a:off x="3604131" y="1343520"/>
                <a:ext cx="212760" cy="26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D434A04-35CE-249E-A6EA-4F4638B33A0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595491" y="1334880"/>
                  <a:ext cx="2304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DFE8816-51D1-9758-525D-88171A7A9766}"/>
                    </a:ext>
                  </a:extLst>
                </p14:cNvPr>
                <p14:cNvContentPartPr/>
                <p14:nvPr/>
              </p14:nvContentPartPr>
              <p14:xfrm>
                <a:off x="2396331" y="1494360"/>
                <a:ext cx="360" cy="1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DFE8816-51D1-9758-525D-88171A7A976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387691" y="1485720"/>
                  <a:ext cx="18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6390F46-DFEB-8189-EFE8-A85A3C164764}"/>
                    </a:ext>
                  </a:extLst>
                </p14:cNvPr>
                <p14:cNvContentPartPr/>
                <p14:nvPr/>
              </p14:nvContentPartPr>
              <p14:xfrm>
                <a:off x="2360691" y="1501560"/>
                <a:ext cx="1810800" cy="68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6390F46-DFEB-8189-EFE8-A85A3C16476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351691" y="1492920"/>
                  <a:ext cx="18284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985FFB8-27CB-BDD4-8D45-7B4023587461}"/>
                    </a:ext>
                  </a:extLst>
                </p14:cNvPr>
                <p14:cNvContentPartPr/>
                <p14:nvPr/>
              </p14:nvContentPartPr>
              <p14:xfrm>
                <a:off x="4108131" y="1457640"/>
                <a:ext cx="84240" cy="132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985FFB8-27CB-BDD4-8D45-7B402358746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099131" y="1449000"/>
                  <a:ext cx="1018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3BDA8C7-0C44-4023-72FC-988C1B86705B}"/>
                    </a:ext>
                  </a:extLst>
                </p14:cNvPr>
                <p14:cNvContentPartPr/>
                <p14:nvPr/>
              </p14:nvContentPartPr>
              <p14:xfrm>
                <a:off x="3176091" y="1389960"/>
                <a:ext cx="38880" cy="30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3BDA8C7-0C44-4023-72FC-988C1B86705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167091" y="1381320"/>
                  <a:ext cx="56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500C12A-F450-71A9-0289-0ECDC456F542}"/>
                    </a:ext>
                  </a:extLst>
                </p14:cNvPr>
                <p14:cNvContentPartPr/>
                <p14:nvPr/>
              </p14:nvContentPartPr>
              <p14:xfrm>
                <a:off x="2865771" y="1671840"/>
                <a:ext cx="10080" cy="25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500C12A-F450-71A9-0289-0ECDC456F54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856771" y="1662840"/>
                  <a:ext cx="277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80B116D-FE1B-06EF-30AE-6C54FA48DE51}"/>
                    </a:ext>
                  </a:extLst>
                </p14:cNvPr>
                <p14:cNvContentPartPr/>
                <p14:nvPr/>
              </p14:nvContentPartPr>
              <p14:xfrm>
                <a:off x="2876571" y="1662480"/>
                <a:ext cx="4680" cy="8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80B116D-FE1B-06EF-30AE-6C54FA48DE5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867571" y="1653840"/>
                  <a:ext cx="223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541EF1F-2281-0CAA-64B2-A095AC4C2912}"/>
                    </a:ext>
                  </a:extLst>
                </p14:cNvPr>
                <p14:cNvContentPartPr/>
                <p14:nvPr/>
              </p14:nvContentPartPr>
              <p14:xfrm>
                <a:off x="3198051" y="1387440"/>
                <a:ext cx="11160" cy="32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541EF1F-2281-0CAA-64B2-A095AC4C291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189051" y="1378440"/>
                  <a:ext cx="28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A55E760-7B5E-8168-BC1A-D3E497903DA9}"/>
                    </a:ext>
                  </a:extLst>
                </p14:cNvPr>
                <p14:cNvContentPartPr/>
                <p14:nvPr/>
              </p14:nvContentPartPr>
              <p14:xfrm>
                <a:off x="3174291" y="1414440"/>
                <a:ext cx="12960" cy="2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A55E760-7B5E-8168-BC1A-D3E497903DA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165291" y="1405800"/>
                  <a:ext cx="306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5E49E84-9464-F680-5F4F-74138BB13259}"/>
                    </a:ext>
                  </a:extLst>
                </p14:cNvPr>
                <p14:cNvContentPartPr/>
                <p14:nvPr/>
              </p14:nvContentPartPr>
              <p14:xfrm>
                <a:off x="3420531" y="1659600"/>
                <a:ext cx="37440" cy="10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5E49E84-9464-F680-5F4F-74138BB1325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411891" y="1650960"/>
                  <a:ext cx="550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D6210CC-ACFD-929B-B186-0303BFB1FE3F}"/>
                    </a:ext>
                  </a:extLst>
                </p14:cNvPr>
                <p14:cNvContentPartPr/>
                <p14:nvPr/>
              </p14:nvContentPartPr>
              <p14:xfrm>
                <a:off x="3680811" y="1343160"/>
                <a:ext cx="52200" cy="55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D6210CC-ACFD-929B-B186-0303BFB1FE3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671811" y="1334520"/>
                  <a:ext cx="69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02C251E-7554-8555-8FB1-CC8B3FA87D32}"/>
                    </a:ext>
                  </a:extLst>
                </p14:cNvPr>
                <p14:cNvContentPartPr/>
                <p14:nvPr/>
              </p14:nvContentPartPr>
              <p14:xfrm>
                <a:off x="3708531" y="1385640"/>
                <a:ext cx="23760" cy="66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02C251E-7554-8555-8FB1-CC8B3FA87D3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699891" y="1376640"/>
                  <a:ext cx="41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2ECFD6A-6CEB-2288-C933-2E0AFCD11403}"/>
                    </a:ext>
                  </a:extLst>
                </p14:cNvPr>
                <p14:cNvContentPartPr/>
                <p14:nvPr/>
              </p14:nvContentPartPr>
              <p14:xfrm>
                <a:off x="3111291" y="1377720"/>
                <a:ext cx="98640" cy="37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2ECFD6A-6CEB-2288-C933-2E0AFCD1140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102291" y="1369080"/>
                  <a:ext cx="1162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ECA9AA2-9479-C81B-50AF-C4C43C8DAEF7}"/>
                    </a:ext>
                  </a:extLst>
                </p14:cNvPr>
                <p14:cNvContentPartPr/>
                <p14:nvPr/>
              </p14:nvContentPartPr>
              <p14:xfrm>
                <a:off x="3641571" y="1426680"/>
                <a:ext cx="77040" cy="16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ECA9AA2-9479-C81B-50AF-C4C43C8DAEF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632931" y="1418040"/>
                  <a:ext cx="94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60C02E9-2BBA-9BE9-EB60-84B642BC61C7}"/>
                    </a:ext>
                  </a:extLst>
                </p14:cNvPr>
                <p14:cNvContentPartPr/>
                <p14:nvPr/>
              </p14:nvContentPartPr>
              <p14:xfrm>
                <a:off x="3416931" y="1689120"/>
                <a:ext cx="61200" cy="28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60C02E9-2BBA-9BE9-EB60-84B642BC61C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407931" y="1680480"/>
                  <a:ext cx="78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0A6D082-C593-37E5-2465-045B9FB5A9DF}"/>
                    </a:ext>
                  </a:extLst>
                </p14:cNvPr>
                <p14:cNvContentPartPr/>
                <p14:nvPr/>
              </p14:nvContentPartPr>
              <p14:xfrm>
                <a:off x="2273571" y="1193040"/>
                <a:ext cx="1860840" cy="720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0A6D082-C593-37E5-2465-045B9FB5A9D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264931" y="1184400"/>
                  <a:ext cx="187848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4FACC36-38AF-54FB-7DE9-186DDAB4E4C9}"/>
                    </a:ext>
                  </a:extLst>
                </p14:cNvPr>
                <p14:cNvContentPartPr/>
                <p14:nvPr/>
              </p14:nvContentPartPr>
              <p14:xfrm>
                <a:off x="2308851" y="1121040"/>
                <a:ext cx="1736640" cy="614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4FACC36-38AF-54FB-7DE9-186DDAB4E4C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300211" y="1112040"/>
                  <a:ext cx="175428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3D0F28F-EF4A-A7E5-1EC1-692B2498C832}"/>
                    </a:ext>
                  </a:extLst>
                </p14:cNvPr>
                <p14:cNvContentPartPr/>
                <p14:nvPr/>
              </p14:nvContentPartPr>
              <p14:xfrm>
                <a:off x="2267091" y="1773360"/>
                <a:ext cx="1683000" cy="217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3D0F28F-EF4A-A7E5-1EC1-692B2498C83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258091" y="1764720"/>
                  <a:ext cx="1700640" cy="235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135"/>
              </a:spcBef>
            </a:pPr>
            <a:r>
              <a:rPr dirty="0"/>
              <a:t>Characteristics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Random</a:t>
            </a:r>
            <a:r>
              <a:rPr spc="25" dirty="0"/>
              <a:t> </a:t>
            </a:r>
            <a:r>
              <a:rPr spc="-10" dirty="0"/>
              <a:t>Variable</a:t>
            </a:r>
            <a:r>
              <a:rPr spc="30" dirty="0"/>
              <a:t> </a:t>
            </a:r>
            <a:r>
              <a:rPr i="1" spc="150" dirty="0">
                <a:latin typeface="Verdana"/>
                <a:cs typeface="Verdana"/>
              </a:rPr>
              <a:t>X</a:t>
            </a:r>
          </a:p>
        </p:txBody>
      </p:sp>
      <p:pic>
        <p:nvPicPr>
          <p:cNvPr id="3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000366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914882"/>
            <a:ext cx="7899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Mean</a:t>
            </a: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1257973"/>
            <a:ext cx="63233" cy="632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2932" y="1172502"/>
            <a:ext cx="92392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02640" algn="l"/>
              </a:tabLst>
            </a:pPr>
            <a:r>
              <a:rPr sz="1100" dirty="0">
                <a:latin typeface="Times New Roman"/>
                <a:cs typeface="Times New Roman"/>
              </a:rPr>
              <a:t>Variance</a:t>
            </a: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33" y="1545107"/>
            <a:ext cx="63233" cy="6323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02932" y="1459623"/>
            <a:ext cx="155892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37640" algn="l"/>
              </a:tabLst>
            </a:pPr>
            <a:r>
              <a:rPr sz="1100" spc="50" dirty="0">
                <a:latin typeface="Times New Roman"/>
                <a:cs typeface="Times New Roman"/>
              </a:rPr>
              <a:t>Standard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deviation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25844" y="1849653"/>
            <a:ext cx="3067685" cy="6502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Some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letters</a:t>
            </a:r>
            <a:endParaRPr sz="1100" dirty="0">
              <a:latin typeface="Times New Roman"/>
              <a:cs typeface="Times New Roman"/>
            </a:endParaRPr>
          </a:p>
          <a:p>
            <a:pPr marL="1354455">
              <a:lnSpc>
                <a:spcPct val="100000"/>
              </a:lnSpc>
              <a:spcBef>
                <a:spcPts val="930"/>
              </a:spcBef>
            </a:pPr>
            <a:r>
              <a:rPr sz="1100" b="0" i="1" dirty="0">
                <a:latin typeface="Bookman Old Style"/>
                <a:cs typeface="Bookman Old Style"/>
              </a:rPr>
              <a:t>µ</a:t>
            </a:r>
            <a:r>
              <a:rPr sz="1100" b="0" i="1" spc="8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mean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(or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average)</a:t>
            </a:r>
            <a:endParaRPr sz="1100" dirty="0">
              <a:latin typeface="Times New Roman"/>
              <a:cs typeface="Times New Roman"/>
            </a:endParaRPr>
          </a:p>
          <a:p>
            <a:pPr marL="130175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σ</a:t>
            </a:r>
            <a:r>
              <a:rPr sz="1100" b="0" i="1" spc="9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sigma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standard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deviation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8/27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6" name="Picture 35" descr="\documentclass{article}&#10;\usepackage{amsmath}&#10;\pagestyle{empty}&#10;\begin{document}&#10;&#10;&#10;$\mu_X = \frac{\sum_{i=1}^n x_i}{n}$&#10;&#10;\end{document}" title="IguanaTex Bitmap Display">
            <a:extLst>
              <a:ext uri="{FF2B5EF4-FFF2-40B4-BE49-F238E27FC236}">
                <a16:creationId xmlns:a16="http://schemas.microsoft.com/office/drawing/2014/main" id="{DF202C9B-A7BD-94BA-F2B1-90775218D54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53" y="882056"/>
            <a:ext cx="860266" cy="213024"/>
          </a:xfrm>
          <a:prstGeom prst="rect">
            <a:avLst/>
          </a:prstGeom>
        </p:spPr>
      </p:pic>
      <p:pic>
        <p:nvPicPr>
          <p:cNvPr id="40" name="Picture 39" descr="\documentclass{article}&#10;\usepackage{amsmath}&#10;\pagestyle{empty}&#10;\begin{document}&#10;&#10;&#10;$\sigma_X^2 = \frac{\sum_{i=1}^n (x_i-\mu_X)^2}{n}$&#10;&#10;\end{document}" title="IguanaTex Bitmap Display">
            <a:extLst>
              <a:ext uri="{FF2B5EF4-FFF2-40B4-BE49-F238E27FC236}">
                <a16:creationId xmlns:a16="http://schemas.microsoft.com/office/drawing/2014/main" id="{D580867B-7CD1-BF9F-4816-06DF5B677B4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00" y="1131380"/>
            <a:ext cx="1299448" cy="238063"/>
          </a:xfrm>
          <a:prstGeom prst="rect">
            <a:avLst/>
          </a:prstGeom>
        </p:spPr>
      </p:pic>
      <p:pic>
        <p:nvPicPr>
          <p:cNvPr id="42" name="Picture 41" descr="\documentclass{article}&#10;\usepackage{amsmath}&#10;\pagestyle{empty}&#10;\begin{document}&#10;&#10;&#10;$\sigma_X = \sqrt{\frac{\sum_{i=1}^n (x_i-\mu_X)^2}{n}}$&#10;&#10;\end{document}" title="IguanaTex Bitmap Display">
            <a:extLst>
              <a:ext uri="{FF2B5EF4-FFF2-40B4-BE49-F238E27FC236}">
                <a16:creationId xmlns:a16="http://schemas.microsoft.com/office/drawing/2014/main" id="{4EACD888-230F-E422-31EE-D8B90B8049B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384" y="1369443"/>
            <a:ext cx="1734366" cy="3318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F4EEDB1-4811-A453-6341-10A2D035B0DB}"/>
                  </a:ext>
                </a:extLst>
              </p14:cNvPr>
              <p14:cNvContentPartPr/>
              <p14:nvPr/>
            </p14:nvContentPartPr>
            <p14:xfrm>
              <a:off x="822240" y="825120"/>
              <a:ext cx="1389240" cy="1699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F4EEDB1-4811-A453-6341-10A2D035B0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2880" y="815760"/>
                <a:ext cx="1407960" cy="1718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39725">
              <a:lnSpc>
                <a:spcPct val="100000"/>
              </a:lnSpc>
              <a:spcBef>
                <a:spcPts val="135"/>
              </a:spcBef>
            </a:pPr>
            <a:r>
              <a:rPr dirty="0"/>
              <a:t>Program</a:t>
            </a:r>
            <a:r>
              <a:rPr spc="25" dirty="0"/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spc="-10" dirty="0"/>
              <a:t>Random</a:t>
            </a:r>
            <a:r>
              <a:rPr spc="30" dirty="0"/>
              <a:t> </a:t>
            </a:r>
            <a:r>
              <a:rPr spc="-30" dirty="0"/>
              <a:t>Hands</a:t>
            </a:r>
            <a:r>
              <a:rPr spc="25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spc="-10" dirty="0"/>
              <a:t>Bridge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78623"/>
            <a:ext cx="4324350" cy="51962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Usually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games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lang="en-US" sz="1100" spc="50" dirty="0">
                <a:latin typeface="Times New Roman"/>
                <a:cs typeface="Times New Roman"/>
              </a:rPr>
              <a:t>poker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deck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52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is </a:t>
            </a:r>
            <a:r>
              <a:rPr sz="1100" dirty="0">
                <a:latin typeface="Times New Roman"/>
                <a:cs typeface="Times New Roman"/>
              </a:rPr>
              <a:t>shuffled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times,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thinking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that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randomly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ordered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deck,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that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dealt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randomly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ordered.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13/27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4259" y="62407"/>
            <a:ext cx="21793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Completely</a:t>
            </a:r>
            <a:r>
              <a:rPr spc="-5" dirty="0"/>
              <a:t> </a:t>
            </a:r>
            <a:r>
              <a:rPr dirty="0"/>
              <a:t>Random</a:t>
            </a:r>
            <a:r>
              <a:rPr spc="-5" dirty="0"/>
              <a:t> </a:t>
            </a:r>
            <a:r>
              <a:rPr spc="-35" dirty="0"/>
              <a:t>Hands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940968"/>
            <a:ext cx="4248785" cy="1576705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12700" marR="762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Several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experiments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computer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experiments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produce </a:t>
            </a:r>
            <a:r>
              <a:rPr sz="1100" dirty="0">
                <a:latin typeface="Times New Roman"/>
                <a:cs typeface="Times New Roman"/>
              </a:rPr>
              <a:t>completely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conducted,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them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do </a:t>
            </a:r>
            <a:r>
              <a:rPr sz="1100" spc="50" dirty="0">
                <a:latin typeface="Times New Roman"/>
                <a:cs typeface="Times New Roman"/>
              </a:rPr>
              <a:t>not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exactly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shuffles.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hands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produced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randomly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generated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ordering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deck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have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suit,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that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lang="en-US" sz="1100" spc="-10" dirty="0">
                <a:latin typeface="Times New Roman"/>
                <a:cs typeface="Times New Roman"/>
              </a:rPr>
              <a:t>4-4-4-</a:t>
            </a:r>
            <a:r>
              <a:rPr lang="en-US" sz="1100" dirty="0">
                <a:latin typeface="Times New Roman"/>
                <a:cs typeface="Times New Roman"/>
              </a:rPr>
              <a:t>1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5-5-3-</a:t>
            </a:r>
            <a:r>
              <a:rPr sz="1100" spc="-50" dirty="0">
                <a:latin typeface="Times New Roman"/>
                <a:cs typeface="Times New Roman"/>
              </a:rPr>
              <a:t>0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much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common.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2699"/>
              </a:lnSpc>
            </a:pP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explanations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why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not </a:t>
            </a:r>
            <a:r>
              <a:rPr sz="1100" dirty="0">
                <a:latin typeface="Times New Roman"/>
                <a:cs typeface="Times New Roman"/>
              </a:rPr>
              <a:t>produce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very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hands.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14/27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9391" y="62407"/>
            <a:ext cx="9296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5" dirty="0">
                <a:solidFill>
                  <a:srgbClr val="FFFFFF"/>
                </a:solidFill>
                <a:latin typeface="Book Antiqua"/>
                <a:cs typeface="Book Antiqua"/>
              </a:rPr>
              <a:t>Assignment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7648" y="1506270"/>
            <a:ext cx="30130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Book Antiqua"/>
                <a:cs typeface="Book Antiqua"/>
              </a:rPr>
              <a:t>Caution!</a:t>
            </a:r>
            <a:r>
              <a:rPr sz="1200" spc="100" dirty="0">
                <a:latin typeface="Book Antiqua"/>
                <a:cs typeface="Book Antiqua"/>
              </a:rPr>
              <a:t> </a:t>
            </a:r>
            <a:r>
              <a:rPr sz="1200" spc="-55" dirty="0">
                <a:latin typeface="Book Antiqua"/>
                <a:cs typeface="Book Antiqua"/>
              </a:rPr>
              <a:t>Horrendous</a:t>
            </a:r>
            <a:r>
              <a:rPr sz="1200" dirty="0">
                <a:latin typeface="Book Antiqua"/>
                <a:cs typeface="Book Antiqua"/>
              </a:rPr>
              <a:t> </a:t>
            </a:r>
            <a:r>
              <a:rPr sz="1200" spc="-30" dirty="0">
                <a:latin typeface="Book Antiqua"/>
                <a:cs typeface="Book Antiqua"/>
              </a:rPr>
              <a:t>equation</a:t>
            </a:r>
            <a:r>
              <a:rPr sz="1200" spc="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on next </a:t>
            </a:r>
            <a:r>
              <a:rPr sz="1200" spc="-10" dirty="0">
                <a:latin typeface="Book Antiqua"/>
                <a:cs typeface="Book Antiqua"/>
              </a:rPr>
              <a:t>slide!!!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15/27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23975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Assignment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594817"/>
            <a:ext cx="44075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deck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numbered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52,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up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fifteen </a:t>
            </a:r>
            <a:r>
              <a:rPr sz="1100" dirty="0">
                <a:latin typeface="Times New Roman"/>
                <a:cs typeface="Times New Roman"/>
              </a:rPr>
              <a:t>times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several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described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below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 permutation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deck.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Calling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b="0" i="1" spc="60" dirty="0">
                <a:latin typeface="Bookman Old Style"/>
                <a:cs typeface="Bookman Old Style"/>
              </a:rPr>
              <a:t>i</a:t>
            </a:r>
            <a:r>
              <a:rPr sz="1100" b="0" i="1" spc="130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new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deck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200" b="0" i="1" baseline="-10416" dirty="0">
                <a:latin typeface="Bookman Old Style"/>
                <a:cs typeface="Bookman Old Style"/>
              </a:rPr>
              <a:t>i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calculate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following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fifteen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runs.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42641" y="1293329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44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444" y="1979955"/>
            <a:ext cx="4383405" cy="10521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computation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Cambria"/>
                <a:cs typeface="Cambria"/>
              </a:rPr>
              <a:t>correlation</a:t>
            </a:r>
            <a:r>
              <a:rPr sz="1100" b="1" spc="280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coefficient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detail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course.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correlation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coefficient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measure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related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are.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4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0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10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close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spc="50" dirty="0">
                <a:latin typeface="Times New Roman"/>
                <a:cs typeface="Times New Roman"/>
              </a:rPr>
              <a:t> then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completely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independent.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7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b="0" i="1" spc="10" dirty="0">
                <a:latin typeface="Bookman Old Style"/>
                <a:cs typeface="Bookman Old Style"/>
              </a:rPr>
              <a:t>i </a:t>
            </a:r>
            <a:r>
              <a:rPr sz="1100" dirty="0">
                <a:latin typeface="Times New Roman"/>
                <a:cs typeface="Times New Roman"/>
              </a:rPr>
              <a:t>values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200" b="0" i="1" baseline="-10416" dirty="0">
                <a:latin typeface="Bookman Old Style"/>
                <a:cs typeface="Bookman Old Style"/>
              </a:rPr>
              <a:t>i</a:t>
            </a:r>
            <a:r>
              <a:rPr sz="1200" b="0" i="1" spc="27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equal,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b="0" i="1" spc="60" dirty="0">
                <a:latin typeface="Bookman Old Style"/>
                <a:cs typeface="Bookman Old Style"/>
              </a:rPr>
              <a:t>i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200" b="0" i="1" baseline="-10416" dirty="0">
                <a:latin typeface="Bookman Old Style"/>
                <a:cs typeface="Bookman Old Style"/>
              </a:rPr>
              <a:t>i</a:t>
            </a: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2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−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y </a:t>
            </a:r>
            <a:r>
              <a:rPr sz="1100" dirty="0">
                <a:latin typeface="Times New Roman"/>
                <a:cs typeface="Times New Roman"/>
              </a:rPr>
              <a:t>values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backward,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that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b="0" i="1" spc="60" dirty="0">
                <a:latin typeface="Bookman Old Style"/>
                <a:cs typeface="Bookman Old Style"/>
              </a:rPr>
              <a:t>i</a:t>
            </a:r>
            <a:r>
              <a:rPr sz="1100" b="0" i="1" spc="2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y</a:t>
            </a:r>
            <a:r>
              <a:rPr sz="1200" spc="-30" baseline="-10416" dirty="0">
                <a:latin typeface="Century"/>
                <a:cs typeface="Century"/>
              </a:rPr>
              <a:t>53</a:t>
            </a:r>
            <a:r>
              <a:rPr sz="1200" i="1" spc="-30" baseline="-10416" dirty="0">
                <a:latin typeface="Arial"/>
                <a:cs typeface="Arial"/>
              </a:rPr>
              <a:t>−</a:t>
            </a:r>
            <a:r>
              <a:rPr sz="1200" b="0" i="1" spc="-30" baseline="-10416" dirty="0">
                <a:latin typeface="Bookman Old Style"/>
                <a:cs typeface="Bookman Old Style"/>
              </a:rPr>
              <a:t>i</a:t>
            </a:r>
            <a:endParaRPr sz="1200" baseline="-10416" dirty="0">
              <a:latin typeface="Bookman Old Style"/>
              <a:cs typeface="Bookman Old Style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16/27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2" name="Picture 31" descr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 title="IguanaTex Bitmap Display">
            <a:extLst>
              <a:ext uri="{FF2B5EF4-FFF2-40B4-BE49-F238E27FC236}">
                <a16:creationId xmlns:a16="http://schemas.microsoft.com/office/drawing/2014/main" id="{7449E617-BC65-B8B9-1EB8-CED41788FFA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1424675"/>
            <a:ext cx="4080438" cy="3974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A9497BF-0E18-A69B-B3B2-F8DB12464141}"/>
                  </a:ext>
                </a:extLst>
              </p14:cNvPr>
              <p14:cNvContentPartPr/>
              <p14:nvPr/>
            </p14:nvContentPartPr>
            <p14:xfrm>
              <a:off x="113760" y="111240"/>
              <a:ext cx="4215960" cy="2562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A9497BF-0E18-A69B-B3B2-F8DB1246414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400" y="101880"/>
                <a:ext cx="4234680" cy="2581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 title="IguanaTex Bitmap Display">
            <a:extLst>
              <a:ext uri="{FF2B5EF4-FFF2-40B4-BE49-F238E27FC236}">
                <a16:creationId xmlns:a16="http://schemas.microsoft.com/office/drawing/2014/main" id="{C1CE97B0-C291-2A0E-4F62-80FD51A9DE7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663575"/>
            <a:ext cx="4080438" cy="39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208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23975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Assignment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25844" y="1351978"/>
            <a:ext cx="6146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Note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65" dirty="0">
                <a:latin typeface="Times New Roman"/>
                <a:cs typeface="Times New Roman"/>
              </a:rPr>
              <a:t>that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57864" y="1352908"/>
            <a:ext cx="334391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latin typeface="Times New Roman"/>
                <a:cs typeface="Times New Roman"/>
              </a:rPr>
              <a:t>    </a:t>
            </a:r>
            <a:r>
              <a:rPr sz="1100" dirty="0">
                <a:latin typeface="Times New Roman"/>
                <a:cs typeface="Times New Roman"/>
              </a:rPr>
              <a:t>changes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75" dirty="0">
                <a:latin typeface="Times New Roman"/>
                <a:cs typeface="Times New Roman"/>
              </a:rPr>
              <a:t>but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other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5844" y="1524063"/>
            <a:ext cx="429958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pieces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formula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since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b="0" i="1" spc="60" dirty="0">
                <a:latin typeface="Bookman Old Style"/>
                <a:cs typeface="Bookman Old Style"/>
              </a:rPr>
              <a:t>i</a:t>
            </a:r>
            <a:r>
              <a:rPr sz="1100" b="0" i="1" spc="85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1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52,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adding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digits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digits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produces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17/27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49" name="Picture 48" descr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 title="IguanaTex Bitmap Display">
            <a:extLst>
              <a:ext uri="{FF2B5EF4-FFF2-40B4-BE49-F238E27FC236}">
                <a16:creationId xmlns:a16="http://schemas.microsoft.com/office/drawing/2014/main" id="{0A53B96A-A0A3-FA5B-0D00-C4399101BC6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05" y="731825"/>
            <a:ext cx="4080438" cy="397450"/>
          </a:xfrm>
          <a:prstGeom prst="rect">
            <a:avLst/>
          </a:prstGeom>
        </p:spPr>
      </p:pic>
      <p:pic>
        <p:nvPicPr>
          <p:cNvPr id="51" name="Picture 50" descr="\documentclass{article}&#10;\usepackage{amsmath}&#10;\pagestyle{empty}&#10;\begin{document}&#10;&#10;$\sum_{i=1}^n iy_i$&#10;&#10;&#10;\end{document}" title="IguanaTex Bitmap Display">
            <a:extLst>
              <a:ext uri="{FF2B5EF4-FFF2-40B4-BE49-F238E27FC236}">
                <a16:creationId xmlns:a16="http://schemas.microsoft.com/office/drawing/2014/main" id="{BDD00CF8-B25A-1FE1-9686-9773FDD3C6A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15" y="1359856"/>
            <a:ext cx="527050" cy="164207"/>
          </a:xfrm>
          <a:prstGeom prst="rect">
            <a:avLst/>
          </a:prstGeom>
        </p:spPr>
      </p:pic>
      <p:pic>
        <p:nvPicPr>
          <p:cNvPr id="53" name="Picture 52" descr="\documentclass{article}&#10;\usepackage{amsmath}&#10;\pagestyle{empty}&#10;\begin{document}&#10;&#10;$\sum_{i=1}^n i = \sum_{i=1}^n y_i = 1378$&#10;&#10;&#10;\end{document}" title="IguanaTex Bitmap Display">
            <a:extLst>
              <a:ext uri="{FF2B5EF4-FFF2-40B4-BE49-F238E27FC236}">
                <a16:creationId xmlns:a16="http://schemas.microsoft.com/office/drawing/2014/main" id="{75AF8DB0-4C70-3063-8421-BE3843257A8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2249791"/>
            <a:ext cx="1680682" cy="1731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9391" y="62407"/>
            <a:ext cx="9296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5" dirty="0">
                <a:solidFill>
                  <a:srgbClr val="FFFFFF"/>
                </a:solidFill>
                <a:latin typeface="Book Antiqua"/>
                <a:cs typeface="Book Antiqua"/>
              </a:rPr>
              <a:t>Assignment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18/27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5" name="Picture 24" descr="IguanaTex Bitmap Display&#10;&#10;\documentclass{article}&#10;\usepackage{amsmath}&#10;\pagestyle{empty}&#10;\begin{document}&#10;&#10;&#10;$r = \frac{n\sum_{i=1}^n i y_i - 1378^2}{\sqrt{(n\sum_{i=1}^n i^2 - 1378^2)(n\sum_{i=1}^n y_i^2 - 1378^2)}}$&#10;&#10;\end{document}">
            <a:extLst>
              <a:ext uri="{FF2B5EF4-FFF2-40B4-BE49-F238E27FC236}">
                <a16:creationId xmlns:a16="http://schemas.microsoft.com/office/drawing/2014/main" id="{6FD11C80-1536-19D2-BBBA-3A06D181DCF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42" y="927752"/>
            <a:ext cx="3380956" cy="41999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93825">
              <a:lnSpc>
                <a:spcPct val="100000"/>
              </a:lnSpc>
              <a:spcBef>
                <a:spcPts val="135"/>
              </a:spcBef>
            </a:pPr>
            <a:r>
              <a:rPr dirty="0"/>
              <a:t>First</a:t>
            </a:r>
            <a:r>
              <a:rPr spc="260" dirty="0"/>
              <a:t> </a:t>
            </a:r>
            <a:r>
              <a:rPr spc="-25" dirty="0"/>
              <a:t>Run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/>
              <a:t>Given</a:t>
            </a:r>
            <a:r>
              <a:rPr spc="145" dirty="0"/>
              <a:t> </a:t>
            </a:r>
            <a:r>
              <a:rPr spc="50" dirty="0"/>
              <a:t>a</a:t>
            </a:r>
            <a:r>
              <a:rPr spc="150" dirty="0"/>
              <a:t> </a:t>
            </a:r>
            <a:r>
              <a:rPr dirty="0"/>
              <a:t>deck</a:t>
            </a:r>
            <a:r>
              <a:rPr spc="14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cards</a:t>
            </a:r>
            <a:r>
              <a:rPr spc="145" dirty="0"/>
              <a:t> </a:t>
            </a:r>
            <a:r>
              <a:rPr b="0" i="1" spc="-55" dirty="0">
                <a:latin typeface="Bookman Old Style"/>
                <a:cs typeface="Bookman Old Style"/>
              </a:rPr>
              <a:t>cards</a:t>
            </a:r>
            <a:r>
              <a:rPr spc="-55" dirty="0"/>
              <a:t>[]</a:t>
            </a:r>
            <a:r>
              <a:rPr spc="150" dirty="0"/>
              <a:t> </a:t>
            </a:r>
            <a:r>
              <a:rPr dirty="0"/>
              <a:t>with</a:t>
            </a:r>
            <a:r>
              <a:rPr spc="145" dirty="0"/>
              <a:t> </a:t>
            </a:r>
            <a:r>
              <a:rPr dirty="0"/>
              <a:t>52</a:t>
            </a:r>
            <a:r>
              <a:rPr spc="150" dirty="0"/>
              <a:t> </a:t>
            </a:r>
            <a:r>
              <a:rPr dirty="0"/>
              <a:t>entries,</a:t>
            </a:r>
            <a:r>
              <a:rPr spc="150" dirty="0"/>
              <a:t> </a:t>
            </a:r>
            <a:r>
              <a:rPr dirty="0"/>
              <a:t>produce</a:t>
            </a:r>
            <a:r>
              <a:rPr spc="150" dirty="0"/>
              <a:t> </a:t>
            </a:r>
            <a:r>
              <a:rPr spc="50" dirty="0"/>
              <a:t>a</a:t>
            </a:r>
            <a:r>
              <a:rPr spc="150" dirty="0"/>
              <a:t> </a:t>
            </a:r>
            <a:r>
              <a:rPr dirty="0"/>
              <a:t>new</a:t>
            </a:r>
            <a:r>
              <a:rPr spc="145" dirty="0"/>
              <a:t> </a:t>
            </a:r>
            <a:r>
              <a:rPr dirty="0"/>
              <a:t>deck</a:t>
            </a:r>
            <a:r>
              <a:rPr spc="155" dirty="0"/>
              <a:t> </a:t>
            </a:r>
            <a:r>
              <a:rPr spc="-25" dirty="0"/>
              <a:t>by </a:t>
            </a:r>
            <a:r>
              <a:rPr dirty="0"/>
              <a:t>dividing</a:t>
            </a:r>
            <a:r>
              <a:rPr spc="120" dirty="0"/>
              <a:t> </a:t>
            </a:r>
            <a:r>
              <a:rPr spc="50" dirty="0"/>
              <a:t>the</a:t>
            </a:r>
            <a:r>
              <a:rPr spc="120" dirty="0"/>
              <a:t> </a:t>
            </a:r>
            <a:r>
              <a:rPr dirty="0"/>
              <a:t>deck</a:t>
            </a:r>
            <a:r>
              <a:rPr spc="120" dirty="0"/>
              <a:t> </a:t>
            </a:r>
            <a:r>
              <a:rPr dirty="0"/>
              <a:t>into</a:t>
            </a:r>
            <a:r>
              <a:rPr spc="130" dirty="0"/>
              <a:t> </a:t>
            </a:r>
            <a:r>
              <a:rPr dirty="0"/>
              <a:t>two</a:t>
            </a:r>
            <a:r>
              <a:rPr spc="120" dirty="0"/>
              <a:t> </a:t>
            </a:r>
            <a:r>
              <a:rPr dirty="0"/>
              <a:t>pieces,</a:t>
            </a:r>
            <a:r>
              <a:rPr spc="120" dirty="0"/>
              <a:t> </a:t>
            </a:r>
            <a:r>
              <a:rPr b="0" i="1" spc="-55" dirty="0">
                <a:latin typeface="Bookman Old Style"/>
                <a:cs typeface="Bookman Old Style"/>
              </a:rPr>
              <a:t>cards</a:t>
            </a:r>
            <a:r>
              <a:rPr spc="-55" dirty="0"/>
              <a:t>[1</a:t>
            </a:r>
            <a:r>
              <a:rPr spc="-10" dirty="0"/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dirty="0"/>
              <a:t>26]</a:t>
            </a:r>
            <a:r>
              <a:rPr spc="120" dirty="0"/>
              <a:t> </a:t>
            </a:r>
            <a:r>
              <a:rPr spc="50" dirty="0"/>
              <a:t>and</a:t>
            </a:r>
            <a:r>
              <a:rPr spc="125" dirty="0"/>
              <a:t> </a:t>
            </a:r>
            <a:r>
              <a:rPr b="0" i="1" spc="-50" dirty="0">
                <a:latin typeface="Bookman Old Style"/>
                <a:cs typeface="Bookman Old Style"/>
              </a:rPr>
              <a:t>cards</a:t>
            </a:r>
            <a:r>
              <a:rPr spc="-50" dirty="0"/>
              <a:t>[27</a:t>
            </a:r>
            <a:r>
              <a:rPr spc="-10" dirty="0"/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spc="-20" dirty="0"/>
              <a:t>52], </a:t>
            </a:r>
            <a:r>
              <a:rPr spc="50" dirty="0"/>
              <a:t>then</a:t>
            </a:r>
            <a:r>
              <a:rPr spc="60" dirty="0"/>
              <a:t> </a:t>
            </a:r>
            <a:r>
              <a:rPr dirty="0"/>
              <a:t>pick</a:t>
            </a:r>
            <a:r>
              <a:rPr spc="60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[1],</a:t>
            </a:r>
            <a:r>
              <a:rPr spc="65" dirty="0"/>
              <a:t> </a:t>
            </a:r>
            <a:r>
              <a:rPr dirty="0"/>
              <a:t>followed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[27],</a:t>
            </a:r>
            <a:r>
              <a:rPr spc="60" dirty="0"/>
              <a:t> </a:t>
            </a:r>
            <a:r>
              <a:rPr dirty="0"/>
              <a:t>followed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[2],</a:t>
            </a:r>
            <a:r>
              <a:rPr spc="60" dirty="0"/>
              <a:t> </a:t>
            </a:r>
            <a:r>
              <a:rPr spc="30" dirty="0"/>
              <a:t>then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[28],</a:t>
            </a:r>
            <a:r>
              <a:rPr spc="40" dirty="0"/>
              <a:t> </a:t>
            </a:r>
            <a:r>
              <a:rPr spc="-20" dirty="0"/>
              <a:t>etc.</a:t>
            </a:r>
          </a:p>
          <a:p>
            <a:pPr marL="12700" marR="224154">
              <a:lnSpc>
                <a:spcPct val="102600"/>
              </a:lnSpc>
            </a:pPr>
            <a:r>
              <a:rPr dirty="0"/>
              <a:t>Do</a:t>
            </a:r>
            <a:r>
              <a:rPr spc="145" dirty="0"/>
              <a:t> </a:t>
            </a:r>
            <a:r>
              <a:rPr dirty="0"/>
              <a:t>this</a:t>
            </a:r>
            <a:r>
              <a:rPr spc="150" dirty="0"/>
              <a:t> </a:t>
            </a:r>
            <a:r>
              <a:rPr spc="55" dirty="0"/>
              <a:t>up</a:t>
            </a:r>
            <a:r>
              <a:rPr spc="145" dirty="0"/>
              <a:t> </a:t>
            </a:r>
            <a:r>
              <a:rPr spc="55" dirty="0"/>
              <a:t>to</a:t>
            </a:r>
            <a:r>
              <a:rPr spc="145" dirty="0"/>
              <a:t> </a:t>
            </a:r>
            <a:r>
              <a:rPr dirty="0"/>
              <a:t>15</a:t>
            </a:r>
            <a:r>
              <a:rPr spc="145" dirty="0"/>
              <a:t> </a:t>
            </a:r>
            <a:r>
              <a:rPr dirty="0"/>
              <a:t>times,</a:t>
            </a:r>
            <a:r>
              <a:rPr spc="150" dirty="0"/>
              <a:t> </a:t>
            </a:r>
            <a:r>
              <a:rPr dirty="0"/>
              <a:t>calculating</a:t>
            </a:r>
            <a:r>
              <a:rPr spc="145" dirty="0"/>
              <a:t> </a:t>
            </a:r>
            <a:r>
              <a:rPr spc="50" dirty="0"/>
              <a:t>the</a:t>
            </a:r>
            <a:r>
              <a:rPr spc="150" dirty="0"/>
              <a:t> </a:t>
            </a:r>
            <a:r>
              <a:rPr dirty="0"/>
              <a:t>value</a:t>
            </a:r>
            <a:r>
              <a:rPr spc="145" dirty="0"/>
              <a:t> </a:t>
            </a:r>
            <a:r>
              <a:rPr dirty="0"/>
              <a:t>of</a:t>
            </a:r>
            <a:r>
              <a:rPr spc="145" dirty="0"/>
              <a:t> </a:t>
            </a:r>
            <a:r>
              <a:rPr b="0" i="1" dirty="0">
                <a:latin typeface="Bookman Old Style"/>
                <a:cs typeface="Bookman Old Style"/>
              </a:rPr>
              <a:t>r</a:t>
            </a:r>
            <a:r>
              <a:rPr b="0" i="1" spc="125" dirty="0">
                <a:latin typeface="Bookman Old Style"/>
                <a:cs typeface="Bookman Old Style"/>
              </a:rPr>
              <a:t> </a:t>
            </a:r>
            <a:r>
              <a:rPr dirty="0"/>
              <a:t>for</a:t>
            </a:r>
            <a:r>
              <a:rPr spc="150" dirty="0"/>
              <a:t> </a:t>
            </a:r>
            <a:r>
              <a:rPr dirty="0"/>
              <a:t>each</a:t>
            </a:r>
            <a:r>
              <a:rPr spc="145" dirty="0"/>
              <a:t> </a:t>
            </a:r>
            <a:r>
              <a:rPr spc="-10" dirty="0"/>
              <a:t>shuffle. </a:t>
            </a:r>
            <a:r>
              <a:rPr dirty="0"/>
              <a:t>Answer</a:t>
            </a:r>
            <a:r>
              <a:rPr spc="85" dirty="0"/>
              <a:t> </a:t>
            </a:r>
            <a:r>
              <a:rPr spc="50" dirty="0"/>
              <a:t>the</a:t>
            </a:r>
            <a:r>
              <a:rPr spc="90" dirty="0"/>
              <a:t> </a:t>
            </a:r>
            <a:r>
              <a:rPr dirty="0"/>
              <a:t>following</a:t>
            </a:r>
            <a:r>
              <a:rPr spc="85" dirty="0"/>
              <a:t> </a:t>
            </a:r>
            <a:r>
              <a:rPr spc="-10" dirty="0"/>
              <a:t>questions: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381" y="1720453"/>
            <a:ext cx="110658" cy="1106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0812" y="1705292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663306"/>
            <a:ext cx="399859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order? </a:t>
            </a:r>
            <a:r>
              <a:rPr sz="1100" spc="75" dirty="0">
                <a:latin typeface="Times New Roman"/>
                <a:cs typeface="Times New Roman"/>
              </a:rPr>
              <a:t>(That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110" dirty="0">
                <a:latin typeface="Bookman Old Style"/>
                <a:cs typeface="Bookman Old Style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minimum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value?)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20/27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5473EFD-97CD-3DDD-DF9B-AFF2BD85225D}"/>
                  </a:ext>
                </a:extLst>
              </p14:cNvPr>
              <p14:cNvContentPartPr/>
              <p14:nvPr/>
            </p14:nvContentPartPr>
            <p14:xfrm>
              <a:off x="17640" y="325080"/>
              <a:ext cx="4510440" cy="2998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5473EFD-97CD-3DDD-DF9B-AFF2BD8522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80" y="315720"/>
                <a:ext cx="4529160" cy="301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93825">
              <a:lnSpc>
                <a:spcPct val="100000"/>
              </a:lnSpc>
              <a:spcBef>
                <a:spcPts val="135"/>
              </a:spcBef>
            </a:pPr>
            <a:r>
              <a:rPr dirty="0"/>
              <a:t>First</a:t>
            </a:r>
            <a:r>
              <a:rPr spc="260" dirty="0"/>
              <a:t> </a:t>
            </a:r>
            <a:r>
              <a:rPr spc="-25" dirty="0"/>
              <a:t>Run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/>
              <a:t>Given</a:t>
            </a:r>
            <a:r>
              <a:rPr spc="145" dirty="0"/>
              <a:t> </a:t>
            </a:r>
            <a:r>
              <a:rPr spc="50" dirty="0"/>
              <a:t>a</a:t>
            </a:r>
            <a:r>
              <a:rPr spc="150" dirty="0"/>
              <a:t> </a:t>
            </a:r>
            <a:r>
              <a:rPr dirty="0"/>
              <a:t>deck</a:t>
            </a:r>
            <a:r>
              <a:rPr spc="14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cards</a:t>
            </a:r>
            <a:r>
              <a:rPr spc="145" dirty="0"/>
              <a:t> </a:t>
            </a:r>
            <a:r>
              <a:rPr b="0" i="1" spc="-55" dirty="0">
                <a:latin typeface="Bookman Old Style"/>
                <a:cs typeface="Bookman Old Style"/>
              </a:rPr>
              <a:t>cards</a:t>
            </a:r>
            <a:r>
              <a:rPr spc="-55" dirty="0"/>
              <a:t>[]</a:t>
            </a:r>
            <a:r>
              <a:rPr spc="150" dirty="0"/>
              <a:t> </a:t>
            </a:r>
            <a:r>
              <a:rPr dirty="0"/>
              <a:t>with</a:t>
            </a:r>
            <a:r>
              <a:rPr spc="145" dirty="0"/>
              <a:t> </a:t>
            </a:r>
            <a:r>
              <a:rPr dirty="0"/>
              <a:t>52</a:t>
            </a:r>
            <a:r>
              <a:rPr spc="150" dirty="0"/>
              <a:t> </a:t>
            </a:r>
            <a:r>
              <a:rPr dirty="0"/>
              <a:t>entries,</a:t>
            </a:r>
            <a:r>
              <a:rPr spc="150" dirty="0"/>
              <a:t> </a:t>
            </a:r>
            <a:r>
              <a:rPr dirty="0"/>
              <a:t>produce</a:t>
            </a:r>
            <a:r>
              <a:rPr spc="150" dirty="0"/>
              <a:t> </a:t>
            </a:r>
            <a:r>
              <a:rPr spc="50" dirty="0"/>
              <a:t>a</a:t>
            </a:r>
            <a:r>
              <a:rPr spc="150" dirty="0"/>
              <a:t> </a:t>
            </a:r>
            <a:r>
              <a:rPr dirty="0"/>
              <a:t>new</a:t>
            </a:r>
            <a:r>
              <a:rPr spc="145" dirty="0"/>
              <a:t> </a:t>
            </a:r>
            <a:r>
              <a:rPr dirty="0"/>
              <a:t>deck</a:t>
            </a:r>
            <a:r>
              <a:rPr spc="155" dirty="0"/>
              <a:t> </a:t>
            </a:r>
            <a:r>
              <a:rPr spc="-25" dirty="0"/>
              <a:t>by </a:t>
            </a:r>
            <a:r>
              <a:rPr dirty="0"/>
              <a:t>dividing</a:t>
            </a:r>
            <a:r>
              <a:rPr spc="120" dirty="0"/>
              <a:t> </a:t>
            </a:r>
            <a:r>
              <a:rPr spc="50" dirty="0"/>
              <a:t>the</a:t>
            </a:r>
            <a:r>
              <a:rPr spc="120" dirty="0"/>
              <a:t> </a:t>
            </a:r>
            <a:r>
              <a:rPr dirty="0"/>
              <a:t>deck</a:t>
            </a:r>
            <a:r>
              <a:rPr spc="120" dirty="0"/>
              <a:t> </a:t>
            </a:r>
            <a:r>
              <a:rPr dirty="0"/>
              <a:t>into</a:t>
            </a:r>
            <a:r>
              <a:rPr spc="130" dirty="0"/>
              <a:t> </a:t>
            </a:r>
            <a:r>
              <a:rPr dirty="0"/>
              <a:t>two</a:t>
            </a:r>
            <a:r>
              <a:rPr spc="120" dirty="0"/>
              <a:t> </a:t>
            </a:r>
            <a:r>
              <a:rPr dirty="0"/>
              <a:t>pieces,</a:t>
            </a:r>
            <a:r>
              <a:rPr spc="120" dirty="0"/>
              <a:t> </a:t>
            </a:r>
            <a:r>
              <a:rPr b="0" i="1" spc="-55" dirty="0">
                <a:latin typeface="Bookman Old Style"/>
                <a:cs typeface="Bookman Old Style"/>
              </a:rPr>
              <a:t>cards</a:t>
            </a:r>
            <a:r>
              <a:rPr spc="-55" dirty="0"/>
              <a:t>[1</a:t>
            </a:r>
            <a:r>
              <a:rPr spc="-10" dirty="0"/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dirty="0"/>
              <a:t>26]</a:t>
            </a:r>
            <a:r>
              <a:rPr spc="120" dirty="0"/>
              <a:t> </a:t>
            </a:r>
            <a:r>
              <a:rPr spc="50" dirty="0"/>
              <a:t>and</a:t>
            </a:r>
            <a:r>
              <a:rPr spc="125" dirty="0"/>
              <a:t> </a:t>
            </a:r>
            <a:r>
              <a:rPr b="0" i="1" spc="-50" dirty="0">
                <a:latin typeface="Bookman Old Style"/>
                <a:cs typeface="Bookman Old Style"/>
              </a:rPr>
              <a:t>cards</a:t>
            </a:r>
            <a:r>
              <a:rPr spc="-50" dirty="0"/>
              <a:t>[27</a:t>
            </a:r>
            <a:r>
              <a:rPr spc="-10" dirty="0"/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spc="-20" dirty="0"/>
              <a:t>52], </a:t>
            </a:r>
            <a:r>
              <a:rPr spc="50" dirty="0"/>
              <a:t>then</a:t>
            </a:r>
            <a:r>
              <a:rPr spc="60" dirty="0"/>
              <a:t> </a:t>
            </a:r>
            <a:r>
              <a:rPr dirty="0"/>
              <a:t>pick</a:t>
            </a:r>
            <a:r>
              <a:rPr spc="60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[1],</a:t>
            </a:r>
            <a:r>
              <a:rPr spc="65" dirty="0"/>
              <a:t> </a:t>
            </a:r>
            <a:r>
              <a:rPr dirty="0"/>
              <a:t>followed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[27],</a:t>
            </a:r>
            <a:r>
              <a:rPr spc="60" dirty="0"/>
              <a:t> </a:t>
            </a:r>
            <a:r>
              <a:rPr dirty="0"/>
              <a:t>followed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[2],</a:t>
            </a:r>
            <a:r>
              <a:rPr spc="60" dirty="0"/>
              <a:t> </a:t>
            </a:r>
            <a:r>
              <a:rPr spc="30" dirty="0"/>
              <a:t>then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[28],</a:t>
            </a:r>
            <a:r>
              <a:rPr spc="40" dirty="0"/>
              <a:t> </a:t>
            </a:r>
            <a:r>
              <a:rPr spc="-20" dirty="0"/>
              <a:t>etc.</a:t>
            </a:r>
          </a:p>
          <a:p>
            <a:pPr marL="12700" marR="224154">
              <a:lnSpc>
                <a:spcPct val="102600"/>
              </a:lnSpc>
            </a:pPr>
            <a:r>
              <a:rPr dirty="0"/>
              <a:t>Do</a:t>
            </a:r>
            <a:r>
              <a:rPr spc="145" dirty="0"/>
              <a:t> </a:t>
            </a:r>
            <a:r>
              <a:rPr dirty="0"/>
              <a:t>this</a:t>
            </a:r>
            <a:r>
              <a:rPr spc="150" dirty="0"/>
              <a:t> </a:t>
            </a:r>
            <a:r>
              <a:rPr spc="55" dirty="0"/>
              <a:t>up</a:t>
            </a:r>
            <a:r>
              <a:rPr spc="145" dirty="0"/>
              <a:t> </a:t>
            </a:r>
            <a:r>
              <a:rPr spc="55" dirty="0"/>
              <a:t>to</a:t>
            </a:r>
            <a:r>
              <a:rPr spc="145" dirty="0"/>
              <a:t> </a:t>
            </a:r>
            <a:r>
              <a:rPr dirty="0"/>
              <a:t>15</a:t>
            </a:r>
            <a:r>
              <a:rPr spc="145" dirty="0"/>
              <a:t> </a:t>
            </a:r>
            <a:r>
              <a:rPr dirty="0"/>
              <a:t>times,</a:t>
            </a:r>
            <a:r>
              <a:rPr spc="150" dirty="0"/>
              <a:t> </a:t>
            </a:r>
            <a:r>
              <a:rPr dirty="0"/>
              <a:t>calculating</a:t>
            </a:r>
            <a:r>
              <a:rPr spc="145" dirty="0"/>
              <a:t> </a:t>
            </a:r>
            <a:r>
              <a:rPr spc="50" dirty="0"/>
              <a:t>the</a:t>
            </a:r>
            <a:r>
              <a:rPr spc="150" dirty="0"/>
              <a:t> </a:t>
            </a:r>
            <a:r>
              <a:rPr dirty="0"/>
              <a:t>value</a:t>
            </a:r>
            <a:r>
              <a:rPr spc="145" dirty="0"/>
              <a:t> </a:t>
            </a:r>
            <a:r>
              <a:rPr dirty="0"/>
              <a:t>of</a:t>
            </a:r>
            <a:r>
              <a:rPr spc="145" dirty="0"/>
              <a:t> </a:t>
            </a:r>
            <a:r>
              <a:rPr b="0" i="1" dirty="0">
                <a:latin typeface="Bookman Old Style"/>
                <a:cs typeface="Bookman Old Style"/>
              </a:rPr>
              <a:t>r</a:t>
            </a:r>
            <a:r>
              <a:rPr b="0" i="1" spc="125" dirty="0">
                <a:latin typeface="Bookman Old Style"/>
                <a:cs typeface="Bookman Old Style"/>
              </a:rPr>
              <a:t> </a:t>
            </a:r>
            <a:r>
              <a:rPr dirty="0"/>
              <a:t>for</a:t>
            </a:r>
            <a:r>
              <a:rPr spc="150" dirty="0"/>
              <a:t> </a:t>
            </a:r>
            <a:r>
              <a:rPr dirty="0"/>
              <a:t>each</a:t>
            </a:r>
            <a:r>
              <a:rPr spc="145" dirty="0"/>
              <a:t> </a:t>
            </a:r>
            <a:r>
              <a:rPr spc="-10" dirty="0"/>
              <a:t>shuffle. </a:t>
            </a:r>
            <a:r>
              <a:rPr dirty="0"/>
              <a:t>Answer</a:t>
            </a:r>
            <a:r>
              <a:rPr spc="85" dirty="0"/>
              <a:t> </a:t>
            </a:r>
            <a:r>
              <a:rPr spc="50" dirty="0"/>
              <a:t>the</a:t>
            </a:r>
            <a:r>
              <a:rPr spc="90" dirty="0"/>
              <a:t> </a:t>
            </a:r>
            <a:r>
              <a:rPr dirty="0"/>
              <a:t>following</a:t>
            </a:r>
            <a:r>
              <a:rPr spc="85" dirty="0"/>
              <a:t> </a:t>
            </a:r>
            <a:r>
              <a:rPr spc="-10" dirty="0"/>
              <a:t>questions: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381" y="1720453"/>
            <a:ext cx="110658" cy="1106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0812" y="1705292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663306"/>
            <a:ext cx="3998595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order? </a:t>
            </a:r>
            <a:r>
              <a:rPr sz="1100" spc="75" dirty="0">
                <a:latin typeface="Times New Roman"/>
                <a:cs typeface="Times New Roman"/>
              </a:rPr>
              <a:t>(That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110" dirty="0">
                <a:latin typeface="Bookman Old Style"/>
                <a:cs typeface="Bookman Old Style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minimum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value?)</a:t>
            </a:r>
            <a:endParaRPr sz="1100">
              <a:latin typeface="Times New Roman"/>
              <a:cs typeface="Times New Roman"/>
            </a:endParaRPr>
          </a:p>
          <a:p>
            <a:pPr marL="12700" marR="30543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Do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return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order?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many </a:t>
            </a:r>
            <a:r>
              <a:rPr sz="1100" spc="-10" dirty="0">
                <a:latin typeface="Times New Roman"/>
                <a:cs typeface="Times New Roman"/>
              </a:rPr>
              <a:t>shuffles?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381" y="2102558"/>
            <a:ext cx="110658" cy="11065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0812" y="2087410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20/27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9BD27BA-3808-663C-5174-9CE83916EC8E}"/>
                  </a:ext>
                </a:extLst>
              </p14:cNvPr>
              <p14:cNvContentPartPr/>
              <p14:nvPr/>
            </p14:nvContentPartPr>
            <p14:xfrm>
              <a:off x="59040" y="1252080"/>
              <a:ext cx="4529520" cy="2010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9BD27BA-3808-663C-5174-9CE83916EC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680" y="1242720"/>
                <a:ext cx="4548240" cy="202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93825">
              <a:lnSpc>
                <a:spcPct val="100000"/>
              </a:lnSpc>
              <a:spcBef>
                <a:spcPts val="135"/>
              </a:spcBef>
            </a:pPr>
            <a:r>
              <a:rPr dirty="0"/>
              <a:t>First</a:t>
            </a:r>
            <a:r>
              <a:rPr spc="260" dirty="0"/>
              <a:t> </a:t>
            </a:r>
            <a:r>
              <a:rPr spc="-25" dirty="0"/>
              <a:t>Run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/>
              <a:t>Given</a:t>
            </a:r>
            <a:r>
              <a:rPr spc="145" dirty="0"/>
              <a:t> </a:t>
            </a:r>
            <a:r>
              <a:rPr spc="50" dirty="0"/>
              <a:t>a</a:t>
            </a:r>
            <a:r>
              <a:rPr spc="150" dirty="0"/>
              <a:t> </a:t>
            </a:r>
            <a:r>
              <a:rPr dirty="0"/>
              <a:t>deck</a:t>
            </a:r>
            <a:r>
              <a:rPr spc="14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cards</a:t>
            </a:r>
            <a:r>
              <a:rPr spc="145" dirty="0"/>
              <a:t> </a:t>
            </a:r>
            <a:r>
              <a:rPr b="0" i="1" spc="-55" dirty="0">
                <a:latin typeface="Bookman Old Style"/>
                <a:cs typeface="Bookman Old Style"/>
              </a:rPr>
              <a:t>cards</a:t>
            </a:r>
            <a:r>
              <a:rPr spc="-55" dirty="0"/>
              <a:t>[]</a:t>
            </a:r>
            <a:r>
              <a:rPr spc="150" dirty="0"/>
              <a:t> </a:t>
            </a:r>
            <a:r>
              <a:rPr dirty="0"/>
              <a:t>with</a:t>
            </a:r>
            <a:r>
              <a:rPr spc="145" dirty="0"/>
              <a:t> </a:t>
            </a:r>
            <a:r>
              <a:rPr dirty="0"/>
              <a:t>52</a:t>
            </a:r>
            <a:r>
              <a:rPr spc="150" dirty="0"/>
              <a:t> </a:t>
            </a:r>
            <a:r>
              <a:rPr dirty="0"/>
              <a:t>entries,</a:t>
            </a:r>
            <a:r>
              <a:rPr spc="150" dirty="0"/>
              <a:t> </a:t>
            </a:r>
            <a:r>
              <a:rPr dirty="0"/>
              <a:t>produce</a:t>
            </a:r>
            <a:r>
              <a:rPr spc="150" dirty="0"/>
              <a:t> </a:t>
            </a:r>
            <a:r>
              <a:rPr spc="50" dirty="0"/>
              <a:t>a</a:t>
            </a:r>
            <a:r>
              <a:rPr spc="150" dirty="0"/>
              <a:t> </a:t>
            </a:r>
            <a:r>
              <a:rPr dirty="0"/>
              <a:t>new</a:t>
            </a:r>
            <a:r>
              <a:rPr spc="145" dirty="0"/>
              <a:t> </a:t>
            </a:r>
            <a:r>
              <a:rPr dirty="0"/>
              <a:t>deck</a:t>
            </a:r>
            <a:r>
              <a:rPr spc="155" dirty="0"/>
              <a:t> </a:t>
            </a:r>
            <a:r>
              <a:rPr spc="-25" dirty="0"/>
              <a:t>by </a:t>
            </a:r>
            <a:r>
              <a:rPr dirty="0"/>
              <a:t>dividing</a:t>
            </a:r>
            <a:r>
              <a:rPr spc="120" dirty="0"/>
              <a:t> </a:t>
            </a:r>
            <a:r>
              <a:rPr spc="50" dirty="0"/>
              <a:t>the</a:t>
            </a:r>
            <a:r>
              <a:rPr spc="120" dirty="0"/>
              <a:t> </a:t>
            </a:r>
            <a:r>
              <a:rPr dirty="0"/>
              <a:t>deck</a:t>
            </a:r>
            <a:r>
              <a:rPr spc="120" dirty="0"/>
              <a:t> </a:t>
            </a:r>
            <a:r>
              <a:rPr dirty="0"/>
              <a:t>into</a:t>
            </a:r>
            <a:r>
              <a:rPr spc="130" dirty="0"/>
              <a:t> </a:t>
            </a:r>
            <a:r>
              <a:rPr dirty="0"/>
              <a:t>two</a:t>
            </a:r>
            <a:r>
              <a:rPr spc="120" dirty="0"/>
              <a:t> </a:t>
            </a:r>
            <a:r>
              <a:rPr dirty="0"/>
              <a:t>pieces,</a:t>
            </a:r>
            <a:r>
              <a:rPr spc="120" dirty="0"/>
              <a:t> </a:t>
            </a:r>
            <a:r>
              <a:rPr b="0" i="1" spc="-55" dirty="0">
                <a:latin typeface="Bookman Old Style"/>
                <a:cs typeface="Bookman Old Style"/>
              </a:rPr>
              <a:t>cards</a:t>
            </a:r>
            <a:r>
              <a:rPr spc="-55" dirty="0"/>
              <a:t>[1</a:t>
            </a:r>
            <a:r>
              <a:rPr spc="-10" dirty="0"/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dirty="0"/>
              <a:t>26]</a:t>
            </a:r>
            <a:r>
              <a:rPr spc="120" dirty="0"/>
              <a:t> </a:t>
            </a:r>
            <a:r>
              <a:rPr spc="50" dirty="0"/>
              <a:t>and</a:t>
            </a:r>
            <a:r>
              <a:rPr spc="125" dirty="0"/>
              <a:t> </a:t>
            </a:r>
            <a:r>
              <a:rPr b="0" i="1" spc="-50" dirty="0">
                <a:latin typeface="Bookman Old Style"/>
                <a:cs typeface="Bookman Old Style"/>
              </a:rPr>
              <a:t>cards</a:t>
            </a:r>
            <a:r>
              <a:rPr spc="-50" dirty="0"/>
              <a:t>[27</a:t>
            </a:r>
            <a:r>
              <a:rPr spc="-10" dirty="0"/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spc="-20" dirty="0"/>
              <a:t>52], </a:t>
            </a:r>
            <a:r>
              <a:rPr spc="50" dirty="0"/>
              <a:t>then</a:t>
            </a:r>
            <a:r>
              <a:rPr spc="60" dirty="0"/>
              <a:t> </a:t>
            </a:r>
            <a:r>
              <a:rPr dirty="0"/>
              <a:t>pick</a:t>
            </a:r>
            <a:r>
              <a:rPr spc="60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[1],</a:t>
            </a:r>
            <a:r>
              <a:rPr spc="65" dirty="0"/>
              <a:t> </a:t>
            </a:r>
            <a:r>
              <a:rPr dirty="0"/>
              <a:t>followed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[27],</a:t>
            </a:r>
            <a:r>
              <a:rPr spc="60" dirty="0"/>
              <a:t> </a:t>
            </a:r>
            <a:r>
              <a:rPr dirty="0"/>
              <a:t>followed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[2],</a:t>
            </a:r>
            <a:r>
              <a:rPr spc="60" dirty="0"/>
              <a:t> </a:t>
            </a:r>
            <a:r>
              <a:rPr spc="30" dirty="0"/>
              <a:t>then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[28],</a:t>
            </a:r>
            <a:r>
              <a:rPr spc="40" dirty="0"/>
              <a:t> </a:t>
            </a:r>
            <a:r>
              <a:rPr spc="-20" dirty="0"/>
              <a:t>etc.</a:t>
            </a:r>
          </a:p>
          <a:p>
            <a:pPr marL="12700" marR="224154">
              <a:lnSpc>
                <a:spcPct val="102600"/>
              </a:lnSpc>
            </a:pPr>
            <a:r>
              <a:rPr dirty="0"/>
              <a:t>Do</a:t>
            </a:r>
            <a:r>
              <a:rPr spc="145" dirty="0"/>
              <a:t> </a:t>
            </a:r>
            <a:r>
              <a:rPr dirty="0"/>
              <a:t>this</a:t>
            </a:r>
            <a:r>
              <a:rPr spc="150" dirty="0"/>
              <a:t> </a:t>
            </a:r>
            <a:r>
              <a:rPr spc="55" dirty="0"/>
              <a:t>up</a:t>
            </a:r>
            <a:r>
              <a:rPr spc="145" dirty="0"/>
              <a:t> </a:t>
            </a:r>
            <a:r>
              <a:rPr spc="55" dirty="0"/>
              <a:t>to</a:t>
            </a:r>
            <a:r>
              <a:rPr spc="145" dirty="0"/>
              <a:t> </a:t>
            </a:r>
            <a:r>
              <a:rPr dirty="0"/>
              <a:t>15</a:t>
            </a:r>
            <a:r>
              <a:rPr spc="145" dirty="0"/>
              <a:t> </a:t>
            </a:r>
            <a:r>
              <a:rPr dirty="0"/>
              <a:t>times,</a:t>
            </a:r>
            <a:r>
              <a:rPr spc="150" dirty="0"/>
              <a:t> </a:t>
            </a:r>
            <a:r>
              <a:rPr dirty="0"/>
              <a:t>calculating</a:t>
            </a:r>
            <a:r>
              <a:rPr spc="145" dirty="0"/>
              <a:t> </a:t>
            </a:r>
            <a:r>
              <a:rPr spc="50" dirty="0"/>
              <a:t>the</a:t>
            </a:r>
            <a:r>
              <a:rPr spc="150" dirty="0"/>
              <a:t> </a:t>
            </a:r>
            <a:r>
              <a:rPr dirty="0"/>
              <a:t>value</a:t>
            </a:r>
            <a:r>
              <a:rPr spc="145" dirty="0"/>
              <a:t> </a:t>
            </a:r>
            <a:r>
              <a:rPr dirty="0"/>
              <a:t>of</a:t>
            </a:r>
            <a:r>
              <a:rPr spc="145" dirty="0"/>
              <a:t> </a:t>
            </a:r>
            <a:r>
              <a:rPr b="0" i="1" dirty="0">
                <a:latin typeface="Bookman Old Style"/>
                <a:cs typeface="Bookman Old Style"/>
              </a:rPr>
              <a:t>r</a:t>
            </a:r>
            <a:r>
              <a:rPr b="0" i="1" spc="125" dirty="0">
                <a:latin typeface="Bookman Old Style"/>
                <a:cs typeface="Bookman Old Style"/>
              </a:rPr>
              <a:t> </a:t>
            </a:r>
            <a:r>
              <a:rPr dirty="0"/>
              <a:t>for</a:t>
            </a:r>
            <a:r>
              <a:rPr spc="150" dirty="0"/>
              <a:t> </a:t>
            </a:r>
            <a:r>
              <a:rPr dirty="0"/>
              <a:t>each</a:t>
            </a:r>
            <a:r>
              <a:rPr spc="145" dirty="0"/>
              <a:t> </a:t>
            </a:r>
            <a:r>
              <a:rPr spc="-10" dirty="0"/>
              <a:t>shuffle. </a:t>
            </a:r>
            <a:r>
              <a:rPr dirty="0"/>
              <a:t>Answer</a:t>
            </a:r>
            <a:r>
              <a:rPr spc="85" dirty="0"/>
              <a:t> </a:t>
            </a:r>
            <a:r>
              <a:rPr spc="50" dirty="0"/>
              <a:t>the</a:t>
            </a:r>
            <a:r>
              <a:rPr spc="90" dirty="0"/>
              <a:t> </a:t>
            </a:r>
            <a:r>
              <a:rPr dirty="0"/>
              <a:t>following</a:t>
            </a:r>
            <a:r>
              <a:rPr spc="85" dirty="0"/>
              <a:t> </a:t>
            </a:r>
            <a:r>
              <a:rPr spc="-10" dirty="0"/>
              <a:t>questions: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381" y="1720453"/>
            <a:ext cx="110658" cy="1106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0812" y="1705292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663306"/>
            <a:ext cx="3998595" cy="9563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order? </a:t>
            </a:r>
            <a:r>
              <a:rPr sz="1100" spc="75" dirty="0">
                <a:latin typeface="Times New Roman"/>
                <a:cs typeface="Times New Roman"/>
              </a:rPr>
              <a:t>(That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110" dirty="0">
                <a:latin typeface="Bookman Old Style"/>
                <a:cs typeface="Bookman Old Style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minimum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value?)</a:t>
            </a:r>
            <a:endParaRPr sz="1100">
              <a:latin typeface="Times New Roman"/>
              <a:cs typeface="Times New Roman"/>
            </a:endParaRPr>
          </a:p>
          <a:p>
            <a:pPr marL="12700" marR="30543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Do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return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order?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many </a:t>
            </a:r>
            <a:r>
              <a:rPr sz="1100" spc="-10" dirty="0">
                <a:latin typeface="Times New Roman"/>
                <a:cs typeface="Times New Roman"/>
              </a:rPr>
              <a:t>shuffles?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total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15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enough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return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order?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381" y="2102558"/>
            <a:ext cx="110658" cy="11065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0812" y="2087410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381" y="2484662"/>
            <a:ext cx="110658" cy="11065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0812" y="2469515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3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20/27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93825">
              <a:lnSpc>
                <a:spcPct val="100000"/>
              </a:lnSpc>
              <a:spcBef>
                <a:spcPts val="135"/>
              </a:spcBef>
            </a:pPr>
            <a:r>
              <a:rPr dirty="0"/>
              <a:t>First</a:t>
            </a:r>
            <a:r>
              <a:rPr spc="260" dirty="0"/>
              <a:t> </a:t>
            </a:r>
            <a:r>
              <a:rPr spc="-25" dirty="0"/>
              <a:t>Run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/>
              <a:t>Given</a:t>
            </a:r>
            <a:r>
              <a:rPr spc="145" dirty="0"/>
              <a:t> </a:t>
            </a:r>
            <a:r>
              <a:rPr spc="50" dirty="0"/>
              <a:t>a</a:t>
            </a:r>
            <a:r>
              <a:rPr spc="150" dirty="0"/>
              <a:t> </a:t>
            </a:r>
            <a:r>
              <a:rPr dirty="0"/>
              <a:t>deck</a:t>
            </a:r>
            <a:r>
              <a:rPr spc="14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cards</a:t>
            </a:r>
            <a:r>
              <a:rPr spc="145" dirty="0"/>
              <a:t> </a:t>
            </a:r>
            <a:r>
              <a:rPr b="0" i="1" spc="-55" dirty="0">
                <a:latin typeface="Bookman Old Style"/>
                <a:cs typeface="Bookman Old Style"/>
              </a:rPr>
              <a:t>cards</a:t>
            </a:r>
            <a:r>
              <a:rPr spc="-55" dirty="0"/>
              <a:t>[]</a:t>
            </a:r>
            <a:r>
              <a:rPr spc="150" dirty="0"/>
              <a:t> </a:t>
            </a:r>
            <a:r>
              <a:rPr dirty="0"/>
              <a:t>with</a:t>
            </a:r>
            <a:r>
              <a:rPr spc="145" dirty="0"/>
              <a:t> </a:t>
            </a:r>
            <a:r>
              <a:rPr dirty="0"/>
              <a:t>52</a:t>
            </a:r>
            <a:r>
              <a:rPr spc="150" dirty="0"/>
              <a:t> </a:t>
            </a:r>
            <a:r>
              <a:rPr dirty="0"/>
              <a:t>entries,</a:t>
            </a:r>
            <a:r>
              <a:rPr spc="150" dirty="0"/>
              <a:t> </a:t>
            </a:r>
            <a:r>
              <a:rPr dirty="0"/>
              <a:t>produce</a:t>
            </a:r>
            <a:r>
              <a:rPr spc="150" dirty="0"/>
              <a:t> </a:t>
            </a:r>
            <a:r>
              <a:rPr spc="50" dirty="0"/>
              <a:t>a</a:t>
            </a:r>
            <a:r>
              <a:rPr spc="150" dirty="0"/>
              <a:t> </a:t>
            </a:r>
            <a:r>
              <a:rPr dirty="0"/>
              <a:t>new</a:t>
            </a:r>
            <a:r>
              <a:rPr spc="145" dirty="0"/>
              <a:t> </a:t>
            </a:r>
            <a:r>
              <a:rPr dirty="0"/>
              <a:t>deck</a:t>
            </a:r>
            <a:r>
              <a:rPr spc="155" dirty="0"/>
              <a:t> </a:t>
            </a:r>
            <a:r>
              <a:rPr spc="-25" dirty="0"/>
              <a:t>by </a:t>
            </a:r>
            <a:r>
              <a:rPr dirty="0"/>
              <a:t>dividing</a:t>
            </a:r>
            <a:r>
              <a:rPr spc="120" dirty="0"/>
              <a:t> </a:t>
            </a:r>
            <a:r>
              <a:rPr spc="50" dirty="0"/>
              <a:t>the</a:t>
            </a:r>
            <a:r>
              <a:rPr spc="120" dirty="0"/>
              <a:t> </a:t>
            </a:r>
            <a:r>
              <a:rPr dirty="0"/>
              <a:t>deck</a:t>
            </a:r>
            <a:r>
              <a:rPr spc="120" dirty="0"/>
              <a:t> </a:t>
            </a:r>
            <a:r>
              <a:rPr dirty="0"/>
              <a:t>into</a:t>
            </a:r>
            <a:r>
              <a:rPr spc="130" dirty="0"/>
              <a:t> </a:t>
            </a:r>
            <a:r>
              <a:rPr dirty="0"/>
              <a:t>two</a:t>
            </a:r>
            <a:r>
              <a:rPr spc="120" dirty="0"/>
              <a:t> </a:t>
            </a:r>
            <a:r>
              <a:rPr dirty="0"/>
              <a:t>pieces,</a:t>
            </a:r>
            <a:r>
              <a:rPr spc="120" dirty="0"/>
              <a:t> </a:t>
            </a:r>
            <a:r>
              <a:rPr b="0" i="1" spc="-55" dirty="0">
                <a:latin typeface="Bookman Old Style"/>
                <a:cs typeface="Bookman Old Style"/>
              </a:rPr>
              <a:t>cards</a:t>
            </a:r>
            <a:r>
              <a:rPr spc="-55" dirty="0"/>
              <a:t>[1</a:t>
            </a:r>
            <a:r>
              <a:rPr spc="-10" dirty="0"/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dirty="0"/>
              <a:t>26]</a:t>
            </a:r>
            <a:r>
              <a:rPr spc="120" dirty="0"/>
              <a:t> </a:t>
            </a:r>
            <a:r>
              <a:rPr spc="50" dirty="0"/>
              <a:t>and</a:t>
            </a:r>
            <a:r>
              <a:rPr spc="125" dirty="0"/>
              <a:t> </a:t>
            </a:r>
            <a:r>
              <a:rPr b="0" i="1" spc="-50" dirty="0">
                <a:latin typeface="Bookman Old Style"/>
                <a:cs typeface="Bookman Old Style"/>
              </a:rPr>
              <a:t>cards</a:t>
            </a:r>
            <a:r>
              <a:rPr spc="-50" dirty="0"/>
              <a:t>[27</a:t>
            </a:r>
            <a:r>
              <a:rPr spc="-10" dirty="0"/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spc="-20" dirty="0"/>
              <a:t>52], </a:t>
            </a:r>
            <a:r>
              <a:rPr spc="50" dirty="0"/>
              <a:t>then</a:t>
            </a:r>
            <a:r>
              <a:rPr spc="60" dirty="0"/>
              <a:t> </a:t>
            </a:r>
            <a:r>
              <a:rPr dirty="0"/>
              <a:t>pick</a:t>
            </a:r>
            <a:r>
              <a:rPr spc="60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[1],</a:t>
            </a:r>
            <a:r>
              <a:rPr spc="65" dirty="0"/>
              <a:t> </a:t>
            </a:r>
            <a:r>
              <a:rPr dirty="0"/>
              <a:t>followed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[27],</a:t>
            </a:r>
            <a:r>
              <a:rPr spc="60" dirty="0"/>
              <a:t> </a:t>
            </a:r>
            <a:r>
              <a:rPr dirty="0"/>
              <a:t>followed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[2],</a:t>
            </a:r>
            <a:r>
              <a:rPr spc="60" dirty="0"/>
              <a:t> </a:t>
            </a:r>
            <a:r>
              <a:rPr spc="30" dirty="0"/>
              <a:t>then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[28],</a:t>
            </a:r>
            <a:r>
              <a:rPr spc="40" dirty="0"/>
              <a:t> </a:t>
            </a:r>
            <a:r>
              <a:rPr spc="-20" dirty="0"/>
              <a:t>etc.</a:t>
            </a:r>
          </a:p>
          <a:p>
            <a:pPr marL="12700" marR="224154">
              <a:lnSpc>
                <a:spcPct val="102600"/>
              </a:lnSpc>
            </a:pPr>
            <a:r>
              <a:rPr dirty="0"/>
              <a:t>Do</a:t>
            </a:r>
            <a:r>
              <a:rPr spc="145" dirty="0"/>
              <a:t> </a:t>
            </a:r>
            <a:r>
              <a:rPr dirty="0"/>
              <a:t>this</a:t>
            </a:r>
            <a:r>
              <a:rPr spc="150" dirty="0"/>
              <a:t> </a:t>
            </a:r>
            <a:r>
              <a:rPr spc="55" dirty="0"/>
              <a:t>up</a:t>
            </a:r>
            <a:r>
              <a:rPr spc="145" dirty="0"/>
              <a:t> </a:t>
            </a:r>
            <a:r>
              <a:rPr spc="55" dirty="0"/>
              <a:t>to</a:t>
            </a:r>
            <a:r>
              <a:rPr spc="145" dirty="0"/>
              <a:t> </a:t>
            </a:r>
            <a:r>
              <a:rPr dirty="0"/>
              <a:t>15</a:t>
            </a:r>
            <a:r>
              <a:rPr spc="145" dirty="0"/>
              <a:t> </a:t>
            </a:r>
            <a:r>
              <a:rPr dirty="0"/>
              <a:t>times,</a:t>
            </a:r>
            <a:r>
              <a:rPr spc="150" dirty="0"/>
              <a:t> </a:t>
            </a:r>
            <a:r>
              <a:rPr dirty="0"/>
              <a:t>calculating</a:t>
            </a:r>
            <a:r>
              <a:rPr spc="145" dirty="0"/>
              <a:t> </a:t>
            </a:r>
            <a:r>
              <a:rPr spc="50" dirty="0"/>
              <a:t>the</a:t>
            </a:r>
            <a:r>
              <a:rPr spc="150" dirty="0"/>
              <a:t> </a:t>
            </a:r>
            <a:r>
              <a:rPr dirty="0"/>
              <a:t>value</a:t>
            </a:r>
            <a:r>
              <a:rPr spc="145" dirty="0"/>
              <a:t> </a:t>
            </a:r>
            <a:r>
              <a:rPr dirty="0"/>
              <a:t>of</a:t>
            </a:r>
            <a:r>
              <a:rPr spc="145" dirty="0"/>
              <a:t> </a:t>
            </a:r>
            <a:r>
              <a:rPr b="0" i="1" dirty="0">
                <a:latin typeface="Bookman Old Style"/>
                <a:cs typeface="Bookman Old Style"/>
              </a:rPr>
              <a:t>r</a:t>
            </a:r>
            <a:r>
              <a:rPr b="0" i="1" spc="125" dirty="0">
                <a:latin typeface="Bookman Old Style"/>
                <a:cs typeface="Bookman Old Style"/>
              </a:rPr>
              <a:t> </a:t>
            </a:r>
            <a:r>
              <a:rPr dirty="0"/>
              <a:t>for</a:t>
            </a:r>
            <a:r>
              <a:rPr spc="150" dirty="0"/>
              <a:t> </a:t>
            </a:r>
            <a:r>
              <a:rPr dirty="0"/>
              <a:t>each</a:t>
            </a:r>
            <a:r>
              <a:rPr spc="145" dirty="0"/>
              <a:t> </a:t>
            </a:r>
            <a:r>
              <a:rPr spc="-10" dirty="0"/>
              <a:t>shuffle. </a:t>
            </a:r>
            <a:r>
              <a:rPr dirty="0"/>
              <a:t>Answer</a:t>
            </a:r>
            <a:r>
              <a:rPr spc="85" dirty="0"/>
              <a:t> </a:t>
            </a:r>
            <a:r>
              <a:rPr spc="50" dirty="0"/>
              <a:t>the</a:t>
            </a:r>
            <a:r>
              <a:rPr spc="90" dirty="0"/>
              <a:t> </a:t>
            </a:r>
            <a:r>
              <a:rPr dirty="0"/>
              <a:t>following</a:t>
            </a:r>
            <a:r>
              <a:rPr spc="85" dirty="0"/>
              <a:t> </a:t>
            </a:r>
            <a:r>
              <a:rPr spc="-10" dirty="0"/>
              <a:t>questions: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381" y="1720453"/>
            <a:ext cx="110658" cy="1106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0812" y="1705292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663306"/>
            <a:ext cx="3998595" cy="1338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order? </a:t>
            </a:r>
            <a:r>
              <a:rPr sz="1100" spc="75" dirty="0">
                <a:latin typeface="Times New Roman"/>
                <a:cs typeface="Times New Roman"/>
              </a:rPr>
              <a:t>(That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110" dirty="0">
                <a:latin typeface="Bookman Old Style"/>
                <a:cs typeface="Bookman Old Style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minimum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value?)</a:t>
            </a:r>
            <a:endParaRPr sz="1100">
              <a:latin typeface="Times New Roman"/>
              <a:cs typeface="Times New Roman"/>
            </a:endParaRPr>
          </a:p>
          <a:p>
            <a:pPr marL="12700" marR="30543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Do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return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order?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many </a:t>
            </a:r>
            <a:r>
              <a:rPr sz="1100" spc="-10" dirty="0">
                <a:latin typeface="Times New Roman"/>
                <a:cs typeface="Times New Roman"/>
              </a:rPr>
              <a:t>shuffles?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total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15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enough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return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order?</a:t>
            </a:r>
            <a:endParaRPr sz="1100">
              <a:latin typeface="Times New Roman"/>
              <a:cs typeface="Times New Roman"/>
            </a:endParaRPr>
          </a:p>
          <a:p>
            <a:pPr marL="12700" marR="10223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does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it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appear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that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return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original </a:t>
            </a:r>
            <a:r>
              <a:rPr sz="1100" dirty="0">
                <a:latin typeface="Times New Roman"/>
                <a:cs typeface="Times New Roman"/>
              </a:rPr>
              <a:t>order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relatively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small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shuffles?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381" y="2102558"/>
            <a:ext cx="110658" cy="11065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0812" y="2087410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381" y="2484662"/>
            <a:ext cx="110658" cy="11065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0812" y="2469515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3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381" y="2694695"/>
            <a:ext cx="110658" cy="11065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0812" y="2679547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4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20/27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AB5F575-5E40-A3A6-3DCF-77B1270AF144}"/>
                  </a:ext>
                </a:extLst>
              </p14:cNvPr>
              <p14:cNvContentPartPr/>
              <p14:nvPr/>
            </p14:nvContentPartPr>
            <p14:xfrm>
              <a:off x="890640" y="2195640"/>
              <a:ext cx="622440" cy="24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AB5F575-5E40-A3A6-3DCF-77B1270AF14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1280" y="2186280"/>
                <a:ext cx="641160" cy="4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0873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Second</a:t>
            </a:r>
            <a:r>
              <a:rPr spc="-25" dirty="0"/>
              <a:t> Run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230236"/>
            <a:ext cx="4277360" cy="880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First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Run,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always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last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will </a:t>
            </a:r>
            <a:r>
              <a:rPr sz="1100" dirty="0">
                <a:latin typeface="Times New Roman"/>
                <a:cs typeface="Times New Roman"/>
              </a:rPr>
              <a:t>always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52.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that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next </a:t>
            </a:r>
            <a:r>
              <a:rPr sz="1100" dirty="0">
                <a:latin typeface="Times New Roman"/>
                <a:cs typeface="Times New Roman"/>
              </a:rPr>
              <a:t>deck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card</a:t>
            </a:r>
            <a:r>
              <a:rPr sz="1100" spc="-35" dirty="0">
                <a:latin typeface="Times New Roman"/>
                <a:cs typeface="Times New Roman"/>
              </a:rPr>
              <a:t>[27],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card</a:t>
            </a:r>
            <a:r>
              <a:rPr sz="1100" spc="-35" dirty="0">
                <a:latin typeface="Times New Roman"/>
                <a:cs typeface="Times New Roman"/>
              </a:rPr>
              <a:t>[1],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etc.,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that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last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two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b="0" i="1" spc="-40" dirty="0">
                <a:latin typeface="Bookman Old Style"/>
                <a:cs typeface="Bookman Old Style"/>
              </a:rPr>
              <a:t>card</a:t>
            </a:r>
            <a:r>
              <a:rPr sz="1100" spc="-40" dirty="0">
                <a:latin typeface="Times New Roman"/>
                <a:cs typeface="Times New Roman"/>
              </a:rPr>
              <a:t>[52]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followed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b="0" i="1" spc="-30" dirty="0">
                <a:latin typeface="Bookman Old Style"/>
                <a:cs typeface="Bookman Old Style"/>
              </a:rPr>
              <a:t>card</a:t>
            </a:r>
            <a:r>
              <a:rPr sz="1100" spc="-30" dirty="0">
                <a:latin typeface="Times New Roman"/>
                <a:cs typeface="Times New Roman"/>
              </a:rPr>
              <a:t>[26].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Answer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questions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as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First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Run.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21/27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ED8DA07-16B3-CD7D-35F3-F9F37F51D624}"/>
                  </a:ext>
                </a:extLst>
              </p14:cNvPr>
              <p14:cNvContentPartPr/>
              <p14:nvPr/>
            </p14:nvContentPartPr>
            <p14:xfrm>
              <a:off x="43200" y="279360"/>
              <a:ext cx="4379400" cy="2140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ED8DA07-16B3-CD7D-35F3-F9F37F51D6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40" y="270000"/>
                <a:ext cx="4398120" cy="2158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3808" y="62407"/>
            <a:ext cx="8610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Third</a:t>
            </a:r>
            <a:r>
              <a:rPr sz="1400" spc="1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Run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1494777"/>
            <a:ext cx="37941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" dirty="0">
                <a:solidFill>
                  <a:srgbClr val="000000"/>
                </a:solidFill>
                <a:latin typeface="Times New Roman"/>
                <a:cs typeface="Times New Roman"/>
              </a:rPr>
              <a:t>Repeat</a:t>
            </a:r>
            <a:r>
              <a:rPr sz="11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5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1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50" dirty="0">
                <a:solidFill>
                  <a:srgbClr val="000000"/>
                </a:solidFill>
                <a:latin typeface="Times New Roman"/>
                <a:cs typeface="Times New Roman"/>
              </a:rPr>
              <a:t>First</a:t>
            </a:r>
            <a:r>
              <a:rPr sz="11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000000"/>
                </a:solidFill>
                <a:latin typeface="Times New Roman"/>
                <a:cs typeface="Times New Roman"/>
              </a:rPr>
              <a:t>Run</a:t>
            </a:r>
            <a:r>
              <a:rPr sz="11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11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5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1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deck</a:t>
            </a:r>
            <a:r>
              <a:rPr sz="11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cards</a:t>
            </a:r>
            <a:r>
              <a:rPr sz="11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11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104</a:t>
            </a:r>
            <a:r>
              <a:rPr sz="11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Times New Roman"/>
                <a:cs typeface="Times New Roman"/>
              </a:rPr>
              <a:t>members.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22/27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828B3E3-A8C1-4773-EA7F-83149CDB8991}"/>
                  </a:ext>
                </a:extLst>
              </p14:cNvPr>
              <p14:cNvContentPartPr/>
              <p14:nvPr/>
            </p14:nvContentPartPr>
            <p14:xfrm>
              <a:off x="565920" y="304920"/>
              <a:ext cx="3583800" cy="1482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828B3E3-A8C1-4773-EA7F-83149CDB89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6560" y="295560"/>
                <a:ext cx="3602520" cy="1500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2940" y="62407"/>
            <a:ext cx="9429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Fourth</a:t>
            </a:r>
            <a:r>
              <a:rPr sz="1400" spc="2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Run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1598028"/>
            <a:ext cx="39255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" dirty="0">
                <a:solidFill>
                  <a:srgbClr val="000000"/>
                </a:solidFill>
                <a:latin typeface="Times New Roman"/>
                <a:cs typeface="Times New Roman"/>
              </a:rPr>
              <a:t>Repeat</a:t>
            </a:r>
            <a:r>
              <a:rPr sz="11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5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1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Second</a:t>
            </a:r>
            <a:r>
              <a:rPr sz="1100" spc="1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000000"/>
                </a:solidFill>
                <a:latin typeface="Times New Roman"/>
                <a:cs typeface="Times New Roman"/>
              </a:rPr>
              <a:t>Run</a:t>
            </a:r>
            <a:r>
              <a:rPr sz="11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11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5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1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deck</a:t>
            </a:r>
            <a:r>
              <a:rPr sz="11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cards</a:t>
            </a:r>
            <a:r>
              <a:rPr sz="11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11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104</a:t>
            </a:r>
            <a:r>
              <a:rPr sz="11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Times New Roman"/>
                <a:cs typeface="Times New Roman"/>
              </a:rPr>
              <a:t>members.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23/27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47C8955-5F0B-075E-3F1F-C26B46FEBFA7}"/>
                  </a:ext>
                </a:extLst>
              </p14:cNvPr>
              <p14:cNvContentPartPr/>
              <p14:nvPr/>
            </p14:nvContentPartPr>
            <p14:xfrm>
              <a:off x="3104640" y="1568520"/>
              <a:ext cx="365040" cy="265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47C8955-5F0B-075E-3F1F-C26B46FEBF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95280" y="1559160"/>
                <a:ext cx="383760" cy="28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Programming</a:t>
            </a:r>
            <a:r>
              <a:rPr spc="35" dirty="0"/>
              <a:t> </a:t>
            </a:r>
            <a:r>
              <a:rPr dirty="0"/>
              <a:t>Style</a:t>
            </a:r>
            <a:r>
              <a:rPr spc="35" dirty="0"/>
              <a:t> </a:t>
            </a:r>
            <a:r>
              <a:rPr dirty="0"/>
              <a:t>for</a:t>
            </a:r>
            <a:r>
              <a:rPr spc="40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spc="-10" dirty="0"/>
              <a:t>Computation</a:t>
            </a:r>
            <a:r>
              <a:rPr spc="35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i="1" spc="-50" dirty="0">
                <a:latin typeface="Verdana"/>
                <a:cs typeface="Verdana"/>
              </a:rPr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06627"/>
            <a:ext cx="41402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noted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above,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writing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run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can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178699"/>
            <a:ext cx="11626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" dirty="0">
                <a:latin typeface="Times New Roman"/>
                <a:cs typeface="Times New Roman"/>
              </a:rPr>
              <a:t>substitute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1378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6072" y="1177878"/>
            <a:ext cx="55499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lang="en-US" sz="1100" b="0" i="1" spc="35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6388" y="1177878"/>
            <a:ext cx="16656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will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1350784"/>
            <a:ext cx="34315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recalculate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hand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104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cards.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1702854"/>
            <a:ext cx="42887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define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name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b="0" i="1" spc="-45" dirty="0">
                <a:latin typeface="Bookman Old Style"/>
                <a:cs typeface="Bookman Old Style"/>
              </a:rPr>
              <a:t>sumi</a:t>
            </a:r>
            <a:r>
              <a:rPr sz="1100" b="0" i="1" spc="204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b="0" i="1" spc="-85" dirty="0">
                <a:latin typeface="Bookman Old Style"/>
                <a:cs typeface="Bookman Old Style"/>
              </a:rPr>
              <a:t>sumi</a:t>
            </a:r>
            <a:r>
              <a:rPr sz="1100" b="0" i="1" spc="-21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=1378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844" y="1874926"/>
            <a:ext cx="10934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0" i="1" spc="-45" dirty="0">
                <a:latin typeface="Bookman Old Style"/>
                <a:cs typeface="Bookman Old Style"/>
              </a:rPr>
              <a:t>sumi</a:t>
            </a:r>
            <a:r>
              <a:rPr sz="1100" b="0" i="1" spc="114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3286" y="1887720"/>
            <a:ext cx="55499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24/27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5" name="Picture 24" descr="IguanaTex Bitmap Display&#10;&#10;\documentclass{article}&#10;\usepackage{amsmath}&#10;\pagestyle{empty}&#10;\begin{document}&#10;&#10;$\sum_{i=1}^n i$&#10;&#10;&#10;\end{document}">
            <a:extLst>
              <a:ext uri="{FF2B5EF4-FFF2-40B4-BE49-F238E27FC236}">
                <a16:creationId xmlns:a16="http://schemas.microsoft.com/office/drawing/2014/main" id="{BC9A4DB2-2075-87B9-0809-03F90D5F4CA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003" y="1201006"/>
            <a:ext cx="374796" cy="149533"/>
          </a:xfrm>
          <a:prstGeom prst="rect">
            <a:avLst/>
          </a:prstGeom>
        </p:spPr>
      </p:pic>
      <p:pic>
        <p:nvPicPr>
          <p:cNvPr id="28" name="Picture 27" descr="IguanaTex Bitmap Display&#10;&#10;\documentclass{article}&#10;\usepackage{amsmath}&#10;\pagestyle{empty}&#10;\begin{document}&#10;&#10;$\sum_{i=1}^n y_i$&#10;&#10;&#10;\end{document}">
            <a:extLst>
              <a:ext uri="{FF2B5EF4-FFF2-40B4-BE49-F238E27FC236}">
                <a16:creationId xmlns:a16="http://schemas.microsoft.com/office/drawing/2014/main" id="{1ABB3A78-47BE-B15D-D991-8EC6763D87F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749" y="1194792"/>
            <a:ext cx="434127" cy="163905"/>
          </a:xfrm>
          <a:prstGeom prst="rect">
            <a:avLst/>
          </a:prstGeom>
        </p:spPr>
      </p:pic>
      <p:pic>
        <p:nvPicPr>
          <p:cNvPr id="29" name="Picture 28" descr="IguanaTex Bitmap Display&#10;&#10;\documentclass{article}&#10;\usepackage{amsmath}&#10;\pagestyle{empty}&#10;\begin{document}&#10;&#10;$\sum_{i=1}^n i$&#10;&#10;&#10;\end{document}">
            <a:extLst>
              <a:ext uri="{FF2B5EF4-FFF2-40B4-BE49-F238E27FC236}">
                <a16:creationId xmlns:a16="http://schemas.microsoft.com/office/drawing/2014/main" id="{D9B844D5-B2DF-613B-6E6B-9F712F7AAFC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671" y="1913710"/>
            <a:ext cx="374796" cy="149533"/>
          </a:xfrm>
          <a:prstGeom prst="rect">
            <a:avLst/>
          </a:prstGeom>
        </p:spPr>
      </p:pic>
      <p:pic>
        <p:nvPicPr>
          <p:cNvPr id="30" name="Picture 29" descr="IguanaTex Bitmap Display&#10;&#10;\documentclass{article}&#10;\usepackage{amsmath}&#10;\pagestyle{empty}&#10;\begin{document}&#10;&#10;$\sum_{i=1}^n y_i$&#10;&#10;&#10;\end{document}">
            <a:extLst>
              <a:ext uri="{FF2B5EF4-FFF2-40B4-BE49-F238E27FC236}">
                <a16:creationId xmlns:a16="http://schemas.microsoft.com/office/drawing/2014/main" id="{9F1AF802-B431-9B35-D34E-BA335829B33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239" y="1919176"/>
            <a:ext cx="434127" cy="16390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Programming</a:t>
            </a:r>
            <a:r>
              <a:rPr spc="35" dirty="0"/>
              <a:t> </a:t>
            </a:r>
            <a:r>
              <a:rPr dirty="0"/>
              <a:t>Style</a:t>
            </a:r>
            <a:r>
              <a:rPr spc="35" dirty="0"/>
              <a:t> </a:t>
            </a:r>
            <a:r>
              <a:rPr dirty="0"/>
              <a:t>for</a:t>
            </a:r>
            <a:r>
              <a:rPr spc="40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spc="-10" dirty="0"/>
              <a:t>Computation</a:t>
            </a:r>
            <a:r>
              <a:rPr spc="35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i="1" spc="-50" dirty="0">
                <a:latin typeface="Verdana"/>
                <a:cs typeface="Verdana"/>
              </a:rPr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06627"/>
            <a:ext cx="41402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noted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above,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writing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run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can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178699"/>
            <a:ext cx="11626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" dirty="0">
                <a:latin typeface="Times New Roman"/>
                <a:cs typeface="Times New Roman"/>
              </a:rPr>
              <a:t>substitute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1378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6072" y="1177878"/>
            <a:ext cx="55499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lang="en-US" sz="1100" b="0" i="1" spc="35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6388" y="1177878"/>
            <a:ext cx="16656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will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1350784"/>
            <a:ext cx="34315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recalculate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hand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104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cards.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1702854"/>
            <a:ext cx="42887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define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name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b="0" i="1" spc="-45" dirty="0">
                <a:latin typeface="Bookman Old Style"/>
                <a:cs typeface="Bookman Old Style"/>
              </a:rPr>
              <a:t>sumi</a:t>
            </a:r>
            <a:r>
              <a:rPr sz="1100" b="0" i="1" spc="204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b="0" i="1" spc="-85" dirty="0">
                <a:latin typeface="Bookman Old Style"/>
                <a:cs typeface="Bookman Old Style"/>
              </a:rPr>
              <a:t>sumi</a:t>
            </a:r>
            <a:r>
              <a:rPr sz="1100" b="0" i="1" spc="-21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=1378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844" y="1874926"/>
            <a:ext cx="10934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0" i="1" spc="-45" dirty="0">
                <a:latin typeface="Bookman Old Style"/>
                <a:cs typeface="Bookman Old Style"/>
              </a:rPr>
              <a:t>sumi</a:t>
            </a:r>
            <a:r>
              <a:rPr sz="1100" b="0" i="1" spc="114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3286" y="1887720"/>
            <a:ext cx="55499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24/27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5" name="Picture 24" descr="IguanaTex Bitmap Display&#10;&#10;\documentclass{article}&#10;\usepackage{amsmath}&#10;\pagestyle{empty}&#10;\begin{document}&#10;&#10;$\sum_{i=1}^n i$&#10;&#10;&#10;\end{document}">
            <a:extLst>
              <a:ext uri="{FF2B5EF4-FFF2-40B4-BE49-F238E27FC236}">
                <a16:creationId xmlns:a16="http://schemas.microsoft.com/office/drawing/2014/main" id="{BC9A4DB2-2075-87B9-0809-03F90D5F4CA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003" y="1201006"/>
            <a:ext cx="374796" cy="149533"/>
          </a:xfrm>
          <a:prstGeom prst="rect">
            <a:avLst/>
          </a:prstGeom>
        </p:spPr>
      </p:pic>
      <p:pic>
        <p:nvPicPr>
          <p:cNvPr id="28" name="Picture 27" descr="IguanaTex Bitmap Display&#10;&#10;\documentclass{article}&#10;\usepackage{amsmath}&#10;\pagestyle{empty}&#10;\begin{document}&#10;&#10;$\sum_{i=1}^n y_i$&#10;&#10;&#10;\end{document}">
            <a:extLst>
              <a:ext uri="{FF2B5EF4-FFF2-40B4-BE49-F238E27FC236}">
                <a16:creationId xmlns:a16="http://schemas.microsoft.com/office/drawing/2014/main" id="{1ABB3A78-47BE-B15D-D991-8EC6763D87F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749" y="1194792"/>
            <a:ext cx="434127" cy="163905"/>
          </a:xfrm>
          <a:prstGeom prst="rect">
            <a:avLst/>
          </a:prstGeom>
        </p:spPr>
      </p:pic>
      <p:pic>
        <p:nvPicPr>
          <p:cNvPr id="29" name="Picture 28" descr="IguanaTex Bitmap Display&#10;&#10;\documentclass{article}&#10;\usepackage{amsmath}&#10;\pagestyle{empty}&#10;\begin{document}&#10;&#10;$\sum_{i=1}^n i$&#10;&#10;&#10;\end{document}">
            <a:extLst>
              <a:ext uri="{FF2B5EF4-FFF2-40B4-BE49-F238E27FC236}">
                <a16:creationId xmlns:a16="http://schemas.microsoft.com/office/drawing/2014/main" id="{D9B844D5-B2DF-613B-6E6B-9F712F7AAFC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671" y="1913710"/>
            <a:ext cx="374796" cy="149533"/>
          </a:xfrm>
          <a:prstGeom prst="rect">
            <a:avLst/>
          </a:prstGeom>
        </p:spPr>
      </p:pic>
      <p:pic>
        <p:nvPicPr>
          <p:cNvPr id="30" name="Picture 29" descr="IguanaTex Bitmap Display&#10;&#10;\documentclass{article}&#10;\usepackage{amsmath}&#10;\pagestyle{empty}&#10;\begin{document}&#10;&#10;$\sum_{i=1}^n y_i$&#10;&#10;&#10;\end{document}">
            <a:extLst>
              <a:ext uri="{FF2B5EF4-FFF2-40B4-BE49-F238E27FC236}">
                <a16:creationId xmlns:a16="http://schemas.microsoft.com/office/drawing/2014/main" id="{9F1AF802-B431-9B35-D34E-BA335829B33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239" y="1919176"/>
            <a:ext cx="434127" cy="163905"/>
          </a:xfrm>
          <a:prstGeom prst="rect">
            <a:avLst/>
          </a:prstGeom>
        </p:spPr>
      </p:pic>
      <p:sp>
        <p:nvSpPr>
          <p:cNvPr id="5" name="object 18">
            <a:extLst>
              <a:ext uri="{FF2B5EF4-FFF2-40B4-BE49-F238E27FC236}">
                <a16:creationId xmlns:a16="http://schemas.microsoft.com/office/drawing/2014/main" id="{BFD070A3-045F-61EC-04EF-16AB9FDFD652}"/>
              </a:ext>
            </a:extLst>
          </p:cNvPr>
          <p:cNvSpPr txBox="1"/>
          <p:nvPr/>
        </p:nvSpPr>
        <p:spPr>
          <a:xfrm>
            <a:off x="125844" y="2227008"/>
            <a:ext cx="16649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Similarly,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calculate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b="0" i="1" spc="-65" dirty="0">
                <a:latin typeface="Bookman Old Style"/>
                <a:cs typeface="Bookman Old Style"/>
              </a:rPr>
              <a:t>sumisq</a:t>
            </a:r>
            <a:r>
              <a:rPr sz="1100" spc="-65" dirty="0">
                <a:latin typeface="Times New Roman"/>
                <a:cs typeface="Times New Roman"/>
              </a:rPr>
              <a:t>.</a:t>
            </a:r>
            <a:endParaRPr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2864574"/>
      </p:ext>
    </p:extLst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2440" y="62407"/>
            <a:ext cx="15233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Some</a:t>
            </a:r>
            <a:r>
              <a:rPr spc="-20" dirty="0"/>
              <a:t> </a:t>
            </a:r>
            <a:r>
              <a:rPr dirty="0"/>
              <a:t>Good</a:t>
            </a:r>
            <a:r>
              <a:rPr spc="-15" dirty="0"/>
              <a:t> </a:t>
            </a:r>
            <a:r>
              <a:rPr spc="-25" dirty="0"/>
              <a:t>Advice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26732"/>
            <a:ext cx="4226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Close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line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program,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1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52.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Then,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right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300480"/>
            <a:ext cx="3977004" cy="437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67205">
              <a:lnSpc>
                <a:spcPts val="844"/>
              </a:lnSpc>
              <a:spcBef>
                <a:spcPts val="95"/>
              </a:spcBef>
              <a:tabLst>
                <a:tab pos="2936240" algn="l"/>
              </a:tabLst>
            </a:pPr>
            <a:r>
              <a:rPr sz="800" dirty="0">
                <a:latin typeface="Century"/>
                <a:cs typeface="Century"/>
              </a:rPr>
              <a:t>	</a:t>
            </a:r>
          </a:p>
          <a:p>
            <a:pPr marL="12700">
              <a:lnSpc>
                <a:spcPts val="1205"/>
              </a:lnSpc>
            </a:pPr>
            <a:r>
              <a:rPr sz="1100" spc="60" dirty="0">
                <a:latin typeface="Times New Roman"/>
                <a:cs typeface="Times New Roman"/>
              </a:rPr>
              <a:t>Python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syntax,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course).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b="0" i="1" spc="-75" dirty="0">
                <a:latin typeface="Bookman Old Style"/>
                <a:cs typeface="Bookman Old Style"/>
              </a:rPr>
              <a:t>sqsum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sumi</a:t>
            </a:r>
            <a:r>
              <a:rPr sz="1100" b="0" i="1" spc="-55" dirty="0">
                <a:latin typeface="Bookman Old Style"/>
                <a:cs typeface="Bookman Old Style"/>
              </a:rPr>
              <a:t> </a:t>
            </a:r>
            <a:r>
              <a:rPr sz="1100" spc="-335" dirty="0">
                <a:latin typeface="Lucida Sans Unicode"/>
                <a:cs typeface="Lucida Sans Unicode"/>
              </a:rPr>
              <a:t>∗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sumi</a:t>
            </a: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This</a:t>
            </a: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reduces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computation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195" dirty="0">
                <a:latin typeface="Bookman Old Style"/>
                <a:cs typeface="Bookman Old Style"/>
              </a:rPr>
              <a:t> </a:t>
            </a:r>
            <a:r>
              <a:rPr sz="1100" spc="30" dirty="0">
                <a:latin typeface="Times New Roman"/>
                <a:cs typeface="Times New Roman"/>
              </a:rPr>
              <a:t>to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494" y="1117555"/>
            <a:ext cx="425491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977389" algn="l"/>
                <a:tab pos="3146425" algn="l"/>
              </a:tabLst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70" dirty="0">
                <a:latin typeface="Times New Roman"/>
                <a:cs typeface="Times New Roman"/>
              </a:rPr>
              <a:t>that,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calculate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sumi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lang="en-US" sz="1100" i="1" spc="60" dirty="0">
                <a:latin typeface="Bookman Old Style"/>
                <a:cs typeface="Times New Roman"/>
              </a:rPr>
              <a:t> </a:t>
            </a:r>
            <a:r>
              <a:rPr sz="1100" b="0" i="1" spc="30" dirty="0">
                <a:latin typeface="Bookman Old Style"/>
                <a:cs typeface="Bookman Old Style"/>
              </a:rPr>
              <a:t> </a:t>
            </a:r>
            <a:r>
              <a:rPr lang="en-US" sz="1100" b="0" i="1" spc="30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b="0" i="1" spc="-75" dirty="0">
                <a:latin typeface="Bookman Old Style"/>
                <a:cs typeface="Bookman Old Style"/>
              </a:rPr>
              <a:t>sumsq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b="0" i="1" spc="130" dirty="0">
                <a:latin typeface="Bookman Old Style"/>
                <a:cs typeface="Bookman Old Style"/>
              </a:rPr>
              <a:t> </a:t>
            </a:r>
            <a:r>
              <a:rPr lang="en-US" sz="1100" b="0" i="1" spc="130" dirty="0">
                <a:latin typeface="Bookman Old Style"/>
                <a:cs typeface="Bookman Old Style"/>
              </a:rPr>
              <a:t>   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correct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26/27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0" name="Picture 19" descr="IguanaTex Bitmap Display&#10;&#10;\documentclass{article}&#10;\usepackage{amsmath}&#10;\pagestyle{empty}&#10;\begin{document}&#10;&#10;$\sum_{i=1}^n i$&#10;&#10;&#10;\end{document}">
            <a:extLst>
              <a:ext uri="{FF2B5EF4-FFF2-40B4-BE49-F238E27FC236}">
                <a16:creationId xmlns:a16="http://schemas.microsoft.com/office/drawing/2014/main" id="{78221E60-AA34-558B-7C1F-F4335BA1D1F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567" y="1137688"/>
            <a:ext cx="374796" cy="149533"/>
          </a:xfrm>
          <a:prstGeom prst="rect">
            <a:avLst/>
          </a:prstGeom>
        </p:spPr>
      </p:pic>
      <p:pic>
        <p:nvPicPr>
          <p:cNvPr id="23" name="Picture 22" descr="\documentclass{article}&#10;\usepackage{amsmath}&#10;\pagestyle{empty}&#10;\begin{document}&#10;&#10;$\sum_{i=1}^n i^2$&#10;&#10;&#10;\end{document}" title="IguanaTex Bitmap Display">
            <a:extLst>
              <a:ext uri="{FF2B5EF4-FFF2-40B4-BE49-F238E27FC236}">
                <a16:creationId xmlns:a16="http://schemas.microsoft.com/office/drawing/2014/main" id="{4B26DECD-1CB3-359B-852A-7C65E50E62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608" y="1137689"/>
            <a:ext cx="428821" cy="151945"/>
          </a:xfrm>
          <a:prstGeom prst="rect">
            <a:avLst/>
          </a:prstGeom>
        </p:spPr>
      </p:pic>
      <p:pic>
        <p:nvPicPr>
          <p:cNvPr id="25" name="Picture 24" descr="\documentclass{article}&#10;\usepackage{amsmath}&#10;\pagestyle{empty}&#10;\begin{document}&#10;&#10;$r=\frac{n\sum_{i=1}^n i y_i - sqsum}{n* sumsq - sqsum}$&#10;&#10;&#10;\end{document}" title="IguanaTex Bitmap Display">
            <a:extLst>
              <a:ext uri="{FF2B5EF4-FFF2-40B4-BE49-F238E27FC236}">
                <a16:creationId xmlns:a16="http://schemas.microsoft.com/office/drawing/2014/main" id="{91892219-C762-B4F8-28FD-DD350D56EAC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997" y="1834422"/>
            <a:ext cx="1746249" cy="311726"/>
          </a:xfrm>
          <a:prstGeom prst="rect">
            <a:avLst/>
          </a:prstGeom>
        </p:spPr>
      </p:pic>
      <p:pic>
        <p:nvPicPr>
          <p:cNvPr id="26" name="Picture 25" descr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 title="IguanaTex Bitmap Display">
            <a:extLst>
              <a:ext uri="{FF2B5EF4-FFF2-40B4-BE49-F238E27FC236}">
                <a16:creationId xmlns:a16="http://schemas.microsoft.com/office/drawing/2014/main" id="{75D1BBF6-5A34-5F81-7299-86B7D8F3740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96" y="2805283"/>
            <a:ext cx="3362249" cy="3274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CE52496-8E0D-8886-2FB1-B1626C1F14AC}"/>
                  </a:ext>
                </a:extLst>
              </p14:cNvPr>
              <p14:cNvContentPartPr/>
              <p14:nvPr/>
            </p14:nvContentPartPr>
            <p14:xfrm>
              <a:off x="1274400" y="1096560"/>
              <a:ext cx="2423880" cy="1126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CE52496-8E0D-8886-2FB1-B1626C1F14A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65040" y="1087200"/>
                <a:ext cx="2442600" cy="1145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2440" y="62407"/>
            <a:ext cx="15233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Some</a:t>
            </a:r>
            <a:r>
              <a:rPr spc="-20" dirty="0"/>
              <a:t> </a:t>
            </a:r>
            <a:r>
              <a:rPr dirty="0"/>
              <a:t>Good</a:t>
            </a:r>
            <a:r>
              <a:rPr spc="-15" dirty="0"/>
              <a:t> </a:t>
            </a:r>
            <a:r>
              <a:rPr spc="-25" dirty="0"/>
              <a:t>Advice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26732"/>
            <a:ext cx="4226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Close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line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program,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1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52.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Then,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right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300480"/>
            <a:ext cx="3977004" cy="437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67205">
              <a:lnSpc>
                <a:spcPts val="844"/>
              </a:lnSpc>
              <a:spcBef>
                <a:spcPts val="95"/>
              </a:spcBef>
              <a:tabLst>
                <a:tab pos="2936240" algn="l"/>
              </a:tabLst>
            </a:pPr>
            <a:r>
              <a:rPr sz="800" dirty="0">
                <a:latin typeface="Century"/>
                <a:cs typeface="Century"/>
              </a:rPr>
              <a:t>	</a:t>
            </a:r>
          </a:p>
          <a:p>
            <a:pPr marL="12700">
              <a:lnSpc>
                <a:spcPts val="1205"/>
              </a:lnSpc>
            </a:pPr>
            <a:r>
              <a:rPr sz="1100" spc="60" dirty="0">
                <a:latin typeface="Times New Roman"/>
                <a:cs typeface="Times New Roman"/>
              </a:rPr>
              <a:t>Python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syntax,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course).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b="0" i="1" spc="-75" dirty="0">
                <a:latin typeface="Bookman Old Style"/>
                <a:cs typeface="Bookman Old Style"/>
              </a:rPr>
              <a:t>sqsum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sumi</a:t>
            </a:r>
            <a:r>
              <a:rPr sz="1100" b="0" i="1" spc="-55" dirty="0">
                <a:latin typeface="Bookman Old Style"/>
                <a:cs typeface="Bookman Old Style"/>
              </a:rPr>
              <a:t> </a:t>
            </a:r>
            <a:r>
              <a:rPr sz="1100" spc="-335" dirty="0">
                <a:latin typeface="Lucida Sans Unicode"/>
                <a:cs typeface="Lucida Sans Unicode"/>
              </a:rPr>
              <a:t>∗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sumi</a:t>
            </a: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This</a:t>
            </a: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reduces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computation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195" dirty="0">
                <a:latin typeface="Bookman Old Style"/>
                <a:cs typeface="Bookman Old Style"/>
              </a:rPr>
              <a:t> </a:t>
            </a:r>
            <a:r>
              <a:rPr sz="1100" spc="30" dirty="0">
                <a:latin typeface="Times New Roman"/>
                <a:cs typeface="Times New Roman"/>
              </a:rPr>
              <a:t>to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494" y="1117555"/>
            <a:ext cx="425491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977389" algn="l"/>
                <a:tab pos="3146425" algn="l"/>
              </a:tabLst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70" dirty="0">
                <a:latin typeface="Times New Roman"/>
                <a:cs typeface="Times New Roman"/>
              </a:rPr>
              <a:t>that,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calculate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sumi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lang="en-US" sz="1100" i="1" spc="60" dirty="0">
                <a:latin typeface="Bookman Old Style"/>
                <a:cs typeface="Times New Roman"/>
              </a:rPr>
              <a:t> </a:t>
            </a:r>
            <a:r>
              <a:rPr sz="1100" b="0" i="1" spc="30" dirty="0">
                <a:latin typeface="Bookman Old Style"/>
                <a:cs typeface="Bookman Old Style"/>
              </a:rPr>
              <a:t> </a:t>
            </a:r>
            <a:r>
              <a:rPr lang="en-US" sz="1100" b="0" i="1" spc="30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b="0" i="1" spc="-75" dirty="0">
                <a:latin typeface="Bookman Old Style"/>
                <a:cs typeface="Bookman Old Style"/>
              </a:rPr>
              <a:t>sumsq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b="0" i="1" spc="130" dirty="0">
                <a:latin typeface="Bookman Old Style"/>
                <a:cs typeface="Bookman Old Style"/>
              </a:rPr>
              <a:t> </a:t>
            </a:r>
            <a:r>
              <a:rPr lang="en-US" sz="1100" b="0" i="1" spc="130" dirty="0">
                <a:latin typeface="Bookman Old Style"/>
                <a:cs typeface="Bookman Old Style"/>
              </a:rPr>
              <a:t>   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correct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663" y="1980871"/>
            <a:ext cx="290639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100" dirty="0">
                <a:latin typeface="Times New Roman"/>
                <a:cs typeface="Times New Roman"/>
              </a:rPr>
              <a:t>Then,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just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52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104.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26/27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0" name="Picture 19" descr="IguanaTex Bitmap Display&#10;&#10;\documentclass{article}&#10;\usepackage{amsmath}&#10;\pagestyle{empty}&#10;\begin{document}&#10;&#10;$\sum_{i=1}^n i$&#10;&#10;&#10;\end{document}">
            <a:extLst>
              <a:ext uri="{FF2B5EF4-FFF2-40B4-BE49-F238E27FC236}">
                <a16:creationId xmlns:a16="http://schemas.microsoft.com/office/drawing/2014/main" id="{78221E60-AA34-558B-7C1F-F4335BA1D1F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567" y="1137688"/>
            <a:ext cx="374796" cy="149533"/>
          </a:xfrm>
          <a:prstGeom prst="rect">
            <a:avLst/>
          </a:prstGeom>
        </p:spPr>
      </p:pic>
      <p:pic>
        <p:nvPicPr>
          <p:cNvPr id="23" name="Picture 22" descr="\documentclass{article}&#10;\usepackage{amsmath}&#10;\pagestyle{empty}&#10;\begin{document}&#10;&#10;$\sum_{i=1}^n i^2$&#10;&#10;&#10;\end{document}" title="IguanaTex Bitmap Display">
            <a:extLst>
              <a:ext uri="{FF2B5EF4-FFF2-40B4-BE49-F238E27FC236}">
                <a16:creationId xmlns:a16="http://schemas.microsoft.com/office/drawing/2014/main" id="{4B26DECD-1CB3-359B-852A-7C65E50E62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608" y="1137689"/>
            <a:ext cx="428821" cy="151945"/>
          </a:xfrm>
          <a:prstGeom prst="rect">
            <a:avLst/>
          </a:prstGeom>
        </p:spPr>
      </p:pic>
      <p:pic>
        <p:nvPicPr>
          <p:cNvPr id="25" name="Picture 24" descr="\documentclass{article}&#10;\usepackage{amsmath}&#10;\pagestyle{empty}&#10;\begin{document}&#10;&#10;$r=\frac{n\sum_{i=1}^n i y_i - sqsum}{n* sumsq - sqsum}$&#10;&#10;&#10;\end{document}" title="IguanaTex Bitmap Display">
            <a:extLst>
              <a:ext uri="{FF2B5EF4-FFF2-40B4-BE49-F238E27FC236}">
                <a16:creationId xmlns:a16="http://schemas.microsoft.com/office/drawing/2014/main" id="{91892219-C762-B4F8-28FD-DD350D56EAC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399" y="2276927"/>
            <a:ext cx="1746249" cy="311726"/>
          </a:xfrm>
          <a:prstGeom prst="rect">
            <a:avLst/>
          </a:prstGeom>
        </p:spPr>
      </p:pic>
      <p:pic>
        <p:nvPicPr>
          <p:cNvPr id="26" name="Picture 25" descr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 title="IguanaTex Bitmap Display">
            <a:extLst>
              <a:ext uri="{FF2B5EF4-FFF2-40B4-BE49-F238E27FC236}">
                <a16:creationId xmlns:a16="http://schemas.microsoft.com/office/drawing/2014/main" id="{75D1BBF6-5A34-5F81-7299-86B7D8F3740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43" y="2976787"/>
            <a:ext cx="3362249" cy="32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398921"/>
      </p:ext>
    </p:extLst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ext on a white background&#10;&#10;Description automatically generated">
            <a:extLst>
              <a:ext uri="{FF2B5EF4-FFF2-40B4-BE49-F238E27FC236}">
                <a16:creationId xmlns:a16="http://schemas.microsoft.com/office/drawing/2014/main" id="{8E199341-6A07-49AA-7BD5-03ABFDCEF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8" y="434975"/>
            <a:ext cx="4610100" cy="99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5579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1AD0-804B-274A-61A6-1A9AE7087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E91A9060-76D9-4180-F704-3EC8A8710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4975"/>
            <a:ext cx="4610100" cy="8121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2B4E4E0-3BA7-7BE9-576F-F4E2BBCD9E63}"/>
                  </a:ext>
                </a:extLst>
              </p14:cNvPr>
              <p14:cNvContentPartPr/>
              <p14:nvPr/>
            </p14:nvContentPartPr>
            <p14:xfrm>
              <a:off x="1134531" y="581366"/>
              <a:ext cx="134280" cy="29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2B4E4E0-3BA7-7BE9-576F-F4E2BBCD9E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5531" y="572366"/>
                <a:ext cx="1519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21D60B2-B5BB-B1DF-8DEC-10693E4AA567}"/>
                  </a:ext>
                </a:extLst>
              </p14:cNvPr>
              <p14:cNvContentPartPr/>
              <p14:nvPr/>
            </p14:nvContentPartPr>
            <p14:xfrm>
              <a:off x="188280" y="456840"/>
              <a:ext cx="3790080" cy="2889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21D60B2-B5BB-B1DF-8DEC-10693E4AA5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8920" y="447480"/>
                <a:ext cx="3808800" cy="290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5634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93.2133"/>
  <p:tag name="ORIGINALWIDTH" val="1184.102"/>
  <p:tag name="LATEXADDIN" val="\documentclass{article}&#10;\usepackage{amsmath}&#10;\pagestyle{empty}&#10;\begin{document}&#10;&#10;&#10;$\mu_X = \frac{\sum_{i=1}^n x_i}{n}$&#10;&#10;\end{document}"/>
  <p:tag name="IGUANATEXSIZE" val="2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15.7105"/>
  <p:tag name="ORIGINALWIDTH" val="1723.285"/>
  <p:tag name="LATEXADDIN" val="\documentclass{article}&#10;\usepackage{amsmath}&#10;\pagestyle{empty}&#10;\begin{document}&#10;&#10;&#10;$\sigma_X^2 = \frac{\sum_{i=1}^n (x_i-\mu_X)^2}{n}$&#10;&#10;\end{document}"/>
  <p:tag name="IGUANATEXSIZE" val="20"/>
  <p:tag name="IGUANATEXCURSOR" val="13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74.2032"/>
  <p:tag name="ORIGINALWIDTH" val="1955.756"/>
  <p:tag name="LATEXADDIN" val="\documentclass{article}&#10;\usepackage{amsmath}&#10;\pagestyle{empty}&#10;\begin{document}&#10;&#10;&#10;$\sigma_X = \sqrt{\frac{\sum_{i=1}^n (x_i-\mu_X)^2}{n}}$&#10;&#10;\end{document}"/>
  <p:tag name="IGUANATEXSIZE" val="20"/>
  <p:tag name="IGUANATEXCURSOR" val="13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96.7004"/>
  <p:tag name="ORIGINALWIDTH" val="4072.741"/>
  <p:tag name="LATEXADDIN" val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/>
  <p:tag name="IGUANATEXSIZE" val="20"/>
  <p:tag name="IGUANATEXCURSOR" val="240"/>
  <p:tag name="TRANSPARENCY" val="True"/>
  <p:tag name="LATEXENGINEID" val="0"/>
  <p:tag name="TEMPFOLDER" val="C:\temp\"/>
  <p:tag name="LATEXFORMHEIGHT" val="356.25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96.7004"/>
  <p:tag name="ORIGINALWIDTH" val="4072.741"/>
  <p:tag name="LATEXADDIN" val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/>
  <p:tag name="IGUANATEXSIZE" val="20"/>
  <p:tag name="IGUANATEXCURSOR" val="240"/>
  <p:tag name="TRANSPARENCY" val="True"/>
  <p:tag name="LATEXENGINEID" val="0"/>
  <p:tag name="TEMPFOLDER" val="C:\temp\"/>
  <p:tag name="LATEXFORMHEIGHT" val="356.25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96.7004"/>
  <p:tag name="ORIGINALWIDTH" val="4072.741"/>
  <p:tag name="LATEXADDIN" val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/>
  <p:tag name="IGUANATEXSIZE" val="20"/>
  <p:tag name="IGUANATEXCURSOR" val="240"/>
  <p:tag name="TRANSPARENCY" val="True"/>
  <p:tag name="LATEXENGINEID" val="0"/>
  <p:tag name="TEMPFOLDER" val="C:\temp\"/>
  <p:tag name="LATEXFORMHEIGHT" val="356.25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746.1567"/>
  <p:tag name="LATEXADDIN" val="\documentclass{article}&#10;\usepackage{amsmath}&#10;\pagestyle{empty}&#10;\begin{document}&#10;&#10;$\sum_{i=1}^n iy_i$&#10;&#10;&#10;\end{document}"/>
  <p:tag name="IGUANATEXSIZE" val="20"/>
  <p:tag name="IGUANATEXCURSOR" val="9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2256.468"/>
  <p:tag name="LATEXADDIN" val="\documentclass{article}&#10;\usepackage{amsmath}&#10;\pagestyle{empty}&#10;\begin{document}&#10;&#10;$\sum_{i=1}^n i = \sum_{i=1}^n y_i = 1378$&#10;&#10;&#10;\end{document}"/>
  <p:tag name="IGUANATEXSIZE" val="20"/>
  <p:tag name="IGUANATEXCURSOR" val="12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19.1976"/>
  <p:tag name="ORIGINALWIDTH" val="3374.578"/>
  <p:tag name="LATEXADDIN" val="\documentclass{article}&#10;\usepackage{amsmath}&#10;\pagestyle{empty}&#10;\begin{document}&#10;&#10;&#10;$r = \frac{n\sum_{i=1}^n i y_i - 1378^2}{\sqrt{(n\sum_{i=1}^n i^2 - 1378^2)(n\sum_{i=1}^n y_i^2 - 1378^2)}}$&#10;&#10;\end{document}"/>
  <p:tag name="IGUANATEXSIZE" val="20"/>
  <p:tag name="IGUANATEXCURSOR" val="184"/>
  <p:tag name="TRANSPARENCY" val="True"/>
  <p:tag name="LATEXENGINEID" val="0"/>
  <p:tag name="TEMPFOLDER" val="C:\temp\"/>
  <p:tag name="LATEXFORMHEIGHT" val="356.25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582.6772"/>
  <p:tag name="LATEXADDIN" val="\documentclass{article}&#10;\usepackage{amsmath}&#10;\pagestyle{empty}&#10;\begin{document}&#10;&#10;$\sum_{i=1}^n i$&#10;&#10;&#10;\end{document}"/>
  <p:tag name="IGUANATEXSIZE" val="20"/>
  <p:tag name="IGUANATEXCURSOR" val="9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674.9156"/>
  <p:tag name="LATEXADDIN" val="\documentclass{article}&#10;\usepackage{amsmath}&#10;\pagestyle{empty}&#10;\begin{document}&#10;&#10;$\sum_{i=1}^n y_i$&#10;&#10;&#10;\end{document}"/>
  <p:tag name="IGUANATEXSIZE" val="20"/>
  <p:tag name="IGUANATEXCURSOR" val="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582.6772"/>
  <p:tag name="LATEXADDIN" val="\documentclass{article}&#10;\usepackage{amsmath}&#10;\pagestyle{empty}&#10;\begin{document}&#10;&#10;$\sum_{i=1}^n i$&#10;&#10;&#10;\end{document}"/>
  <p:tag name="IGUANATEXSIZE" val="20"/>
  <p:tag name="IGUANATEXCURSOR" val="9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674.9156"/>
  <p:tag name="LATEXADDIN" val="\documentclass{article}&#10;\usepackage{amsmath}&#10;\pagestyle{empty}&#10;\begin{document}&#10;&#10;$\sum_{i=1}^n y_i$&#10;&#10;&#10;\end{document}"/>
  <p:tag name="IGUANATEXSIZE" val="20"/>
  <p:tag name="IGUANATEXCURSOR" val="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582.6772"/>
  <p:tag name="LATEXADDIN" val="\documentclass{article}&#10;\usepackage{amsmath}&#10;\pagestyle{empty}&#10;\begin{document}&#10;&#10;$\sum_{i=1}^n i$&#10;&#10;&#10;\end{document}"/>
  <p:tag name="IGUANATEXSIZE" val="20"/>
  <p:tag name="IGUANATEXCURSOR" val="9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674.9156"/>
  <p:tag name="LATEXADDIN" val="\documentclass{article}&#10;\usepackage{amsmath}&#10;\pagestyle{empty}&#10;\begin{document}&#10;&#10;$\sum_{i=1}^n y_i$&#10;&#10;&#10;\end{document}"/>
  <p:tag name="IGUANATEXSIZE" val="20"/>
  <p:tag name="IGUANATEXCURSOR" val="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582.6772"/>
  <p:tag name="LATEXADDIN" val="\documentclass{article}&#10;\usepackage{amsmath}&#10;\pagestyle{empty}&#10;\begin{document}&#10;&#10;$\sum_{i=1}^n i$&#10;&#10;&#10;\end{document}"/>
  <p:tag name="IGUANATEXSIZE" val="20"/>
  <p:tag name="IGUANATEXCURSOR" val="9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674.9156"/>
  <p:tag name="LATEXADDIN" val="\documentclass{article}&#10;\usepackage{amsmath}&#10;\pagestyle{empty}&#10;\begin{document}&#10;&#10;$\sum_{i=1}^n y_i$&#10;&#10;&#10;\end{document}"/>
  <p:tag name="IGUANATEXSIZE" val="20"/>
  <p:tag name="IGUANATEXCURSOR" val="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582.6772"/>
  <p:tag name="LATEXADDIN" val="\documentclass{article}&#10;\usepackage{amsmath}&#10;\pagestyle{empty}&#10;\begin{document}&#10;&#10;$\sum_{i=1}^n i$&#10;&#10;&#10;\end{document}"/>
  <p:tag name="IGUANATEXSIZE" val="20"/>
  <p:tag name="IGUANATEXCURSOR" val="9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6.2205"/>
  <p:tag name="ORIGINALWIDTH" val="666.6667"/>
  <p:tag name="LATEXADDIN" val="\documentclass{article}&#10;\usepackage{amsmath}&#10;\pagestyle{empty}&#10;\begin{document}&#10;&#10;$\sum_{i=1}^n i^2$&#10;&#10;&#10;\end{document}"/>
  <p:tag name="IGUANATEXSIZE" val="20"/>
  <p:tag name="IGUANATEXCURSOR" val="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20.21"/>
  <p:tag name="ORIGINALWIDTH" val="1793.776"/>
  <p:tag name="LATEXADDIN" val="\documentclass{article}&#10;\usepackage{amsmath}&#10;\pagestyle{empty}&#10;\begin{document}&#10;&#10;$r=\frac{n\sum_{i=1}^n i y_i - sqsum}{n* sumsq - sqsum}$&#10;&#10;&#10;\end{document}"/>
  <p:tag name="IGUANATEXSIZE" val="20"/>
  <p:tag name="IGUANATEXCURSOR" val="13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96.7004"/>
  <p:tag name="ORIGINALWIDTH" val="4072.741"/>
  <p:tag name="LATEXADDIN" val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/>
  <p:tag name="IGUANATEXSIZE" val="20"/>
  <p:tag name="IGUANATEXCURSOR" val="240"/>
  <p:tag name="TRANSPARENCY" val="True"/>
  <p:tag name="LATEXENGINEID" val="0"/>
  <p:tag name="TEMPFOLDER" val="C:\temp\"/>
  <p:tag name="LATEXFORMHEIGHT" val="356.25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582.6772"/>
  <p:tag name="LATEXADDIN" val="\documentclass{article}&#10;\usepackage{amsmath}&#10;\pagestyle{empty}&#10;\begin{document}&#10;&#10;$\sum_{i=1}^n i$&#10;&#10;&#10;\end{document}"/>
  <p:tag name="IGUANATEXSIZE" val="20"/>
  <p:tag name="IGUANATEXCURSOR" val="9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6.2205"/>
  <p:tag name="ORIGINALWIDTH" val="666.6667"/>
  <p:tag name="LATEXADDIN" val="\documentclass{article}&#10;\usepackage{amsmath}&#10;\pagestyle{empty}&#10;\begin{document}&#10;&#10;$\sum_{i=1}^n i^2$&#10;&#10;&#10;\end{document}"/>
  <p:tag name="IGUANATEXSIZE" val="20"/>
  <p:tag name="IGUANATEXCURSOR" val="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20.21"/>
  <p:tag name="ORIGINALWIDTH" val="1793.776"/>
  <p:tag name="LATEXADDIN" val="\documentclass{article}&#10;\usepackage{amsmath}&#10;\pagestyle{empty}&#10;\begin{document}&#10;&#10;$r=\frac{n\sum_{i=1}^n i y_i - sqsum}{n* sumsq - sqsum}$&#10;&#10;&#10;\end{document}"/>
  <p:tag name="IGUANATEXSIZE" val="20"/>
  <p:tag name="IGUANATEXCURSOR" val="13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96.7004"/>
  <p:tag name="ORIGINALWIDTH" val="4072.741"/>
  <p:tag name="LATEXADDIN" val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/>
  <p:tag name="IGUANATEXSIZE" val="20"/>
  <p:tag name="IGUANATEXCURSOR" val="240"/>
  <p:tag name="TRANSPARENCY" val="True"/>
  <p:tag name="LATEXENGINEID" val="0"/>
  <p:tag name="TEMPFOLDER" val="C:\temp\"/>
  <p:tag name="LATEXFORMHEIGHT" val="356.25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M2AVRSERJEAQ-585345103-43135</_dlc_DocId>
    <_dlc_DocIdUrl xmlns="c01506f5-305e-4c16-814a-34df78f45099">
      <Url>https://uab365.sharepoint.com/sites/provost/cas/departments/cis/_layouts/15/DocIdRedir.aspx?ID=M2AVRSERJEAQ-585345103-43135</Url>
      <Description>M2AVRSERJEAQ-585345103-43135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44DB55-155F-49A1-AC3C-DBFCF5CBFB67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0DF5F518-6069-43D9-AAB7-E16FF1FE58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656B6F-D477-4756-B889-BD41DC1FF3D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customXml/itemProps4.xml><?xml version="1.0" encoding="utf-8"?>
<ds:datastoreItem xmlns:ds="http://schemas.openxmlformats.org/officeDocument/2006/customXml" ds:itemID="{C32001CA-7F52-4DCF-AC58-C14E12C0F8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2880</TotalTime>
  <Words>2256</Words>
  <Application>Microsoft Office PowerPoint</Application>
  <PresentationFormat>Custom</PresentationFormat>
  <Paragraphs>260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Book Antiqua</vt:lpstr>
      <vt:lpstr>Bookman Old Style</vt:lpstr>
      <vt:lpstr>Cambria</vt:lpstr>
      <vt:lpstr>Century</vt:lpstr>
      <vt:lpstr>Lucida Sans Unicode</vt:lpstr>
      <vt:lpstr>Times New Roman</vt:lpstr>
      <vt:lpstr>Verdana</vt:lpstr>
      <vt:lpstr>Office Theme</vt:lpstr>
      <vt:lpstr>PowerPoint Presentation</vt:lpstr>
      <vt:lpstr>Introduction</vt:lpstr>
      <vt:lpstr>Copyright Statement</vt:lpstr>
      <vt:lpstr>Python calls</vt:lpstr>
      <vt:lpstr>PowerPoint Presentation</vt:lpstr>
      <vt:lpstr>PowerPoint Presentation</vt:lpstr>
      <vt:lpstr>Programming</vt:lpstr>
      <vt:lpstr>Programming</vt:lpstr>
      <vt:lpstr>Programming</vt:lpstr>
      <vt:lpstr>Programming</vt:lpstr>
      <vt:lpstr>Programming</vt:lpstr>
      <vt:lpstr>Programming</vt:lpstr>
      <vt:lpstr>Programming</vt:lpstr>
      <vt:lpstr>Programming</vt:lpstr>
      <vt:lpstr>Programming</vt:lpstr>
      <vt:lpstr>Characteristics of a Random Variable X</vt:lpstr>
      <vt:lpstr>Program 1 Random Hands in Bridge</vt:lpstr>
      <vt:lpstr>Completely Random Hands</vt:lpstr>
      <vt:lpstr>PowerPoint Presentation</vt:lpstr>
      <vt:lpstr>Assignment</vt:lpstr>
      <vt:lpstr>PowerPoint Presentation</vt:lpstr>
      <vt:lpstr>Assignment</vt:lpstr>
      <vt:lpstr>PowerPoint Presentation</vt:lpstr>
      <vt:lpstr>First Run</vt:lpstr>
      <vt:lpstr>First Run</vt:lpstr>
      <vt:lpstr>First Run</vt:lpstr>
      <vt:lpstr>First Run</vt:lpstr>
      <vt:lpstr>Second Run</vt:lpstr>
      <vt:lpstr>Repeat the First Run with a deck of cards with 104 members.</vt:lpstr>
      <vt:lpstr>Repeat the Second Run with a deck of cards with 104 members.</vt:lpstr>
      <vt:lpstr>Programming Style for the Computation of r</vt:lpstr>
      <vt:lpstr>Programming Style for the Computation of r</vt:lpstr>
      <vt:lpstr>Some Good Advice</vt:lpstr>
      <vt:lpstr>Some Good Advice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CS</dc:title>
  <dc:creator>Ivan H. Mann III</dc:creator>
  <cp:lastModifiedBy>Geng, Baocheng</cp:lastModifiedBy>
  <cp:revision>8</cp:revision>
  <dcterms:created xsi:type="dcterms:W3CDTF">2023-02-06T16:19:47Z</dcterms:created>
  <dcterms:modified xsi:type="dcterms:W3CDTF">2025-02-13T17:36:37Z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2023-02-06T00:00:00Z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aa7433e2-7c35-401a-8787-6906de24637c</vt:lpwstr>
  </property>
  <property fmtid="{D5CDD505-2E9C-101B-9397-08002B2CF9AE}" pid="9" name="MSIP_Label_ae7542bc-63e5-412b-b0a0-d9586028a7d0_Enabled">
    <vt:lpwstr>true</vt:lpwstr>
  </property>
  <property fmtid="{D5CDD505-2E9C-101B-9397-08002B2CF9AE}" pid="10" name="MSIP_Label_ae7542bc-63e5-412b-b0a0-d9586028a7d0_SetDate">
    <vt:lpwstr>2025-02-13T17:36:37Z</vt:lpwstr>
  </property>
  <property fmtid="{D5CDD505-2E9C-101B-9397-08002B2CF9AE}" pid="11" name="MSIP_Label_ae7542bc-63e5-412b-b0a0-d9586028a7d0_Method">
    <vt:lpwstr>Standard</vt:lpwstr>
  </property>
  <property fmtid="{D5CDD505-2E9C-101B-9397-08002B2CF9AE}" pid="12" name="MSIP_Label_ae7542bc-63e5-412b-b0a0-d9586028a7d0_Name">
    <vt:lpwstr>Sensitive</vt:lpwstr>
  </property>
  <property fmtid="{D5CDD505-2E9C-101B-9397-08002B2CF9AE}" pid="13" name="MSIP_Label_ae7542bc-63e5-412b-b0a0-d9586028a7d0_SiteId">
    <vt:lpwstr>d8999fe4-76af-40b3-b435-1d8977abc08c</vt:lpwstr>
  </property>
  <property fmtid="{D5CDD505-2E9C-101B-9397-08002B2CF9AE}" pid="14" name="MSIP_Label_ae7542bc-63e5-412b-b0a0-d9586028a7d0_ActionId">
    <vt:lpwstr>2b3d63a8-358d-4487-9ce5-607e2dfae1ed</vt:lpwstr>
  </property>
  <property fmtid="{D5CDD505-2E9C-101B-9397-08002B2CF9AE}" pid="15" name="MSIP_Label_ae7542bc-63e5-412b-b0a0-d9586028a7d0_ContentBits">
    <vt:lpwstr>0</vt:lpwstr>
  </property>
</Properties>
</file>