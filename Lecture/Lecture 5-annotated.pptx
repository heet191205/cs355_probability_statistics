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sldIdLst>
    <p:sldId id="256" r:id="rId6"/>
    <p:sldId id="257" r:id="rId7"/>
    <p:sldId id="258" r:id="rId8"/>
    <p:sldId id="259" r:id="rId9"/>
    <p:sldId id="317" r:id="rId10"/>
    <p:sldId id="316" r:id="rId11"/>
    <p:sldId id="315" r:id="rId12"/>
    <p:sldId id="314" r:id="rId13"/>
    <p:sldId id="313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291" r:id="rId46"/>
    <p:sldId id="292" r:id="rId47"/>
    <p:sldId id="293" r:id="rId48"/>
    <p:sldId id="294" r:id="rId49"/>
    <p:sldId id="295" r:id="rId50"/>
    <p:sldId id="296" r:id="rId51"/>
    <p:sldId id="297" r:id="rId52"/>
    <p:sldId id="298" r:id="rId53"/>
    <p:sldId id="299" r:id="rId54"/>
    <p:sldId id="300" r:id="rId55"/>
    <p:sldId id="301" r:id="rId56"/>
    <p:sldId id="302" r:id="rId57"/>
    <p:sldId id="303" r:id="rId58"/>
    <p:sldId id="304" r:id="rId59"/>
    <p:sldId id="305" r:id="rId60"/>
    <p:sldId id="306" r:id="rId61"/>
    <p:sldId id="312" r:id="rId62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75" d="100"/>
          <a:sy n="175" d="100"/>
        </p:scale>
        <p:origin x="1286" y="10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openxmlformats.org/officeDocument/2006/relationships/presProps" Target="pres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viewProps" Target="view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microsoft.com/office/2016/11/relationships/changesInfo" Target="changesInfos/changesInfo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ng, Baocheng" userId="S::bgeng@uab.edu::b4253f3e-c40b-4a70-8207-93818653a34c" providerId="AD" clId="Web-{15D14327-E740-3EE2-E5EF-E32B4937BD68}"/>
    <pc:docChg chg="modSld">
      <pc:chgData name="Geng, Baocheng" userId="S::bgeng@uab.edu::b4253f3e-c40b-4a70-8207-93818653a34c" providerId="AD" clId="Web-{15D14327-E740-3EE2-E5EF-E32B4937BD68}" dt="2023-01-19T04:44:59.200" v="116" actId="14100"/>
      <pc:docMkLst>
        <pc:docMk/>
      </pc:docMkLst>
      <pc:sldChg chg="modSp">
        <pc:chgData name="Geng, Baocheng" userId="S::bgeng@uab.edu::b4253f3e-c40b-4a70-8207-93818653a34c" providerId="AD" clId="Web-{15D14327-E740-3EE2-E5EF-E32B4937BD68}" dt="2023-01-19T04:10:55.532" v="2" actId="14100"/>
        <pc:sldMkLst>
          <pc:docMk/>
          <pc:sldMk cId="0" sldId="273"/>
        </pc:sldMkLst>
        <pc:spChg chg="mod">
          <ac:chgData name="Geng, Baocheng" userId="S::bgeng@uab.edu::b4253f3e-c40b-4a70-8207-93818653a34c" providerId="AD" clId="Web-{15D14327-E740-3EE2-E5EF-E32B4937BD68}" dt="2023-01-19T04:10:55.532" v="2" actId="14100"/>
          <ac:spMkLst>
            <pc:docMk/>
            <pc:sldMk cId="0" sldId="273"/>
            <ac:spMk id="13" creationId="{00000000-0000-0000-0000-000000000000}"/>
          </ac:spMkLst>
        </pc:spChg>
      </pc:sldChg>
      <pc:sldChg chg="delSp modSp">
        <pc:chgData name="Geng, Baocheng" userId="S::bgeng@uab.edu::b4253f3e-c40b-4a70-8207-93818653a34c" providerId="AD" clId="Web-{15D14327-E740-3EE2-E5EF-E32B4937BD68}" dt="2023-01-19T04:14:39.383" v="7"/>
        <pc:sldMkLst>
          <pc:docMk/>
          <pc:sldMk cId="0" sldId="278"/>
        </pc:sldMkLst>
        <pc:spChg chg="mod">
          <ac:chgData name="Geng, Baocheng" userId="S::bgeng@uab.edu::b4253f3e-c40b-4a70-8207-93818653a34c" providerId="AD" clId="Web-{15D14327-E740-3EE2-E5EF-E32B4937BD68}" dt="2023-01-19T04:13:44.163" v="4" actId="20577"/>
          <ac:spMkLst>
            <pc:docMk/>
            <pc:sldMk cId="0" sldId="278"/>
            <ac:spMk id="4" creationId="{00000000-0000-0000-0000-000000000000}"/>
          </ac:spMkLst>
        </pc:spChg>
        <pc:spChg chg="del topLvl">
          <ac:chgData name="Geng, Baocheng" userId="S::bgeng@uab.edu::b4253f3e-c40b-4a70-8207-93818653a34c" providerId="AD" clId="Web-{15D14327-E740-3EE2-E5EF-E32B4937BD68}" dt="2023-01-19T04:14:39.383" v="7"/>
          <ac:spMkLst>
            <pc:docMk/>
            <pc:sldMk cId="0" sldId="278"/>
            <ac:spMk id="9" creationId="{00000000-0000-0000-0000-000000000000}"/>
          </ac:spMkLst>
        </pc:spChg>
        <pc:spChg chg="del topLvl">
          <ac:chgData name="Geng, Baocheng" userId="S::bgeng@uab.edu::b4253f3e-c40b-4a70-8207-93818653a34c" providerId="AD" clId="Web-{15D14327-E740-3EE2-E5EF-E32B4937BD68}" dt="2023-01-19T04:14:34.836" v="5"/>
          <ac:spMkLst>
            <pc:docMk/>
            <pc:sldMk cId="0" sldId="278"/>
            <ac:spMk id="10" creationId="{00000000-0000-0000-0000-000000000000}"/>
          </ac:spMkLst>
        </pc:spChg>
        <pc:spChg chg="del">
          <ac:chgData name="Geng, Baocheng" userId="S::bgeng@uab.edu::b4253f3e-c40b-4a70-8207-93818653a34c" providerId="AD" clId="Web-{15D14327-E740-3EE2-E5EF-E32B4937BD68}" dt="2023-01-19T04:14:37.086" v="6"/>
          <ac:spMkLst>
            <pc:docMk/>
            <pc:sldMk cId="0" sldId="278"/>
            <ac:spMk id="11" creationId="{00000000-0000-0000-0000-000000000000}"/>
          </ac:spMkLst>
        </pc:spChg>
        <pc:grpChg chg="del">
          <ac:chgData name="Geng, Baocheng" userId="S::bgeng@uab.edu::b4253f3e-c40b-4a70-8207-93818653a34c" providerId="AD" clId="Web-{15D14327-E740-3EE2-E5EF-E32B4937BD68}" dt="2023-01-19T04:14:34.836" v="5"/>
          <ac:grpSpMkLst>
            <pc:docMk/>
            <pc:sldMk cId="0" sldId="278"/>
            <ac:grpSpMk id="8" creationId="{00000000-0000-0000-0000-000000000000}"/>
          </ac:grpSpMkLst>
        </pc:grpChg>
      </pc:sldChg>
      <pc:sldChg chg="modSp">
        <pc:chgData name="Geng, Baocheng" userId="S::bgeng@uab.edu::b4253f3e-c40b-4a70-8207-93818653a34c" providerId="AD" clId="Web-{15D14327-E740-3EE2-E5EF-E32B4937BD68}" dt="2023-01-19T04:37:35.999" v="42" actId="20577"/>
        <pc:sldMkLst>
          <pc:docMk/>
          <pc:sldMk cId="0" sldId="284"/>
        </pc:sldMkLst>
        <pc:spChg chg="mod">
          <ac:chgData name="Geng, Baocheng" userId="S::bgeng@uab.edu::b4253f3e-c40b-4a70-8207-93818653a34c" providerId="AD" clId="Web-{15D14327-E740-3EE2-E5EF-E32B4937BD68}" dt="2023-01-19T04:37:35.999" v="42" actId="20577"/>
          <ac:spMkLst>
            <pc:docMk/>
            <pc:sldMk cId="0" sldId="284"/>
            <ac:spMk id="7" creationId="{00000000-0000-0000-0000-000000000000}"/>
          </ac:spMkLst>
        </pc:spChg>
      </pc:sldChg>
      <pc:sldChg chg="modSp">
        <pc:chgData name="Geng, Baocheng" userId="S::bgeng@uab.edu::b4253f3e-c40b-4a70-8207-93818653a34c" providerId="AD" clId="Web-{15D14327-E740-3EE2-E5EF-E32B4937BD68}" dt="2023-01-19T04:39:57.487" v="76" actId="20577"/>
        <pc:sldMkLst>
          <pc:docMk/>
          <pc:sldMk cId="0" sldId="285"/>
        </pc:sldMkLst>
        <pc:spChg chg="mod">
          <ac:chgData name="Geng, Baocheng" userId="S::bgeng@uab.edu::b4253f3e-c40b-4a70-8207-93818653a34c" providerId="AD" clId="Web-{15D14327-E740-3EE2-E5EF-E32B4937BD68}" dt="2023-01-19T04:39:57.487" v="76" actId="20577"/>
          <ac:spMkLst>
            <pc:docMk/>
            <pc:sldMk cId="0" sldId="285"/>
            <ac:spMk id="4" creationId="{00000000-0000-0000-0000-000000000000}"/>
          </ac:spMkLst>
        </pc:spChg>
        <pc:graphicFrameChg chg="mod">
          <ac:chgData name="Geng, Baocheng" userId="S::bgeng@uab.edu::b4253f3e-c40b-4a70-8207-93818653a34c" providerId="AD" clId="Web-{15D14327-E740-3EE2-E5EF-E32B4937BD68}" dt="2023-01-19T04:38:04.937" v="43" actId="1076"/>
          <ac:graphicFrameMkLst>
            <pc:docMk/>
            <pc:sldMk cId="0" sldId="285"/>
            <ac:graphicFrameMk id="8" creationId="{00000000-0000-0000-0000-000000000000}"/>
          </ac:graphicFrameMkLst>
        </pc:graphicFrameChg>
      </pc:sldChg>
      <pc:sldChg chg="addSp modSp">
        <pc:chgData name="Geng, Baocheng" userId="S::bgeng@uab.edu::b4253f3e-c40b-4a70-8207-93818653a34c" providerId="AD" clId="Web-{15D14327-E740-3EE2-E5EF-E32B4937BD68}" dt="2023-01-19T04:43:04.540" v="107" actId="1076"/>
        <pc:sldMkLst>
          <pc:docMk/>
          <pc:sldMk cId="0" sldId="289"/>
        </pc:sldMkLst>
        <pc:spChg chg="mod">
          <ac:chgData name="Geng, Baocheng" userId="S::bgeng@uab.edu::b4253f3e-c40b-4a70-8207-93818653a34c" providerId="AD" clId="Web-{15D14327-E740-3EE2-E5EF-E32B4937BD68}" dt="2023-01-19T04:41:45.522" v="99" actId="1076"/>
          <ac:spMkLst>
            <pc:docMk/>
            <pc:sldMk cId="0" sldId="289"/>
            <ac:spMk id="9" creationId="{00000000-0000-0000-0000-000000000000}"/>
          </ac:spMkLst>
        </pc:spChg>
        <pc:spChg chg="mod">
          <ac:chgData name="Geng, Baocheng" userId="S::bgeng@uab.edu::b4253f3e-c40b-4a70-8207-93818653a34c" providerId="AD" clId="Web-{15D14327-E740-3EE2-E5EF-E32B4937BD68}" dt="2023-01-19T04:40:16.629" v="77" actId="1076"/>
          <ac:spMkLst>
            <pc:docMk/>
            <pc:sldMk cId="0" sldId="289"/>
            <ac:spMk id="10" creationId="{00000000-0000-0000-0000-000000000000}"/>
          </ac:spMkLst>
        </pc:spChg>
        <pc:spChg chg="add mod">
          <ac:chgData name="Geng, Baocheng" userId="S::bgeng@uab.edu::b4253f3e-c40b-4a70-8207-93818653a34c" providerId="AD" clId="Web-{15D14327-E740-3EE2-E5EF-E32B4937BD68}" dt="2023-01-19T04:43:04.540" v="107" actId="1076"/>
          <ac:spMkLst>
            <pc:docMk/>
            <pc:sldMk cId="0" sldId="289"/>
            <ac:spMk id="11" creationId="{BA674148-CD0C-7E19-BF13-7609EF61B54C}"/>
          </ac:spMkLst>
        </pc:spChg>
        <pc:spChg chg="mod">
          <ac:chgData name="Geng, Baocheng" userId="S::bgeng@uab.edu::b4253f3e-c40b-4a70-8207-93818653a34c" providerId="AD" clId="Web-{15D14327-E740-3EE2-E5EF-E32B4937BD68}" dt="2023-01-19T04:34:32.649" v="8" actId="1076"/>
          <ac:spMkLst>
            <pc:docMk/>
            <pc:sldMk cId="0" sldId="289"/>
            <ac:spMk id="15" creationId="{00000000-0000-0000-0000-000000000000}"/>
          </ac:spMkLst>
        </pc:spChg>
      </pc:sldChg>
      <pc:sldChg chg="modSp">
        <pc:chgData name="Geng, Baocheng" userId="S::bgeng@uab.edu::b4253f3e-c40b-4a70-8207-93818653a34c" providerId="AD" clId="Web-{15D14327-E740-3EE2-E5EF-E32B4937BD68}" dt="2023-01-19T04:44:44.215" v="111" actId="14100"/>
        <pc:sldMkLst>
          <pc:docMk/>
          <pc:sldMk cId="0" sldId="300"/>
        </pc:sldMkLst>
        <pc:spChg chg="mod">
          <ac:chgData name="Geng, Baocheng" userId="S::bgeng@uab.edu::b4253f3e-c40b-4a70-8207-93818653a34c" providerId="AD" clId="Web-{15D14327-E740-3EE2-E5EF-E32B4937BD68}" dt="2023-01-19T04:44:44.215" v="111" actId="14100"/>
          <ac:spMkLst>
            <pc:docMk/>
            <pc:sldMk cId="0" sldId="300"/>
            <ac:spMk id="3" creationId="{00000000-0000-0000-0000-000000000000}"/>
          </ac:spMkLst>
        </pc:spChg>
      </pc:sldChg>
      <pc:sldChg chg="modSp">
        <pc:chgData name="Geng, Baocheng" userId="S::bgeng@uab.edu::b4253f3e-c40b-4a70-8207-93818653a34c" providerId="AD" clId="Web-{15D14327-E740-3EE2-E5EF-E32B4937BD68}" dt="2023-01-19T04:44:59.200" v="116" actId="14100"/>
        <pc:sldMkLst>
          <pc:docMk/>
          <pc:sldMk cId="0" sldId="301"/>
        </pc:sldMkLst>
        <pc:spChg chg="mod">
          <ac:chgData name="Geng, Baocheng" userId="S::bgeng@uab.edu::b4253f3e-c40b-4a70-8207-93818653a34c" providerId="AD" clId="Web-{15D14327-E740-3EE2-E5EF-E32B4937BD68}" dt="2023-01-19T04:44:59.200" v="116" actId="14100"/>
          <ac:spMkLst>
            <pc:docMk/>
            <pc:sldMk cId="0" sldId="301"/>
            <ac:spMk id="3" creationId="{00000000-0000-0000-0000-000000000000}"/>
          </ac:spMkLst>
        </pc:spChg>
      </pc:sldChg>
    </pc:docChg>
  </pc:docChgLst>
  <pc:docChgLst>
    <pc:chgData name="Geng, Baocheng" userId="b4253f3e-c40b-4a70-8207-93818653a34c" providerId="ADAL" clId="{1FD36F18-C9FA-47BD-91AE-DBF12D02D6D6}"/>
    <pc:docChg chg="modSld">
      <pc:chgData name="Geng, Baocheng" userId="b4253f3e-c40b-4a70-8207-93818653a34c" providerId="ADAL" clId="{1FD36F18-C9FA-47BD-91AE-DBF12D02D6D6}" dt="2024-01-23T14:55:33.273" v="5" actId="20577"/>
      <pc:docMkLst>
        <pc:docMk/>
      </pc:docMkLst>
      <pc:sldChg chg="modSp mod">
        <pc:chgData name="Geng, Baocheng" userId="b4253f3e-c40b-4a70-8207-93818653a34c" providerId="ADAL" clId="{1FD36F18-C9FA-47BD-91AE-DBF12D02D6D6}" dt="2024-01-23T14:55:33.273" v="5" actId="20577"/>
        <pc:sldMkLst>
          <pc:docMk/>
          <pc:sldMk cId="0" sldId="256"/>
        </pc:sldMkLst>
        <pc:spChg chg="mod">
          <ac:chgData name="Geng, Baocheng" userId="b4253f3e-c40b-4a70-8207-93818653a34c" providerId="ADAL" clId="{1FD36F18-C9FA-47BD-91AE-DBF12D02D6D6}" dt="2024-01-23T14:55:33.273" v="5" actId="20577"/>
          <ac:spMkLst>
            <pc:docMk/>
            <pc:sldMk cId="0" sldId="256"/>
            <ac:spMk id="7" creationId="{00000000-0000-0000-0000-000000000000}"/>
          </ac:spMkLst>
        </pc:spChg>
      </pc:sldChg>
    </pc:docChg>
  </pc:docChgLst>
  <pc:docChgLst>
    <pc:chgData name="Geng, Baocheng" userId="b4253f3e-c40b-4a70-8207-93818653a34c" providerId="ADAL" clId="{7F057C6C-7339-4B55-B178-F88D28524BBE}"/>
    <pc:docChg chg="addSld modSld">
      <pc:chgData name="Geng, Baocheng" userId="b4253f3e-c40b-4a70-8207-93818653a34c" providerId="ADAL" clId="{7F057C6C-7339-4B55-B178-F88D28524BBE}" dt="2023-01-18T16:31:05.517" v="45" actId="20577"/>
      <pc:docMkLst>
        <pc:docMk/>
      </pc:docMkLst>
      <pc:sldChg chg="modSp mod">
        <pc:chgData name="Geng, Baocheng" userId="b4253f3e-c40b-4a70-8207-93818653a34c" providerId="ADAL" clId="{7F057C6C-7339-4B55-B178-F88D28524BBE}" dt="2023-01-17T22:00:23.150" v="0" actId="20577"/>
        <pc:sldMkLst>
          <pc:docMk/>
          <pc:sldMk cId="0" sldId="256"/>
        </pc:sldMkLst>
        <pc:spChg chg="mod">
          <ac:chgData name="Geng, Baocheng" userId="b4253f3e-c40b-4a70-8207-93818653a34c" providerId="ADAL" clId="{7F057C6C-7339-4B55-B178-F88D28524BBE}" dt="2023-01-17T22:00:23.150" v="0" actId="20577"/>
          <ac:spMkLst>
            <pc:docMk/>
            <pc:sldMk cId="0" sldId="256"/>
            <ac:spMk id="7" creationId="{00000000-0000-0000-0000-000000000000}"/>
          </ac:spMkLst>
        </pc:spChg>
      </pc:sldChg>
      <pc:sldChg chg="modSp mod">
        <pc:chgData name="Geng, Baocheng" userId="b4253f3e-c40b-4a70-8207-93818653a34c" providerId="ADAL" clId="{7F057C6C-7339-4B55-B178-F88D28524BBE}" dt="2023-01-18T16:31:05.517" v="45" actId="20577"/>
        <pc:sldMkLst>
          <pc:docMk/>
          <pc:sldMk cId="0" sldId="259"/>
        </pc:sldMkLst>
        <pc:spChg chg="mod">
          <ac:chgData name="Geng, Baocheng" userId="b4253f3e-c40b-4a70-8207-93818653a34c" providerId="ADAL" clId="{7F057C6C-7339-4B55-B178-F88D28524BBE}" dt="2023-01-18T16:31:05.517" v="45" actId="20577"/>
          <ac:spMkLst>
            <pc:docMk/>
            <pc:sldMk cId="0" sldId="259"/>
            <ac:spMk id="10" creationId="{4C0801AA-9B23-55C3-4897-0182BF2CA350}"/>
          </ac:spMkLst>
        </pc:spChg>
      </pc:sldChg>
      <pc:sldChg chg="add">
        <pc:chgData name="Geng, Baocheng" userId="b4253f3e-c40b-4a70-8207-93818653a34c" providerId="ADAL" clId="{7F057C6C-7339-4B55-B178-F88D28524BBE}" dt="2023-01-18T16:30:37.833" v="1" actId="2890"/>
        <pc:sldMkLst>
          <pc:docMk/>
          <pc:sldMk cId="1501535261" sldId="317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27T19:29:02.364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897 3811 2658 0,'0'0'-39'0,"0"-1"-7"0,10-8-13 0,-2 8 37 0,3 1-16 0,0-1 26 0,4 1 36 0,-4-4-12 0,9 4 10 0,4 0-10 16,1 0-6-16,2-1 4 0,1 0-5 0,2 0 7 0,0 1 9 16,-2 0 2-16,1 1 2 0,-2-1-1 0,2 1-2 0,2-2 6 15,2 0-1-15,1-1 2 0,-1-2-3 0,0-1-12 16,2 0-2-16,4-1-3 0,1-2-5 0,2 0-3 16,1-1 5-16,-3-1-6 15,1-1 0-15,2 1-2 0,-2 0 3 0,1 2-1 16,-3 1 4-16,2 0-3 0,-1 2 0 0,2 0 0 15,0 1 6-15,-4 1-5 0,1 0 1 0,2 2-3 0,4-1 6 0,0 0-4 16,-1 2-2-16,0-1-1 16,1-1-5-16,4 0 9 0,-2-2 0 0,0 1 3 15,2 0-6-15,-1 0 3 0,2 1-2 0,-5-2 4 16,1 2 1-16,-3 1-6 0,2 2 2 0,-2-1-3 0,-3 1 7 16,-5 2 3-16,0-1 4 0,0 2-1 0,1 0 13 15,-1 0-5-15,-2 1 0 0,-3 0-2 0,-1 0-8 16,0-1 3-16,2 1-1 0,4 0 1 15,0 0-8-15,-1 0-3 0,-3-1 0 0,1 0-1 0,1 0 1 16,2 0-7-16,1-1 5 0,0 1-4 0,-4-1 11 16,0 0-5-16,0 0 0 0,1-1-1 0,1 0 6 15,2-1-7-15,-1 1 0 0,-1-1-1 16,2-1 1-16,1 0 1 0,3 0 4 0,2 1-3 0,-2 0 2 0,2 1-5 16,2 0 1-16,2 0-2 0,3 2 5 0,-1 0-4 15,0 0 2-15,2 1-2 0,1 1 4 0,0 1-3 16,-2 0 0-16,0 0 0 0,-1 0 5 0,0 0-2 15,-3-2-3-15,-5 0 0 16,2 0 3-16,-2 1-3 0,0-1 6 0,-2-1-6 16,-3 0 2-16,-4 0-2 0,-1 0 2 0,-2 0-2 15,2 2 6-15,-5 0-9 0,-3 0-2 0,-2 2-11 16,-4-1-88-16,-4 2-307 0,-2 2-78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27T19:30:47.782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2710 2317 19 0,'0'0'37'0,"0"0"39"16,0 0 13-16,0 0 3 0,0 0-18 0,0 0-5 15,0 0 0-15,-1 0 8 0,1 0 22 0,0 0 5 16,-1 0-2-16,1 0 1 0,-1 0-21 0,1 0-14 16,0 0-2-16,-1 0-3 0,-15-5 1 0,16 5 1 15,0 0 4-15,0 0-3 0,0 0 1 0,0 0 5 16,0 0-2-16,-1 0 3 0,1 0-1 0,0 0-2 0,-1 0 0 15,0 0 0-15,-15 2 0 0,16-2-23 0,0 0 5 16,-1 0-11-16,1 0-3 0,0 0 2 0,-17 1-3 0,17-1 4 16,0 0 1-16,-1 0 3 0,1 0-2 0,0 0 2 15,-1 0 1-15,1 0-12 0,0 0 1 16,0 0-6-16,0 0-10 0,0-1 10 0,0 1-3 16,0-1 4-16,0 1-8 0,0-1-1 0,1 1 1 15,-1 0-1-15,0-1-4 0,17-10-7 0,-17 11 3 16,0 0-3-16,1 0 1 0,-1 0-2 0,18-5-4 0,-18 5 3 15,1 0 3-15,-1 0-5 16,19-7-1-16,-19 7-2 0,0 0 4 0,1 0 2 16,20-7 3-16,-21 7-3 0,0 0 10 0,17-1-7 15,-17 1 5-15,0 0-6 0,0 0 4 0,19-2 0 16,-19 2-4-16,1 0 3 0,-1 0-8 0,18-1 3 0,-18 1-1 16,1 0 1-16,17 0 0 0,-18 0-4 0,0 0 3 15,20-1-3-15,-20 1-1 0,0 0 3 0,24 0-1 16,-16-1 2-16,0 1 1 0,0-2 0 15,1 1-1-15,-1-1 2 0,-1 1 0 0,1 0-6 0,1 0 3 16,-1 0-3-16,-1 0 6 0,1-1-1 0,-2 1 0 16,1 0 0-16,1 1-5 0,-2-1 5 0,-6 1-2 15,0 0 3-15,19-2-6 0,-19 2 2 0,0 0-1 16,19 0 1-16,-19 0-4 0,0 0 5 0,17-3-5 16,-17 3 6-16,0 0-6 0,22-1-1 0,-22 1 0 0,1 0-1 15,22 0 2-15,-22 0-2 0,15-1 4 0,-7 0-2 16,-1 0 7-16,1 1-4 15,-1-1 3-15,1 1-2 0,0 1-3 0,-2 0 0 16,0 1-4-16,-2-2 1 0,1 2-1 0,-6-2 0 16,1 0 4-16,-1 0-1 0,18 8 7 0,-18-8-7 15,0 0-4-15,0 1 0 0,1-1-1 0,-1 1 2 16,17 9 3-16,-17-10-2 0,0 0 4 0,0 0-7 0,0 0-4 16,1 0-12-16,-1 0-122 0,1 0-199 0,-1 0-34 15,0 0-110-15,1 0-676 0</inkml:trace>
  <inkml:trace contextRef="#ctx0" brushRef="#br0" timeOffset="9218.04">9309 2315 859 0,'0'0'75'15,"0"0"-35"-15,0 0 50 0,0 0 14 16,0 0-18-16,0 0 19 0,0 0-45 0,0 0 0 15,0 0-3-15,0 0 18 0,0 0 1 0,0 0-2 0,0 0-1 16,0 0-1-16,0 0 0 0,0 0 4 0,0 0-4 16,0 0-5-16,1 0-17 0,0 0-1 15,-1 0-6-15,16 4-13 0,-16-4-10 0,0 0-4 16,0 0-2-16,1 0-11 0,-1 0 5 0,16 6-1 16,-16-6 4-16,0 0 6 0,0 0 12 0,1 0-5 0,17 4 5 15,-18-4-11-15,0 0 10 0,18 4 7 0,-18-4-1 16,0 0 4-16,20 2-7 0,-19-2-7 0,-1 0 1 15,23 0-14-15,-23 0-2 0,1 0 1 0,19-2-2 16,-20 2-4-16,1 0 5 0,20 2-2 16,-21-2 3-16,0 0-6 0,17 0 1 0,-17 0 1 15,0 0 1-15,0 0 11 0,18-1-1 0,-18 1-8 16,2 0 5-16,-2 0-7 0,0 0-5 0,18-2 12 0,-18 2-11 16,0 0 4-16,0 0-3 0,1 0-4 0,0 0 3 0,-1 0 1 15,0 0 2-15,18 0-3 16,-18 0 3-16,0 0-4 0,0 0-2 0,0 0 4 15,0 0-3-15,0 0 3 0,0 0 3 0,1 0-3 0,0 0 2 16,-1 0-4-16,0 0-1 0,1 0 2 16,-1 0-1-16,1 0 5 0,-1 0 1 0,0 0-3 0,1 0-1 15,-1 0-33-15,0 0-126 0,0 0 1 0,0 0-54 16,0 0-95-16,0 0-435 0</inkml:trace>
  <inkml:trace contextRef="#ctx0" brushRef="#br0" timeOffset="14984.37">2688 2342 734 0,'0'0'92'15,"0"0"45"-15,0-1 20 0,-5-15-56 0,5 16-6 0,0 0-36 0,0-1 11 16,0 1-16-16,0-1 24 0,-1 1-4 16,-9-19-1-16,10 19-1 0,0 0 3 0,0 0-5 15,0 0 0-15,0 0-3 0,0 0-12 0,-1-1-7 16,0 1 2-16,1-1-5 0,0 1-17 0,0-1-13 15,0 1-4-15,0-1-1 0,0 1 1 0,0 0 0 16,0 0 4-16,1-1-2 0,16-7 5 0,-17 8 10 16,1 0-4-16,14 1 5 0,-15-1-6 0,1 0 3 15,16-1 0-15,-17 1 1 0,0 0-6 0,17 1-13 16,-17-1 1-16,1 0-4 0,15-1 3 0,-16 1-4 0,1 0 1 16,17 1-2-16,-18-1 2 0,0 0-1 15,21 5 1-15,-14-4 2 0,1-3 18 16,2 2 8-16,-2-1-4 0,2-1 4 0,0 3-8 0,-1-3-10 15,2 2 3-15,-1-2-7 0,0-1-6 0,-1 1 4 16,0-1-2-16,0 1 3 0,0 1-1 16,-1 0-5-16,0 1-1 0,-1 0-1 0,1-1 0 0,-1 0 9 15,-1-1 5-15,2 1 1 0,-1 0 9 16,0 0-7-16,1 0 3 0,0-1-5 0,2 1 3 0,-1 0-16 16,0-1 5-16,0 1-7 0,0 0 6 0,1 1-2 15,-1 0 0-15,-2-1 0 0,2 1 0 0,-4 0-2 16,1 0 0-16,-6 0 1 0,0 0-1 0,1 0 1 0,17 4-2 15,-18-4 2-15,0 0 4 0,1 0-7 0,15 5 2 16,-16-5-3-16,0 0 8 0,0 0-3 16,1 0 3-16,-1 0-3 0,17 2 5 0,-17-2-4 15,0 0 2-15,0 0-2 0,0 0 6 0,0 0-68 0,0 0-3 16,0 0-31-16,0 0-65 0,0 0-41 16,0-1-7-16,0 1-16 0,-3-16-74 0</inkml:trace>
  <inkml:trace contextRef="#ctx0" brushRef="#br0" timeOffset="22485.62">2223 3521 984 0,'0'0'127'0,"0"0"31"16,0 0 8-16,-1 0-82 0,1 0-31 0,-1 0-3 16,1 0 8-16,0 0-10 0,-1 0 11 15,-16-3-6-15,17 3-3 0,0 0-3 0,0 0-14 0,0 0-8 16,0 0 7-16,0 0-4 0,0 0 25 0,0 0 1 15,1 0 0-15,-1 0-1 0,0 0-14 0,18 0-7 16,-18 0 1-16,1 0-1 16,-1 0 3-16,21 2-6 0,-20-2-4 0,0 0 1 0,22 0-4 15,-23 0 3-15,17 0 1 0,-7 0 0 16,-3 0-2-16,3 0-4 0,-1 0 1 0,-1 0-3 0,0 0-1 0,0 0-1 16,0 0 2-16,1 0-1 0,2 0 4 0,0 0-5 15,0 0 2-15,1-1-1 0,-1 1 7 0,0-1-2 16,1 0-3-16,-1 0 2 0,0 0 4 0,0-1-12 15,-1 0 5-15,0 1-8 0,-1 0-1 0,-2 0-2 16,1 1-1-16,-1-1-1 0,0 0 7 0,1 1-5 16,-1-1 1-16,0 1-3 0,0 0 6 0,1 0-7 15,-1 0 5-15,3 0-5 0,1 0 9 16,0 0-4-16,2-1 1 0,-2 1-1 0,0 0 0 16,0 0 0-16,1 0-1 0,0 0 0 0,0 0-4 0,-1 0 0 15,-1 0-4-15,0 0 2 0,0 0-5 0,-1 0 8 16,-1 0-1-16,1 0 3 15,0 0-7-15,1 0 11 0,0 0 1 0,2 0 4 0,0 0 15 0,1-1-6 16,0 1 3-16,0 0-6 0,-1-1-4 0,0 1-10 16,-2-1 1-16,2 0-3 15,-2 1 7-15,0 0-11 0,-1-1 3 0,-1 0-5 16,0 0 6-16,-1 0-1 0,-1 0-1 0,1 0 0 16,-7 1-2-16,0 0 1 0,16-4 2 0,-16 4-1 15,1 0 4-15,15-4 6 0,-16 4-5 0,0 0 5 0,0 0-8 0,0 0 2 16,20-6-4-16,-20 6 3 0,0 0 6 0,0 0-5 15,0 0 0-15,1 0-3 0,-1 0 0 0,1 0 2 16,-1 0 2-16,0 0-2 0,0 0-2 16,1 0 0-16,-1 0 2 0,0 0-1 0,0 0-6 15,0 0-3-15,0 0-12 0,0 0 2 16,0 0-40-16,0-1-51 0,0 1 0 0,0 0-24 16,0-1-58-16,0 1-115 0,6-18-36 0</inkml:trace>
  <inkml:trace contextRef="#ctx0" brushRef="#br0" timeOffset="27992.16">7534 2315 1241 0,'0'0'28'0,"0"0"-27"0,0 0-6 0,0 0 2 0,0 0 2 16,0 0 24-16,1 0 14 0,0 0 1 0,17 6 53 0,-18-6-1 16,0 0-2-1,0 0-1-15,1 0-14 0,18-4 4 0,-19 4 3 16,0 0-3-16,0 0-10 0,19 3-9 0,-19-3-7 15,1 0 1-15,-1 0-15 0,19 5-7 0,-19-5-4 0,1 0-2 0,18 5-15 16,-18-5-2-16,-1 0 5 16,22-4-5-16,-22 4 2 0,17-1 2 0,-7 1 5 15,0 0 1-15,0-2 18 0,1 2-1 0,0 1-1 16,0 0-1-16,1 0-8 0,-1 0-9 0,1 0 0 16,0 1-2-16,-1 0 2 0,0-2-13 0,0 1 7 0,-1 0-9 15,0 0 4-15,0 1 4 0,1-2-6 0,0 0 6 16,0-1 1-16,0 1 2 0,0 1 3 15,0-1 0-15,0 0 11 0,-1-1-6 0,2 2 2 0,-2-1-4 16,0 1-7-16,-1-1-1 0,0 0-1 0,0 0 1 0,-1 0-1 16,0 2 0-16,-1-2-4 15,1 1 1-15,-3-1-7 0,1 0 12 0,-6 0-1 16,1 0 6-16,14 2 0 0,-15-2-3 0,1 0-2 0,17 3-2 16,-18-3-9-16,1 0 12 0,15 0-6 15,-16 0 9-15,0 0-7 0,19 0 1 0,-19 0 2 16,0 0-2-16,20 0-1 0,-20 0-2 0,0 0 1 0,17 0-2 15,-17 0 1-15,0 0 0 0,0 0 1 0,1 0-1 0,16 0-1 16,-17 0 1-16,0 0 0 16,0 0 0-16,0 0 4 0,0 0 5 0,0 0-3 15,0 0 3-15,0 0-5 0,0 0-10 0,0 0-6 0,0 0-5 16,0 0-42-16,0 0-58 0,0 0-3 0,0-1-23 16,0 1-48-16,0-1-89 0,3-15-26 15,-3 16-69-15,0-1-549 0</inkml:trace>
  <inkml:trace contextRef="#ctx0" brushRef="#br0" timeOffset="50484.15">6993 2832 956 0,'0'0'253'15,"0"0"-107"-15,0 0 134 0,0 0-212 0,0 0 26 16,0 0 29-16,0 0-16 0,0 0 2 0,0 0-17 16,0 0-3-16,0 0-13 0,0 1 5 15,0-1-8-15,-1 1-2 0,-8 15-13 0,9-16-4 0,0 0-5 16,0 1-20-16,0-1-6 0,0 1 1 0,0-1-3 16,-4 18-4-16,4-18 3 0,0 0-6 0,0 1 5 15,0 18-5-15,0-19-6 0,0 1 5 0,-1 16-6 16,1-17 1-16,0 1 4 15,-4 20-1-15,4-20 2 0,0-1-3 0,-5 21-4 0,5-21 1 16,0 0-1-16,-3 16 5 0,3-16-6 0,0 1 4 16,0-1-2-16,-1 18 6 0,1-18-7 0,0 0 0 15,0 1-1-15,0-1 8 0,0 1-8 0,0-1 2 16,0 0-4-16,0 1-2 0,0-1 2 0,0 1-3 16,0-1 0-16,0 1-3 0,0-1 2 0,0 1 5 0,1-1-2 15,-1 0-2-15,0 1 4 0,0-1-6 0,18 9 4 16,-18-9-2-16,0 0 0 0,1 0 0 0,0 0-1 15,-1 0-5-15,16-2 7 16,-16 2-1-16,0 0 2 0,1 0-5 0,-1 0 2 16,19-2 2-16,-19 2 0 0,1 0-1 0,-1 0 0 0,20-2-1 15,-20 2 1-15,0 0 2 0,16 0 2 0,-16 0-9 0,1 0 5 16,17 1-4-16,-18-1 2 0,0 0 2 0,18 5 0 16,-18-5-6-16,1 0 7 0,18 7-2 0,-19-7 1 15,0 0-5-15,21 3 1 0,-21-3 3 0,0 0 1 16,20-1 8-16,-19 1 0 0,-1 0-6 0,24-1 3 15,-15 0-5-15,1 1-3 0,1 0 4 0,-1 0-3 16,0 0 2-16,0 0 0 0,1 0 0 0,-1 1-1 16,0 0 1-16,0 0 1 0,1 0 0 0,-2-1 1 15,1 0 2-15,0 1-5 0,-1-1 1 0,1 2-4 16,-2-2 3-16,2 1 3 16,-2-1 0-16,1 0 2 0,-1 0-7 0,1 1 2 15,0-1-2-15,2 1 3 0,0 0 0 0,1 0-1 0,0 0 1 0,-1-1 0 16,1 1 0-16,0 0 1 0,1-1-1 0,-3 1 1 15,2-1 4-15,-2 1-5 0,2 0 0 16,-2-1-2-16,1 1 4 0,-1-1-2 0,2 2 1 16,-3-2-1-16,3 0 0 0,-1 1 0 0,0-1 0 15,3 0 2-15,0 0 0 0,0 0 0 0,1 0-3 16,0 0 0-16,-1-1 1 0,1 1-6 0,0 0 8 16,0-1-6-16,-2 0 5 0,1 0 1 0,0 1-2 15,-1 0 1-15,0 0 2 0,1 1-3 0,1-1 0 16,0 0-2-16,1 0 2 0,-1 0 3 0,1 0 0 15,1 0 0-15,-2 0-3 0,0 0 1 0,-1-1 0 0,0 1 2 16,0-1-1-16,-1 1-1 0,-1-1 1 0,1 0-2 16,1 1 2-16,0-1 2 0,1-1-3 0,1 2 2 15,0-1-5-15,-1 1 4 0,2 0-2 16,-2-1 1-16,0 0-4 0,-1 0 6 16,1 1 0-16,-1-1 2 0,0 1-5 0,1 0 0 15,0-1 0-15,1 1 0 0,1 0-6 0,2-1 6 16,1 0 0-16,0 1 1 0,-2-1-2 0,0 0 2 0,0 1-2 15,-2 0 3-15,1 0-1 0,-2 1 0 0,1-1 1 16,0 0 0-16,2 1 0 0,0-1-4 0,0 0 4 16,0 0-3-16,0 0 3 0,0 0-4 0,-1 0 2 15,1 0-2-15,-1 0 3 0,-2 0 0 0,2 0-1 16,-1 0 2-16,0 0-4 0,1 0 5 0,1 0-7 16,2 0 7-16,-1 1-2 0,0 0-3 15,-1-1 5-15,0 0-5 0,-1 1 2 0,-1-1 1 0,1 0 1 16,-1 0-1-16,0 0-1 0,1 0 1 0,2 1-1 15,1-1 1-15,-2 0 1 0,1 0-2 0,0 0 0 16,-2 1-1-16,0 0 2 0,-1 0-1 0,0-1 0 0,-1 0-2 16,0 0 0-16,3 1 2 0,-1-1 0 15,2 1 1-15,0 0 2 0,0-1-2 0,0 0-3 0,-1 1 2 16,0-1 0-16,0 0 3 0,-3 0-1 0,1 1 1 16,0 0-4-16,1 0-3 0,3 0 4 0,0 0-2 15,0 0 3-15,0-1 0 0,0 1 2 0,0-1-3 16,0 0 0-16,-2 0 1 0,0 0-3 0,1 1 2 15,-1 1 0-15,1-2-1 16,4 1 5-16,-1-1-4 0,1 0 7 0,0 0-8 0,-1 0-2 16,0 0-1-16,-2 0 9 0,0 0-2 15,-2 0-1-15,3 1-1 0,2-1-1 0,0 1 0 0,4-1 0 0,-3 0-2 0,0 1 2 16,-2-1 4-16,0 0-1 16,-1 0 3-16,0 0-4 0,2 0-1 0,1 1 3 15,0-1-3-15,1 0 1 0,-1 0 0 0,-1 0-2 0,-2 0 1 0,0 0-2 16,-1 1 1-16,1 0-1 0,1 0 3 0,2-1 0 15,0 0-2-15,0 0 1 16,0 0-1-16,-1 1 2 0,-2 0 1 16,-1-1-2-16,-2 1 0 0,0 0-1 0,3-1 2 15,0 1 0-15,1 0 2 0,-1 0-3 0,-1 0 1 0,0 0 2 16,-2 0-2-16,1 1-2 0,-2-1 0 0,-1 0 0 16,1 0 0-16,0 0 4 0,1-1-4 15,3 1 1-15,0-1-1 0,0 0 3 0,0 0-3 16,-1 0 0-16,-2 0 0 0,0 0 1 0,-1-1-1 0,0 1 0 0,0 0 0 15,1 0 6-15,1 0-5 0,0 0 3 0,0-1-4 16,1 1 0-16,-2 0-1 16,0-1 1-16,-1 1 0 0,-1 0-2 0,-1-1 3 0,-1 1-1 15,-1-1 3-15,2 1-1 0,0 0 0 0,1-1-2 16,2 0 0-16,-2 0 0 0,0 0 0 0,-1 1 0 16,-2 0 0-16,1 0 6 0,-1 0-6 0,-1 0 7 15,-2 1-7-15,0-1 1 0,-2 0-1 0,0 1-2 16,-1-1 2-16,0 1 4 0,-7-1 5 0,0 0 0 15,1 0 1-15,16 0-3 0,-17 0-3 0,0 0 2 0,0 0-3 16,0 0-7-16,0 0-30 0,1 0-6 16,0 0-10-16,-1 0-36 0,0-1-32 15,1 1-21-15,-1-1-4 0,0 1-49 0,1-1 31 0,0 1 1 16,-1 0 7-16,6-17-5 0,-6 17-27 0,0 0 5 16,0 0-21-16,0 0-70 0</inkml:trace>
  <inkml:trace contextRef="#ctx0" brushRef="#br0" timeOffset="50894.22">11392 2876 611 0,'0'0'340'0,"0"0"-165"0,0-1-29 0,0 1-14 16,0-1 71-16,0 1-43 0,0-1 2 15,0 1-19-15,0 0-23 0,0-1-26 0,0 1 3 16,0-1-13-16,0 1-14 0,-1 0-1 0,1 0-3 16,-1 0 0-16,1 0-12 0,0 0-10 0,-8 17 3 15,8-17-4-15,0 1 4 0,4 18-16 0,-4-19 1 16,0 0-6-16,4 22-5 0,-2-14 5 0,0 0-3 16,-1 0 4-16,0 2-8 0,-1 1-15 0,-1 0 2 15,0 2-6-15,0-2 6 0,-2 2 0 0,0-1-2 16,-1 0 1-16,1 0-5 0,0 0-65 15,-1 0-13-15,0-1-34 0,1 0-169 0,0-1-198 0,1 0-178 16</inkml:trace>
  <inkml:trace contextRef="#ctx0" brushRef="#br0" timeOffset="54767.91">6943 3112 325 0,'0'0'243'0,"0"0"121"0,0 0 29 0,-1 0-179 0,0 0-59 16,1 0-4-16,0 1 0 0,0-1-13 0,-1 1-41 0,-16 14-21 15,17-15 4-15,0 0-9 0,0 0-9 0,0 1-5 16,0-1-7-16,0 0 2 0,0 1-11 0,-7 18-4 15,7-19 2-15,0 0-2 16,0 0-2-16,0 1-8 0,-3 15 5 0,3-16-5 16,0 0 2-16,0 1-4 0,0-1-4 0,0 0 2 0,-4 20-7 15,4-20 0-15,0 1 1 0,-5 16 0 0,5-17 0 0,0 1-11 16,-5 16 1-16,5-17-4 0,0 0 1 0,-4 17-1 16,4-17-1-16,0 1-1 0,0-1-2 0,-2 20 2 15,2-20 3-15,0 0 1 16,0 1 5-16,0 16-5 0,0-17 3 0,0 0-3 0,0 1 4 15,0 15-6-15,0-16-1 0,0 0 0 0,0 1 0 0,0-1 2 16,1 18-3-16,-1-18 2 16,0 0-4-16,0 0-1 0,0 0 2 0,0 1-1 15,0-1 5-15,0 0-3 0,0 1 2 0,0-1-3 16,0 1-5-16,2 16 8 0,-2-17-5 0,0 0 4 16,0 0-9-16,0 0 3 0,0 0 0 0,0 0 1 0,0 0 0 0,0 0-37 15,0 0-8-15,0 1-17 0,0-1-78 0,0 1-69 16,0-1-12-16,0 0-35 0,0 0-191 0</inkml:trace>
  <inkml:trace contextRef="#ctx0" brushRef="#br0" timeOffset="56220.71">6946 3120 351 0,'0'0'174'16,"0"0"-43"-16,0 0 89 0,0 0-48 0,0 0-41 15,0 0-16-15,0 0-38 0,0 0 3 0,0 0 1 16,0 0 5-16,0 0-16 0,-1 1-1 0,-15 13-6 15,16-14-14-15,0 1 3 0,0-1-4 0,0 1 4 0,-7 17-4 0,7-18 4 16,0 0 2-16,0 1 1 16,-6 18 3-16,6-19-10 0,0 0 2 0,0 1-4 15,0-1-1-15,-9 17-8 0,9-17-3 0,0 0-2 16,-2 16-5-16,2-16-11 0,0 1 0 0,-3 18-4 0,3-19 6 0,0 0-13 16,-1 20 9-16,1-20-10 0,0 0 6 0,-2 19-7 15,2-19 3-15,0 0-4 16,0 19 9-16,0-19-3 0,0 0 2 0,0 1 0 15,1 16 5-15,-1-17-1 0,0 0-5 0,0 0 2 0,0 1-6 0,0-1-4 16,0 1 0-16,9 15-1 16,-9-16-4-16,0 0-7 0,0 0 4 0,1 0-6 15,0 0 5-15,-1 0 2 0,17 6-2 0,-17-6 3 16,0 0-4-16,0 0 9 0,1 0-1 0,-1 0 3 0,16-4 10 16,-16 4-5-16,0 0 3 0,0 0-4 0,1 0-6 0,-1 0 6 15,18-16-4-15,-18 16 5 16,0-1-6-16,1 1 6 0,14-18-6 0,-15 18 6 0,1-1-7 0,-1 1-1 15,14-20 3-15,-14 20-2 16,0-1 9-16,8-15-4 0,-8 16 5 0,0-1-5 0,6-17 0 0,-6 18 4 16,0-1 0-16,4-21 1 15,-4 22 0-15,0-1-1 0,3-22-2 0,-3 23 1 16,0 0 1-16,0-21-3 0,0 21 1 0,0-1 0 16,-1-19 0-16,1 19 7 0,0 1-9 0,-4-17 9 15,4 17-1-15,0-1 10 0,0 1 4 0,0-1-1 16,-7-15 0-16,7 16-7 0,0 0 1 0,-1 0-3 15,1 0-5-15,0 0 4 0,-17-4-7 0,17 4 4 16,-1 0-14-16,0 0 6 0,-15 1-2 0,16-1 4 16,0 0-7-16,0 0-1 0,-1 0 1 0,-17 9-1 15,18-9-1-15,0 0-11 0,-1 0-13 0,1 0 0 0,0 0-53 16,-1 0-57-16,0 0-8 0,-15 8-25 0,16-8-100 0,0 0-168 16</inkml:trace>
  <inkml:trace contextRef="#ctx0" brushRef="#br0" timeOffset="59603.9">7002 3133 134 0,'0'0'101'0,"0"0"69"0,0 0 26 0,0 0-45 16,0 0-10-16,0 0-14 0,0 0 9 0,0 0-20 16,0 0-24-16,-1 0-8 0,1 0-3 0,-1 0 2 15,1 0 11-15,-1 0-9 0,1 0 2 0,-1 0-5 0,1 0 4 16,-17 1-2-16,17-1-5 16,0 0 0-16,0 0-17 0,-1 0-1 0,0 0 0 0,1 0-2 15,-1 0-9-15,1 1-4 0,0-1-6 16,-12 20 2-16,12-20-19 0,0 0 10 0,0 0-4 15,-12 20 6-15,12-20-9 0,-3 17-3 0,1-8-2 16,-2 4 0-16,2-1-4 0,0 1-3 0,-2 0 8 16,0 0-5-16,1 0 10 0,-1-1-6 0,-1-1-2 0,4 0 0 15,-1-2 4-15,0 0-15 0,-1-1 1 16,2-2-6-16,1-6 4 0,0 0-8 16,0 1 7-16,0-1-7 0,-1 18 1 0,1-18-11 0,0 0 0 15,0 0-4-15,0 0 15 0,0 0-12 0,0 0 3 16,0 0-7-16,0-1 2 0,0 1-6 0,10-22 1 15,-10 21-3-15,5-15 5 0,-3 5 9 0,1-1-2 16,-1 0 5-16,1-1-6 0,-1-1 11 0,1 1-2 0,1-1 5 16,-1 0 0-16,0 3 1 0,0 0-1 0,0 2 1 15,1 1 2-15,-2 2-4 0,1-1 6 0,-3 7-5 16,0-1 7-16,3-15 6 0,-3 16-5 0,0 0 5 16,0-1 0-16,0 1-3 15,0-1 5-15,0 1-4 0,0-1 10 0,0 1-13 16,0-1-4-16,0 1-4 0,0 0-10 0,0 0 4 15,-7 7 0-15,6 0 1 0,-1 3 0 0,0-1 3 0,-1 0 1 16,2 3 0-16,-1 0-2 0,0 3 5 0,1-1-1 16,-2 0 2-16,1 1-6 0,0-4 1 0,-1 0 1 15,2-2 2-15,0-1 3 0,1-1-2 0,0-7-2 0,0 1 0 0,0-1 3 16,0 1-6-16,0-1 4 16,0 1-4-16,0-1-2 0,0 1-5 0,0-1-3 0,0 0 0 15,1 0-9-15,-1 0 5 0,1 0-3 0,-1-1 5 16,18-22 0-16,-16 14 2 0,2 0 3 0,-1-1-2 15,0-1 3-15,-1-1 5 0,2 1 1 0,-2 1 0 16,-2-1 9-16,2 3-7 16,-2 1 4-16,0 7-4 0,0-1 8 0,0 1-2 0,0 0-4 0,0 0 2 15,0 0 0-15,0 0-4 0,0 0 4 0,0 1-5 16,-1 20 5-16,-2-13-6 16,2 2 7-16,-2 0-6 0,-1 0 5 0,2 0-6 0,0-1-35 0,1 0 0 15,-1-1-206-15,1-2-461 0</inkml:trace>
  <inkml:trace contextRef="#ctx0" brushRef="#br0" timeOffset="60992.14">11344 3261 1692 0,'0'0'52'0,"0"0"-20"0,0 0 34 0,-1 0 10 16,1 0 26-16,-1 0-10 0,1 0 4 0,0 0-11 15,0 0 22-15,0 0-47 0,0-1 3 0,0 1-21 16,0-1-20-16,1 1 3 0,17-10-4 0,-18 10 3 0,0 0-2 15,22-3 3-15,-22 3 0 0,1 0 0 16,20 0 3-16,-21 0 4 0,1 0 4 0,15 6-2 0,-16-6 3 16,1 0-8-16,-1 1 1 15,1-1-2-15,-1 1 14 0,12 17-3 0,-12-18-1 16,0 0-1-16,0 1-7 0,-4 15 0 0,4-16 0 0,0 1 0 16,-1-1 5-16,-16 19-7 0,10-13 6 0,-1-1-8 15,-1 2-3-15,1-1-2 0,-2 1-2 0,-1 0 0 16,1-1-1-16,1 0-9 0,1-1-3 0,1 0-1 15,0 0-3-15,1-1-2 0,1 1-2 16,5-5-2-16,0 0-9 0,0 0-16 0,-1 0 0 16,0 0-8-16,1 1-20 0,0-1 24 0,0 1-2 15,0-1 11-15,0 1 4 0,0-1 3 0,0 0-3 16,22 7 3-16,-22-7 3 0,1 0 5 0,22-1 2 0,-14 1 1 0,3-2 6 16,-2 1 1-16,0 0 0 0,0 0 1 15,-1 0 3-15,-1 2 10 0,0-1 3 0,-8 0 4 16,0 0 11-16,1 0 0 0,-1 1 1 0,1-1 0 15,0 0 4-15,8 17-5 0,-9-17-1 0,0 1-1 16,-9 16-7-16,6-9-2 0,-2 0-2 0,-1-1 1 16,0 1-4-16,0-1-8 0,0 0-1 0,0 0-1 15,-1-1 4-15,1 0-4 0,-1-2 4 16,2 1-7-16,0-2-19 0,5-3-33 0,0 0-12 16,0 0-8-16,-19 7-66 0,19-7-85 0,0 0-14 15,0 0-36-15,-1 0-152 0</inkml:trace>
  <inkml:trace contextRef="#ctx0" brushRef="#br0" timeOffset="61707.65">11704 3242 250 0,'0'0'153'0,"0"0"6"0,0-1-29 0,0 1 18 0,0-1-58 16,0 1 10-16,0-1-8 0,-9-15 7 16,9 16-16-16,0 0-8 0,0 0 8 0,0 0-6 0,0-1 27 15,0 1 11-15,0 0-4 0,0-1 6 0,0 1-5 0,0-1-6 16,0 1 5-16,0-1-4 0,0 1 15 16,0-1-25-16,0 1 2 0,0-1-11 0,0 1-10 0,0 0-17 15,0 0 4-15,0 0-9 16,-1 0-5-16,1 0-7 0,-1 0-2 0,1 0-2 0,-17 14-10 15,17-14 0-15,0 1-4 0,0-1 2 0,-15 17-11 16,15-17-2-16,0 0-2 0,-15 18 3 16,10-9 1-16,-2-2-4 0,1 1-1 0,-3 1-2 15,0 0-1-15,2 0-2 0,-2 1 2 0,1 1-3 16,0 1-2-16,1-1 1 0,0 1-3 0,3-2 2 16,0 0 0-16,-1 1-5 0,2-1 1 0,-1 0-2 15,0 2 1-15,1-1-1 0,2-2-3 0,0 0 2 0,0-2-3 0,2-1 3 16,-1-6-2-16,0 0 1 15,0 1-3-15,8 16 3 0,-8-17 0 0,0 0 0 16,1 1-9-16,-1-1-4 0,18 8 4 0,-18-8-4 16,1 0 6-16,15 1-1 0,-16-1-1 0,0 0 2 15,17-6 4-15,-17 6-4 0,1 0 3 0,18-8-3 0,-19 8 7 0,1-1 4 16,17-9 0-16,-18 10 1 16,0-1-1-16,1 1 6 0,16-19-3 0,-17 19 5 0,0 0 1 0,0-1-3 15,11-18 5-15,-11 19-3 16,0-1 13-16,0 1-9 0,-1-21 5 0,1 21-6 15,0 0 3-15,0-1 5 0,0 1-6 0,-15-19 4 16,15 19-17-16,-1 0-5 0,0 0 0 0,-18-5-1 16,19 5-6-16,0 0 3 0,-1 0-6 0,-19-2 3 15,20 2-12-15,0 0-29 0,0 0-6 0,0 0-13 16,-1 0-56-16,0 0-62 0,-16 5-8 0,17-5-27 16,0 0-114-16,0 0-146 0</inkml:trace>
  <inkml:trace contextRef="#ctx0" brushRef="#br0" timeOffset="62204.38">11840 3271 1545 0,'0'0'256'0,"0"0"-130"0,0 0 59 0,0 0-71 15,0 0 108-15,-1 0-92 0,0 0 8 0,1 0-38 16,-18 7 0-16,18-7-33 0,0 0 1 0,-2 0-13 16,-13 12-8-16,15-12-12 0,0 0 1 0,-1 0-5 15,0 1-8-15,1-1 1 0,-16 17-3 0,16-17 2 16,0 0-6-16,0 1-1 0,0-1-4 0,-4 20 1 16,4-20-8-16,0 0 1 0,0 0 4 0,-5 20-2 15,5-20-1-15,0 0-3 0,0 1-2 0,2 18 1 16,-2-19-1-16,0 1-1 0,0-1 1 0,4 17-2 15,-4-17-3-15,0 1 4 0,0-1-5 0,1 0 5 0,12 19-7 16,-13-19 5-16,1 0-2 0,-1 1 3 16,1-1 0-16,17 18 0 0,-18-18 1 0,0 0-1 15,0 1 0-15,14 15 2 0,-14-16-2 0,0 0 3 16,1 1-4-16,-1-1-1 0,19 18 2 0,-19-18-1 16,0 0 1-16,1 0 0 0,-1 0 1 0,13 17 1 0,-13-17 0 0,0 0 0 15,0 0 3-15,0 1-1 0,0-1 1 0,7 19 3 16,-7-19 0-16,0 0 3 15,0 1-1-15,0-1-3 0,-1 0-3 0,-11 16 0 16,12-16-14-16,0 0-24 0,0 0-1 0,-21 9-9 16,21-9-19-16,-1 0-23 0,-22 4 1 0,14-3-9 15,0-1-6-15,1 0-14 0,0-1-4 0,2-1-6 16,0 0-33-16,-1 0-72 0,0-1-25 0,1-1 117 16,-1-1 1359-16</inkml:trace>
  <inkml:trace contextRef="#ctx0" brushRef="#br0" timeOffset="62452.62">11804 3295 1305 0,'0'0'133'16,"0"0"466"-16,0 0-561 0,0 0 119 0,0 0-30 0,0 0 51 0,0 0-94 15,0 0-9-15,0 0-6 0,1 0-2 0,-1 0-33 16,24 1-4-16,-15-1 0 62,1-2-1-62,1 1 1 0,-2 1-17 16,1-1 0-16,0 1-5 0,-3 0-3 0,1 0-1 0,-1 0 1 0,0 0-1 0,1 0-3 0,-3 0-1 0,-5 0 0 0,0 0 0 0,0 0-3 16,17 2-124-16,-17-2 7 0,0 0-55 0,0 0-62 0,0 0-214 0</inkml:trace>
  <inkml:trace contextRef="#ctx0" brushRef="#br0" timeOffset="63344.9">11429 3679 1050 0,'0'0'71'0,"-1"0"68"15,0 0 35-15,1 0 10 0,-18 3 10 0,18-3-58 16,-1 0-4-16,0 0-12 0,1 0-29 0,-17 4-9 16,17-4 1-16,0 0-5 0,0 0-7 0,0 0-3 15,0 0 0-15,0 0-3 0,0 0-9 0,0 0-7 16,0 1-2-16,0-1 0 0,0 0-6 0,1 1-16 16,15 9 2-16,-16-10-7 0,0 0-10 0,22-1 1 15,-12 0 0-15,0 0 1 0,2-1-2 0,2 1 6 16,1-1-2-16,0 0 5 0,1-1-1 0,0 1-7 15,-1-1 0-15,2 1-3 0,0 1-8 0,0 0 6 0,1 1-4 16,-3-1 5-16,0 1-7 16,-2-1 3-16,-1 1 0 0,0 0 1 0,-1 1 2 0,-1 0-4 15,-1-1-2-15,1 0 0 0,-2-1 3 0,-1 1-4 16,3 0 2-16,-3-1-4 0,-7 1-10 0,0 0-148 16,0 0 0-16,20-5-68 0,-20 5-126 0</inkml:trace>
  <inkml:trace contextRef="#ctx0" brushRef="#br0" timeOffset="72108.89">8099 2844 31 0,'0'0'50'16,"0"0"42"-16,0 0 14 0,0 0 10 0,0 0-26 0,0 0-1 15,0 0 5-15,0 0 0 0,0 0-1 0,0 0-20 16,-1-1-4-16</inkml:trace>
  <inkml:trace contextRef="#ctx0" brushRef="#br0" timeOffset="72818.22">8098 2843 1062 0,'-1'0'56'0,"1"0"-2"16,0-1-6-16,-1 1 0 0,0-1-19 0,1 1-4 0,0-1-1 0,0 1 0 0,0 0 1 0,0-1-3 0,0 1 5 0,0-1-5 0,0 1 8 0,0-1-8 0,0 1-7 0,0-1 2 15,0 1-6-15,0-1 1 0,0 1 1 0,-16 32 1257 0,16-32-1246 0,0 1 2 0,-4 18-7 0,4-19 4 0,0 1-3 0,-5 21 2 16,5-22-5-16,0 0-3 0,-5 21-4 0,5-21 1 0,0 1-2 0,-7 15 0 15,7-16 3-15,0 0-3 0,0 1 4 0,-8 17-4 0,8-18 0 16,0 0-1-16,0 1-6 0,0-1 2 16,-1 17 0-16,1-17 1 0,0 0-4 0,0 1 7 15,0-1-3-15,0 1 4 0,0-1-3 0,0 1-6 16,-1 15 4-16,1-16-4 0,0 0-1 0,0 0 5 0,0 0-1 16,0 0 4-16,0 0-3 0,0 0-2 15,0 0 0-15,0 0 0 0,0 0-2 0,0 0-2 0,0 1-3 16,0-1 3-16,0 0 1 0,0 0 0 0,0 0 4 15,0 0-1-15,0 1 1 0,0-1-3 16,0 0-2-16,0 1 1 0,0-1 1 0,0 1-3 16,1-1 0-16,-1 1-1 0,0-1 4 0,1 0 0 15,-1 0-2-15,1 0-1 0,15 6-7 0,-16-6 8 0,0 0 1 16,1 0 1-16,-1 0 4 0,18-1-6 16,-18 1 2-16,0 0-4 0,1 0 8 0,15-1 1 15,-16 1-3-15,0 0 1 0,1 0-2 0,-1 0-1 16,18-1 0-16,-18 1-1 0,1 0-1 0,-1 0 2 15,1 0 0-15,18-6 0 0,-19 6-3 0,1 0 2 0,0 0 2 16,18-6 0-16,-19 6-3 0,0 0 1 16,18-3 1-16,-18 3 0 0,0 0 5 0,0 0-5 15,21-1 0-15,-21 1 0 0,0 0 3 0,1 0 0 0,18-2-2 16,-19 2 0-16,1 0-7 0,-1 0 4 16,19-2 1-16,-19 2 1 0,1 0 2 0,-1 0-4 0,21-5 2 15,-21 5-3-15,0 0 4 0,18-4 1 16,-18 4-1-16,0 0 1 0,21-5-4 0,-21 5 4 0,1 0-2 15,20-3 3-15,-21 3-3 0,0 0 1 16,22-5 0-16,-22 5 0 0,1 0-4 0,19-3 3 0,-19 3-1 16,0 0 2-16,21-3-1 0,-22 3 0 15,1 0 0-15,21-3 0 0,-22 3 0 0,0 0-3 0,21 0 3 16,-21 0-2-16,1 0 5 0,17-2-2 0,-18 2 0 16,1 0 0-16,18 2 4 0,-19-2-4 0,0 0 0 15,0 0-1-15,20 1 0 0,-20-1 4 16,0 0-4-16,17 1 2 0,-17-1-2 0,0 0 4 0,1 0-3 15,-1 0 4-15,18-1-10 0,-18 1 11 16,0 0-4-16,0 0 6 0,0 0-7 0,1 0-18 0,-1 0-6 16,0 0-10-16,1 0-48 0,-1 0-12 15,1-1-5-15,-1 1-4 0,16-11-35 0,-16 11-33 0,0 0-18 16,0 0-13-16,0-1-135 0</inkml:trace>
  <inkml:trace contextRef="#ctx0" brushRef="#br0" timeOffset="73284.25">8571 2833 1019 0,'0'0'166'0,"0"0"-34"16,0 0 61-16,0 0-122 0,-1 0 114 0,0 0-13 0,1 0 7 15,-1 0-17-15,1 0-45 0,0 0-29 16,0 0 1-16,-1 0-13 0,0 0-16 0,1 0-17 15,-1 0 1-15,1 0-5 0,-1 0-5 0,1 0-3 0,0 1-2 16,-13 17 1-16,13-18 8 0,0 0 0 16,0 16-1-16,0-16-2 0,0 1-10 0,0 21 3 15,-3-13 1-15,2 0 3 0,-1 2 15 0,0 0-22 16,0 0 5-16,0-1-11 0,-2 1-7 0,0-2 2 16,4-1-9-16,-2 1 5 0,1-2-11 0,1-1 2 15,0-6 0-15,0 1 2 0,0-1-6 0,0 1 3 16,0-1 0-16,0 17 0 0,0-17-6 0,0 0-47 15,0 0-12-15,0 0-20 0,0 0-100 0,0 0-94 16,0 0-30-16,0 0-48 0,0 0-349 0</inkml:trace>
  <inkml:trace contextRef="#ctx0" brushRef="#br0" timeOffset="86949.59">8140 2854 389 0,'0'0'174'16,"0"-1"-66"-16,0 1 97 0,0-1-66 0,-4-16-15 0,4 17 14 16,0 0-24-16,0 0-5 0,0-1 1 0,0 1-11 15,-13-19-18-15,13 19 0 0,0 0-9 16,0 0-18-16,0 0 1 0,0 0-9 0,-1-1 5 0,1 1-25 16,0 0-11-16,-1 0 1 0,0 0-5 0,1 0-4 15,0-1 1-15,-17-7 5 0,17 8-3 0,0 0 8 16,0 0 4-16,0 0-2 0,0 0 2 0,0 0-3 15,-1 0-9-15,1 0-1 0,0 1-4 0,-1-1-4 16,0 0 0-16,-7 19-1 0,8-19 0 0,0 0-3 0,0 1 5 16,-1 17 0-1,1-18 2-15,0 0 0 0,1 16-3 0,-1-16 4 0,0 1-3 16,0 16 6-16,0-17-1 0,0 0-1 16,-4 20 1-16,4-20 5 0,0 0-6 0,-5 19 0 0,5-19-3 15,0 0 2-15,-3 19-1 0,3-19 2 0,0 0-2 16,-5 20 5-16,5-20 4 0,0 0-2 0,-3 18 1 15,3-18-2-15,0 1 5 0,-6 16-1 0,6-17 2 16,0 1 2-16,0-1 2 0,1 16 0 0,-1-16 0 16,0 0-5-16,0 0-4 0,0 0 3 0,0 0-5 15,1 0-2-15,-1 0-4 0,18 7 0 0,-18-7-2 16,1 0-1-16,-1 0 3 0,0 0 0 0,19-1 0 16,-19 1-2-16,0 0 0 0,1 0 2 0,-1 0-1 15,0 0 6-15,18 7-6 0,-18-7 0 16,0 0-2-16,1 0 5 0,0 0-2 0,-1 0 5 0,19 4-3 15,-19-4 0-15,1 0-2 0,-1 0-4 16,18 1 1-16,-18-1 0 0,0 0 4 0,19 0-4 0,-19 0 1 0,0 0-4 16,21-1 2-16,-21 1 4 0,0 0-2 0,23-1 1 15,-23 1 0-15,0 0 1 16,24 1 1-16,-24-1-1 0,0 0 5 0,22 2-8 0,-13-2 7 16,0 1-6-16,-1-1 0 0,1 0 5 0,0 0-2 15,0 0-1-15,1-1 10 0,0 1-12 0,-1-2 11 16,1 2-11-16,0-1 2 0,0-2 3 0,0 2-1 15,0-2 4-15,0 1-5 0,-1 0 2 16,1 0-4-16,-1 0 0 0,0 1 2 0,1 0-1 16,-2-1 1-16,-1 0 0 0,0 0 2 0,-1 0-4 15,1 1 3-15,1 1-4 0,-1 0 0 0,1 0 2 0,0-1-2 16,-1 0-1-16,0 1 2 0,1 0 1 16,-1 0-1-16,-1-1 0 0,0 1 0 0,0 0 1 15,0 0-1-15,0 0 1 0,-6 0-3 0,1 0 1 0,-1 0 0 16,19 2 3-16,-19-2 0 0,0 0-4 0,0 0 2 15,0 0 2-15,1 0 2 0,0 0 3 16,15 1-3-16,-16-1-8 0,0 0-13 0,0 0-19 0,0 0 2 16,0 0-73-16,0 0-17 0,0 0 0 0,0 0-8 0,0-1-28 15,0 1-46-15,0-1 0 16,0 1-20-16,0-18-55 0</inkml:trace>
  <inkml:trace contextRef="#ctx0" brushRef="#br0" timeOffset="87172.15">8618 2925 470 0,'0'0'71'16,"0"0"286"-16,0 0-374 0,0 0 17 0,0 1-11 16,0-1 12-16,0 1-19 0,0-1 9 0,-11 18 2 15,11-18 2-15,0 0-2 0,0 1-123 0,0-1-74 0</inkml:trace>
  <inkml:trace contextRef="#ctx0" brushRef="#br0" timeOffset="91192.41">3701 3529 1139 0,'0'0'55'0,"0"0"-13"0,0 0 8 16,0 0-18-16,0 0-2 0,0 1 9 0,0-1 9 0,0 1-5 15,0-1 39-15,-1 1-6 0,1-1 6 0,-1 1-5 16,-11 15 10-16,12-16-11 0,0 0 3 0,0 0-7 15,0 1 1-15,1-1-12 0,-1 0 3 0,18 15-8 16,-18-15-6-16,1 0-1 0,-1 0-4 0,19 4 3 16,-19-4-7-16,0 0-6 0,0 0 3 0,21 1-5 15,-21-1 0-15,1 0-12 0,17 1 4 0,-18-1-7 16,0 0 3-16,0 0 4 0,19 0 2 16,-19 0 0-16,1 0 1 0,15 4-1 0,-16-4-3 15,0 0 2-15,1 0-2 0,19-3-3 0,-20 3 1 16,1 0-3-16,16-4 5 0,-17 4-6 0,0 0 2 15,21-6-3-15,-20 6-7 0,-1 0 4 0,20-7-2 0,-19 7 1 16,15-4-6-16,-6 3 6 0,0 0-4 16,-1-1 4-16,0 1-12 0,-1 0 6 0,2 1-1 0,-1-1 3 15,1 1-3-15,0 1 0 0,-1-1-4 0,0 0 3 16,-1-1 0-16,1 1-4 0,-1 0 6 0,1 0-5 16,0 0 7-16,-1-1 3 0,0 0-6 0,0 1 4 15,-1 0-7-15,1 1 0 0,-1 0 7 0,0 0-4 16,-1-1 4-16,1 0-8 0,-1 0-1 15,2 0-1-15,1 1 6 0,-1-1-3 0,1 0 2 16,-1 1-2-16,0-1 1 0,-1 0 3 0,0 0 1 16,0-1 0-16,-1 1-1 0,1 0 3 0,-2 0-2 0,-5 0 3 15,0 0 1-15,1 0 1 0,17 0-3 0,-18 0 1 16,1 0-5-16,-1 0 7 0,0 0 0 0,0 0 1 16,19-2 2-16,-19 2-9 0,1 0 4 0,-1 0-6 15,0 0-1-15,16-6 5 0,-16 6-7 0,0 0 6 16,1 0-9-16,-1 0 5 0,0 0 1 15,1 0 0-15,-1 0 2 0,17-3-2 0,-17 3 3 16,0 0-3-16,0 0-1 0,0 0-1 0,0 0-1 16,0 0 1-16,0 0 4 0,1 0-7 0,0 0 2 15,-1 0-5-15,0 0-10 0,1 0-54 0,-1 0-8 0,0 0-22 16,1 0-72-16,0-1-71 0,-1 1-7 0,0-1-29 16,0 1-81-16</inkml:trace>
  <inkml:trace contextRef="#ctx0" brushRef="#br0" timeOffset="99889.95">4736 3428 1278 0,'0'0'44'0,"0"0"-22"0,0 0 9 0,0 0 17 15,0 0 12-15,0 0 47 16,0 0 10-16,1 0-8 0,-1 0-11 0,0 0-20 16,0 0-3-16,1 0-5 0,-1 0-7 0,1 0-9 0,15-2 0 15,-16 2-5-15,0 0-12 0,1 0-2 0,-1 0-1 16,0 0-1-16,20-1-14 0,-20 1-2 0,1 0 0 16,17-2 1-16,-10 2 8 0,0 0 3 0,1-1-1 0,0 0 2 15,0-1 0-15,2 1-5 16,0-1 5-16,0 1-4 0,0 0 4 0,0 0-9 15,0-2-4-15,0 1-1 0,-2 0-5 0,0 0 0 0,0 2-1 16,1 0 1-16,-2-1 0 0,2 1-5 0,-2 0 0 16,2-1-1-16,1 1 4 0,0-2 2 0,1-1-1 15,0 1 2-15,1-1 4 0,-1 3-9 0,1-3 6 16,-1 2-8-16,0-1 4 0,-1 0-2 0,1 2 0 16,-2 0 0-16,0-1 3 0,-1 1-8 0,-1-2 6 0,1 2-7 15,1 0 5-15,-2-1-4 16,1 2 2-16,1-1-4 0,-1 0 0 0,3 0 2 15,0-1 1-15,0 0 3 0,0 1 6 0,0-2-1 16,-1 0-4-16,1 0 2 0,0-1 0 0,-2 1 4 16,1 1-2-16,-2 0 2 0,1 1-6 0,-2 0-7 0,-1-2 6 15,1 2-6-15,-1 0 5 0,0 1 2 0,1-1-2 0,-1 1 2 16,0 0-5-16,1-2-2 0,1 1 3 16,1 0-2-16,1-1 15 0,-1-1-8 0,0 1 2 0,1 0-5 15,0 0-1-15,-1 1 6 0,1-1-5 0,-2 1 5 16,0 0-7-16,-2 0 1 15,0-1 1-15,-1 1-1 0,0 0-4 0,0 1 4 16,1 0-3-16,-2 0 4 0,1 0 0 0,0 0-4 0,-1-1 2 16,0-1-3-16,1 0 0 0,0-1 0 0,1 2 2 15,-1 0-2-15,-1 0 3 0,2 0 0 0,-2-1-1 16,-5 1 1-16,1 0-3 0,0 0 0 0,19-1 1 0,-20 1 0 16,0 0 2-16,16 1 0 0,-16-1-3 0,1 0 2 15,-1 0-3-15,1 0 0 0,16 6 4 0,-17-6-3 16,0 0 9-16,0 0-11 0,1 0-1 0,-1 0-5 15,0 0-22-15,1 0-37 16,-1 0-13-16,1 0-12 0,-1 0-72 0,0 0-68 16,1 1-13-16,-1-1-34 0,1 0-184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27T19:32:49.838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2072 4131 452 0,'0'0'92'0,"0"0"68"0,0 0 21 0,0 0-29 15,0 1-28-15,0-1-30 0,0 1 0 16,0-1 2-16,0 1 17 0,-1-1-11 0,1 0 6 0,0 1-9 16,0-1 8-16,0 0-9 0,0 1 0 0,0-1-3 15,0 0-9-15,0 1 2 0,0-1-7 0,0 1 2 16,0-1-25-16,0 1 0 0,0-1-9 0,0 0 4 16,1 1-22-16,-1-1-8 0,1 1 5 15,-1-1-6-15,16 15 2 0,-16-15 12 0,0 0-4 0,0 0 6 16,17 1-12-16,-17-1 1 0,0 0-3 0,21-1 4 15,-13 0 2-15,1 0-1 0,2 0 0 0,-2 0-3 0,3 0-9 16,-1 0 3-16,0-1-1 0,0 1 2 0,1 1-11 16,-2-1 6-16,3-1-7 15,-2 1 6-15,2 0-4 0,-2 0-9 0,0 0 10 0,0 0-8 16,1 0 21-16,-1-1-6 0,0 1-2 0,2-1 0 0,-1 1 0 16,3 0 5-16,0-1-3 0,0 1 2 0,2 0-5 15,-1-1-6-15,-1 1 6 0,1 0-6 0,-1 0 3 16,-1 1-2-16,0-1 1 15,-1 0 1-15,1 0 1 0,0 0-1 0,0-1 2 0,1 1-1 16,-2 0 3-16,2-1-6 0,0 1-6 0,1 0 1 16,-2 0 2-16,0 1-2 0,0-1 5 0,-1 0-4 15,0 0-1-15,-2 0 1 0,1-2 4 0,0 2-3 16,0-1 4-16,-1 0 1 0,2 1-3 0,-1-2 3 0,0 0-5 16,3 1 4-16,-2-1-3 15,3 1 3-15,-3 0-8 0,0 0-3 0,0 0-2 16,-1 1 0-16,0 0 1 0,0 1 2 0,-2-2 3 15,0 2-1-15,-1 0 3 0,0 0-7 0,-1 0-1 0,0 0-2 16,0 1 3-16,-2-1 0 0,0 1 6 0,-6-1-5 16,0 0 4-16,1 0-4 0,15 3 2 0,-16-3-3 15,1 0-2-15,-1 0-26 0,1 0-14 0,-1 0-9 16,0 0-88-16,1 0-79 0,0 0-9 0,-1 0-34 16,0 0-121-16,0 0-305 0</inkml:trace>
  <inkml:trace contextRef="#ctx0" brushRef="#br0" timeOffset="531.29">2156 4149 487 0,'-5'2'681'16,"5"-2"-294"-16,-1 0 356 0,0 0-691 0,1 1 11 0,-1-1 15 16,-9 17 50-16,10-17-12 0,0 0 19 0,0 0-45 15,0 1-27-15,0-1 1 0,0 1-10 0,0-1-1 16,0 1-13-16,0-1 4 0,1 0-5 0,-1 1 6 15,21 11-1-15,-13-13-1 0,2 0 1 0,3 0 0 0,0-1-5 16,2 1 2-16,2-2-2 0,0 1 5 0,0-2-12 16,1 1 3-16,-1-1-8 0,0 0-8 0,1-1-3 15,3 0-8-15,2 0 5 16,3 0-6-16,-1 2 2 0,0-1 2 0,0 0-1 16,-2 1 1-16,-1 0-2 0,1 1 0 0,1 0 0 15,1 0 5-15,0 0-9 0,0 0 3 0,0 1-6 16,-1 0 0-16,-2 0-1 0,-1 1 3 0,-1-1-3 0,-1 1 5 15,2 1 0-15,1 0 1 0,-1-1-1 0,1 2 1 16,-3-1-3-16,0 0-1 0,-2 0-1 0,-1 1 7 16,-3-1 0-16,-2 1-4 0,-1 0 1 0,-2 0-6 0,0-1 1 15,-1 1 4-15,-1-1-1 0,0 1 3 0,0-1-6 16,-6-1 3-16,0 0-2 0,1 0 4 0,-1 0-4 16,0 0 3-16,17 4-5 0,-17-4-17 0,0 0-113 15,0 0-24-15,0 0-47 16,0 0-217-16,0 0-477 0</inkml:trace>
  <inkml:trace contextRef="#ctx0" brushRef="#br0" timeOffset="16095.59">1302 4700 1487 0,'0'0'72'0,"0"0"57"15,0-1 39-15,0 1 2 0,2-16 17 0,-2 16-34 0,0 0-6 16,0 0-2-16,0 0-31 0,-1-1-41 0,0 1-7 16,1 0-9-16,-1 0-9 0,1 0-2 15,0 0 1-15,0 0-3 0,0 0-6 0,0 0-4 0,0 1 1 0,0 18-2 16,0-11-8-16,0 2 1 0,0 3-4 0,1 1 2 15,0 1-9-15,-2 1 3 0,1 1-6 16,-1 2 5-16,-1-2-8 0,1 1-4 0,0-1 6 0,1-1-6 16,1 0-4-16,0-3 6 0,1 0-7 0,-2-2 8 15,3-1-1-15,-1-2-4 0,0-1 0 0,1-1-3 16,-3-6-2-16,0 0 2 0,0 1 4 0,1-1 0 16,-1 1 0-16,1-1 0 15,16 9-4-15,-17-9 3 0,0 0-7 0,1-1 9 0,14-19-4 16,-11 11 6-16,2-2-7 0,-1 0-1 0,1-1 0 15,0-2-1-15,0 0 2 0,0-1 1 0,0-1 1 16,-1 0 1-16,0-1 4 0,0 0-7 0,0 1 5 16,0 1-5-16,-1 0-1 0,0 2 3 0,0 1-1 15,-1 0 4-15,0 3-1 0,-1 1 6 0,0 2-4 16,-2 6 5-16,0-1-2 0,0 1 9 0,0-1 1 0,0 1 3 16,1-1 2-16,-1 1 1 0,0 0 5 0,1-1-1 15,0 1 10-15,-1-1-17 0,0 1 0 0,0 0-7 16,1 0-8-16,8 11 2 15,-9 0-3-15,2 3 3 0,-2 1-2 0,0 2-7 16,0 2 8-16,0 1-8 0,0 1 8 0,1 0-6 0,1 0-3 16,0-2 0-16,1-2 3 0,0-1-2 15,1-3 1-15,1 0-2 0,-2 0-3 0,3-3-4 0,-2-1 0 16,1-2-3-16,0-1-17 0,2-2-3 16,1-2-5-16,0-1 6 0,1-2 25 0,-1-2 6 15,1-1 13-15,-1-3-6 0,2 0 15 0,-1-2 0 16,1-3-2-16,-1 0 2 0,1-2-5 0,-1 0-9 15,0 0-2-15,-3-1-2 0,2 0 5 0,-4 2-5 16,0 0 5-16,0 2-6 0,-1 1-1 0,-1 0 4 16,0 1-5-16,-1 0 5 0,2 2-11 0,-1 1 7 15,-2 0-3-15,1 0 3 0,-1 0-22 0,0 0-79 16,1 0-17-16,-1 0-30 0,1 1-120 0,-1 5-146 0,0 0-46 16</inkml:trace>
  <inkml:trace contextRef="#ctx0" brushRef="#br0" timeOffset="16561.34">1691 4916 2036 0,'0'0'138'0,"0"0"-33"0,1 0-3 15,-1 0 4-15,16-6 42 0,-16 6-9 0,0 0-16 0,1-1 4 16,20-12-49-16,-21 13-19 0,0 0 3 0,17-6-9 15,-17 6-1-15,0 0-15 0,20-6-2 0,-20 6-4 16,0 0-5-16,19-3 5 16,-19 3-4-16,1 0 5 0,16 3-2 0,-17-3 5 15,0 0 6-15,1 1-1 0,-1-1 18 0,1 1-4 0,10 18-2 16,-11-19-2-16,0 1-15 0,-5 17-8 0,1-9 0 16,-1-1-4-16,-1 1-9 0,-1-1-7 0,0-1-1 15,2 1-1-15,-1-1 2 0,1-1-2 0,0 0-4 0,1 0 1 16,-1-1-9-16,0 0 10 0,-1-1-2 15,0 0 6-15,0-1-11 0,1 1 7 16,0 0-3-16,0-2 3 0,5-2-6 0,-1 0-6 0,0 0 2 16,1 1-4-16,-1-1-4 0,1 1 1 0,0-1 0 15,0 1 1-15,0-1 5 0,0 0 0 0,0 1-2 0,0-1 1 16,20 16-4-16,-11-14 3 0,0-1 1 16,0 0 2-16,1 0 7 0,1 1-2 0,-1-1 2 0,2 1-4 15,0-1-3-15,-2 0 6 0,2-1-4 0,-1 0 5 16,-2 0-4-16,0 1-1 0,1-1-51 0,-2 0 13 15,1-1-189-15,-1-1-91 0,1 0-16 0,1-1-50 16,0-1-259-16</inkml:trace>
  <inkml:trace contextRef="#ctx0" brushRef="#br0" timeOffset="16744.75">2092 4848 2304 0,'0'0'202'0,"0"0"-125"0,0 0 9 15,1 0-35-15,-1 0 56 0,0 0-52 0,17 2-7 16,-17-2-15-16,0 0-24 0,0 0-3 0,0 0-1 0,0 0-1 16,1 0-4-16,-1 0-54 0,0 0-27 0,17 1-23 15,-17-1-191-15,0 0-261 0</inkml:trace>
  <inkml:trace contextRef="#ctx0" brushRef="#br0" timeOffset="16877.91">2124 4946 1983 0,'0'0'306'0,"0"0"-148"0,0 0-45 0,0 1-8 16,0-1-16-16,-6 17-168 0,6-17-56 0,0 0 57 15,0 0 935-15</inkml:trace>
  <inkml:trace contextRef="#ctx0" brushRef="#br0" timeOffset="17880.62">2785 4785 1698 0,'0'0'85'0,"0"0"21"16,-1 0 21-16,1-1-22 0,0 1 3 0,-1-1 6 15,-17-16-3-15,18 17 6 0,0-1-20 0,0 1-9 0,-16-19-5 16,16 19 1-16,0-1-8 0,0 1-8 0,-8-17 0 0,8 17-4 15,0-1-12-15,-1 1-9 0,1-1-6 0,-16-15 1 16,16 16-11-16,-1 0-2 16,1 0 3-16,-17-8-5 0,17 8-10 0,-1 0 1 15,1 0-8-15,-1 0 7 0,-14 3-6 0,15-3-3 0,-1 0 0 16,0 1-3-16,-14 15-9 0,10-8 1 0,0 1 2 0,1 2-1 16,-1 2 2-16,2 0 0 0,-2 1-1 0,1-1 2 15,1 2 4-15,2-2-4 16,-1 1 2-16,2-3-3 0,0-2 1 0,2 0-4 0,0-3-4 15,2-1 1-15,-4-5-10 0,0 1-4 0,1-1-3 0,19 8-1 16,-20-8-11-16,14-5 4 16,-6 0 7-16,0-1-2 0,1-1 7 0,-2-2 6 15,2 0-1-15,0-3 7 0,-1 0 15 0,0-1 3 0,0 0 1 0,0 1 0 16,-1-1 1-16,-1 4 5 16,-3-1 4-16,0 2 2 0,0 0 13 0,-3 8 24 15,0-1-4-15,0 1 13 0,0-1 6 0,0 1-11 16,0 0-8-16,0-1-3 0,0 1-42 0,0 0-4 0,0 0-4 15,-1 0 0-15,0 1-3 0,1-1 1 0,-10 21 5 16,10-21-3-16,0 0 1 0,1 22 4 0,-1-22-5 16,1 16 4-16,1-7 1 0,-1-1-5 15,2 0 0-15,-1 0-2 0,2 0 1 0,0 0-1 0,-1-1-1 16,1-1-2-16,0-1-4 0,1 0-18 0,1-2-11 16,0-1-6-16,-6-2-57 0,1 0-26 0,16 2-15 0,-17-2-9 15,1 0-87-15,18-6-156 0,-19 6-68 0</inkml:trace>
  <inkml:trace contextRef="#ctx0" brushRef="#br0" timeOffset="18115.34">2850 4708 2164 0,'0'0'77'0,"-1"0"42"0,1 0-18 0,0 0 33 15,0 0 3-15,-1 0-8 0,0 0-11 0,1 0-1 16,0 0-54-16,0 0-16 0,0 0 4 0,0 0-7 15,19 6 5-15,-18-6-4 0,16-2-6 0,-7 1 1 16,0 0-17-16,1 2-7 0,0 0 1 0,-1-1-5 16,2 0-3-16,-2 0-7 0,-1 0-2 0,1 1 0 15,-1-1 4-15,1 1-4 0,0 0 7 0,-2-1-6 16,0 1 3-16,-1 0-36 0,-1-2-12 0,-6 1-13 16,1 0-72-16,-1 0-50 0,17-1-13 0,-17 1-19 15,0 0-106-15,0 0-270 16</inkml:trace>
  <inkml:trace contextRef="#ctx0" brushRef="#br0" timeOffset="18349.29">2964 4610 1585 0,'0'0'257'0,"0"0"-87"0,0 0 88 0,0 0-163 16,0 0 100-16,0 0-22 15,0 0-8-15,0 0-9 0,0 0-64 0,-1 1-26 0,-7 18-6 16,6-8-3-16,0 2 7 0,-2 1-2 15,1 1 3-15,-1 1-4 0,0 1-7 0,0 2-26 0,0-1 2 16,0-1-12-16,2 1-10 0,1-2-10 0,2-1 0 16,0-2-3-16,2-1-2 0,1-1-14 0,0-1 5 0,1-2-8 15,0-1 4-15,-1-2-13 0,1 0-6 16,1-2-1-16,1-1-18 0,0 0-118 0,1-1-22 0,0-3-50 16,1-3-221-16</inkml:trace>
  <inkml:trace contextRef="#ctx0" brushRef="#br0" timeOffset="18732.78">3435 4621 1839 0,'0'0'141'16,"0"0"388"-16,0 0-444 0,0-1 37 0,-1 1-1 0,1-1 12 15,0 1 22-15,0-1-37 0,-1 1 6 0,1-1-26 16,-16-6-39-16,16 7-10 0,0 1-2 15,-7 17-4-15,6-7-19 0,1 2-3 0,-2 0 0 0,1 3 0 16,-1 1 3-16,-1 1-7 0,-1 4-1 0,-1 0-3 16,0 1 1-16,0 0-12 15,0 0 10-15,0-2-12 0,1-2 4 0,1-4-9 16,1-2-12-16,1-3-4 0,1 0-85 0,1-3-93 16,-1-7-3-16,0 1-35 0,0-1-66 0,1 1-110 0,17 11-82 15</inkml:trace>
  <inkml:trace contextRef="#ctx0" brushRef="#br0" timeOffset="19508.27">3431 4812 1946 0,'0'0'107'0,"0"0"-19"0,0 1-35 16,0-1 23-16,0 1-17 0,0-1 41 0,11 18-12 16,-11-18 17-16,0 0-49 0,19 4 6 0,-9-4-4 15,3-2 5-15,1 0 0 0,1-1-6 0,1-2-8 16,-1 0 0-16,0-1-31 0,0 0-4 0,-3-2-3 15,0 3 0-15,-3-1-4 0,-1 1 3 0,1 0 2 16,-4 1 0-16,0 0 5 0,-5 4 11 0,0-1 1 0,0 1 4 16,5-16 4-16,-5 16-2 15,0-1-2-15,0 1-1 0,-9-19-10 0,9 19-4 16,-1-1-2-16,-16-13-1 0,16 14-11 0,-15-7-13 16,7 4-1-16,-2 2-5 0,0 1 4 0,1 3-3 15,-2 0 7-15,1 1-6 0,1-1 2 0,1 3 5 0,1 0-3 16,2 1 6-16,0 1 3 0,2 0 4 0,0 1-4 15,0 0 3-15,2 0 0 0,1 2-7 0,-1 0 7 16,2 1-6-16,1-2 6 0,1 0-14 0,0 0 1 0,1-1-7 16,1 1 0-16,-1-2-11 0,3 1 0 0,0-2-4 15,2-1 0-15,1-1-15 0,-1-1-5 0,3-2-3 16,0-1-16-16,2-1 4 0,-1 0-29 0,1-1 6 16,-1-2-126-16,1 0 7 0,0-1-1 0,-1-2 5 15,1-1 14-15,1 2 76 16,0-1-4-16,0 0 33 0,2-1 23 0,-3-1 39 15,0-1-2-15,-1 1 16 0,-2 0 2 0,0 0 43 0,-2-1 18 16,-1 0 18-16,-1 1 112 0,0 1 8 16,-2 0 3-16,-3 2-3 0,-1 5-18 0,0-1-23 0,0 1-5 0,0-1-8 15,-9-17-24-15,9 18-10 0,-1 0-1 0,-15-4-4 16,16 4-13-16,0 0-27 16,-19 0-4-16,19 0-10 0,-1 0-24 0,-17 10-14 15,18-10-1-15,-12 13-4 0,5-7-9 0,0 3 7 0,0-1-3 16,1 2 5-16,0 1-7 0,2-2 1 0,0 1-6 15,2 0 5-15,-2-1-3 0,4 0-20 0,-1-2 8 0,3-1-16 16,-2-6-17-16,0 1 8 0,0-1-10 0,17 13 9 16,-17-13-15-16,1 0 16 15,19 0 4-15,-10-1 6 0,0-3 35 0,-1-2 0 16,0 0 1-16,0-1 0 0,1 0 2 0,-2-1 2 16,0 0-1-16,0-1 0 0,0 0 2 0,-3 0-1 15,0-1 2-15,0 1-1 0,-1 0 2 0,0 3 0 0,-4 6 5 16,0-1 0-16,0 1 34 0,0-1 15 0,5-16 5 15,-5 17 4-15,0 0 17 0,0 0-28 0,0 0 2 16,0 0-14-16,0 1-28 0,0-1-15 0,-8 17-3 16,8-17-1-16,0 1 0 0,-4 20 0 15,3-12 0-15,1 0-1 0,0-1-5 0,1 0-7 16,0 0 0-16,2-1-4 0,0 1-9 0,0-3-52 16,-3-5 0-16,0 1-24 0,1-1-49 0,14 16-80 0,-15-16-13 15,0 0-31-15,18 5-115 0</inkml:trace>
  <inkml:trace contextRef="#ctx0" brushRef="#br0" timeOffset="19842.81">4018 4742 2223 0,'0'0'212'0,"0"0"-46"0,-1 0-36 0,0 0 11 16,1 0-38-16,-18-4 1 0,18 4-5 15,0 0-2-15,-22 4-36 0,14-1-10 0,-1 0 1 16,0 0-7-16,0 0-22 0,1 0-7 0,1 0-7 15,0-1 1-15,2 1-13 0,0-2 2 0,-1 1-2 0,6-2 1 16,0 0-6-16,0 0-9 0,-1 0 3 16,0 1-5-16,1-1-8 0,-1 1-8 15,1-1 1-15,0 0-3 0,0 1 2 0,2 15 2 16,-2-16-2-16,1 0 2 0,-1 0 1 0,20 13 4 16,-12-10 4-16,2 1 2 0,0-1 22 0,2 0 8 15,-2 0 0-15,1-1 2 0,-1 1 1 0,0 0 9 0,-1 0 0 0,-2 1 3 16,-1 0 12-16,-1 1 15 15,-1 0 5-15,-2 1 2 0,-1 0 8 0,-2 0-14 16,-1 2-4-16,-2-1-4 0,-2 2-24 0,-1 0-11 0,-1-1-3 16,-2 0-2-16,0-1-4 0,-1-1-20 0,1 1 0 15,-1-2-13-15,2 0-42 0,0-2-57 16,2-1-15-16,0-2-20 0,1 0-100 0,6 0-102 0,0 0-85 16</inkml:trace>
  <inkml:trace contextRef="#ctx0" brushRef="#br0" timeOffset="20278.09">4062 4736 1532 0,'0'0'251'0,"0"0"-177"0,0 1 65 0,0-1-144 16,0 0 26-16,17 13 27 0,-17-13 9 16,1 0 14-16,15 4 77 0,-15-4-32 15,15 0 6-15,-6 0-16 0,1 0 5 0,2-1-34 16,-2 0-2-16,1 0-16 0,-1 0-41 0,-1 0-4 15,0 1-6-15,-1-1 2 0,-2-1-6 0,1 1 3 0,0-2-1 16,-2 1 2-16,1 0-6 0,-7 2 1 0,1 0-3 16,-1 0-3-16,0 0-42 0,16-6-22 0,-16 6-6 15,0 0-3-15,0 0-18 0,0-1-22 16,0 1-1-16,-1-1-9 0,-17-16-15 0,18 17-57 16,-12-9-3-16,5 3-14 0,-1-1 41 0,1 2 137 15,1-2-3-15,0 0 45 0,1 0 4 0,0-1 19 16,0 1 31-16,1 0 3 0,-2 2 150 0,2 1-27 15,-1 0 11-15,-1 2-20 0,6 2-15 0,-1 0-26 16,1 0-2-16,-17-3-8 0,17 3-17 0,-1 0-43 16,1 0 7-16,-16 16-20 0,12-6 2 0,0 3 8 15,-1-1-2-15,0 3 3 0,0 0-4 0,0 2-5 16,0 3-2-16,0 2 1 0,0 0 0 0,0-1-14 16,1-1 0-16,3-1-8 0,1-2-28 0,2-3-18 15,1-2-5-15,2-3-6 0,-1-1-15 0,2-2 17 16,1-1-7-16,1 0 9 0,0 0-18 0,2-6-82 15,1-1-34-15,2-2-36 0,1-1-287 0</inkml:trace>
  <inkml:trace contextRef="#ctx0" brushRef="#br0" timeOffset="20993.94">4760 4681 2029 0,'0'0'101'0,"0"0"44"0,-1 0 11 0,0 0-22 0,-16-6 3 15,17 6-13-15,0 0-16 0,-1 0-34 0,-16 6 7 16,17-6-18-16,-1 0-4 0,0 1-15 0,-18 17-2 16,13-10-5-16,0 1-12 0,-1 1-2 0,1 4-3 15,-1 0 0-15,0 2-4 0,1 0-5 16,0-1 2-16,3 1-3 0,0-2-6 0,2-2-4 16,0-2-5-16,2-2 1 0,1-1-9 0,2-2-5 15,0-1 1-15,3 0-3 0,0-2-4 0,1-2 8 16,2-1 3-16,0-3 2 0,0-1 5 0,0-3 1 15,2 0 0-15,-2-3 2 0,1 0 0 0,0 0 5 0,0-2 0 0,-1 1 3 16,-1 0 8-16,-3 0 6 0,-2 2 0 16,-1 0 3-16,-1 0 5 0,-3 2 1 0,-3-1-1 15,-1 1 0-15,0 1-11 0,-2 2-18 0,-1 1 2 16,0 2-8-16,-2-2-3 0,1 3-3 0,1 1-2 0,-1 0-2 16,1 1-36-16,0-1-86 0,1 0-28 15,-1 1-29-15,2 0-171 0,1 0 955 0</inkml:trace>
  <inkml:trace contextRef="#ctx0" brushRef="#br0" timeOffset="21425.85">4917 4666 1282 0,'0'0'158'0,"1"0"562"0,-1 0-625 0,1 0 35 16,0 0 11-16,-1 1 2 0,12 19 5 0,-12-20-47 0,0 0 2 15,-5 19-22-15,2-10-40 0,0 3-1 0,-1 0-2 16,-1 0 2-16,0 0 2 0,0 1 0 0,-1 2-5 16,0-1 1-16,-2 1-23 0,0 1-2 0,-1-2-1 15,1 0 0-15,0 0-1 0,1-3-5 0,1-1 0 16,2-3-2-16,4-7-4 0,0 0-19 0,0 1-7 0,0-1-5 16,-7 17-19-16,7-17 8 0,0 0 8 0,1 0-2 15,-1-1 23-15,17-15-3 0,-12 8 2 0,0-1-1 16,1-2 10-16,0-1 4 0,0-2-3 15,0 0 4-15,2-1-1 0,-1-1 4 0,0 0 3 16,1 1-2-16,1 0-4 0,0 1 4 0,0 1-1 16,-1 1 2-16,0 1-2 0,-1 3 0 0,1 2 8 0,-1-1-4 15,-1 2 21-15,0 2-4 16,-2 0 5-16,-4 3-2 0,1 0 12 0,0 0 0 16,-1 0 5-16,0 0-1 0,17 1 23 0,-17-1-23 15,0 0 4-15,0 1-13 0,4 22-12 0,-5-10-4 16,-1 1-4-16,0 3 3 0,-2-1-7 0,0 1-1 0,-1 0-5 15,0 0 2-15,2-1-3 0,0-1-3 0,0 1-12 16,1-3-2-16,0 0-69 0,0-3-65 0,1-2-16 0,1-2-29 16,0-6-166-16,0 0-353 15</inkml:trace>
  <inkml:trace contextRef="#ctx0" brushRef="#br0" timeOffset="21796.94">5060 4840 1686 0,'0'0'90'0,"0"0"170"0,0 1-185 0,0-1-47 0,0 0 21 15,0 1-31-15,1-1 25 0,15 9 5 0,-16-9 3 16,0 0 0-16,22-8 20 0,-12 4 12 0,0-1 5 0,0-1 0 16,1 1 10-16,1-2-8 15,-1 0-3-15,0 0-6 0,1 0-48 0,-4 2-12 16,1 0 0-16,-3 0-2 0,-2 0 5 0,2 0 6 15,-3 0-1-15,-1-1 5 0,-2 6 13 0,0 0-6 16,0-1 2-16,-8-20-3 0,3 15-3 0,-1 0-6 16,-2 1 1-16,0 1-2 0,0 1 7 0,-1 0-3 15,0 2-2-15,-1-1-1 0,1 2-12 0,-1 2-10 16,-1 0 3-16,1 3-5 0,-1 0-9 0,2 2-5 16,-1 1-7-16,1 2 4 0,0 1-2 0,1 0 10 15,0 3 2-15,1-1 3 0,1 2 1 0,1-1-3 0,1-2-5 16,3 1 1-16,2 0-17 0,2-1-1 15,2 0-5-15,1-4 1 0,2 1-17 0,1-3 3 16,2 0 2-16,1-2-5 0,1-2-40 0,0-3-287 16,2 0-23-16</inkml:trace>
  <inkml:trace contextRef="#ctx0" brushRef="#br0" timeOffset="22322.66">5700 4680 2091 0,'0'0'139'16,"0"0"-27"-16,-17-2 71 0,17 2 2 0,0 0-39 0,0 0-11 15,-20 4-68-15,13 1 2 0,1 3-10 16,-1 1-3-16,2 2 0 0,1 3-4 0,-2-1 1 0,1 1-21 15,2-1-6-15,0 0-5 0,1-1 0 16,1-2-14-16,1 0-5 0,3-2-2 0,1-2-2 16,0-1-16-16,-4-5 3 0,0 0 2 0,18 8 1 0,-7-8 4 15,1-4 4-15,1 0-1 0,0-2 2 0,-1-1 7 16,2-2-3-16,0-2 2 0,-1 2-2 16,-3-3 11-16,0 3 5 0,-1-1 1 0,-4-1 2 15,0 2 4-15,-3 1 19 0,-2 0-4 0,-2 1 9 0,-3 0-16 16,-1-1-12-16,-3 1-4 0,-1 2-2 0,1-1-20 15,-3 3-7-15,0 1-1 0,1 0-1 0,-2 2-9 16,1 1-13-16,1-1-12 0,-1 1-1 0,5 2-57 16,0 0-42-16,7-3-11 0,0 0-19 0,-1 0-127 0,1 0-170 15,0 1-129-15</inkml:trace>
  <inkml:trace contextRef="#ctx0" brushRef="#br0" timeOffset="22630.56">5996 4515 1473 0,'0'0'242'16,"0"0"-74"-16,0 0 43 0,0-1-86 0,0 1 24 15,0-1 11-15,0 1-5 0,0 0 9 0,-12-17-13 0,12 17-13 16,0 0-10-16,0 0-3 0,-1 0-46 0,-17 3-18 16,18-3 5-16,0 1-10 0,-15 15-3 0,10-7-20 15,0 2-9-15,0 0-2 16,0 2-20-16,0 1 0 0,0 1 3 0,2 3-1 15,0 2-3-15,-1 0-1 0,1 2-1 0,0 2-1 16,-2 2 4-16,2 4 2 0,0 1-4 0,-1 1 2 16,-1 1-5-16,-1-2 4 0,1 1-1 0,-1-1 3 15,1-1-3-15,0 0 2 0,0-2-1 0,1-2 0 0,0-2-3 16,0-3-25-16,0-3-3 0,0-2-11 0,0-2-41 16,1-2-9-16,1-2-6 0,-1-3 0 15,0-1-30-15,3-6-36 0,0 0-5 0,0 0-14 0,0 0-60 16,-1 0-96-16,-15-1-58 0</inkml:trace>
  <inkml:trace contextRef="#ctx0" brushRef="#br0" timeOffset="22874.49">5755 4565 1815 0,'0'0'295'16,"0"0"-82"-16,0 0 88 0,0 0-254 0,0 0-22 15,0 0 16-15,0 1 12 0,18 10 3 0,-18-11 39 16,14 6-24-16,-4-4 1 0,0 1-9 0,2-1 5 16,1 0-6-16,2 1-3 15,0-2-3-15,2 1-26 0,1 0-16 0,0-1 2 0,0 0-7 16,-1 1-1-16,-1 0-1 0,-1 0-4 0,-1-1 2 16,-3 1-7-16,0 0-9 0,-2 0-31 0,-1 0 1 0,0 0-154 0,-8-2-150 15,0 0-36-15</inkml:trace>
  <inkml:trace contextRef="#ctx0" brushRef="#br0" timeOffset="23621.82">6376 4712 2223 0,'0'0'114'0,"-1"0"2"0,1 0 14 0,0 0-43 16,0 0-22-16,-2 0 20 0,2 0-14 0,0 0 19 15,0 0-34-15,0 0-25 0,0 0-3 0,20-5-6 16,-10 5 3-16,2-1 14 0,3 0 0 0,-3 0 5 16,3-1-5-16,0 2-18 0,0-2 3 0,0 1-9 15,-3 0 3-15,0-1-9 0,2 2 0 0,1 0-3 16,-3 0 5-16,0 1-5 0,-3-1 4 0,-1 2-5 16,-1-2 4-16,-7 0-52 0,1 0-5 0,-1 0-21 15,1 0-50-15,-1 0-45 0,0 0-2 0,1 0-22 0,0 0-61 16,-1 0-133-16,0-1-73 0</inkml:trace>
  <inkml:trace contextRef="#ctx0" brushRef="#br0" timeOffset="24411.02">6503 4539 1195 0,'0'0'195'0,"0"0"-85"0,-1 0 43 0,1 0-119 15,0 0 6-15,0 0 43 0,0 0 1 0,0 0 14 16,0 0-15-16,-1 0-20 0,0 0 0 0,1 1-3 0,-11 19 15 0,8-11 3 16,2 2 4-16,-2 2-2 0,-1 2 1 0,1 2-16 15,-4 3-3-15,2 2-4 0,-1 1-3 0,0 1-16 16,0 0 1-16,-1 2-9 16,1-1-18-16,1 0-10 0,1-3 4 0,1-2-5 15,1-2 4-15,2-3-10 0,1-4-5 0,1-1-2 0,1-1-15 16,1-2-28-16,0 0 6 0,1-3-12 0,1-3 11 15,1-1 25-15,0-2-6 0,1-3 15 16,2 0 10-16,-2-1-2 0,2 0 4 0,1-3-3 16,0-1 4-16,2-1-5 0,1-3 4 0,1 1-4 15,0-1 6-15,-2 0 1 0,1-1-2 0,-3 0 2 16,1 1 2-16,-2 0 1 0,0 1-1 0,-3 0 0 16,0 1 4-16,-1 1 8 0,-1 2 8 0,-2 2 0 15,-3 7 38-15,0 0 10 0,0-1 5 0,0 1 0 16,4-17 7-16,-4 17 7 0,0 0-3 0,0 0 5 0,0 0-22 15,0 0-50-15,-18 3-3 0,12 5-15 16,1 1-8-16,-1 2 0 0,-1 1 2 0,1 1-1 0,0 0 6 16,0 2-5-16,1 0 4 0,1 0-5 0,0 0 4 15,1-1 2-15,1 0-2 0,2-2 2 0,0 0-5 16,1-4-9-16,-1-8-3 0,0 0-1 16,10 17 2-16,-10-17-9 0,0 0 7 0,1 0-7 0,18 7 14 15,-19-7 5-15,17-5 2 0,-8-1 2 0,0-1 2 0,1 0 9 16,1-3 0-16,-2 1 3 15,2-3 4-15,-2 1 5 0,0 0-5 0,-1-1 5 16,1 0-12-16,-1 2 6 0,-1 0-4 0,-1 1 5 0,-1 0 2 16,-1 1-3-16,-1 0 5 0,-2 3-3 0,-1 5 11 15,0-1-1-15,0 1 5 0,0-1-3 0,0 1 17 16,0-1-3-16,0 1-5 0,0 0 1 0,0 0-9 16,-1 0-16-16,1 0 7 0,0 0-10 0,-1 0-6 0,-17 19-3 15,16-11-3-15,-2 2 1 0,0 0 0 0,1 1-4 16,-1 1 5-16,3 0-4 0,0-1 0 0,-1-2-9 15,2 1 1 1,1-2-3-16,2 1-7 0,1-2-18 0,2-1-2 0,-1-2-3 16,1-2 10-16,1 0 21 0,0 0-2 0,2-2 8 0,0 1 3 0,2-2 0 15,-1-2 4-15,2-1 0 0,0 0 6 0,-1-2-2 16,1-1 2-16,-2-1-3 16,0 0 1-16,-2 0-4 0,1-1 2 0,-1 0-2 15,-1-1 4-15,-1 0-16 0,0 1-22 0,0-1-2 0,-2 1-105 16,-1 0-56-16,0 1-17 0,0-1-13 0,-1 1-41 15,2 0 23-15,-3 0-13 0,2 1-3 0,-1 1-179 16</inkml:trace>
  <inkml:trace contextRef="#ctx0" brushRef="#br0" timeOffset="24709.71">6993 4737 1736 0,'0'0'166'0,"0"0"9"0,0 0-28 0,0 1 20 15,0-1-52-15,4 16-3 0,-4-16-9 0,0 1 0 0,-9 17-53 16,4-10 7-16,0 2-5 0,0 0 8 16,-2 0 3-16,2 1-25 0,0-1 2 15,1-1-14-15,1-1-22 0,3-1-10 0,0-7 3 0,0 1-4 16,0-1 7-16,0 0-3 0,8 17-2 0,-8-17 0 16,1 0 10-16,20-3 1 0,-9 0 0 0,-1-3-1 15,1 1 1-15,2-2 0 0,0-1 2 0,-1 0 0 16,1 0 13-16,-2-1 22 0,-2 1-7 0,-1-1 9 15,-2 2-19-15,-1 0 5 0,-3 1 0 0,-3 6 3 16,0 0 2-16,0-1-2 0,0 1-3 0,-11-18-3 16,11 18-31-16,-15-4-18 0,5 2-6 15,0 1-5-15,-1 1-42 0,0-1-95 0,-1 1-8 0,-1-1-48 0,0 0-200 0</inkml:trace>
  <inkml:trace contextRef="#ctx0" brushRef="#br0" timeOffset="25211.12">7597 4592 2008 0,'0'0'88'0,"0"0"121"15,0 0-153-15,0 0 45 0,0 0 10 16,-1 0 9-16,1-1 7 0,0 1-52 0,-17-1 3 0,17 1-22 16,0 0-16-16,-9 20-5 0,6-9-3 15,1 2 1-15,0 2-11 0,-2 0 5 0,1 1-1 16,1 2 4-16,-1 2 10 0,1 2-8 0,0 1 5 16,-1 3-7-16,0 2-2 0,-2 0-7 0,1 2-2 15,-1 0-2-15,0 0-8 0,0 3 3 0,-2 0-6 0,1-1 5 16,0-1-6-16,0-5 2 0,0 1 0 15,2-4 0-15,1-2-10 0,-1-1 3 0,1-3-1 0,2-3 1 16,-1-2-8-16,2-3-31 0,0-2-4 0,0-7-12 16,0 1-42-16,0-1-44 0,0 1-4 0,0-1-16 15,0 0-34-15,0 0 10 0,0 0-13 0,7-13 4 16,-4 1-76-16,-1-2-413 0</inkml:trace>
  <inkml:trace contextRef="#ctx0" brushRef="#br0" timeOffset="25556.9">7544 4639 2227 0,'0'0'68'0,"0"0"0"0,-1 0-83 0,1 0 14 0,-1 0 4 15,1 0 8-15,-1 0 39 0,1 0-28 0,0 0 1 16,0 1-12-16,0-1-4 0,1 0 14 0,19 4 0 15,-10-7 5-15,2 0 7 0,2-1 1 0,1 0-1 16,4 0-1-16,0 0-8 0,1 1-2 0,0 0-5 0,-2 3 4 16,-2 0 2-16,-3 0 29 0,-1 2 6 15,-4 2 10-15,-2 0 35 0,-2 1-14 0,-1 1 2 16,-3 1-8-16,-1 0-19 0,-3 2-19 0,-2 2-2 16,-3-2-7-16,-1 2-12 0,-1 1-6 15,-3 0-3-15,-1 3-1 0,-1 0-10 0,-2 0 1 0,-1-1-2 16,3 0 0-16,0 0-5 0,1-1-36 0,2-1-5 15,1-2-14-15,-1-1-39 0,1-1-26 0,2-2 1 16,1-1-14-16,1-2-46 0,3-2-83 0,5-1-23 16,0 0-38-16,-1 0-233 0</inkml:trace>
  <inkml:trace contextRef="#ctx0" brushRef="#br0" timeOffset="25942.82">7723 4733 1776 0,'0'0'16'0,"0"1"61"0,0-1-5 0,11 19 26 16,-11-19 15-16,0 0-19 0,1 1-3 0,14 17-9 16,-15-18-27-16,0 0-4 0,1 0-1 15,19 10-1-15,-20-10-3 0,1 0 8 16,20 1-2-16,-12-2 4 0,0-2-11 0,1-1 5 0,-1-1-7 16,2-1 4-16,2-1-13 0,1 0-20 0,0-2 10 15,-1 1-13-15,2-1 10 0,-3 1-3 0,0 1-1 16,-2 0 0-16,-1 0 3 0,-4 3 9 0,0 0-2 15,-5 4 5-15,0-1 8 0,0 1 11 0,3-20 4 16,-3 20 1-16,-1-1 1 0,1 1-16 0,-20-16-5 16,10 12-4-16,0 0-19 0,0 1-4 0,0 2 1 15,-2 1-3-15,2 0-10 0,-3 3-10 0,0 1 5 16,2 0-6-16,0 2 3 0,0 0-2 16,1 2-4-16,0 2 4 0,-2-1-2 0,1 3 5 0,1 0 4 15,1 1 0-15,1 1 14 0,3 1-4 0,0 0 3 16,3-1-4-16,1-1-4 0,2-1 1 0,1-1-6 15,2-2 5-15,2 0-3 0,1 0-15 0,1-2-3 16,1-1-5-16,1 0-9 0,0-2-3 0,0-1 9 16,0-3-7-16,1 0 10 0,1-1-108 15,2 0-13-15,2-3-44 0,0-1-132 0,2-1-189 0</inkml:trace>
  <inkml:trace contextRef="#ctx0" brushRef="#br0" timeOffset="26560.32">8074 4612 1517 0,'0'0'152'0,"0"0"0"0,-1 0-12 0,1 0 11 15,-1 0 6-15,1 0-53 0,-17-1 4 16,17 1-23-16,0 0-11 0,0 1 4 0,-1-1-2 0,-17 19 2 16,18-19-6-16,-6 16 5 0,4-6-2 0,0 0 3 15,-2 0-9-15,0-1-23 0,0 1 1 16,1 2-11-16,0 1-12 0,0 2-1 0,-1-1 0 0,1 0-1 16,0 0-2-16,2 1-4 0,-1-2-6 0,0 0 2 15,2-1-9-15,-1-2-1 0,2-2-2 0,0 0 0 16,1-3-2-16,-2-5-17 0,0 1 6 15,1-1-12-15,17 12-5 0,-18-12 18 0,0 0-7 0,23-4 12 16,-15-1 0-16,1-2 2 0,2-1 5 16,1-1-3-16,0 0 4 0,0-1 1 15,0-1 2-15,-1 0 0 0,-1 1 8 0,-3-2-4 16,-1 0 1-16,0 0 0 0,-2 0 6 0,-2 0-3 0,0 0 3 16,-3 2-3-16,0 1 2 0,-3 2 8 15,0 2-2-15,-1-1 6 0,-2 2 0 0,0 0-21 16,-1-1 5-16,-2 2-10 0,1 0 4 0,0 3-17 0,0-1-7 15,-1 1-5-15,2 1-31 0,-2-1-37 0,2 0-1 16,1 0-16-16,-1-1-42 0,2 1-88 0,2-1-21 16,4 1-41-16,-1 0-238 0</inkml:trace>
  <inkml:trace contextRef="#ctx0" brushRef="#br0" timeOffset="27222.51">8240 4605 1551 0,'0'0'257'0,"0"0"-143"0,0 0 25 0,0 0-52 16,0 1 23-16,0-1-1 0,-1 21 5 0,-1-11-3 16,1 0 6-16,-1 4-13 0,0-1-7 0,2 2-1 15,-4 2-21-15,3 2 2 0,0 3-5 0,-2 1 0 16,2 2-25-16,-2 0-4 0,0 1-3 15,0 1-3-15,-1 1-19 0,0 1-3 0,0 1-3 16,0 0 2-16,-1-2-6 0,0-1 1 0,2-2-2 0,-2-3 1 16,1-3-6-16,1-2-17 0,0-2-10 0,1-3-7 15,0 0-60-15,0-5-43 0,2-7-7 16,0 0-18-16,0 1-80 0,0-1-62 16,0 1-3-16,0-1-28 0,0 0-110 0</inkml:trace>
  <inkml:trace contextRef="#ctx0" brushRef="#br0" timeOffset="27502.62">8232 4640 1929 0,'0'0'83'0,"0"0"60"0,0-1-68 0,0 1-22 16,0-1 11-16,0 1-13 0,0-1 21 0,0 1-19 0,17-2 7 15,-17 2-11-15,0 0 7 0,18 13 10 0,-12-8 4 16,4 0 2-16,-1-1 3 0,1 1 2 0,0 2-10 0,0-1 6 15,-1 1-21-15,0 1 5 0,-2-1-5 0,-2 1 4 16,-1 2-21-16,0-1 0 0,-2 3-2 0,-1-1 2 16,-1 1-7-16,-2-1 0 0,-1 1 0 0,-1-1 0 15,-4 1-5-15,1 0-9 0,-2-1 1 16,0-1-4-16,1 0-10 0,-2 0-27 0,1-3-8 0,1 0-10 16,-1-2-44-16,1 0-44 0,0 0-9 0,1-2-17 15,-1-2-70-15,2-1-61 0,6 0-46 16,-1 0-32-16,-12-13-395 0</inkml:trace>
  <inkml:trace contextRef="#ctx0" brushRef="#br0" timeOffset="28108.13">8503 4429 1758 0,'0'0'103'0,"0"0"63"15,0 0-18-15,1-1 34 0,-1 1-25 0,1 0-44 16,0 0-11-16,-1 0-11 0,2 9-27 0,-6-2 21 0,-1 3 0 15,0 2 5-15,2-1-9 0,-2 2-24 0,0 5 4 16,2 0-10-16,-2 3 1 0,0 3-12 16,-1 1-1-16,1 0-5 0,-1 2-8 0,1 2-9 0,-2-1 1 0,0 3-4 15,2 0-10-15,-1-1 2 0,-1-1 0 0,0-3 1 16,1-3-1-16,1-4-21 16,1-3-14-16,1-2-6 0,1-2-63 0,2-4-45 0,0-8 1 15,0 0-22-15,0 0-49 0,0 1 6 0,0-1 11 16,14 4 5-16,-8-11 66 0,1-3 24 0,1 0 2 15,-1 1 14-15,0-3 56 0,-1 1 25 0,0 0 3 0,-1-1 5 16,0 2 5-16,-1 2 4 0,0-1 12 16,-4 9 1-16,0-1 76 0,0 1 61 15,0-1-11-15,0 1 20 0,0-1-58 0,0 1-39 0,0 0-6 16,0 0-13-16,0 0-30 0,0 0 10 0,0 0-3 16,0 0 5-16,17 10-7 0,-17-10-9 0,0 0-2 15,0 0-3-15,24 2-3 0,-13-5 9 0,2 0-2 0,-1-1 4 16,1-1 6-16,1 1 8 0,0-2 2 0,0 1 1 15,-1-2-2-15,0 1-17 0,-1-1 5 0,-3 1-8 16,-1 0 1-16,-1 1-1 0,-2 0 2 0,0 0-1 16,-3-1 8-16,-2 6-2 15,0 0-5-15,0-17 3 0,-2 10-8 0,0-1-8 16,-3-1 3-16,1 1-5 0,-2-1-3 0,1 0-4 16,-2 0 0-16,-1 4-2 0,-1-1-5 0,-1 2 7 15,-1 1-4-15,0 1 4 0,-1 2-13 0,0 1 5 16,-1 2-7-16,-1 2 6 0,-1 1-10 0,3 2 11 0,1 2 5 15,1 1 0-15,3 3 4 0,0 0 14 0,1 0-10 16,1 2 12-16,1-1-1 0,2 1-6 0,0 1 9 16,3-1-8-16,0-1 6 0,3 0-12 0,1-2 4 0,0-2-7 15,2 0-2-15,0-1-13 0,1-1-4 0,2-1-2 16,0 0 0-16,0-4-7 0,2 0-18 0,1-2-5 16,0-2-130-16,2-1-124 0,1-3-22 0,1-1-51 15,0-3-237-15</inkml:trace>
  <inkml:trace contextRef="#ctx0" brushRef="#br0" timeOffset="29300.6">9266 4373 1433 0,'0'0'82'0,"0"0"18"16,0-1 0-16,0 1 13 0,-1 0 45 0,-15-12-16 0,16 12-16 15,0 0-2-15,0 0-67 0,-1 0 4 0,0 0-3 0,1 1 0 16,-16 15-14-16,13-9-5 0,1 3-4 0,0 2 0 15,-1 3-16-15,1 3-2 0,-1 0-1 0,-1 2 0 16,1 1 8-16,-2 1-2 0,0 2 2 0,-3 0-4 16,1 1-7-16,0-1 17 0,1 1-9 0,-1-3 10 15,1-2-11-15,0-1-5 16,0-2 0-16,1-1-3 0,0-2 1 0,1-2-7 16,2-4 5-16,-1 0-6 0,3-8 1 0,0 0-24 15,0 0-3-15,0 1-10 0,0-1-25 0,0 0 6 0,0 0 5 16,0 0 2-16,4-13 30 0,-1 2-5 0,2-2 0 15,1-1-3-15,0-2 10 0,2 1 13 0,-1-1-1 16,3 1 5-16,1 1-6 0,1 0 8 0,0 1 2 16,1 2 3-16,-3 1 12 0,-1 3 9 0,0 2-3 0,-3 1 2 15,1 1-11-15,-7 3 37 0,0 0-7 0,1 0 18 16,-1 0 0-16,17 11-16 0,-17-11-3 16,0 0-6-16,5 24-24 0,-5-13-9 0,1 1 2 15,0 0-4-15,-1-1 3 0,0 0-5 0,-1-1 0 16,1-3-2-16,0 3-2 0,0-1-2 0,1-2-13 15,-1-7 0-15,0 1-74 0,3 17-42 0,-3-18-13 16,0 1-14-16,0-1-70 0,0 1-52 0,11 16 7 16,-11-17-22-16,0 0-20 0,2 0-181 15</inkml:trace>
  <inkml:trace contextRef="#ctx0" brushRef="#br0" timeOffset="29687.43">9470 4656 1038 0,'7'-8'299'0,"1"-1"-44"16,-2 2-8-16,-2 0-16 0,1-1-53 0,-3 3-44 0,-2 5 2 0,0 0-18 15,0-1-18-15,-4-17-21 16,4 18-3-16,0-1-6 0,0 1-1 0,-17-13 11 0,17 13-8 0,-1 0 3 16,-20-1-58-16,14 3-7 15,-3 1-1-15,1 3 0 0,0 1-3 0,0 0 5 16,-1 2-6-16,1 1 5 0,1 1-10 0,1 1-1 0,0 1 0 0,2 0-1 16,2-1 1-16,-1-1-6 15,0-2 0-15,2 0-2 0,-1-1-5 0,3 0-6 0,0 0-5 16,0-8-2-16,0 0-29 0,0 1-18 0,1-1-5 15,-1 0-2-15,20 12 6 0,-13-13 47 0,2-3 5 0,3-1 14 16,-4-2 17-16,5-3-7 16,-1 1 2-16,1 0-3 0,-2 0 1 0,0 1 16 15,-2 0-1-15,-1 3 7 0,-2-2 7 0,0 3 4 16,-2-2-3-16,-4 6 5 0,0 0 4 0,0-1-3 16,0 1 9-16,2-1-5 0,-2 1 29 0,0 0-22 0,1 0 0 15,-1 0-9-15,0 0-13 0,1 0-11 0,-1 0 1 0,1 0-4 16,9 17 2-16,-10-17 2 0,0 0 1 15,0 19 0-15,0-19-4 0,0 0-6 0,-3 23-6 16,1-15 0-16,1 0-25 0,0-1-52 16,1-2-4-16,0-5-22 0,0 0-74 0,0 1-71 15,0-1 4-15,1 1-27 0,16 11-6 0,-8-15-181 16</inkml:trace>
  <inkml:trace contextRef="#ctx0" brushRef="#br0" timeOffset="29987.29">9677 4623 907 0,'5'-7'142'16,"0"1"234"-16,1 0-82 0,-2 0-40 0,-4 6-7 0,0-1-18 15,0 1-84-15,5-17-24 16,-5 17-7-16,0 0-5 0,0-1-31 0,0 1 4 0,0 0-8 16,-18-10 7-16,18 10-11 0,0 0-14 15,-1 0 3-15,-19 2-9 0,20-2-7 0,-15 7-23 16,6-3 1-16,0 1-9 0,0 2-6 0,0-1-4 16,1 0-2-16,0 0 0 0,3 1-5 0,1-1-4 0,1 0-2 15,3-6-2-15,0 0-23 0,0 1-40 0,0-1 3 16,-4 18-13-16,4-18 31 0,1 0 26 0,18 8 10 15,-7-7 3-15,2 2 16 0,2-1 3 0,-1 0-5 16,0 1 3-16,0-1 0 0,-2 2 9 0,-1 0 2 16,-2 1 1-16,0 1 7 0,-4-1 21 0,0 0-5 15,-3 0 9-15,0 1 1 0,-2 1 7 16,-1-1-1-16,-4 1 0 0,1 0-28 0,-4 1-17 0,-1 1-6 16,-2 0-2-16,-1 0-28 0,0-2-79 0,-1-1-15 15,0-1-32-15,1 0-139 0,0-2-214 0</inkml:trace>
  <inkml:trace contextRef="#ctx0" brushRef="#br0" timeOffset="30387.29">10480 4338 2256 0,'0'0'106'15,"0"0"25"-15,0 0 31 0,-1 0-21 0,1 0 7 0,-17-2-54 16,17 2-7-16,0 0-14 0,0 1-43 0,-8 22 23 16,4-12-6-16,1 2 13 0,1 2-4 0,-3 1-18 15,1 3 6-15,1 1-10 0,0-1-3 16,-2 1-11-16,0 1-1 0,0 1-3 0,-1 1 0 16,0 1-8-16,1-2-4 0,0-2 0 0,2-1-2 15,-1-4-7-15,1-2-14 0,2-5-4 0,1-8-92 0,0 1-80 16,0-1-21-16,0 1-22 0,0-1-77 0,0 0-57 15,5-1-30-15</inkml:trace>
  <inkml:trace contextRef="#ctx0" brushRef="#br0" timeOffset="30856.64">10478 4282 1687 0,'-1'-7'280'16,"1"7"-96"-16,0-1 19 0,0 1-53 0,0-1-22 0,0 1-41 15,0-1-7-15,0 1-12 0,0 0-31 0,0 0-2 16,0 0 7-16,20 5-3 0,-11 0 23 0,0 1-5 15,2-2-2-15,1 1-2 0,2 1-4 0,-2-1 2 16,2 1 4-16,0 0-2 0,-2 0 0 16,-1 0-13-16,-1 1 1 0,-1 0-4 0,-1 0 7 0,-3 1-1 15,-1 0 2-15,-2 0-2 0,-1 1-7 0,-1 0-1 16,-2 1-4-16,-1 0 1 0,-3 0-13 0,-3 2-11 16,0-2 0-16,-3 0-4 0,1 0-2 0,-2 0-2 15,-1 1-2-15,1-1 0 0,0 0 0 0,-1 1-12 16,2-1 3-16,-1-2-5 0,0 0 8 0,1-2 2 15,1 0-2-15,4-1 2 16,0 0-6-16,7-5-12 0,0 0 4 0,0 0-9 0,0 0-21 16,0 0-23-16,-1 0 5 0,0 0-6 0,1 0 33 0,0 0 19 15,0 0-2-15,16 0 9 0,-7-2 8 0,3-1 0 16,0 1 6-16,1-1-3 0,1 0 7 16,-1 2-2-16,0-1 1 0,-2 2 0 0,-1 0 11 15,-2 1 13-15,0 1-3 0,-1 1 7 0,-2 0 13 0,-5-3 4 16,0 1 3-16,1-1-1 0,7 17-1 0,-8-17-11 15,0 0-1-15,-7 18-4 0,2-10-12 0,-3 0-16 16,-1 4 8-16,-3-1-9 0,-1 1 4 0,-2 1 5 16,-2-3-7-16,0 1 8 15,0 0-7-15,1-2-13 0,2 2 1 0,2-1-8 0,1-1-20 16,2-2-43-16,0 0-12 0,2-4-14 0,2-1-70 16,5-2-133-16,-1 0-25 0,0 0-62 0,1 0-307 0</inkml:trace>
  <inkml:trace contextRef="#ctx0" brushRef="#br0" timeOffset="30973.49">10717 4682 2372 0,'0'0'78'0,"0"1"48"0,5 15-128 16,-5-16 28-16,0 0-25 0,0 0 7 0,4 18-197 15,-4-18-316-15</inkml:trace>
  <inkml:trace contextRef="#ctx0" brushRef="#br0" timeOffset="31732.08">11137 4398 1407 0,'-7'-3'687'0,"7"3"-455"15,-1 0-71-15,1 0-61 0,-1-1 94 16,1 1-55-16,-1-1 3 0,1 1-22 0,-1-1-30 0,1 1-30 15,-1 0-1-15,1-1-11 0,0 1-20 0,0 0-7 16,-1 0 2-16,0 0-3 0,-13 19 1 0,13-8-11 16,-1 1 3-16,2 3-3 0,-3-3 16 0,1 3-3 15,1 0 3-15,1-1-4 0,0 3 1 16,-2-1-13-16,0-2 2 0,1 1-5 0,-2-1-3 16,2-2 2-16,1 0-5 0,0-2 2 0,1-1-13 15,0-1-1-15,-1-2-2 0,3 0 1 16,-3-6-2-16,0 0-11 0,0 1 8 0,0-1-7 15,23 6 15-15,-15-9 5 0,1-2-1 0,2-1 4 16,2-1 5-16,1-2-2 0,2 0 3 0,-1-2-2 16,0-1 4-16,-2-1-1 0,1-1-1 0,0-2 0 15,-1 1-7-15,-2-2 2 0,-1 0 0 0,-1 5 0 0,-1-1 2 16,0 3 1-16,-1 3 1 0,-2 0 1 16,-5 7 1-16,0-1 6 0,0 1 0 0,0 0 4 0,1-1 15 0,0 1 10 15,-1-1 3-15,0 1 1 16,1 0-9-16,-1 0-21 0,1 0-5 0,-1 0-3 0,3 19-4 0,-4-8-8 15,-1 0 5-15,1 3-7 0,-1 0 8 0,1 2 1 16,1-1-1-16,-2-1 1 0,2 2-4 0,0-4-3 16,2 0-1-16,0-2-3 0,1-1-21 0,0-1-12 15,2-2 5-15,1-2-3 0,0-2 28 0,1-2 12 16,2 0 0-16,1-3 3 0,1-1-2 0,2-2 8 16,-1-1 1-16,1-1 5 0,-1-1 11 0,1 0 0 15,-1-1-3-15,-1-2 2 0,0 0 2 0,-1 0-2 16,-2-1 1-16,-1 0-4 0,-2 2-15 15,-1-1 1-15,-1 3-1 0,-2 2 1 0,1 0 1 0,-2 1-3 16,0 0 2-16,0 0-4 0,0 6-4 0,0 0-1 16,0-1-8-16,0 1 3 0,-8-19-32 0,8 19-25 15,0 0-12-15,0-1-6 0,0 1-61 0,0 0-59 16,0-1-17-16,0 1-24 16,0-1-138-16,-1 1-258 0</inkml:trace>
  <inkml:trace contextRef="#ctx0" brushRef="#br0" timeOffset="31870.16">11586 4633 1996 0,'0'11'326'0,"0"-2"-130"15,2-1 100-15,1 0-202 16,0 1 122-16,1-2-61 0,-2 1-1 0,-1-1-30 16,0-2-77-16,-1-5-35 0,0 0-23 0,0 1-8 15,0-1-102-15,0 1-39 0,0-1-13 0,0 0-22 16,0 0-157-16</inkml:trace>
  <inkml:trace contextRef="#ctx0" brushRef="#br0" timeOffset="38479.08">1118 5275 1715 0,'-5'1'54'0,"0"1"-12"0,-1 0 25 0,6-2 17 0,-1 0 14 0,1 0-28 16,0 0 8-16,-17 9-18 0,17-9 10 0,-1 0-31 15,-15 4-2-15,16-4-11 0,0 0-22 16,0 0-7-16,0 0-1 0,0 0-3 15,0 0-3-15,0 0 16 0,0 0-4 0,0 0 12 0,0 0 11 0,0 0 9 16,0 0-1-16,0 0 2 0,18 3-18 16,-18-3 12-16,0 0-5 0,21-3 8 0,-13 1 4 15,2 0 1-15,1 0-3 16,1-1 2-16,1 0-10 0,0 0-2 0,1 0 0 0,0 0-4 0,-1-1-18 0,2 1 4 16,0 0-5-16,-2 1 5 0,2 0-2 0,1 0 2 15,0 0-5-15,0 0 4 16,0 1-6-16,-1-1 5 0,1 0-2 0,-2 0 2 15,1 0-1-15,0 0-3 0,-2 0 3 0,0 0-3 16,0 0 9-16,0 0 17 0,1 0-1 0,1 1 7 16,1-1-2-16,-1 1-4 0,0 0 0 0,0 1-3 15,-2 0-4-15,0 0 0 0,-1 1-2 0,-2-1 2 16,1 1-1-16,-3 0-3 0,2-1 2 0,-3 1-2 16,1-1 0-16,0 0-8 0,-1 0 2 0,0-1-3 0,3 0 6 15,-2 0-1-15,2-1 0 0,0 1 0 16,1-1-4-16,1 1-1 0,1-1 3 0,-3 1-2 0,0 1-1 15,-1 0 5-15,-1 0-4 0,0 0 5 0,-1 0-6 0,-1 1 5 16,-6-1-1-16,1 0 2 16,-1 0-5-16,1 0-1 0,16 6 0 0,-17-6 1 15,0 0 0-15,0 0 4 0,0 0-4 0,0 0 4 16,0 0-3-16,0 0-24 0,0 0-11 0,0 0-13 16,0 0-100-16,0 0-162 0,0 0-55 0</inkml:trace>
  <inkml:trace contextRef="#ctx0" brushRef="#br0" timeOffset="71920.72">2102 4289 1274 0,'0'0'95'0,"0"0"-7"16,-1 0-3-16,1 0-94 0,0 0-21 0,0-1 5 16,0 1 5-16,0 0 2 0,0-1 26 0,-2-15-8 15,2 16 2-15,0 0-3 0,0 0 7 0,0 0 2 16,0 0 9-16,0 0-3 0,1 0 33 0,0 0 7 16,-1 0 2-16,0 0 2 0,1 0-1 0,-1 0-10 15,17-7-5-15,-17 7-1 0,0 0-17 0,1 0 2 16,18-1-3-16,-19 1 1 0,17-4-10 0,-7 3-5 15,0-2 1-15,3 2-2 16,-2-1 2-16,0 1 3 0,1 0 2 0,-1-2 1 0,1 0 0 0,0 2 11 16,-1-1-1-16,1 1 5 0,0 0 0 15,0-2-13-15,1 1-2 0,0-1-3 0,2 0-2 16,2 1-3-16,0 0 3 0,2 1-4 0,-1-1-1 16,0-1 4-16,-1-1-3 0,1 2 3 0,0 0-1 15,-1-1-1-15,0 1 5 0,-1 0-4 16,2 0-1-16,1-1 0 0,-1 1-3 0,2-1 3 15,1 0 2-15,-1 1 7 0,0-1-2 0,0-1 3 16,0 0-7-16,-1 0-1 0,-1 1-1 0,1-1 0 16,0 0-7-16,0 0 5 0,2 0-5 0,-1 0 5 15,-1 0-9-15,-1 1 15 0,1-1 1 0,-2 2 6 16,-1 0-3-16,-2-1 4 0,-2 1-6 0,2-1 5 0,-2 1-8 16,0 0 5-16,2 0-4 0,-2-1 3 0,2 1-2 0,-1 0-5 15,-2 0 6-15,0 1-5 0,-1 0 5 0,-1-1-5 16,0 2 1-16,-2-1-1 0,1 0 6 0,-2 1-5 15,-6 0 5-15,1 0-4 0,-1 0 2 0,19 0-6 16,-19 0 0-16,0 0-2 16,1 0-6-16,0 0 6 0,-1 0-6 0,0 0 7 15,0 0-7-15,1 0-26 0,0 0-19 0,-1 0-15 16,0 0-175-16,1 0-367 0</inkml:trace>
  <inkml:trace contextRef="#ctx0" brushRef="#br0" timeOffset="78844.17">1094 5248 1600 0,'-6'1'41'0,"6"-1"-2"16,0 0 18-16,-1 0 14 0,1 0 14 0,-17 11 32 0,17-11-14 16,0 0 23-16,0 0-23 0,-1 1-16 0,-12 18 1 15,13-19-6-15,0 1-11 0,0-1-20 0,0 0 8 16,1 18-11-16,-1-18 12 0,0 0 0 0,0 1-4 15,1-1 2-15,20 12-8 0,-13-10-4 0,2-1 2 16,0 0-2-16,2 0-1 0,1-2-5 0,-1 1-3 16,3 0 0-16,-2-1-2 0,0 0-4 0,1-1-1 15,1 1-3-15,0 0-4 0,0-1 0 0,2 0 6 16,3-3-4-16,2 2 0 0,0-2-2 0,1 1-4 16,0 0 3-16,-3-1 5 0,0 1-2 15,0 0-1-15,-2 1 0 0,2 0-4 0,1 0-6 16,2 0-2-16,2 1-2 0,-2 0-4 0,1 0 0 15,-2 1 2-15,-1 0-1 0,-3 1-6 0,-1 0 6 16,1 0-4-16,0 0 6 0,1 0-2 0,1 0-2 0,-1 0-2 16,-3 1 0-16,-1-1 2 0,-2 0-1 0,-2 1 5 15,-1-1-4-15,-2 0 4 0,-1-1-2 0,-7 1 0 16,0 0 1-16,1 0 5 0,16-1-11 0,-17 1 0 0,0 0-6 16,0 0-33-16,0 0-31 0,0 0-16 0,0-1-8 15,0 1-84-15,0-1-96 0,4-18-2 0,-4 19-41 16,-1 0-85-16</inkml:trace>
  <inkml:trace contextRef="#ctx0" brushRef="#br0" timeOffset="79260.17">1181 5332 2288 0,'0'0'70'16,"0"0"-34"-16,-1 0 1 0,1 0 0 0,0 0 12 0,-1 0-1 15,1 0 73-15,0 0-24 0,0 0 5 0,0 0-16 16,0 0-21-16,18 3 13 0,-8-4-6 0,2-1 6 15,1-1-15-15,3 1 12 0,2 0-9 0,4-1 8 16,1 0-22-16,2-2-2 0,0 1-1 0,0 0-4 16,0 1-16-16,-3 0 5 0,2 0-5 0,0-2 5 15,0 2-5-15,2-1-3 0,1 1-1 0,-1 1-1 16,0-1-5-16,-4 2-4 16,-1 0 0-16,-1 1-2 0,-1-1-7 0,4 0 8 15,-1 0-1-15,1 1 2 0,-1 0-8 0,-4 0-3 0,1 2-1 16,-2-2 0-16,-3 1-3 0,-2 0 0 15,-3-1 0-15,-1 1 0 0,-2 0 0 0,-6-1 0 0,1 0 0 16,-1 0 0-16,1 0 0 0,16 2 0 0,-17-2-4 16,0 0-7-16,0 0-99 0,0 0-279 0,0-1-92 0</inkml:trace>
  <inkml:trace contextRef="#ctx0" brushRef="#br0" timeOffset="81180.67">1123 5848 2257 0,'0'0'80'15,"0"0"-23"-15,0 0 46 0,0 0 3 0,0 0-21 16,0 0-3-16,0 0-1 0,0 0-9 0,0 0 10 15,0 1-39-15,0-1-5 0,-7 16-1 0,7-7-2 16,-1 0 0-16,1 4-2 0,1 2 0 0,0 1-2 16,-1 3-7-16,0-1 4 0,1 0 0 0,0 1 2 15,-1-1 2-15,0-1-6 0,1 2 2 0,0 0-4 0,0-1 0 16,1-2-4-16,0-1-3 0,1-2 2 0,0-2 0 16,0-1-1-16,2-2-1 0,-1-2-1 15,1 0-1-15,-5-6 3 0,0 0-1 0,0 0-2 16,20 7-11-16,-20-7-3 0,0 0 0 0,20-12 0 15,-11 5 4-15,-1-3 2 0,1-2-4 0,1-2 3 16,-1-2 0-16,2-1 6 0,0-2 5 0,-1 0-2 16,0 0 2-16,0 0-8 0,1 1 4 0,-1 0-4 15,0 2 8-15,-2 1-6 0,-1-1-2 0,-1-1 0 16,0 2 2-16,-1 0-3 0,0 0 3 0,-2 2-3 16,0 0-1-16,-1 3 11 0,0 0-5 0,0 2 7 15,-2 1-10-15,0 7 14 0,0-1-7 0,0 1 7 16,0-1-24-16,0 1-12 0,0 0-3 0,0 0-4 15,-12 4-13-15,9 7 11 0,-2 2-3 0,1 4 7 16,-1 2 0-16,-1 3 12 0,3 1 0 0,0 0 3 0,2 0 2 0,0-1 0 16,0-1 0-16,2-2 1 0,1 0 3 0,1-3-1 15,0-2-1 1,2-3 1-16,0 0 4 0,0-3 3 0,1-1 0 0,1-2 1 16,1-2-3-16,0-3-6 0,1 0-1 0,2-3-1 0,0-2 0 0,0-2 2 15,1-1-1 1,-1-3 1-16,0-1 0 0,1-2 8 0,1 0-1 0,0-3 4 15,0 0-4-15,0 3 2 0,-2-3 1 0,1 2-1 16,-2 0-7-16,-2 0 4 0,0 1-6 0,-2 0 6 16,0 1-4-16,-1 2 0 0,-1 2 2 0,-1 0-2 15,-1 1-1-15,-1 2-7 0,-1 6-5 0,0-1-4 16,0 1-50-16,1-16-92 0,-1 16-15 0,0 0-38 16,0 0-157-16,0-1-590 0</inkml:trace>
  <inkml:trace contextRef="#ctx0" brushRef="#br0" timeOffset="81902.22">1621 6049 1399 0,'0'0'229'0,"0"0"-48"0,0 0 56 16,0 0-126-16,0 0 44 0,0 0-8 0,0 0 9 0,0 0-10 15,0 0 4-15,0 0-45 0,0 0 0 0,0 1-17 16,0-1-19-16,0 1-11 0,0-1-5 0,0 1-2 15,0-1-20-15,0 1 2 0,17 5 4 0,-17-6-2 16,1 0 4-16,22-4-6 16,-13 3-4-16,0 0 0 0,0 1-12 0,-1 0 6 0,1 0-6 0,0 2 4 15,-2-1-5-15,0 1 3 0,-1 1 0 0,-2 0 0 0,-1 2-1 16,-1 0 0-16,0 1-2 0,-2 0 1 16,-1 1-3-16,-1 0-6 0,-1 1 4 15,-2 1-3-15,0 0 3 0,-3 1 1 0,-2-1-4 0,0 2 2 0,-2-1-2 0,1 1-4 16,-2-2 5-1,1 2-4-15,-1-1 7 0,0 0-10 0,1 0 6 0,-1-1-6 16,-1 0 7-16,2 0-5 0,1-1-1 0,0 0 0 16,1-1-4-16,3-2 0 0,0-1 0 0,6-4 0 15,0 0 0-15,0 1 0 0,0-1 0 0,0 1 0 0,0-1 0 16,0 1 0-16,0-1-1 0,18 9 1 0,-9-10 0 16,1 0 0-16,1 0 1 0,1-1-1 0,0 0 0 15,-1 0 0-15,0-1 0 0,0 1 0 0,0-1 0 16,0 1 0-16,1 0 0 0,1 1 0 0,-1-1 0 15,0 1 0-15,-3 0 0 0,-1 1 0 0,1-1 0 16,-4 1-17-16,-5 0-20 0,1 0-8 0,0 0-148 16,15-1-160-16,-16 1-51 0,1 0-81 0,0 0-593 15</inkml:trace>
  <inkml:trace contextRef="#ctx0" brushRef="#br0" timeOffset="82513.14">2031 5607 1863 0,'0'0'289'0,"0"-1"-102"0,0 1-29 0,-1-20-8 16,1 20-30-16,0 0 3 0,0-1-12 0,-1 1 8 0,-14-18-26 16,15 18-17-16,0-1-3 0,-18-7-5 0,18 8 0 15,-1 0-3-15,-17-3 2 0,17 3-5 0,0 0-13 0,-19 2-13 16,20-2-3-1,-1 0-3-15,-19 11-3 0,13-6-11 0,-1 1 1 16,2-1-5-16,0 3-3 0,1 0-1 0,-1 1 2 16,-1 0-3-16,0 1-6 0,2 1-2 0,-3 0-1 15,4 1 0-15,-1 0 3 0,1 1 1 0,0 0 3 0,3 0-2 16,0-1 1-16,1 0-1 0,2-2 1 0,0-3 0 16,2 1 2-16,3-1-5 0,-3 0 2 0,5-1-1 15,-1 0 2-15,-1 0-4 0,2 0 0 0,0-3-1 16,1 0 4-16,1 0 0 0,0 0-1 0,2-1-1 15,0 0-1-15,-1-2-1 0,1 1 1 0,-2-1-1 16,0 1-3-16,0-1-20 0,-2 0-6 16,1-1-8-16,-2-1-51 0,-2 0-107 0,-6 2-21 15,0 0-49-15,1 0-232 0</inkml:trace>
  <inkml:trace contextRef="#ctx0" brushRef="#br0" timeOffset="83265.86">1044 6622 2395 0,'0'0'87'16,"0"0"-20"-16,1 0 15 0,16-5-16 16,-17 5-8-16,0 0-24 0,0 0 10 0,1 0-7 15,18-11 36-15,-19 11-18 0,1 0 4 0,20-5-5 16,-12 4 22-16,3-2-18 0,0 1 2 0,2-2-7 0,2 0 5 15,1 0-3-15,-2 0-1 0,1 1-1 0,1-1-6 16,0 2 0-16,3-1-4 0,0 0 1 0,2 1-22 0,-2 0-3 16,0 0 1-16,1 0-1 0,-1 0 1 0,1 1-4 15,-1-1 2-15,0 0-2 16,0 0 1-16,3-1 2 0,0 0-1 0,4 0 2 16,-2-1-2-16,0 2-2 0,0-1-3 0,-1 0 1 0,-4-1-4 15,0 2-4-15,0 0 4 0,1-1-5 0,1 2-3 16,0 0 5-16,-4-1-6 0,1 1 7 0,-2 1-7 0,-1 0 0 15,0 0-1-15,-1 0 0 0,0 0 0 0,0 0 0 16,1 0 0-16,0-1 0 0,2 0 0 0,0 0 0 16,-2 0 0-16,0 1 0 0,-2-1 0 0,-1 1 0 15,-2 0 0-15,0 0 0 16,-1 1 0-16,-1-1 0 0,1 1 0 0,-3 0 0 0,0 0 0 16,-1 0 0-16,-1 0 0 0,-5-1 0 15,1 0 0-15,-1 0 0 0,18 3 0 0,-18-3 0 16,0 0 0-16,0 0 0 0,0 0 0 0,0 0 0 0,0 0 0 15,0 0 0-15,0 0 0 0,0 0-3 0,0 0-35 16,0 0-66-16,0 0-9 0,0 0-22 0,-1 0-65 16,1 0-41-16,-18-7-8 0,18 7-14 0,0 0-54 15,-17-4-152-15</inkml:trace>
  <inkml:trace contextRef="#ctx0" brushRef="#br0" timeOffset="83686.87">1002 6678 2598 0,'0'0'107'0,"0"0"-31"0,0 0 6 0,0 0-16 16,0 0-24-16,0 0 25 0,0 0-6 0,0 0 15 15,0 0 2-15,16 6-27 0,-7-7 1 0,1 0-9 16,2-2 3-16,4 1 4 0,2-1 1 0,1-1 2 0,3 1 5 16,1-1-14-16,-1 0-1 0,3 0-5 0,-1-1-6 15,2 1-2-15,3-2-3 0,4 1 0 0,0 0-1 0,2-1-7 16,-3 2 2-16,-2-1-5 0,-2 0 2 15,2 2 4-15,1 0-2 0,2 0 2 0,-2 1-7 16,-4 0-8-16,-1 2 0 0,-3-1-3 16,-2 0-4-16,-2-1 0 0,1 2 0 0,-1-1 0 15,-3 0 0-15,1 1 0 0,-4 0 0 0,-1-1 0 16,-1 2 0-16,-2 0 0 0,-1-1 0 0,-8 0 0 16,0 0 0-16,1 0-11 0,0 0-33 0,16 5-6 15,-17-5-231-15,0 0-506 0</inkml:trace>
  <inkml:trace contextRef="#ctx0" brushRef="#br0" timeOffset="86942.96">1038 5367 2299 0,'0'0'17'0,"0"0"-63"0,0 0-3 16,0 0-8-16,1 0 33 0,19-3 23 0,-20 3-2 0,1 0 5 16,20 4 7-16,-21-4-6 0,0 0 3 0,16 0-3 15,-7 0 6-15,2 1 13 0,0-1 3 0,1 0 5 16,2 0 27-16,-1-1 6 0,1-1 4 0,1-1-1 16,-2 0-1-16,3-1-16 0,1 1-3 0,3-2-4 15,1 0-11-15,2-1-12 0,-1 0-1 16,0 1-4-16,0 1-5 0,-3 2-4 0,-1-2 1 0,-1 2-3 15,-1-1 4-15,-1 2 1 0,1 1-1 16,0 0-1-16,1 0-2 0,-1 1-4 0,-1 0 7 16,0 1-5-16,-2-1 5 0,1 1-4 0,-2-2 1 15,0 1 0-15,-2 1 2 0,0-1-2 0,0 0 0 0,-3 0 0 16,1 2 3-16,-8-3-17 16,0 0-5-16,18 4-7 0,-18-4-31 0,0 0-32 15,0 0-6-15,1 0-14 0,17 6-79 0,-18-6-198 0</inkml:trace>
  <inkml:trace contextRef="#ctx0" brushRef="#br0" timeOffset="87496.24">1124 6705 1896 0,'-4'7'258'16,"1"0"-118"-16,1-2 137 0,2-5-286 0,0 1-12 16,0-1-4-16,13 19-3 0,-5-14-3 0,0 0 5 0,2 0 5 0,-5-3-5 15,6 3 9-15,3-2-6 0,1 0 23 0,-1-1 4 16,3 0 2 0,1-1 3-16,3-1 18 0,2-1-2 0,2 0 1 0,0-1-2 15,1 0-6-15,-1 0-14 0,0-1 2 0,0 1-6 0,0 1 2 0,1-2-2 16,4 2 3-16,-1-1-3 15,1 0 0-15,-3 1 3 0,-3 1-2 0,0 0 3 16,-2 0 0-16,2 3-178 0,1-1-93 0</inkml:trace>
  <inkml:trace contextRef="#ctx0" brushRef="#br0" timeOffset="100020.99">1122 5280 250 0,'0'0'432'0,"-1"0"-184"15,0 0 229-15,-16-9-420 0,17 9 11 0,0 0 14 0,0 0-13 16,0 0 7-16,-1 0-10 0,1-1 33 0,-17-10-21 15,17 11 0-15,0 0-11 0,0 0-28 0,0 0-2 0,0 0-4 16,0 0 1-16,0 0-12 0,0 0 11 16,0 0-7-16,0 0 7 0,1 0-13 0,16 6-6 0,-17-6 5 15,0 0-6-15,17 2 2 0,-17-2-1 16,0 0-3-16,19 1 3 0,-18-1-2 16,-1 0-5-16,22 1 6 0,-22-1-4 0,1 0 15 0,20 2 2 15,-21-2-1-15,0 0 1 0,22 1-10 0,-22-1-7 16,1 0-2-16,22 3 0 0,-13-2-1 0,0 0 2 15,1 1-2-15,-1-1 2 0,1 0-8 0,2-1 3 16,-1 0-1-16,2 0 2 0,0 0-4 0,0 0 3 16,1 0-3-16,-1 0 3 0,1-1-4 0,-1 1 6 15,0 0 1-15,-1 0 3 0,1 0 2 0,0 0 1 0,1-1 1 16,0 1 0-16,0-1-2 0,1 1-1 0,0 0 1 16,0 0 0-16,-1 1-3 0,1 0 20 15,-1 0-11-15,0 0 14 0,-1 0-7 0,-1 0-6 0,0 0 4 16,1 0-6-16,-1 1-1 15,1-1 0-15,0-1 0 0,2 2 0 0,-1-2-3 16,1 1 12-16,0 0-5 0,-2-1 7 0,1 1-6 0,-1-1-6 16,-2 1 5-16,-1 0-5 0,1-1 3 0,-2 2-9 0,0-1 1 15,-2 0-4-15,-1 0 4 0,0-1 0 16,1 0-4-16,0 2 2 0,-1-3 2 0,1 2 1 0,0 0 2 16,-1-1-2-16,1 2-7 0,-1-2 7 15,-1 0-2-15,1 1 2 0,-1-1-6 0,-6 0 4 16,0 0-7-16,0 0 6 0,18 4-8 0,-18-4 4 0,1 0 0 15,0 0 1-15,-1 0-9 0,17 6 7 0,-17-6 0 16,0 0 3-16,0 0-5 16,0 0-2-16,1 0-2 0,16 3-3 0,-17-3-42 0,0 0-65 15,0 0-10-15,0 0-24 0,0 0-82 0,0 0-77 16,0 1-57-16</inkml:trace>
  <inkml:trace contextRef="#ctx0" brushRef="#br0" timeOffset="100904.8">1129 6727 1422 0,'0'0'159'15,"0"0"21"-15,0 0-1 0,-1 0-157 16,1-1-33-16,0 1-5 0,0-1 5 0,3-17-2 16,-3 18 39-16,0-1 16 0,13-15 5 0,-5 11 1 15,1-1 0-15,0 1-8 0,2 0 2 0,0 0-2 0,1 2 3 16,1-1 0-16,-1 2-2 0,0-1 2 16,2 3-5-16,-1-2 0 0,2 0 0 0,1 2 0 0,0-2-1 0,0 1 6 15,-1-1-7-15,2 1 6 0,0-1-12 16,0 0-9-16,-1 2 3 0,0-2-3 0,3 1-1 0,-1 1-9 15,0-1 0-15,4 1-2 0,-2-2 4 0,2 0 11 16,0-1 4-16,-1 0 2 0,0 1 16 0,0 2-4 16,-3-1 0-16,1-1-2 0,-2 1-1 0,1 0 8 15,1 0-9-15,0-1 7 16,-1 1-20-16,-1-1-5 0,0 1 2 0,-2 1-4 0,-1-1 0 16,-1 0-5-16,-1 0 2 0,-2 1-3 0,0-2-7 15,-1 1 7-15,0 0-2 0,0 0 4 0,0 0 10 0,-2-1-2 16,0 1 3-16,1 0-2 0,0 1 0 0,-1-1 5 15,0 0-4-15,-7 1 4 16,0 0-12-16,0 0 0 0,16-4-2 0,-16 4 2 16,0 0-8-16,0 0-3 0,0 0 3 0,0 0-2 15,0 0 2-15,0 0-16 0,0-1-13 0,0 1-7 16,0-1-94-16,0 1-132 0,0-1-27 0,4-17-55 16,-4 18-282-16</inkml:trace>
  <inkml:trace contextRef="#ctx0" brushRef="#br0" timeOffset="102927.68">2436 5934 1889 0,'0'0'73'0,"0"1"-20"0,0-1 43 16,0 1 37-16,0-1-18 0,0 1 7 0,0-1-25 16,3 17-12-16,-3-17 1 0,0 0-50 0,0 0-19 15,0 0 0-15,0 1-6 0,0-1-2 0,1 1-11 16,7 15-10-16,-8-16-4 0,0 0-37 0,0 0-33 16,0 0-4-16,0 0-15 0,0 0-52 0,0 0-138 15,0 0-73-15</inkml:trace>
  <inkml:trace contextRef="#ctx0" brushRef="#br0" timeOffset="103057.13">2465 6104 2225 0,'0'9'60'0,"1"-1"-24"0,0-1-9 16,2-1 2-16,-1 0 10 0,-2-6-15 0,0 0-30 0,0 1-14 15,0-1-276-15</inkml:trace>
  <inkml:trace contextRef="#ctx0" brushRef="#br0" timeOffset="104989.71">2906 5162 532 0,'0'0'44'0,"0"0"5"0,0 0 21 15,-1 0 51-15,0 0-22 0,1 1-10 0,-1-1 21 16,-15 10-6-16,16-10 20 0,0 0-13 0,0 0-9 15,0 0-3-15,0 0-2 0,0 0-6 0,0 0-12 0,0 0-4 16,0 0-4-16,0 0-25 0,0 0-21 16,0 0 0-16,0 1-8 0,0-1-17 0,0 1 3 15,1-1-1-15,10 17 2 0,-11-17-6 0,1 0 4 16,18 5-1-16,-19-5 5 0,18 4 4 0,-10-3 17 16,3 1-5-16,-2-1 10 0,1 0 1 0,1 1-10 15,-1 0 0-15,2-1-6 0,1 2-6 0,1 0 1 0,2-1 0 16,0 2-1-16,0-1-7 0,-1-1 1 15,0 1-1-15,1 1 1 0,1-1 0 0,0 0-1 16,-1 0 0-16,0-1 0 0,0 0-6 0,3 0 7 16,1 0-5-16,0 0 9 0,1 0 10 0,1-1 11 15,-1 0 1-15,0 1 2 0,-1-2-10 0,0 0-11 16,0 1 1-16,2-1-4 0,0 0 2 0,1 0-8 16,2 0 3-16,0 0-5 0,-2 1 0 0,1-1 3 15,-2 0-2-15,-1 1 1 0,2 0-4 0,-2-1 4 0,2 1-3 16,0-1 6-16,1 1-4 15,-2-1-2-15,1 0 4 0,-1 0-4 0,-1 0 6 16,0-1 3-16,0 0-6 0,1 0 5 0,1-1-5 0,2 1 2 16,0 1 3-16,-1-1-2 0,-2 0 3 0,0 0-8 15,-1 0 1-15,-2 1-4 0,-1 0 0 0,1 0 1 16,1 0 3-16,0 1 0 0,1 0 7 0,-1 1 6 16,-1-1-2-16,-1 0 4 0,1 0 6 0,-2 1-12 15,0-1 2-15,0 1-6 0,-2-1 0 16,2-1-6-16,2 1 4 0,0-1-4 0,2 1 11 15,-1-1-8-15,-1 0 3 0,-1 0-5 0,1-1 3 16,-1 1-1-16,0 0 1 0,-1 0-1 0,1 0-2 16,1-1-2-16,1 0 4 0,0 1-1 0,0-1 27 0,-1 0 5 15,-1 1-1-15,0-1 0 0,-1 0-14 16,0 1-3-16,-1 0-1 0,1 0 0 0,-3 0-4 0,1 0-1 16,2-1 1-16,0 0-2 0,2 0-1 0,-1 0-4 15,-1 0 0-15,1 0-1 16,-1-1 2-16,0 1-1 0,-1-1 0 0,-1 1-1 0,0 1-2 15,-1-2 9-15,-1 1-1 0,2 0 3 0,-1 0 0 16,2 1 3-16,1-1-3 0,-2 0 3 0,0 1-1 16,-1 0 7-16,1-1-3 0,-1 1 4 0,0-1-3 15,-1 1-6-15,0 0 0 0,0-2-2 16,-2 1-2-16,1 1-6 0,-2-1 6 0,3 1-5 0,-1-1 7 16,2 1-3-16,-1 0 0 0,-1-1-2 0,-1 1-3 15,-1 0 4-15,0 0-3 0,-2 0 4 0,0 1-6 16,0-1 7-16,-2 0-3 0,-6 0 3 0,1 0-8 0,-1 0 3 15,17 2-1-15,-17-2 2 0,0 0-1 16,0 0-26-16,0 0-24 0,0 0-11 0,0 0-171 16,0 0-270-16,0 0-191 0</inkml:trace>
  <inkml:trace contextRef="#ctx0" brushRef="#br0" timeOffset="111234.08">1147 6723 1264 0,'0'0'151'0,"0"0"57"0,0 0 23 15,-1 0-141-15,0 0-10 0,1-1-48 0,-16-9 5 16,16 10-11-16,0 0 50 0,0-1-12 0,-1 1 0 0,0-1-7 16,1 1-14-16,-1-1-3 0,1 1 6 0,0 0-3 15,-1-1 17-15,1 1-20 0,-1-1 7 0,1 1-13 16,0-1-9-16,-1 1-4 0,1-1-8 0,0 1 4 15,0 0-4-15,1-1-1 0,15-11 0 0,-15 12-2 16,0 0-5-16,22-3 5 0,-14 2-2 0,-1-1 4 16,2 2 0-16,0-1 3 15,1 1 3-15,0 0-1 0,0-1 0 0,1 1 15 0,1-1-8 0,1 0 10 16,1 1-5-16,0 0 3 16,0 0-2-16,0-2 1 0,1 1-4 0,-1-1-1 15,1 0-1-15,-1 0-1 0,0-1-4 0,-1 1-7 0,0 0 4 16,0-2-6-16,-1 1-3 0,3 1 1 0,0-1-4 0,2 1 5 15,-1 0 2-15,-1 0-7 16,0 0 7-16,-1-1-8 0,0 2 6 0,0-1 12 16,-1 0-5-16,-2 0 9 0,1 0-11 0,-1-1 0 0,0 1 0 15,1 0-1-15,1 0-3 0,1 0-4 0,-2 1-3 16,3 0 1-16,-3 1 1 0,1 0-2 0,-2 0 4 16,0 1-3-16,0-1 8 0,-2 0-9 0,0 1-2 15,-2 1-2-15,1 1 0 0,-1-2 10 0,-1 0-3 16,-7-1 4-16,0 0-9 0,1 0-2 0,18 3 3 15,-19-3-2-15,0 0 1 0,0 0-7 0,0 0-24 16,1 0-1-16,-1 0-132 0,1 0-129 0,15 9-38 16,-16-9-62-16,0 0-434 0</inkml:trace>
  <inkml:trace contextRef="#ctx0" brushRef="#br0" timeOffset="115726.29">2902 5916 2016 0,'0'0'80'0,"0"0"31"16,4-17 17-16,-4 17-9 0,0-1-3 0,8-17-16 0,-8 18-12 15,0 0 14-15,0-1-30 0,0 1 9 0,0-1-6 16,0 1 5-16,0 0-30 0,1-1-15 0,-1 1-6 16,1 0-1-16,7 12-6 0,-8-2 1 15,-1 3 1-15,0 4-1 0,-1-1-4 0,-1 2 6 16,0-1-4-16,-2 1 3 0,0 2-13 0,0-2-2 15,0 1-1-15,1-3-1 0,0-2-3 0,2-2 2 16,0-3 1-16,2-9 0 0,0 1 0 0,0-1 1 16,0 0 2-16,0 1 2 0,0-1 14 0,0 1-15 15,0-1 2-15,11-5-7 0,-7-4 3 0,1-2 2 16,0-1 1-16,0-1 0 0,1-2-2 0,-2-2 2 16,1 1-2-16,-1 0 3 0,1-2 0 0,0 1-14 15,1-1 3-15,0 0-6 0,2 2 7 0,0 1-6 16,1 0 2-16,0 3-6 0,0 0 0 0,-1 3 1 15,0 1-2-15,-2 1 3 0,1 2 5 0,-1 3-1 16,-1 0 2-16,-5 2-2 0,2 0 3 0,-2 0 0 16,0 0 4-16,18 4-2 0,-18-4 5 0,0 0-6 15,0 1-4-15,13 17 1 0,-13-18 3 0,5 16-3 0,-2-6 3 16,-1 2-3-16,0 1-1 0,0 1 1 0,0 0 2 16,-1 1 0-16,0 0 2 0,0 0-4 0,0-1-1 15,0-1-1-15,0 0 5 0,1-1-5 0,-1-1 2 16,1-1-6-16,0-2 2 0,1 0-77 0,0-3-10 15,-3-5-34-15,0 0-115 0,1 0-21 0,16 9-15 16,-17-9-5-16,1 0-88 0</inkml:trace>
  <inkml:trace contextRef="#ctx0" brushRef="#br0" timeOffset="116080.01">3298 5849 1878 0,'0'0'246'0,"0"0"-56"16,0 0-25-16,-1 0-5 0,1 0-63 0,-15-3 3 16,15 3-9-16,-2 0 4 0,2 1-33 0,-18 14-6 15,13-8-2-15,1 2-3 0,0 1-15 0,0 2-21 16,0 2 1-16,1 1-7 0,0 1-3 0,0 0-4 16,3-2-1-16,-2-1 0 0,1-2 4 0,2 1-5 15,1-2 1-15,1-1-3 0,1-1 2 0,2-3 9 16,-1-1 3-16,3-1 4 0,1-2 24 0,0-1 4 15,1-2 3-15,1-3-1 0,0 0 0 0,1-2-9 16,-2-2 4-16,2 0-7 0,-2-2-9 0,-1 1 2 16,0 1-6-16,-2-1 6 0,-1 0-2 0,-1 0-5 15,-1 0-5-15,-2 1 0 0,-1-1-15 0,-1 1 0 16,-2 0 0-16,-1 2-1 0,1 1-8 0,-2 1-10 0,1 2-4 16,-3 0-3-16,-2 1-31 0,0 1-26 15,1 1-4-15,-2 1-9 0,0 1-24 0,0 0-3 0,1 0-20 16,0 0 2-16,1 0-98 0,7-2-114 15,0 0-51-15</inkml:trace>
  <inkml:trace contextRef="#ctx0" brushRef="#br0" timeOffset="116508.72">3460 5811 1484 0,'0'0'115'0,"0"0"98"0,1 0-6 0,0 1-62 16,-1-1 21-16,15 19-31 0,-15-19 41 0,0 0-49 15,0 18 2-15,0-18-20 0,-2 17-18 0,0-7-29 16,1 1-1-16,0 1-11 0,-1 1-13 0,0 2-14 0,0 1 6 16,-1-2-10-16,1 2-2 0,-1-3-2 15,1-1-5-15,0 1 4 0,-1-2-4 0,0 0-6 0,1-1 6 16,0-2-6-16,1-2 6 0,1-6 3 16,0 1-4-16,0-1 4 0,0 1-5 0,0-1-21 15,0 1 4-15,0-1-10 0,0 0 7 0,1 0 0 16,0 0 0-16,15-15 1 0,-9 5 7 0,-2-2 6 15,2-1 2-15,0-1 2 0,-1-1 1 0,1 0-1 16,-2-2-1-16,1 0-1 0,1 0-2 0,-2 1-2 16,2 0 1-16,1 3 0 0,-2 0 5 0,1 1-5 15,-2 2-1-15,2 1-1 0,-2 1 1 0,2 1 10 16,-2 0-2-16,1 1 3 0,0 1-5 0,-1 2 6 16,0 1-2-16,-5 2 3 0,1 0 0 0,-1 0 0 15,1 0 3-15,16 10-2 0,-17-10 1 0,0 1-2 16,6 21-2-16,-6-11 1 0,0 2 2 0,0 2 0 15,-2 0 5-15,1 3-3 0,-1-1 1 0,2 1-3 16,0 0-5-16,-1-2 1 0,0 0-11 0,1-4 1 0,0 0 0 16,1-1-1-16,1-2-64 0,0-1-92 0,0-2-11 15,-2-6-27-15,0 1-40 16,1-1-38-16,-1 1-7 0,22 4-21 0,-15-9-126 0</inkml:trace>
  <inkml:trace contextRef="#ctx0" brushRef="#br0" timeOffset="116833.03">3747 5959 444 0,'0'0'68'15,"0"0"227"-15,0 0 17 0,0 0-58 0,0 0-49 0,0 0-13 16,0 0-10-16,0 1-3 0,4 15-44 0,-4-16-40 16,0 1-4-16,0-1-15 0,0 1-47 0,5 16-7 15,-5-17-2-15,1 0 1 0,-1 0 5 0,20 6 21 16,-12-6-3-16,2-1 12 0,0-2 21 0,1 1 9 16,1-2-10-16,-1-2 6 0,0 0-29 0,2-2-10 15,-3 0 4-15,-1 0-6 0,2 0-2 0,-3 0-7 16,1 1 6-16,-2-1-5 0,-2 2 15 0,-2 0 5 0,-3 6-5 15,0 0 5-15,0-1 0 0,-5-18-14 0,5 19 3 16,-12-10-10-16,3 5-10 16,-1 0-11-16,0 1-1 0,-1 2-3 0,1 1-15 0,-3 1 5 15,1 3-6-15,0 1 6 0,-1 3-11 0,1 3 6 16,-1 0-1-16,3 4 2 0,0 1-9 0,3 1 11 16,-1 2-5-16,2-2 8 0,2 0-2 0,2-1-3 0,0 1 4 15,3-1-4-15,0-2 3 0,4 0-2 0,0-1-1 16,2-2 0-16,1 1-13 0,2-3-154 0,1 0-11 15,1-2-72-15,2-2-234 0</inkml:trace>
  <inkml:trace contextRef="#ctx0" brushRef="#br0" timeOffset="117439.22">4667 5852 2163 0,'-9'1'140'0,"1"-1"51"0,0 1 17 15,0 2-58-15,0 0-30 0,-5-1-28 0,4 4-10 16,0 3 12-16,0 1-25 0,1 2-10 0,-1 2-1 0,2 2-3 16,0 1-5-16,0 0-21 0,3 1 0 0,1-2-7 15,-1-1 0-15,1-1-10 0,2-2 2 16,2-1-7-16,0-3-7 0,2-1 0 0,1-3 2 16,2-2 1-16,2-1 24 0,0-3 37 0,4-1-2 0,-1-2 13 15,2-3-21-15,0-3-25 0,0-1-2 16,0-2-7-16,1 1-5 0,-3-1 0 0,0 0-1 15,-2 0-1-15,-2-1-7 0,-2 1-4 0,-2 1-1 16,-3 0-1-16,-2 0 0 0,-4 0 0 0,0 1 0 16,-4 0 0-16,-1 2 0 0,-1 2 0 0,-1 2-4 0,0 1 0 0,0 3-24 15,-1 1-6-15,0 2-6 16,2 1 0-16,0 2-22 0,2 1 4 0,2 0 1 16,3 2-1-16,1-1-19 0,2-2-103 0,2-4-2 15,0 1-40-15,0-1-49 0,2 18-16 0,-2-18-6 16,13 6-9-16,0-5-76 0</inkml:trace>
  <inkml:trace contextRef="#ctx0" brushRef="#br0" timeOffset="117701.12">4972 5712 1210 0,'9'-3'242'0,"-3"-1"3"0,-6 4-33 0,1 0 18 16,-1 0-76-16,1-1 53 0,0 1-22 0,-1 0 26 15,0 0-80-15,0 0-8 0,0 0-11 16,0 0 4-16,0 0-22 0,-1 1-14 0,-16 12-1 0,17-13-7 15,0 0-20-15,-11 22-8 0,5-13-3 16,3 1-1-16,-2 2-11 0,3 3-13 0,-1 2-5 0,-1 4-3 16,1 1-8-16,0 3 0 15,1 1 2-15,0 3-1 0,-1-1-4 0,1 2 6 0,-1 1 1 16,0 2 2-16,1 1-6 0,-2 1 4 0,2-1-4 16,0-3 3-16,-1 0-6 0,1 0 3 0,-1-4-1 15,0 1 0-15,0-4-24 0,1-4-59 0,-1-3-9 0,1-3-24 16,-1-1-85-16,1-5-72 0,2-8-15 15,0 1-33-15,-1-1-189 0</inkml:trace>
  <inkml:trace contextRef="#ctx0" brushRef="#br0" timeOffset="117881.14">4731 5941 2564 0,'0'0'186'0,"1"0"-61"0,15-9-1 16,-8 5-19-16,1 1 1 0,1 1-13 0,2 0-6 0,2 1-4 15,2 1-31-15,0-2-10 0,2 2-3 16,1 0-5-16,-2-1-21 0,2 2-5 0,-1 0 1 0,-2 0-4 16,1 2 0-16,0-2-4 0,1 1 3 15,1 0-4-15,1-2-8 0,1 1-167 0,-1 1-14 16,0-2-73-16,1-1-211 0</inkml:trace>
  <inkml:trace contextRef="#ctx0" brushRef="#br0" timeOffset="118336.23">5744 5881 16 0,'-10'3'927'15,"2"1"-384"-15,2 1 483 0,6-5-937 0,0 0-25 0,-1 0-18 16,0 1-9-16,1-1-1 0,-1 19 6 0,9-15-5 0,2-1 12 16,3-1-4-16,3-1 8 0,3 0 9 15,0-2-1-15,2-2 0 0,1 1-2 0,-1-1-13 0,3 0-15 16,-2-1 4-16,1-1-8 0,-2 2-4 16,-3-1-7-16,-1 1-2 0,-3 1-2 0,-2-2-3 0,-1 2-22 15,-2 0-9-15,-2-1-10 0,-7 3-72 0,0 0-52 16,0 0-10-16,1 0-18 15,0 0-66-15,-1-1-63 0,0 1-12 0</inkml:trace>
  <inkml:trace contextRef="#ctx0" brushRef="#br0" timeOffset="119487.6">5953 5725 1783 0,'-2'-5'234'0,"2"5"-45"0,0-1 1 0,0 1-20 15,0-1-23-15,0 1-41 0,-1-1 4 0,1 1-21 16,-18-8-28-16,18 8-20 0,-8 12-2 0,3-3-6 0,-2 2-2 15,2 2-10-15,0 2-1 0,0 2-3 16,0 1-11-16,0 2-1 0,-1 1 2 0,1 1-2 16,1 1 2-16,1 0 1 0,-1 0-6 0,1-1 4 15,1-1-11-15,0 0 5 0,2-1-2 0,-1-2 2 0,1 0-1 16,2-5-1-16,1 0 2 0,0-4 0 0,2-1-1 16,0-3 13-16,3-1 0 0,1-3 8 0,3-1 18 15,0-3 1-15,0-2-1 0,1-2-1 0,1-2-18 0,0-2-3 16,0-2-2-1,0 0 1-15,-1-3 0 0,1 0 4 0,-2 1-4 0,1 0 2 0,-3 1-13 0,0 2-1 16,-3-2 3 0,0 2-2-16,1 0 1 0,-2 3-3 0,0 1-4 15,-1 3 0-15,-5 5 1 0,0 0-5 0,0 0 3 0,0 0-4 16,0 0 2-16,0 0-5 0,0 0 2 0,0 0-3 16,-2 19-5-16,-1-7-2 0,-2 0-3 0,0 2 2 0,0-1 10 15,1 1 0-15,-1 1 5 0,2 1-4 0,0-1 4 16,-1 0 3-16,4-2-2 0,-2-1 2 0,4 0-11 15,-2-2 7-15,3 0-6 16,-1-3 7-16,2-1 4 0,2-2 16 0,1 0 2 0,2-2 5 16,-1-1 14-16,0-1 5 0,3-3 1 0,0-1 1 15,0-2-5-15,1-1-2 0,0-3 0 0,1 0-2 16,-1-2-9-16,1-2 2 0,0 0-3 0,-1-1 4 16,0 1-4-16,-2 1-7 0,-2-2 1 0,-1 1-4 0,-2 0-1 15,0 0-5-15,0 0 2 0,-1 3-3 0,-1 0-6 0,0 2 1 16,0 2-2-1,-3 7 2-15,0 0-3 0,0 0-3 0,0-1 0 16,0 1 0-16,0-1 5 0,0 1-15 0,0-1 3 0,0 1-8 16,0 0 7-16,0 0 2 0,0 0-1 0,0 0 3 15,0 0 3-15,0 1-6 0,0-1 3 0,-3 19-3 16,3-19 1-16,0 1 1 0,0-1-1 0,6 16 1 16,-6-16 8-16,0 1-4 0,0-1 5 0,1 1-3 15,15 16 3-15,-16-17-1 0,1 0 0 16,0 1-2-16,-1-1 0 0,16 19 2 0,-16-19-5 0,0 1 4 15,1-1-3-15,12 18-1 0,-13-18 4 0,0 0-3 16,9 18-1-16,-9-18 10 0,0 1-5 0,7 16 6 16,-7-17-7-16,0 1 2 0,0-1 4 0,1 0 2 15,10 16 10-15,-11-16-1 0,0 0-2 0,1 0 0 16,-1 0 6-16,19 0 2 0,-19 0-2 0,1 0-1 16,17-13-13-16,-10 5 6 0,0 0-3 0,1-1 4 0,0 1-13 15,-1-2 0-15,1 0 0 0,-2 0 0 0,-1-1 0 16,1 2 0-16,-1-1 0 15,-1 1 0-15,-1 1 0 0,-2 0 0 0,-1 2 0 16,2 0 0-16,-3 6 0 0,0-1 0 0,0 1 0 16,5-16 0-16,-5 16-2 0,0 0-19 0,0 0 3 15,0-1-9-15,0 1-7 0,0-1-3 0,0 1 1 0,0 0-1 16,0-1 3-16,0 1 2 0,0-1 2 16,0 1 1-16,0 0-3 0,0 0 8 0,0 0-6 15,0 0 6-15,0 0-4 0,0 0 6 0,0 0 0 16,-1 0 4-16,0 1 2 0,1-1 5 0,-1 1 3 0,-8 16 0 0,9-17 4 15,0 0 4-15,0 1-3 0,-7 15 3 0,7-16-2 16,0 0 9-16,-6 16-8 16,6-16 8-16,0 1-12 0,-6 18 12 0,6-19 0 15,0 0 4-15,-4 20-7 0,3-12-1 0,0 1 2 16,1 0 0-16,0 0 5 0,-2 1 0 0,2 1 0 16,-1 0 2-16,0-1 1 0,0 0 3 0,1 0-5 15,1-1 4-15,0-1 5 0,1-1-5 0,-1-1 7 0,3-1-9 16,-1 0 0-16,-3-5 18 0,0 0-6 0,1 0 11 15,16 6 6-15,-17-6-5 0,0 0 1 0,0 0-3 16,22-8-8-16,-15 3-7 0,1 0 5 0,0-1-6 16,-1-1-3-16,1 1-12 0,1-2 0 0,-2 0-4 15,0-1 0-15,0 0 0 0,0 2 0 0,-1-1 0 16,0 2 0-16,-2-2 0 0,0 1 0 0,0 2 0 16,0-1 0-16,-1 0 0 0,-1 0 0 0,1 1 0 0,-3 5 0 15,0-1 0-15,0 1-4 16,6-18 1-16,-6 18-14 0,0-1-8 0,0 1 1 15,0-1-7-15,-2-15-21 0,2 16-21 0,0 0-8 16,0-1-5-16,0 1-48 0,0-1-51 0,0 1-18 0,-1 0-16 16,0-1-102-16,-6-15-135 0,7 16-99 0</inkml:trace>
  <inkml:trace contextRef="#ctx0" brushRef="#br0" timeOffset="119849.94">6767 5946 2116 0,'0'0'229'0,"0"0"-43"0,0 0-14 0,0 0-9 0,-1 0-48 16,1 0 26-16,-1 1-14 15,1-1 12-15,-17 15-61 0,17-15-23 0,-9 13-6 16,4-5-4-16,1 3-15 0,-1-1 5 0,0 1-2 15,1 2 1-15,-2-1-9 0,4-1-15 0,0-1 3 0,0-2-8 16,2-1 1-16,1-1 2 0,1-1 0 0,-2-5 2 16,0 0 11-16,0 1 5 0,1-1 1 0,21 9 0 15,-14-10-3-15,1-2-6 0,2-2 5 0,0-1-6 16,2-2 2-16,1-1-4 0,-1-1-2 0,0-1 0 16,1 1 0-16,-3-1-10 0,0 1 1 15,-3 1-4-15,-1-1 0 0,-3 2 0 0,0-2 0 16,-4 0 0-16,0 3 0 0,-4 0 0 0,1 0 0 15,-4 2-1-15,-1-1-20 0,-2 0-70 0,-1 3-4 16,-1 0-30-16,-2 1-76 0,0 2-189 0,-2-2-114 0</inkml:trace>
  <inkml:trace contextRef="#ctx0" brushRef="#br0" timeOffset="120254.48">7255 5934 2542 0,'0'0'126'0,"0"0"52"16,0 0-38-16,-1 0-45 0,-15 2 8 0,16-2-18 15,0 0 10-15,0 0-35 0,0 1 0 0,-8 20-11 16,8-20 3-16,-3 16-20 0,2-8 2 0,0 1-10 16,-1 2-6-16,-1 3-8 0,1 1 6 0,0 4-6 15,1 2 6-15,-2 2-1 0,-1 2 1 0,1 2-1 16,-2 0 2-16,0 0-9 0,0-1-4 0,0 0-1 0,-1-2-1 15,0-1-1-15,4-3-1 16,0-4-2-16,-1-2-27 0,2-3-59 0,1-3-10 16,0-9-19-16,0 1-57 0,0-1-34 0,0 1 2 0,0-1-17 15,0 0-32-15,8-6-149 0,-3-6-71 0</inkml:trace>
  <inkml:trace contextRef="#ctx0" brushRef="#br0" timeOffset="120546.23">7220 6068 939 0,'-5'-24'259'0,"2"1"-69"0,-1 2-11 0,0 3-24 15,1 2-54-15,0 3 12 0,0 2-4 0,1 3 4 0,0 1-24 16,2 7-2-16,0 0-2 0,0-1-2 0,0 1-30 16,0-1-14-16,0 1-4 0,0-1-3 0,0 1-9 15,0 0 20-15,0-1-3 16,17-6 9-16,-8 7 0 0,2-1 0 0,3 0 2 16,0-1 0-16,2-1 3 0,2-2 2 0,1 1-7 0,1-1 5 15,0 1-20-15,0 0-9 0,-1 0 2 16,-2 0-3-16,-2 3 19 0,-2 1 5 0,-2 0 1 15,-1 3 1-15,-3 0 6 0,-3 1-17 0,-1 2-1 16,-2 1-6-16,-2 0-3 0,-3 3-10 0,-1 2 1 16,-4-1-6-16,-1 3-9 0,-2 0-8 0,-1-2 3 15,1 3-4-15,-2-1 4 0,2 0-11 0,-3 2 0 0,2-3-5 16,0 1-8-16,1-2-67 0,1-1 1 0,1-2-29 16,0-1-31-16,2-3-27 0,1 0-3 15,7-5-11-15,-1 0-32 0,1 0-43 0,0 0-14 0,-1 0-23 16,1 0-177-16</inkml:trace>
  <inkml:trace contextRef="#ctx0" brushRef="#br0" timeOffset="121185.9">7420 5985 1131 0,'7'-3'140'15,"-7"3"252"-15,0 0-190 0,0 0-63 0,0 0 4 16,17 5-22-16,-17-5-6 0,0 1-24 0,0-1-8 0,7 22-7 16,-7-22-32-16,0 1-25 0,8 19 4 0,-8-20-10 15,1 0 12-15,-1 1 3 0,19 13 5 0,-19-14-1 0,15 2 23 16,-6-3 12-16,2 0 1 0,0-3 4 0,1-2 7 15,2-2-6-15,-1 1-1 16,2-3-2-16,-1 2-16 0,0-1-21 0,0-2 3 16,-4 2-8-16,1 0-2 0,-2 0 3 0,-1 0 2 0,-3 1 1 15,-1-1 9-15,-3 1 5 0,-1 1-5 0,-1 0 3 16,-2 0-9-16,-2 1-14 0,-1-1-2 16,-1 2-5-16,-2-1-13 0,0 1-10 0,1 2 2 0,-1 1-6 15,1 0-2-15,-2 3-3 0,-2 0-7 0,1 3 3 16,-1 2-13-16,0 2 1 0,-1 2 5 0,1 3-2 15,1 0 16-15,-1 3 1 0,1-1 5 0,2 1-2 16,0-2 4-16,3 2 2 0,2-1-7 0,0 0 6 16,2-2-9-16,2 0 4 0,2-2-4 15,2-1 3-15,3-1-13 0,1-2 2 0,1 0 1 0,2-2 1 16,0-1 16-16,2-3-3 0,0-1 2 16,2-1-3-16,-1-1-3 0,2-4-16 0,0 0-7 15,0-3-5-15,1-1-25 0,0 0 5 16,2-2 7-16,-2-1-1 0,0-1 35 0,-1 0 19 0,-2 1 0 0,-1 0 5 15,-1 0-1-15,-2 1 12 0,0-2-5 0,-2 5 7 16,-3-1 2-16,-1 2 19 0,-4 8 7 0,0 0 6 16,0-1 47-16,0 1-17 0,0-1-3 0,0 1-10 15,0-1-43-15,0 1-13 0,-20-6-1 0,14 11-3 16,-1 1-3-16,0 3-1 0,0 1-1 0,-2 0 0 16,2 2 5-16,1-1 3 0,2-2-4 15,1-1 1-15,0-1-18 0,3-1 10 0,0-6-1 16,0 1 7-16,0-1 9 0,0 1 4 0,0-1 3 0,20 14-1 15,-20-14 9-15,16-4-13 0,-7 3 3 0,1-3-6 16,1-2-2-16,-2-1 3 0,1-2-5 0,0 0 4 16,-1 1-8-16,-1 1 5 0,-2 0 4 0,-2-1-1 15,-2 1-9-15,-2 2 2 0,-1-2-10 16,-1 1 4-16,0-1-13 0,-1 1-15 16,-2 1 3-16,-2 1-7 0,-1 0-10 0,-1 1-32 0,1 1-2 15,-1 0-16-15,1 1-59 0,0 0-81 0,2 1-15 16,0-1-27-16,6 1-82 0,0 0-159 0</inkml:trace>
  <inkml:trace contextRef="#ctx0" brushRef="#br0" timeOffset="121446.45">7915 5852 872 0,'5'2'139'0,"3"-2"186"0,-3 1 23 16,-5-1-80-16,1 0-78 0,0 0-24 0,-1 0-8 0,16 10-3 15,-16-10-21-15,0 0-2 0,0 0-3 0,0 1 0 16,-1 18-22-16,1-19-19 0,0 0-2 0,-7 20-7 15,7-20-10-15,-6 16-30 0,4-6 0 16,0 0-12-16,-1 0-12 0,1 1-1 0,-1-1 0 16,1 2-1-16,-1 1 3 0,0 0-8 0,1 4-1 0,-3 1-3 15,1 2-1-15,-2 1-1 0,-1 1 1 16,-1 2-1-16,1 1-1 0,-1-2 1 0,-1 0-2 16,2 2 2-16,-1-2-1 0,1 1-1 0,1-2 5 15,1-5-5-15,0 0-6 0,1-4-39 0,1-1-11 16,1-4-13-16,2-8-72 0,0 0-26 0,0 0-18 0,0 1-5 15,0-1-78-15,0 1-67 0,0-1-41 0</inkml:trace>
  <inkml:trace contextRef="#ctx0" brushRef="#br0" timeOffset="121746.98">7863 5977 721 0,'8'-15'113'0,"1"2"214"15,-2 0 20-15,0 0-89 0,-1 2-110 0,0 2-21 0,-2 2 5 16,-4 7-6-16,0 0 26 0,0-1-22 0,0 1-11 15,0 0-6-15,0-1-58 0,1 1-29 0,-1 0-4 16,1 0-11-16,16-1-14 0,-17 1 5 0,16 3 3 16,-6-2 1-16,2 0 12 0,0 0 7 0,1 0 0 0,3 0 5 15,-2 1 18-15,1 0 10 0,1 1 4 16,-2 1 1-16,-1 0 12 0,0 1-12 0,-4 0 2 16,0 1-7-16,-3 3-8 0,-1-2-8 0,-3 3 2 0,-2-2-4 15,-2 0-8-15,-4 1-23 0,-2 1 5 16,-2 2-11-16,-3-1 0 0,-2 3-5 0,0-1-4 15,-2 1-1-15,1 1-4 0,-1-2-4 0,-1 0-14 16,1-2 0-16,0-1-82 0,1-1-19 0,2-1-10 0,-1-3-2 16,3 0-25-16,1-2-44 0,1-2-5 0,4 0-24 15,6-1-114-15</inkml:trace>
  <inkml:trace contextRef="#ctx0" brushRef="#br0" timeOffset="122312.39">8203 5697 1878 0,'0'0'118'0,"0"0"211"16,0 0-221-16,0 0-5 0,0 0 14 0,0 1-10 0,4 16 33 16,-4-17-24-16,0 1-1 15,0 17-10-15,0-7-19 0,-1-2-18 0,0 2 3 16,0 0-10-16,-2 1-11 0,1 2-31 15,-2 4 5-15,1 1-13 0,-2 0 0 0,0 3-4 0,-1 0 2 16,0-1-1-16,1 0 9 0,-1 0-10 0,1-2-1 0,0 0-3 16,1-1-3-16,-1-2 0 0,1-1 2 15,1-1-3-15,0-2-12 0,2-1-40 0,-1-2-6 16,2-2-16-16,0-7-56 0,0 0-2 16,0 1-3-16,0-1 5 0,1 1 18 0,15 10 36 0,-16-11 2 0,1 0 15 15,-1 0 40-15,16-8 17 0,-16 8 4 0,0 0 4 0,1 0 6 16,-1 0-4-16,0 0-2 15,17-7 1-15,-17 7 4 0,0 0 4 16,0 0 0-16,0 0 0 0,1 0 2 0,-1 0 1 0,20 3 3 0,-20-3-1 16,1 0 2-16,18-2-3 0,-19 2 4 0,17-6-1 15,-6 1 18-15,0 0 18 0,1-2-4 0,1-2 8 16,1 0-6-16,4-1-8 0,0-1-4 0,-1 0-3 16,-2 0-15-16,0-1 0 0,-2 1-2 0,-1 1 1 15,-2 0-7-15,-2 1 7 0,0-1-3 0,-4 1 4 16,0 0 3-16,-2 1 13 0,-2 1-1 15,0 1 5-15,-2 1 2 0,-2 1-1 16,-1 0-4-16,0 1-1 0,-3 1-22 0,-1 1-12 0,1 1 3 16,-4 2-6-16,0 2-8 0,-1 2-2 0,-3 2-1 15,0 4 2-15,-1 2 2 0,2 1-2 0,2 1-1 16,3 0 2-16,0 1 1 0,0 0-4 0,4 2 1 16,-1-1-1-16,3 0 11 0,0-1-8 0,0-1 3 15,4-2-6-15,0-2 0 0,1 0-9 0,2-2-8 16,0-2-2-16,2-2-42 0,2 0-90 0,1 0-14 0,2-2-36 15,3-2-120-15,2-4-156 0</inkml:trace>
  <inkml:trace contextRef="#ctx0" brushRef="#br0" timeOffset="123017.69">9228 5726 1794 0,'-7'-2'108'0,"-2"-1"-7"15,1 2 45-15,1 0-9 0,0 1-3 0,7 0-14 0,-1 0-2 16,-17 6 2-16,18-6-6 15,0 0-27-15,-15 17-3 0,10-7-3 0,0 0 1 16,1 5-8-16,0 1-31 0,0 1-2 0,1 6-11 16,-2 0-21-16,0 5-5 0,-2 0 2 0,-2 3-4 0,1-1-2 15,-2 2 2-15,0 0-1 0,-1 2 3 0,-1 0-2 0,1-3 1 16,1-3 5-16,1-5-3 16,3-2 3-16,0-5 5 0,2-2-6 0,1-4 6 15,2-2-13-15,1-8 0 0,0 0-5 0,0 0 4 0,0 0-10 16,12-1 4-16,-4-6-4 0,2-6 3 0,1-2 0 0,2-4 4 15,0-3 2-15,0-2 1 0,1-1 9 0,0-1-2 16,0 1 2-16,-1 2-4 0,0 0-2 16,-1 4 7-16,-2 0-1 0,0 3 3 0,0 1 5 15,-3 2-8-15,0 3 8 0,0 1-5 0,-2 1 36 0,-1 3-8 16,-4 5 1-16,0 0-6 0,0-1-15 16,0 1-2-16,1-1 0 0,0 1-2 0,-1 0-8 0,0 0-1 15,17 12 1-15,-16-1 0 0,1 0 4 0,-2 4 4 16,0 0-4-16,0 2 4 0,-2 1-8 0,1 0-4 15,-1 1 3-15,1 0-3 16,-1-1-1-16,1-1-2 0,0-1-1 0,1-1-1 0,0-1-23 16,1-2-74-16,1 0-3 0,0-2-30 0,1-1-57 15,1-1-48-15,-1-2-15 0,2-2-15 0,-5-4-97 16,0 0-112-16,1 0-140 0</inkml:trace>
  <inkml:trace contextRef="#ctx0" brushRef="#br0" timeOffset="123427.97">9493 6016 1543 0,'2'-9'298'0,"1"3"-27"0,-3 6-24 0,0 0 1 0,0-1-65 15,0 1-30-15,0-1-7 0,-8-17-10 0,8 18-42 16,0 0-12-16,0 0-4 0,-19-10-4 16,19 10-24-16,-1 0-19 0,-15 1 4 0,16-1-9 15,-1 0 2-15,-17 4-18 0,18-4 1 0,0 1-7 16,-21 13-2-16,11-6-15 0,1 2 5 0,0 3-9 0,-1 1 10 15,2 1 2-15,0 1-1 0,0-1 2 0,0-1 3 16,3-1-5-16,0-1 2 0,3-2-2 0,2-1 2 16,-1-2-26-16,1-7 5 0,0 0-11 0,0 1 10 15,1-1 18-15,-1 0-1 0,21 11 8 0,-13-15 6 0,2-3 1 16,2-1-1-16,0-2-1 0,3-1-4 0,-2-1 2 16,3 0-2-16,-2-1 0 0,2 0 2 0,-3 2 7 15,0 0 2-15,-3 3-1 0,-2-1 1 16,-3 4 3-16,-5 5-3 0,0 0 3 0,0 0 7 15,0 0 0-15,0 0 1 0,0 0-3 0,0 0-8 16,0 0-5-16,0 1-2 0,0 20-1 16,0-21-2-16,-5 17-3 0,3-8 4 0,1 0-3 0,0 2 6 15,0-2-7-15,0 0-1 0,1-1-2 16,0-1 3-16,0-1-62 0,1 0-8 0,-1-6-24 16,0 1-71-16,0-1-53 0,1 1 1 0,10 15-23 15,-11-16-26-15,0 0 2 0,0 0-5 0,23-7-9 16,-16 2-132-16</inkml:trace>
  <inkml:trace contextRef="#ctx0" brushRef="#br0" timeOffset="123715.68">9668 6046 436 0,'12'-13'148'0,"-2"0"264"0,1 0-76 16,-3 3-35-16,0 0-10 0,-2 1-12 0,0 1-53 0,-3 2-61 15,-3 6 4-15,0-1-24 0,0 1-5 0,0-1-20 16,0 1 0-16,0 0-12 0,-17-13-44 0,17 13-19 16,-1 0-2-16,-19 4-6 0,11 0 1 0,-1 1-15 15,2 0-1-15,-3 0-5 16,1 1-11-16,0-1-2 0,1 0-1 0,2 0-1 0,1 0-3 0,0-2-2 15,2 2-2-15,4-5 1 16,-1 0-6-16,1 0-7 0,-1 1 4 0,1-1-4 16,-4 16 11-16,4-16 8 0,1 0-3 0,17 7 4 0,-7-4-3 15,0 0 4-15,4 1 2 0,-1 0 2 0,-2-1-1 16,1 0 4-16,-1 0-5 0,0 1 4 0,-2 0-7 16,-2 0-3-16,-1 2 3 0,-2 0-3 0,-2 0 5 0,-1 1 7 15,-2 1 2-15,0 0 1 0,-3 1 10 0,-2 0-5 16,-2 2 0-16,-2 0-2 0,-2 1-10 15,-1-1-8-15,1-1 0 0,-1-1-8 16,-2-3-40-16,2 0-108 0,-1 0-12 0,2-2-43 0,1 0-141 0</inkml:trace>
  <inkml:trace contextRef="#ctx0" brushRef="#br0" timeOffset="124262.92">10380 5679 2092 0,'0'0'114'0,"0"0"16"0,0 1 17 16,-5 18-26-16,4-11-25 0,-3 1-36 0,2 5 5 0,-1 3-8 15,0 2-7-15,-3 1-2 16,0 1-1-16,-1 2 3 0,1 1 3 0,-3 0-19 15,1 1-1-15,0 0-5 0,0-1-6 0,0-2-9 0,0-3 3 16,3 0-5-16,0-1-2 0,2-1-7 16,0-3 4-16,0-3-4 0,2-1 3 0,1-3-37 15,0-7-5-15,0 0-17 0,0 1-45 0,0-1-39 0,0 0 0 16,0 0-14-16,0 0-16 0,12-10-123 0,-9-1-40 16</inkml:trace>
  <inkml:trace contextRef="#ctx0" brushRef="#br0" timeOffset="124782.92">10328 5675 983 0,'4'-12'226'0,"0"1"-24"0,0 1 5 0,0 3-15 16,0 0-9-16,1 2 13 0,-5 5-9 15,0 0 1-15,0 0-75 0,1-1-1 0,16-6-6 16,-17 7 3-16,0 0-17 0,1 0-19 16,17 10 3-16,-18-10-8 0,0 1-1 0,21 11-4 0,-13-8-4 0,3 1-2 15,-2-1-19-15,0 1-20 0,1 0 2 0,0 0-8 16,-1 0 1-16,3 1-3 15,-2 0 2-15,1 1-3 0,-2-1 2 0,-2 1 3 0,-2 0 0 16,-2 1 3-16,0-1 8 0,-3 0-5 0,0 1-2 16,-3-1-3-16,0 2-8 0,-2-1 0 0,-2 0-2 0,-1 0 0 15,-1 0-11-15,-1 1 1 0,0 0 2 0,1 0 0 16,1 0 9-16,-2-2-9 0,2 1 2 0,1-1-4 16,-3 0 9-16,2-1-2 0,0 0 3 15,0-1-5-15,0-1 0 0,2 0 0 0,0-1 0 0,6-3 1 16,0 0-3-16,-1 0-3 0,1 0-3 15,0 0 2-15,-1 1 0 0,1-1 10 0,0 1-2 0,0-1 6 16,1 0-2-16,18 7 0 0,-10-8 1 0,1 0-1 16,-1 1-6-16,2 0 1 15,-2 0 0-15,1 1 1 0,0 0 0 0,-2 0 0 16,0 1-2-16,0 0 1 0,0 1-2 0,-1 0 1 16,0 0 2-16,-1 1 0 0,-2 0 5 0,0 1-8 15,-4-5 6-15,0 1-5 0,0-1 7 0,6 22-3 16,-6-22 1-16,0 1-1 0,-10 18 7 0,4-12-2 15,-2 1-2-15,-1 1 2 0,-1 0-1 0,-1 0-5 16,-1 1-1-16,2 1-1 0,-1-1 6 0,0-2-4 16,1 1 3-16,-1-1-3 0,1 0-2 0,-1-1 0 15,3 0-1-15,0-2 0 0,1 0 5 0,0-1-21 0,1 1-4 16,1-1-10-16,5-4-36 0,0 0-66 0,-1 0-10 16,-15 8-29-16,16-8-115 0,0 0-137 0,0 0-93 15</inkml:trace>
  <inkml:trace contextRef="#ctx0" brushRef="#br0" timeOffset="124949.29">10591 6091 2351 0,'-1'6'31'0,"1"-6"36"0,0 1-24 15,0-1 27-15,-3 18-46 0,3-18-152 16,0 0-53-16,0 0 78 0,-1 0 1119 0</inkml:trace>
  <inkml:trace contextRef="#ctx0" brushRef="#br0" timeOffset="125710.06">11164 5824 2714 0,'0'0'135'0,"0"0"-21"0,0 0 10 16,0 0-14-16,0 0-45 0,-1 0-22 0,1 0-4 0,-1 0-6 0,1 0-27 16,0 0-1-16,0 1-4 0,-5 16 2 15,5-17-9-15,-1 14 1 0,-1-4 1 0,1 2-1 16,0 1 5-16,-1 2 1 0,-1 1 6 0,0 2-1 15,1-1 11-15,0-1 4 0,-1 1-3 0,0-2 4 16,0 0 0-16,1 0-7 0,-1-2-5 0,2-2 0 16,1-1-7-16,0-1 4 0,0-2 4 0,0-7-2 15,0 0 7-15,1 1 7 0,-1-1-6 0,19 13 6 0,-12-14-17 16,3-2 5-16,1 0-3 16,1-2 4-16,0-1-1 0,2-1 0 0,-1-2 2 15,1-1-4-15,1 0-7 0,1-3 8 0,0-1-5 0,1 0 6 16,0-1-6-16,1-1 4 0,2-2-1 15,0-1 2-15,-2 1-8 0,-1 3 6 0,-3 2-2 0,-3 4 4 16,-1 2-1-16,-3 1 3 0,-1 3 2 0,-6 3 1 16,0 0 14-16,0 0-13 0,1 0 4 0,-1 0-8 15,0 0-8-15,0 1-5 0,6 18-4 16,-6-19-1-16,-3 17-4 0,0-7 7 0,1 2-3 0,0 0 4 16,-2 1-6-16,1 1-1 0,0 0 3 15,0 0-2-15,-1 0 3 0,0 1 5 0,0 0-2 16,2-1 3-16,-1 0-2 0,3-3 4 0,0 0 2 0,0-3 3 15,2-2 4-15,1-1 15 0,1-1 0 16,-4-4 6-16,1 0-5 0,16 3 0 0,-8-5-7 16,1-2 3-16,1-2-20 0,3-2-1 0,0-2-1 15,1-2 1-15,0-2 3 0,2 2-5 0,2-3 1 16,1 0-1-16,1 1-1 0,0-3 0 0,0 2 0 0,-3-1 0 0,0 2 0 16,-4 1 0-16,-1 3 0 15,-4 2 0-15,-1 1 0 0,-2 3 0 16,-2 0 0-16,-4 4 0 0,0 0 0 0,0-1 0 0,0 1 0 15,0-1-1-15,0 1-21 0,0-1-79 0,0 1-14 0,0-1-30 16,0-15-127-16,0 16-188 0,0 0-150 0</inkml:trace>
  <inkml:trace contextRef="#ctx0" brushRef="#br0" timeOffset="128472.46">2984 6527 1974 0,'-7'-3'114'0,"1"1"-46"15,6 2 56-15,-1 0-134 16,0 0-5-16,1 0-13 0,-16-5 8 0,16 5-16 0,0 0 8 15,0 0-52-15,0 0 30 0,0 0-3 0,0 0 13 0,0 0-9 16,0 0 23-16,1 0-9 16,15 3 16-16,-16-3 2 0,1 0 23 0,-1 1 6 15,20 9 6-15,-20-10 4 0,0 0 5 0,17 7-8 16,-17-7 8-16,16 4-5 0,-6-3-12 0,2 0 6 16,1 0-9-16,1 0 1 0,0-1-8 0,3 0-4 15,2 0-2-15,-1 0-14 0,2-1 6 0,2-1 1 16,0 1 3-16,2-1 10 0,3 1-4 0,2-1 5 15,-2 1-3-15,1 1 9 0,-1 0-8 0,-2-1 0 16,0 1-3-16,2 0 8 0,1 1-2 0,2-1-2 0,1 0 0 16,-1 1-6-16,-1-1 1 0,-1 0 3 0,3-1-2 15,2 0 2-15,3-1-3 0,1 0-1 0,-1-1-1 16,0-1-7-16,3 1 6 0,1-1-1 16,2 0 3-16,-2 0 3 0,-1 0-1 0,-2 1 1 15,3 2 0-15,-1-1 4 0,1 0-7 0,1 2 6 16,-5 0-7-16,-1 2 8 0,2 0 3 0,-2 2-2 0,2-1 3 15,1 1 8-15,-5 0 0 0,3-1 3 0,0 1-3 16,2-1 7-16,1-2-7 0,0 1 3 16,-2-1-6-16,2 0-9 0,1-1 2 0,4 0-3 15,-1 0 2-15,-2 0 4 0,-1 0-4 0,2 0-2 16,-1 0-1-16,3 2-3 0,-4 0 6 0,-2 1 3 0,0 1 0 16,0-1-2-16,2 3 3 0,-2-2-3 15,-3 2 2-15,0 1-9 0,3 0 5 0,-1-1-1 16,5 1 4-16,0-1-2 0,-3-1-1 0,5 0 0 15,1-2 0-15,2-1-3 0,-1-1-2 0,-2-1 3 0,4 1-1 16,0-1 5-16,1 0 4 0,3-1-1 16,-4 1 4-16,1 1 5 0,-1-1-2 0,2 1-1 15,-4 0-1-15,2 0-6 0,2 2-2 16,0 1-2-16,-1-1 1 0,0 1-2 0,1-1 1 16,1 0 0-16,1 0 0 0,-2-1-4 0,4 0 2 0,-1 1 3 15,2-2-1-15,1 1 5 0,1-2 1 0,2 0-4 0,-2-3 3 16,3 1 3-16,0-1-4 15,0 0 0-15,-1 1-3 0,-1 0 2 0,0 0 4 0,0 1-2 0,-1 0 2 16,1 1-8-16,0 1 2 0,-3 0 0 0,4 1-1 16,-1 1 4-16,-1 0-4 0,1 1 4 0,-1-2-5 15,0 1 0-15,1-1 3 16,-1 1-3-16,1-1 3 0,1 1-6 0,1-1 5 16,-1-1 1-16,3 0 2 0,-1-1-6 0,1 0 6 0,3-2-2 15,0 1 4-15,-1 0-13 0,2-3 6 0,2 2-2 0,-2 1 4 16,-1 0 2-16,2-1-1 0,-2 0-4 15,-1 1 1-15,-1 1-1 0,0 1 0 0,-1 1 4 0,-2 0-2 16,1 1 3-16,-3 0-4 0,-3 1 0 0,0 0 0 16,2 0-1-16,-2-2 7 0,2 3-5 0,1-3 6 15,1 0-9-15,-1 0 4 0,1-2-3 0,2 0 3 16,0-2-7-16,-2-1 8 16,0-1-3-16,2 0 5 0,-2 0-8 0,-2 0 6 0,0 0 11 15,-2 1 0-15,-2 1 51 0,-2-1-5 0,-1 0 3 16,-5 1-6-16,-1 0-13 0,-2-2-13 15,-2 2-2-15,-3 0-3 0,-4-1-11 0,-2 3-14 16,-3-1 4-16,2 0-5 0,-1 1 5 0,-1-1-72 0,-1 1-42 16,-4-2-39-16,1 0-440 0</inkml:trace>
  <inkml:trace contextRef="#ctx0" brushRef="#br0" timeOffset="134394.18">1302 7085 2131 0,'-7'-4'134'0,"1"1"5"0,6 3 5 0,-1 0-54 0,1 0-45 15,0 0-22-15,-1 0-1 0,1 0-1 0,-16 2-19 16,15-2-4-16,1 0-4 0,-1 1 0 0,1-1-12 0,-13 21 8 16,16-11-2-16,-3 3 5 0,2 2 8 15,-2 1 1-15,3 2 4 0,-1 2-2 0,1 2 13 0,0 2 2 16,-3 0 7-16,2 2-4 0,0 1 14 16,-2 2-16-16,0 2 4 0,1 1-7 0,0-1-5 15,0-2-4-15,1-3-4 0,-2-1 2 0,0-1-4 16,2 2 2-16,-2-2-1 0,1 0 0 0,-1-4-4 0,0-3 1 15,0-1 0-15,0-3 0 0,0-2 1 0,0-3-9 16,0-1-10-16,0-7-3 16,0 0-48-16,0 1-12 0,0-1 1 0,0 1-5 0,0-1-5 15,-1 0 14-15,0 0-14 0,-12-10 11 16,12-4-37-16,0-4 4 0,1-4 7 0,-1-4-1 16,1-3 20-16,-1-1-76 0,2-3-16 0,0-1-52 0,1-2-403 15</inkml:trace>
  <inkml:trace contextRef="#ctx0" brushRef="#br0" timeOffset="134677.26">1279 7206 732 0,'-2'-14'146'0,"0"0"292"0,0 1-161 0,-1 2-48 16,2 2-5-16,-2-1-19 0,1 2-66 0,0 1-42 16,-1 0-5-16,2 2-14 0,1 5-41 0,0-1-20 15,0 1 1-15,0 0-7 16,0-1-6-16,0 1-21 0,0-1-3 0,0 1-7 0,1-1-7 0,15-6 7 16,-9 8 0-16,3 1 5 0,-1 0 13 15,3-1 5-15,0 2 3 0,2-1 0 16,0 1 0-16,-1-2 0 0,1 0 0 0,-2 2 0 0,-1 0 9 0,-2 0 13 15,-1 1-3-15,-2 0 6 0,-2 0 16 0,-4-4-11 16,0 1 16-16,0-1-14 16,8 20 19-16,-8-20-6 0,0 1-1 0,-5 21-1 15,1-14-4-15,-1 3-14 0,-1-1 2 0,-1-1-5 16,-2 1 4-16,0-1-9 0,0 0 3 0,-1-1-5 16,1-1-4-16,0-2 1 0,0 0-9 0,2 0 5 15,-1-1-7-15,1 0-16 0,-1 1-22 0,1-2-8 16,1 1-155-16,1 0-62 0,-1 0-16 0,6-4-25 15,-1 0-178-15</inkml:trace>
  <inkml:trace contextRef="#ctx0" brushRef="#br0" timeOffset="135110.45">1687 7078 1767 0,'-5'-4'160'0,"3"2"-42"0,2 2 4 0,-1 0-15 0,0 0 5 0,1 0-14 15,-16-10-3-15,16 10-4 0,0 0-21 16,0 0-21-16,-1 0 5 0,-17 0-11 0,18 0-1 16,0 0-14-16,-18 5-4 0,18-5-3 0,-14 10-6 0,7-3-6 15,-2 2 2-15,2 1-3 0,-1 3-3 0,-1 2 2 16,1 3 3-16,-1 3 0 0,1 1 5 0,0 2-12 16,0 0 2-16,1 1-4 15,0 0 4-15,1 4-5 0,0 2-1 0,2 3-2 16,2 0-6-16,1-2 4 0,1-1-3 0,0-2 3 0,2 0-7 0,2-1 0 15,1-2 2-15,2-2-2 0,0-2-4 0,2-4-14 16,1-2-40-16,-1-4 10 0,2-2-110 0,0-3-12 16,0-2-4-16,-1-1-13 0,0-4-75 0,0 0-199 15</inkml:trace>
  <inkml:trace contextRef="#ctx0" brushRef="#br0" timeOffset="135789.85">1832 7245 2860 0,'-5'-3'126'0,"5"3"98"0,0 0-147 0,0-1-58 15,-1 1 6-15,0-1-25 16,0 1-3-16,1 0-20 0,0 0-2 0,0 0-7 0,-17-2-7 15,17 2 6-15,0 1 6 0,0-1-2 0,-3 21 13 16,3-20-10-16,0 16 5 0,-1-6-5 16,1 2 22-16,0 2 15 0,-1 2-3 0,-2 3 7 15,-1 1-6-15,1 3 0 0,-2 0-2 0,0 0 1 16,1-1-4-16,0-3 0 0,2-1-2 0,1-1 0 16,0-3-1-16,1 0-1 0,1 0 4 0,1-4-3 0,0-1 16 15,1-4 3-15,-3-6-1 0,0 0 2 16,0 1 4-16,1-1-14 0,15 8 4 0,-16-8-9 15,0 0 3-15,1-1 1 0,19-11 1 0,-14 6 1 16,0-3 15-16,2 0-9 0,-2-2 3 0,1-1-7 16,1 1-6-16,-2 0 3 0,0-1-2 0,0 0 1 0,1-1-6 15,-1-3 0-15,0-1-3 0,1-2 2 16,-1-3-4-16,2 0 4 0,0-1-3 0,1 0 2 0,0 3-3 0,-1 0 3 16,0 5 3-16,-1 2 0 15,0 1-1-15,-1 4 2 0,-3 1-2 0,0 0 3 16,-3 7 2-16,0 0-4 0,0-1 4 0,0 1-5 15,0 0-2-15,0 0-14 0,0 0-1 0,0 0-5 0,2 14-4 0,-3-3 4 16,1 3 1-16,-1 1 2 0,0 4 4 16,0 2 10-16,1 2-6 0,0 1 7 15,3 0-6-15,-1-2 4 0,1-1 1 16,2-3 1-16,1-2-5 0,0-3 1 0,2-2 3 0,-3-2 0 16,3-1 8-16,-3-3-2 0,1-1 0 0,0-2 0 15,0-1 10-15,0-3 5 0,0 0 1 16,0-2 1-16,2-1 5 0,2-4 15 0,-2-1 0 0,2-3 6 15,0-2 11-15,-1-4-8 0,1-3-3 0,0-3-4 16,1-2-22-16,-1 0-11 0,0 1-3 0,-2 2-4 16,-2 2-6-16,-2 3 11 0,0 0 2 0,-2 4 3 15,0 1-4-15,-1 3-3 0,-1 1 0 0,0 0-2 0,-2 1-11 16,1 1-9-16,-1 1-12 0,1 1 1 16,0 0-54-16,1 6-77 0,0 0-10 15,0-1-32-15,0 1-121 0,0-1-163 0,8-15-65 16</inkml:trace>
  <inkml:trace contextRef="#ctx0" brushRef="#br0" timeOffset="136225.95">2359 7312 3079 0,'0'0'239'16,"0"0"-179"-16,0 0-3 15,0 0-59-15,0 0-38 0,17-1 27 0,-17 1-6 0,0 0 15 16,21 2 7-16,-21-2-9 0,1 0-12 0,15 6-4 16,-16-6-57-16,1 0 32 0,-1 0 1 0,0 1 14 15,13 18 33-15,-13-19 11 0,0 0 5 0,0 1 2 0,-5 17 23 16,5-18-13-16,0 0 6 0,-1 1-10 0,-16 19-4 16,10-14-6-16,-1 1-2 0,-2 1-1 15,0-1-3-15,1 1-3 0,-1 0 2 16,0 0-4-16,2 0-3 0,-1 1 3 0,2-2-4 0,0 1 5 15,1-2-3-15,0 0 0 0,1-1-1 0,0 0 1 16,1-1 3-16,4-4-7 0,0 0 5 0,0 1-5 0,-1-1 1 16,1 1-8-16,0-1-4 0,-5 18 1 15,5-18 6-15,0 0 1 0,0 0 8 16,1 0-3-16,18 6 2 0,-19-6-2 0,1 0-2 16,21 3 1-16,-22-3-5 0,17 3 6 0,-8-2-2 0,-1-1 3 15,2 1-1-15,-1 0 1 0,1 0-1 16,0 0 2-16,-1 0 3 0,-1-1-8 0,1 0 3 15,0 1-6-15,0 0 6 0,-2-1 0 0,1 0 1 0,-1 1-1 16,1 0 0-16,-1 0-75 0,-1 1-9 16,-6-2-34-16,0 0-127 0,1 0-139 0,0 0-49 0</inkml:trace>
  <inkml:trace contextRef="#ctx0" brushRef="#br0" timeOffset="136653.25">2596 6970 2921 0,'0'0'263'0,"0"0"-191"0,0-1 5 16,0 1-70-16,0-1-25 0,-5-15 17 0,5 16-5 0,0 0 9 16,0 0 1-16,0 0 0 0,0 0 0 0,0 0-2 15,-1 0-7-15,1 0 9 0,0 0-3 0,-18-5 6 16,18 5-2-16,0 0-12 0,0 0 6 0,-22 11-9 16,22-11 7-16,-15 11-9 15,7-3 0-15,1 2-1 0,-1 0 14 0,1 2-1 0,2 0 0 0,0 1-2 16,0-1-1-16,3-1-1 0,-1-1 0 15,3-1-1-15,0 0-4 0,3-1-1 0,0-1 3 16,1 0-2-16,1-1 13 0,-1 0-2 0,1 0-1 16,1-1 0-16,-1-2-14 0,0-1-7 0,-5-2-1 15,0 0 0-15,16 5 10 0,-16-5 4 0,1 0 4 16,17 1-1-16,-18-1 4 0,0 0-3 0,22 0-2 16,-14 0-1-16,2 0-7 0,0 0-120 0,0 0-6 15,0 0-54-15,-1 0-147 0,2 0-186 0</inkml:trace>
  <inkml:trace contextRef="#ctx0" brushRef="#br0" timeOffset="137019.04">2888 6874 2669 0,'0'0'365'0,"-1"0"-279"0,1 0-6 16,-1 0-95-16,1 0-82 0,0 1 53 0,-7 19-3 16,7-20 25-16,5 17 22 0,-2-6-12 15,3 1-9-15,0 0 1 0,2 1-6 0,1 0 31 0,1 0 2 16,0 0 11-16,-1 0 7 0,0-1-7 0,-1 1 4 16,0-1-3-16,-1 1 10 0,0 2 3 15,0 0 2-15,0 2 0 0,-3 2 4 0,0 1-13 16,-1 2-4-16,-1 2-2 0,1 0-5 0,-2 0-6 0,-1-1 5 0,0 1-5 15,-4 0 10-15,2 1-8 0,-1 2 9 0,-1 0-8 16,-1 0 10-16,-2-2-1 0,-2-2-6 16,-1-1 3-16,1 0-15 0,-4 1 4 0,0 1-4 15,-2-1 5-15,-2 0 1 0,1-2-4 0,0-3-4 0,0-1-2 16,2-2-24-16,0-1-57 0,0-4-3 0,2 0-25 16,-1-1-71-16,2 0-104 15,2-1-15-15,2-1-61 0,-1 0-404 0</inkml:trace>
  <inkml:trace contextRef="#ctx0" brushRef="#br0" timeOffset="137468.41">3474 7243 3060 0,'0'0'120'0,"0"0"-91"15,0 0-19-15,0 0-16 0,0 0-30 0,0 0 17 0,0 0 1 16,0 0 4-16,20 3-17 0,-10-2 11 0,2 0-5 16,1-1 8-16,0 0 6 0,1 0 12 0,0 0 0 15,-1 0 5-15,-1-1-2 0,-1 1 1 16,-2-1-1-16,0 1 0 0,-1 0 1 0,-2 1-4 0,2 0 3 15,-3-1-3-15,1 1 5 0,-6-1-6 0,1 0 0 0,-1 0-11 16,19 1-101-16,-19-1-123 0,1 0-40 0,15-1-26 16,-16 1-136-16</inkml:trace>
  <inkml:trace contextRef="#ctx0" brushRef="#br0" timeOffset="137706.84">3444 7439 3054 0,'0'0'116'0,"0"0"64"16,0 0-155-16,0 0-34 0,0 0 4 0,0 0-14 15,0 1 12-15,0-1-21 0,0 1 2 0,13 10-9 16,-3-11 9-16,5 1 20 16,0-1 1-16,2-1 7 0,2 0 25 0,0-2 7 0,0 1-4 15,2 0 3-15,-3-1-13 0,-1 1 6 0,0-1 0 16,-3 2 0-16,-1-1-9 0,3 1-9 0,-2 1 1 0,1-1-5 15,-2 1-9-15,-3 1 7 16,2 1-35-16,-3-1 5 0,0 1-238 0,-1 1-349 16</inkml:trace>
  <inkml:trace contextRef="#ctx0" brushRef="#br0" timeOffset="145517.92">4722 6890 2353 0,'-6'1'156'16,"1"-1"-35"-16,5 0 65 0,-1 0-145 0,1 0-11 0,0 0-31 16,-1 0 2-16,0 0-1 0,1 0 3 0,0 1-11 15,0-1-16-15,-1 0 7 0,0 1-9 0,1-1 2 16,-6 20 18-16,6-20-4 0,0 1 10 0,3 19-1 15,-3-11 10-15,0 0-1 0,-1 1 5 0,-1 2-5 16,0 0 20-16,0 2-6 0,0 1 13 0,-1 0 11 16,2 2-17-16,-1-2 4 0,1 2-11 0,-1 1-6 15,0 0 1-15,2 3-1 0,-1 0 1 0,0-1-8 16,0 2 3-16,0-1-4 16,0 0 3-16,0 1-7 0,-1-1 4 0,0 1 2 0,0 0 0 15,-1 1 5-15,-1 1 16 0,1-1-6 0,-1-1 9 16,0 0-7-16,1 0 2 0,1-2-3 0,0-3 2 15,-1 1-10-15,2-4 0 0,0-2 3 0,0 1-2 16,0-3-2-16,0 0-5 0,1-1 1 0,0-2-2 16,0 0-5-16,-2-1 4 0,2-6-8 0,0 1 4 15,0-1-25-15,-3 18-16 0,3-18-6 0,0 0-4 16,0 0-32-16,0 1-63 0,0-1-3 0,0 1-27 16,0-1-71-16,0 0-111 0,0 0-50 0</inkml:trace>
  <inkml:trace contextRef="#ctx0" brushRef="#br0" timeOffset="145799.68">4795 7291 1879 0,'0'0'93'0,"0"0"54"0,0 0-73 0,0 0-30 0,0 0 16 15,0 0-11-15,0 0 92 0,0 0-38 0,0 0 4 16,0 0-21-16,0 0-23 0,1 0-30 0,-1 0 5 15,1 1-15-15,19 9-6 0,-11-9 2 0,1 1-7 16,3-1 5-16,0-2-3 0,2 1 4 0,1-3 1 16,-1 2 0-16,1 0-12 0,-2-1 5 0,1 2-2 15,0-1 4-15,0 0 3 0,1 1 20 0,0-2-7 0,-1 2 10 16,1-1-16-16,-3 1-6 0,0 1 1 0,-2-1-3 0,0 1-11 16,-3-2 5-16,0 1-5 0,-1 0 5 15,0 0-7-15,-7 0-21 0,0 0-28 16,0 0-4-16,18 0-159 0,-18 0-132 0,0 0-63 15</inkml:trace>
  <inkml:trace contextRef="#ctx0" brushRef="#br0" timeOffset="146651.72">5752 6842 1679 0,'0'0'135'0,"-1"0"42"0,0 0 8 0,1 0-57 16,0 0-53-16,-18-5-2 0,18 5-11 0,0 0 22 15,0 0-34-15,0 0-27 0,0 0-4 0,0 0-7 16,0 0-18-16,0 0 6 0,0 0 0 0,1 0 3 15,-1 0-1-15,21-4 0 0,-21 4 0 0,0 0 0 16,24 1-1-16,-16 1 0 0,1-2 2 0,0 0-1 16,1 1 0-16,-3-2-2 0,1 2 1 0,1-1 1 15,-1 0 7-15,0 2-5 0,-1-1 3 0,-1-1-3 0,1 1 3 16,1 0 5-16,-1-1 2 0,-2 1 3 0,-5-1 17 16,1 0-20-16,-1 0 7 0,0 0-10 15,1 0 9-15,-1 1 0 0,1-1 0 0,-1 1 2 16,1-1 10-16,13 18-10 0,-14-18 0 0,0 1-4 0,0-1-9 15,-8 19 1-15,8-19 0 16,-7 14 0-16,4-4 4 0,-2 1-1 0,1 0 1 16,-2 1-1-16,2 1 7 0,-1 1-4 0,-1 0 4 15,2 1-5-15,1 0-2 0,-1 1-5 0,1-1-4 0,1 0 1 0,1-2-4 16,-1-1 3-16,-1 0-3 16,1-2 3-16,2 0-7 0,-1-1-73 0,1 1-13 15,0-1-33-15,0-1-153 0,0 0-258 0</inkml:trace>
  <inkml:trace contextRef="#ctx0" brushRef="#br0" timeOffset="147569.21">5394 7315 2767 0,'0'0'82'0,"0"0"-103"0,0 0 16 16,0 0-42-16,0 0 51 0,0 0 5 0,0 0 5 16,21 2-3-16,-12-2 5 0,5-1 4 0,2-1 0 15,3 0 2-15,1 1 2 0,1-2 8 0,0 2-1 16,0 0 2-16,1 0-15 0,0 0 9 0,-2 1-4 15,2-1 6-15,1 1-3 0,2-2-1 0,0 1 1 16,2 1 0-16,1 0-3 0,-1 0-5 0,0 0 0 16,1-1-2-16,1 0 3 0,2 0-3 0,1-1 2 0,-1 1-3 15,-1-1 0-15,-3 1-2 0,-1 0-2 16,-1 0 0-16,0 0-4 0,-1 2 1 0,-2-2-2 16,-2 0 1-16,-1 1-1 0,-4-1 1 0,0 1 2 15,-3-1-1-15,-2 1-2 0,1 0-2 0,-4 0-1 16,-7 0-2-16,0 0-6 0,0 0-39 0,1 0-11 0,-1 0-12 15,1 0-76-15,-1 0-87 0,1 0-21 0,-1 0-33 16,0 0-192-16</inkml:trace>
  <inkml:trace contextRef="#ctx0" brushRef="#br0" timeOffset="148331.32">5467 7490 2552 0,'-7'0'90'0,"7"0"-72"0,0 0 1 0,0 0-23 15,-1 0 17-15,1 0-8 0,-1 1 1 0,1-1-6 16,0 1-17-16,0-1 21 0,0 1 2 0,16 12 7 16,-4-12 8-16,2 1 11 0,1-1-2 0,0-1 5 15,0 1-3-15,0-1 3 0,-2 0 0 16,0 2 1-16,-2-2-3 0,-2 0-9 0,0 1-1 0,-2 0-2 16,-1 1-4-16,0 1-3 0,-2-1-1 0,-4-2-2 15,0 0 1-15,1 0-6 0,0 1 5 16,-1-1-6-16,0 1 8 0,3 19-13 0,-3-20 0 15,0 0-7-15,-1 1-12 0,-16 18-18 0,10-11 7 16,-1 1-8-16,-2 0 17 0,-2 0 10 0,1 0 1 0,-1-1 3 16,-1 1 5-16,1-1 7 0,0 0 1 0,2-1 4 15,0 0 7-15,3-1-8 0,-1-1-2 0,2 0-2 16,2 0 5-16,4-5-10 0,0 0 6 0,0 1-7 16,-1-1-5-16,1 1 6 0,0-1 2 0,-2 17 2 15,2-17 5-15,0 0-1 16,1 0-2-16,21 8 1 0,-21-8 6 0,15 1-5 15,-6-1 2-15,1 1-3 0,-1-1 9 0,2 0 1 16,0 1-1-16,-1-1 0 0,-1 0-6 0,0 1-3 16,-2 0 0-16,0 1-1 0,-8-2-4 0,0 0 3 15,1 1-1-15,-1-1 2 0,18 21-8 0,-18-21 16 0,0 0-5 16,0 21 9-16,-1-13 0 0,-1 4 9 0,-4 0-3 16,2 3 4-16,-1 0-4 0,-1 0-2 0,-1 2-4 15,-3-1 1-15,1 1-12 0,-1-1-3 0,-1-1 3 16,0-1-3-16,-1-1-2 0,0-2-30 15,1-1-5-15,0-2-11 0,-1 1-32 0,2-2-21 16,2 0-2-16,0-3-8 0,1-2-23 0,7-2-21 16,0 0-11-16,0 0-12 0,0 0-123 0</inkml:trace>
  <inkml:trace contextRef="#ctx0" brushRef="#br0" timeOffset="148901.63">5858 7535 584 0,'-6'-2'83'0,"6"2"303"16,-1 0 111-16,0 0-306 0,1 0-64 0,-16-7-8 0,16 7-7 0,0 0 5 16,0 0 3-16,-1 0-38 0,1 0 3 0,-1 0-17 15,1 0-2-15,-16 3 1 0,16-3-1 0,0 0 0 16,-9 16-7-16,4-7-24 16,0 2 0-16,-1 4-10 0,0 0-21 0,-1 3-4 15,0 1-2-15,-1 1 0 0,0 1 2 0,2 2 12 0,-1 0 2 16,1 2 5-16,1 2 12 0,2-4-3 15,1-1-1-15,2-4-2 0,1-3-7 0,2-3-4 16,2 0 4-16,1-3-4 0,1-2 17 0,1-1 7 16,1-2 1-16,1-3 0 0,0-1-9 0,1-2-9 15,1-2-4-15,-1-2-2 0,-1 0-15 0,1-1-3 0,-1-1 2 16,-2-1-2-16,3 0 3 0,-1 0 4 16,0-1 1-16,0 0 2 0,-2 0 1 0,1 0 0 15,-3 0-3-15,1 0 3 0,-4 1 4 0,1-1 2 0,-1 1-2 16,-2 3 1-16,0-2-1 0,-1 2-1 0,-1 0 0 15,-2 0-2-15,0 1-8 0,-3 0-1 0,-1 0-4 16,-2 3 0-16,-1 0-11 0,-2 1 0 16,1 1 7-16,-1 0-4 0,2 2 8 0,0-1-1 15,2 2 1-15,1 0-1 0,0 0 0 0,2 0-5 16,-1 0 0-16,6-3-2 0,0 0 1 0,0 1-19 16,-1-1-22-16,0 0-2 0,1 1-110 0,0-1-57 0,0 1-8 15,0-1-22-15,0 1-88 0</inkml:trace>
  <inkml:trace contextRef="#ctx0" brushRef="#br0" timeOffset="149329.51">6165 7462 2125 0,'0'0'364'0,"0"0"-247"16,0 1 11-16,-1-1-58 0,-15 20-69 0,16-20 11 0,0 0-4 15,-9 16 8-15,9-16-1 0,0 1-12 0,-7 18 1 16,7-19-3-16,0 1-1 0,0-1 7 16,-6 22-6-16,6-22 4 0,0 0-6 0,-7 19 17 15,7-19 2-15,-7 15 7 0,3-8 12 0,-1 1 20 16,3 0-6-16,-2 0 9 0,3 0-13 0,-1 0-12 16,1 0 0-16,1 0-5 0,1-1-8 0,1 0-5 15,3-1-1-15,0 2-2 0,0-1-5 0,3 0 3 16,-1 1-5-16,1-2 4 0,1 1-11 0,1-1-1 15,0 1 0-15,-1 0-1 0,1 1 8 0,0 0-2 16,-1-3 0-16,1 3-2 0,-1 0-2 0,0 1 3 16,0 1 0-16,0-1 1 0,-2 0 0 0,0 1 25 15,1 0-8-15,-3-2 13 0,1 1-13 0,-3-1-7 0,0 0 2 16,-1 0-5-16,-2 0-1 0,-2 0-7 0,-1 0 2 16,-1 2-5-16,-2-1 1 0,-3 2-16 0,0-1 4 15,-3 0-7-15,0 0 13 0,-3-3-4 16,0 0-7-16,0-1 0 0,0-2-33 0,-2-1-19 0,-1-2-9 15,-2-3-5-15,1 1-41 16,0-2-39-16,0 1-12 0,1-2-16 0,0-3-105 0,-1-6-241 16</inkml:trace>
  <inkml:trace contextRef="#ctx0" brushRef="#br0" timeOffset="149516.06">6049 7497 2215 0,'7'-2'142'16,"-1"0"101"-16,2 1-73 0,4 1-92 15,1 0 5-15,3 1-31 0,4 1 11 0,-3 1-38 16,1-1 0-16,0 2-14 0,1-1-11 0,-2 1-2 16,1 2 1-16,-3-1-3 0,0 0 4 0,-3 0 4 15,1 0 0-15,-1 1 0 0,-2-1-3 0,2 0-34 16,-2-1-8-16,-1 0-14 0,0 1-61 0,-2 0-109 0,-1 0-21 16,1 1-56-16,-2 1-347 15</inkml:trace>
  <inkml:trace contextRef="#ctx0" brushRef="#br0" timeOffset="150002.26">5472 8204 1834 0,'0'0'169'0,"0"0"491"0,0 0-558 16,0 0-88-16,0 0 28 0,0 1-46 0,0-1 41 0,0 1-22 16,20 14 5-16,-11-14-13 0,2 1-7 15,1-2 2-15,3 1 0 0,1 0 2 16,0-1 9-16,1 0 6 0,1 0 0 0,1-1 2 16,1 0 8-16,3 0 19 0,3 0 4 0,1-1 4 0,2 1 4 0,-1 0-14 15,1-2-4-15,-2 1-2 0,1 0-16 0,1-1-10 16,-1 1 0-16,-1-1-4 0,0 0 1 0,-3 2-9 15,0 0 5-15,-1 0-7 0,-2 1 5 0,1-1-1 16,0 0 2-16,0 1-2 0,0-1 3 0,-2 2-1 16,-1-1-2-16,-2 0 1 15,-2 0-3-15,0 0 2 0,-4 0-2 0,-3-1-1 0,-8 1-29 16,0 0-68-16,1 0-10 0,-1 0-25 0,1 0-101 16,-1 0-149-16,0 0-44 0</inkml:trace>
  <inkml:trace contextRef="#ctx0" brushRef="#br0" timeOffset="150443.44">5443 8247 2765 0,'-9'1'104'0,"3"0"10"0,-1-1-88 0,7 0-34 16,0 0-4-16,0 0-9 0,-1 0 0 0,0 0-9 16,1 0 4-16,0 0-4 15,0 0 12-15,0 0 24 0,12 2-4 0,-1-3 14 0,0 0 1 16,2 0 10-16,1-1 4 0,0 0 2 0,1-1 23 16,1 0 2-16,1 0-3 0,2 1 1 0,0 0-26 15,-1 0-9-15,1 0 1 0,2-1-3 0,0 2 1 16,3 1-9-16,1 0-1 0,0-1-2 0,0 0 4 15,2 0-10-15,0 1 9 0,-2-1-7 0,2 0 16 16,1 0-4-16,2 0-1 0,3 0 0 0,-1 0-5 0,-2 1 4 16,-1-2-1-16,-2 1 1 0,1 0-3 0,-1 0 9 15,-1 1 2-15,1 0 4 0,-2-1 11 0,-3 1-14 16,0 0-2-16,-3 1-5 0,-3-1-11 0,2 1 3 16,-2-1 3-16,1 1-1 15,0 0 4-15,-2-1-2 0,0 1-1 0,-3-1 1 0,-1 0 5 16,-1 0-8-16,-1 0 2 0,-9 0-3 0,0 0 4 15,0 0-9-15,17-1-5 0,-17 1-5 16,0 0-51-16,0 0-72 0,0 0-19 0,0 0-29 0,0 0-173 0,0 0 786 16</inkml:trace>
  <inkml:trace contextRef="#ctx0" brushRef="#br0" timeOffset="156093.32">4551 8348 2241 0,'-7'-2'117'15,"0"0"-21"-15,1 1 45 0,-1-1-121 0,7 2-7 0,0 0-30 16,-1 0 17-16,1-1 0 0,-17-9 6 0,17 10-3 16,0 0 7-16,0 0 4 0,-1-1 0 15,1 1 1-15,-1-1-2 0,1 1-9 0,0 0 6 16,-1-1-4-16,0 1 11 0,1-1 2 0,-1 1 2 16,1-1 7-16,0 1 5 0,0-1-1 0,-9-15 1 0,9 16-7 15,0 0-3-15,1 0-1 16,-1 0 0-16,1 0 9 0,17-6-5 0,-18 6 1 15,0 0-4-15,17-4-4 0,-17 4-13 0,17-3 4 16,-6 3-8-16,3-1 2 0,1-1-3 0,0 0-1 0,3 1 0 0,0 0-4 16,0 0 7-1,0-1-2-15,-1 1 4 0,1 0-5 0,-1 1 2 0,0-1 0 16,0 1-1-16,0 0-7 0,2-1 15 0,2 0-7 16,-1 0 11-16,1 0-2 0,0 0 11 0,0 0 1 0,-2 0 1 15,0 0-4-15,-1-1 0 0,0 0 0 16,3 1 0-16,2 0-1 0,0 0-10 0,1 0-2 15,-3 0-2-15,1 1-1 0,-2 0 1 0,-2 1 0 0,1 0-1 16,0 0-1-16,0 0 3 0,3 0-4 16,1-1 2-16,-2 1-10 0,3-1 7 0,-2 0 9 0,-1-2-2 15,0 1 8-15,-1-1-4 0,1-1-8 0,1 0 5 16,2 0-4-16,3-1 6 0,2 0-5 0,-2 1 4 16,-1-1-11-16,-2 2 1 0,-2-1 7 15,0 2-3-15,-1-1-1 0,3 1 3 0,-1 1-2 16,1 0 3-16,-1 0-4 0,-1 0 2 15,0 1-4-15,-3 0 6 0,0 1 20 0,-2-1 5 16,2 0 2-16,1 0-1 0,1 0-9 0,1-1-9 0,-1 1 6 16,-1-1-7-16,0 1 3 0,-2 0-11 0,-1 1 1 15,-1 0-3-15,-2 0 9 0,1 1-13 0,0-1 3 0,0 0-5 16,1 0 10-16,0 1-5 0,-2 0 4 0,1-1-5 16,-1 0 7-16,-1 0-9 0,0 0 5 15,0-1-6-15,-1 1 7 0,-2-2-5 16,0 0 3-16,0 0-2 0,-2 0 8 0,0-1-9 15,-1 1 5-15,0 0-5 0,-1-1 3 0,-6 1 0 0,0 0-4 16,1 0 3-16,15-1-6 0,-16 1-5 0,0 0-18 16,1 0 2-16,0 0-103 0,-1 0-128 0,0 0-37 15,17-3-52-15,-17 3-350 0</inkml:trace>
  <inkml:trace contextRef="#ctx0" brushRef="#br0" timeOffset="160719.07">4634 6669 1449 0,'-8'-6'276'0,"1"2"-91"0,1-1 131 0,1 2-270 0,5 3-10 15,-1 0-25-15,0 0 19 0,1-1 0 0,-19-11 9 16,19 12 5-16,-1 0-5 0,-21-8 0 0,16 8-2 15,-1-1-19-15,7 1-8 0,0 0 0 16,-17 5-3-16,17-5-1 0,0 0 0 0,-19 11-1 16,12-6 2-16,0 4 13 0,0 1-8 15,-1 3 6-15,-1 0-6 0,0 3 15 0,0 1-12 0,-1 1 9 16,0 4-9-16,0 1 13 0,2 0-18 0,-1 0 5 16,-2 2-9-16,2 1 2 0,-1 2-3 0,0 2-3 15,1 2 2-15,0-2 0 0,2-1-4 0,-1-2 0 16,0 1-3-16,3 2 1 0,1 1-1 0,0 1 1 15,0-2-2-15,0-1 0 0,3-2-1 0,0 0 1 16,2 1-1-16,-2 0-2 0,2 2-4 0,1 0-1 0,0-3-1 16,3 1-4-16,-1-1 11 0,0 0-1 15,3 3 4-15,0 1 2 0,2 3 0 0,0-1-5 16,1-2 4-16,1-2-9 0,0 3 6 0,0 0 1 16,1 0 0-16,1 2 0 0,-1-5 6 0,2-1 5 15,0-4 1-15,-1 0 1 0,0-1-6 0,-1 0-1 16,0 0 0-16,-2 0 4 0,4-1 1 0,0-2-3 0,-1-1 1 15,3 0-9-15,-3-3 6 0,1 1-4 16,-1-2 5-16,-2-1 1 0,1 2-4 0,-3-1 2 0,1-1-3 16,0 1 5-16,0-3-77 15,0-1-14-15,0-1-40 0,1-1-220 0</inkml:trace>
  <inkml:trace contextRef="#ctx0" brushRef="#br0" timeOffset="161453.49">6290 6682 2727 0,'0'0'150'0,"0"0"-61"0,0-1 64 16,0 1-265-16,0-1 20 0,0 1-24 0,0 0 101 16,0 0-9-16,1 0 25 0,17 11-38 0,-19-10-4 15,8 7 2-15,1 4 0 0,-1-1 24 0,2 4 24 16,-1 1 3-16,3 3 9 0,2 0 20 0,1 0-7 0,-1 1 2 15,2-1-4-15,-1 0-3 0,0 2 6 16,0 1-1-16,-2 2 3 0,1 1 1 16,-3 1-23-16,1-1 1 0,-3-1-8 0,0 1 4 15,0 0 0-15,-3 1 7 0,2 5-3 0,-2-1 19 16,0 0 1-16,-1 1-2 0,0-2 1 0,-3-1-7 16,1 1-7-16,-2 0-2 0,0 2-2 0,0-1-7 15,-1-1 7-15,1-1-2 0,0-3 3 0,0 1-12 0,-2 1 3 16,-1 0-2-16,1 4 3 0,-3-1-3 0,0 0 20 15,0 0-6-15,-2-1 10 0,2 0-24 16,0 2 13-16,-2 0-4 0,-1-1 8 0,1-1 2 0,-2-2 5 16,2-2 0-16,-1-2 2 0,0 1-4 15,-1 0-13-15,-1-2 3 0,0 0-6 0,0-1 0 0,0 0-8 16,-2-2 4-16,1-1-6 0,-1 1 1 0,0-3 0 16,2 1-2-16,-3 0 2 0,1-1-4 0,0 2 4 15,0-2-3-15,2 1 5 0,1-1 2 0,0-2-3 16,1 0-1-16,0-1-1 0,1 0 0 0,-2 0 4 15,1-2-2-15,0-2 1 0,1 1-12 0,-1-2-18 0,1-1-2 16,2-1-9-16,-1-1-50 16,2-2-62-16,4-3-14 0,0 0-25 0,-1 0-152 15,0 0-350-15</inkml:trace>
  <inkml:trace contextRef="#ctx0" brushRef="#br0" timeOffset="172435.53">7185 6934 1651 0,'0'0'235'16,"-1"-1"-81"-16,-15-13 113 0,16 14-241 0,-1 0-5 0,0 0-20 0,1 0 7 16,-18-8-3-16,18 8 4 15,0 0-4-15,-18-3 16 0,18 3 0 0,0 0 7 16,-1 0 13-16,0 0-12 0,-17 4 6 0,18-4-8 16,0 0 6-16,0 0-5 0,0 0-1 0,-1 1-1 15,-15 16-8-15,16-17-11 0,-7 15 1 0,2-6-4 16,0 2 1-16,-1 3-7 0,0 1 4 0,0 3-3 15,0 3 9-15,-1-1 1 0,-2 3 0 0,2 2 2 16,1 1 15-16,-1 1-4 0,0 1 1 0,1 0-2 0,2-2-8 16,1 0-3-16,0-1-2 0,1 3-1 15,-1 0-7-15,1 2 1 0,0 1 0 0,3-1 3 16,0-2-3-16,-1-2 3 0,3-1-1 0,1-1 2 16,-1 0-4-16,4 1 2 0,-2-1 0 0,1-4 1 15,2-1 1-15,-1-4-5 0,2 1 0 0,-2-4-1 16,1-2 2-16,-1 1-4 0,-1-3 2 0,1-1-4 15,-2 1 0-15,0-3-1 0,0 0-5 0,-5-5 2 16,0 1-6-16,1-1-137 0,-1 0 10 0,16 12-62 0,-16-12-65 16,0 0-186-16</inkml:trace>
  <inkml:trace contextRef="#ctx0" brushRef="#br0" timeOffset="172874.31">7535 7004 2527 0,'0'0'310'0,"-1"0"-212"0,1 0-5 0,0 0-73 0,-16 0-72 15,16 0 32-15,0 0-9 0,0 0 20 0,-6 17-6 16,4-8 7-16,1 1-9 0,-2 2 9 0,1 1-7 16,0 1 10-16,1 1 0 0,-1 2 3 15,1 1 3-15,0 2 1 0,1 0 5 0,-2 0-2 0,1 0 18 16,0 0 1-16,0-1-4 0,-1 0 4 0,1 2 0 16,-2 0-2-16,2 3 6 15,-1 2-6-15,0 0-3 0,0 0-12 0,0 0 2 16,1-3-5-16,0-1-1 0,0 0 2 0,1 1-3 15,0-1 3-15,-1 2-2 0,0-3-2 0,1 0 1 0,0-2-1 16,0-2 11-16,0 0-8 0,0-2 5 0,-2-3-6 0,2-1-1 16,-1-1 2-16,1 0-2 15,-1-4 2-15,0 2 0 0,0-2-4 0,0-1-2 16,1-5-3-16,0 0-12 0,0 1-72 0,0-1-5 0,0 1-27 16,0-1-57-16,0 0-69 0,0 0-12 0,0 0-48 15,-4-13-333-15</inkml:trace>
  <inkml:trace contextRef="#ctx0" brushRef="#br0" timeOffset="173164.65">7526 7395 2419 0,'0'0'96'0,"0"0"70"15,0 0-152-15,0 0-27 0,0 0 2 0,0 0-9 16,0 0 24-16,18 5-5 0,-18-5-2 0,1 0-2 15,21 7-1-15,-12-5 15 0,1-1 2 0,0 1 4 16,1-1 2-16,1 0 26 0,1 0-3 0,3-1 12 16,0 0 4-16,-1 0-5 0,0 0 3 0,-1-1-3 0,0 1 1 15,-2-1-12-15,0 1-4 16,0 0-2-16,-3 1-20 0,1 0-9 0,-1-1 5 16,-3 2-5-16,1-1 8 0,-2 0-10 0,0 0 0 15,1 1-2-15,-2-1 3 0,2 0-7 0,-7-1-14 16,0 0-4-16,0 0-104 0,18 2-110 0,-18-2-15 15,0 0-40-15,1 0-151 0</inkml:trace>
  <inkml:trace contextRef="#ctx0" brushRef="#br0" timeOffset="173670.96">8456 6831 2385 0,'0'0'122'0,"0"0"237"16,0 0-357-16,0 0-64 0,0-1 13 0,0 1-27 15,0-1 56-15,0 1-1 0,0 0 8 16,1 0-9-16,18-2-7 0,-19 2 14 0,0 0-3 0,19 6 8 16,-18-6 8-16,16 4 0 0,-9-3-2 0,3 2 1 15,-1-1 3-15,1-1 11 0,0 1 7 0,-1-1 1 16,1 1 27-16,-1-1-7 0,0-1 6 0,0 2-9 16,0-2-8-16,-1 1-1 0,0 0-3 0,-2-1 3 15,1 1 4-15,-2 0 0 0,0 0 2 0,-6-1-3 16,1 0-8-16,-1 0-1 15,18 5-5-15,-18-5 3 0,0 0-7 0,1 0 5 0,-1 1-1 0,0-1 1 16,1 1-6-16,-1-1-1 16,10 19 0-16,-10-19 0 0,0 0-1 0,-5 21 2 15,2-11 0-15,-2 2 1 0,2 1 1 0,-4 0 4 0,2 1 0 16,-2 1 0-16,1 0 8 0,1 1-9 0,1-1-2 16,0 0-3-16,0-1-6 0,1-1-6 15,0-1 6-15,1-1-7 0,0 0 2 0,2 2 1 0,-1-1-4 0,0-1 1 16,1 0-21-16,0-2-126 0,0-1-7 0,0-1-52 15,0 0-123-15,0-1-79 0,0 0-85 16</inkml:trace>
  <inkml:trace contextRef="#ctx0" brushRef="#br0" timeOffset="174046.54">8138 7302 2336 0,'-6'1'531'0,"6"-1"-374"0,0 0-49 16,0 0-84-16,0 0-80 0,-1 0 40 0,0 0-9 16,1 0 23-16,0 0-4 0,12 6-8 0,-2-5 3 15,3 0-2-15,2-1 18 0,2 1 1 0,0-2-4 16,1 1 3-16,1-2 5 0,1 0 7 0,2 2 5 15,1-1-2-15,2 0 9 0,3-1-4 0,-1 1-1 0,0-1 0 16,1 0 0-16,0 2-8 0,1-1 3 0,1 0-6 16,1-1-7-16,0 2 5 0,-3 0-2 0,-3 0 4 15,0 1 0-15,0-1-7 0,-1 0 2 0,2 2-3 16,1-1-3-16,-2 0 3 0,-1 1-2 0,-3-1 2 16,0 0-6-16,-4-1 6 0,-1 1-3 0,-2 0 5 15,-2 1-4-15,-1 0 0 16,-2 0 7-16,0-1-2 0,-9-1 13 0,0 0-38 15,0 0-13-15,1 0-14 0,-1 0-79 0,1 0-63 16,-1 0-4-16,0 0-23 0,0 0-43 0</inkml:trace>
  <inkml:trace contextRef="#ctx0" brushRef="#br0" timeOffset="174660.72">8174 7541 2805 0,'0'0'109'0,"0"0"68"16,-1 0-156-16,-15-1-61 0,16 1 13 0,0 0-26 15,0 0 42-15,0 0-33 0,0 0-5 0,0 0-8 16,0 0 23-16,0 0 29 15,17 8 6-15,-17-8 2 0,0 0 7 0,23 4-5 16,-13-3 6-16,0 1-6 0,0-1 4 0,3 1 10 16,-1-1 0-16,2 0 5 0,-1 1 1 0,1 0-11 15,-1 1 1-15,0 0-4 0,0 0-4 0,-1 1 2 16,-3 0 2-16,-2 0 1 0,-1 0 2 0,-3 1 1 16,0 0 2-16,-2 1 1 0,-1 0 18 0,-1 1 4 0,-2 1 1 15,-2-1 0-15,-3 2-6 0,-2 0-1 0,-1-1-3 16,-3 1 1-16,1-1-12 0,-1 1-20 0,-1 0 5 15,2-2-8-15,1 2 9 0,0-2-4 0,1 0 3 16,0-1-2-16,0-1 1 0,1-1-2 0,1 2-6 0,1 0 2 16,1-2-4-16,1 2-2 0,0-1-1 15,3-1-1-15,3-4 0 0,0 0-4 0,0 0-4 16,0 1-3-16,0-1-31 0,0 1 1 0,0-1-1 16,0 0 2-16,19 10 9 0,-8-12 21 0,0 1 0 15,2-1 7-15,0 0 7 0,0 0-2 0,0-2 7 16,-1 2-5-16,2 1 7 0,-2 0 1 0,1 2 0 15,-1 0 1-15,-3 0 6 0,0 1 6 0,-2 1-2 16,-2 1 3-16,1 1-5 0,-2 2 14 0,-1 0-2 0,-2 1 7 16,-1-1 0-16,0 2-3 0,-1 0-1 0,-2 0-1 15,-1 2-8-15,-1 1 6 0,-2 1-3 16,-2 1 5-16,-2 1-15 0,-1 0 1 0,-1 1-9 0,1-1 5 16,0 0-9-16,1 0 1 0,0-1 3 0,1 0-1 15,-1-2-6-15,2-1-17 16,1-1 1-16,-1-3-7 0,1-1-18 0,1-2-37 0,2-1-8 15,5-3-16-15,-1 0-100 0,0 0-136 0,1 0-37 16</inkml:trace>
  <inkml:trace contextRef="#ctx0" brushRef="#br0" timeOffset="175168.24">8639 7552 2286 0,'0'0'433'0,"-1"0"-294"15,1 0-14-15,-16 7-87 0,16-7-52 0,0 1 18 0,-11 15-7 16,11-16 12-16,-8 14-11 0,3-5-2 0,0 1-7 0,-2 2 4 16,1 1-2-16,0 1 4 15,-1 2 2-15,-1 1-1 0,-1-1 3 0,0 3 9 16,-4-2 2-16,3 2 3 0,0 3-3 0,1 0-2 15,1 0-1-15,2-2 1 0,0-1 3 0,3-2 1 16,0-2 1-16,3-3 0 0,-1 0-5 0,1-4 0 0,1-1-2 16,-1-7 2-16,0 1-4 0,1-1-10 0,-1 0 0 15,20 9-2-15,-11-9 8 0,3-3-15 16,2 1 11-16,0-4-10 0,1-1 21 0,-1-1 2 16,1-1-5-16,-1-2 2 0,0 2-3 0,-2-1 2 0,-1 0 1 15,-2 1 0-15,-1-1 5 0,-2 1 8 16,0 0 12-16,-2 1-2 0,-2 1 43 0,0 2 2 15,-2 5 1-15,0-1-1 0,0 1-2 0,-5-17-21 16,5 17 1-16,0-1-9 0,-1 1-6 0,-21-11-15 16,22 11 2-16,-17-2-8 0,9 2-12 0,-2 0-14 15,-1 1-5-15,1 0-2 0,0 0-11 0,1 0-11 16,0 1-1-16,-1-1-6 0,0 2-29 0,2-1-29 16,1 0-2-16,0 0-9 0,0 0-9 0,2-2 15 15,-2 0-8-15,7 0 8 0,-1 0-16 0,1 0-26 16,0 0-6-16,0 0-10 0,0 0-27 0,2-17-13 15,6 7-21-15,3-3-25 0,2 0-372 0</inkml:trace>
  <inkml:trace contextRef="#ctx0" brushRef="#br0" timeOffset="175517.54">8783 7570 1547 0,'0'0'116'0,"0"0"116"0,1 0-61 0,18 1-85 15,-19-1 4-15,0 0-32 0,1 0-22 0,15 15-3 16,-16-15 1-16,0 1 0 0,5 17 13 0,-5-18-13 0,0 17 4 15,-1-6-5-15,-1-1 13 0,0 2 14 0,0-2-2 16,0 1 5-16,0-1-6 0,1 0-4 0,0 0-1 16,0-1-2-16,1-2-18 15,0-1-6-15,0-6-2 0,0 0 0 0,2 16 0 16,-2-16-9-16,0 1 1 0,5 17-4 0,-5-18-4 0,0 0-5 16,9 17-2-16,-9-17-1 0,1 0-1 15,10 16 0-15,-11-16 1 0,1 1 0 0,13 17 0 0,-9-12 3 0,1 0-1 16,0 0 1-16,2 0-3 0,0 1 3 0,0-1 0 15,0 0 0-15,-2 0-7 16,1 0 7-16,0-1-1 0,-1 2 4 0,0-1-4 0,-1 1 3 16,-1-1-1-16,-1 0 3 0,-2 0 6 0,-1 0 15 15,-1-1-1-15,-2 1 5 0,-1 0 1 0,-1 1-6 16,-1 0-1-16,-1 0-3 0,-2-1-15 0,0 0-16 16,-2-1-5-16,0 0-4 0,-1-2-26 0,-1-1-47 15,-1 0 5-15,1-2-21 0,-1 0-11 0,1-2-81 16,-1-1-47-16,0-4-26 0,-1-3-293 0</inkml:trace>
  <inkml:trace contextRef="#ctx0" brushRef="#br0" timeOffset="175701.26">8785 7593 1752 0,'0'0'274'16,"0"0"-123"-16,17-6-20 0,-17 6-33 0,16 2-66 15,-6-1 11-15,0 2-6 0,1 0 4 0,0 2-24 0,1 0-6 16,-1 2-2-16,2-1-1 0,-1 1 4 0,0 0-11 15,1 0 5-15,-1-1-6 0,1-1 0 16,1 0-5-16,-1 0 5 0,1-2-8 0,-2 1-30 16,-1-1-67-16,0-2-36 0,0 0-16 0,0-2-188 15</inkml:trace>
  <inkml:trace contextRef="#ctx0" brushRef="#br0" timeOffset="176012.32">9261 7099 2483 0,'0'0'425'16,"0"0"-351"-16,0 0 34 0,17 10-101 0,-6-3-5 0,3 4-6 16,1-1 6-16,-1 3-5 0,-1 0 10 0,-2 1-4 15,2 1 0-15,-1 1-3 0,2 0-1 0,0 0 3 16,0 1 3-16,-2-1 3 0,1-1 20 0,-4-1 19 15,0 3 0-15,-2 2 8 0,0 2 10 0,-1 1 3 16,-2 2-7-16,-1 1 2 0,0 0-23 0,-1 1-21 16,-2 1 9-16,-2 3-13 0,-1 3 3 0,-2 2-5 15,0 1-4-15,-3-3 1 0,0 1-3 0,-3-1-3 16,0 2-1-16,-3 1 0 0,0 0-1 0,-2-1-2 16,-2-3 1-16,2 0-3 0,0 0-26 0,-4 0-95 0,1 2-19 15,-6-3-38 1,-5-1-189-16</inkml:trace>
  <inkml:trace contextRef="#ctx0" brushRef="#br0" timeOffset="176543.88">7178 8261 2508 0,'-7'2'53'15,"1"-1"-70"-15,6-1-2 0,0 0-21 0,0 0 13 16,0 0 17-16,0 0 4 0,0 0 3 0,0 0 6 15,16 6 13-15,-5-5-2 0,3-1 5 0,3 0 6 16,1 0-6-16,1-1 0 0,1 1-3 0,2 0-3 16,-1-1-4-16,2 0 5 0,-1 0-4 0,3 0 7 15,2 0 8-15,2-1-2 0,3 1 4 0,1 0-3 16,-1-2 0-16,0 2 1 0,1-1 0 0,3 0 1 0,1 1 4 16,2-1 1-16,-1 0 2 0,-3 0 18 0,4 1-7 15,1 1 1-15,3 0-5 0,1 0-12 0,-1 0-5 16,1-1 0-16,5 0-2 0,0 0-4 0,1 0-11 15,0-1 2-15,0 1-6 0,2 0 5 0,-2 1-2 16,0 0-1-16,-1 0 0 0,-2 1 0 0,1 0 1 16,-1 1 0-16,-3 0 0 0,1 2-1 0,0-1 21 15,0 0 2-15,-2 2 6 0,-3-1-1 0,2 2-18 16,-1-1 0-16,-1 0-5 16,-1 0 4-16,-7 0-7 0,-2 0 0 0,-2-1-2 15,-1 0-2-15,0 0 1 0,-3-1 0 0,-4 0 0 16,-3-1 6-16,-3 0-27 0,-3-1-10 0,-3 0-10 15,-8-1-69-15,0 0-51 0,1 0-12 0,-1 0-17 16,0 0-70-16,0 0-229 0</inkml:trace>
  <inkml:trace contextRef="#ctx0" brushRef="#br0" timeOffset="177084.05">7368 8261 2874 0,'-8'0'110'0,"1"2"40"16,0-1-125-16,7-1-69 0,-1 0 7 0,1 0-26 15,-1 0 31-15,1 0-35 0,0 0 21 0,0 0-22 0,12 2 57 0,-1-3 5 16,4 0 1-16,2-1 0 0,1 0 5 16,4-1 7-16,-1-1 0 0,4 1 1 0,-1-1-1 15,1 2 25-15,0 0-6 0,0 0 11 0,4 2-16 16,1-1-6-16,2 1 0 0,2 0-3 0,0 0-6 0,-2 1 10 16,1 0-10-16,0 1 10 0,2 0-12 0,2 0 9 15,1 0 1-15,-3-1 2 0,-1 0 11 0,3 1 12 16,1-2 3-16,2 2 2 0,1-2 6 0,-2 0-11 15,0 0 1-15,3 0-4 16,1-1-1-16,-1-1-19 0,0 0 0 0,-4 1-6 0,2-1-4 16,-3 1 3-16,2 1-1 0,-1 0 1 0,-3 0 2 15,-1 0 8-15,-1 0-2 0,4 1 3 0,-1 0 0 16,1 1 2-16,-4-1 3 0,-1 0-1 16,-2 0 0-16,2-1-10 0,-1 0 4 0,1 0-6 15,0-1 0-15,-6 0-9 0,0 1 1 0,-4-2-2 16,-1 2 4-16,-1 0-3 0,-3 0-3 0,1-1 2 15,-1 1 8-15,-4 0-7 0,0 0 4 0,-4 0-6 0,-2 0 3 0,-7 0-17 16,1 0-9-16,-1 0-8 16,0 0-72-16,2 0-124 0,-2 0-28 0,0-1-46 0,0 1-224 0</inkml:trace>
  <inkml:trace contextRef="#ctx0" brushRef="#br0" timeOffset="182256.79">3011 6551 2266 0,'0'0'95'15,"0"0"-44"-15,0 0-16 0,0 0-44 0,0 0-49 0,1 0 36 16,15-4-10-16,-6 7 27 0,0 0-4 0,-4-3 12 15,6 5 5-15,2 0 2 0,1 0 10 0,0 0-2 16,2 0 2-16,1-1-1 16,0 2 7-16,1-2 7 0,0 0-2 0,2-1 5 0,4 1-1 15,1-3-4-15,3 0-3 0,3-1 0 0,-1-1-6 0,1-1-9 16,3 1 4-16,0-3-5 0,3 1 3 16,2-2 5-16,0 1 2 0,0-1 2 0,0 0 12 0,1 0-7 15,1 0-2-15,1 1-3 0,-2 0-8 16,1 1-7-16,-1-1 3 0,2 1-3 0,2 1 5 15,-5 0 3-15,1 0 3 0,2 0 1 0,1 0 2 0,2 0-5 16,-1 1-8-16,1 0 3 0,0 0-4 0,1-1 1 16,0 1 1-16,-2 0-1 0,0 0-4 0,0 1-3 15,0 0 6-15,-2 0-6 0,-2 1 2 0,-1 1-2 16,0 0-2-16,-2 1 1 0,1 0-2 0,-5 0-1 16,-4 0 1-16,-1 1 0 0,0-1 7 15,0 1-10-15,-1 0-22 0,-2-1-4 0,1 0-156 0,-3-1-203 16,3-1-120-16</inkml:trace>
  <inkml:trace contextRef="#ctx0" brushRef="#br0" timeOffset="186199.62">4498 8418 2670 0,'-13'-2'82'16,"0"1"-12"-16,3-1 28 0,2 1-89 0,8 1-2 16,-1 0-25-16,0 0 26 0,1 0 2 15,-1 0 5-15,1 0-8 0,0 0-11 0,0 0 2 0,0-1-7 16,0 1-4-16,12-13 7 16,-4 9-3-16,2 0 5 0,0 0-1 0,1 0 7 15,0 0-2-15,1 0 3 0,-1 0-5 0,1 0 10 16,2 2-2-16,1 1 7 0,1-1-3 0,0 2 4 15,1-2-2-15,0 1 2 0,1 1 2 0,0-1 1 16,1 1 3-16,-1-1-2 0,1 0 6 0,2-1-7 0,1-2 4 16,4 0-4-16,0-1 6 15,2 0-6-15,1 0-4 0,-3 1-1 0,1 0-13 0,-1 1 5 16,2 0-4-16,3 2 7 0,1-1-7 0,0 2 0 0,-2-1 4 16,-3 1-3-16,0 1-1 0,1 0 0 15,2 0 1-15,0 0 0 0,3 1 0 0,-2-1 0 16,-1-1-1-16,-1 0 1 0,0 0 5 0,4-1 0 15,1 1-1-15,3-2 0 0,-1 1 4 0,-4-1-1 0,0 0-1 16,1 1 1-16,2 0-1 16,2 1-7-16,0 0 5 0,-5 0-5 0,-1 1 11 0,-1 0-5 15,2 0 2-15,1 0-2 0,2 0 15 0,-2 1 1 16,-3-1 5-16,-1 0-2 0,1-1 1 0,0-1-11 16,2-1 2-16,3 0-4 0,-2-1 2 0,-2-2-7 15,-1-1 2-15,-1 0-3 0,1 0 3 0,2-1-8 16,0 1 0-16,-2 1-1 0,-3 0 1 0,-5 0 5 15,-1 0-4-15,-3 2 4 0,-2 0-7 0,1 1 3 16,-1 1-1-16,-2 0 2 0,-1 0-1 0,0 1-10 16,-3 1 3-16,0 0-12 0,0 2-64 0,-1 0-166 0,1 0-17 15,0 0-58-15,0 1-162 0</inkml:trace>
  <inkml:trace contextRef="#ctx0" brushRef="#br0" timeOffset="186881.12">7246 8212 2108 0,'-9'0'173'0,"-1"0"-127"16,3-1-11-16,-1 1-32 0,2-1-10 0,6 1 14 15,-1 0 2-15,1 0 4 0,-16 1-3 0,16-1 1 16,0 0 3-16,0 0-1 0,0 0 1 0,0 0 9 15,0 0 1-15,0 0 7 0,0 0 25 0,1 0 8 16,-1 0-7-16,18-4 6 0,-18 4-22 0,17-1-14 16,-7 2 0-16,2-1-6 0,0 2-8 0,1-1-1 15,2 1 1-15,0-2-2 0,1 2 2 0,1 0-5 0,0 0 5 16,1 0-5-16,3 0 4 16,3 0 6-16,1 1-3 0,3-2 6 0,-1 1 2 0,0-2-4 15,1 1 1-15,-2-1-1 0,3 0-5 0,0 0-3 16,3 0-3-16,0 0 1 0,1 0-3 0,-3 1 2 15,-2-1-2-15,1 1 3 0,1 0 9 16,1-1 7-16,3 3 2 0,-2-1 0 0,-2 0-5 16,0 2 1-16,-2-1 0 0,4 1 1 0,0 1-3 0,3 0-10 15,-2 0 3-15,-3 0-4 0,-1 1-3 0,1 0 4 16,1 0-3-16,3 0 3 0,2 0 0 16,-2-1-2-16,-2 0 0 0,-2-1 1 0,0 0 0 0,3 0 1 15,0-2-5-15,1 1 3 0,0 0-2 0,-4-1 6 16,-3 1 0-16,-2-1 1 0,3 0 4 0,0 1 10 0,-1 0-2 15,0-1 4-15,-3 1-5 16,-3-1-1-16,0 0-2 0,-2 1-1 0,-1 0-10 16,1 0 0-16,-1 0-3 0,4 1 2 0,-2-2-5 15,0 2 2-15,0-2-3 0,-2 0 2 0,-1-1-7 0,-1 0 3 16,-1 0 1-16,-2 0 0 0,-2-1 3 0,0 0-9 16,-1 0 3-16,-1 1-4 0,-1 2 4 0,1-3-43 15,1 1-18-15,-2-1-19 0,0 0-144 0,1 0-196 16,-1 0-55-16</inkml:trace>
  <inkml:trace contextRef="#ctx0" brushRef="#br0" timeOffset="190891.17">4617 8252 782 0,'-5'-4'378'0,"1"0"-104"0,-3 1 174 0,7 3-328 16,0 0-28-16,0 0-53 0,-1-1 1 0,-15-9 0 15,16 10 6-15,0 0-4 0,-1 0-13 0,1 0 1 16,-17-4-5-16,17 4-8 0,0 0 3 16,-1 0-2-16,0 0 1 0,1 0-8 0,-1 0-9 0,1 0-1 15,0 0-1-15,0 0-5 0,0 0 1 0,1 0-2 16,-1 0 2-16,24 8-3 0,-13-6 0 15,1 0-1-15,2 1 1 0,1-2-11 0,0 1 8 16,1 1-3-16,2-1 4 0,0 0 7 0,-1 0 2 0,1-1 4 16,1 0 0-16,3 1 12 0,1-2-8 0,1 1 3 15,3 0-5-15,-2-1 5 0,0 1 1 0,1-1-1 0,0-1 0 16,0 1-9-16,3-2 8 0,1 0-3 0,3 0 4 16,0 0-6-16,-3 0 1 0,1 0-1 0,1 0 0 15,1 0-3-15,3 0-1 16,1-1 0-16,-3 1-1 0,0-2-1 0,0 1 7 15,1 1 0-15,1-2 4 0,2 0 4 0,-3 1 13 16,-2-1 0-16,-1 1 5 0,0 1-9 0,1-1 6 16,2 1-7-16,-3-1 7 0,-1 2-7 0,-4-1 1 0,0 1-1 15,-2-1 1-15,2 1 2 0,1 0 14 0,1 1-1 16,-1-1 5-16,-2-1-6 0,-2-1-19 0,1 0 2 16,0 0-8-16,2 1 0 0,1-2-6 15,2 1-1-15,-1-1-1 0,-2 0-2 0,-2 3 1 0,-1-2 1 0,0 1 0 16,-1 2-1-16,2 0-1 0,1 1 1 0,-2 0 0 15,0 0 1-15,-4 0 0 16,0 0-1-16,-4 1 1 0,-2-1 2 0,1 0-5 0,-1 0 1 16,1 0-1-16,1 1 6 0,-1-1-3 0,1-1 0 0,-2 0-1 15,-1-1-4-15,-1 0 6 0,-1 1-4 0,0-1 5 16,-1 0-7-16,-1 0 4 0,0 0 3 0,-2 1 0 16,0 0 1-16,-7 0 0 0,0 0 2 0,1 0-2 15,16 0-7-15,-17 0-105 16,0 0-32-16,1 0-43 0,0 0-300 0</inkml:trace>
  <inkml:trace contextRef="#ctx0" brushRef="#br0" timeOffset="191674.12">7185 8190 2576 0,'0'0'181'0,"0"0"-2"16,0 0-5-16,0 0-72 0,-1 0-108 0,0 0-31 16,1 0-8-16,0 0 22 0,0 0 24 0,0 0-4 15,0 0 3-15,0 0-5 0,18 1 0 0,-4 0-1 16,2 1-5-16,1 0 3 0,1-1-1 0,1-1 3 0,1 0 4 15,0 1-2-15,2 1 4 16,-5-1 2-16,3 1-4 0,1 0 3 0,1-1 7 16,0 1 4-16,1 0 4 0,-1-1 0 15,0 0 3-15,1 0 12 0,-1 1-7 0,-1-1 6 0,2-1-12 16,2-1-3-16,2 0 9 0,4 0-7 0,-1 0 7 0,0 0-11 16,0-2 1-16,-2 0-2 0,3 0 1 0,2-1-8 15,1 1-4-15,2-1 0 16,-2 3-1-16,-4 0 3 0,-1 1 3 0,2 0-2 0,0-1-1 15,1 1-3-15,0 1 4 0,-4 1-3 0,0 1 0 16,-3-1 3-16,0-1-2 0,2 1 3 0,1 0 2 16,1 0 20-16,-1 0-4 0,-1 0 10 0,-2 1-4 15,-1-1 1-15,-1 0-1 0,-1 0 2 0,2 0 3 0,-1 0-17 16,0 1 6-16,-2-1-9 0,-2 1 6 0,-1 0-8 16,-2 0 1-16,-2 0-3 0,-2 0 4 0,-2 1-5 15,0-1 3-15,-1 0-5 0,0 1-3 16,0-1-5-16,1 1 3 0,-3-1-2 0,1-1 10 15,0 1-10-15,-1-1-1 0,-1 0-4 0,-6-2-11 0,0 0-113 16,1 0-32-16,18 5-48 16,-19-5-310-16</inkml:trace>
  <inkml:trace contextRef="#ctx0" brushRef="#br0" timeOffset="199928.2">4218 8469 1671 0,'-5'0'359'0,"-1"1"-117"0,6-1 168 0,-1 0-379 0,1 0-28 16,-1 0-51-16,1 0 15 0,0 1-2 0,0-1 13 16,5 16 4-16,-2-16 0 0,8 4 6 0,3-1-3 15,2-2 8-15,2 0 7 0,0-1-3 0,1-1 5 16,2-1 0-16,2-2 5 0,2 0 2 0,1-1 0 16,1 0 4-16,1 0-6 0,-3 0 0 0,2 0-1 15,0 0-3-15,1 0 8 0,2 0-3 0,0 2 6 16,-1-2 3-16,-1 2 2 0,-1 1 5 0,-1 1-1 0,3 1 6 0,-1 0-3 15,3 1-9-15,-1-1 5 16,-1-1-4-16,0 1-3 0,-2 0-2 0,1 1-1 16,-1-1-5-16,4 0-2 0,3-1 3 0,-3 0-4 15,1 0 3-15,-2 0-2 0,-3 0 2 0,1 1-2 16,0-2 2-16,1 2-4 0,-1-2 6 0,-1 2-4 0,0 0 12 16,-2 0 8-16,-2 2-8 0,1-1 7 0,1-1-10 15,0 0 5-15,0 0 0 0,0 0 1 0,-1 0-4 16,0-1 8-16,-2-1 3 0,0 1 2 0,0-1 4 0,2 0-5 15,3 0-5 1,0-1 2-16,0 1-9 0,0-2-5 0,-2 2 2 16,0-1-3-16,-2 1-4 0,2-1-3 0,0 0 3 0,2 0-3 15,0-1 4-15,-1 0-1 0,-2 0-3 0,-1 1 2 16,-3 1-5-16,2-1 5 0,-2-1 0 0,1 2 2 16,0-2 0-16,-1 1-7 0,0 1 3 0,-2-1-3 15,0 1 1-15,-1-1 3 0,-2 0-3 0,-1 0 4 16,-1 1 2-16,-2 1-5 0,1 1 2 0,0 0-4 15,1 0 0-15,4 1-1 0,-1 0 0 0,2 2-3 16,0-2-26-16,0 1-174 0,1-1-14 0,1 0-70 16,0-1-194-16</inkml:trace>
  <inkml:trace contextRef="#ctx0" brushRef="#br0" timeOffset="200239.56">7257 8125 2955 0,'0'0'227'16,"0"0"-141"-16,0 0 4 15,-1 1-64-15,1-1-85 0,-1 1 18 0,1-1 1 0,-2 18 9 16,2-18 20-16,14 8-8 0,-4-4-3 0,3 1-2 16,2 0-9-16,4-1 16 0,1 0 2 0,1 0 4 15,3 0 9-15,1 1 0 0,1 0 1 0,2 0 0 16,-2 0-2-16,-1-1 5 0,0 1-4 0,-1-2 4 16,-1 1-6-16,2 0-66 0,-1 1-17 0,2-1-27 15,0 1-144-15,1 3-176 0,1 0-90 0</inkml:trace>
  <inkml:trace contextRef="#ctx0" brushRef="#br0" timeOffset="203212.32">4616 8315 2061 0,'-7'-4'112'16,"1"-1"-22"-16,0 1 45 0,1 0-100 0,5 4-2 15,0 0-24-15,-1 0 21 0,1-1-2 0,0 1 4 16,-1-1-19-16,-17-11-9 0,18 12 2 16,0 0-5-16,0 0-3 0,0 0-3 0,0 0 1 0,0 0 0 15,0 0 5-15,0 0 7 0,1 0-1 0,-1 0 3 16,19 4 1-16,-11-3-5 0,1 0-2 15,1 1-1-15,0 0-1 0,2-1 5 0,0 2-3 0,0-2 3 16,1 2 1-16,0 0-1 0,2 0 5 0,-1 0-4 16,1 0 7-16,0 0-7 0,5 0 3 0,0-1-3 15,3 1 13-15,1-1-6 0,0-1 2 0,0 1-4 16,0-1 0-16,0-1 2 0,0 0-2 0,1-1 1 16,5 0-9-16,1 0 2 0,2 1-2 0,-2-1 3 15,0 1-2-15,-3 0-4 0,0-1 3 0,4 1-3 16,-1 0 0-16,2 1 1 15,-1 0-1-15,-3 0 3 0,0 1 11 0,1-1 4 16,3 1 7-16,0-1-4 0,1 0 5 0,0-1-9 16,-3 1-3-16,-1-1-1 0,2-1-5 0,1-1-2 0,1-1 0 15,4 1 0-15,-4 0-3 0,-3-1 0 0,-1 0 0 16,2 1 1-16,-1-1-2 0,1 1 4 0,2-1-5 16,-5 3 3-16,-3-1-5 0,-3 1 4 0,2 1 4 15,0 1-2-15,-1 0-6 0,2 0 9 0,-2 0-5 16,-2 1 6-16,0-1-10 0,-2 1 6 0,-2-1-4 0,0 0 4 15,-2 0-10-15,2-1 5 0,0 0 1 0,0 0 4 16,-1-1-1-16,-2 1-3 0,0-1 5 0,-3 0-3 16,0 1 4-16,-1 0 0 15,-1-1-6-15,-3 1 4 0,1 1-12 0,-1 0-22 16,-1 0-13-16,-6-2-6 0,1 0-71 0,0 0-73 0,15 6-8 16,-16-6-32-16,0 0-130 0</inkml:trace>
  <inkml:trace contextRef="#ctx0" brushRef="#br0" timeOffset="204041.83">7126 8249 2326 0,'0'0'220'0,"0"0"-153"15,-1 0-18-15,1-1-40 0,0 1-40 0,0-1 20 0,0 1-3 16,0-1 7-16,0 1-15 0,0-1 4 0,0 1 6 0,22-13-1 16,-14 15 13-16,3 1 12 0,1 0-1 0,4 0 6 15,1-1 12-15,2 1 7 0,1 0 4 0,2-1 1 16,0 1 4-16,1-1-9 0,0 0 2 0,0-1-4 15,3-1-6-15,2-1 6 16,3 0-13-16,2-1 10 0,0-2-19 0,0 1-5 16,-3-1 4-16,5-1-5 0,0 1 4 0,2 0-5 15,3 0 0-15,-4 0-1 0,-3 1 2 0,1 1-3 16,0 0 0-16,3 1-2 0,0 1 1 0,-1 0 8 16,1 2-2-16,-3 0 4 0,3 0-6 0,2 1 3 15,0-1-3-15,-2 0 4 0,-1 1 9 0,0 1 13 16,4-2 4-16,0 0 0 0,3 0-1 0,-4-1-6 15,-2 0-3-15,2 0 0 0,0-1-7 0,0 0-8 0,-1 0 5 16,-3 0-7-16,-1 1 2 0,0 0-3 16,1 0 3-16,-1 0-3 0,1 1 7 0,-4 0-4 15,-2 1-1-15,-2-1 0 0,1 1 6 0,1 0-2 0,1-1 1 16,-1 2-2-16,-2-1-4 0,-3 1 4 0,-1-1-1 16,-1 1 3-16,0 0-5 0,1-1-2 0,0 0-4 15,0 1 1-15,-2-1-5 0,-1 0 7 0,-2 0-5 0,-4 0 5 16,0-1-8-16,-2 0-30 15,-2 1-14-15,-2 0-8 0,-1 0-69 0,0 0-26 0,-7-3-12 16,0 0-10-16,0 0-83 0,0 0-100 0,1 0-37 16</inkml:trace>
  <inkml:trace contextRef="#ctx0" brushRef="#br0" timeOffset="204420.53">7902 8140 2600 0,'0'0'86'0,"-1"0"35"0,1 0-164 0,0 0-82 15,0 0 44-15,5 14-41 0,5-9 153 0,3-2 4 16,3 2-7-16,2-1 6 0,2 0-15 0,3 0-1 0,6 1 2 16,2 0-2-16,3 1-1 0,2-1-12 15,-2-1 6-15,-2 0-7 0,-2 0 3 0,-2 1-5 16,1-1 1-16,-2 1-1 0,1-1 6 0,-2-1-1 0,-2 0 1 15,-4-1-1-15,-2 0 5 0,-1 0-3 16,-2 0 0-16,-2-1 0 0,-2 0 6 0,-1-1-23 16,-2 0-23-16,0 0-14 0,0 0-218 0</inkml:trace>
  <inkml:trace contextRef="#ctx0" brushRef="#br0" timeOffset="205375.48">1706 8011 2124 0,'-7'0'138'0,"0"-1"-19"0,7 1 2 16,0 0-33-16,0 0-70 0,-17-2-18 0,17 2 6 0,0 0-7 16,0 0-11-16,0 0 1 0,-1 0-2 0,1 0 4 15,-1 0 13-15,1 0-5 0,0 0 3 0,0 1-2 16,0-1 12-16,0 0 15 0,17 9-5 0,-8-8 8 15,2 0-6-15,2 0 3 0,0-1 3 0,2 1 0 16,1 0 9-16,-1 0-2 0,0 0 0 0,3 0-1 16,-1 0-4-16,-2 0-13 0,3 0-4 0,0-1-2 15,1 0-3-15,4 0-5 0,1 0 5 0,4 0-6 16,1-3-6-16,0 2 1 0,0-2-1 0,-3 0 2 16,2-1-4-16,2 1 7 0,0-1-4 0,3 0 4 15,-3 1-6-15,-3 0 7 0,-2 1-2 0,-2 1 6 16,-1 0-6-16,1 0 0 0,1 0 5 0,1 1-2 15,-2 0 17-15,-1 0-2 0,-2 0 1 0,-2 0-1 16,0 0-8-16,-4 1-1 0,0-1-4 16,-1 1 3-16,-2-2 1 0,1 1 2 0,0 0-2 15,-1 0 2-15,1 1-2 0,-2-1 3 0,-2 1 3 16,0 0-1-16,-8-1-1 0,1 0-4 0,-1 0-11 0,0 0 2 16,0 0-36-16,17 3-27 15,-17-3-1-15,0 0-12 0,0 0-34 0,0 0-67 0,0 0-8 16,0 0-30-16,0 0-130 0</inkml:trace>
  <inkml:trace contextRef="#ctx0" brushRef="#br0" timeOffset="206174.26">1723 8112 1881 0,'-7'-2'83'15,"-1"1"96"-15,3 0-151 0,5 1 1 0,0 0 3 0,0 0 0 16,0 0 9-16,-1 0-23 0,0 0 5 0,1 0-13 15,-1 0-4-15,-16-1-7 0,17 1 1 0,0 0-1 16,0 0 6-16,0 0-2 0,0 0 0 0,1 0 0 16,0 0 11-16,15 1 14 0,-16-1 0 0,17-1 6 15,-7 0 12-15,2 0-1 0,1 0-2 0,1 0-1 16,1-1-12-16,2 1 3 16,-1-2 3-16,1 1-1 0,-1 0-2 0,1 0-16 0,0 0 1 15,1 0-6-15,1 0-2 0,4 0-6 0,1 1 2 16,0 0-4-16,2-1 2 0,-3 1-5 0,1 0 1 15,-2-1-2-15,-1 1 6 0,1-1-2 0,2 1-2 16,1 0 2-16,-1-2-2 0,2 2 4 0,-2-2-1 16,-4 1 3-16,-1 0 12 0,-1-1-3 0,-2 1 7 0,0 1-6 15,-1-2 2-15,1 2-2 0,-1-1-1 0,0 2 1 16,0-1 2-16,-1 1-7 0,-2-1-1 0,0 0-2 16,0 1-6-16,-2 0 5 0,2 0 2 15,-4 0 1-15,0-1 3 0,-1 1-4 0,-1-1-3 16,-6 1 3-16,0 0 5 0,1 0 5 0,17-1 0 15,-18 1 1-15,0 0 0 0,0 0 1 0,1 0 2 16,-1 0-2-16,0 0-1 0,1 0-5 0,-1 0 4 0,1 0-4 16,-1 0-3-16,1 0-5 0,-1 0-1 0,1 0-2 15,-1 0-5-15,1 0 7 16,-1 0-8-16,0 0 8 0,1 0-6 0,-1 0-2 16,1-1 3-16,0 1-2 0,-1-1 5 0,0 1-3 15,1-1 3-15,-1 1-4 0,1-1 5 0,-1 1-2 16,0 0-1-16,1-1 0 0,-1 1-2 0,17-8 0 15,-17 8 1-15,0 0-1 0,0 0 0 0,0 0-1 0,0 0-1 16,0 0 0-16,0 0-2 0,1 0 3 0,-1 0-3 16,1 0 4-16,15-3 4 0,-16 3-3 0,0 0 4 15,0 0-5-15,0 0 4 0,0 0-4 0,1 0 3 0,-1 0-3 16,0 0 2-16,18 3 2 0,-18-3-7 0,0 0 5 16,0 0-1-16,0 0 0 0,1 0 2 0,-1 0-3 15,1 0-5-15,-1 0 5 16,16 3 0-16,-16-3 2 0,0 0 2 0,0 0-5 15,2 0 2-15,-2 0-1 0,0 0 2 0,1 0 5 16,-1 0-7-16,1 0 6 0,0 0-17 0,-1 0-29 16,0 0-8-16,0 0-13 0,0 1-86 0,0-1-204 0,0 1-79 15</inkml:trace>
  <inkml:trace contextRef="#ctx0" brushRef="#br0" timeOffset="208823.32">2211 4226 1612 0,'-7'-2'125'0,"0"0"-47"0,7 2 61 15,-1 0-124-15,1 0-5 0,0 0-8 0,-1 0-25 16,0 0 5-16,1 0-11 0,-1 0 13 0,1 0 13 0,0 0-1 16,-1 0 4-16,1 0 5 0,-1 0 2 0,1 0 2 15,0 0 1-15,0 0 9 0,0 0 10 0,0 0-2 16,0 0 4-16,0 0 3 0,0 0-2 0,17 5 1 16,-17-5-2-16,1 0 5 0,-1 0 4 15,22-3 0-15,-14 1 0 0,1-1-10 0,1 1-11 0,0-1 2 0,1 0-6 16,1-1-6-16,0 1-5 15,1 0-3-15,1 0 1 0,0 0 5 0,2 0-10 0,2 0 7 0,-1-1-7 16,3 2 6-16,0-1-3 0,0 0-2 16,2 0 1-16,0 0 8 0,-1-1 4 15,-1 0 1-15,4 0-1 0,0-2-3 0,3 0-3 16,3 0 3-16,-2 0-2 0,-2 0 2 0,0 0-4 16,-4 0 1-16,1 0-1 0,1 1 2 0,-1-1-4 15,2 2-2-15,-1 0 0 0,-1 0 7 0,-4 1-4 16,0-1 4-16,-2 2-5 0,-1 1 3 0,-3 0 5 15,0 1-2-15,-2 0 4 0,1 0 2 0,0 1-11 16,0 0 7-16,-2 0-7 0,-2-1 7 0,-1-1-6 16,0 1 2-16,-1-1-3 0,-6 1 8 0,1 0 3 0,0 0 1 15,-1 0-2-15,0 0-22 0,0 0-69 0,1-1-2 16,-1 1-27-16,0 0-59 0,-5-18-193 0,-3 12-69 16</inkml:trace>
  <inkml:trace contextRef="#ctx0" brushRef="#br0" timeOffset="209392.23">2243 4079 1604 0,'-10'-8'443'0,"0"1"-198"16,5 3 227-16,5 4-561 0,0 0-17 0,0 0-26 0,0-1 44 16,0 1 4-16,0 0 22 0,0 0 42 0,0 0 1 15,0 0-4-15,0 0 2 0,0 0-17 16,18 4 12-16,-11 0 6 0,1 3 4 0,0-1 35 15,1-1 1-15,-1 1 2 0,1-2 0 0,0 1 9 0,-1 0 10 16,0 0-1-16,2-1 5 16,0 0-1-16,0-1-3 0,2 1 2 0,-1-1-3 0,2 0-13 15,1-1-4-15,-1 0-5 0,2 0 2 16,0-1-7-16,0-1 3 0,1 0-4 0,0 0 4 0,-1 0-10 16,0-1-3-16,-1-1 4 0,-1 1-3 0,2-2 4 0,1 1-1 15,0 0-4-15,0 0 4 0,1-1-3 0,-2 0-4 16,0 0 0-16,0-1-2 0,-1 2 5 0,-1-2 3 15,1 0 1-15,-3 1-1 0,0-2 14 0,1 1 0 16,-2 0 5-16,0-1-4 0,-1 2 3 0,0 0-11 16,0 0 3-16,-2 2-6 0,1-2-5 15,-1 2-3-15,0 0 0 0,-1-1 0 0,0 2 5 16,-6 0-2-16,1 0 4 0,-1 0-3 0,0 0-3 16,18-4 3-16,-18 4-2 0,0 0 2 0,0 0-2 0,0 0 0 15,0 0 0-15,0 0 0 16,1 0 8-16,-1 0-14 0,0 0 7 0,0 0-10 15,0 0-16-15,0 0-85 0,0 0-12 0,0 0-30 0,0 0-94 16,0 0-177-16</inkml:trace>
  <inkml:trace contextRef="#ctx0" brushRef="#br0" timeOffset="210932.63">2230 4164 914 0,'0'0'36'0,"0"0"-44"0,0 0-10 0,0 0-27 0,0 0-13 15,0 0 23-15,0 0 5 0,0 0-1 0,0 0 16 0,0 0 9 16,0 0 4-16,0-1 2 0,0 1 7 16,0-1 8-16,1 1 10 0,-1 0 1 0,0 0 51 15,2-1 6-15,-2 1-1 0,0-1 3 0,1 1-7 16,-1 0 10-16,0-1-9 0,0 1 7 0,0-1-22 0,0 1-19 15,0-1 6-15,0 1-9 0,1-1 0 0,0 1-9 16,-1 0-2-16,18-15-3 0,-18 15-18 16,0 0-4-16,1 0-1 0,16-1-1 0,-17 1-2 0,1 0-2 15,-1 0 3-15,16 0-1 0,-16 0 6 0,1 0 13 16,-1 0-4-16,1 0 8 0,16 7 8 16,-17-7-8-16,1 0 2 0,-1 0-5 15,1 0-3-15,17 9 10 0,-18-9 1 0,1 0 2 0,-1 0-1 0,22 7-10 16,-13-6-2-16,2 0-3 15,2 0-12-15,-1 0 2 0,2 0-3 0,0 0 2 0,-1 0-3 16,1 1-1-16,1-1 3 0,-2 1-3 0,0 0-2 16,0 0 10-16,-2 0-3 0,0 0 8 0,0 0-3 0,1-1 21 15,3-1-2-15,-1 1 9 0,2-2 2 16,1 0-9-16,0-1-2 0,2 0-3 0,0 1-15 16,0-3 1-16,-1 1-1 0,0-1-2 0,-2 0-10 0,-1 0 7 15,1 0-4-15,-3 0 6 0,1 0 2 0,-1 1-5 16,-1 0 3-16,1 0-3 0,-2 1 14 0,-1 1 14 15,-1 0-5 1,-1 0 6-16,0 0-15 0,-1 1-1 0,0-1-1 0,1 1-1 0,-1-1-13 16,0 1 7-16,-1-1-5 0,0 1 5 0,-6 0-4 0,0 0-2 15,0 0 1-15,1 0-2 0,16-3 1 16,-17 3-1-16,0 0 3 0,0 0-2 0,0 0 4 16,1 0 0-16,-1 0-2 0,0 0 1 0,1 0 3 15,-1 0 5-15,0 0-1 0,0 0 1 0,0 0-8 0,0 0-13 16,0 0-8-16,0 0-4 0,0 0-40 0,0-1-14 15,0 1-1-15,0 0-2 0,0-1 5 16,0 1-16-16,0-1 1 0,-1 1-8 0,1-1-11 16,0 1 7-16,-1-1 2 0,1 1 1 0,-1-1-6 15,0 1-42-15,1 0-12 0,0 0-23 0,0 0-176 16</inkml:trace>
  <inkml:trace contextRef="#ctx0" brushRef="#br0" timeOffset="213078.74">3692 4127 1269 0,'0'0'71'0,"0"0"-14"0,-1 0-4 0,1 0-55 16,0 0-19-16,0 0 10 0,0 0 0 0,0 0 5 15,0 0 18-15,-1-1-1 0,0 1 1 0,1-1-2 16,-1 1-4-16,1-1 3 0,-1 1 9 0,1 0-3 16,0 0 24-16,-1 0 5 0,1 0 0 0,0 0 3 15,-1 0 10-15,0 0-2 0,1 0 4 0,0 0-3 16,0 0-2-16,1 0-9 0,15 0-8 0,-16 0 1 16,16-3-13-16,-7 1-8 0,-1 1 3 0,2-1-7 15,0 0-9-15,-1 2 0 0,0-1 0 0,0 1 0 16,0 0-4-16,-1 0 3 0,0 1-1 0,-3-1 3 15,1 2-4-15,-6-2 3 0,1 0 1 0,-1 0 1 16,16 3-2-16,-16-3 6 0,0 0-2 0,1 0 4 16,0 0-5-16,-1 0 10 0,0 0-1 0,1 0 6 15,-1 0 4-15,1 0-5 0,-1 0 0 0,0 0-1 16,1 0 1-16,-1 0-9 0,0 0 3 0,0-1-5 0,0 1 3 16,0 0-9-16,-1-1 0 0,1 1-3 15,-17-7-5-15,17 7 3 0,-1 0 0 0,-15 2 0 16,16-2 1-16,0 0-1 0,-1 0 3 0,1 0-2 15,-17 2-1-15,17-2 1 0,0 0-5 0,0 0 5 16,0 0-5-16,0 0 1 0,0 0 2 0,-1 0-1 16,0 0-2-16,1 0-1 0,0 0-7 0,0 0 4 15,0 0-5-15,0 0 6 0,0 0-2 0,0 0 1 16,0 0-9-16,0 0-76 0,0 0-16 0,0 0-35 16,0 0-185-16</inkml:trace>
  <inkml:trace contextRef="#ctx0" brushRef="#br0" timeOffset="214291.1">4436 4252 965 0,'0'0'235'16,"0"0"69"-16,-1 0-14 0,0-1-282 0,1 1-72 0,0 0 31 15,0-1-4-15,0 1 25 16,0-1 17-16,0 1 13 0,-7-16-12 0,7 16 12 16,0 0-14-16,0 0 9 0,1 0 1 0,0 0 2 15,-1 0 8-15,18-4 6 0,-18 4 3 0,1 0 0 16,-1 0 2-16,21 1-11 0,-21-1 3 0,0 0-6 0,23 1-1 16,-14-2-9-16,-1 1-2 0,1-1-2 0,0-1 1 15,1 2 0-15,-1 0 1 16,2 0-1-16,0 2-6 0,0-1 0 0,1 0 1 0,0 2 1 15,-2-2 7-15,1 2-2 0,-1-1-5 0,0-1 2 16,1 1-3-16,0 1-5 0,0-2 6 0,1 2-6 0,-1-2 8 0,1 0-4 16,1 2 0-16,-2-2-1 0,1 0 4 0,0 1-5 15,0-1 0-15,2 0-1 16,0 1 4-16,1-1-4 0,0-1 1 0,-1 1-2 0,-1 0 17 16,2 1 15-16,0-1 2 0,0 0 1 15,-1-1-10-15,2 0-9 0,-3 1 0 0,3-1-2 0,1 1-2 16,1-1-7-16,1-1 0 0,0 1-1 0,-1-1 7 15,2 1-4-15,-1 1 0 0,0 0-2 0,-1 1 0 0,-1 0-2 16,1-1 1-16,-2 0-2 0,2 0 0 0,0 0 6 16,2 0 2-1,0 0 3-15,1-1 11 0,-1-1-1 0,-2 0 1 0,1-1-2 16,0 0-9-16,-2 2-6 0,0-2 0 0,1 1-1 16,-1 0 0-16,3 1 1 0,-1 0-6 0,0 0 2 15,-1 0-4-15,0 1 2 0,1 0 4 0,-2 0-1 16,0 0 4-16,0 0-6 0,-2 2 2 0,0 1-2 15,2-3 4-15,2 1-2 0,2-1 0 0,0 0 0 16,1 0 0-16,0-1-3 0,-1 1 1 0,0-1-2 16,0-1 5-16,-2 1-1 0,-1-1 0 0,1 1 0 15,1 0-2-15,1 1 1 0,2 0-1 0,-2 0 1 0,0 0-1 16,0-1 0-16,-1 2 0 0,0 0 1 0,-2-1 3 16,2-1-3-16,0 0 7 15,3-1-4-15,1-1 16 0,1 2-12 0,0-2 1 16,-1 1-3-16,-1-2 2 0,0 1-6 0,-1-1 4 0,0 0-5 15,2 2 6-15,0-2-5 0,1 1 0 0,0 0-1 16,-1 1 8-16,-1 1-7 0,0 0 0 0,-1 2-2 16,1 0-1-16,2-2 1 0,2 1 2 15,0-1 1-15,3 2-2 0,-2-1 0 0,-3 2 0 0,1 0 0 16,0-1 1-16,1 0-1 0,3 1 0 0,0-1-1 16,0 1 2-16,-2 0 3 0,-1 0-3 0,-3 1 4 15,1-2-5-15,1 1 2 0,1 1-1 16,0-1 0-16,1 1-2 0,-3-2 3 0,-1 2 0 15,-1-1 0-15,-2 0-3 0,0-1 0 0,0 1 0 0,1-2 1 16,-2 0-1-16,0 1-3 0,-2 0 3 0,-3-1-5 16,0 1-22-16,-2 0-232 0,-2 1-43 0</inkml:trace>
  <inkml:trace contextRef="#ctx0" brushRef="#br0" timeOffset="-213731.12">1331 8037 2099 0,'-13'-3'89'0,"2"-1"-40"0,3 2-7 15,1-1-21-15,7 3-36 0,0 0 20 16,0 0 1-16,-1 0 7 0,-15-7-4 0,15 7-9 16,1 0-2-16,-1 0-3 0,1 0-2 0,-1 0-4 15,1 0 3-15,0 1-3 0,-1-1 13 0,-3 19 6 16,4-19 1-16,12 11 3 0,-5-6 3 0,2-1-1 16,1 0 0-16,2 1-1 0,1-1-2 0,3-1-1 15,0-1-2-15,1 0 1 0,1-1-5 0,1 0 2 16,-2 0 4-16,3-1-2 0,1 0 0 0,3 0-1 0,2-1-7 15,2 1 3-15,0-1-2 0,-2 1-1 16,-2 0 2-16,1 1-2 0,0 1-4 0,4-1 6 0,1 2-4 16,2-1 3-16,-1 1 0 0,-3-2 0 0,-1 1 1 15,-1-1-2-15,1-1-10 16,3 0 10-16,2 0-2 0,1 0 5 0,-2-1-3 16,-2-1 4-16,-1 1-2 0,0 0 2 0,1 0-7 0,2 0 4 15,2 0 2-15,-3-1 1 0,-1 0-2 0,-3 0-2 16,1 0-4-16,2-2 0 0,3 1-4 15,1-3 10-15,0 1-1 0,-3-2 4 0,-1 0-3 0,0 1 11 16,0-2-2-16,1 0 5 0,0-1 3 0,-1-1-7 16,0 2 0-16,-3-2-3 0,-1 2-2 0,-2 0-5 15,0-1 6-15,3 0-5 0,-1 1 9 0,1-1-7 16,1-1 1-16,-4-1-4 0,0-1-4 0,-1-2 9 16,-1-1-6-16,1-1 9 0,1-2 0 0,2-2 0 15,0 0 9-15,0-1-4 0,0 2 22 0,-5-2-2 16,0 2-4-16,-3 0 1 0,-2-1-5 0,1 2 1 15,1 1 4-15,-2-1-3 0,2 0-8 0,0 0-3 16,-2-1-8-16,0 1 4 0,-2 1-11 16,-1 0 6-16,-1 1 1 0,-1-1 0 0,-1 0-4 15,-1-1 5-15,-1 0-7 0,-1-1 6 0,-1 0-8 0,-1-1 12 16,-2 0-2-16,1 1 4 0,-3 0-2 0,-3 1 1 16,1 1 2-16,-2-1-1 0,0 1 1 0,-2 0 10 15,-1 0-4-15,-2 0 6 0,1-1-3 0,-3-1-2 16,1 1-6-16,-2 1 2 0,0 0-10 0,-2 1 3 15,-1 1 3-15,-2 1-1 0,0 1-4 0,-1-1-15 16,1 0 4-16,0 1-8 0,0 1 8 0,-2 0 3 16,-3 1-3-16,-3 0 2 0,-1 0-3 0,-3 0 0 15,1 1 3-15,3-1 0 0,0 1 4 0,2 0-6 16,-1-1 0-16,-3 2-2 0,-1-2-5 0,-3 2 5 16,0 0-1-16,0 1 2 15,1 0-10-15,1 0 10 0,-1 2-6 0,-4 0 7 0,-3 0 4 0,1 1-6 16,0 1 4-16,1 1-3 0,-1 0 11 15,-4 2-8-15,-2 1 4 0,0 0-6 0,3 1 12 0,1 0-1 16,2 0-2-16,-3 1 0 0,3-1-1 0,2 0-11 16,1 1 5-16,1-1-6 0,2 1 8 0,-5 0-3 15,0 1-1-15,0 1 0 0,1 0 0 0,2 1-4 16,-1 2 2-16,0-1-5 0,-4 3 6 0,2 2-3 16,0-2 7-16,2 3-4 0,2-1 4 0,1 0 2 15,-2 3-5-15,1 0 2 0,-2 2-9 0,4 0-2 16,2 0 2-16,3 0-2 15,1 1 4-15,-2-1 3 0,0 2 0 0,-1 0 2 16,0 0 5-16,1 2-5 0,1 0 4 0,4 2-4 16,1 1-4-16,1 1 2 0,-2 1-2 0,1 1 3 0,-2-2-1 0,0 2-7 15,0-1 4-15,1 2-4 0,1 0 9 0,3-1-7 16,2 0 4-16,4-2-5 0,0-1 6 0,3-3 0 16,-1-1-3-16,1 0 3 0,-1 0 0 0,2 1-5 15,-1 1 4-15,2 0-5 0,0-1 3 0,1 0 5 16,-1 0 1-16,2-1 2 0,1 0-2 0,1-1-2 15,1 2 0-15,3 2-3 16,0 0 3-16,2 1-7 0,1 0 0 0,2-1-2 0,1-1 0 16,0-1-4-16,2 0 5 0,2-3-3 15,-1-1 7-15,6 2-3 0,-1-2-3 0,4 1 2 16,2 0-4-16,1-1 9 0,-1 1 2 0,-1-2 2 16,0 0-6-16,-2 0 8 0,0 0-8 0,0-2 7 0,3 0-8 15,1-1 7-15,2-1 2 0,-1-1 1 0,1-1-4 16,-3 0-3-16,-1-1 4 0,0 1-3 0,-1 0 0 0,2-1-4 15,4 0-1-15,1 1-20 0,2 1-244 16,-1 1-370-16</inkml:trace>
  <inkml:trace contextRef="#ctx0" brushRef="#br0" timeOffset="-210719.38">8010 4156 928 0,'-5'-4'570'0,"5"4"-235"0,0 0 286 15,0 0-677-15,0-1-7 0,-1 1-35 0,0 0 62 16,1 0-6-16,0 0 22 0,0 0-24 0,0-1 17 15,0 1 1-15,1 0 8 0,18-6 13 0,-19 6 0 16,1 0-3-16,16 1 3 0,-17-1 16 0,1 0 18 0,-1 0 9 16,19-4 2-16,-19 4 33 0,0 0-11 0,1 0-5 15,21-7-2-15,-22 7-24 0,15-7-8 0,-6 4 1 16,3-1-5-16,0 0-10 0,1-1-2 0,1-1-4 0,0 1 2 16,1-1-6-16,-1 0 1 0,1 1 3 0,-2 0-1 15,1 0 5-15,-2 3-5 16,0-1 1-16,-1 2-1 0,1 2 1 0,-2-1-3 15,0 1 4-15,0 1-3 0,-1-1 19 0,0 2-12 16,0-1 2-16,-1 2-5 0,0 0 1 0,0 0-4 16,1 2 0-16,-1 0-2 0,2 0-4 0,0 0 6 15,0-1-2-15,-1 0 4 0,2 1-3 0,-2-1-1 0,0 0 3 16,1 1-2-16,-1 0 6 0,-2-1-5 16,0 0 1-16,0-1-2 0,0 0-1 0,0-1 0 0,0 0 3 15,1 0 0-15,0-1 3 0,2 0 16 16,0-2-4-16,1 0 10 0,1-1-2 0,2-2-8 0,1-1 1 15,2-1-2-15,-1 0 6 0,0-2 11 0,1 0-2 16,-1-1 3-16,1 1-14 0,-1 1 2 16,1-1-10-16,0 2 7 0,0 0-10 0,-2 1-1 15,0 0 1-15,-1 1-3 0,-2 0-4 0,-1 2-2 16,-2 0 3-16,0 2-2 0,-2 0 5 0,0 0-7 16,-1 1 2-16,-6-2-2 0,0 0 13 0,0 0-8 15,1 1 7-15,18 11-7 0,-19-12 5 0,0 0-10 0,17 11 0 0,-16-11-2 16,16 6 2-16,-5-4 4 15,3 0-1-15,5 0 1 0,0-1-7 16,1-1-3-16,0 0 5 0,1-2-4 0,0 1 5 0,0-1-55 16,-1 0-46-16,3-1-17 0,2-1-301 0</inkml:trace>
  <inkml:trace contextRef="#ctx0" brushRef="#br0" timeOffset="-200794.39">988 5199 1192 0,'-11'-5'262'0,"-2"0"-98"0,2 0 132 0,1 2-243 16,2 1-10-16,-1-1-10 0,2 1-17 0,1-1-1 16,0 1-3-16,6 2-11 0,0 0 2 0,-20-9 0 0,20 9-1 15,0 0-4-15,0 0 2 16,-1 0 3-16,1 0 4 0,-16-3 26 0,16 3 10 15,0 0-2-15,0 0 6 0,0 0 6 0,-1 0-19 0,1 0 4 16,-1 0-11-16,1 0-7 0,0 1-9 0,-1-1 1 0,0 1-3 16,1-1-1-16,-10 17 4 0,10-17-1 0,0 0 2 15,0 0-5-15,1 1-2 0,-1-1-3 0,18 15 1 16,-18-15-4-16,1 0 0 0,16 10 2 0,-17-10-1 16,0 1-1-16,20 12 1 0,-20-13 1 0,15 11 1 15,-7-6 1-15,0 1-6 0,0-1 2 16,0-1-1-16,0 1 8 0,1-1-1 0,-1 1-3 15,2-1 2-15,0 0 6 0,1 0-2 16,0-1 2-16,1 0-2 0,1-1-8 0,1 0 6 0,2 0-3 16,-1 1 3-16,0-1-7 0,1 1 6 0,-1 0-5 15,-1-2 6-15,1 3-5 0,-2 0 1 0,1-2-2 16,-1 1 0-16,-1-1 2 0,0 0-5 0,3 1 9 16,-1-1-7-16,2 2 10 0,1-3-2 0,-1 1-3 0,1-1 3 15,-1-1 2-15,1 0-2 0,0 0-2 16,1 1 0-16,0-1-5 0,1 0 9 0,-2 0-2 15,1-3 1-15,1 1-10 0,1-1 6 0,1-1-2 16,1 1 5-16,0 1-8 0,-2 0 1 0,-2 1 0 16,0 1 2-16,-1-1 3 0,0 1-6 0,-1 0 1 0,0 1-2 15,0-1-1-15,2 0 4 0,-1 0-1 0,1-1 2 16,0 1-3-16,0 0 4 0,-1-1 2 0,1-1 0 16,-2 0-5-16,0-1 8 0,1 1-6 0,-1-2 6 15,2 1-10-15,1-1 7 0,-1 0 0 0,0-1 5 16,-1 1-3-16,-1 0-2 0,0-1 2 0,-3 0 0 15,0 0 5-15,-2 0-2 16,0-1-3-16,-1 1 1 0,-1-2 3 0,0 1-4 0,-1-1 4 16,0 0-5-16,2-1 1 0,-2 0 2 15,1-1 0-15,-1-1 1 0,2 0-4 0,1-1-2 0,-2 0 2 16,1-1-1-16,0 2 10 0,-2-1-5 0,-1 1 0 0,0-1-1 16,-1-1 2-16,-1-1 3 15,1 1 1-15,-2 0 0 0,0-2-4 0,-1 0 6 16,-1-1-5-16,-1-1 6 0,0 0-4 0,-1-1-4 15,0 1 4-15,-2-2-3 0,0 1 2 0,0 1-3 16,-1 0-2-16,-1 0 1 0,-2 0-1 0,1 0 10 16,-1-1-4-16,-1 0 7 0,-1 0-6 0,-2 0-1 0,-1 0-1 15,-2 1-1-15,-1-1-11 0,0 4 2 0,0-1 0 16,0-1 0-16,0 1-4 0,1 0-1 0,-1 0-6 16,-2 0 4-16,0 1 1 0,-2-1-2 15,-1 1 2-15,-1 0-4 0,0 0-2 0,-1 1 3 0,-1-1-1 16,4 2 0-16,-1 0-5 0,-1 1 5 0,2 2 0 15,-5-2 1-15,1 2 4 0,-3 0-14 16,-2 1-2-16,-1 4-4 0,1 0-2 0,-2 0 8 0,3 0 6 0,-3 1-1 16,0 1 13-16,-1 1-1 0,-1 1-2 0,1 0 2 15,2 1 3-15,3 1-2 0,1 0 4 0,1 1-5 16,0 0-2-16,-1-1 0 0,1 3 0 0,-2-1 0 16,3 2-12-16,0 1-2 0,1 0-3 0,3 3 3 15,-2 0 1-15,0 2 5 16,-2 1 1-16,-1 1 2 0,0 1 9 0,-2 2 1 15,2 0 0-15,1 0-1 0,2 0-4 0,4 0-4 16,1-1 5-16,1 0-5 0,1-1 2 0,1 2 1 16,2 0-1-16,0-1 2 0,1 2-2 0,3-2 2 15,-1 1-5-15,1 1 4 0,2-2-5 0,1 0 4 16,2 0 1-16,0 0 1 0,1 0 0 0,0 1 0 16,1-1 3-16,2 1 0 0,1-1 6 0,2 1 0 0,1 0 3 15,2-2-2-15,0 0 10 0,1-1-9 0,0-2 5 16,2 2-6-16,0-2 0 0,0 0 2 0,2 2-1 15,-1-2 3-15,2 1-2 0,0-1-7 16,2 0 2-16,-1 0-3 0,0 0-1 0,2 1 5 16,-1-2-2-16,-1 0 3 0,-1 0-3 0,1-1-6 15,-2 0 3-15,1 0-3 0,-1 1-1 0,0-3-1 16,0-1-5-16,1 0 3 0,-2-1-16 0,4 3-33 16,0 1-13-16,0-1-10 0,3 3-85 0,-3-1-122 15,1 1-54-15</inkml:trace>
  <inkml:trace contextRef="#ctx0" brushRef="#br0" timeOffset="-194993.51">1040 6699 1685 0,'-22'-6'451'0,"13"4"-198"0,0 0-175 0,4 1-49 16,5 1-12-16,-1 0-4 0,1 0 1 0,-1 0-19 16,-16-5-12-16,17 5 2 0,0 0-6 0,0 0 5 15,1 0 11-15,-1 0-1 0,18 7 4 0,-18-7-7 0,0 0 16 16,18 8-1-16,-10-4 8 0,-1 1 0 0,3 0 6 15,-1 0-4-15,1 1 6 0,1-2 11 0,0 0 8 16,2-1 1-16,1-2-1 0,2 0-3 16,-1-1 2-16,2-1-4 0,1-1 3 0,-1-2-15 0,-1 0-2 15,1-2-2-15,1 1-1 0,1-1-10 0,3-1 0 16,1 1-1-16,0 0 0 0,-1 1-6 0,-1 0-2 16,-1 2 3-16,-2 0-2 0,-2 2 3 15,-1 1-2-15,-1 0 2 0,2 1-1 0,1-1 4 0,0 1-2 16,1 1-2-16,-1-1 2 15,0 0 5-15,-2-1 13 0,1 0-3 0,-2-1 6 0,1 1 5 16,-5-1-1-16,2 0 0 0,-2-2-1 16,-1 1 2-16,0 0-12 0,-2 1 6 0,-1 0-9 15,0 1 6-15,-6 0-4 0,1 0 3 0,-1 0-2 0,0 0-3 16,1 0-4-16,16-6-1 0,-17 6 0 16,0 0 5-16,0 0-8 0,0 0 2 0,0 0-3 0,1 0 2 15,0 0-7-15,-1 0 3 0,0 0-4 0,1 0 3 0,-1 0-4 16,17 4-7-16,-17-4-6 0,0 0-104 0,0 0-179 15,0 0-63-15</inkml:trace>
  <inkml:trace contextRef="#ctx0" brushRef="#br0" timeOffset="-192395.54">1338 6920 1572 0,'-8'-4'41'0,"-1"-1"-79"0,0 1-65 16,1-1-210-16,0 1-107 0</inkml:trace>
  <inkml:trace contextRef="#ctx0" brushRef="#br0" timeOffset="-192048.1">1122 6749 1573 0,'-10'4'256'0,"-1"-1"-94"0,2 1-14 0,2-1-21 15,7-3-30-15,-1 0-34 0,1 0-2 0,-1 1-14 16,0-1-37-16,1 1-16 0,0-1-4 0,0 1-5 15,0-1-18-15,0 1 3 0,0-1 4 0,20 11 1 16,-10-10 29-16,1-1 3 16,1 1-3-16,1 1 3 0,0-1 3 0,1 1 15 0,-1 0 3 0,-1 1 3 15,2-1 11-15,-2 1 0 16,2 0 6-16,2 0-2 0,1-1 12 0,2 0-13 0,1-1 1 16,2-1-6-16,-1-1-6 0,0-2-10 0,1 0-1 15,-2-1-1-15,-2-2-3 0,2 1-8 0,-2-1 5 0,2 1-6 16,1 0-1-16,0 1 1 0,-1 0-7 0,-3 2 5 15,1 1-4-15,-4 0 1 16,0 3 2-16,-2-1-1 0,0 2 3 0,-4 0-2 16,1 0 0-16,1 1-1 0,-2-1 1 0,0 1-4 0,1-1 0 0,1-1-1 15,0 1-1-15,0-1-4 16,-1 1 4-16,-1-2-2 0,1 1 5 0,-2-1-2 16,0 1-4-16,1 0-11 0,-1 0-137 0,1 0-304 0,3-1-109 0</inkml:trace>
  <inkml:trace contextRef="#ctx0" brushRef="#br0" timeOffset="-184379.4">1107 8104 1521 0,'-8'-4'325'0,"-1"0"-111"0,2 2 159 15,1 0-304-15,6 2-18 0,0 0-26 0,-1 0-20 16,0 0 7-16,1-1-6 0,-1 1 11 0,-18-9-10 16,19 9-2-16,0 0-2 0,0 0-7 0,0 0-1 15,0 0 2-15,0 0-1 0,0 0 1 0,0 0 11 16,0 0-4-16,17 4 7 0,-17-4-2 0,1 0-2 16,19 3 0-16,-11-1-2 0,0-1 4 0,1 0 5 15,1 0 0-15,0 0 1 0,0 0 2 0,2 0-3 16,-1 1-2-16,1-1 0 0,0-1 1 0,1 2-5 15,-1-2 2-15,3 2-3 0,3-2 0 0,0 1 3 16,3-1-1-16,0 0 2 0,0-1 2 0,1 0 23 16,-1-1-1-16,0 0 7 0,1-1-15 0,1-1-5 15,3 0-1-15,1-1-1 0,2 0-8 0,0-1-1 0,0 1 0 16,-1 0-1-16,-2 0-1 0,3 1-5 0,0 0 0 16,1 1-2-16,1 1 2 0,-2 0 5 0,0 1 0 15,-2 0 3-15,1 0 15 16,3 1-3-16,1-1 3 0,1 0-4 0,1 0-4 0,-1 0-9 15,0-1 2-15,0-1-4 0,3 1 1 16,0-2-1-16,0 0-3 0,-4-1 3 0,1 2-4 0,-2 0 2 16,2 0-2-16,1 1 1 0,-2 0-3 0,-5 0 1 15,-1 2-1-15,-2 1 0 0,-2-1 3 0,2 1-2 16,0 1 1-16,1-2-2 0,-1 2 3 16,-4-1 1-16,1 0 2 0,-4 0-1 0,-1-1 1 0,-3 1 1 15,0-2-3-15,-2 1 1 0,0 0-9 0,-2 1-69 16,0 1-14-16,-2-2-28 0,-8 0-125 0,1 0-124 15,0 0-88-15</inkml:trace>
  <inkml:trace contextRef="#ctx0" brushRef="#br0" timeOffset="-183827.34">1137 8149 2972 0,'-7'0'125'16,"0"1"-44"-16,1-1-8 0,6 0-74 0,-1 0-39 0,0 0-23 16,1 0-6-16,-1 0 4 0,1 1-1 0,0-1 36 15,0 1 1-15,6 20 14 0,3-16 15 0,2 2 5 16,3-1-2-16,1 0 2 0,3 1 8 0,0-3 4 16,3 0 1-16,1-1 0 0,2-2 13 0,3 0 6 15,0-1 1-15,3 0 0 0,0 0 6 0,-2-1-12 16,1-2 5-16,1 1-9 0,1-1-5 0,4 0-5 15,1 0-2-15,0-1 0 0,-2 1-5 0,3-2-4 16,0 1 2-16,2 1-2 0,3 1-3 0,-2-1 3 16,-1 1-4-16,1 0 4 0,1 0-7 0,3 0-2 15,-1 1 2-15,-4-1 0 0,1-1 7 0,0 2-5 16,-1 0 2-16,4 2-3 0,-4 0 3 0,-2 0 0 16,2-1 0-16,-1 0 1 0,2 0-4 0,-1 0 18 15,-4 0-8-15,0 1 11 0,-1-1-7 0,2 0 0 16,-2 0 0-16,-2 0 0 0,-4 0-7 0,-3 1 0 15,-4 3 0-15,-2-2 0 0,0 2 1 0,-3-2-4 16,0 1-1-16,-2 0-2 0,-1-1 1 0,-3 2 0 16,0 1 1-16,-3-1-1 0,0 1-2 15,-1-1-108-15,-6-4-19 0,1 0-53 0,0 1-254 16</inkml:trace>
  <inkml:trace contextRef="#ctx0" brushRef="#br0" timeOffset="-177508.7">3680 4246 1801 0,'-5'-4'268'0,"5"4"-118"15,0 0 130-15,0 0-390 0,0 0 34 0,0 0-10 0,0 0 63 16,16-8 1-16,-16 8 6 0,1 0-3 0,16-10 14 16,-17 10-1-16,19-2 5 0,-8 1-6 0,1-1 6 15,-1 0-4-15,1-2 3 0,-2 1-2 0,-1-1 23 16,-1 2 2-16,-1 0 9 0,-1 0 14 0,-6 2 1 16,0 0 4-16,2 0-2 0,-2 0 14 0,0-1-16 15,0 1 1-15,17-12-7 0,-17 12-14 0,0 0-9 16,0 0-3-16,0 0-1 0,0 0-3 0,0 0-5 15,0-1 5-15,0 1-5 0,0-1 7 0,0 1 9 16,0 0-6-16,0-1 7 0,0 1-8 0,0-1 7 16,0 1-5-16,0-1 3 0,0 1-13 0,-1-1-4 15,1 1-3-15,-18-16 0 0,18 16-2 0,0 0 4 16,-1 0 2-16,-19-8 1 0,20 8-1 0,-14-9-3 16,7 4 2-16,-1 0-2 0,1-1 1 0,-2 2 4 15,0-1-3-15,1 1 5 0,-2 1 9 0,1 0-1 0,0 0 1 16,0 1-3-16,1 1-8 0,1 0 3 0,0 1-4 15,1-1 4-15,6 1-13 0,0 0-3 0,0 0-2 16,-16 7 0-16,16-7-10 16,0 0-13-16,0 0 3 0,0 1-7 0,0-1-2 15,0 1 22-15,0-1-3 0,0 0 11 0,0 1 9 16,0-1 13-16,17 14 2 0,-7-16 5 0,2-1 7 16,3-1-5-16,-3-2-1 0,4 1-3 0,-1 0-8 0,-1-1-4 15,1 2 3-15,-3 0-3 0,-1 1 0 16,-1 2 2-16,-1 1-7 0,-2-1 3 0,0 3-3 15,-2 0 20-15,-5-2-3 0,1 0 10 0,-1 0-3 0,0 1 3 16,1-1-5-16,9 19 2 0,-10-19-18 0,0 1-10 16,0-1 4-16,-11 17-6 0,11-17 12 0,0 0 2 15,-19 11 2-15,18-11-1 0,1 0 2 0,-18 6-4 16,18-6 4-16,-1 0-2 0,1 0 3 0,0 0-12 16,-1 0-8-16,1 0-1 0,0 0-20 0,0 0-7 15,0 0 7-15,0 0-5 0,0 0 26 0,19-1 1 16,-18 1 4-16,-1 0-10 0,23-2-81 0,-14 2-180 15,2-1-49-15</inkml:trace>
  <inkml:trace contextRef="#ctx0" brushRef="#br0" timeOffset="-176739.35">4793 8375 2527 0,'-10'-1'136'0,"-3"-1"-19"15,3-1-6-15,-2 1-78 0,2 1-60 0,-3-2-1 0,8 0-6 16,5 3 23-16,0 0 22 0,0-1-24 16,-1 1-13-16,0-1-7 0,1 1-55 0,0-1 11 15,5-15 2-15,3 15 6 0,1 1 32 0,5 0 14 16,0 0 3-16,5 0 2 0,3 1 6 0,4 1 0 0,2 1 4 16,1 2-1-16,1 1 9 0,0-2 4 15,1 2 1-15,4-1 1 0,1 0 17 16,2-1 9-16,-3 1-6 0,-3-2 4 0,0 1-20 0,1-1-8 15,2 4 3-15,-1-2-5 0,-2-1 0 0,-2 3-202 16,-2-2-68-16</inkml:trace>
  <inkml:trace contextRef="#ctx0" brushRef="#br0" timeOffset="-175825.41">8085 4211 2515 0,'0'0'100'0,"0"0"-94"0,0 0-41 16,0 0-54-16,0 0-71 0,0 0 97 0,15 8 2 0,-5-2 34 15,2 1 27-15,-5-6 39 16,6 5-2-16,2 0 14 0,0-2-12 0,2 1-11 0,2-1 0 15,1 0-1-15,1 0 12 0,0 0 3 16,1-2-1-16,3-1 0 0,1 2-8 0,-1-3-1 0,1 0 2 0,-3 1-1 16,1-2 11-16,-2-2-17 15,1 2 2-15,1-2-7 0,1 3 14 0,0-1 10 16,0 0-3-16,-2 0 2 0,-1-1-21 0,-1 2-1 16,0 0-4-16,-1 0 2 0,1 0-5 0,1 1-3 15,0 0 1-15,1 0-3 0,-1-1-4 0,-1 0-2 16,-1 0 3-16,-1 0-3 0,-2 2 2 0,-1 0-3 0,-2-1-3 15,-1 0 1-15,2 0 2 0,-3-1-5 16,1 2 5-16,0-1-4 0,-1 0-1 0,-1 2 2 0,-1-1-2 16,-1-1 1-16,0 1-6 0,-1 0-124 0,0-1-8 15,-1 2-58-15,0-3-201 0</inkml:trace>
  <inkml:trace contextRef="#ctx0" brushRef="#br0" timeOffset="-161947.04">4440 4205 1292 0,'-6'-3'54'0,"6"3"-10"0,0 0 25 0,0 0-24 16,0 0-13-16,-1 0-10 0,0 0-14 0,1 0 0 15,-1 0 0-15,1 0 6 0,0 0 13 0,-1 0 0 16,0 0 4-16,1 0-4 0,0 0 11 16,0 0 6-16,0 0 3 0,0 0 15 15,0 0-15-15,0 0-1 0,0 1-4 0,0-1-3 16,0 1-17-16,12 15 2 0,-12-16-9 0,1 0-11 15,-1 1 4-15,21 9-3 0,-21-10 3 0,0 0 1 0,18 6-3 16,-18-6 7-16,0 0-4 0,18 10 11 16,-18-10-4-16,1 0 1 0,15 4 0 0,-16-4 6 15,0 0-5-15,20 5 0 0,-20-5-3 0,0 0-3 0,22 4-2 16,-12-2 0-16,0 0-1 0,0 0-2 0,1-1-7 16,1 0 0-16,0-1 0 0,-1 1 5 0,3 0-3 15,-1 1-3-15,1-2-1 0,1-1-4 0,0 2 0 16,-1-1 4-16,0 0-3 0,-1 0 7 0,2 0-2 15,1-2 0-15,2 2 0 0,0-2 6 0,0 2 2 16,1 0 1-16,0 0 0 0,-1-1 3 0,2-1 3 16,-3 2-1-16,1-2 1 0,1 2-1 15,0-3 2-15,3 1-6 0,1 0 3 0,1-1-7 0,1 1-2 16,0 0 7-16,-1 1-6 0,-1 0-2 0,0 1-2 0,-4-2-1 16,4 1 0-16,1-1 0 15,2 1 2-15,2 0-2 0,-3-1 3 0,1 0 6 16,-1 0-6-16,-2 0-1 0,2 0-1 0,1 1 0 15,1-2-4-15,2 1 6 0,-1 1-5 0,-1 0 5 16,-2 1-1-16,-2 0 0 0,2 0 0 0,1-1 7 0,2 1-9 0,1 0 3 16,0-2-4-16,0 1 2 0,-1-1 6 0,-2 1-4 15,2-1 5-15,0 0 2 16,5-1-5-16,0 0 1 0,-1 1-3 0,-1 0-2 16,-3 1 3-16,0 0 3 0,2 1-1 0,0 0-3 0,3 0 0 15,-2 1-3-15,-1 0 2 0,-3-1-1 0,0 3 0 16,1-2 0-16,2 1 0 0,1 0-1 15,2-1 4-15,-1-1 5 0,-3 1 0 0,-1 0 24 16,-1 0-1-16,2-1-4 0,0 0 1 0,2-1-11 16,-1-1-3-16,-2 2 1 0,-5 0-1 0,1 0-2 15,-1-1-1-15,1 1-1 0,1 0 0 0,0 0-8 0,0 0 1 16,-2 1 3-16,-2 0-2 0,-3 1-4 16,0-1 7-16,-3 1-6 0,-2-1 7 0,1-1-6 15,-2 1 1-15,-1-1 3 0,1 1-2 16,-2 0 4-16,0-1-3 0,-2 0 0 0,-1 0 1 15,0 0 2-15,-1 0-4 0,0-1 1 0,-6 1-2 0,1 0-2 16,-1 0 5-16,17-1-6 0,-17 1 5 16,0 0-3-16,0 0-1 0,1 0 6 0,-1 0-9 15,1 0-50-15,0 0-86 0,-1 0-24 0,0 0-28 0,0 0-172 16</inkml:trace>
  <inkml:trace contextRef="#ctx0" brushRef="#br0" timeOffset="-161105.75">4543 4210 2765 0,'-6'-4'108'0,"1"0"-56"0,5 4-20 0,0 0-114 16,0 0-34-16,0 0 10 15,0 0-5-15,0 0 21 0,0 0 29 0,0 0 35 16,1 1-10-16,20 12 18 0,-12-9-10 0,2-1 7 0,3 1 0 0,1-1 3 15,0 1 12-15,0 0 19 0,2-1 4 16,-1 0 5-16,1 1 2 0,1-1 6 0,0 0-3 16,0 0 3-16,3-1-10 0,0-1 1 15,3-1-6-15,2 2 3 0,1-1-16 0,1 0-1 16,0-1 0-16,0 1-1 0,0-1 5 0,4 0 2 16,0 0 0-16,4-3 0 0,-2 1-9 0,-2 0 11 0,0 1-4 15,0 0 7-15,1 0-1 0,3 0-5 16,1 0 6-16,-2 0-6 0,-1 1 6 0,1-1 0 15,1-1-4-15,3 2 2 0,1-2-1 0,-2 1 5 16,0 1-2-16,1-1 3 0,2 1-2 0,2-1-4 16,2 0-2-16,-4 1-1 0,0-2-3 0,1 0-3 15,-1 2 5-15,1-1-5 0,-2-1 13 0,-3 3 2 16,1-1 0-16,1 1 1 0,1 0 2 0,-3-1 3 16,-2 1-8-16,0-1 5 0,1 1-15 0,3 1 9 15,0-1 2-15,-1 0 1 0,-2 1-2 0,0-3 3 16,3 1-5-16,0-1 3 0,3-1-11 0,-2 1 4 15,-3 0-3-15,0-1 3 0,1 2-2 0,1 1-2 16,0 0 0-16,-5 0-2 0,-2 2-2 0,-2-3 2 16,-1 3 2-16,1-1 2 0,0-1 4 0,-1 2-6 15,-4-2 2-15,-2 1-2 0,-1 0 7 0,-2 2 0 16,2-2-2-16,-1 1 0 0,1-2-8 0,0-1 10 16,-1 0-4-16,-2 2 5 0,-2-1-11 0,-2-1 8 15,-2 0 1-15,-1 0 2 0,-2 0-5 0,-4 0 2 16,-6 0-5-16,1 0 5 0,-1 0-6 0,18 3-2 15,-18-3-17-15,0 0 1 0,0 0-94 0,0 0-38 16,0 0-17-16,0 0-12 0,0 0-114 0</inkml:trace>
  <inkml:trace contextRef="#ctx0" brushRef="#br0" timeOffset="-160203.41">4721 4244 1604 0,'0'0'114'0,"0"0"-11"0,-1 0 8 15,1-1-48-15,0 1-33 0,-1 0 40 0,0-1-7 16,1 1 11-16,0-1-32 0,-11-17-16 0,11 18-2 16,0 0-4-16,1 0-4 0,-1 0-13 0,17 3 3 15,-17-3-6-15,0 0 2 0,19 4-2 16,-11-2-2-16,2 2 0 0,1-1 0 0,3 1 1 16,2 0 1-16,1-1 0 0,0-1 2 0,3-1 6 0,0 0 0 15,1 2 0-15,1-1-9 0,-2-1 6 0,1 3-5 0,2-3 6 16,3 2 0-16,2-1 3 15,2 0 2-15,-1 1-1 0,1-1-4 0,-3 1 5 0,3 1 0 16,0-1 3-16,4 0 4 0,2-1-8 0,-1-1 2 16,0 0-4-16,-1 0 1 0,2 1 3 0,2-2-2 15,1 0 3-15,1 1 2 0,-1-2 2 0,-3 1-1 16,3-1 0-16,0 0-5 0,2 1-1 16,-1-2 1-16,-1 2 0 0,-1-1 2 0,1-1 5 15,3 2-1-15,-1 0 1 0,-1 0-7 0,-2 0 0 0,1 1-7 16,1 0 4-16,1 0-5 0,-2 1-1 15,-2-1 4-15,-2 0-3 0,2 1 4 0,3 1-2 0,-2-1-2 16,-1-1 0-16,-2 1-3 0,-2 0 5 0,3-1-2 16,0 2 3-16,1-2-4 0,-4 0 5 15,-3 0-2-15,-1-1 2 0,0 1-2 0,1-1 7 16,2 0 3-16,-1 0 1 0,-3-1 8 0,-3-1 1 0,-1 2-3 16,-3 0 1-16,0-1-14 0,-1 1 3 0,1 0-5 15,-1 0 3-15,-1 1-10 0,-1-1 6 16,0 0-1-16,-3 0 2 0,-1-1-4 0,0 1 0 15,0-1 2-15,-2 0-1 0,-1 0-2 0,0-1 4 16,-1 0-4-16,-1-1 5 0,1 0 1 0,1 1 4 16,0-1-2-16,1 2 1 0,-1-2 1 0,-2 0 0 15,0 0 0-15,-1 1-2 0,0 0-7 0,-1 1 8 0,0 0-5 16,-1-1 5-16,1 1-7 0,-2 1 6 16,1-1-2-16,-6 1 2 0,0 0 2 0,1 0 1 15,15-5 1-15,-16 5 0 0,0 0 0 0,1 0-5 16,0 0 4-16,-1 0-5 0,18-7-2 0,-18 7 1 15,0 0-3-15,0 0 1 0,0 0-5 0,0 0 1 16,0 0-1-16,0 0 0 0,1 0 0 0,0 0-4 16,-1 0-8-16,0 0-8 0,1 0-114 0,-1 0-115 15,1 0-28-15,-1 0-37 0,0 0-195 0</inkml:trace>
  <inkml:trace contextRef="#ctx0" brushRef="#br0" timeOffset="-155175.95">2652 4044 1298 0,'-8'-1'261'0,"1"-1"-89"0,-1 2 124 0,3 0-269 0,5 0-4 16,-1 0-23-16,1 0-10 0,-1 0 6 0,1 0-8 15,0 1 8-15,-18 10 10 0,18-11-4 0,0 0 5 16,0 1-17-16,0-1 0 0,0 1 5 0,0-1-1 16,21 16 12-16,-21-16 9 15,0 0-4-15,20 2 6 0,-20-2 5 0,1 0 12 16,22 4-4-16,-23-4 5 0,17 3-5 0,-9-2 5 0,-1 2-3 16,1-2 0-16,-1 0-21 0,2 2 0 0,0-2-1 15,-1 1 1-15,2 0-3 0,0-2 4 0,-1 0-5 0,3 0 5 16,1 1-1-16,0 0-9 0,0-1 7 0,1-1-7 15,0 1 7-15,0-1-9 0,-1 1 4 0,1-1-4 16,-2 1 3-16,1 0-2 16,-2 0 4-16,-2 0-2 0,-1 0 7 0,-8 0 1 15,0 0 0-15,1 0 1 0,16 1 5 0,-17-1 10 16,0 0 3-16,0 0 7 0,0 0 45 0,0 0-38 16,0 0 10-16,0 0-21 0,-1 0 1 0,1 0-8 0,-21-5 1 15,12 2-4-15,0 2-10 0,-1-1-5 0,0 0 2 16,-1 1-3-16,1 0 0 0,0-1-3 0,0 1 2 15,1 0-2-15,1 0 3 0,0 0-6 16,2 1-2-16,0-1-2 0,6 1 3 0,0 0 2 16,-17 1-2-16,17-1 0 0,0 0-18 0,-1 0-3 15,1 0 1-15,-1 0-2 0,1 0-5 0,-1 0-1 16,-7 17-18-16,8-17-4 0,0 0-171 0,11 17-146 16,-11-17-82-16</inkml:trace>
  <inkml:trace contextRef="#ctx0" brushRef="#br0" timeOffset="-150350.36">3716 4102 2161 0,'-5'-3'105'16,"5"3"-51"-16,-1 0 51 0,0 0-163 0,1 0-2 0,-1 0-9 15,1 0 16-15,0 0 2 0,-1 0 7 0,1 0 27 16,0 0 16-16,-1 0-4 0,1 0 7 0,0 0-1 15,-1 0 5-15,1 1 5 0,0-1 0 0,-1 1 6 16,1-1 20-16,0 1-2 0,0-1 9 16,-1 0 13-16,0 1 6 0,1-1-7 15,-1 1 5-15,1-1-18 0,0 1-26 0,-1-1 4 0,1 1-13 16,-1-1-9-16,1 0-3 0,0 1 0 0,0-1-1 16,0 1 3-16,0-1 2 0,0 1 2 0,0-1 0 15,8 18-2-15,-8-18 3 0,1 0-1 0,-1 0 2 16,0 0-9-16,19 10 5 0,-19-10 0 0,0 0 1 15,1 0-3-15,17 6 4 0,-18-6 2 0,0 0 2 16,1 0 4-16,16 3-1 0,-17-3-4 0,0 0 4 16,1 0 3-16,0 0 0 0,-1 0 6 0,0 0-2 15,0 0 19-15,1 0 4 0,0 0-1 0,-1 0 1 16,0 0-8-16,0 0-10 0,0 0-1 0,0 0-2 16,0 0-2-16,-1 0-3 0,-19 4-1 0,20-4-1 15,-1 0 1-15,-19 2-9 0,20-2 5 0,-1 0-7 0,-20 0-3 16,21 0 0-16,-1 0-2 15,0 0 2-15,-17-4-5 0,18 4-9 0,0 0-24 16,-1 0 2-16,1 0-116 0,0 0-111 0,0 0-34 16,0 0-54-16,0 0-406 0</inkml:trace>
  <inkml:trace contextRef="#ctx0" brushRef="#br0" timeOffset="-149553.6">4655 4156 2666 0,'0'0'108'15,"-1"0"-63"-15,1 0-23 0,0 0-57 0,-1 0-53 0,1 0 30 16,0 0 4-16,11 18 15 0,-1-12 33 0,-5-3-8 15,7 3-3-15,3 1-2 0,0-1-16 0,-1-1 25 16,1 0-6-16,0-2 13 0,1 1 3 0,1-1 20 16,1-1 1-16,1 0 4 0,1 1 1 0,-1-2 12 15,1 1-5-15,0 0 8 0,-1-2-13 0,1 1-5 16,2 0 0-16,3-1-3 0,2-1-8 0,1 0-6 16,2 0-1-16,0 1-1 0,-1-1-4 0,-1 0-1 15,2 0 0-15,2-3 0 0,0 2 4 0,2 0-4 16,-2 1 4-16,-1 1-4 0,-1-1 2 0,3 1 3 15,1 1-4-15,1 0 2 0,0 0-6 0,-2 2 6 16,-1-1-5-16,-1 1 4 0,1-1 2 0,2 0-5 16,1 0 7-16,0-1-7 0,-2 3 6 0,-1-2-6 15,0 1 2-15,2-1-2 16,1-1 5-16,1 0 0 0,-1 1-1 0,-3 0 0 0,-2 0-6 0,3 0 5 16,-1 1-2-16,1-1 4 0,2 1 0 0,-6 0 0 15,1 0 0-15,-1 0 0 0,0-1-4 0,3 0 4 16,0 0 1-16,-1 0 2 0,-2 1-2 0,-2-1 4 15,-2 1 0-15,0 0 1 0,1-1-6 0,3-1 3 16,-2 1-3-16,0 0 3 0,-2 1-3 0,-2 1 0 16,-1-2 2-16,-2 0 0 0,0 0-1 0,3 1 5 15,2 0-7-15,0-1 7 0,-2 2-9 0,-1-1 0 16,-2-1 0-16,-1 1 2 0,-1 0 4 0,-1-1-2 16,1 1 3-16,-1-1-4 0,3 0 0 0,-2 0 4 15,1 0-4-15,-2-1 5 0,0 1 20 0,-1-1 7 16,0 0 1-16,-1 1-2 0,-1-1-20 0,-1 1-5 15,-3 0 5-15,1-1-5 0,0 2-3 0,-1-1 4 16,-2 0-2-16,4 1 3 0,-2-1 2 0,2 1-5 16,1-1-1-16,-3 1-2 15,0 0-5-15,-1-1 3 0,0 1-2 0,0-2 2 16,0 0-9-16,0 1-6 0,-1-2-37 0,-1 0 7 16,1 0-161-16,-1 0-143 0,1 0-58 0</inkml:trace>
  <inkml:trace contextRef="#ctx0" brushRef="#br0" timeOffset="-148404.97">8203 4303 2 0,'0'0'1041'0,"0"0"-453"0,0-1 538 0,0 1-1217 16,0-1-27-16,0 1-38 0,0 0 71 0,1-1-7 16,14-7 42-16,-6 6 29 0,-2-4 15 0,3 5 6 15,3-1 3-15,-1 1 26 0,2-3 0 0,0 0-2 16,2-1 2-16,1 0 10 0,1 1-2 0,0 1 6 16,0 0-5-16,0-1 10 0,1 1-8 0,1 0-2 15,0 0-2-15,2 2-12 0,2-1 2 0,2-1 0 0,1 2 1 16,0-2-5-16,-2 0-1 0,0 1-1 0,0 0 1 15,-2 0 8-15,2 0-3 0,0 0 6 0,2 0-6 16,1 0-1-16,-3 1-9 0,-1-1 0 0,-2 2-4 16,-2-1 0-16,0 1-5 0,-1 1 2 0,-1-1-2 15,0 1 4-15,2 2-1 16,-2-2 1-16,-1 1 0 0,-2 0 1 0,-3 0-4 16,0 1 3-16,-1-1-4 0,0 1 1 0,-3-1-14 15,0 1-21-15,-1 0-2 0,1 0-117 0,-3 1-187 16,3 0-75-16</inkml:trace>
  <inkml:trace contextRef="#ctx0" brushRef="#br0" timeOffset="-48780.68">1117 6680 2283 0,'-7'-4'181'0,"-2"3"8"0,2-2 2 0,-1 2-151 0,0-1-46 15,2 0-31-15,6 2-2 0,0 0-2 0,0 0 11 0,-17-8 1 16,17 8 0-16,0 0 0 0,-1 0-11 0,0 0-16 15,1 0 2-15,-1-1-5 0,1 1 28 0,0-1 47 16,0 1 2-16,-1-1 17 0,0 1 14 0,1-1 0 16,0 1-1-16,0 0-1 0,1-1-20 0,17-9 0 15,-7 10-1-15,2 0 2 0,1-1-4 0,2 0-6 16,2 0-3-16,1 1-2 0,1-2-13 16,1 1 5-16,2-1-1 0,0-1 3 0,3 0-9 0,2 2 1 15,2-2-1-15,1 2 2 16,-1-2 0-16,-3 1 1 0,0 0 0 0,2 1 0 15,0-1 6-15,3 1-5 0,-1 0 1 0,-2-1-3 16,-1 0 7-16,-1 1-2 0,0-1 2 0,1 0-1 0,1 0 7 0,-1-1 0 16,-1 0 0-16,-2 0-2 0,-2 1-11 0,-3-1 11 15,-3 1-4-15,-2 1 7 0,-1-1-1 0,-1 2 0 16,-1 0 4-16,-2 0-2 0,-1 1 9 0,-3 0-2 16,-6-1-1-16,0 0 1 0,0 0 14 0,1 0 11 15,-1 0 5-15,0 0 0 0,0 1 2 0,-12 8-29 16,1-8 7-16,-2 0-14 0,-2 0 0 0,0 1-11 15,-1-1-4-15,0 1 0 16,-1-1 11-16,-4-1-5 0,-1 1-1 0,-2-1-1 16,-1 1-2-16,-1 0-5 0,0 1 6 0,1 0-6 0,0 0 4 15,0 1-2-15,-2 1 0 0,-4 1 0 0,-2 0-2 16,-1 1 3-16,2 2-4 0,1-2 3 0,3 0-4 16,-2 0 4-16,-3-1 1 0,2 0 2 15,0 1 6-15,2-3-1 0,5 0 1 0,4 0-2 0,1-2 7 16,0-1-6-16,1 0 8 0,1-1-8 0,0 0-3 15,2-1-2-15,2 0-5 0,1 1 1 0,2 1-7 0,3-1 6 16,7 1 0-16,-1 0 2 0,0 0-6 0,1 0-18 16,-1 0-1-16,1 0-5 0,0 0-13 0,0 0 4 15,0 0 2-15,7 4 1 16,4-4 10-16,3 0 10 0,1-2 2 0,3-1 3 0,2 0 9 16,0-1-5-16,0 0 0 0,3-1-1 0,1 1 2 15,1-1 3-15,3 0 0 0,2 1 1 0,0-2 0 0,1 2 1 16,-3 0-1-16,-1 0 1 0,1 1-1 0,-1 0 5 15,3 0-4-15,0 0 5 0,0 1-1 0,-3-1 0 16,-3 1 5-16,-2-1-4 0,0 1 2 0,-4 0-6 16,1 0-1-16,0 2-1 0,-3 0 0 0,0 2 1 15,-2-1 4-15,-4 1-2 16,0 0-1-16,-3 0-2 0,-1 1-18 0,-1 0-4 0,-5-3-166 0,0 0-164 16,0 1-20-16,1-1-77 15,0 1-434-15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27T19:37:37.324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2233 4902 1518 0,'-5'-5'60'15,"5"5"-16"-15,-1 0 27 0,0 0-41 0,-16-9 5 16,17 9-5-16,0 0 11 0,0 0-8 0,-1 0 2 15,1 0-34-15,-17 0 3 0,17 0 0 0,0 0-1 16,0 0-20-16,0 1-5 0,0-1-1 0,1 1 0 16,-1-1 1-16,20 16 6 0,-20-16-1 0,0 0 4 15,21 7 4-15,-21-7 24 16,16 4-2-16,-7-3 12 0,0 1 18 0,0-3 3 16,-1 2 4-16,1-1-1 0,1 0 4 0,0-1-10 0,1 0-1 15,1 0-4-15,0-1-11 0,2 0-11 0,1 1 2 16,2-1-5-16,-1-1-3 0,2 2-4 0,-1 0-6 0,1 1 2 15,-1 1-2-15,0 0 0 0,-1 2 0 0,0 0 0 16,0 1-5-16,1-1 5 0,4 1 2 0,0-2 1 16,0 0-1-16,1 0-1 0,0-1-1 0,-1-1 0 15,1 1-1-15,-2-1 7 0,-2 0 5 0,1 1 2 16,-1-2 20-16,1 1 13 0,1-2-6 0,-2 2 6 16,-1 0-24-16,0 1-7 0,-1 2-2 0,0-1-2 15,-2 0-4-15,0 1-1 16,-3 0 0-16,1-1-1 0,-1 1 1 0,0 0-1 15,0 0-3-15,3 0 1 0,-1 0 0 0,1-2 4 16,0 0-3-16,0 0 2 0,0 0-5 0,-1 0 2 16,-2-1 6-16,0 0-3 0,-1 0 12 0,-1 1 9 15,0 0-3-15,-1-1 3 0,-1 1-7 0,-2 0-6 0,1 1 2 16,0-1-4-16,0 0-3 0,-6-1-5 0,0 0 1 16,0 0-1-16,18 3 6 0,-18-3-6 0,1 0 1 15,-1 0-1-15,0 0 5 0,18 3-9 0,-18-3 1 16,0 0-3-16,0 0-8 0,0 0-226 0,1 0-17 15</inkml:trace>
  <inkml:trace contextRef="#ctx0" brushRef="#br0" timeOffset="3259.97">4513 5019 1403 0,'-4'-2'93'0,"-1"0"-7"16,5 2 2-16,-1 0-53 16,0 0-26-16,-17-2 0 0,18 2 0 0,0 0 1 15,0 0 3-15,0 0 18 0,-17-5-2 0,17 5 7 16,0 0-6-16,0 0-11 0,0 0 5 0,0 0-3 16,0 0 26-16,0 0-2 0,0 0 2 0,0 0-4 0,0 0-8 15,18 2-13-15,-18-2 0 0,1 0-4 0,17 3-7 16,-18-3-2-16,0 0-8 0,23 5 4 0,-14-3-9 15,1 0 8-15,1-1-1 0,1 1 5 0,0 0-4 0,1-1 10 16,1 0 3-16,-1 1 2 0,0-1 13 16,1 0-11-16,1 0 0 0,-1-1-3 0,0 1-3 0,1 0 2 15,-1 0-4-15,-1 0 2 0,2 0-10 0,-1 0-5 16,3 0 3-16,-1 0-3 0,2 1 2 0,1-1 2 16,-1 1-2-16,0-1 2 0,0 1 3 15,-1-1 0-15,0 1 6 0,-2-1-2 0,-1 1 17 16,2-2 0-16,-1 1-4 0,2 0 1 0,2 0-9 0,1 0 0 15,-1 0-2-15,0-1 0 0,-1 1-9 0,-1 0 1 16,-2 0-2-16,0 0 2 0,-1 1 3 0,-1 0-8 16,0 0 9-16,-1 0-10 0,1 0 6 0,2 0-1 15,0 0-1-15,0 0 2 0,2 1 2 0,1-2-3 16,-1 0 2-16,1 0-1 16,-1 0 9-16,-1-1 8 0,0 0-4 0,-1 0 6 15,-1-2-3-15,2 2-2 0,-1 0-2 0,3-2 0 16,-1 2 0-16,0-2-7 0,1 1 4 0,-3 0-6 15,1 1-1-15,0-1-7 0,-2 1 5 0,-1 1-6 16,0-1 6-16,-1 1-1 0,0 2-4 0,0-2 3 16,-1 0-3-16,2 1 0 0,1-1 0 0,0 1 0 15,1 0-1-15,-1-1 4 0,-1 0-3 0,-1 0 3 16,-1 0 1-16,1 0-1 0,-4 1 6 0,1-1-5 16,-1 0 2-16,-1 0-4 0,-1 1-1 0,-6-2 0 0,1 0-1 15,-1 0 3-15,1 0-1 0,15-2-2 0,-16 2-46 16,0 0-72-16,0 0-7 0,0 0-23 0,0 0-62 0,0 0-44 15,0-1-132-15</inkml:trace>
  <inkml:trace contextRef="#ctx0" brushRef="#br0" timeOffset="4177.99">4442 5012 634 0,'0'0'145'16,"0"0"-61"-16,-1 0 74 0,-15 2-155 0,16-2 35 0,0 0 11 0,0 0 61 16,-1 0 8-16,1 0 2 0,0 0-4 15,-19-4-14-15,19 4-2 0,0 0-6 0,0 0-28 16,0 0-18-16,0 0 4 0,0 0-7 0,0 0 14 15,0 0-5-15,0 0-2 16,0 0-2-16,1 0-20 0,18-5-10 0,-19 5-5 0,16 1 0 16,-7-1-10-16,2 1-3 0,0 0 4 0,2 1-4 15,-2-1-2-15,2 1 0 0,-1 0 0 16,3 1 0-16,0-1 0 0,2 1 2 0,1-1-2 16,0 1 2-16,1 1 2 0,0-1 0 15,-1 0-6-15,0 0 2 0,0 0-2 0,-1 0 10 0,-1 0 4 16,0-1 2-16,4 2 4 0,0-2 7 0,2 1-5 15,1 1 4-15,-1-2-8 0,0 0 2 16,0 0-1-16,-2 0 0 0,0 1-5 0,-1-1-7 16,2 1 2-16,2 0-2 0,0-1 4 0,-1 1 0 15,2-1 2-15,-2 1-1 0,0 0 7 0,0 2 0 16,-3-2-1-16,0 0 0 0,1 0-3 0,2-1 1 16,0 0 4-16,2 0-2 0,0 0 2 0,-2-2 0 0,1 1 0 15,-3 0 1-15,-1-1-2 0,-1 0 0 0,0 1-2 0,1 0 1 16,1-1-5-16,0 0 2 0,1 1-4 0,-2-1 2 15,-1 1-4-15,0 1 6 0,-1-1 2 0,-1 1 2 16,-1-1 8-16,-2 1-3 0,0-1 2 0,0 0-3 16,2 0-3-16,0-1-7 0,1 1 0 0,0-1-2 0,-1 1 4 15,-1-1-4-15,1-1 4 0,-2 0-3 0,-1 1 5 16,0 0-5-16,-2-1 1 16,1 0-3-16,-1-2-1 0,-2 1-4 0,1 1 1 15,-1 0-1-15,-1 0 4 0,1 1-3 0,-1 0-2 16,-2-2 1-16,1 0-3 0,0 0 0 0,0-1 6 15,2 2-3-15,1 1 3 0,-2 0-1 0,-1-1-3 16,2 0 2-16,-2-2-2 0,0 2 1 0,-1 0-1 0,0-2 1 16,-5 3 2-16,1 0-4 0,-1 0 2 0,18-5-2 15,-18 5 6-15,0 0-7 0,0 0 5 0,1 0-5 16,18-7 9-16,-19 7-11 0,0 0 0 0,0 0-4 16,0 0 8-16,17-5-1 0,-17 5 2 15,0 0-3-15,0 0 2 0,0 0 2 0,0 0-4 16,1 0 1-16,16-6-6 0,-17 6 5 0,0 0 0 15,0 0 0-15,0 0 1 0,0 0-1 0,1 0 1 16,0 0-1-16,-1 0-7 0,0 0-47 0,1 0-5 16,-1 0-20-16,0 0-73 0,1-1-73 0,0 1-24 15,-1-1-28-15,0 1-208 0</inkml:trace>
  <inkml:trace contextRef="#ctx0" brushRef="#br0" timeOffset="4845.87">4529 5008 1315 0,'0'0'73'0,"0"0"-31"0,0 0 7 15,0 0-37-15,0 0-11 0,0 0 54 0,0 0-12 16,0 1 17-16,0-1-18 0,0 1 8 0,0-1 7 16,0 1 0-16,0-1 17 0,1 0-16 0,0 1-1 0,14 11-4 15,-15-12-3-15,0 0-4 0,1 0-1 0,0 0-2 16,14 5-6-16,-15-5-2 0,0 0 3 0,1 0-3 16,16 6-1-16,-17-6-14 0,0 0-2 0,23 5-4 15,-13-2 0-15,1-1-11 0,2 1 4 0,-1-1-7 16,2 0 2-16,0 0 2 0,1 0-4 0,0 1 1 0,0-1-6 15,-1 1 8-15,3 0-1 16,0 0 4-16,3 2-5 0,1-1 7 0,2 1 2 16,-1-2 3-16,2 0 14 0,-1-1 6 0,1-1 1 15,-1 2 1-15,3 0 1 0,4 0-15 0,1 1 7 16,3-3-10-16,-2 0-1 0,-4 0-7 0,0 0-4 16,-2 1 2-16,0 0 1 0,2 1 8 0,0-1-1 15,-2-1 4-15,1 0 7 0,-5 1-7 0,1-1 3 16,-2 2-4-16,1 0-2 0,1-1 2 0,0 1 4 15,2-1-2-15,-1-1 6 0,0 0-3 0,-1-1-6 0,-2-1 1 16,0 0-16-16,-1-1 0 0,-2 2 0 0,3-2 0 16,-2 1 2-16,1-1-3 0,-3 1-1 0,-2-1 0 15,-1 0-4-15,-1 0 3 0,-3-2 1 0,-1 3 1 16,-1 0-2-16,-1 1-133 0,-7 0-16 0,0 0-58 16,0 0-216-16</inkml:trace>
  <inkml:trace contextRef="#ctx0" brushRef="#br0" timeOffset="17139.93">3709 4948 297 0,'0'0'241'0,"0"0"-87"0,0 0 121 16,0 0-207-16,0 0-20 0,0 0-11 0,0 0-36 16,0 0 5-16,0 0-7 15,0 0 28-15,0 0 22 0,-1 0-7 0,1 0 10 16,0 0-14-16,0 0 10 0,0 0 0 0,0 0 4 0,0 0 8 0,0 0-16 16,0 0 4-16,0 0-9 0,0 0-9 0,0 0 5 15,0 0-7-15,0 0 6 0,0 0 9 0,1 0 10 16,-1 0 2-16,17-1 0 0,-17 1 6 0,0 0 0 15,1 0-1-15,-1 0-1 0,1 0-18 16,17-2-11-16,-18 2 4 0,0 0-7 0,0 0-5 16,17 1-1-16,-17-1 2 0,1 0 0 0,-1 0 6 0,1 0 2 15,17 0 2-15,-18 0 0 0,1 0-1 0,-1 0 2 16,1 0-7-16,18 6 4 0,-19-6-18 0,0 0-3 16,1 0 2-16,15 5-1 0,-16-5-7 0,0 0-4 15,1 0 0-15,17 4 1 0,-18-4 3 0,1 0 1 16,-1 0-3-16,0 0 2 0,17 5-3 0,-17-5-49 15,0 0-22-15,0 0-20 16,1 0-155-16,-1 0-179 0</inkml:trace>
  <inkml:trace contextRef="#ctx0" brushRef="#br0" timeOffset="-199490.05">4517 4163 1785 0,'-9'-1'106'0,"-1"-1"-41"0,3 2 51 15,0 0-115-15,7 0 1 0,-1 0-8 0,0 0 9 16,-15 3-3-16,16-3 3 0,0 0-23 0,0 0 5 16,-1 0 0-16,0 0 4 0,1 0 14 0,-1 1 17 15,1-1 1-15,0 0 6 0,-1 1 20 0,1-1 0 16,0 0 4-16,0 0-2 0,0 0 2 0,0 0-10 16,1 0-2-16,15 4-2 0,-16-4-9 0,0 0-4 15,19-4-1-15,-18 4-2 0,15-2-7 16,-6 1-16-16,1-1 5 0,1 0-6 0,4 1 11 0,-1 0-12 15,2 0 3-15,-1 1-6 0,0-2 7 16,-1 1 0-16,0 0-1 0,0 1 1 0,0-2 1 0,0 1-1 0,-2-1 2 16,2-1-1-16,-1 1 7 0,3 0 4 15,0 0-1-15,0 0 2 0,3 0-7 16,0 0 1-16,1 1 2 0,-1 0-2 0,-1 0-4 16,0 1 6-16,-2 1-4 0,0 0 4 0,0 0-7 15,1 0 0-15,2 0 1 0,0 1-1 0,0-1-2 16,2 1 3-16,-2-1 0 0,1-1 3 0,-2 1 2 0,-1-1 3 15,2 0 1-15,-3 0 2 0,2-1 19 0,2 0-3 16,-1-2-4-16,3 0 0 0,-2 1-13 0,0-1 3 16,1 1 0-16,-2-1-1 0,-2 1-14 0,0 0 8 15,-1-2-4-15,0 1 7 0,1 1-1 0,1-1-3 16,2 0 3-16,-3 0-2 0,1 0 8 0,-2 0-11 16,-1-1 3-16,1 1-5 0,-4 0 5 0,0 0 4 15,-1 1-4-15,-1 1 5 0,-1 0 0 16,-1-1-5-16,1 2 3 0,0-1-5 0,-1 0 0 15,1 1-1-15,-1-2 1 0,-1 1-1 0,1 1 0 16,-2 0-6-16,0 0 4 0,0 1-4 0,0-1 1 0,-2 0 6 16,-5 0-2-16,1 0 4 0,-1 0-3 0,17-1-3 15,-17 1-2-15,0 0 0 0,0 0 0 0,0 0 1 16,1 0 0-16,-1 0-3 0,1 0-43 0,15-1-148 16,-16 1-11-16,0 0-59 0,0 0-162 15</inkml:trace>
  <inkml:trace contextRef="#ctx0" brushRef="#br0" timeOffset="-198546.29">6213 3987 2108 0,'0'0'100'16,"0"-1"-56"-16,-1 1 46 0,0-1-213 0,-8-15 36 0,9 16 0 15,0 0 65-15,0 0 0 0,0 0 4 16,0 0-17-16,0 0 7 0,0 0-6 16,0 0 7-16,0 0 3 0,0 1 14 0,0-1 10 15,4 16 0-15,-4-16 36 0,0 0 27 0,0 1 2 0,0-1 12 16,0 1 35-16,0-1 0 0,4 16-2 0,-4-16-1 15,0 0-24-15,0 0-36 0,1 0 3 16,-1 0-15-16,0 1-11 0,20 7-11 0,-20-8 2 16,0 0-5-16,0 0-3 0,19 9-4 0,-19-9-3 15,0 0 2-15,20 9 1 0,-20-9-5 0,0 0 0 0,23 8-2 16,-15-5 4-16,3-2-2 0,0 0 8 16,1-1-6-16,0 0 7 0,1 1 11 0,-1-1 0 15,2 2 5-15,-1-2 3 0,1 1-2 0,-1-1-1 16,1 1 0-16,-2-1 4 0,1 1-9 0,0-1-4 15,1 0-2-15,-1-1-9 0,2 1-1 0,-1 0-1 16,4 0 0-16,1 1 0 0,-1 1 1 0,0 1-1 16,0-2 1-16,-1 2-4 0,-1-2 2 0,1 0 0 15,0 2 1-15,-2-2-2 0,2-1 4 0,1 2 0 0,2-2 2 16,1 0 5-16,2-1 3 0,-3 0-1 0,3-1 1 16,-3 0-4-16,0 1-5 0,0 0 1 0,-1 1-4 15,1 0 5-15,0 1-3 0,0-1-1 0,4 0-1 16,-2 0-9-16,0 0 8 0,0 1 0 0,-1 0 4 15,-2 0-11-15,-1 1 9 16,1-1-4-16,-1 1 7 0,0-1 0 0,3 0 8 16,0 0-3-16,1 0 4 0,0-1-9 0,-2 0 7 15,-2 0-1-15,1 1 3 0,-1-1-1 0,0 2-3 16,0-1 4-16,2 0-5 0,-1 0 1 0,1 0-2 16,1 1-3-16,-3-1 2 0,0 0-6 0,-2 2 5 0,-1-2-5 15,-1 2 4-15,-2 0-2 0,-1-2-7 0,-1 2 8 16,0-1-7-16,-2 1 7 0,-1 0-3 0,-1-1-1 0,0 0 0 15,-6-2-1-15,0 0-2 0,1 0-29 0,16 5 5 16,-17-5-148-16,0 0-139 0,1 0-33 0,-1 0 73 16,0 0 1194-16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27T19:37:56.634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6671 5017 2254 0,'-6'-3'65'0,"0"-1"-18"0,-1 1 25 0,0 0-85 16,7 3 6-16,0 0-11 0,-1 0 46 0,-16-5-6 16,17 5 17-16,0 0-3 0,0 0-10 0,0 0-2 15,-1 0-6-15,1-1-31 0,-1 1-11 0,1 0 5 16,0 0-5-16,12-7 15 0,0 7 9 0,2-1 0 16,2 0 4-16,1-1 0 0,2 0-2 0,0 0 3 15,3-1-2-15,1 1 11 0,0-1 18 0,0 0-1 16,-2 1 8-16,0 0 5 0,-1 0 6 0,0 1-5 0,0 0 4 15,2 0-11-15,0 0-19 0,1 0 6 0,2 1-11 16,1-1-5-16,-1 1-6 0,2 0-2 0,-1 0 0 16,-1-1-4-16,2 1 7 15,1 0-1-15,1-1 4 0,1 1-13 0,-5 0 8 16,1 0-1-16,-4 1 4 0,-2-1 1 0,-1 1-4 0,-1 0 6 16,-2-1-2-16,1 2 27 0,-3-1-7 0,1 1 4 0,-3 0-6 15,-1-1-7-15,1 1-12 0,-2-1-1 16,-2 1-3-16,0-1-2 0,-1 1 4 0,-1-1 0 15,-6-1 2-15,1 0-5 0,-1 0-32 0,0 0-5 16,1 0-10-16,-1 0-18 0,1 0-19 0,-1 0-1 16,0 0-14-16,0 0-58 0,0 0-73 15,0 0-41-15,0 0-42 0,0 0-489 0</inkml:trace>
  <inkml:trace contextRef="#ctx0" brushRef="#br0" timeOffset="10392.29">3999 7728 1975 0,'0'0'197'15,"0"0"18"-15,0 0-9 0,-1 0-158 0,1 0-87 0,0 0 23 16,0 0-15-16,0 0 35 0,0 1 16 0,0-1-7 15,0 0 0-15,0 1-2 0,0-1 7 0,1 0-16 16,18 10 8-16,-19-10-10 0,1 0 16 0,-1 0 3 16,19 3 0-16,-19-3 1 0,0 0 7 15,1 0 5-15,0 0 2 0,16 3 0 16,-17-3 1-16,0 0 7 0,1 0-5 0,-1 0 5 16,0 0-8-16,17 4-5 0,-17-4-5 0,0 0 1 15,1 0-11-15,-1 0-8 0,1 0 0 0,16 4-2 16,-17-4 5-16,0 0-10 0,1 0 4 0,-1 0-6 15,21 2 6-15,-21-2-3 0,1 0 2 0,17 2-2 0,-18-2 0 16,1 0 2-16,18 3-2 0,-19-3 3 0,1 0-1 16,17 4-2-16,-18-4 3 0,0 0-3 0,16 5 6 15,-16-5-8-15,1 0-3 0,0 0-2 0,17 10-10 16,-18-10-205-16,1 0-19 0,0 0-95 0,17 18-368 16</inkml:trace>
  <inkml:trace contextRef="#ctx0" brushRef="#br0" timeOffset="16387.93">7140 7534 1092 0,'0'0'569'0,"0"-1"-189"0,0 1 277 0,-19-13-535 16,19 13-39-16,0 0-55 0,0-1-26 0,-1 1 1 15,1-1 0-15,0 1 1 0,-1 0-12 0,1-1 0 16,-1 1-5-16,1-1-2 0,0 1-5 0,-1-1 0 15,0 1-1-15,1 0 17 0,0 0 9 0,0 0 3 16,0 0 2-16,1 0-2 0,0 0 6 0,17-6-4 0,-18 6 5 16,0 0-2-16,23-1 9 15,-22 1 3-15,16-2 1 0,-6 2 0 0,1-1-7 0,0 1-2 16,1 0 0-16,0-1-5 0,1 0-5 16,-1 1 2-16,2-1-4 0,-1 2 1 0,0 0-3 15,1 1 0-15,1 0-1 0,0 0 0 0,0 0 8 16,1 0 4-16,0-1 2 0,2 0 14 0,1-1 2 15,1 1-5-15,-1 0 4 0,1 1 0 0,0-1 2 16,0-1 3-16,0 0-2 0,1 0-1 0,-1 1 2 16,0-1-2-16,1 0 1 0,0 0-18 0,0 0-3 15,0 2-2-15,0-1 0 0,-1 1 0 0,0-2 1 16,0 1 0-16,-2 1 1 0,1 0-2 0,0-2 0 16,0 2 3-16,1-1 1 0,1 0 7 0,-3 1-4 0,1-1 1 15,-1 1-2-15,0-2 3 0,0 2-5 0,-3-2 1 16,0 1-2-16,3 0 2 15,1-1-1-15,0 0 1 0,-2-1-1 0,-1 1-7 16,-2-1 0-16,-2 1-2 0,-2 0 2 0,-1 1-6 0,-2 0 3 16,-1-1-1-16,-1 1 1 0,-6-1-4 15,0 0-6-15,1 0-4 0,0 0-3 0,-1 0-34 0,0 0-79 16,1 0-20-16,-1 0-31 0,0 0-193 0,0 1 757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27T19:39:41.875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731 3379 1994 0,'0'0'56'0,"0"0"-37"0,0 0-2 0,0 0-22 15,0 0-13-15,-1 0-14 0,0 0-4 0,1 0 8 16,-1 0 26-16,1 0 0 0,0 1 2 15,0-1-1-15,-16 16 3 0,16-16 10 0,0 0-1 16,0 1 4-16,0-1 15 0,-3 18 13 0,3-18 8 16,0 0-1-16,0 0 7 0,0 1-16 0,1-1 3 15,0 1-7-15,16 16 5 0,-17-17-11 0,0 0-1 16,17 5-4-16,-17-5-7 0,0 0 5 0,21 6-6 0,-12-6 5 16,0 1-12-16,0 0-2 0,1 1 1 0,-2-1-2 15,5-1 1-15,1 1-4 0,0 0 3 0,1 0-4 16,0-1-1-16,-1-1 5 15,2 0-2-15,-1 0 3 0,1-1-3 0,0 0 2 16,-1 0 2-16,-1-2 1 0,1 1 7 0,0 0-3 16,1 2 2-16,2-1-1 0,-1 1 3 0,1-2-5 15,0 1 3-15,-1 1-4 0,0-2 3 0,0 2-13 0,-1-1 0 16,-1 1-3-16,0 0 7 0,1 0 0 0,0 0-2 16,-1-2 0-16,1 0-8 0,3 2 7 0,-1-2 0 15,4 3 2-15,-2 0-5 0,-1-3-1 16,-1 1 4-16,0-1-2 0,-1 0 1 0,0 2 0 15,-1 0-3-15,1-1 4 0,1 1 5 0,2-1-2 0,1 0-1 16,0 0-1-16,-2 1 2 0,1-1-2 0,0 0-2 16,-2 0 0-16,-1 0 3 0,-1 0-3 0,1-1 3 15,2 3-4-15,-1-2-2 0,3 1 3 0,0-1-3 16,-1-1 3-16,0 3-3 0,-2-1-1 0,0 0 7 0,-1 1-5 16,1-1 1-16,-1 1 5 0,0-2-7 0,0 1 6 15,1 0-6-15,2 0 4 0,2 1-3 0,-1-2 3 16,0 1 1-16,-2-1-2 0,0 1 0 0,-1 0-1 15,0 1 0-15,-1 0 0 0,2-2 4 0,1 1-3 16,1 1 1-16,1-1 3 16,0 1 0-16,0-1 1 0,-2 1 7 0,-2 0-6 15,0-1 0-15,-1 1-2 0,0-1 3 0,2 1-6 16,-1 2 1-16,2-3-2 0,1 1 1 0,0-1 2 0,0 1-4 0,-1 0 3 16,-1-1-8-16,-1 1 5 0,0 0 1 0,-1 0 2 15,0 0-5-15,2 0 7 0,0 0-3 0,0 0 4 16,1 0-2-16,-2-1 3 0,-3 0-1 0,0 0 0 15,-1 1-8-15,-1 1 5 0,-2-1-5 0,-1 1 3 16,2-1 2-16,-4 0-5 16,0 1 3-16,0-1-5 0,-1 1-11 0,1-1-106 15,0 0-21-15,0-1-45 0,1 0-218 0</inkml:trace>
  <inkml:trace contextRef="#ctx0" brushRef="#br0" timeOffset="16193.37">2492 4534 1805 0,'0'0'117'0,"0"0"-18"0,0 0-8 16,0-1-54-16,0 1-49 0,0 0 5 0,0-1 3 0,0 1 2 0,0-1 2 16,1 1 1-1,22-11 2-15,-23 11 0 0,1 0 3 0,20 6-7 0,-13-3 0 16,0 1-4-16,-1 0 3 0,2-1 4 0,0 1-2 16,-1-1 5-16,2 0 12 0,-2-1 11 0,0 0 2 15,1 0 2-15,-1-1 10 0,-1 0 3 0,1 0 0 16,-1-1 0-16,0 0-11 0,1 0-12 0,-1 0 4 15,2-1-8-15,-1 1-1 0,0-1-9 0,0 0-3 16,0 0-1-16,0 0-2 0,1 0-1 0,-1 1-1 16,1 0 0-16,1 0 0 0,0 0-1 0,-1 1 1 15,1-1-3-15,2 0 3 0,2 1-2 0,0-1 0 0,2 1-2 16,-1-1 5-16,1 0-1 0,1 0 0 0,0 0-3 16,0 0-1-16,-1 0 3 0,0-1 1 0,-2 1 0 15,2-1 2-15,-1 1 4 0,3 0 0 0,0-1 1 16,1 1-7-16,-1 0 6 0,0 0-3 0,1 0 4 15,-2 1-7-15,1-1 2 0,0 1-2 0,-1 0 3 16,0 0 6-16,0 0-8 0,1-1 0 0,2 0-4 16,0 0 2-16,1 0-1 0,1 0 3 0,-2 0-1 15,0 0 0-15,-1 0 3 0,-1-1 2 0,0 0-1 16,-1 0-5-16,1 1 3 16,3-1-5-16,-1 0 5 0,1 0-2 0,1-1 0 15,-1 2 0-15,-2-1-1 0,1 0 1 0,-2 1 1 0,1-1 1 16,-1 1-1-16,1 0-2 0,2 0 1 0,-1 0-1 15,2 1 1-15,-2-1 2 0,1 0-3 0,-1 1 1 16,-1 0-1-16,0 1 4 0,-1-1-4 0,1 0 1 16,-1 1-1-16,2-1 6 0,0-1-6 0,-1 0 4 0,2 1-3 15,-2-1 5-15,0 1-5 0,1-1-2 0,-1 2 0 16,-1-2 3-16,1 1 1 0,0-1-1 0,2 0 0 16,1 0 0-16,1 0-3 0,0 0 8 0,-1 0-6 15,0 0 4-15,0 0 7 0,-1 0-8 0,-1 0 7 16,-2-1-9-16,3 0 2 0,1 1 2 0,1-1 0 15,0 0 2-15,-2 1-4 16,1-1 2-16,-3 1-1 0,2 0 4 0,-2 0 0 16,-1-1 0-16,1 1 1 0,1 0-2 0,1-1-1 15,1 1 1-15,0 0-1 0,-1-1-6 0,0 1 0 0,-1 0 0 16,0 0 2-16,-1 0 0 0,0 0 5 0,0 0-11 16,3 0 8-16,0 0-4 0,-1 0 0 0,1-1 6 15,-1 0-4-15,-1 1-2 0,-2 0 0 0,1 1-1 16,-1-1 1-16,-2 1 2 0,2-1-3 0,0 0 2 15,0 0-2-15,3 0 13 0,0 0-12 0,1 0 2 0,-2 0-4 16,0 0 2-16,0 1 0 0,-1-1 0 0,0 1-1 16,1-1 0-16,1 0 5 0,0 0-3 0,1-1 5 15,0 1-9-15,-1 0 0 0,1 0 5 0,-2 0-2 16,-1 0 2-16,0 0 0 0,-2 0-3 0,4 0 1 16,0 0 2-16,1-1 0 0,2 1-2 0,-1-1 0 15,0 1 0-15,-1-1 10 16,0 0 2-16,-1 0 3 0,-1 1-4 0,2-1-4 15,1 0-3-15,2 0 2 0,0 0-3 0,-1 1-5 16,0-1 4-16,-2 1-4 0,1 0 8 0,-3 0-2 16,2-2-4-16,0 2 2 0,1-1-3 0,1 0 2 0,0 0 4 15,-1 1-2-15,1-1 1 0,-2 0 2 0,0-1-2 16,1 1 3-16,-1 0-2 0,3 0 0 0,0-1 0 16,1 1-2-16,0 0-1 0,-2 1-2 0,0 0 1 15,0-1-1-15,-3 1 5 0,3 0-4 0,-1 0 0 16,1 0-1-16,1-1 5 0,-1 1-4 0,0-1 0 15,-2 1-1-15,0-1 8 0,-2 1-10 0,1-2 3 0,0 1-5 16,2 1 5-16,2-2 1 0,-1 1 0 0,0-1 1 16,-1 1 4-16,-1 0-4 15,-1 0-3-15,-1 1 0 0,0-1 1 0,3 0 0 16,1 1 3-16,0-1-3 0,0 0 2 0,1 1-2 16,-3-2 0-16,1 2-1 0,-3 0-1 0,1 0 2 15,0-1 1-15,1 0 1 0,1-1-3 0,0 0 2 0,0 0-2 16,1 0 3-16,-2 0-3 0,1-1 2 0,-2 1 2 15,1 1-1-15,0-1 5 0,0 1 6 0,2-1-2 16,-1 1 3-16,1-1-8 0,-2 1 2 0,-1-1-3 16,0 2 3-16,-1 0-8 0,-1 0 3 0,1 0 0 15,-1 0 0-15,2-1-4 0,0 1 6 16,-1-1-4-16,-1 0 5 0,1 1-6 0,-2 0 2 16,1-1-2-16,-1 1 2 0,-1-1-3 0,2 1 5 0,-2-1 0 15,2 0 3-15,1 0 3 0,-1-1-3 0,2 1 2 16,-1 0-2-16,-2-1-2 0,1 2-3 0,-2 0-1 15,1 0 0-15,-2 0 5 0,0 0-7 0,0 0 7 16,1-1-6-16,1 1 6 0,2 0-3 16,-1-1 0-16,-1 1-2 0,0 0-2 0,1-1 1 0,-3 1 0 15,1 1 1-15,0-1-1 0,0 0 2 0,-2 0-4 16,2 0 3-16,0 0 0 0,2 0-2 16,0-1 1-16,-1 1-2 0,0-1 1 0,-1 0 0 15,-1 2 4-15,0-1-3 0,1 1 3 0,-2 0-1 16,1-1-1-16,0 0 0 0,1 0-2 0,2 0 0 15,0 0-2-15,1-1 2 0,-2 0 2 0,2 0-2 16,-3 1 3-16,1 0-2 0,0-1 1 0,0 1-2 16,0 0 0-16,-1 1-2 0,1-1 2 0,0 0 2 15,0 0-1-15,1-1 2 0,0 1-4 0,-2 1 1 16,1 1-2-16,-1-1 2 0,-2-1 2 0,2 0 3 16,-1 0-5-16,0 1 4 0,1 1-4 0,1-1-2 15,1-1 4-15,0-2-2 0,1 1 1 0,0 1 0 16,-1 0-1-16,-2 0 1 0,1 1 1 0,-1-1-1 0,0 0 1 15,-1-1-1-15,1 1 2 0,-1 0-3 0,1 0-1 16,3 0-1-16,-3 0 3 0,0 0-1 0,1 0 2 16,-2 0-2-16,0 1 0 0,2-1 0 0,0 0 0 15,-2 0 0-15,2 0-1 0,-1-1 1 0,2 0 4 16,2 1-1-16,-1 0 2 0,0-1-5 16,0-1-2-16,-1 1 0 0,0 1 8 0,-2-1-8 15,2 1 2-15,-2 0-3 0,0 0 9 0,1-1-6 16,1-1 4-16,1 1-5 0,0-1 4 0,0 1-1 15,0 0-1-15,-2-1 0 0,1 2 1 0,-2-2 5 16,1 1-3-16,-1 0 4 0,0-1-3 0,0 1-1 16,1 1 3-16,0-1-2 0,0 0-5 0,0 0 2 15,-2 0 2-15,0 1 1 0,-1 0-1 0,-1 1 2 16,0-2-7-16,0 1 5 0,1-1-1 0,-3 0-3 16,1 1 3-16,0 0-3 0,-1-1 6 0,3 2-4 15,0-1 1-15,-1 0-3 0,1 0 7 0,-2-1-6 16,0 1 1-16,-1 0-2 0,0 0 0 0,-1 1 2 15,1 1 0-15,-1-1 0 0,0-1-1 0,-1 0 4 0,1-1-2 16,-1 1 3-16,1 0-3 0,-1 1 1 16,-1-1 1-16,0 0 0 0,1-1 0 0,0 1 3 15,-1 0-3-15,1 0 2 0,-1 0-7 0,1 0 4 16,-1-1 0-16,-1 0 0 0,0 0-1 0,-1 1-1 16,0 0-2-16,1 0 2 0,0 0 5 0,0 0-8 15,0 0 5-15,-1-2-6 0,0 0 5 0,2 2 4 16,-1 0 3-16,1 0-1 0,1-1-3 0,-3-1 2 15,1 0-6-15,0 2 6 0,-1-1-3 0,1 0-1 16,-1 1 2-16,0-1-2 0,0 1-4 0,2 1 8 16,-4-2-6-16,2 2 6 0,-7-1-3 0,0 0-4 0,1 0 5 15,18-2-5-15,-19 2 3 0,0 0-1 16,0 0 0-16,0 0 0 0,1 0-1 0,0 0 2 16,-1 0-4-16,0 0 0 0,0 0-31 15,1 0-68-15,-1 0-7 0,1 0-25 0,0 0-79 16,-1 0-143-16,0 0-90 0</inkml:trace>
  <inkml:trace contextRef="#ctx0" brushRef="#br0" timeOffset="28737.87">574 3471 1565 0,'-8'-4'61'0,"-1"0"-38"15,1 1-1-15,0 1-23 0,0-1-20 0,1 1-40 0,0-1-1 16,0 0-14-16,1 1 14 0,-5-6 37 0,5 4 4 15,-1-1 10-15,0 0 8 0,1-1 2 0,-3-2 7 16,3 1 1-16,-1 1 59 0,-1-2 30 0,-1 2 10 0,0 0 2 16,0 1 5-16,1 1-22 0,0 0-2 0,1 1-7 15,7 3-21-15,0 0-29 0,0 0 3 0,-1 0-12 16,1 0-19-16,-1 0-8 0,1-1-5 0,0 1 1 16,0 0-4-16,0-1 8 0,0 1-1 0,0-1 3 15,19-10-3-15,-18 11 10 16,14-2-4-16,-5 2 7 0,0 0-1 0,0 0-6 15,1 1 4-15,0-1-3 0,0 1 6 0,1-2 6 16,0 2-1-16,1-1 3 0,0 0 5 0,1 1 0 0,0 0 4 16,1-2-3-16,3 1 2 0,2-1-6 0,0-1-3 15,3 1 2-15,-1 0-2 0,-1 1-6 0,0-1 2 16,0 1-5-16,-1-1-3 0,0 2-3 0,2 1-2 16,0 0 0-16,3 0 8 0,0 1-5 0,-1 0 7 15,0 0-7-15,-2 0 2 0,0-1 0 16,0 2 2-16,1 2-1 0,1-1-1 0,4-1 4 15,-1-1-1-15,2-2 3 0,-1 1-5 0,-1 1 2 0,-1 0-4 16,1-1 5-16,-1-1-1 0,3 0 13 0,1 1-1 16,0-1 4-16,-1 2-2 0,-3-2-5 0,0 2 0 15,1 2-2-15,-1-2-4 0,2 1 1 0,2 1-3 16,-2-1 2-16,1 1-9 0,-2 0 4 0,0 0 2 16,-1-2 3-16,4 0 5 0,1 0 6 15,1-2 1-15,0 0 2 0,-1-2 5 0,-2 0-6 0,1 0 1 16,-1-1-3-16,2 0 0 0,2-2 0 15,-1-1-2-15,-2 1 2 0,-1 1-8 0,-1 1 2 0,1-2-4 16,1 2 3-16,1 1-10 0,1-1 5 0,-2 1-3 16,-1 1 4-16,-3 0-7 0,0-1-2 0,2 2 2 15,0-1-2-15,2 1 5 0,-1 0-3 0,-3-1-2 16,-2 0 0-16,1 1 0 0,-4-1 2 0,3 1 1 16,1-1 0-16,0 1 7 0,0-1-8 0,-1 0-1 15,-2 2-1-15,-1-1-4 0,-1 0 4 0,-3 0 0 16,0 0 3-16,2 1 6 0,-1-1-7 0,1 1 2 15,0-1-4-15,-1-1-7 0,0 2 8 0,-1-2-1 16,-1 1 2-16,-1 1-2 0,-2 0-67 0,0-1-38 16,-3 1-29-16,2-1-319 0</inkml:trace>
  <inkml:trace contextRef="#ctx0" brushRef="#br0" timeOffset="111595.44">3601 3362 1944 0,'0'0'162'0,"-1"-1"-78"0,1 1 82 16,-1-1-243-16,1 1-8 0,0 0-17 0,-1 0 47 15,1 0 5-15,0 0 19 0,0 0 41 0,0 0 8 16,0 0 1-16,1 0 0 0,17 0-15 0,-18 0 7 16,0 0 4-16,23 2 2 0,-14 0 27 0,-2-1-10 15,3 0 5-15,-2 0-7 0,2-1-7 0,0 0 12 0,2-1-5 16,-1 1 9-16,1 0 2 0,-2 1-9 0,2-1 3 16,0 1-6-16,0-1-4 0,1 0-1 15,1 2-4-15,0-1 2 0,1-1-16 0,0 0 2 16,0-2-4-16,2 2 3 0,0 0-3 0,2 0-6 0,0 0 3 15,1 0-3-15,-2 0 5 0,1-2-1 0,-2 2-4 16,-1 0 3-16,2 0 8 0,-2 2-6 0,0-1 6 16,1 1-6-16,-1-1 7 0,1-1 12 0,2 0-2 15,1 2 5-15,1-1-10 0,0 0 0 0,0 0-3 16,1-1 1-16,-2 1-13 0,0 1 2 0,-1 0-6 16,1 0 3-16,3-1 1 0,0 0 1 0,-1 0 2 15,1 2-3-15,-1-2-5 0,-1 0 5 16,-1 0-2-16,1-1 5 0,-3 1 0 0,2 0-1 15,2-1 8-15,1 0-4 0,2-1 18 0,-1-1-3 16,1 1-7-16,-2 0 2 0,1 0-13 0,-1 0 6 16,0 0-7-16,2 0 5 0,2 0-12 0,0 0 2 15,0 1 3-15,-2 1-2 0,0-1 7 0,-2 0-7 16,-3 0 2-16,2 0-3 0,2 2 5 0,0 0-3 16,1 0 3-16,-1-1-4 0,1 0-4 0,-2-1 6 15,0 1-5-15,-1-1 6 0,0-1 2 0,2 0-5 0,0 0 5 16,4-1-5-16,1 1 1 0,-2-1 4 15,0-2-2-15,0 2 2 0,-2-1-5 0,2 1 8 0,1 0-7 16,-1 0 6-16,2 2-7 0,-3-1 3 0,-2 1 0 16,0 0 1-16,-2 0-7 0,-2 0 3 0,1-1 4 15,3 2-1-15,-1-1-3 0,2 1 4 0,-2 2-4 16,1-2 6-16,0 0-8 0,-1 1 2 0,-1-2 0 16,1 0 0-16,0 0 3 0,2 0-3 0,2-1 2 15,-2 0-2-15,1 1 5 0,-2 0-2 0,0-1-1 0,-1 1 0 16,-2-1 0-16,3 1 10 15,0-1-1-15,1 1 4 0,1 0 0 0,-3-1-7 16,0 1 6-16,0 1-6 0,-3-2 5 0,1 1-8 16,2 1-2-16,1-2-1 0,1 3 1 0,3-2-3 15,-2 1 2-15,0 0-1 0,-2-1 4 0,0 2 3 16,0-2-7-16,1-1 4 0,2 1-8 0,1-2 4 16,1 1 2-16,-1 1 2 0,-3-1-1 0,1 0-1 15,-2 0 1-15,0 0-2 0,1 0 0 0,2 0-2 0,0-1 6 16,-1 2-4-16,-1 0 1 0,-1 0 3 0,-1 0-6 15,0-1 5-15,0 0-6 0,3 1 4 0,0-1-2 16,1 1 4-16,0-1-5 0,-2 0 2 0,0 0 1 16,0-1 0-16,-1 1 1 0,2 0-3 0,1-1-1 15,1 1 0-15,-1-1 2 0,-2 2-2 16,0-1 5-16,-2-1-5 0,0 2 5 0,-1 0-3 16,0-1-2-16,3 1 0 0,-2-1 0 0,2 1-5 15,-1 0 7-15,-2 0-6 0,0 2 4 0,-1-2 7 0,-1 0-6 16,0 0 7-16,1-1-8 0,1 1 0 0,0-1 3 15,-1 1-1-15,-1 0 7 0,-1 0 22 16,0 0-8-16,-1 0 11 0,-1 1-12 0,-1-2-10 16,0 0 4-16,0 0-6 0,-1 0 5 0,2 0-13 15,-1 0 6-15,0 0-7 0,-1-2 14 0,-2 3-11 16,0-2 3-16,-3 1-5 0,0 0 6 16,0 1 3-16,-1-1-7 0,-3 0 5 0,1 0-10 0,-1 0 1 15,-6 1 2-15,1 0 1 0,-1 0 3 0,17-6-7 16,-17 6 2-16,1 0-3 0,-1 0 1 0,0 0-46 15,1-1-9-15,-1 1-18 0,16-13-88 0,-16 13-97 16,0 0-20-16,0 0-40 0,1 0-197 0</inkml:trace>
  <inkml:trace contextRef="#ctx0" brushRef="#br0" timeOffset="119358.43">3504 3276 1988 0,'-8'-5'139'16,"2"0"-19"-16,6 5-7 0,0 0-65 0,0-1-72 0,-1 1-22 16,1-1-8-16,0 1 3 0,0-1-23 0,0 1 29 15,-1 0 3-15,1-1 11 0,0 1 32 0,0 0 4 16,0 0 2-16,0 0 1 15,0 0 24-15,0 0 22 0,0 0 5 0,0 0 4 16,1 0 6-16,-1 0-17 0,17 3 2 0,-17-3-5 16,1 0 6-16,-1 0-15 0,17-2 1 0,-17 2-7 15,0 0-14-15,18-4-11 0,-18 4 4 0,0 0-6 16,22-2-4-16,-21 2-7 0,-1 0-5 0,24 4 0 16,-15-2 4-16,-1 0-2 0,2 1 3 0,-1 1-2 15,0 0 1-15,1-1 2 0,0 1 4 0,-1-1-1 0,2 0 4 16,0 0 2-16,2-1-3 0,2 0 3 0,1 0-5 15,-2 0 5-15,1 0-1 0,0-1 1 0,0 1-4 0,1-1 0 16,-1 2-3-16,-1-1 1 0,1 1-1 0,-2 0 1 16,1 0 2-16,0 0 0 0,1 1 0 0,0 0 6 15,-1-1 1-15,2 1 3 0,-1-1 3 0,-1 0 0 16,2-1-2-16,0 2 0 0,0-3 1 0,1 1 1 16,0-1 0-16,0-1-1 0,1 2-5 0,-1-2-6 15,2 1 2-15,2 0-2 16,-2-1 4-16,0 1-3 0,1 0 1 0,-3 1-1 15,3-1 6-15,-3 0-8 0,1 2 5 0,-1 0-5 16,0-1 11-16,1 1 27 0,1-3-13 0,1 0 16 16,1 0-21-16,0 0 5 0,1-1-3 0,0-1 1 15,0 1-16-15,2-2 1 0,-2 0 0 0,2 1-1 0,3-1-7 16,-1 2-3-16,0 0 1 0,-2-1-1 16,1 1 4-16,-3 1-3 0,0 0 2 0,0 1-2 15,-1 1 1-15,1-2 3 0,1 1-4 0,1-1 2 0,-2 0-3 16,3 0 3-16,-1 0-1 0,2 0 2 0,-1-1-2 0,2-2 0 15,3 2 7-15,3-3-5 16,1 1 5-16,-1 0-1 0,-2-1-6 0,-1 1 2 16,2 0-8-16,0 0 5 0,1 2-1 0,-1 0 1 15,-1 1 0-15,-2 0 2 0,0 3-2 0,0-2 2 16,0 2-5-16,1-1 3 0,2 1 0 0,-3 0 0 16,0 0 0-16,1-1 0 0,0-1 0 0,2 0-1 15,1-1 2-15,3-1 4 0,0 1-2 0,0-1 2 16,0 0-2-16,1-1 1 0,0-2 0 0,1 3 0 15,0-1-4-15,-2 2 1 0,-3 1 1 0,1 0 0 16,-2 0-8-16,1 0 6 0,-1 2-2 0,-3 0 4 16,1 2 4-16,-1-2-2 0,-1 1 3 0,2 0-1 15,0 0 3-15,1-2-3 0,-1 2 1 0,0-1-1 16,-2-1 3-16,4 1-4 0,-1-3 4 0,3 0-2 16,1 1 0-16,-2-2 2 0,-1 1-4 0,-2-1 3 0,2-1-4 15,0 1 2-15,1 1-2 0,-1-2 2 0,-2 2-4 16,-1 0 1-16,-2 0 0 0,2 1 0 0,0-2-4 15,0 2 8-15,2 0-1 16,0-1 5-16,0 2-10 0,-2-1 6 0,1 0-6 0,2 2 5 16,0-1-9-16,3-2 9 0,-2 2-2 0,0-2 6 15,-1 1-8-15,2-1 6 0,0 1 3 0,1-1 1 16,0 0-2-16,0 0 5 0,-2-1-8 0,-1 1 7 16,1 0-11-16,1 0 3 0,-1 1 0 0,-1-1 1 15,-2 0 6-15,-4 1-8 0,1 1 1 0,-4-1-4 16,0 1-4-16,0-1 7 0,-1 0-2 0,-1-1 4 15,-2 3-11-15,-1 0 6 0,-2-2-2 0,-1 2 2 16,0-1-6-16,-2 0-28 0,0 3-28 16,-2-3-8-16,0 1-171 0,0-2-119 0,2-1-82 15</inkml:trace>
  <inkml:trace contextRef="#ctx0" brushRef="#br0" timeOffset="124556.43">2189 4575 1447 0,'-11'-5'240'0,"1"0"82"15,1 1-1-15,1 0-297 0,1 1-30 0,7 3-18 0,-1 0 6 16,1 0-6-16,0-1 19 0,-22-12 14 0,22 13-4 16,0 0 6-16,0 0-16 0,0 0 5 0,0 0-6 15,0 0 6-15,0 0-2 0,0 0 14 0,0 0 8 0,1 0 2 16,-1 0 21-16,0 0-17 0,21 8 3 0,-21-8-8 15,0 0 14-15,21 1-9 16,-12-1 0-16,1-2-3 0,1 1 2 0,0-1-7 0,2 0 5 16,0-1-7-16,2-1 0 0,1 1 2 0,0-3-4 15,-1 3 4-15,0-2-7 0,1 0-3 16,1 1 0-16,3-1-2 0,0 2-4 0,2 0-1 16,0 1 3-16,-1 0-2 0,0 1 2 0,-3 0-4 15,2 1-1-15,-3 0-1 0,1 0 8 0,0 0-8 16,2 2 3-16,2 0-5 0,-2-1 4 0,4-1 0 15,-1 0 4-15,-1 0-2 0,1 0-1 0,-1 0 9 16,0 0-4-16,1 0 8 0,1-1-4 0,3 1 1 16,2-1-4-16,1 0 3 0,-3 1-3 0,1 0-8 15,-3 0 4-15,-1 0-5 0,2 0 8 0,1 0-3 16,3 0-5-16,-3 0 2 0,1 0-1 0,-4 0 6 0,1 2 2 16,-2-1 0-16,0 0-9 0,4 1 23 0,2-2 0 15,-1 0 10-15,3 1 8 0,-4-3-13 0,2 0 2 16,-2-2-7-16,4 1-6 0,1 0-7 0,2-1-3 15,2 1 0-15,-3 2-2 0,-2-1 1 0,-1 2-2 16,2-1 1-16,-1-1 3 0,1 1-5 16,0 1 4-16,-3 0-4 0,-2 2-1 0,0-1 2 15,-2 2-2-15,4-2 2 0,-1 1-3 0,2 0 1 0,-3-2 3 16,0 0-1-16,0 2-2 0,-1-1 3 0,0 0-1 16,3-1 2-16,0-2-4 0,3 1 4 0,-1 0-4 0,-2 1 3 15,-1 0-1-15,0 0-6 16,0-1 4-16,2 0-3 0,2 0 6 0,-1 1-4 15,-3 0-1-15,-1 2-1 0,-1-1 7 0,1 0 0 16,2 1-1-16,0-2 0 0,1 2-3 0,-1-1 0 16,-1 1 3-16,-1-1-3 0,-1 0 0 0,1 0 0 15,2-1 0-15,3 0 1 0,0 0 3 0,-1-1 0 16,-1 2-3-16,0-1 1 0,0-2 4 0,3 2 1 0,3-2 0 16,0 0-1-16,-1 2-4 0,-3-1 3 0,0 2-1 15,0-1 2-15,3 0-4 0,0-1-1 0,-2 1-1 16,-1-1 0-16,-2 0 0 0,2 2 3 0,-1-1 0 15,3 2 1-15,1-2 1 0,-1 1-7 0,-2 1 3 16,-3-2-2-16,3 0 6 0,1 0 3 16,2 0-2-16,1-2 2 0,-1 3-8 0,-2-3 1 15,-1 2 1-15,1 0 1 0,1-2-2 0,2-1 0 16,-1 0 4-16,-3 2-3 0,-2 0 1 0,2 1-3 16,1 0 0-16,2-1 0 0,2 1 6 0,-3-1-1 15,-3 1-4-15,1 1 2 0,-1-1-3 0,3 1 3 16,2-2 1-16,-1 1 0 0,-2-1-2 0,0 1 3 15,0 0 0-15,4 0 1 0,-2 0 1 0,3-2-8 16,-3 0 1-16,-4 2-2 0,1 0 3 0,3-1 3 16,-1 0-3-16,2 1 3 0,0 0-7 0,-5 0 5 15,0 3 1-15,1-3 2 0,2 0 4 0,2-1 2 16,-1 0-1-16,-1 1 0 0,-1 0-1 0,0 1 0 16,2-1 2-16,2-2-1 0,2 0-6 0,-4 1-2 15,0 0 3-15,-1 0-2 0,2 0 4 0,1-2-2 0,1 3-5 16,-1-2 3-16,-3 1-4 0,0 1 1 0,1-1 3 15,1-1 0-15,2 1 4 0,-1-1-6 0,-2 1 2 16,0-1-2-16,0 1 8 16,2 1-2-16,2-1-3 0,-1 0 0 0,-3 0-5 15,0 0 8-15,-1 0-3 0,2-1 4 0,1 1-14 0,1-1 10 16,-3 0-3-16,-2 2 6 0,1-1-2 0,3-1-1 16,2 1 1-16,0 0-2 0,-2 0-3 0,0 0 4 15,1 0 0-15,0 0 1 0,3 1-1 0,-2-1-2 0,-3 0 2 16,0 1-3-16,0-1 2 0,2 1-2 0,0 1 0 15,-2-2 1-15,-2 2 4 16,-2-2-4-16,2 2 2 0,0-1-2 0,1 0 1 16,0 0 3-16,-2 0-6 0,0 0 5 0,-1 1-2 15,4-1-1-15,2 0 2 0,0-1-3 0,-1-1 5 0,-3 0 1 16,1 1-1-16,1-1 1 0,2 1-12 0,0 0 9 16,-3 0-2-16,-3 0 5 0,-1 0-3 0,0 0-4 15,1 1 1-15,1 0-1 0,-1 0 9 0,-1 0-8 16,-2 0 3-16,-3 0-4 0,0 0 10 0,2 0 2 15,-1 0-4-15,2 0 2 0,-3-1-3 0,0 0-2 16,-2 0 5-16,-2 0-5 0,1 1 2 0,-1-1-4 16,1-1 2-16,1 0-3 0,0 0-1 0,-2 0 2 15,-2 0-2-15,-1 0 2 0,-2-1-1 0,-1 1 1 16,-1 0-1-16,-3 0 2 0,-1 0-5 16,-1 1 0-16,-1 0-2 0,1 1-3 0,-2 0-50 15,-1 0-104-15,0-1-19 0,-7 1-36 0,0 0-152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27T19:42:15.144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515 5123 1070 0,'0'0'80'0,"0"0"22"0,0 0 7 0,0 0-52 16,0 0-18-16,0 0-35 0,0 0 1 0,0 0-5 15,0 0 3-15,-1 0-1 0,1 0-1 0,0 1 1 16,0-1 7-16,0 1 2 0,0-1 14 0,-2 17-3 16,2-17 56-16,0 0 14 0,0 0 3 0,0 1 2 15,0-1-6-15,0 1-22 0,0-1-2 16,0 16-7-16,0-16-20 0,0 0-20 15,0 0-1-15,0 0-7 0,0 0-12 0,0 1 3 0,0-1-3 16,0 1 3-16,0-1 11 0,7 16 7 16,-7-16 2-16,0 0 0 0,0 0 6 0,1 0-2 15,-1 0 1-15,1 0-1 0,17 5 0 0,-18-5-10 0,0 0 3 16,1 0-6-16,16 1-6 0,-17-1 0 0,0 0-1 16,17 0 0-16,-17 0-1 0,0 0-1 0,23 3-4 15,-13-1 1-15,0-1-5 0,1-1 6 0,3 1-3 16,-2 0 5-16,2-1-6 0,-1 0 3 0,0 1 5 15,1-1-1-15,-1 0 12 0,0 0-8 16,1 0 2-16,-2-1-3 0,1 1 7 0,-2 0-5 0,1 0 4 16,3 1-5-16,-1-1 1 0,1 1-1 0,1 0 0 15,1 0 1-15,-2 1 1 0,0-1-1 0,0 2-1 16,-1-2 0-16,-1 1-11 0,0-1 7 0,0 1-2 0,-2 0 5 16,2 0 1-16,-1-1-3 0,1 0 2 0,2 0-2 15,0-1-1-15,0 0-1 0,0 0 2 0,0 0-2 16,0-1 4-16,0 1-7 0,-1 0 4 0,-1 0-3 15,-1 0 6-15,-1 0-4 16,-1 0 0-16,0 0 0 0,0 1 3 0,-1-1 0 16,0 1-3-16,-1 0 3 0,0-1-4 0,1 1-1 0,0-1 4 0,-2 0-3 15,2 0 4-15,-1 0 0 16,0 0 1-16,1 0 0 0,-1-1 9 0,0 1 2 16,0 0-1-16,-1 0 2 0,0 0-2 0,-2-1-1 0,-5 1 3 15,0 0-3-15,1 0 0 0,19-1-5 0,-20 1 1 16,1 0-2-16,-1 0 11 0,18 1-10 0,-18-1 4 15,0 0-6-15,0 0 7 0,0 0-9 0,0 0 6 0,17 0-6 16,-17 0 10-16,0 0-8 0,0 0 5 16,0 0-5-16,0 0 13 0,0 0-12 15,0 0 4-15,0 0-7 0,0 0-8 0,0 0-97 16,0 0-13-16,0 0-42 0,0 0-175 0,0 0 823 0</inkml:trace>
  <inkml:trace contextRef="#ctx0" brushRef="#br0" timeOffset="3895.79">2084 5090 367 0,'-7'-2'474'0,"-2"0"-199"0,3-1 244 0,-1 0-500 15,2 2-4-15,5 1-6 0,-1 0-2 0,1 0-1 16,0 0 0-16,-18-5 1 0,18 5 11 0,-1 0 1 15,1 0 4-15,-1 0 7 0,1 0 12 0,-17-7 1 16,17 7 5-16,0 0 13 0,0 0-2 0,-1 0 3 16,1 0-3-16,0 0-10 0,-1 0-16 0,1 0-1 0,-1 0-5 15,1 0 2-15,0 0-10 16,-1 0 1-16,0 0-4 0,1 0 4 0,0 0 0 16,0 0 1-16,0 0-2 0,0 0 0 0,0 0-1 0,0 0 2 15,1 0-1-15,0 0-4 0,16 5-9 16,-17-5 4-16,1 0-4 0,-1 0 1 0,19 3 2 15,-19-3-4-15,0 0 3 0,16 4-10 0,-16-4 13 16,1 0-4-16,0 0 9 0,17 5-8 0,-18-5 3 16,1 0 1-16,15 2 2 0,-16-2 12 0,1 0-11 15,19 3 6-15,-19-3-7 0,15 1 1 0,-6 0-2 16,2-1-9-16,0 1 5 0,-1-1-16 0,1 1 9 0,0 0 0 16,-1 0 3-16,0 0 2 0,0 1-5 0,1-2 1 15,-3 2-3-15,2 0 0 0,-2-1 0 0,0 2 4 16,-1-2-2-16,1 1 1 0,-1-1-2 0,1 1-3 15,1 0 2-15,0-1 5 0,1 0-4 0,2 0 4 16,0 1-4-16,1-1 1 0,0 0-2 16,0 0 0-16,2-1 0 0,-2 1 0 0,0 1 1 15,0 0-1-15,1 1 0 0,-2-1-2 0,0 0 5 16,-1 1-2-16,1-1 4 0,-1-1-9 0,2 1 7 16,-1 0-3-16,2-1 5 0,1 1-8 0,0-1 12 15,-1-1 3-15,2 0 6 0,-1 0 9 0,1 0-14 16,0 0 1-16,-2 1-5 0,1 0-3 0,-1 0-3 0,0 0-2 15,2-1 1-15,0 1 0 0,-1 0 1 0,3 1 1 16,-2 0-2-16,0 1 5 0,1 0-6 0,-2 0 1 16,1 0-2-16,-2 0-6 0,0-1 8 0,-1-1-2 15,1 0 4-15,-1-1-4 0,2 0-1 16,2 0 1-16,1 0 0 0,2 0 4 0,-2-1-4 16,1 0 0-16,-1-1-1 0,0 2 1 0,0 0 0 15,-2-1 2-15,0 1 1 0,2 0-2 0,-1 0 0 16,3 0-3-16,-1 0 2 0,-1 0-1 0,2 1 2 15,-2 0 0-15,0-1 1 0,0 0-2 0,0 1 0 16,-1 0 1-16,1 0 0 0,1-1-3 0,1 0 3 16,1-1-1-16,2 0 4 0,-1 0-2 0,0 0-1 15,-1 1 1-15,-2 0-2 0,-1 0 2 0,0 0-2 16,0 1 2-16,-1 0-3 0,2 1 0 0,-1-1 2 0,0 0-1 16,-1 1 1-16,0-1 4 0,-1 2-4 0,-1-1 2 15,0 0-3-15,-2-1-2 0,1 0 1 0,0 0-1 16,4-1 2-16,0 1 0 0,2-1 1 0,-1-1 0 15,0-1 2-15,0 1 3 0,0-1-1 0,-1 1 1 16,0-1-2-16,-1 0-4 0,0 2 4 0,0-1-2 16,0 1 3-16,2 0-2 15,-1 0 3-15,0 0-1 0,0 0 2 0,0 1-3 0,-1-1-1 16,0 2 0-16,-1-1-1 0,0 0 4 0,-1 0 2 16,1 0-1-16,3-1 3 0,0 1-1 0,2-1 1 15,0 0 1-15,0 0-1 0,0 0-6 0,-1 0 3 16,-1 0-2-16,1-1 3 0,-2 2-6 0,2-1 2 15,1 0-1-15,0 0 1 0,0 0 0 0,-1 0-7 0,0 0 3 16,-1 0-4-16,1 0 12 0,-2 0-5 0,1 0 1 16,0 0-3-16,2 0-1 0,1 0 4 0,1 0-3 15,0 0 5-15,-1-1-2 16,-2 1 4-16,-1 0-1 0,0 0 2 0,-2 0 3 16,-1 1-4-16,3-1 5 0,-1 0-4 0,0 1 6 15,-1 0 4-15,0 0-6 0,-2 0 4 0,0 1-13 16,-2-1 14-16,1 1-3 0,-3 0 6 0,1 0-3 15,-1-1-3-15,-2 1 2 0,0-1-2 0,0 0-8 16,-1 0 3-16,1 0-4 0,0-1 3 0,-1 1-4 0,1-1-1 16,0 0 3-16,-1 0-1 0,-2 0 6 0,-1 0-8 15,-6 0 2-15,1 0-4 0,0 0-1 0,16 2-1 16,-17-2-4-16,0 0-1 0,0 0-18 16,1 0-193-16,-1 0-40 0,1 1-82 0,15 17-395 15</inkml:trace>
  <inkml:trace contextRef="#ctx0" brushRef="#br0" timeOffset="6610.65">1006 5851 1556 0,'-8'-3'435'0,"0"-1"-172"16,0 0 220-16,1 1-449 0,1-1-9 0,6 4-17 0,-1 0-22 15,1 0 2-15,-1 0-10 0,1 0-15 0,-17-14 19 16,17 14 0-16,0 0 8 0,0 0 2 0,0 0 0 16,0 0-1-16,0 0 4 0,0 0 19 0,0 0 17 15,0 0-2-15,0 0 7 0,0 0-1 0,0 0-6 16,1 0 7-16,16-4-6 0,-17 4 15 0,1 0-18 15,19-6 4-15,-11 4-10 0,2 1-4 0,0-1-3 16,3 0 1-16,2 0-2 0,1-2-4 16,1 2-5-16,1-1-3 0,-1 1 1 0,0 2-1 15,-1 0-1-15,0 0 0 0,-2 1-1 0,-1-1 5 16,0 1 5-16,-1 1-2 0,0 1 3 0,0 0 2 16,0 0 15-16,2-1-5 0,0 0 7 0,-1 0-7 15,0-1 1-15,0 1 5 0,-2-1-3 0,-1-1 5 0,0 1-5 16,0-1-6-16,-3 0 1 0,1 1-11 0,-3 0 0 15,1 0 2-15,-7-1-3 0,0 0-1 0,0 0-4 16,1 0 0-16,-1 0-2 0,1 0-18 0,-1 0-103 16,0 0-17-16,1 0-43 0,-1 0-199 0</inkml:trace>
  <inkml:trace contextRef="#ctx0" brushRef="#br0" timeOffset="16862.84">4594 6838 1642 0,'0'0'200'0,"0"0"-73"0,-1 0 94 0,1 0-230 0,0 0 6 15,0 0-17-15,0 0 33 0,0 0-4 0,0 0 8 16,0 0-18-16,0 0 1 0,1 0 3 0,18 6-1 16,-19-6 6-16,0 0-4 0,21 5 7 0,-20-5-3 15,0 0 29-15,19 4 6 0,-20-4 2 0,1 0 0 16,21-2 10-16,-22 2-2 0,1 0 5 16,19-1-2-16,-20 1 9 0,0 0-11 0,20-4 0 15,-20 4-4-15,0 0-12 0,20-5-9 0,-20 5-5 16,0 0 0-16,21-5-2 0,-21 5-14 0,17-4 10 0,-9 1-11 15,2 2 3-15,0-1-9 0,1 1 2 0,0-1-3 16,1 1 3-16,0 0-2 0,1 0 0 0,-2 0-1 16,1 1 0-16,1 0 5 0,-2-1-5 0,1 1 5 15,1-1-4-15,-1 1 2 0,1-2 2 16,1 1 1-16,2 1 4 0,-1-1-2 0,3 0-3 0,-1-1 1 0,1 0 1 16,-1 2 2-16,0-2 0 0,-2 2-1 0,1-1-1 15,-1 1-1-15,-2-1 1 16,1 1 0-16,-1 0 1 0,1 0 1 0,1-1-2 15,1 0 2-15,2-1 1 0,0 2 6 0,1-1-2 16,-1 0 2-16,0 0-5 0,1-2 1 0,-3 1 2 16,1-1-1-16,-1 2-3 0,1-1 1 0,0 0 0 0,1 0 1 15,1 1 3-15,1 0-10 0,-2 0 4 16,0 1-5-16,-1 0 12 0,0-1-8 0,1 1 2 16,-2 0-3-16,0 1 7 0,-2-1-3 0,2 0-2 15,3 0 0-15,0-1 0 0,3 1 3 0,0 0 0 16,0-1 0-16,-1 0 2 0,0 1-6 0,-2 0 4 0,0 0-6 15,-1 0-2-15,-2 1-2 0,0 0-1 0,2 1 1 16,1 0 1-16,1 0 4 0,-1 1-4 0,-2-1 2 16,1 1-5-16,-2 1 0 0,0-2 5 0,-2 1-3 15,1 0 0-15,-2-1 5 0,1 0-3 0,2 0 4 16,-2-1-1-16,3 0 3 0,1 0-1 0,-1-1 0 16,1 1-6-16,-1 0 3 0,-1-1 1 0,1 0 2 0,-2 1-1 15,1 0-4 1,-2 1-1-16,1 0 0 0,-3 0 6 0,1-1-4 0,0 0 0 15,1 1-3-15,1 0-1 0,0 0 3 0,-1 0 0 16,0 0 1-16,1-1 1 0,-2 0-3 0,1 1 2 16,-1 1-3-16,0 1-3 0,1-3 5 0,-2 1-3 0,0-1 6 0,1-1-7 15,-1 1 7 1,1-1-5-16,2 1 5 0,-1-2 0 0,0 1 1 0,1 1 5 16,-1-2-4-16,-1 2 2 0,-2-1 0 0,-1 0-2 15,-1 0 1-15,0 0 2 0,0 0-8 0,-2 1 6 16,0-1-6-16,-7 0 6 0,0 0-1 0,1 0-4 15,18 1 1-15,-19-1-7 0,1 0 5 0,-1 0-1 0,1 0 3 16,17 3-9-16,-18-3 1 0,0 0-14 0,0 0 3 16,0 0-81-16,0 0-112 0,0 0-33 0,0 0-44 15,0 0-289-15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27T19:42:35.875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4909 3846 654 0,'0'0'10'0,"0"0"-46"0,0 0-14 0,0 0-6 0,0 0 0 16,0 0 68-16,0 0 9 16,0 0 9-16,0 0 4 0,-1 0-30 0,1 0 2 0,-1 0-11 0,1 0-9 15,0 0-61-15,-1 0 2 0,1 0-20 0,-1-1 20 0,1 1 110 16,0-1 26-16,-1 1 36 0,-6-17 137 0,7 17-7 16,0 0-14-1,0 0 1-15,0-1-51 0,0 1-42 0,0-1 0 16,0 1-19-16,0-1-44 0,0 1-28 0,0 0 2 0,0 0-10 15,0 0 2-15,0 0-13 0,0 0 5 16,1 0-8-16,19 5 5 0,-20-5 6 0,0 1-7 0,17 10 8 16,-17-11 1-16,0 0-3 0,18 12 3 0,-18-12-5 15,0 0-5-15,19 11 3 0,-19-11 2 0,0 0 2 16,22 10 27-16,-14-7 14 0,1 1 0 0,-1-2 3 16,2 1-7-16,0-2-7 0,0 2 1 0,2-2-3 15,-1 1-5-15,3-1-12 0,-1 0-3 0,2-1-2 16,0 1-9-16,0 1-3 0,0-1-5 0,1 0 1 15,-2 0-9-15,3 0 5 0,0-1 1 0,2 2 1 16,0-1 1-16,1 1 2 0,0-1-2 0,-2 1 1 16,0-1-5-16,1 1 4 0,-2 0-3 0,1 0 1 15,1 0-10-15,1-1 8 0,1 1-1 0,2-1 3 16,-2 0-8-16,1 1 7 0,-2-1-1 0,0 1 5 16,-1 0 4-16,0-1 2 0,-3 1 1 0,1 0 0 15,0 0-2-15,3 0-2 0,0-1 0 0,-1 1 0 0,2-1 0 16,-2 2-2-16,-1-1 2 0,0-1-2 0,-1 1 0 15,-2 0-2-15,0-1-1 16,-2 0 0-16,1 0-2 0,-1 0-1 0,2 0-1 16,0 1 0-16,0-2 8 0,0 1-4 0,-1 1 3 15,-2-1-3-15,0 0 7 0,-1-1 2 0,-1 1 3 16,0 0-3-16,-1 0-2 0,0-1 1 0,-1 1-6 0,-2-1 6 16,1 2-7-16,-1-2-2 0,0 2 1 0,0-1-2 15,-1 0-6-15,-5-1 6 0,1 0-6 0,-1 0 7 16,19 3-7-16,-19-3 8 0,0 0 1 0,0 0 0 15,0 0-7-15,1 0-2 0,-1 0 1 0,1 0-1 16,0 0 0-16,-1 0-43 0,0 0-18 0,1 0-12 16,-1 0-102-16,0 0-89 0,0 0-5 15,-3-6-70-15,-8 0-488 0</inkml:trace>
  <inkml:trace contextRef="#ctx0" brushRef="#br0" timeOffset="703.77">4905 3955 568 0,'0'0'388'0,"0"0"-136"0,0 0 197 16,0 0-305-16,0 0-11 0,0 0-10 0,-1 0-4 16,0 0-1-16,1 0-1 0,0-1-28 0,-18-11-15 15,18 12-6-15,0 0-1 0,0 0-13 0,0 0-4 16,-1 0-2-16,0 0-1 0,1 0-6 0,-1-1 0 16,1 1-3-16,0-1-1 15,0 1-25-15,0 0-7 0,10-18 4 0,-10 18-3 0,1 0 5 16,21-8-6-16,-13 6-3 0,-1 0 1 0,1 1 0 0,0 0-3 15,0 0 4-15,0 1-4 0,0 0 1 0,1 0 2 16,1 0-4-16,3 1 2 0,1 0-7 0,0 0 5 16,0-1 1-16,2 1 0 0,1 0 0 0,0-1 1 15,1 1 3-15,-1-1 1 0,0 0 5 0,0 0-2 16,1 0-1-16,4 0 0 0,-1 0-1 0,2 0-1 16,-1 0-3-16,-1 1 3 0,-1 0-1 0,0 0 0 15,-1 0 0-15,-2 1 1 0,4-1 1 0,-1 0 2 16,3 0 2-16,1-1 1 15,0 0 4-15,0 1 3 0,-1 0-2 0,-1 0 2 16,-2 0-5-16,-1 0 1 0,1 2 1 0,2-1-1 16,-1 0-6-16,1 1 0 0,-1 0 0 0,-2 0 0 15,-2-1 8-15,0 1-9 0,-2 0 6 0,-1 0-7 16,-1 1 5-16,-1-1 6 0,1-1-9 0,0 0 7 16,1 0-15-16,0 0 7 0,0 0-3 0,0 0 2 0,-2 1-2 15,-1-2-4-15,-1 1 6 0,-2 0-5 16,-1 0 1-16,-1 0-5 0,0 1-10 0,-2-1-9 15,-5-2-149-15,0 0-172 0,0 0-50 0</inkml:trace>
  <inkml:trace contextRef="#ctx0" brushRef="#br0" timeOffset="10279.03">4948 3903 1179 0,'-6'-2'227'16,"6"2"-119"-16,0 0 118 0,-1 0-343 0,0 0 33 15,1 0 7-15,0 0 84 0,0 0-2 0,-1 0 18 16,0 1 10-16,1-1 28 15,0 0-3-15,0 0 8 0,0 0-20 0,0 0-14 0,0 0 1 16,19 0-5-16,-11-2 2 0,-1 0-4 0,3 0-3 16,-2 1-1-16,2 0-4 0,2 1-11 0,0 0 7 15,1 1-7-15,-1 0 18 0,-1 0 9 0,1 0-3 0,0 1 5 16,0 0-7-16,1 0-1 0,1-1-2 0,-1 0 0 16,3 0 3-16,-2-2-1 0,1 0 7 0,1-1-5 15,1-1 9-15,0 1 1 16,1-2-3-16,1 1 2 0,-1-1-9 0,0 1-14 0,-1 0-4 15,-1 1-4-15,0 0-9 0,-1 1 5 0,1 0 2 16,-2 1 2-16,-1-1 15 0,2 2-3 16,0 0 3-16,2 0-4 0,1 1-2 0,-1 0 0 0,0 0 0 15,-1 0 0-15,1 1-2 0,0-1-3 0,-1 1-2 0,-2-2 0 16,1 1-4-16,-2 0 5 0,0 1 5 0,1-1-1 16,-1 1 13-16,1-1-5 15,0 1-5-15,0-1 1 0,-2 1 2 0,-1 0 1 16,0-1 6-16,0 1-5 0,-2 0-1 0,1-1-4 15,0 0 0-15,0 1-1 0,-1-1-4 0,1 0-2 16,-1-1-3-16,-1 0 2 0,-2 1-3 0,1-1 1 16,-1 0 0-16,0 0-1 0,-6-1-3 0,0 0 1 0,17 4-2 15,-17-4 1-15,0 0-4 0,0 0-60 0,17 5-25 0,-17-5-25 16,0 0-208-16</inkml:trace>
  <inkml:trace contextRef="#ctx0" brushRef="#br0" timeOffset="14802.04">4918 3854 1939 0,'0'0'134'0,"0"0"-64"15,0 0 65-15,0 0-206 0,0 0 21 0,0 0-5 16,0-1 52-16,1 1 2 0,17-6 6 0,-18 6 6 0,0 0 6 15,20-5 5-15,-12 5-1 0,1 1 1 0,1 0-1 16,-1 1 5-16,1 0 0 16,1 2 20-16,-2-2-12 0,0 1-3 0,0-1-1 15,-1 0-1-15,1 2-2 0,0-1 1 0,1 1-1 16,-1-1 13-16,1-1-2 0,1 0 1 0,1-1-2 16,2 1-9-16,1-1-15 0,1 0 5 0,0-1-9 0,0-2-1 15,4 2-5-15,0-1 1 0,3 0-2 16,0 0 6-16,-1 0-4 0,-1 0-2 0,0 1-1 15,1 0-5-15,-2-1 7 0,1 1-1 0,0 0 4 16,0 0-4-16,1 1-2 0,0 0 0 0,-1-1 0 0,0 0 9 0,-1 0 6 16,0 1-3-16,-1-1 4 0,1 1-5 0,2-1 0 15,-1 0-4-15,3 0 1 0,0 0-2 0,1 0-5 16,-2-1 4-16,1 1-5 0,1 0 5 0,-4 0 2 16,0 0-4-16,-1-1 3 0,1 1-3 15,-1 1 4-15,0-1 4 0,-2 2-1 16,-1-1 10-16,-2 1 16 0,-1 0-6 0,-3-1 9 0,1 1-9 0,-2-1 1 15,0 1-2-15,-2 1 2 0,1-2-4 0,-2 1-13 16,1 0 5-16,-1-1-7 16,-2 0 3-16,1 0-2 0,-6-1 1 0,0 0-3 15,18 2-7-15,-18-2 4 0,1 0-5 0,15 2 5 16,-16-2-4-16,0 0-2 0,1 0-1 0,18 1-1 0,-19-1-14 16,0 0-131-16,0 0-8 0,1 0-56 0,-1 0-160 15</inkml:trace>
  <inkml:trace contextRef="#ctx0" brushRef="#br0" timeOffset="19770.86">8241 3075 1203 0,'0'0'67'0,"0"0"-24"0,0-1 1 15,0 1-41-15,0-1-12 0,0 1 13 0,0-1-2 0,1 1 2 16,-1 0 6-16,1 0-4 0,0-1 8 0,-1 1-5 15,0 0 21-15,0 0 8 0,0 0 6 16,0 0 1-16,0 0 14 0,0 0-3 0,0 0 1 16,0 0-1-16,0 0 5 0,0 1-3 0,0-1-2 15,0 0 1-15,-1 1 0 0,0-1-10 0,-16 16-1 16,17-16-6-16,0 0-20 0,-1 0-2 0,-14 10 3 0,15-10-2 16,-1 0 9-16,0 0-3 0,-20 14-1 15,21-14-1-15,0 1-8 0,-21 11-4 0,13-9 0 16,0 2-1-16,-1 0 2 0,1 0-3 0,0 1-2 0,1-1 1 15,0 0 1-15,-1-2-7 0,1 2 7 0,-1-2-7 0,1 1 6 16,-1 0 1-16,2 0-6 0,0 0 5 0,1 0-4 16,0 0 0-16,5-4 2 15,0 0-2-15,-1 0 5 0,-15 11-8 0,16-11 8 16,-1 0-8-16,1 0 9 0,-16 5-2 0,16-5-5 16,0 0 4-16,-1 0 4 0,1 0 1 0,0 0 0 15,-1 0-1-15,-15-1 1 0,16 1-6 0,0 0 5 0,0 0-6 16,0-1 0-16,-1 1-9 0,1 0 1 0,-10-17-5 0,10 17-3 15,0-1 7-15,0 1-7 0,0-1 6 0,0 1-5 16,-7-20 4-16,7 20 1 0,0 0 0 0,0-1-1 16,0 1 1-16,-3-17 1 15,3 17-1-15,0 0-1 0,0-1-1 0,0 1 3 16,0 0-2-16,0-1-3 0,0 1 3 0,8-16-3 16,-8 16 5-16,0 0-1 0,0 0 0 0,0 0-1 15,0 0 0-15,0 0-1 0,0 0 1 0,0 0-1 16,0 0 1-16,0 0 4 0,0 0-2 0,0 0 2 15,0 0-2-15,0 0 6 0,0 0 7 0,0 1-5 16,0-1 3-16,1 18-10 0,-1-18 4 0,0 0 3 16,0 1 0-16,0-1-4 0,-1 20-1 0,1-20 1 0,0 0-1 15,-2 20-4-15,2-12 9 0,0-1-4 0,-1 0 7 16,0 1-5-16,0-2 2 0,-1 2-2 0,2 0 2 16,-1 0 5-16,0 0-7 0,1-1 4 0,-1 0-6 15,0-1 8-15,1-6 1 0,0 1 3 0,0-1-1 16,-2 17 9-16,2-17-1 0,0 0-2 0,0 1 1 15,0-1-2-15,0 1 5 0,0-1-1 0,1 1 1 16,-1-1-12-16,20 13-1 0,-20-13-3 0,15 1 2 16,-6-2-13-16,2 1 7 0,-1-1-3 0,1 0 3 15,2 0 0-15,-2-1-24 0,1 1-19 0,-2 0-8 16,-1-1-111-16,2 1-130 0,-2-1-56 0</inkml:trace>
  <inkml:trace contextRef="#ctx0" brushRef="#br0" timeOffset="22545.6">7926 3853 622 0,'-3'-5'263'0,"-1"0"115"15,4 5-5-15,0 0-307 0,0 0-62 16,0 0 4-16,0 0 3 0,0 0 6 0,0 0 7 16,-1 0-9-16,-9-16-2 0,10 16-2 0,0 0-13 15,0 0 5-15,0 0 5 0,0 0 3 0,0 0 27 0,0 0 9 16,0 0 3-16,0 0 1 0,0 0 2 0,0 0-1 16,18 7-2-16,-18-7 0 0,1 0-11 15,17 4-13-15,-18-4-1 0,16 4-4 0,-7-2-6 16,1 0 0-16,1 0-3 0,1 0 3 15,1 1 2-15,-1 0-10 0,2 0 10 0,-1 1-9 0,1 0 23 0,0-1-4 16,2 0 2-16,0 0-2 0,1 0-1 0,-2 0-14 16,0 1 1-16,1-1-5 0,-1 1 1 0,-1 0-3 15,1 0-3-15,-2 0-1 0,1 0-1 0,-1-1 5 16,0 0-1-16,-2 0 2 0,2 1-7 0,-3-1 5 16,3 0-2-16,-1 0 1 15,0-1-3-15,-2 0 11 0,0 0-2 0,0 0 4 16,-2 0 5-16,0 0 1 0,-1-1-3 0,0 0 1 15,-1 0-9-15,0 0-2 0,-6-1 1 0,0 0-2 0,1 0 6 16,16 3-3-16,-17-3 0 0,0 0-2 0,0 0-4 16,0 0-3-16,0 0 0 0,0 0-4 0,1 0-35 0,-1 0-38 15,0 0-7-15,0 0-11 0,0 0-29 16,0-1-26-16,-6-17-1 0,6 18-11 0,-1 0-3 0,-15-19-92 16,10 12-83-16</inkml:trace>
  <inkml:trace contextRef="#ctx0" brushRef="#br0" timeOffset="23245.76">8120 3666 422 0,'0'0'61'0,"0"0"86"16,0 0 79-16,0 0-253 15,0 0-116-15,0 0-53 0,-1 0 13 0,0 0-11 16,1 0 137-16,-1 0 38 0,1 0 11 0,-16 3 10 15,16-3 93-15,0 0 139 0,-1 0-16 0,1 0 47 16,-1 0-92-16,1 0-42 0,0 1-7 0,-1-1-11 0,1 0-24 0,-1 1-14 16,-16 12 1-16,17-13-4 0,0 0 3 0,0 0-12 15,-1 0 4-15,1 1-8 0,-17 7-5 0,17-8 2 16,0 0-1-16,0 0 1 0,-17 6-1 0,17-6-12 16,-1 0 1-16,0 0-7 0,-19 4-12 0,20-4-1 15,0 0-8-15,-1 0 4 0,-18 3-18 0,19-3 7 16,0 0 0-16,-1 0 1 0,-19 4-4 15,20-4 0-15,-1 0-2 0,1 0 2 16,-19 5-1-16,19-5-6 0,-1 0 1 0,1 0-4 0,-19 9 1 16,19-9 1-16,-1 0-3 0,-15 8 2 0,16-8-4 15,0 0 8-15,-17 8-2 0,17-8 3 16,0 0-2-16,0 0 0 0,-17 10 1 0,17-10-1 0,0 0 0 0,0 0 2 16,-1 0 3-16,1 0 0 0,0 1-1 0,-1-1-3 15,0 1 0-15,1-1-1 0,-9 18-7 0,9-18 6 16,0 0-3-16,0 0 4 15,0 1-5-15,6 18 3 0,-6-19-3 0,0 0 4 16,0 1 1-16,1-1 0 0,12 20 0 0,-13-20-1 16,0 0 1-16,0 1-1 0,12 15 1 0,-12-16 0 15,0 1 0-15,1-1 0 0,10 19 1 16,-11-19 0-16,0 0 7 0,0 1-7 0,7 18 5 0,-7-19-5 16,0 1 11-16,0-1-1 0,8 17 0 0,-8-17 0 15,0 0 0-15,0 1 7 0,12 17-3 0,-12-18 3 16,0 0-7-16,14 18-4 0,-14-18 3 0,13 12-3 15,-7-6-3-15,1 0-1 0,1 0-2 0,0 0 1 16,-1 1-4-16,1-1-33 0,-1 1-43 0,0-1-2 16,0 0-199-16,0 0-535 0</inkml:trace>
  <inkml:trace contextRef="#ctx0" brushRef="#br0" timeOffset="35198.12">5302 3810 1612 0,'0'0'103'0,"0"0"-33"0,0 0-18 0,0 0-82 16,-1-1-64-16,1 1 34 0,0-1-10 0,0 1 31 16,0-1 14-16,0 1 7 15,0 0-8-15,0-1 8 0,0 1 6 0,0 0 13 16,0 0 9-16,1 0 1 0,15-7 31 0,-16 7 23 15,1 0 2-15,-1 0 5 0,18-3 5 0,-18 3-6 16,0 0 0-16,1 0-3 0,15-5-23 0,-16 5-11 0,0 0-5 16,17-1-1-16,-17 1-19 0,1 0-6 0,18 0-3 0,-19 0 0 15,0 0 2-15,23-1-2 16,-23 1 2-16,17-1-2 0,-17 1-1 0,17 0 4 16,-17 0 1-16,0 0 2 0,21 0 0 0,-21 0 6 15,1 0-1-15,-1 0 3 0,18-2 5 0,-18 2 7 16,0 0-1-16,0 0 2 0,0 0-8 0,0 0 9 15,0 0-4-15,0 0 5 0,0 0 2 0,0 0-5 0,0 0 5 16,0 0-4-16,0-1 6 0,0 1-4 0,0-1-1 16,0 1-1-16,0-1 0 0,-20-8-7 15,20 9 0-15,0 0-3 0,-20 0-6 0,12-2-5 16,0 2-2-16,-1 0-1 0,2 0-3 0,0-1 8 16,1 1 0-16,-1 0 2 0,0-1-8 0,1 0 0 15,6 1 0-15,0 0 1 0,0 0-3 0,-19-2-7 16,19 2-2-16,0 0 0 0,0 0 2 15,-1 0-4-15,1 0-1 0,-1 0-2 0,1 0-1 0,-1 0-5 16,1 0-1-16,0 0 1 0,-1 0 12 0,1 0 3 16,-1 0 4-16,1 0-3 0,0 0 3 0,0 0-1 15,0 1 0-15,0-1-1 0,0 1-4 0,1-1 5 16,19 8-1-16,-20-8 2 0,0 0-1 0,21 1 0 16,-21-1 1-16,0 0-1 0,23 0 2 0,-15 0 0 15,0 0 0-15,0 1 0 0,-1 0 5 0,0-2 1 0,-1 1-4 16,0-1 3-16,-6 1-4 0,1 0 5 0,0 0 3 15,16-5 1-15,-17 5 3 0,0 0 1 16,0 0-3-16,0 0 3 0,1 0-3 0,-1 0 12 16,1 0 0-16,-1-1 5 0,1 1 6 0,-1-1-2 15,0 1 2-15,0-1-3 0,0 1-5 0,-1 0-5 16,1-1-5-16,-19-8 2 0,19 9-7 0,-16 0-7 0,7 0 0 16,-3 0-3-16,2 0 0 0,2 0 4 15,0 0 2-15,0 0 0 0,0 0 0 0,3-1-8 16,5 1 1-16,-1 0-3 0,1 0 4 0,-19-1-10 15,19 1 7-15,0 0-9 0,-1 0 6 0,1 0-2 16,0 0-4-16,-1 0 2 0,-16 4-5 0,17-4-2 16,0 0 1-16,0 0-1 0,0 0-4 0,0 0 7 15,0 0 1-15,0 0 3 0,0 0 11 0,0 0-1 16,0 1-1-16,0-1 0 0,1 1 0 0,-1-1-5 0,21 10 2 16,-20-10-4-16,-1 0 5 0,23-2 0 15,-14 1-1-15,-1-1 0 0,0 1-1 16,2 0 3-16,1 0 0 0,0 0 0 0,0 0 6 15,-2 0-1-15,-1 0-1 0,-1 0-1 0,0 0-1 16,-7 1 12-16,0 0 4 0,0 0 1 0,1 0-1 16,-1 0 4-16,1 0-1 0,-1 0 5 0,1 0 14 0,-1 0-13 15,0 0 5-15,1 0-8 0,-1 0-5 0,0 0-14 16,0 0 4-16,0 0-7 0,0 0 3 0,0 0-5 0,0 0-3 16,0 0-4-16,0 0-30 0,-1 0-108 15,1 0-27-15,0 0-42 0,-1-1-234 16</inkml:trace>
  <inkml:trace contextRef="#ctx0" brushRef="#br0" timeOffset="48093.56">5247 3845 1252 0,'-5'-1'189'0,"5"1"-73"0,0 0 94 16,0 0-212-16,-1 0 2 0,1 0-13 0,0 0 6 16,0 0 8-16,0 0-3 0,0 0 8 0,0 0 17 15,0-1-10-15,1 1 12 0,-1 0-11 0,18-8 0 16,-18 8 2-16,0 0-1 0,16-3 5 0,-16 3 10 16,1 0-2-16,18-1 4 0,-19 1-1 0,0 0 14 15,16-2-2-15,-16 2 5 16,0 0-2-16,1 0-1 0,18-3-2 0,-19 3-2 15,0 0-12-15,1 0-9 0,17-3-1 0,-18 3-3 16,0 0-7-16,17-3-5 0,-17 3 1 0,1 0-3 16,17-3 2-16,-18 3 0 0,1 0-2 0,16-5 2 0,-17 5-1 15,0 0 6-15,1 0 3 0,0 0 1 0,-1 0 6 16,1-1-2-16,-1 1 2 0,0 0 0 0,1-1 9 16,-1 1-6-16,0-1 1 0,1 1-3 0,-1-1-2 0,0 1-8 15,0-1-1-15,0 1-2 0,0 0-7 0,-1-1 6 16,-19-13-2-16,19 14 5 0,1 0 2 0,-22 0-7 15,22 0 4-15,0 0-5 0,-24-2-1 0,24 2 3 16,-1 0-1-16,-16-4 4 0,17 4 9 0,0 0-11 16,0 0 2-16,-1 0-6 0,1 0 3 0,0 0-10 15,-1 0 5-15,1 0-6 0,-1 0 1 0,1 0 1 16,0 0-7-16,0 0 4 0,0 0 0 0,0 0-2 16,1 0 5-16,-1 0-5 15,21 5-2-15,-21-5 7 0,1 0-3 0,21 4 4 16,-22-4-2-16,1 0 5 0,20 6-2 0,-21-6 2 15,17 5-2-15,-9-4-131 0,-1 1-9 0,1 0-62 16,0-1-208-16</inkml:trace>
  <inkml:trace contextRef="#ctx0" brushRef="#br0" timeOffset="50274.24">5345 3811 492 0,'0'0'275'16,"0"0"121"-16,0 0-11 0,0 0-350 0,0 0-59 0,0-1 10 15,0 1 2-15,0-1 5 0,1 1 2 0,-1-1 4 16,0 1 2-16,20-15 3 0,-20 15 15 0,0 0 6 15,0 0 1-15,17 3 3 0,-17-3 20 0,0 0 11 16,0 0 1-16,0 0 1 0,18 2-15 0,-18-2-5 16,1 0-5-16,15 3 1 15,-16-3-11-15,0 0 19 0,19 2-2 0,-18-2 9 0,-1 0-2 16,21-4-4-16,-21 4-1 0,1 0 0 0,20-3-2 16,-21 3-16-16,0 0 1 0,18-2-8 0,-18 2-3 15,0 0-1-15,1 0 1 0,17-4 0 0,-18 4 6 0,0 0 3 16,0 0-1-16,0 0 2 0,1 0 5 0,0 0-7 15,15 1 6-15,-16-1-7 0,0 0-2 0,0 0-9 16,0 0-3-16,0 0-1 0,0 0-9 0,0 0-2 16,0 0-5-16,0 0 0 15,1 0-12-15,-1 0-9 0,0 0-4 0,0 1-3 16,0-1-24-16,0 1-11 0,0-1-19 0,0 1-4 16,-2 16-146-16</inkml:trace>
  <inkml:trace contextRef="#ctx0" brushRef="#br0" timeOffset="55356.38">7525 3408 665 0,'0'0'143'0,"0"0"28"0,0 0 2 0,0 0-115 0,0 0-50 16,0 0 37-16,0 0 1 0,0 0 9 0,0 0 21 15,0 0-24-15,-1 0 9 0,1 0-14 0,0-1 11 0,0 1 5 16,0 0 0-16,0 0 2 0,0 0 4 0,0 0-2 15,0 0-4-15,0 0 0 0,1 0-20 16,-1 0-22-16,1 0 6 0,15 2-12 0,-16-2-2 0,0 0 5 16,0 1-5-16,1-1 5 0,-1 1-7 0,16 13-5 15,-16-14 1-15,0 0-3 16,1 0 0-16,0 0 5 0,17 8 1 0,-18-8 3 16,0 0 6-16,0 0-4 0,1 0-3 0,18-3-1 15,-19 3-7-15,1 0 2 0,-1 0-4 0,16-1 4 16,-16 1-1-16,0 0-6 0,1 0 7 0,-1 0-9 0,0 0-29 15,17 1-140-15,-17-1-37 0,0 0-81 0,0 0-572 16</inkml:trace>
  <inkml:trace contextRef="#ctx0" brushRef="#br0" timeOffset="69313.03">8279 3003 747 0,'0'0'63'0,"0"0"35"16,0 0 24-16,0 0-19 0,0 0 10 0,0 0 7 0,0 0-3 16,-1 0 4-16,0 0 6 0,-16 3-24 0,17-3 4 15,0 0-13-15,0 0-4 0,-1 0-12 0,1 1-3 16,0-1-5-16,-20 15-28 0,20-15-15 0,0 0-2 15,0 1-4-15,0-1-1 0,-18 19-4 0,18-19 9 0,-1 0-7 16,1 0 14-16,-17 14 13 0,17-14-4 0,-1 1 7 16,1-1-2-16,-17 13-6 15,17-13 1-15,0 0-3 0,-1 0-16 0,-18 13 3 16,19-13-8-16,0 0 7 0,-18 12-11 0,18-12-7 16,0 0 1-16,-22 14-3 0,15-9 3 0,-2-1-7 15,0 2 5-15,1 0-5 0,-2 0 0 0,3 1 2 0,-1-3-3 16,1 1 3-16,2-1 1 0,-1-1-2 15,2 2-1-15,-1-2 0 0,5-3 0 0,0 0 0 0,-1 0 3 16,1 0-3-16,-19 11-2 0,19-11-13 0,0 0-5 16,0 0-4-16,-1 0-26 0,0 0-22 0,1 1-1 0,-17 6-7 15,17-7-2-15,0 0 1 0,0 0 3 0,0 0-4 16,0 0-13-16,0 0-24 16,0-1-4-16,0 1-8 0,0-1-26 0,-6-16 18 15,6 17-8-15,0 0 8 0,0-16-41 0,0 16-179 16,0-1 63-16,2-17-74 0,-2 17 294 0</inkml:trace>
  <inkml:trace contextRef="#ctx0" brushRef="#br0" timeOffset="69695.98">8005 3100 47 0,'0'0'43'0,"0"0"22"0,0 0 121 0,0 0 1 0,1-1-5 16,-1 1-3-16,1-1-53 0,0 1-11 0,-1-1-2 15,0 1-2-15,0 0-2 0,1-1-15 0,0 1-1 16,14-13-6-16,-15 13-6 0,0 0-8 0,0 0-2 0,0 0-5 16,0 0-21-16,0 0 10 0,0 0-4 0,0 0 5 15,0 0-8-15,0 0 4 0,0 0-5 0,0 1 4 16,0-1-6-16,0 1-3 0,-7 15 1 0,7-16-3 15,0 0-14-15,-1 0 2 16,1 1-1-16,0-1 2 0,-1 1-8 0,-14 17-6 16,15-18-1-16,0 0-1 0,0 1-7 0,-1-1-5 0,-11 21 1 15,12-21-1-15,0 0 4 0,-8 18 1 0,8-18-4 16,0 0 2-16,-9 20-4 0,9-20 4 0,0 0 1 0,-8 23 1 16,6-15 1-16,1 1 3 0,-1-1 1 15,0 0-1-15,1-1-1 0,0 0-2 0,1 0 5 0,0-1-3 16,0 1-2-16,0-1 3 0,1 0-3 15,-1-6 4-15,0 0 5 0,0 1 4 0,1-1-6 0,11 17 4 16,-12-17-16-16,0 0 5 0,1 0 0 16,19 5 1-16,-20-5-4 0,1 0 4 0,17 0-5 15,-18 0 6-15,0 0 2 0,19-1-2 0,-19 1 3 16,0 0-4-16,18-4-2 0,-18 4 1 0,0 0-3 0,0 0-2 16,22-6-33-16,-22 6-44 0,0 0-3 0,17-6-14 15,-17 6-27-15,0 0-70 16,17-7-19-16,-17 7-33 0,1 0-188 0</inkml:trace>
  <inkml:trace contextRef="#ctx0" brushRef="#br0" timeOffset="74497">6970 3942 82 0,'0'0'33'0,"0"0"25"16,0 0 5-16,0 0-21 0,0 0-16 0,0 0-40 16,0 0 3-16,0 0-16 0,0 0-40 0</inkml:trace>
  <inkml:trace contextRef="#ctx0" brushRef="#br0" timeOffset="76940.05">6884 3957 787 0,'0'0'50'0,"0"0"-19"0,0 0-7 0,0 0 5 15,0 0 38-15,-1 0 23 0,1 0-7 0,0 1 7 16,-1-1-38-16,1 1-4 0,-1-1-1 0,1 1 0 15,0-1 6-15,-1 1 8 0,1-1 1 0,0 0 3 16,-3 16 12-16,3-16-16 0,0 0-1 0,0 0-6 0,1 0-14 16,15 7-7-16,-16-7 4 0,0 0-6 15,1 0-6-15,20 4 1 0,-21-4-5 0,0 0 2 16,22 2-12-16,-22-2 8 0,18 0 3 0,-8-2 3 16,3 1 7-16,1 0-17 0,0 0-1 0,2 1-5 15,-1-2 5-15,2 0-1 0,-2 1 6 0,0-1-4 16,0 1 6-16,-2-1-4 0,-1 0 6 0,0 2-3 15,-1-1 13-15,0 1 0 0,0 0-7 0,1-1 4 16,1 1-8-16,2 0-4 0,-2 1 4 0,1 0-5 16,0-1-2-16,0 1 5 0,-2 0-5 15,1 0 5-15,-1-1-2 0,-1 1-5 0,-1 0 3 16,0 0-4-16,-1 1 4 0,0-1-1 0,-2 0-5 0,0 1 2 16,0-2-9-16,0 2 1 0,-1 0 6 0,1 0-4 15,-1 1 6-15,0-1 2 0,0 0 0 0,-1-1 2 16,2 2 14-16,-2-2-4 0,2 1 1 0,-1-2-2 15,-6 0-4-15,1 0 2 0,0 0-3 0,16 3 3 16,-17-3-8-16,0 0 0 0,1 0-2 0,-1 0 0 16,16 0-3-16,-16 0-3 0,0 0 5 15,0 0-4-15,0 0-5 0,1 0 5 0,-1 0-5 16,0 0 5-16,2 0-2 0,-2 0-8 0,0 0-9 0,1 0-3 16,-1 0-47-16,1-1-32 0,-1 1-9 0,0-1-10 15,1 1-56-15,-1 0-85 0,13-19-24 0</inkml:trace>
  <inkml:trace contextRef="#ctx0" brushRef="#br0" timeOffset="83906.12">10193 1632 750 0,'0'0'64'0,"0"0"35"16,0 0 38-16,0 0-26 0,0 0 31 0,0 1-49 16,0-1 8-16,1 1-32 0,-1-1 14 0,1 1 18 15,18 12-2-15,-19-13 7 0,1 0 0 0,20 2-5 16,-21-2-1-16,18 0-5 0,-7 0-24 0,2-1-28 15,1 1-3-15,2-2-10 0,1-1-14 0,-2 0-10 16,1 1 4-16,-1 0-6 0,-1 2-2 0,-1 0 4 16,0-1-6-16,-2 2 4 0,-1-2-2 0,0 1 2 15,-2-1 2-15,-1-1-1 0,1 1 1 0,-2-2 3 16,0 1-1-16,-6 2-1 0,0 0-33 0,0 0-159 0,0 0-3 0,1 0-72 16,-1 0-174-16</inkml:trace>
  <inkml:trace contextRef="#ctx0" brushRef="#br0" timeOffset="84171.2">10157 1873 1896 0,'0'0'-24'0,"0"0"72"15,0 0 2-15,0 0 29 0,0 0 20 0,0 0-39 16,19 7 9-16,-10-9-13 0,2 0 33 0,2-1-27 15,0-2-5-15,1 1-8 0,2-1-14 0,2-1-21 16,0 2 3-16,1-2-11 0,1 2-2 0,-1-1 4 16,0 1-3-16,-2 0 3 0,0 0-6 0,-3 0-2 15,0 0 3-15,-1 0-2 0,-3 1 3 0,0 0-3 0,-1 0 0 16,0 1 1-16,0 1 10 0,-2-1-18 0,0 1-13 16,-7 1-10-16,1 0-100 0,-1 0-117 15,0 0-5-15,0 0-56 0,17-8-197 0</inkml:trace>
  <inkml:trace contextRef="#ctx0" brushRef="#br0" timeOffset="84412.05">10287 1542 2048 0,'-5'0'11'0,"5"0"45"0,0 0 0 15,-1 0 20-15,1 0 21 0,-18 9-17 0,18-9-5 16,0 0-6-16,-7 18-36 0,6-8-8 0,-1 1-1 15,4 3-3-15,-3 3-9 0,0-1 1 0,1 3-5 0,0 2 5 16,-2 1-8-16,1 5 1 16,-1-1 1-16,-1 2 1 0,1-2-2 0,-1-1-6 15,1-2 0-15,-1-3-2 0,-1-2 3 0,3 0-1 16,0-2 2-16,0-1-5 0,1-3-39 0,0-4-160 16,0-8-4-16,0 0-65 0,0 1-135 0</inkml:trace>
  <inkml:trace contextRef="#ctx0" brushRef="#br0" timeOffset="84620.88">10382 1572 1380 0,'0'0'226'0,"0"0"-139"0,0 0 66 0,0 0-148 16,0 0 73-16,1 0 8 16,-1 1-5-16,12 24 3 0,-10-13-7 0,-1 2 19 15,-1 1 1-15,0 3 2 0,-1 2-32 0,0 2-2 16,-2 2-8-16,0 2 3 0,-1-1-21 0,0 1-19 15,-1 0-2-15,1-4-5 0,0 0-6 0,0-2-6 16,1 0 3-16,1-3-5 0,1 0-1 0,0-5-182 16,2 0 4-16,1-3-89 0,0-1-213 0</inkml:trace>
  <inkml:trace contextRef="#ctx0" brushRef="#br0" timeOffset="84994.85">10731 1575 1851 0,'0'0'39'0,"0"0"44"15,0 0 2-15,-1 0 17 0,-17 3 14 0,18-3-31 0,-1 0-7 0,-11 17-9 16,7-8-35-16,0 2-14 0,-2 2 0 0,2 4-5 16,-2 2-5-16,1 3 6 15,-1 2-3-15,1 1 3 0,-1 3-8 0,2 1 3 16,0 0-6-16,0-3 4 0,0-1-7 0,2-1-3 15,0-2 5-15,0 3-5 0,2-4 1 0,1-3-8 16,0-2-4-16,1-4-2 0,1-2-31 0,0-3-114 16,2-1 11-16,-4-6-51 0,1 0-34 0,14 2-112 15,-7-7-162-15</inkml:trace>
  <inkml:trace contextRef="#ctx0" brushRef="#br0" timeOffset="85304.66">10994 1607 750 0,'0'0'578'0,"0"0"-399"16,0 0-71-16,0 0-38 0,0 0 130 0,0 0-62 16,0 0 9-16,0 0-30 0,-1 0-11 0,1 0-33 15,0 0-4-15,-1 0-10 0,1 1-15 0,-14 17 4 0,14-18-1 16,-7 12 2-16,3-4-7 0,-1 2-14 0,-1-1 5 15,1 0-9-15,0 3 1 0,-3 0-12 0,1 3 3 16,-1-1-6-16,-1 0 0 0,1 1-6 0,1-2 1 16,0 1-1-16,1 0 2 0,-2-1-6 15,3-1 2-15,-2 1-2 0,2-3-1 0,0-2 4 16,0 0-5-16,1-3 1 0,1 1-47 0,3-6-63 16,0 0-3-16,0 0-20 0,0 0-26 0,-1 0-61 15,1 0-6-15,-1 0-26 0,1 0-86 0</inkml:trace>
  <inkml:trace contextRef="#ctx0" brushRef="#br0" timeOffset="85529.31">10985 1590 1350 0,'0'0'181'0,"0"0"-60"0,0 0-7 16,0 0-2-16,0 0 42 0,0 0-57 0,1 0 4 15,-1 0-23-15,1 1-14 0,0-1-36 0,9 20-1 16,-8-12-13-16,-2 1-9 0,1 1 4 0,-1 1 4 0,2 2-1 15,-2 2 3-15,1 2 3 16,1-1-1-16,0 1 2 0,0 0-5 0,0-1-5 16,1 0-7-16,0-3 2 0,0 1-3 0,-1-3-3 15,0-1 4-15,1-1-3 0,-2 0 11 0,0 0-1 16,1-1-28-16,-2-8-1 0,0 1-177 0,0-1-102 0,0 0-29 16</inkml:trace>
  <inkml:trace contextRef="#ctx0" brushRef="#br0" timeOffset="85740.54">10894 1764 1813 0,'0'0'64'0,"0"0"23"0,0 0-16 0,0 0 69 16,0 0-15-16,0 0 22 0,0 0-90 0,0 0-22 15,0 0-9-15,0 0-2 0,0 0-15 0,0 0-3 0,19-3 2 16,-19 3-3-16,0 0-1 0,21-2 0 0,-20 2-1 15,-1 0 1-15,21 0 5 0,-20 0-12 0,15 2 3 16,-16-2-6-16,16 1 6 0,-7-1-30 0,1 0-43 16,-2 0-2-16,0-1-182 0,1 0-128 0,-1-2-57 0</inkml:trace>
  <inkml:trace contextRef="#ctx0" brushRef="#br0" timeOffset="85962.57">11187 1604 1570 0,'0'0'74'0,"0"0"22"16,0 1-6-16,0-1 19 0,1 16 24 0,-1-16-27 15,0 1-3-15,11 17-8 0,-5-10-28 0,0 0-10 0,0 2-10 16,0 1 4-16,0 0-17 0,0 2-8 0,0 1 3 16,-1 1-4-16,0 1 1 0,-1 1-5 0,-2 0 0 15,0 0-4-15,-1 0-6 0,-1 0 5 0,-2-3-4 16,0-1 4-16,-1-1 0 0,-1-2-41 15,0 3-23-15,-1-1-20 0,-1 0-179 0,0-1-226 16</inkml:trace>
  <inkml:trace contextRef="#ctx0" brushRef="#br0" timeOffset="86377.82">10006 2181 2428 0,'0'0'55'0,"0"0"-34"0,0 0-34 0,0 0 29 15,0 0-1-15,1-1 9 0,-1 1-12 0,24-7 12 16,-14 6-1-16,6 1 3 0,1 0-15 0,5-1 8 16,3 1-4-16,3 0 8 0,1 0 10 0,1-1-2 15,3-1 3-15,7 0-4 0,2 0 3 0,4-1-12 16,0 1-1-16,1-2-5 0,1 1-1 0,1-2-9 16,0 1 4-16,-1-1-7 0,-1 1-1 0,0-1 1 15,-1 1 0-15,-3 2 1 0,-2-1-3 0,-2 2 5 16,0 0-6-16,-1-1 3 0,-4 1-5 0,-4 1 8 15,-7 1-2-15,-2 1 4 0,-3 0-10 0,0 0 9 16,-3 1 1-16,-2 0 4 0,-1 1 5 0,-5-1-73 16,-7-3-11-16,0 0-31 0,0 0-114 0,0 0-56 15,0 1-72-15</inkml:trace>
  <inkml:trace contextRef="#ctx0" brushRef="#br0" timeOffset="86640.63">10529 2303 1687 0,'0'0'280'0,"0"0"-283"0,0 0 47 15,0 0-66-15,0 1 125 0,1-1-41 0,15 13 10 16,-8-12-25-16,3 3-15 0,1-2-13 0,0-1 0 15,3-1-7-15,-1 0-12 0,0 0 5 0,0 1-2 0,-1-1 3 16,-1 0-8-16,2 0 6 16,-2-1-2-16,0 0 5 0,1-1-7 15,-3 0 10-15,0 1-4 0,-1 1 5 0,-1 0-15 0,-2 0-146 16,-6 0-12-16,1 0-59 0,-1 0-132 0</inkml:trace>
  <inkml:trace contextRef="#ctx0" brushRef="#br0" timeOffset="86877.92">10462 2438 1532 0,'0'0'85'0,"0"0"230"0,0 1-344 0,0-1 123 0,0 1-31 16,0 16 58-16,0-17-74 0,15 2 8 0,-2-2-12 16,2-1 9-16,2 0-31 0,0-1-9 0,1 0-4 15,0 0-2-15,0-1-3 0,-2 1 1 0,0-1 3 16,-2 1-4-16,0 0-2 0,-1 0 3 15,0-1-1-15,0 1 2 0,-1-1 1 0,0 0-2 16,-2 0-7-16,-2 0-6 0,1-1-99 0,-4 0-87 16,-5 4 2-16,0 0-38 0,1 0-109 0</inkml:trace>
  <inkml:trace contextRef="#ctx0" brushRef="#br0" timeOffset="87078.03">10622 2265 1399 0,'0'0'385'0,"0"0"-286"16,0 0-42-16,0 0-42 0,-1 0 62 0,-15 8-17 16,16-8 14-16,-5 14-18 0,3-6-9 0,1 2-22 15,-1 1-1-15,1 1-4 0,1 2 12 0,-1 2-11 16,0 1 1-16,0 0-5 0,-1 0 0 0,2-1-12 16,-2 0 1-16,0-3-6 0,1 0 5 0,1-2-3 0,-1-2 2 15,1-1-6-15,0-8-49 0,0 0-113 16,0 0-10-16,0 1-39 0,0-1-63 0,0 1-324 0</inkml:trace>
  <inkml:trace contextRef="#ctx0" brushRef="#br0" timeOffset="87259.32">10721 2269 955 0,'0'0'164'16,"0"0"533"-16,0 0-612 0,0 0 46 0,0 0-21 0,0 0 25 15,0 0-75-15,0 0-31 16,-2 17-6-16,1-9-5 0,0 2 7 0,0 3 2 15,-1 2 5-15,-1 1-3 0,-2 3 8 0,0 0-8 16,0 0-5-16,0 1-1 0,1 0-14 0,1-3-6 16,-2-2 3-16,3-2-5 0,0-2 0 0,1 0-177 15,1 0-16-15,0-1-83 0,2-2-287 0</inkml:trace>
  <inkml:trace contextRef="#ctx0" brushRef="#br0" timeOffset="87570.73">11033 2234 1194 0,'0'0'190'0,"0"0"8"15,0 0 72-15,-1 0-205 0,0-1 21 0,1 1 37 16,-19-8-8-16,19 8 9 0,0 0-76 0,-1 0-17 16,-20 13-6-16,14-5-3 0,-1 3-8 0,1 3-9 15,-2 0 0-15,1 1-4 0,1 0-4 0,-1 2 4 16,0 1 0-16,1 2 2 0,0-1-6 0,2-2 1 16,1 0-4-16,2-2 4 0,0 0-5 0,3-2-13 0,0-3 4 15,1 0-8-15,3-3-9 0,-1-1-122 16,2 0-6-16,0 0-47 0,1-1-62 0,3 0-336 15</inkml:trace>
  <inkml:trace contextRef="#ctx0" brushRef="#br0" timeOffset="88109.43">11059 2470 1498 0,'0'0'70'16,"0"0"51"-16,0 0 16 0,0 0 3 0,0 0-7 16,0 0-7-16,0 0-82 0,0 0-7 0,0-1 0 15,-1-17-3-15,1 18-14 0,0 0-1 16,0-1 2-16,3-20-1 0,-3 21 13 0,0 0-6 16,3-21 0-16,-3 21 0 0,0 0 11 0,5-19 6 15,-5 19 3-15,0-1-2 0,2-20-11 0,-2 21-8 16,0 0 2-16,0-1-4 0,2-18 0 0,-2 19-6 15,0-1-3-15,0 1 0 0,4-17-6 0,-4 17-9 16,0 0 4-16,0 0-4 0,1-1-3 0,14-10-4 16,-15 11-1-16,1 0-1 0,0 0 8 0,19-8 3 15,-20 8 0-15,18-3 2 0,-9 2 0 0,2 1-7 16,1 1 3-16,0 0-6 0,0 0 5 0,-2 1-8 0,0 0 3 16,-2 0-4-16,-1 1 8 0,-1-1-8 0,0 3 5 15,-1 0-6-15,-2 2 4 0,-1 1 4 0,-1-2-4 16,-1 1 4-16,0 0 7 15,-2 1 4-15,-1 1 3 0,-2 0-3 0,0 1-4 0,0-2 1 16,0 2 1-16,0-1 0 0,0-2-3 0,2 0-5 16,1 0 0-16,0-2-1 0,2-5 11 0,0 1-6 15,0-1 2-15,0 0-4 0,0 1 1 0,0-1-2 16,0 1 3-16,0-1 0 0,20 13 17 0,-20-13-13 0,16-3 4 16,-8 0-7-16,2 0 1 0,1 0-1 0,-1 0-2 15,1-1 0-15,0 0-1 0,-1 0-1 0,1 1 1 16,0 0 0-16,0-1-3 0,1 1 0 15,0-1-28-15,3 1 9 0,-2 0-92 0,-1 0-42 16,0-1 12-16,-1 0-28 0,-1 1-45 0,-1-1-111 16,1 1-14-16</inkml:trace>
  <inkml:trace contextRef="#ctx0" brushRef="#br0" timeOffset="88343.86">11522 2276 1495 0,'0'0'73'0,"0"0"39"0,0 0 46 0,0 0 1 0,0 0 6 16,0 0-14-16,0 1-47 0,0-1-5 0,0 1-5 16,1 17 1-16,-1-18-17 0,0 0-17 0,4 18-2 15,-4-18-6-15,4 16-17 0,-2-5-9 0,0 1 0 16,0 1-3-16,0 1 2 0,-1 0-7 16,0 0 2-16,-2 1-4 0,1 0 1 0,-1 0-7 0,-1 0-2 15,1-2-2-15,-1 1-5 0,-1-3 6 0,1 1-4 16,-2-1-3-16,-2-3-82 0,0 2-123 15,-2-2-14-15,0 1-46 0,-2 2-142 0</inkml:trace>
  <inkml:trace contextRef="#ctx0" brushRef="#br0" timeOffset="88822.41">10305 2761 1601 0,'0'0'50'0,"0"0"-55"16,20 5 16-16,-8-4-7 0,-1-2 148 0,2 0-52 15,2 2 12-15,1-2-24 0,2 1 17 0,1-2-11 16,2-1 4-16,4 1-7 0,4 1-4 0,4-2-11 15,0 1-6-15,2-1-3 0,-1-1-29 0,2 3-15 16,1-2 1-16,3 2-6 0,1 1-8 0,-3-3-1 16,-2 2-3-16,0-1 2 0,-1 1-4 0,3 0-1 15,0-3-2-15,-2 3 0 0,-3 1 2 0,0 0-3 0,0 1 4 16,-2 0-2-16,1-1 5 0,-3 0-4 0,-3 0-1 16,-3 0-1-16,-3 2 4 0,-3-1-2 0,-1 1-1 15,-2 0-1-15,-1-2 2 0,-1 2-20 0,0 0-32 16,-3-1-14-16,-2 1-245 0,-7-2-329 0</inkml:trace>
  <inkml:trace contextRef="#ctx0" brushRef="#br0" timeOffset="89664.64">6980 3993 921 0,'-9'1'237'0,"1"1"-94"0,8-2 132 15,0 0-118-15,-1 0-7 0,-16 10 19 0,17-10-34 0,0 0-4 16,-1 0-10-16,0 0-53 0,-18-1-30 0,19 1-4 15,0 0-8-15,0 0-10 0,0 0 13 16,0 0 0-16,20-9 4 0,-19 9 1 16,15-6-13-16,-7 2-1 0,4 2-4 0,2-1 5 15,0 1 9-15,0 1 3 0,0 0 0 0,1 0 0 0,0 0-8 16,0 1 4-16,1 0-6 0,0 2 2 0,1-2-6 16,-1-1 0-16,1 1-2 0,2-2-6 0,2 1 6 15,1 0-3-15,1 0 5 0,-1 1 5 0,-3-1 0 16,0 0 0-16,-2 1-2 0,-2 0-5 0,-1 0 2 15,0 1-2-15,-2 0 2 0,1-1 6 0,-2 2-10 16,-1 0 3-16,-1 0-6 0,-3 0 1 0,0 0 2 16,-1 1-1-16,-6-3 0 0,0 0-8 0,1 0 4 15,-1 0 1-15,1 0 0 0,-1 0-11 0,0 1-123 0,1-1-27 16,-1 0-55-16,0 0-290 16</inkml:trace>
  <inkml:trace contextRef="#ctx0" brushRef="#br0" timeOffset="102228.99">6996 3981 1403 0,'-1'0'41'15,"1"0"-20"-15,-18 3 25 0,18-3-15 0,-1 0 11 16,-15 4 15-16,16-4 52 0,-1 0-8 0,1 0 19 16,-18 4-20-16,17-4-2 15,0 0-4-15,1 0 2 0,-18-2-7 0,18 2-19 0,0 0-4 16,0 0-6-16,0 0-20 0,0 0-12 0,0 0 6 0,0 0-8 15,0 0 2-15,0 0 0 0,0 0-9 0,0 0 5 16,1 0-18-16,17 7 3 0,-18-7 2 0,1 0-1 16,15 4 3-16,-16-4 3 15,16 2 5-15,-6-2 0 0,1 1 13 0,2-1-3 16,1 0-2-16,3-1 1 0,-1-1 1 0,0 0-5 0,2 0-3 16,-2-1-1-16,0 1-16 0,-1 1 6 0,1 0-3 0,-1 0 2 15,1-1-11-15,1 1 6 0,1 0-6 0,0 1 6 16,-1 0-5-16,1 0 0 15,-1 0 3-15,-1 1-1 0,-1 0 11 0,-2-1-11 16,-1 1 9-16,0-1-8 0,0 2 13 0,-1-2-10 0,1 1 1 16,0 0-4-16,0-1 3 0,1 0 3 0,1 0-3 15,0 0 2-15,0 0-9 0,-1 0 8 0,0 1-4 16,-1-1 5-16,-1 1-4 0,-2 0-1 0,-1 0-2 16,0 0 2-16,-2 0 3 0,-6-1-3 0,1 0 2 15,-1 0-4-15,16 5 8 0,-16-5-7 0,0 0 6 0,0 0-6 16,1 0 6-16,-1 0-5 0,1 0 3 15,0 0-4-15,-1 0 3 0,0 0-1 0,0 0 2 0,1 0 0 16,-1 0 0-16,17 7-3 0,-17-7-2 0,0 0 0 16,0 0 0-16,0 0-1 0,0 0-1 0,0 0 0 15,0 0 4-15,0 0-4 0,0 0-1 0,0 0-2 16,0 0-2-16,0 0 3 16,0 0 0-16,0 0 0 0,0 1 5 0,0-1-3 15,0 1 4-15,0-1-4 0,0 1-6 0,0-1-30 16,0 1-1-16,0-1-11 0,0 0-8 0,0 1-17 15,0-1 1-15,0 0-13 0,0 0-47 0,0 0-74 16,1 0-22-16,-1 0-36 0,0 0-259 0</inkml:trace>
  <inkml:trace contextRef="#ctx0" brushRef="#br0" timeOffset="115361.97">6961 3992 2995 0,'8'0'209'15,"7"-1"-136"1,-1 0 6-16,4-2-9 15,2 0-22-15,0-1-14 16,2 1-5-16,0 0-11 0,1 2-4 16,-2 0 1-16,1 1 0 15,-1 0 4-15,-1 1 5 16,0 0-3-16,-2 0 1 0,0 0-7 16,-1 0-2-16,0 1-3 15,-2-1 1-15,0 0-4 16,0 0-1-16,0 0 0 15,0 0 2 1,-2-1 2-16,-1 0 3 16,1 0 3-16,-1 0-3 15,1 0-3-15,-1 0 1 0,-12 0-5 16,17 0 2-16,-17 0 0 16,0 0-3-16,1 0-2 15,16 2 1-15,-17-2-2 16,0 0 0-16,0 0-1 15,0 0-6-15,0 0-60 16,0 0-80-16</inkml:trace>
  <inkml:trace contextRef="#ctx0" brushRef="#br0" timeOffset="123820.31">5012 3916 1460 0,'-7'1'78'0,"1"0"-5"0,1 0 10 0,5-1-20 16,-1 0-10-16,1 0 28 0,-17 4-2 15,17-4 7-15,0 0-4 0,-1 0-30 0,-16 0 0 16,17 0-11-16,0 0-5 0,0 0-15 0,0 0 10 15,0 0-12-15,0 0 7 0,0 0 10 0,0 0-10 16,0-1 11-16,0 1-12 0,0-1 6 0,16-7 2 0,-16 8 0 16,1 0 8-16,20-2-10 0,-12 2 3 0,1-1-6 15,2 0 4-15,-3-1-7 0,3 1 2 0,-1-2-5 16,2 1 1-16,-1 0-1 0,1 1 0 0,-1-2 1 16,1 2 9-16,-2-2-6 0,0 1 4 0,0 1-5 15,0-2-5-15,0 1 0 0,1 0-8 16,-1 0 4-16,3 1-6 0,-2 0-3 0,3 0 6 15,0 0-6-15,-2-1 2 0,1 1-2 0,-1 0-2 0,1 1 0 16,-1 2 0-16,-1 0-4 0,-1 0 1 16,-1-1-1-16,0 1 1 0,-2 0 6 0,1 1-4 15,-1-2 4-15,0 2-5 0,2-1 5 0,-1 1-1 16,2-1 2-16,0 0 4 0,2 0 6 0,-1 0 0 16,1-1 0-16,0 0-15 0,0 0 7 0,-2-1-4 15,1 2 6-15,-1-1-6 0,-1 0-1 0,0 1 0 0,-2-2 1 0,1 1-6 16,-2 0 3-1,1 1-3-15,-2-1 4 0,0 0 1 0,-6-1-1 0,1 0 0 16,16 2 0-16,-17-2 6 0,1 0 13 0,18 1-2 0,-19-1 4 16,1 0-14-16,21-1 2 0,-22 1-1 15,0 0 2-15,20-4-1 0,-20 4-6 0,0 0-1 0,17-2 0 0,-17 2 2 16,0 0-1-16,1 0-4 0,0 0 2 16,17-2-6-16,-18 2 5 0,0 0 0 15,0 0 2-15,1 0-5 0,16-4 4 0,-17 4-4 0,0 0 2 16,1 0-4-16,15-3 3 0,-16 3-2 0,0 0 4 15,1 0-2-15,17-3-5 0,-18 3 2 0,1 0-2 16,-1 0 1-16,19-2 6 0,-19 2-5 0,1 0 5 16,16 2-6-16,-17-2 2 0,0 0 1 0,0 0-1 15,20 3-1-15,-20-3 5 0,0 0 3 16,17 4 1-16,-17-4 10 0,0 0-10 16,20 3 1-16,-10-1-3 0,0-1 2 0,0 1 0 0,0-1 1 15,-2 1-2-15,2-1-4 0,-1 0 3 0,0 1-1 0,-1-2 3 16,0 1-4-16,0 0 5 0,-1 0-2 0,-1 0 2 15,0-1 2-15,-6 0-6 0,1 0 1 0,-1 0-3 16,17 2 2-16,-17-2 6 0,0 0-6 0,1 0 6 16,-1 0 0-16,0 0-10 0,17 1 13 0,-17-1-11 15,0 0 13-15,0 0-9 16,0 0-1-16,0 0-2 0,1 0 6 0,0 0-8 0,-1 0 3 16,0 0-5-16,1 0 7 0,-1 0-2 0,1 0-2 15,-1 0 0-15,0 0-6 0,1 0 2 0,-1 0 3 16,1 0 0-16,0 0 3 0,-1 0-4 0,0 0-4 15,1 0 1-15,-1 0 0 0,0 0-1 0,1 0 5 0,0 0-3 16,-1 0 2-16,0 0 1 0,1 0-3 0,-1 0 2 16,0 0-6-16,1 0 4 0,-1 0-3 0,0 0 3 15,0 0 0-15,0 0-1 0,0 0 2 0,0 0-1 16,0 0-4-16,0 0-12 0,0 0 2 0,1 0-5 16,-1 0-2-16,1 0-7 0,0 0-6 0,-1 0-2 15,0 1-32-15,0-1-55 0,0 0-6 0,0 1-25 16,0-1-94-16,0 1-197 0,0-1-124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27T19:44:58.066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250 7041 1019 0,'0'0'88'0,"0"0"13"0,0 0 15 15,-1 0-17-15,0 0-27 0,1 0-10 0,-1 0 0 16,1 0-3-16,0 0 12 0,0 0-11 0,0 0 5 0,-1 0-9 16,1 0-17-16,-1 0-9 0,1 0-1 0,0 1-3 15,-1-1-7-15,-8 17 2 0,9-17 1 0,0 0 0 16,0 0-1-16,0 0-1 0,1 0 0 0,0 1 0 16,-1-1-4-16,18 14 1 0,-18-14 0 0,0 0 2 15,17 3 0-15,-17-3-11 0,0 0 2 16,22 1-3-16,-22-1 0 0,1 0 0 0,21 3-1 15,-22-3 1-15,1 0 6 0,19 4-2 0,-20-4 9 16,1 0-3-16,17 6 26 0,-18-6-10 0,1 0-2 0,19 5-4 16,-11-2-9-16,1-3-3 0,1 1 3 0,1-1-4 15,0 0-8-15,1 0 2 0,1-1-3 0,1 0 3 16,0 0-1-16,0-1 1 0,0 0-1 0,-2 0 1 16,0-1-1-16,-2 2-4 0,0-1-1 0,0 2 0 15,-1-2 10-15,1 1 21 0,1 1-5 0,-2-1 9 16,2 0-22-16,-2 1 22 15,-1 0-5-15,0 0 10 0,-1 0-12 0,0 0-7 16,-1 0-1-16,1 0-3 0,-1 0-2 0,-1-1 0 16,0-1-5-16,-6 2 3 0,0 0-7 0,0 0-2 0,18-1 4 15,-18 1-3-15,0 0-6 0,0 0 3 0,1 0-3 0,0 0 4 16,-1 0 1-16,17 0-1 0,-17 0 0 0,0 0-1 16,0 0-9-16,0 0-69 0,0 0-23 0,0 0-26 15,0 0-171-15,0 1-285 16</inkml:trace>
  <inkml:trace contextRef="#ctx0" brushRef="#br0" timeOffset="3360.13">314 7730 2397 0,'-7'-5'111'0,"-1"0"-40"16,2 0-4-16,6 5-29 0,-1 0-49 0,1 0 2 16,0-1-4-16,-15-16 7 0,15 17-1 0,0 0-1 15,0 0-2-15,0-1 0 0,0 1-8 0,0-1 2 16,0 1-2-16,0-1 1 0,0 1 16 0,1-1 22 0,17-8 2 16,-18 9 6-16,1 0 12 0,19-3 0 0,-10 2-1 15,1-1-1-15,1 0-4 0,1-2-4 16,3 0 4-16,0-1-4 0,3 0-6 0,2 1-1 15,-2 0-5-15,1 1 2 0,-2-1-8 0,1 1-3 16,-3 1 1-16,0-1-3 0,-2 3-2 0,0-1-1 0,-1 1-1 16,2 1 2-16,2 1 4 0,-1 0-2 15,0 0-1-15,-1 0-1 0,-1 0-4 0,-1 0 2 16,0 1 2-16,-2-1-1 0,1 0 2 0,0 0-4 16,-2 0-1-16,0-1 0 0,0 1 0 0,0 0-68 15,0-1-21-15,0 2-32 0,1-1-203 0,5 2-302 16</inkml:trace>
  <inkml:trace contextRef="#ctx0" brushRef="#br0" timeOffset="32943.4">1057 7148 2211 0,'-7'-3'92'0,"7"3"-34"0,-1 0-4 0,1 0-53 0,-1-1-25 16,1 1-29-16,-1 0 1 0,1 0-4 15,0 0 14-15,0-1 28 0,0 1-3 0,0-1 11 0,0 1 0 16,0-1 7-16,0 1-1 0,0 0 4 0,0 0 5 16,1 0 17-16,-1 0 0 0,17-1 6 0,-17 1 5 15,0 0-10-15,1 0 0 0,0 0-3 0,16 2 0 16,-17-2 4-16,0 0-5 0,0 0 3 0,1 0-10 16,16-1-4-16,-17 1 4 0,0 0-5 0,17-1-8 0,-17 1 7 15,1 0-6-15,20-3 7 0,-20 3-11 0,14-4 0 16,-6 3 2-16,0-1-1 0,0 1 1 0,0-1 5 15,-1 1-7-15,0-1 5 0,2 1-10 0,0 0 7 16,-1 1-2-16,2-1 4 0,-1 1-4 16,1 0 0-16,0 1 3 0,2-1-3 15,-2 1 2-15,2 0 2 0,0-1-4 0,-1 0 2 16,1 0-3-16,0-1 4 0,-1 0 3 0,3-1 1 16,-2 0-1-16,0 1 0 0,1-1-3 0,-2 0 1 15,1 0-5-15,1-1 8 0,0 0-5 0,0-1 7 16,1 3-1-16,0-1-2 0,-2 1 3 0,2 1-4 0,-2-2 0 0,0-1-5 15,0 3 4-15,-1-1-4 16,1 1 0-16,-1 1 4 0,-1 0-3 0,0 1 6 16,0-1-8-16,0-1 1 0,0 2 0 0,2-1 1 0,-1-1 3 15,2 0-1-15,0 1-2 0,-2-2 1 0,1 1 2 0,-1 0-1 16,1-1 2-16,-1 1-2 0,0 0 1 0,1 0-1 16,-1 0 0-16,-1-1-1 0,1 1-2 0,-2-1 11 15,1 1-1-15,1 1 5 16,-1-1-3-16,1 1-5 0,-2-2-2 0,1 0 1 15,1 2-3-15,0 0-3 0,-1 1 5 0,0 0-3 16,-1-1 2-16,0 2-4 0,-1-2-3 0,0 2 1 16,1-2 4-16,0 1 0 0,0 0 4 0,-1-2-3 15,1 1 1-15,-1-1 0 0,1 1 0 0,0 0 1 16,1-1-4-16,0-2 4 0,0 1-2 0,2 0 3 16,-1-1-4-16,2 1 0 0,-1 0 2 0,-1-1-2 15,-1 2-4-15,1 1 1 0,-2-1 1 0,2 1 2 0,-1 0 1 16,-2-2 2-16,1 1-5 0,0 2 3 0,-1-2-7 15,0 2 7-15,1-1-3 0,0-1 4 16,2-1-1-16,-1 0-3 0,3-1 3 16,1 0-2-16,-1 1 6 0,2-2 0 0,-2 2-5 0,0-1 3 15,0-2-6-15,-1 3 1 0,0-1 3 0,0 1-2 16,-1 0 8-16,-1 0-9 0,0 0 3 0,-1 1-3 16,0 0 3-16,0 0 0 0,-1 0-1 0,2 0-1 15,0 0 2-15,1 0-3 0,1 0 3 0,0 0-3 16,1 1 0-16,-2-2 2 0,0 1-3 0,2 0 4 15,-1-1-1-15,-1 1 3 0,-1 0-2 0,1 0 1 16,-2 0-7-16,0 0 4 0,0 0 2 0,0 0 1 16,-1-1 0-16,2 1-1 0,-1-2-2 0,1 1 0 15,0 1-2-15,0-2 1 0,0 3 8 16,1-1-2-16,-1 0 20 0,1 0-17 0,-1-1 1 16,0-1-7-16,0 2 5 0,0-1-8 0,0 1 3 0,-1-1-4 15,1 0 2-15,-2 1 6 0,0-1-6 0,0 1 5 16,1 0-5-16,-2-1-1 0,2 1 4 0,0 0-3 15,-1-2 1-15,0 1 4 0,1 0-2 0,-2 0 2 16,2 1-4-16,0 1-2 0,0 0-1 0,-2-1-1 16,1-1-2-16,-1 1 7 0,-1-1 0 0,2 1 2 15,-2 1-5-15,2 0 1 0,-1 0 0 0,-1 0 0 16,0 0-4-16,-1-1 3 0,1-1 1 0,0 1 1 16,-1 1-3-16,1-1 0 0,-1 0 1 0,0 0 1 0,0 0 3 15,0 0-4-15,0 1 0 16,0 0-2-16,0-1 1 0,2 1 4 0,-1 0-3 15,1-1 4-15,-8 0 3 0,0 0-7 0,17 1 4 0,-17-1-4 16,1 0 5-16,19 5-4 0,-20-5-3 0,1 0 1 16,18 1-3-16,-19-1 3 0,0 0 3 0,19 1-1 15,-19-1 1-15,1 0-2 0,18 0 2 0,-19 0-2 16,1 0-2-16,18 1 7 0,-19-1-5 0,0 0 8 16,18 0-4-16,-18 0 19 0,1 0-2 0,15 2 8 15,-16-2-12-15,0 0-3 0,17 1-2 16,-17-1-1-16,0 0-4 0,1 0-5 0,20-2 3 15,-21 2-4-15,0 0-1 0,21 2 0 0,-20-2 3 16,0 0 0-16,22 0 3 0,-23 0-1 0,0 0-3 16,20 1 2-16,-20-1 0 0,0 0-4 0,17 2 1 15,-17-2-1-15,0 0 8 0,1 0-4 0,19-4 3 16,-20 4-4-16,0 0 3 0,17-1-3 0,-17 1-1 16,0 0 0-16,17-4-1 0,-17 4 3 0,1 0 0 15,15-2 2-15,-16 2-4 0,1 0-1 0,16-4 0 0,-17 4 0 16,0 0-1-16,0 0-1 0,18-1 0 0,-18 1 0 15,1 0 7-15,0 0-2 0,15 0 4 0,-16 0-2 16,1 0-1-16,-1 0 4 0,18-2-4 0,-18 2 4 16,1 0-5-16,17-2-1 15,-18 2-2-15,1 0 3 0,19-4-2 0,-20 4 3 16,1 0 0-16,21-3 1 0,-22 3-3 0,1 0-6 0,20-3 5 16,-21 3-4-16,0 0 2 0,19-5 3 0,-19 5-4 15,0 0 4-15,19-4-3 0,-19 4 3 0,1 0-3 0,14 0 2 16,-15 0-2-16,1 0 2 0,16-3 1 15,-17 3-1-15,0 0-6 0,0 0 5 0,19-2-1 16,-19 2 3-16,1 0 0 0,18-3-3 0,-19 3 1 16,1 0-2-16,18-4 0 0,-19 4 3 0,1 0-2 15,22-2 2-15,-23 2-2 0,1 0 0 0,21 0 0 16,-21 0 0-16,-1 0 0 0,21 2-2 0,-20-2-1 16,-1 0 0-16,21 4 3 0,-20-4 0 0,-1 0 1 15,21 1-1-15,-21-1 0 0,0 0 2 0,22 2-1 0,-22-2 0 16,16 1 2-16,-7-1-2 0,-1 0 2 0,0 0-3 15,1 0 5-15,-2 0-7 0,3 0 0 0,-2 1-2 16,0-1 8-16,1 1-2 0,0-2 0 16,2 2-3-16,0 0-3 0,0-1 3 15,-1 1 4-15,1 0-3 0,-1 0 0 0,-1 2 0 16,2-2-3-16,-1-1 3 0,0 1 5 0,2 0-3 0,-2-1-1 16,2 1-1-16,-1-1 1 0,0-1 3 0,0 1 4 15,-1-1-3-15,2 1 1 0,0 0 2 0,0 0-4 0,1 0 3 16,0 0-5-16,0-1-2 0,-1 1 5 0,0 2-3 15,-2-2 10-15,0 0-12 0,-2 0 3 0,0 1-4 16,-1 0 8-16,1 1-11 0,-3 0 7 0,-5-2-8 16,1 0 4-16,-1 0-2 0,0 0-33 15,1 0 4-15,16 5-177 0,-17-5-314 0</inkml:trace>
  <inkml:trace contextRef="#ctx0" brushRef="#br0" timeOffset="68629.62">5080 3798 904 0,'0'0'166'0,"0"0"-85"0,0 0 86 16,0 0-244-16,0 0 22 0,0 0 7 0,0 0 43 15,1 0-4-15,-1 0 8 16,18 3-3-16,-18-3 3 0,0 0 3 0,0 0-1 16,16 2 5-16,-16-2 0 0,1 0 5 0,16 4 0 0,-17-4 31 15,1 0 9-15,17 5 3 0,-18-5 1 16,0 0 8-16,22 1-7 0,-14-1-4 0,1-2-2 16,0 3-27-16,2-2 1 0,1 0-3 0,4 0 2 0,-1 0 0 15,0-1-7-15,1 0 1 0,0 0-4 16,0-1 1-16,0 3-8 0,-1-1 7 0,1 1-7 15,-2-1 7-15,1-1-6 0,1 1 2 0,1 2-3 16,0-1 4-16,0 1-12 0,2 0 2 0,-2 0-4 0,0-1 8 16,1 1-4-16,-1-1 0 0,1 1-1 0,0 0 1 15,0-1 0-15,-2 0 1 0,1 0 0 0,1-1 10 0,0 1 9 16,1 0 1-16,-1-1 3 0,-1 0 4 0,0-1-2 16,-1 2 3-16,1 2-2 0,-1-2 11 0,0 2-11 15,-1-2-4-15,-3 1-2 0,3 0-9 0,-2 0 7 16,2 0-5-16,2 0 3 0,-1 0-18 0,1 1 11 15,0 0-7-15,-2 1 11 0,-2-1-3 16,1 0 17-16,-1 0-3 0,0 1 6 0,-1-1 2 16,-1-1-7-16,0 2 2 0,-1-3-6 0,0 4-8 15,-2-2-4-15,2 1 1 0,0-1-3 0,-1 0-4 16,1 1 2-16,-1-1-5 0,0 1 3 0,0 0-9 16,-1-1 5-16,2 1 0 0,-2-1 2 0,0 0-3 15,-1 1-39-15,2-1-29 0,-1 3-11 16,0-2-170-16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27T19:40:20.622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2062 3978 391 0,'0'0'235'16,"0"0"-95"-16,-1 0 119 0,1 0-249 0,0 0-7 15,-1 0-8-15,1 0 8 0,-1 0 0 0,1 0 10 16,0 0 37-16,-1 0 3 0,0-1-4 0,1 1-2 15,-1 0-38-15,1-1-10 16,0 1 4-16,0-1-6 0,0 1 9 0,0-1 10 16,0 1-1-16,0-1 5 0,0 1 2 0,1 0 15 15,-1-1-5-15,17-9 9 0,-17 10-2 0,0 0 3 16,0 0 2-16,18-7 0 0,-18 7 18 0,0 0 0 16,20-8-7-16,-11 5 1 0,1-1-26 0,2 1-17 0,1-1 4 15,3 1-11-15,-1 0 1 0,1-1-2 0,-1 1-4 16,0 1 1-16,-1 0-5 0,-1 1 2 0,0 1 3 15,0-1-2-15,-2 1-4 0,1 1 4 0,0 0 0 16,-1 0 3-16,1 1-3 0,0-2 1 0,2 1-4 0,0 0 4 16,0 0 6-16,-2 0-6 0,1-1 7 0,-1 0-7 15,-1 1 1-15,-1-1 5 0,0 0-3 0,-2 1 5 16,-1-1 4-16,0 0-1 0,-7 0 2 0,0 0-3 16,1 0-11-16,0 0-17 0,16-1 0 0,-17 1-8 15,0 0-18-15,0 0-4 16,0 0-5-16,0 0 2 0,0-1-9 0,0 1 5 15,1-20 1-15,-1 20 4 0,0 0 20 0,-7-19 26 16,7 19 2-16,-4-15 7 0,2 7 4 0,0 2 2 0,0 0-6 16,1 1 5-16,1 5-3 0,0-1-2 0,0 1-2 15,-2-16-1-15,2 16-13 0,0 0-19 0,0 0 1 16,0 0-8-16,0 0-15 0,0 0 23 0,1 0-2 16,18-1 10-16,-19 1-5 0,0 0 12 0,17 10-5 15,-9-6 9-15,0-1 2 0,1 1 0 0,0-1 0 0,2 0 0 16,-1 2 4-16,0 0 19 0,0 1-4 15,-2-1 11-15,-1 0 3 0,0 1 21 0,-2-1 5 16,-1 2 3-16,-1 1 1 0,-3 0-16 0,0 1-2 0,-2 2-5 16,-3 1-21-16,-2 2-122 15,-2 1-31-15</inkml:trace>
  <inkml:trace contextRef="#ctx0" brushRef="#br0" timeOffset="1345.1">6876 7603 1485 0,'0'0'118'0,"0"0"2"0,0 0 0 0,0-1-42 0,-1 1-64 15,1-1-7-15,-10-15 0 0,10 16 6 16,0 0 3-16,0 0 0 0,-1-1 0 0,1 1 2 0,-1-1 4 16,1 1-2-16,0-1-2 0,-1 1 0 0,1-1 2 15,-1 1-3-15,1 0 3 0,0-1-2 0,0 1 9 16,0-1-11-16,0 1 9 0,8-16-10 0,-8 16 6 16,16-1-8-16,-7 0-4 15,1 0 1-15,1 1-1 0,0-1-5 0,1 0 5 16,1 1-6-16,-1 0-3 0,0 0 4 0,1 0-4 15,0 0 7-15,0 1 4 0,-1-1-6 0,0 0 4 16,-2 0-4-16,-1-1 5 0,0 1-5 0,0 1 2 16,-2 0-2-16,0-1 6 0,-1-1-2 0,-6 1-2 0,0 0-1 15,0 0-24-15,1 0-20 0,17-1-9 0,-18 1-4 16,0 0-32-16,0 0-9 0,0 0 0 0,0 0-5 16,0 0-11-16,0 0-51 0,0 0 3 0,0-1-23 15,0 1-34-15,-6-16-34 0,6 16 51 0,0-1-20 16,0 1 256-16,-1-1 105 0,-12-17-11 0,13 18 40 15,0 0-5-15,0-1-16 0,-1 1 4 0,-13-17-15 16,14 17-44-16,0 0-26 0,-1 0-3 16,1 0-9-16,0 0-19 0,0 0-21 0,-1 0 3 0,0 0-12 15,1 0-11-15,-1 0-2 0,-15 1-10 0,16-1 5 0,0 1-20 16,0-1 22 0,-2 19 1-16,2-19 8 0,0 0 17 0,2 20 10 0,-2-20 7 15,0 1 0-15,6 19 17 0,-6-20-19 0,0 1-3 0,10 21-6 16,-10-22-21-16,0 0 4 0,7 22-2 0,-7-22 2 15,0 0-15-15,-1 25-124 0,-2-16-29 0,-1 2-61 16,-3 1-408-16</inkml:trace>
  <inkml:trace contextRef="#ctx0" brushRef="#br0" timeOffset="2541.6">3089 3416 814 0,'0'0'170'0,"0"0"-66"0,0-1 86 0,0 1-167 0,0-1-3 16,0 1-5-16,0-1-3 15,0 1 7-15,0 0-3 0,0 0 30 0,0 0-17 16,0 0 1-16,0 0-7 0,0 0-9 0,0 0 8 16,0 1-6-16,0-1 5 0,0 1-7 0,9 18 11 15,-9-19 3-15,0 1 2 0,0-1 10 0,8 20-2 16,-8-20 0-16,0 0-1 0,7 17-11 0,-7-17 1 16,0 0 0-16,5 18 1 0,-5-18-2 0,0 0-4 15,4 19-6-15,-4-19 2 0,0 0-11 0,1 19 6 16,-1-19-5-16,0 0 3 0,1 17-7 15,-1-17-1-15,0 0 7 0,0 19-6 0,0-19-2 16,0 0 5-16,0 1-5 0,-1 17 7 0,1-18-2 0,0 0-1 16,0 1 6-16,0-1-3 0,0 1 8 0,0-1-2 15,0 1-7-15,0-1 4 0,0 1-7 0,0-1-3 0,0 0 5 16,0 1-8-16,-1-1-50 16,0 1-117-16,1-1-27 0,-1 0-48 0,1 0-287 0</inkml:trace>
  <inkml:trace contextRef="#ctx0" brushRef="#br0" timeOffset="3416.92">3783 3467 1772 0,'0'0'164'0,"0"0"-92"0,0 0 84 16,0 0-278-16,0 0 31 0,0 0 7 0,0 0 54 15,0 0 4-15,0 0 5 0,0 0 13 0,0 0 17 16,0 0-7-16,1 0 10 0,17 6-19 0,-18-6 18 15,1 0 2-15,-1 0 10 0,0 0 33 0,17 6-12 16,-17-6 1-16,0 0-6 0,1 0-6 0,-1 0-4 16,1 0-1-16,17 4-4 0,-18-4-14 0,0 0-4 15,1 0 5-15,-1 0-4 0,0 0 1 0,0 1 2 16,0-1-5-16,17 15 5 0,-17-15-1 0,0 0-1 16,0 1 5-16,1-1-3 0,-1 0-2 0,2 1 4 15,6 17-4-15,-8-18 3 0,0 0-11 0,0 0 6 16,0 1-4-16,0-1 6 0,0 0-6 0,-8 18-1 15,8-18-3-15,0 1 0 0,0-1 0 0,-11 18-3 16,11-18 5-16,0 0-3 0,0 1 5 0,-18 20 0 16,18-21 0-16,0 0-1 0,-16 17 3 0,16-17-3 15,-2 0 2-15,2 1-2 0,-16 16 5 0,16-17-6 16,0 0 4-16,-1 1-5 0,1-1-2 0,-1 1-2 16,-8 15-2-16,9-16 1 0,0 0 0 0,0 0-1 15,0 0 5-15,0 0-2 0,0 1 9 0,0-1-3 16,0 0-2-16,1 1 0 0,16 11 1 0,-17-12-1 15,1 0 0-15,-1 0-4 0,17 7-12 0,-17-7 14 16,0 0-3-16,18 8 5 0,-18-8-4 0,15 2 9 16,-8-1-3-16,0-1 6 0,-6 0-6 0,-1 0 6 0,20 0-3 15,-20 0 4-15,1 0-7 16,21 1 0-16,-22-1 3 0,0 0-2 0,1 0 1 0,17-1-129 16,-18 1-6-16,0 0-58 0,0 0-139 0</inkml:trace>
  <inkml:trace contextRef="#ctx0" brushRef="#br0" timeOffset="4099.18">4463 3360 918 0,'0'0'143'0,"0"0"588"0,0 0-794 0,0 0-16 15,0 0-1-15,0 0 1 0,0 0 38 0,0 0 6 16,0 0 4-16,0 0 2 0,3 17 41 0,-3-17 37 16,0 1 2-16,0-1 13 0,10 20 25 0,-10-20-4 15,8 12 2-15,-4-5-5 0,2-1-29 0,-1 0-19 16,0-1-5-16,0 0-3 0,2 1-11 0,-1-1-2 0,0-1 0 16,0 2-1-16,-2-2 5 0,0 0 11 0,-4-4 2 15,1 0 2-15,-1 1 5 16,0-1 5-16,1 1-4 0,13 15 4 0,-14-16-14 15,0 0 6-15,0 1-3 0,0-1 2 0,0 0-13 16,0 1-6-16,-1-1 3 0,-17 18-4 0,18-18-4 16,0 0 2-16,-1 0-5 0,-19 9 4 0,20-9-10 0,-1 0 1 15,-15 5 2-15,16-5-1 0,-1 0 0 0,-17 4 0 16,18-4-1-16,0 0 2 0,-1 0 1 0,1 0-8 16,-18 3 2-16,18-3-7 0,0 0-3 0,0 0-11 15,0 0-3-15,0 0-3 0,0 0-15 0,0 1 11 16,0-1-2-16,0 1 6 0,0-1 15 0,1 0 11 15,17 14-3-15,-18-14 4 0,1 0 2 0,0 0 0 16,19 7 5-16,-20-7-5 0,0 0 5 0,1 0 12 16,-1 0-4-16,19 12 7 0,-19-12-5 0,0 0-3 15,1 0-1-15,-1 1-2 0,12 16 0 0,-12-17 2 16,0 1 2-16,5 18-1 0,-4-10 3 0,-1-1-7 16,0 3 3-16,-2-1-4 15,0 2 6-15,-2-1-5 0,0 1-2 0,0-2-3 16,-1 1-11-16,1-2-26 0,-1-1 0 0,0-1-12 15,1-1-23-15,4-6-33 0,0 0-8 0,0 0-15 0,0 0-88 0,0 1-152 16,0-1-41-16</inkml:trace>
  <inkml:trace contextRef="#ctx0" brushRef="#br0" timeOffset="4666.47">5206 3375 1954 0,'0'0'185'0,"0"0"-289"16,0 0 29-16,0 0-107 0,0 0 97 0,0 0 54 16,0 0-2-16,1 0 15 0,15 1-43 0,-16-1 49 15,0 0-16-15,0 1 28 0,1 15 7 16,-1-16-2-16,0 1 3 0,-6 18-3 0,6-19 6 16,0 0 40-16,-9 19 1 0,9-19 15 0,-1 1 14 15,1-1-4-15,-16 18-2 0,16-18 0 0,0 1-15 16,0-1-20-16,-12 19 0 0,12-19-8 0,0 1-15 0,-10 16-2 15,10-17-2-15,0 0 0 0,-5 18-3 0,5-18 2 16,0 1-4-16,-2 17 3 16,2-18-8-16,0 1-3 0,4 16 1 0,-4-17-1 15,0 1 0-15,11 15 1 0,-4-10 0 0,0-3 1 0,0 1 3 16,1 1-2-16,1-3 3 0,2 1-3 0,1-1 1 16,1-1 7-16,-1 0-5 0,0-1 6 0,1 1-5 15,-3 0-7-15,2 0 3 0,0 2-3 0,-1-2 6 16,-1 0-1-16,0-1-3 0,-1 0 2 0,-1 1 3 15,1-1-6-15,-1 1 7 0,0 0-7 0,0-2 11 16,-2 2-8-16,-6-1 7 0,1 0-5 0,-1 0 13 0,19 0 1 16,-19 0-6-16,0 0 3 0,0 0-23 15,0 0-36-15,1 0 5 0,-1 0-15 0,1 0-5 0,0 0-15 16,-1 0 0-16,0-1-7 0,0 1-25 0,0-19 3 16,0 19-17-16,0 0 7 15,-1-1-70-15,-9-16 24 0,6 9-33 0,0-1 6 16,0 2-289-16</inkml:trace>
  <inkml:trace contextRef="#ctx0" brushRef="#br0" timeOffset="4853.31">5389 3498 639 0,'-2'-6'94'0,"-1"0"226"0,0 0-205 16,-1 1-38-16,0-1 25 0,0 1-24 0,4 5 44 16,0 0-78-16,-1 0-3 0,1 0-27 0,0 0-27 15,-1 0 4-15,-15 1 5 0,16-1 1 0,0 0 26 16,-7 18 2-16,6-10 1 0,-1 2 1 0,2 1 7 16,-2 1-9-16,1 0-1 0,-1 2-4 0,0-2-9 0,-1 2-7 15,1 2 4-15,-2 0-4 0,1 2 9 16,-2-2-7-16,2 0-3 0,-2-2 0 0,2 1 0 0,-1-3-1 15,0 0-2-15,0-2-11 0,1 0-112 0,0-2-348 16</inkml:trace>
  <inkml:trace contextRef="#ctx0" brushRef="#br0" timeOffset="11640.17">6024 3443 29 0,'5'0'15'0,"1"0"-16"0</inkml:trace>
  <inkml:trace contextRef="#ctx0" brushRef="#br0" timeOffset="14500.07">5579 3350 928 0,'0'0'223'0,"0"0"-191"16,0 0-16-16,0 0-45 0,0 0-2 0,0 0 18 15,1 0-3-15,-1 0 6 0,0 0-12 0,16-4 16 0,-16 4-7 16,0 0 11-16,1 0 1 0,-1 0 15 0,1 0 5 16,16 0 4-16,-17 0 12 0,0 0 8 0,0 0-6 15,0 0 6-15,1-1-3 0,15-6 0 0,-16 7 1 16,0 0-1-16,1 0 2 15,0 0 3-15,15-4-4 0,-16 4 1 0,1 0-23 16,-1 0-9-16,16-3-3 0,-16 3-3 0,0 0-12 16,16 1-3-16,-16-1 2 0,1 0-2 0,15 2 9 15,-16-2 0-15,1 0-2 0,17 2 2 0,-18-2 4 0,1 0-4 16,17 3 4-16,-18-3-3 0,1 0 2 16,17 3 9-16,-18-3-6 0,1 0 7 0,19 1-4 0,-20-1-6 15,16 2 7-15,-8 0-6 0,1 0-1 0,-1-1-3 16,0 0-1-16,-1 0 0 0,1 0 4 0,0 1 0 15,-1-1 0-15,0 0-1 0,1 0 2 0,-1 1-3 16,1 0 0-16,0 0-3 0,-1 0 6 0,0-1-2 16,1 1 0-16,0-1 0 0,0 1 6 0,-1-2-7 15,0 0 1-15,1 0-3 0,0 0 3 16,0 0 0-16,1 0 0 0,0 1 0 0,-1 0 6 0,1 0-3 16,-1-2-1-16,1 0-2 0,0 0-1 0,0 2 5 15,-1 0 1-15,0 1 3 0,1-2-3 0,-1 0 0 16,0 0-1-16,1-1 1 0,0 1-1 0,0 0-1 15,2 0 3-15,0 0-4 0,-1 1 1 0,1 0 5 16,-2-1-2-16,2 2 4 0,-2-2-8 0,2 0 3 16,0 1-2-16,-1-2 2 0,0 1 3 0,1 0-9 15,-1 0 3-15,0 1-4 0,0-1 10 0,0 0 4 16,-1 1 0-16,1-1 0 0,-1 1-3 0,-1-1 6 16,2 0-8-16,0 0 6 0,0 1-14 0,1 0 1 15,-1-1 5-15,1 1-2 0,-2-1-1 16,2 1 3-16,0 0-4 0,0 0 5 0,0-1-7 0,-1 0 4 15,2 1-1-15,-2-2 3 0,1 1-6 0,1 0 1 16,-2 0 3-16,0 2 1 0,1-1 4 0,0-2-6 16,0 1 1-16,1 0-2 0,0-1 1 0,0 1 0 15,1 0 1-15,-1 0 1 0,0 2 9 0,-1-3-7 16,-1 1 3-16,2 0-3 0,0 0 2 0,1 1-7 16,-1-1 3-16,1 1-4 0,-1 0 0 0,0-1 1 15,1 1-1-15,-1-1 4 0,1 0 1 0,1 0-3 16,0 0-3-16,-1 1 1 15,-1 0 4-15,0-2-4 0,1 1 2 0,-1-2-2 0,-2 2 4 0,1 0-1 16,-2-1-2-16,3 1 0 0,0-1 6 0,-1 1 0 16,1 0 1-16,-1-1-3 0,0 1-4 0,-2-2 2 15,3 1-3-15,-2 1 1 0,2-1-3 0,1 2 3 16,0-1 2-16,-2 0 0 0,0 1-7 16,0-1 6-16,0-1-5 0,-1 1 5 0,0-2-3 0,-1 1 4 15,2 1 1-15,-1 0 1 0,0 0-6 0,0 0-1 16,0-1-1-16,0 1 0 0,1 0 2 0,-1-1 3 15,1 2-2-15,0-2 3 0,1 1-5 0,-1 0 6 16,0 0-3-16,1-1 4 0,-1 1-11 0,1-2 6 16,-2 2-1-16,1-1 2 0,-1 1-3 0,1 0 6 15,-1 0-4-15,1 0 5 0,-2 0-5 16,1-1 0-16,0 2 0 0,0-1 0 0,0 0 0 16,0 0 0-16,0-1 0 0,0 1 0 0,0 0 5 15,1 0-6-15,0 0 1 0,1 0-2 0,-2 1 4 16,2-2-3-16,-2 0 2 0,1 0-2 0,-1 1 1 0,1 0 2 15,-1 0 0-15,0 1 3 0,0-1-4 0,0 1 0 16,0 0-2-16,0-1 1 0,1 1 4 0,0-1-6 16,-1-1 4-16,1 0-4 0,-1 0 22 0,2 1-11 15,-1 0 4-15,2-1-7 0,0 1-4 0,0-1 5 16,1-1-7-16,-1 1 6 0,0-1-9 0,-1 0 4 16,2 2 1-16,-2 0 2 0,1-1 3 0,-1 1-8 15,0-2 2-15,0 1-3 0,0 1 6 16,0-1 0-16,1-1 1 0,1 1-2 0,-1-2-1 15,1 2 2-15,0-1 2 0,0 0-2 0,1 1 8 0,-2-2 5 16,1 2-5-16,-1 0 4 0,0-1-14 0,1 1-1 16,-2 0 5-16,1-1-4 0,-1 0 2 0,1 1-4 15,-2 0-1-15,0 1 0 0,0-1 2 0,2 0 0 16,-2 0 1-16,2 0-1 16,-1 0 3-16,-2 0 0 0,0 1-1 0,0-1 2 0,0 0-1 15,0 0-3-15,0 0-1 0,1-1 0 0,-1 0-1 16,1-1 2-16,1 2 2 0,-2-2 1 0,1 1-4 0,-1 1 3 15,-3-1-3-15,3 0 2 0,0 1-1 16,0 1-1-16,0-1 0 0,1 1-2 0,-2-1 2 0,2 0 0 16,-1 0 0-16,-1 1 1 0,1-1-1 0,-2 1 0 15,2-1-1-15,-1 1 1 0,1-1-2 0,0 0 0 16,-1 0 2-16,1 1 0 0,-1 0 3 0,1-1-2 16,0 1-2-16,-1 0-1 15,1 0 2-15,-1 0 0 0,0 0-2 0,3 1-1 0,-2 0 1 16,1 0 1-16,0 0 3 0,0 0-1 0,0 0 1 15,-1 0-2-15,1 0-1 0,-1 1-1 16,0-1-2-16,1-1 4 0,-1 1-1 0,0 0 2 16,0 0-2-16,0 0 1 0,1 0 3 0,-1 0 0 15,2 0 2-15,-1 0-4 0,-1 0-2 0,3 0 0 0,-1-1-5 16,1 2 7-16,0-1-1 0,0 0 4 16,-1 1-4-16,0 0 0 0,0 0-3 0,0-1 1 0,0 1 1 15,1-1-3-15,-3 0 8 0,2 0-5 0,-1 0 1 16,2 0 5-16,-2-1-7 0,2 2 4 0,-2-1-6 0,1 0 6 15,1-1 2-15,1 0 2 0,1 0 5 16,0 0-8-16,0 1-1 0,-1-1-2 0,0 0-6 16,-1 0 6-16,0 1-1 0,1-1 1 0,-1 1-1 0,0-1 3 15,2 2 0-15,-3-1 1 0,2 0-6 0,0-1 3 16,-2 0 0-16,2 0 2 0,-1 0-3 0,0 0 3 16,-1 0-2-16,0 1 2 0,1-1-3 0,0 0 0 15,-1 0 3-15,1-1-1 0,0 1-1 0,2 0 0 16,0 0-2-16,-1 0 2 0,-2-2 4 0,1 2-4 15,0-1 2-15,0 0-2 16,2 1 1-16,-3 0 2 0,2-1-2 0,-2 1 0 16,-1 1-6-16,1-1 7 0,-2 1-3 0,0 0 3 15,1 0-8-15,-1-1 7 0,1 2-1 0,-1-1 3 16,1-1-3-16,1 1-1 0,-2-1 1 0,2-1 0 16,-2 1 3-16,1 1-1 0,1 0-1 0,0-1-1 15,1 1 2-15,0-1-3 0,1-1 2 0,-4 1-2 0,2 0 2 0,-2 0 2 16,1 0-4-16,1 1 3 0,-2-1 8 0,1 1-8 15,0-1 4-15,-1 0-5 0,1 1 1 0,1 0 0 16,-3-1 1-16,1 0 0 0,1 0 1 0,-2-1-3 16,3 1 2-16,0 0-3 0,-2 0 6 0,2 0-6 15,0 0 7-15,-2-2-4 16,0 2 16-16,-1 0-5 0,0-1-2 0,1 1-1 16,-1 0 1-16,1-1 2 0,-2 0 2 0,1 0-2 15,0 0-1-15,0 1-5 0,1 0 2 0,-1 0-2 16,-1 0 10-16,0 1-7 0,-1 0 5 0,1-1-7 15,-1 1 7-15,1-2-6 0,0 0 2 0,0 2-2 16,-1-1 7-16,0 0 4 0,0 1-1 0,-1-1 1 16,1 0-7-16,-1 0 6 0,0 0-6 0,-1 0 5 15,1 1-11-15,0-1-6 0,-6 0 4 0,1 0-4 0,-1 0 5 16,18 2-1-16,-18-2-2 0,0 0 2 0,0 0-4 16,17 0 7-16,-17 0 0 0,0 0 3 15,1 0-4-15,16 2 0 0,-17-2-1 0,1 0 2 0,-1 0-6 16,1 0 3-16,16-2-3 0,-17 2 3 0,0 0-4 15,0 0-2-15,0 0 0 0,0 0-1 0,0 0-3 16,1 0-20-16,0 0-12 16,-1 0-8-16,0 0-96 0,0 0-139 0,0 0-62 0</inkml:trace>
  <inkml:trace contextRef="#ctx0" brushRef="#br0" timeOffset="21457.31">5953 3342 1441 0,'0'0'115'0,"0"0"-52"0,0 0 51 0,0 0-199 0,0 0 31 16,0 0-2-16,0 0 51 0,0 1 2 0,0-1 3 15,1 1 2-15,-1-1 5 0,0 1 3 0,20 12-1 16,-20-13-1-16,0 0 11 0,21 0-7 0,-12-1 9 15,2-1 4-15,-2 1 11 0,1-1-1 0,0 2 5 16,-2 0 2-16,2-2 6 0,2 2-3 0,-3-1 3 16,4 1-12-16,-1 0-16 15,1-1 3-15,1 2-9 0,-1 0-6 0,1 1-2 16,0 0 2-16,1 0-1 0,0-1-6 0,1 1 3 0,0-1-4 16,0 2 4-16,0-1-3 0,0-1 0 0,4 0-1 15,0-1 0-15,2 2 0 0,1 0 3 0,-1-2-3 16,-1 3 5-16,0-1-3 0,-1 0 2 0,0 0 2 15,0-1-1-15,-1-1 4 0,5 2 8 0,0 0-5 16,1 0 5-16,0-1-13 0,-1-1 0 0,-1 1 3 16,0 0-3-16,-1 1 4 0,1 0-3 0,2-2-3 0,2 0 1 15,2 2-3-15,-2-1 7 0,-1 2-5 16,0 1 5-16,-2-3-9 0,1 1 3 0,2-2-1 0,2 1 0 16,0 0-1-16,1 2-2 15,-1-2 4-15,-2 1-1 0,0 0 5 0,1-1-2 16,0 1 1-16,2-2 0 0,0 0 6 0,0 1-7 0,-1-1 1 15,-1 1-4-15,-2 0 7 0,0-1 0 0,3 0 0 16,0 0 0-16,1 0-7 0,1 0 9 0,-3 1-5 16,0 0 6-16,0-1-1 0,2 0 7 0,1 1 2 15,2-1 1-15,-1 0-6 0,-2 1-7 0,0-1-1 16,-1 1-2-16,1-1-3 0,2 1 3 0,0-1 0 16,0 0 1-16,0 1-2 0,-4-2 5 0,1 1-5 15,1 0 5-15,0-1-7 0,4-1 9 0,0 1 2 16,-2-1 4-16,0-1-7 0,-2-1 8 0,1 0-8 15,3 0 8-15,1 1-14 0,0 2 2 0,-2-1 1 0,-3 1 0 16,1 0-1-16,2 0-3 0,0 0 2 0,1 1-3 16,0 0 3-16,-4-2-1 0,-2 0 1 0,0 2 0 15,4-1 3-15,0 0-6 0,3 0 3 0,-2-1-3 16,-1-1 6-16,-1 2 7 16,1-3-7-16,3 0 6 0,0 2-12 0,2-4 0 0,-2 3 5 15,-5-1-4-15,1 0 1 0,2 2 5 0,-1 1-4 16,0-1 6-16,-1 0-1 0,-3 1-4 0,-3 0 2 15,-1 0-3-15,0 1 8 0,-1 0-2 0,2 0 2 0,0 1-1 16,0-1 5-16,-1 1-2 0,-2 1 1 0,-1-1-2 16,-2 1 1-16,0 0-1 0,0-1-1 0,2 2-1 15,0-1-9-15,2-1 3 16,-2 2-2-16,0-2 2 0,-2 2-4 0,-2 0 4 16,-1-1-1-16,-2 0 2 0,1 1 2 0,-3-2 3 15,-2 1-4-15,1 0 2 0,-2 0-4 0,1 1-9 16,-1 0-30-16,0 1 0 0,1 0-153 0,2 1-217 15,-1 0 848-15</inkml:trace>
  <inkml:trace contextRef="#ctx0" brushRef="#br0" timeOffset="35581.6">1661 4726 1728 0,'-4'-5'63'0,"1"1"-23"16,3 4 0-16,0-1-30 0,0 1-10 0,0 0 0 15,0-1-10-15,0-15 10 0,0 16-3 0,0 0-6 16,0-1 9-16,0 1-9 0,0-1 2 0,0 1 3 15,4-16 1-15,-4 16 2 0,0 0 9 0,0 0-6 16,1 0-1-16,0-1 0 0,-1 1 8 0,17-10 19 0,-17 10 6 16,1 0 4-16,-1 0 22 0,17-10 0 0,-17 10-2 15,0-1 2-15,21-10-11 0,-13 6-9 0,1 0-1 16,3 0-4-16,-2 0-17 0,2 0-4 16,1 0-4-16,2 0 1 0,0 1-4 0,0-1-6 0,2 1 2 0,0 0-3 15,-1-1 7-15,3 1-6 16,0 0 2-16,3 0-3 0,3 1-6 0,0-1 6 15,0 1-4-15,-1 0 4 0,1 0 3 0,-2 0-3 0,1 0 3 16,2 0-3-16,0-1 6 0,2 2 0 0,0-2-3 16,-1 1 2-16,-2 0-4 0,-3-1 5 0,-1 1 5 15,0-1-2-15,2 1 3 0,-1 0 6 0,1 0-9 16,-2 1 9-16,-1-1-4 0,-3 0-5 0,0 0 8 16,-2 0-7-16,-3 1 4 0,-1-1-2 0,-1 0 1 15,-2 1 0-15,0 0 4 0,-2 0 1 16,-6 2-1-16,0 0 1 0,1-1-1 0,0 1 0 15,15-11-6-15,-16 11 5 0,0 0 0 0,0 0-3 0,0 0 2 16,0 0-4-16,0-1-4 0,1 1-6 16,7-18 0-16,-8 18-2 0,0 0-9 0,0-1-17 15,-5-17 0-15,5 18-6 0,0-1-6 0,0 1 2 16,-7-20-2-16,7 20 2 0,0-1-5 0,-11-16 13 0,6 11 3 16,1-1 4-16,-1 2 15 0,2-1 4 15,-1 1-1-15,0 0 2 0,-1 1 2 0,1 0 0 0,-1 0 0 0,5 4 0 16,0 0-3-16,0 0 0 0,-1 0-1 0,-16-9-1 15,17 9-6-15,0 0-11 0,0 0 2 0,-1 0-6 16,0 0-4-16,1 0 24 16,0 0-3-16,0 0 9 0,-1 1 0 0,-7 15 4 0,8-16-3 15,0 0 5-15,0 1-6 0,6 15 5 0,-6-16 2 16,0 1 1-16,1-1 5 0,-1 1 1 0,15 17-2 0,-15-18 3 16,1 0-8-16,-1 1 3 0,19 10 2 15,-19-11 0-15,1 0 8 0,19 6-6 16,-19-6 6-16,-1 0-5 0,23 7 4 0,-14-6-16 15,-1 2 1-15,1-2-4 0,-1 3 6 0,2-1-2 16,0-1-4-16,-1 1 0 0,0 1 1 0,0-2 4 16,-1 2-3-16,0-1 1 0,-1-1-6 0,1 1 11 0,-2-1 1 15,-6-2 4-15,0 0-5 0,1 0 5 0,-1 0 4 16,1 1 0-16,0-1-8 0,6 18-8 0,-7-18-5 16,-14 11-1-16,4-4-17 0,-6 3 1 15,-4 2-3-15,-2 1 4 0,-3 1 4 0,0 0-106 16,2 1-11-16,1-1-49 0,1-1-183 0</inkml:trace>
  <inkml:trace contextRef="#ctx0" brushRef="#br0" timeOffset="38058.23">1768 5121 1898 0,'0'0'88'0,"0"0"-64"0,0-1-7 0,0 1-34 0,1-1-29 16,0 1 44-16,22-11 2 0,-13 11 2 0,2 0-6 16,-3-4 1-16,6 6 2 0,0-1 0 0,3 1-1 15,-3-3 2-15,1 0-1 0,3 1 2 16,-2-3 3-16,3 2 5 0,1-2 0 0,-2 0 3 0,1 0 6 16,-1-1 7-16,-1 0-1 15,0 1 5-15,0-1 11 0,-3-2 8 0,3 1 1 16,0-1 1-16,1 0-14 0,1 0-3 0,0 0-1 15,0 0-1-15,-1 0-10 0,-2 0-11 0,-1 0-2 0,-2 0-2 16,0 1 6-16,-2 0-6 0,1 0 4 0,-3 2-4 16,1-1 7-16,0 0-4 0,-2 0-2 0,3 1 1 15,-2-1-3-15,-2 1 6 0,1 0-2 0,-2 0 2 0,0 0-16 16,-2 0-3-16,-5 3-9 16,0 0 2-16,1 0-34 0,15-11-27 0,-16 11-8 0,0 0-9 0,0-1-47 15,0 1-60-15,2-18-21 0,-2 18-27 0,0 0-225 16</inkml:trace>
  <inkml:trace contextRef="#ctx0" brushRef="#br0" timeOffset="38334.06">2363 4875 825 0,'-8'-4'137'0,"1"1"23"0,1-2 29 0,2 2-82 16,-2-1-18-16,6 4-15 0,-1 0-7 0,1 0-4 15,-1-1-46-15,1 1-10 0,0-1-5 0,-1 1-1 16,1-1-18-16,-1 1 7 0,1 0 0 0,0 0 4 16,0 0 14-16,0 0 0 0,0 1 4 0,0-1-4 15,15 18 4-15,-7-13 8 0,3-1 5 0,-1-1 3 0,2 1 34 16,2-2 22-16,-1 0-4 15,2 0 8-15,1-1-16 0,-1 0-26 0,0 0-4 16,1 1-8-16,-1-2-16 0,-1 1-2 0,1 1-2 16,-1-1-2-16,0 0-7 0,0-1 3 0,-3 0 4 0,2 0-1 15,-3 1-2-15,0 1 1 0,-1-1-2 0,-2 2 3 16,-7-3-1-16,1 0-5 0,-1 0 1 0,1 1-4 16,13 17-4-16,-14-18-5 0,0 1-1 0,-7 17-1 15,0-9-9-15,-4 4-13 0,-6 2 7 16,-3 2-8-16,-1 3 10 0,-4 1-156 15,-1 1-19-15,-2 2-84 0,-4 2-454 0</inkml:trace>
  <inkml:trace contextRef="#ctx0" brushRef="#br0" timeOffset="40892.67">1803 6004 1104 0,'0'0'95'16,"-1"0"22"-16,1-1 8 0,0 1-35 16,-1 0-34-16,0-1-41 0,-14-7-1 0,15 8-11 0,0 0-26 15,0 0-3-15,0 0 0 0,0 0 2 0,0 0 4 16,0 0 11-16,0 0-2 0,0 0 7 0,0 0 7 16,0 0 21-16,0 0-6 0,0 0 11 0,0 0 12 0,0 0 8 15,0 0 7-15,0-1-3 0,0 1-3 0,0-1-3 16,0 1 1-16,1-1-2 0,-1 1-10 0,16-9-12 15,-16 9-5-15,0 0-1 0,1 0-13 0,-1 0-2 16,0 0-2-16,1 0 1 0,17 0 4 0,-18 0-4 16,0 0 2-16,1 0-3 0,18 2-5 0,-19-2 8 15,0 0 1-15,20-1 4 0,-20 1 0 0,0 0 6 16,21 1-3-16,-21-1 5 16,1 0-5-16,20-2-1 0,-13 0 1 0,2 3-1 0,-2-3 1 15,1 2 0-15,1 0 2 0,-1-2-1 0,1 2 2 16,0-1 2-16,0-1 0 0,0 2 1 15,-3-3 1-15,2 2-2 0,-1-1 2 0,0 1-2 0,0 0-7 16,1 0 2-16,-1 1-7 0,0-1 4 0,1 1-8 16,-1-1 7-16,-1 1-6 0,1 0 6 15,0-2-5-15,-1 2-3 0,0-2 6 0,1 1-6 0,-2 0 2 0,3-1 2 16,-1 1-1-16,2 0 1 0,-1 1 3 16,-1 0-2-16,0 0-1 0,0-2 0 0,-1 0-2 15,0 2 0-15,1 0 3 0,-1 0-3 16,0 0-2-16,0 0 0 0,1-2 0 0,0 2 1 15,-1 0 3-15,0 0 0 0,0 0-1 0,-1-1 0 0,2 1-6 16,-1 0 4-16,1 0 0 0,-1 0 3 0,-1 0-1 16,1 0 0-16,-2-1 3 0,2 0-1 0,-7 1 3 15,0 0-5-15,18-1 2 0,-18 1-2 0,0 0 9 16,22 1-10-16,-22-1 1 0,17-2-3 16,-8 2 0-16,0-1 2 0,0 1 2 0,-1 0-1 15,2-1-9-15,-2-1 10 0,1 2-5 0,-1-1 6 0,-1 0-3 16,-1 1 2-16,0-1 1 0,0 1 0 0,-6 0-3 0,0 0-1 15,1 0 0-15,18-1-1 16,-19 1 5-16,0 0-4 0,0 0-1 0,1 0 0 16,18 1 3-16,-19-1-1 0,1 0 3 0,0 0-2 0,-1 0 1 0,18 2-4 15,-18-2 3-15,0 0-3 0,0 0 4 16,1 0 2-16,15 2-2 0,-16-2 2 0,0 0 0 0,0 0-1 16,0 0-3-16,0 0 2 15,1 0 1-15,0 0-3 0,0 0 4 0,15-3-4 0,-16 3 0 0,0 0 0 16,1 0 2-16,-1 0-3 0,0 0-2 0,1 0-16 15,-1 0-6-15,0 0-4 0,1 0-27 0,-1-1-10 16,0 1 2-16,1-1-4 0,0 1 4 0,0-1-7 16,-1 1 0-16,10-16-5 0,-10 16-25 0,0 0-52 15,0-1-21-15,0 1-23 16,0 0-214-16</inkml:trace>
  <inkml:trace contextRef="#ctx0" brushRef="#br0" timeOffset="41230.92">2478 5787 2372 0,'0'0'72'0,"0"0"-62"0,0 0-10 0,-1 0-12 0,1 0-15 0,-1 0-11 15,0 0-1-15,1 0-3 0,0 0 12 0,0 0 22 16,0 0 2-16,0 0 5 0,0 0-4 0,1 17 2 15,-1-17-4-15,1 0 6 16,-1 1 9-16,20 14-3 0,-12-11 5 0,0-1-6 16,1-1 11-16,1 1-4 0,1-1 3 0,2 1-2 15,1-1 11-15,-1 0-13 0,2 0 2 16,0 0-7-16,1 1 2 0,-2 0-4 0,-2 0 3 0,0 1-3 16,-2 0 1-16,-1 0-1 0,-1 1 0 0,-3 0 0 0,0 0 9 0,-2 1-2 15,-2 0 3-15,0 1-1 0,-1 1 3 16,-2 0 1-16,-2 0 0 0,-2 1 1 15,-2 3-2-15,-2 0-13 0,-2 2 1 0,-3 1-4 16,0 1-4-16,-4 3-10 0,0 2-28 0,-2 2-1 16,1 0-148-16,1-1-234 0</inkml:trace>
  <inkml:trace contextRef="#ctx0" brushRef="#br0" timeOffset="45465.37">6623 3931 1314 0,'-9'2'9'15,"0"1"-23"-15,-1 1 11 0,1 3-35 0,0 0 16 0,-1-1 21 16,1 0 7-16,0 0 2 16,0-2 0-16,2 0 15 0,-3-7 35 0,5 6 11 0,5-3 9 15,-1 0 45-15,1 0-5 0,0 0-5 0,-1 0-2 16,0 0-43-16,1 0-13 0,-1 0-2 0,1-1-3 16,0 1-10-16,0-1-13 0,0 1 0 0,15-18-5 0,-14 18-7 15,14-6-8-15,-4 4 1 16,2 0-3-16,0 0 4 0,1 1-5 0,2 0 2 0,-1-1-3 15,1 1 9-15,2-1 5 0,0 0 1 16,2 0 1-16,1 1-2 0,3-1 2 0,0-1-8 16,2 1 6-16,-1 0-8 0,-1 0 0 0,-1 0 4 0,-3 1-4 15,0 0-1-15,-3 0 1 0,-1 1-6 0,-1 0 4 16,1 1-1-16,0 0-4 0,-3 0 3 0,1 1-3 16,-2-1 4-16,0 0-1 0,-1 2-2 0,0-1 3 15,-1 0 1-15,-1-1-6 0,-2 0 10 0,0-1-8 16,0 0 17-16,-1 0-6 0,0-1-6 15,-6 1 3-15,0 0-3 0,1 0 0 0,0 0 3 16,-1 0-4-16,17-5-2 0,-17 5-6 0,0 0-4 0,0 0-3 16,0 0-13-16,0-1-12 0,0 1 1 0,0-1-4 15,-9-17 6-15,9 18-10 0,0 0 6 0,-1-1-7 16,-14-20 8-16,10 13-9 0,-2-2 9 0,1 1-7 16,-1-2 18-16,0 0 12 0,-1 1-4 0,1 0 8 15,-1 2 8-15,1 0 3 0,-2-1 6 0,1 4-2 16,0-1 18-16,1 1-3 0,0 3 0 15,1-1-3-15,6 3-12 0,0 0-19 0,0 0-3 16,0 0-7-16,-1 0-13 0,0 0 24 0,1 0-5 0,-1 0 12 16,1 1 1-16,-7 19-1 0,7-20 2 15,12 11 0-15,-4-5 8 0,4 2-4 0,1-1-3 0,2 3-1 16,1-1-3-16,0 0 3 0,2 1 1 0,-2-2 1 16,2 1-2-16,-2 0 3 0,-2-1-1 0,0 2 2 15,-1-1 0-15,-4 0 1 16,1 0 0-16,-3 0 0 0,-4 0-10 0,-2 1 6 0,-3 1-4 15,-4 0 5-15,-4 2-10 0,-4 2-12 0,-3 1-2 16,-7 4-9-16,-1 1-80 0</inkml:trace>
  <inkml:trace contextRef="#ctx0" brushRef="#br0" timeOffset="56218.42">10963 2907 461 0,'0'0'306'0,"0"0"-136"0,0 0 178 0,0 0-176 15,0 0-33-15,0 0 29 0,0 0-41 0,0 0-11 16,0 0 8-16,0 0-33 0,0-1-12 0,0 1-6 15,1 0 0-15,-1 0 1 0,19-5-18 0,-19 5 1 16,0 0-7-16,17 1-7 0,-17-1-14 16,0 0-1-16,18 3-7 0,-18-3-5 0,1 0-1 15,-1 0 1-15,18 10 0 0,-18-10 3 0,0 0-8 16,1 0 4-16,-1 1-6 0,1-1 3 0,15 15-5 0,-16-15 1 16,0 0-2-16,0 1 3 0,0-1-4 15,0 1-3-15,2 17 1 0,-2-18-5 0,0 0 2 16,0 1 0-16,-1-1 0 0,-13 18-6 0,14-18 1 15,-1 0-1-15,-16 13 2 0,9-9-5 0,0 1 9 16,-1-1-2-16,1 1 3 0,0-1 4 0,2-1-2 16,0-1 1-16,6-2-2 0,-1 0 7 0,0 0-1 15,-15 5-1-15,16-5 1 0,0 0-2 0,0 0-1 0,-1 0 0 16,1 0-2-16,0 0 2 0,0 0-4 0,0 0 3 16,0 0-4-16,0 0 3 0,1 0 2 0,15-5-2 0,-16 5 2 15,0 0-6-15,23-4 4 16,-14 4 1-16,1 0 1 0,-1-2-3 0,0 2 0 15,0 0-3-15,1 1 1 0,-2 0-3 0,0 1 3 16,0 0 0-16,-1 1 0 0,-1 0-3 0,0 0 3 16,-1 1-1-16,-1 0 1 0,0 1-8 0,0 0 8 15,-3 1-4-15,0 0 4 0,-1 0-4 0,-2 2 6 16,-1 0 4-16,0 0 0 0,-2 1 1 0,-1-3-2 16,0 2-2-16,-2-2 1 0,2 1 1 0,0 0-7 15,0-1 7-15,0-1-6 0,-1-1 1 0,2 0 0 16,1-1-7-16,4-3-1 0,0 0-62 0,0 0-75 15,-1 0-11-15,1 1-24 0,-1-1-72 0,1 1-161 16,-16 9-195-16</inkml:trace>
  <inkml:trace contextRef="#ctx0" brushRef="#br0" timeOffset="56643.16">10781 3234 1670 0,'-5'0'66'0,"5"0"73"16,-1 0-20-16,0 0 43 0,1 0-6 0,-18 6-22 16,18-6-9-16,0 0-5 0,0 0-48 0,0 0-25 15,0 0 1-15,0 0-8 0,0 0 8 0,0 0-3 16,1 1 0-16,21 7 1 0,-13-8 4 0,1 0-16 15,2-1 6-15,1 1-9 0,0-2 4 0,0 2-15 16,2-2 3-16,0 1-6 0,0 0 4 0,0 0-5 16,1 0-1-16,2 0 0 0,1 0 1 0,1 0-6 15,0 0 3-15,1 0-3 0,-1 1 7 0,-1 0-6 16,0-1 6-16,0 1-7 0,-2-1 0 0,3 0 1 16,-1 1-5-16,0-1 3 0,0 1-5 0,-3 0 0 15,-2 0 2-15,-1 1-1 0,-2 0 4 0,-1 0-6 16,-2 0 5-16,-1 1-4 0,-1-1 7 0,-6-1-4 15,0 0 0-15,0 0 0 0,1 0 2 0,-1 0-27 16,1 0-8-16,0 0-11 0,-1 0-53 0,0 0-40 16,0 0-7-16,0 0-13 0,0 0-47 0,0 0-65 15,0 0-9-15,0-1-33 0,0 1-140 16</inkml:trace>
  <inkml:trace contextRef="#ctx0" brushRef="#br0" timeOffset="56952.82">10962 3321 864 0,'0'0'658'0,"-1"0"-482"15,1 0-88-15,-1 0-51 0,1 1 111 0,-1-1-21 16,1 1 0-16,-14 16-9 0,14-17-20 0,0 0-44 15,0 1 5-15,-2 16-18 0,2-17-3 0,0 1-3 16,-2 16-4-16,2-17 0 0,0 0-8 0,-3 20-7 16,3-20 1-16,-2 17-3 0,0-7-3 0,1 0 1 15,-3-1-2-15,1 2 0 0,1-1-7 0,-1-1 2 16,0 1-1-16,2-1 0 0,0-1-3 0,-1-1-1 16,1-1-1-16,1 1-6 0,0-7-47 0,0 0-49 15,0 1-4-15,0-1-14 0,3 16-19 0,-3-16-35 16,0 0-15-16,0 0-10 0,0 0-90 0</inkml:trace>
  <inkml:trace contextRef="#ctx0" brushRef="#br0" timeOffset="57422.71">11242 3321 1357 0,'0'0'223'0,"0"0"-112"0,0 0 65 0,0-1-89 0,0 1 109 16,0-1-49-16,0 1 7 0,0-1-21 0,0 1-15 0,0 0-28 16,0 0-5-16,0 0-6 0,0 0-18 0,0 0-11 15,0 0-3-15,0 0-4 0,-3 16-15 0,3-16 0 16,0 1-5-16,-8 16 1 0,8-17-10 0,0 1 2 16,-10 16 1-16,6-9-1 0,1-1-3 0,-1 1 9 15,-1-1-5-15,-1 1 5 0,0 1-18 0,0 2 4 16,2-1-4-16,-2 1 4 0,2 0-3 0,1 0-4 15,-2-1 2-15,1 0-2 0,1 0-1 0,1 1-1 16,1-3 0-16,1 1 0 0,0-1-2 16,0-1 5-16,0-7-2 0,0 0 5 0,0 1 11 0,1-1 2 15,17 17 2-15,-18-17-1 0,1 0 8 0,16 3 4 16,-17-3 5-16,1 0-4 0,19-6-3 0,-20 6 0 16,1 0-9-16,18-10 7 0,-19 10-5 0,1-1-8 15,15-10 2-15,-16 11-5 0,1 0 5 0,0 0-1 16,-1-1 3-16,15-16-2 0,-15 17 1 0,0-1-5 15,0 1-2-15,0-1 0 0,0 1-3 0,3-16-4 16,-3 16-2-16,0 0-1 0,0 0-3 0,0 0-8 16,-1-1 4-16,0 1-6 0,1 0-4 0,-16-8-4 15,16 8 0-15,0 0 1 0,-1 0 7 0,0 0 5 16,-17 0-1-16,18 0-2 0,0 0-45 0,0 0-70 16,0 0-18-16,-1 0-24 0,-18-2-125 0,19 2-307 15</inkml:trace>
  <inkml:trace contextRef="#ctx0" brushRef="#br0" timeOffset="-124095.42">11117 2726 870 0,'0'0'60'15,"0"0"-2"-15,0 0 4 0,0 0-41 0,0-1-13 0,0 1 7 16,-1-1 0-16,1 1 2 0,-1-1 16 0,-15-14-6 16,16 15-4-16,0 0-2 0,0 0-22 0,0 0 10 15,0 0 5-15,0 0 2 0,0 0 18 0,0 0 17 16,0 0 2-16,0-1 4 0,-1 1 4 0,1 0-14 15,-1-1 2-15,1 1-6 0,-1-1 5 0,1 1 2 16,0-1-1-16,-1 1-1 0,1-1-15 0,0 1 1 16,-17-6-5-16,17 6 4 0,0 0-10 0,0 0-7 15,0 0-1-15,0 1-2 0,0-1-7 0,-1 0 1 16,-9 19-1-16,10-19 2 0,0 1-1 0,0-1 1 16,-8 18-5-16,8-18 3 0,-5 13-5 0,1-5 3 15,0 2 8-15,1 0-4 0,-2-1 5 0,2 1 2 16,-2 0-4-16,1-1 5 0,0 1 1 0,-1 0-9 15,1 0 2-15,-1 0-4 0,0-1 7 0,1 0-10 16,0-1 6-16,0 0-8 0,1 0 5 0,-1-1-1 16,0-1 1-16,1 0 1 0,0 0 3 0,0-1 9 15,-1 0-6-15,1 1 7 0,3-6-3 16,0 0 6-16,-1 1 1 0,-11 16 0 0,12-17-6 16,0 1-9-16,0-1 4 0,0 1-5 0,-5 19 5 15,5-20-9-15,0 0 1 0,0 1-3 0,0-1 3 16,0 18-4-16,0-18 2 0,0 1-3 0,0-1 0 0,0 1 6 15,2 15-2-15,-2-16 4 0,0 0-13 0,0 0 15 16,0 1-4-16,0-1 9 0,0 1-8 0,8 16 7 16,-8-17-6-16,0 0 6 0,0 0-14 0,17 8 1 15,-17-8-1-15,0 0 1 0,21 3 0 0,-12-2 2 16,1-1 1-16,0 1-1 0,0-1-4 0,0-1-2 16,0 1 2-16,0-1-1 0,2 0 7 0,-3 1 1 15,0-1-1-15,1 0 0 0,-2-1-6 0,1 1 3 16,1-1 1-16,-1 1 3 0,0-1 4 0,-1 0 1 15,1 1-3-15,-2-1 2 0,1 1-7 16,-2 0-1-16,0 0 1 0,-6 1-1 0,1 0 6 16,-1 0-2-16,19-4-1 0,-19 4-1 0,0 0 1 15,0 0-3-15,0 0 5 0,1 0-3 0,-1 0 2 0,1-1 0 16,0 1-4-16,-1-1 1 0,0 1-25 16,13-18-25-16,-13 18-2 0,0 0-8 0,0 0-13 0,0-1-6 15,-6-17 2-15,6 18-3 0,0 0 6 0,-9-16 10 16,9 16-7-16,0-1 6 0,-1 1-12 0,-13-19-17 15,9 11 0-15,0-1-9 0,0 2-14 0,0 0 5 16,1-1-1-16,2 1 6 0,-2-1 35 0,2 0 33 16,1 0 5-16,-2 0 6 0,3 0 4 15,-1 1 12-15,0 1 8 0,1 6 3 0,0-1 39 0,0 1 68 16,0-1-18-16,-4-16 33 0,4 17-33 16,0 0-41-16,0 0 6 0,0 0-18 15,0 0 1-15,-1 0-31 0,1 0 7 0,0 1-15 0,-14 17 1 16,14-18 11-16,0 1-7 0,-5 19 8 0,5-20-8 15,0 0 12-15,-5 21 4 0,5-21 5 0,0 0 24 16,-6 23 10-16,6-23-5 0,0 1 6 0,-5 21-13 0,5-22 5 16,0 1-2-16,-5 22 3 0,3-15-5 15,1 1-5-15,1 0 1 0,0 1-5 0,-2-1-5 0,0 1-12 16,1-1 0-16,-1 0-5 0,0 1-2 0,0-2-9 16,1 1 3-16,-1-1-7 0,0 0 4 0,1 1-4 15,0-2-1-15,-1-1-1 0,1 0 0 0,1-6 4 16,0 1-2-16,0-1 2 0,0 18-1 0,0-18-1 15,0 1-1-15,0-1 0 0,0 1 0 0,0-1 7 16,1 17 1-16,-1-17 1 16,0 0-1-16,0 0-4 0,0 1 5 0,0-1-5 0,0 0 4 15,4 16-7-15,-4-16-2 0,0 0-1 0,0 0 1 16,0 0 1-16,0 0 0 0,0 1 0 0,0-1 3 16,0 1-8-16,0-1-3 0,0 1-3 0,0-1-20 15,0 1 4-15,0-1-7 0,0 0 3 16,0 0-23-16,0 0-14 0,0 0 4 0,0 0-7 0,0 0 9 15,0-1-15-15,-6-18 5 0,4 12-10 0,0-3-7 16,1-2 32-16,-1-1-6 0,2-3 18 0,-2 1 17 16,1-2-40-16,1 0-1 0,0 0-17 15,0-1-35-15,0 1-26 0,1 1-12 0,-2 0-9 16,1 4-79-16,-2 2 55 0,-1 2 43 0,1 1 18 16,2 7 250-16,0 0-5 0,0-1-1 0,-11-16-7 15,11 17-27-15,0 0 24 0,0 0-16 0,0 0 14 0,-1 0-55 16,1 0-3-16,-1 0 1 0,-16 2-2 0,17-2-3 15,0 1-19-15,-10 15-3 0,5-7-6 0,1 1-16 0,-2 2 8 16,-1 0 9-16,0 5 3 0,-1-1 44 0,0 1 18 16,0 0-6-16,1-1 7 0,0 0-25 0,2-2-28 15,0-2 3-15,3-2-11 0,1-2-6 16,1-8 2-16,0 1 3 0,0-1 1 0,3 18 20 16,-3-18-5-16,0 0 1 0,1 0-5 0,17 1-11 15,-18-1-3-15,13-8-6 0,-4 1 3 0,0-1-13 0,1-3 6 16,0-1-2-16,0-3 3 0,0 0-5 15,-1-1 2-15,1-2-1 0,0-1 1 0,-2 2 3 0,0-2-10 16,1 3 4-16,-4 2-5 0,0-1 8 0,-2 3 0 16,-1 0 4-16,0 2 0 0,-2 0 23 0,0 2-2 15,-1 2 4-15,-2 0-5 0,3 6-10 0,0 0-8 16,0 0-4-16,-1-1-1 0,-15-8-9 0,16 9-4 16,-1 0-1-16,-15 7 0 0,10-2 2 0,-2 2-7 15,1 0 3-15,-1 3-4 16,2 1 3-16,-1-2 4 0,2 2 1 0,1-2 2 0,-1 0 2 15,3-1 6-15,0 0-5 0,1-1 4 0,1-7-2 0,0 0-7 16,0 1 4-16,5 16-5 0,-5-17-1 0,0 0-2 16,0 0-4-16,1 0 0 0,16-1-14 0,-17 1 13 15,0 0 2-15,20-12 5 0,-11 5 12 0,-1-1-9 16,-2-1 1-16,1 0-5 0,-1 0 8 0,0 1 2 16,1 1 0-16,-2 0 0 0,-2 1 1 0,0 0-1 15,-1 0-1-15,-2 6-1 16,0 0-5-16,0-1 0 0,0 1-5 0,5-19 4 15,-5 19-1-15,0 0-20 0,0 0 10 0,0 0-15 16,0-1 7-16,0 1 0 0,0 0-3 0,0-1 1 16,0 1-13-16,0-1 16 0,-1 1-5 0,1-1 11 0,-1 1 9 15,1 0 7-15,-1 0 0 0,-16-5 3 0,17 5 2 16,0 0 3-16,0 0-4 0,0 0 2 0,0 0-15 16,-1 0-37-16,0 0 2 0,1 1-18 0,-1-1-44 15,1 0-40-15,0 1-8 0,-1-1-12 0,1 1-43 0,0-1 55 16,0 1 10-16,0-1 25 15,0 0 113-15,0 1 15 0,0-1 4 0,0 1 2 16,0-1 10-16,0 1 3 0,0-1 3 0,0 1 0 16,0-1 1-16,0 0 15 0,0 1 0 0,0-1 5 15,4 17-5-15,-4-17-15 0,0 0-4 0,0 0-2 16,0 1-7-16,0-1-2 0,2 18-1 0,-2-18 1 16,0 0 1-16,0 1 6 0,-2 15 6 0,2-16-1 0,0 1 4 15,0-1 14-15,-1 1 0 0,-12 17 7 0,13-18 22 16,0 0 10-16,-1 1-2 0,1-1 2 0,-14 18-24 15,14-18-13-15,0 0 1 0,-1 1-6 0,1-1-15 0,0 1-14 16,-1-1-3-16,-17 16-1 0,18-16 1 0,0 0 1 16,0 0 0-16,0 0-1 0,0 0-6 0,-1 0 0 15,1 0-2-15,0 0 1 16,0 0-1-16,0 0-5 0,0 0 2 0,0 0-4 0,0 0 2 16,0-1 8-16,0 1-6 0,0-1 6 0,1-15-8 15,-1 16 6-15,0 0 0 0,0 0 3 0,0-1-10 16,0 1-1-16,0-1 1 0,0 1 1 15,0 0-1-15,0-1 2 0,0 1-2 0,0-1 1 16,0 1-1-16,0-1-1 0,0 1 6 0,0 0-3 16,0 0 7-16,0 0-15 0,0 0-11 0,0 0-4 15,0 0-47-15,0 0-62 0,0 0-61 0</inkml:trace>
  <inkml:trace contextRef="#ctx0" brushRef="#br0" timeOffset="-115893.45">11551 2737 2386 0,'-3'-6'103'0,"3"6"-61"0,0-1 56 16,0 1-163-16,0-1 2 0,0 1 2 0,-1-1-19 0,1 1 14 16,-1 0-9-16,1 0 73 0,-17-12 4 0,17 12 2 15,0 0 0-15,0 0-3 0,0 0-4 0,0 0 1 0,0 1 0 16,-1-1 15-16,-17 17 14 0,18-17-4 0,0 1 7 16,0-1-4-16,-14 17-3 15,14-17 0-15,-10 13-3 0,6-5-8 0,0-1 10 16,0 2-9-16,0 0 6 0,1 1-25 0,0 0 7 15,0 0-3-15,3 1 3 0,-1-1-6 0,1 1-1 0,0 0 3 16,1-1-2-16,-1-1 3 0,0 0 3 16,1-1-2-16,-1-1 3 0,0-7 1 0,0 0 1 15,-2 20-2-15,2-20 1 0,0 1-4 0,-3 16 8 0,3-17-2 16,0 0 5-16,0 0-8 0,0 1-2 0,-1 18 4 16,1-19-2-16,0 0 14 0,0 0 5 0,1 0-6 15,-1 1 4-15,0-1-19 0,17 16 8 0,-17-16-3 16,0 0 5-16,0 0-3 0,20 6-8 0,-20-6 4 15,0 0-6-15,21 7 1 0,-21-7 4 0,16 3-6 16,-7-2 4-16,0 0-2 0,1-1-3 0,0-1 7 16,2 1-4-16,0-2 5 0,1 0 4 15,-1 0-5-15,-1 0 4 0,1 0-2 0,-2 1 1 16,-1-1 5-16,-1 0-4 0,-1 0-2 0,-1 1 5 16,-6 1-4-16,0 0 3 0,0 0-5 0,0 0-17 15,17-6-2-15,-17 6-9 0,0 0-26 0,0 0-15 16,0-1 1-16,0 1-4 0,0 0 16 0,4-18-3 0,-4 18 6 15,0 0-5-15,0 0 16 0,0-1 3 0,-6-21 0 16,6 22 1-16,0 0 1 0,-5-19 21 16,5 19-3-16,0 0 10 0,-6-21 16 0,6 21 1 15,0 0 9-15,-3-20-5 0,3 20 10 0,0 0 1 16,-1-16 5-16,1 16-2 0,0-1 10 0,0 1-4 16,0-1-8-16,0 1 3 0,-1-1-26 0,0 1-15 15,1-1 0-15,-1 1-6 0,1 0-5 0,-17-2 5 16,17 2 4-16,0 0 1 0,-12 19 20 0,7-10 7 15,2 1 3-15,-2 0 0 0,0 2 8 0,0-1 0 16,0 0 0-16,-1 1 1 0,1 0 20 0,-1 2-9 0,-1 0 8 16,1 2-8-16,-1-2 1 0,1 0-20 0,0 1 0 15,-1-1-7-15,3 0-3 0,-1-1-6 0,0-1 0 16,2-1-2-16,-1 0-2 0,1-2 1 16,2-1-1-16,-2-1 1 0,3-7-2 0,0 0-9 15,0 1 0-15,-3 15-8 0,3-16-39 0,0 0-44 16,0 0-3-16,0 0-13 0,0 0-6 0,0 0-33 0,0 0-14 15,0 0-20-15,0 0-180 0</inkml:trace>
  <inkml:trace contextRef="#ctx0" brushRef="#br0" timeOffset="-115483.27">11115 3219 2006 0,'0'0'563'0,"0"-1"-503"15,0 1-74-15,0-1-79 0,0 1 67 0,0 0-59 16,0-1 16-16,0 1-28 0,0 0 31 0,0 0 31 15,25 3-6-15,-16 2 16 0,2-1 13 0,2 2 3 16,0-2 6-16,1 0-4 0,1 0-1 0,0-1 32 16,0 0 0-16,-1 0 17 0,2-1 41 0,-1 0 6 15,2 0-4-15,-2 0 2 0,1 0-27 16,3 0-16-16,-1 1-2 0,4-1-4 0,0 1-15 0,-1 0-17 16,-2 0 5-16,0 1-8 0,0-1 3 0,0 1 2 15,0-1-7-15,-1 0 5 0,-2 0-2 16,2-1 0-16,0 1 6 0,-1 0-4 0,-1 0-1 0,-2 0 0 15,-1-1-1-15,-1 0 2 0,-1 0-1 16,-2-1 1-16,0 0-1 0,-2 0 1 0,1 0 6 0,-3-1-20 16,-5 0-21-16,1 0-5 0,0 0-118 0,15-1-90 15,-16 1-43-15</inkml:trace>
  <inkml:trace contextRef="#ctx0" brushRef="#br0" timeOffset="-114417.14">10706 3852 2379 0,'0'0'44'0,"0"0"-43"0,0 0 23 0,-1 0-142 15,1 0 21-15,-1 0 8 0,1 0 42 16,0 0 18-16,0 0 2 0,1 0 78 0,-1 0-13 16,19 1-5-16,-9-1-4 0,-1 0-15 0,3 0 17 15,-1 1 5-15,1-1 3 0,-1 1 4 0,1 0-1 16,-2-1-4-16,1 0 5 0,0 1 5 0,2-1-1 16,-2 1-4-16,3 0 0 0,0 0-10 15,1-1 2-15,2 1 6 0,4-1-4 0,3 1-2 0,3-2-10 16,3 1-1-16,0-1-1 0,1 0 12 0,1 0-9 15,3-1 0-15,3 1-4 0,-1 0-4 0,0 0-11 16,-2-1 7-16,-2 1-8 0,1 1 5 16,-1-2 1-16,2 3-1 0,-1-1 2 0,-3 0-5 0,-2 3 2 15,-1-2-1-15,-1 2 2 0,-1-1 0 0,1 0-3 16,-2 1 1-16,-2-1-2 0,-2 2-1 0,-3-2 0 0,1 1-2 16,-3 0 1-16,0 0 0 15,0 0-6-15,-1 1 1 0,1-1-3 0,-2-1 3 16,-1 0-193-16,2 1-15 0,-3-2-89 0,0-1-318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27T19:45:38.565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5459 7121 999 0,'0'0'144'0,"-1"0"-45"0,1-1 70 16,0 1-111-16,-1 0 6 0,0-1-5 0,1 1 11 15,-1-1 2-15,1 1-2 0,0-1-11 0,-22-11 9 16,22 12-2-16,0 0 5 0,0 0-5 0,0 0 8 16,0 0 1-16,0 0 0 0,0 0-10 0,0 0-15 15,-1 0-6-15,0 0-3 0,1 0-22 0,0 0 0 16,0 0-7-16,0 0 4 0,1 0-4 0,0 0 7 16,17 5 5-16,-18-5-2 0,0 0 7 0,23 1-18 15,-22-1 4-15,15 0-7 0,-7 0 2 0,0 0-2 16,0 0 1-16,1 1-2 0,0-1-1 0,0 1 2 15,0 1-6-15,0-1 4 0,2 0-3 0,-2-1-5 16,1 0 7-16,1 0-6 0,-2 0 5 0,4 0-4 16,1 0 0-16,0-1 0 0,3 0 8 0,-1-1-3 15,0 0 6-15,-1-1-5 0,1 1 7 0,-3 0 0 16,1 0-1-16,-2 0 0 0,-1 1 3 0,-2-1-2 16,0 2-2-16,-2-1 0 0,1 0-4 0,-2 1 6 15,-7 0 0-15,0 0 0 0,1 0-8 0,18-1 6 16,-19 1-2-16,0 0 4 0,0 0 2 0,0 0 5 0,0 0-3 15,1 0 2-15,-1 0-19 16,0 0-25-16,0 0 1 0,0 0-11 0,0 0-7 0,-1 0 14 0,-21-2-1 16,13 2 7-16,-3 0 2 0,-1-1-2 0,-1 2 0 15,-4-2 1-15,0 2 10 16,-3 0 4-16,-1 0-3 0,-2 3 3 0,2 0 5 0,-2 1-5 16,3 1 5-16,1-1-5 0,2 1 5 0,2 0 2 15,-1-1 2-15,2 2 0 0,1 0 2 0,1-1-1 16,0 0-2-16,2 0 1 0,1-1-2 0,1 0 5 15,1 0 0-15,1-2 2 0,7-3 9 0,0 0-8 16,-1 1 2-16,1-1-4 0,0 0-6 0,-1 1 4 16,-9 15-4-16,10-16 2 0,0 0-4 0,1 0 3 15,-1 0 1-15,20 9 1 0,-20-9 3 0,0 0 1 0,23 2 4 16,-14-2-3-16,1-1 3 0,1 0 4 0,1 0-4 16,0-1 5-16,1 0-3 15,-1 1-6-15,1-2 6 0,-2 1-6 0,1 0 9 0,0-1 3 0,0 1-3 16,2-2 2-16,0 2-10 15,0-2 4-15,1 2-3 0,-1-1 2 0,0 1-7 16,-2-1 2-16,-2 1-4 0,1 1 3 0,-1 0-3 16,0 0 1-16,-1 0 0 0,-1 1 0 0,0-1-1 0,-1 1 2 15,-7 0 0-15,1 0-1 0,0 0-3 0,17 1 4 16,-18-1-1-16,0 0 3 0,1 0 3 0,0 0-2 16,-1 0 5-16,1 0-4 0,-1 0 2 0,0 0-33 15,1 0-13-15,-1 0-14 0,1 0-90 0,-1 0-179 16,0 0-62-16</inkml:trace>
  <inkml:trace contextRef="#ctx0" brushRef="#br0" timeOffset="2236.19">6624 7397 2232 0,'0'0'124'0,"0"0"-29"0,-1 0-10 0,0 0-55 0,1 0-60 16,-1 0 14-16,1 0 0 0,0 0 13 0,-1 0-7 15,-15-1 0-15,16 1-2 0,0 0 3 0,0 0 5 0,1 0 3 16,-1 0-1-16,17 4 3 0,-17-4 14 0,0 0 19 15,17 1 4-15,-17-1 5 0,0 0 7 16,23-3-6-16,-23 3-1 0,17-1 0 0,-17 1-2 16,17-3-6-16,-8 1-6 0,0 1 1 15,1 0-20-15,-1-1 8 0,2 1-1 0,-1-1 1 16,0 2-5-16,1-1 0 0,0 1 0 0,-2 0 0 16,0 0-3-16,-1-1-2 0,0 1-1 0,0 0 1 15,0 0 0-15,-3 1-4 0,3 0 1 0,-3 0-1 16,0 0 6-16,2 0-9 0,-7-1 5 0,0 0-6 15,0 0 16-15,20 3-3 0,-20-3 5 0,1 0-4 0,-1 0 5 16,1 0 4-16,17 3-7 0,-18-3 6 0,0 0-6 16,0 0-6-16,0 0 7 0,0 0-7 0,0 0-2 15,0 0 5-15,0 0-8 0,0 0 8 0,0 0-11 0,0 0-29 16,0 0-13-16,0 0-14 0,0 0-111 0,0 1-136 16,0-1-48-1</inkml:trace>
  <inkml:trace contextRef="#ctx0" brushRef="#br0" timeOffset="6517.42">5184 7211 1568 0,'-10'-4'447'0,"2"0"-153"0,-2 0 215 0,10 4-448 0,0 0-26 0,0 0-43 0,-1-1 4 16,1 1-11-16,-1-1 12 0,1 1-17 0,-10-18-1 16,10 18 1-16,0 0-4 0,1 0-4 0,-1 0 7 15,18-4 2-15,-18 4 3 0,1 0 16 0,-1 0 12 16,17 3 2-16,-17-3 4 0,0 0 10 0,1 0-3 16,19 7 3-16,-20-7-3 15,0 0 6-15,22 4 0 0,-11-3-2 0,0-1 1 0,2 0-11 16,2 0-1-16,0-2-1 0,2 0 1 0,1 0 4 15,1 0-4-15,0-1-1 0,-1 1-2 0,0 0-10 0,1 1 2 16,0 1 0-16,1 0 0 0,0 1-5 16,-1 0 0-16,-1 1-2 0,-1 1 1 0,-1-1 9 0,-1 2-4 15,0-1 3-15,-1 1-4 0,1-1 2 0,-4 0-1 16,1 0 1-16,2 0 1 0,0-2 7 0,2 0 1 16,-1 0-2-16,-2-1 1 15,-1 1-8-15,1-1-3 0,-3 1 2 0,0-1-4 0,-1 1 2 0,1 0-132 16,-1 0-12-16,1 0-58 0,1 0-181 0,0-1-401 15</inkml:trace>
  <inkml:trace contextRef="#ctx0" brushRef="#br0" timeOffset="7170.58">7303 7479 2950 0,'0'0'162'0,"0"0"-23"0,0 0-2 0,0 0-56 16,0 0-91-16,0 0-47 0,0 0-4 0,0 0 13 15,19 0 37-15,-11 2-4 0,2 0 1 0,2 1-2 16,0 0 5-16,1 1 12 0,2 2-3 0,0-1 6 15,0-1-10-15,1-1 21 0,1 0-4 0,0-1 11 16,1 2 3-16,-1 0 3 0,0-2 5 0,0 0-3 16,-2 1 3-16,1-3 1 0,0 4-1 0,-1-1 2 15,-1-1 6-15,0 0-6 0,1-1 4 0,-2 1-5 0,2-2-5 16,0 2-10-16,-1 1-1 0,-1-2-4 0,-1 1-4 16,1-1-10-16,-4 0 5 0,3 0-5 15,-3 1 8-15,0 0-4 0,0-1-2 0,-2 1-1 16,1-1-6-16,-3 0-28 0,-5-1-5 0,1 0-12 15,-1 0-66-15,21 4-123 0,-21-4-28 0,0 0-57 16,1 0-348-16</inkml:trace>
  <inkml:trace contextRef="#ctx0" brushRef="#br0" timeOffset="14701.88">5265 7201 1871 0,'-9'-6'188'0,"0"0"53"0,0 0 2 15,0 0-106-15,1 0-81 0,1 0-57 16,1 0 0-16,0 1-2 0,6 5 3 0,0-1 9 16,-18-14-4-16,18 15 5 0,0 0-1 0,-1 0-2 0,0-1-1 15,-15-7-3-15,16 8-11 0,0 0 10 16,0 0 3-16,0 0 4 0,0 0 13 0,0 0 3 15,0 0-2-15,0 0 2 0,0 1-5 0,0-1 9 16,1 1-1-16,-1-1 5 0,22 12 3 0,-13-11 4 16,2 0-4-16,2-1 2 0,3 0-7 15,2 0-14-15,2 0 1 0,0-1-6 0,1-1-3 0,-1 2-2 16,1-1-1-16,-1 2-1 0,-1-1-8 0,2 0 5 0,2 2 1 16,1-1 4-16,0 1-1 0,0 1-2 15,-1-1 0-15,-1 1-1 0,-1 0-4 16,-3 0 5-16,2 0-3 0,0 0 5 0,1 0 0 0,1-1-3 15,0 0 6-15,-2 0-5 0,-1 0 2 0,0-1 0 16,-2 1-1-16,-2-1 2 0,0 0-6 0,-4 0 6 16,1 0-7-16,-2 0 4 0,-1-1-12 0,-1 2-144 15,1-1-19-15,-1 0-70 0,3 0-306 0</inkml:trace>
  <inkml:trace contextRef="#ctx0" brushRef="#br0" timeOffset="142757.82">5157 7271 825 0,'0'0'527'16,"0"-1"-169"-16,-1 1 251 0,1-1-509 0,-16-14-34 0,16 15-58 15,0 0 2-15,0 0-3 0,0-1 9 0,0 1-13 0,0 0 2 16,0-1-2-16,1 1 3 0,17-16 0 0,-18 16 2 16,0 0-1-16,16-4 1 0,-15 4 3 0,-1 0 11 15,22-2 2-15,-14 2 3 0,2-1 10 0,3 0 0 16,1 0 1-16,0 1-1 0,1-1 2 0,2-1-6 15,0 2 0-15,1-2-1 16,0 1 3-16,1-1-5 0,0 2 3 0,1-2-4 16,2 1 0-16,2-1-7 0,-1 1-8 0,3 0 1 15,-3 0-15-15,0 1 0 0,-1 1 5 0,-2 0-3 0,-1 1 1 16,-1-1-4-16,0 2 3 0,1 0-2 16,1 0 6-16,0 2-3 0,-2 0-2 0,0 0 0 15,1 2-5-15,-2 0-47 0,1 0-31 0,-1 1-16 16,1 1-212-16,0 2-396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27T19:46:01.495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5606 8308 1970 0,'-9'-1'286'0,"1"0"128"0,-1 0-1 0,1-1-276 0,1 1-81 15,7 1-93-15,0 0-2 0,0 0-4 0,-1 0 8 16,0 0-3-16,1 0-3 0,0 0-1 0,0 0-16 0,-1 0 18 16,1 0 5-16,0 0 7 0,0 0 29 15,0 0 10-15,1 0 1 0,-1 0 3 0,16-2 14 0,-16 2-2 16,0 0 9-16,1 0-6 0,-1 0 6 0,17 1-1 15,-17-1-4-15,1 0 2 0,-1 0-7 0,1 0-6 16,18 2 1-16,-19-2-2 0,0 0-2 0,1 0 1 16,18 1-3-16,-19-1 2 15,0 0-16-15,21 3 5 0,-14-2 1 0,2 0 1 16,0-1-2-16,0 1 1 0,1 0 0 0,2-1 1 16,-2 0 2-16,2 0-2 0,0 0-3 0,1 0 2 15,-1-1 1-15,1 0 5 0,0 0-3 0,-1 0 2 16,-1 0-7-16,0 1 10 0,-1-1-1 0,1 0 4 0,0 1 2 0,1 0 6 15,1-1 2-15,2 1 0 16,-1 0-7-16,1-1-2 0,0 1-3 0,0-2 3 16,-1 1-3-16,1 1-11 0,-2-1 6 0,2 0-7 0,-1 1 12 15,1-1-6-15,-2 1-3 0,1-1 0 0,-1 1 1 0,2 0-2 16,0 0 2-16,0-1-2 0,-3 1-1 0,1 1 2 16,-3-1-2-16,0 1 3 0,0 0 6 0,-2 0-7 15,1 0 5-15,-2-1-6 0,-1 1-1 0,-6-1-1 16,0 0 2-16,1 0-2 15,16 7-7-15,-17-7-65 0,0 0-34 0,0 0-27 16,1 0-284-16,12 17 784 0</inkml:trace>
  <inkml:trace contextRef="#ctx0" brushRef="#br0" timeOffset="8757.95">5924 8296 1747 0,'0'0'254'0,"0"0"107"0,-1 0 5 15,0 0-225-15,-15 1-86 0,15-1-65 0,1 0-7 0,-1 0 11 16,1 0 7-16,0 0-11 0,0 0 1 0,0 0-5 16,0 0 10-16,1 0 0 0,19-3 4 0,-20 3-2 15,0 0 5-15,21 0 11 0,-21 0-3 16,0 0 6-16,22 3-2 0,-22-3 0 15,1 0 2-15,17 2-1 0,-18-2 9 0,0 0-6 0,19 5 5 16,-19-5-3-16,0 0 2 0,18 5 4 0,-18-5-4 16,1 0 4-16,18 4-10 0,-19-4-5 0,0 0 0 15,20 1 0-15,-20-1-2 0,0 0 7 0,22-1-1 0,-22 1 3 16,16-3 6-16,-7 2 3 0,-1-1-1 0,0 2 1 16,-1-2-6-16,0 1-2 0,-1 0-3 15,-6 1 1-15,1 0-7 0,-1 0-5 0,18 0 0 16,-18 0-1-16,0 0 0 0,0 0 1 15,1 0-1-15,0 0 1 0,-1 0-6 0,0 0-10 0,1 0-10 16,-1 0-4-16,0 0-69 0,0 0-90 0,0 0-21 16,0 0-38-16,0 0-239 0</inkml:trace>
  <inkml:trace contextRef="#ctx0" brushRef="#br0" timeOffset="16887.87">5932 8297 672 0,'0'0'421'15,"0"0"-127"-15,-1 0 195 16,1 0-403-16,-19 2-26 0,19-2-51 0,0 0-3 16,0 0 1-16,0 0 4 0,0 0 13 0,-1 0 3 15,0 0-1-15,-15 3 2 0,16-3-5 0,0 0-3 16,0 0 1-16,0 0 0 0,0 0 17 0,0 0 11 16,0 0 4-16,0 0 2 0,0 0 20 0,0 0-19 15,0 0 6-15,0 0-11 0,-1 0-3 0,0 0-15 16,1 0-1-16,-1 0-4 0,1 0 2 0,0 0-15 0,0 0 0 15,0 0-5-15,0 0 5 0,0 0-3 0,0 0 3 16,1 0-5-16,-1 0 2 0,20-1-5 0,-12 0-2 16,2 1 0-16,-1 0-6 0,0 0 1 0,0 0 3 15,1-1-1-15,-1 1-1 0,1 0 2 0,-1 0-4 0,-2 0 4 16,1 0 4-16,-1 0-8 16,0 0 6-16,0 1-7 0,-1-1 11 0,0 0-4 15,-6 0 0-15,1 0-1 0,-1 0 3 0,17 1 1 16,-17-1-2-16,0 0 2 0,0 0-1 0,0 0 3 15,0 0-4-15,1 0 3 0,-1 0 0 0,1 0 4 16,0 0 2-16,-1 0-1 0,0 0-2 0,0 0-13 0,0 0 1 16,0 0-8-16,0 0-15 0,0 0 5 15,-17-1-4-15,9 0 5 0,-1 1 7 0,-1 0 9 0,0-1 2 16,1 1 2-16,-1 1 5 0,1-1 1 16,1 1-2-16,0 0 2 0,1-1-7 0,0 0 3 0,7 0 3 15,0 0-1-15,-1 0 5 0,1 0 3 0,-17 0-5 16,17 0 4-16,0 0-16 0,0 0-2 0,0 0-4 15,0 0 2-15,0 0-10 0,0 0-2 0,0 0 5 16,0 0-3-16,1 0 14 0,16 0 0 16,-17 0 2-16,0 0-1 0,22 0 7 0,-22 0 2 15,17-2-1-15,-7 1 1 0,1 1-2 0,-1-1 1 16,0 1 1-16,2-1 0 0,-3 0 3 0,0 1-4 16,2 0 0-16,-3 0-1 0,1 0-4 0,0 1 5 15,-1 0-4-15,1 1 5 0,-2-2-1 0,1 2-1 0,-1 0 1 16,-2-2-1-16,-5 0 1 0,0 0-7 0,1 0 6 15,-1 0-6-15,18 7 3 0,-18-7 2 0,0 0-7 16,0 0 4-16,1 0-8 0,-1 0-85 0,0 0-5 16,1 0-40-16,16 7-143 0,-17-7-190 15,1 0 877-15</inkml:trace>
  <inkml:trace contextRef="#ctx0" brushRef="#br0" timeOffset="27123.98">5495 8349 735 0,'-5'1'498'0,"0"1"-158"0,5-2 235 16,-1 0-476-16,1 0-26 0,-1 0-54 0,-17 8 3 15,18-8 4-15,0 0 4 0,0 0 8 0,-1 0 3 16,1 0-7-16,-1 0 5 0,1 0-13 0,0 0-7 16,0 0 4-16,-1 0-6 0,0 0 1 0,0 0 12 15,1 0-1-15,0 0 6 0,0-1 6 0,0 1-15 16,0-1 5-16,0 1-7 0,0-1 13 0,0 1 4 15,1 0 1-15,17-8 1 0,-18 8 6 0,0 0-17 16,1 0 2-16,-1 0-5 0,20 0 6 0,-20 0-13 16,0 0 4-16,18-2-8 15,-18 2 3-15,0 0-7 0,22-3-1 0,-12 1-3 16,-2 1-3-16,1 0-4 0,2 0 0 0,-1 0-1 0,-2-1 3 0,2 2-1 16,-1-1-1-16,1 0 1 0,-2 0 1 0,1 1 1 15,3-1-2-15,-2 1 0 0,3 0-5 0,-2 0 14 16,1 1-2-16,0-1 6 0,-1 0-2 0,0 0-1 15,1 0 2-15,0 0-2 0,-1 0-5 0,0 0-1 16,0-1 0-16,0 1 1 0,-1-2-5 0,0 2 3 16,0-1-4-16,-2 0 4 0,0 1-4 0,0-1 2 15,0 0-4-15,2 1 3 16,-1-1-6-16,2 1 3 0,1-1 0 0,-2 1 1 16,1 0-5-16,0 0 9 0,0 0 0 0,-1 0 5 0,0 0 1 15,0 0-6-15,0 0-2 0,-1 0-1 16,0 1 0-16,-1 0-1 0,1 0 1 0,-1-1-1 0,-1 1 4 15,2 0-3-15,0 1 4 0,-2-1-5 0,1-1 5 16,-1 0 7-16,0 1 1 0,1-1 2 0,1 0 1 16,0 0-3-16,1 0-3 0,-1 1 2 0,1 0-2 15,-2 0-2-15,2-1 0 0,-1 0-1 0,-2 0-9 0,2 0 4 16,0 1 0-16,-1 0 3 0,-1-1-3 0,0 0 5 16,-1 0-4-16,1 0 4 0,-1 0-9 0,-6 0 6 15,0 0-1-15,1 0 3 0,-1 0-2 0,18 0-3 16,-18 0 4-16,0 0-4 0,0 0 2 0,0 0-4 15,1 0 1-15,-1 0-3 0,1 0-31 0,0 0-89 16,-1 0-28-16,0 0-30 16,1 0-213-16</inkml:trace>
  <inkml:trace contextRef="#ctx0" brushRef="#br0" timeOffset="46224.74">5543 8399 2430 0,'-3'-4'146'0,"3"4"-29"16,0 0 58-16,0-1-155 0,0 1-16 0,-5-16-41 0,5 16 21 15,0 0 1-15,0 0 9 0,1 0 2 0,14-7 6 16,-6 10-4-16,1 1 3 0,1 0-4 0,-1-1 3 16,2 0 3-16,0 0 0 0,-1 0 1 0,2-2-4 15,0 0-2-15,1 0 0 0,0 0-3 0,2-1-4 16,0 1-3-16,-1-1-6 0,3 1-76 0,0-1-319 15,4-1-116-15</inkml:trace>
  <inkml:trace contextRef="#ctx0" brushRef="#br0" timeOffset="48278.34">5563 8396 1428 0,'-5'-1'299'0,"-1"-1"-81"0,6 2 134 0,-1 0-271 0,1 0-27 15,0 0-49-15,-1 0-1 0,1 0-4 0,0 0 7 16,-1 0-5-16,-15-7-2 0,16 7 1 0,0 0-2 16,0 0 1-16,0 0 1 0,0 0 1 0,0 0 0 15,0 0-2-15,0 0 14 0,0 0-1 0,1 0 9 16,-1 0 19-16,1 0 11 0,-1 0 3 0,0 0 1 0,16-4 5 15,-16 4-14-15,0 0 5 0,1 0-8 16,0 0-6-16,15-5-8 0,-16 5-6 0,1 0 2 0,-1 0-14 16,21-5-8-16,-21 5 3 0,1 0-5 0,20-5 4 0,-21 5-8 15,17-2 0-15,-7 2-3 0,0 0 5 0,2 2-2 16,1-1 2-16,0 0-2 0,1 2 3 16,1-2 3-16,-1 1-3 0,2-1 3 0,0 0-4 15,0 0 3-15,1-1 0 0,-1 1 0 0,1 0 1 0,-1-1 11 16,1 2-1-16,0-2 4 0,3 0 1 15,-1 0 5-15,0 0-1 0,0-2 2 0,0 1-8 0,-2 0-6 16,0 0 3-16,-2 1-4 0,-1-1 7 0,-1 1-7 16,0 1 1-16,-1-1-4 0,0 1 3 0,1 0 0 15,0 0 2-15,0 1-1 16,-1-2 0-16,0 0 4 0,-1 0 0 0,-1-1 2 16,1 2 2-16,-1-3 7 0,0 2 0 0,-1-1 1 15,0 0-8-15,0 1 0 0,-1-1-10 0,-2-1 7 16,0 1-8-16,0 1-3 0,-6 0 6 0,1 0-6 15,-1 0-4-15,18 0 5 0,-18 0-4 0,0 0 5 16,1 0-5-16,-1 0 1 0,1 0 0 0,-1 0-1 0,1 0 3 16,-1 0-77-16,16 3-10 0,-16-3-35 0,0 0-127 0,0 0-199 15,0 0-89-15</inkml:trace>
  <inkml:trace contextRef="#ctx0" brushRef="#br0" timeOffset="48991.82">6934 8643 1896 0,'0'0'275'0,"0"0"111"0,0 0 4 16,0 0-211-16,0 0-108 0,-1 0-78 0,1 0-2 16,0 0 2-16,0 0 4 0,0-1-7 0,0 1 0 0,0-1-3 15,1 1 4-15,16-10 1 0,-17 10 2 0,0 0 0 16,20-2 11-16,-20 2 7 0,1 0 3 0,20-3 0 16,-20 3 15-16,-1 0 18 0,22 0-3 0,-22 0 8 15,1 0-2-15,19-3 0 0,-20 3-4 16,1 0 2-16,20-1-18 0,-20 1-6 0,15-3 2 0,-7 2-3 15,0 1-2-15,1 0-5 0,0-1-3 0,1 1 0 16,-1-1-8-16,0 0-3 0,0-1 3 0,0 1-2 16,0 0 1-16,1 0-1 0,1 1-1 0,-2 0 1 15,3 0-2-15,-2-1-1 0,2 0 3 0,-2-1-3 16,0 2 5-16,-1 0-1 0,1 0-1 0,-1 1 0 16,1-1 3-16,-2 0-2 0,0 0 1 0,-1 1-2 15,-1 0-3-15,-1-1 7 0,-6 0-7 0,1 0 6 16,-1 0-9-16,0 0-2 0,19 4-14 15,-19-4-4-15,0 0-127 0,0 0-190 0,0 0-52 0,1 0 61 16,-1 1 1118-16</inkml:trace>
  <inkml:trace contextRef="#ctx0" brushRef="#br0" timeOffset="126715.66">5497 8332 2970 0,'0'0'105'16,"-1"0"-7"-16,1 0 32 0,-1 0-130 0,1 0-26 0,-1 0-59 15,1 0 22-15,0 0 6 0,7 9 12 0,4-2 40 16,0-3 14-16,6 3 1 0,6-1 4 0,0 1-6 15,3-3 7-15,2 0-1 0,2-1 2 0,2 0-3 0,-1-2 7 16,1 0-5-16,-4 2 7 0,-2-2-1 0,-3 1 8 16,0 0 4-16,-1 0-1 0,2 0-5 0,-1 0-12 15,-3 2-3-15,0-1-2 0,0 0-6 0,-3-1 1 16,0 0-1-16,-3 1 0 0,0-1-4 0,-1 0-59 16,-3 0-17-16,0 0-23 0,-1 0-127 0,-1 0-80 15,-3 0-16-15,-5-2-38 0,0 0-224 0</inkml:trace>
  <inkml:trace contextRef="#ctx0" brushRef="#br0" timeOffset="126924.1">5510 8494 3317 0,'-5'-3'263'0,"0"0"-180"16,5 3-15-16,0 0-52 0,0 0-48 0,0-1 17 15,0 1-2-15,10-15 8 0,1 11 8 0,6 0 4 16,4-3 3-16,8-1 0 0,3-1-2 0,8-4 2 15,4 0-3-15,4-1 1 0,0 1-10 0,0 1 5 16,1 0 2-16,0 1 1 16,-3 0-2-16,-7 2 1 0,-1 1-1 0,-3 0 3 0,1 3-2 0,-1 1 4 15,-1 0-5-15,-4 3 5 0,0-1-7 0,2 2-140 16,3 2-43-16,6 0-61 0,3 1-406 0</inkml:trace>
  <inkml:trace contextRef="#ctx0" brushRef="#br0" timeOffset="-101609.3">2969 4269 779 0,'0'0'349'16,"0"0"-139"-16,0 0 177 0,-1 0-367 0,1 0 3 0,0 0-12 15,0 0-9-15,0 0 7 0,0 0-9 16,1 0 4-16,-1 0 16 0,0 0-1 0,0 0 7 15,19-1-3-15,-19 1 4 0,1 0-3 16,-1 0 3-16,17 5-1 0,-17-5 10 0,0 0 5 16,18 9 2-16,-18-9 24 0,0 0 3 0,18 8-6 15,-18-8 2-15,1 0-20 0,17 2-8 0,-10-1-5 0,1 1 0 16,1-1-8-16,-2-1-11 0,1 1 4 16,0 0-8-16,0 1-6 0,1-1 8 15,0 0-4-15,0 0 4 0,0 0-11 0,-1 0 5 0,2-1-3 16,-3 0 5-16,4 1-4 0,0-1 4 0,1 0-3 0,2 0 2 15,-1-1-4-15,2 1 2 0,1-2-3 0,-2 1 3 16,2-1-5-16,-1 1 3 0,0-1 3 0,-1 1-2 16,0 1-6-16,-1-1 5 0,0 0-3 0,-1 1 6 15,0-1-6-15,1 1 1 0,3 0 0 16,-1 0 0-16,3 0-4 0,-2-1 5 0,2 1-2 0,0-2 4 16,-2 1-3-16,1 0 4 0,-1 1-2 0,-1-2 2 15,-1 2-6-15,2 0 0 0,-1 0 2 16,0 0-1-16,1 0 3 0,1 0 1 0,-2 0-1 15,0 0 1-15,0-1 0 0,1 1-3 0,-2 0 0 16,0 2 0-16,0-2 4 0,-2 1 1 0,2 0-4 0,-1-1 2 16,2 0-3-16,1 0 2 0,1 0 1 0,1 1 0 15,-2-2 3-15,1 0-2 16,-1 0 4-16,0-2-3 0,-1 2 6 0,-1 1 7 0,1-2-1 16,-2 4 3-16,1-2 2 0,-1 0-11 0,1-2 0 15,0 0-3-15,0 1 1 0,1 1-1 0,1 1 1 16,-1-1-2-16,0-1-3 0,1 1-4 0,-2 0 1 15,1-1-2-15,-1 1 2 0,-1 0 0 0,1 0-1 0,1 0 1 16,-1-1-2-16,3 1 1 0,-1-3 1 0,0 2 0 16,0 0 2-16,-2-1-3 0,2 1 1 0,-2 1-2 15,0-1 7-15,0 1-5 0,-1-1 4 16,-1 1-5-16,-1-1-1 0,0-1 3 0,2 2-4 16,1 0 3-16,2 1-1 0,-1-1-1 0,1 0 4 0,-3 0-2 15,1-2 4-15,-1 2-3 0,1-1-2 0,-1 0 0 16,-1 0 2-16,1 0 4 15,-2 0 0-15,1 0 2 0,0 1-2 0,0-2-4 0,1 1 4 0,0 0-3 16,0-1 2-16,-1 2-3 0,1 0-3 0,-2-1 1 16,2 1 2-16,-2 0-1 0,0 0 1 0,0 0 0 15,0 0 1-15,-1 0 3 0,0-1-1 0,-2 1 2 16,1-1 2-16,0 1 1 0,0-1 1 0,1 0-1 16,0 1-6-16,1-1-2 15,-1 0 0-15,2 0 0 0,-2 1 4 0,-1-1-4 0,0 1 1 0,0 0-1 16,-2-1-1-16,1 1 1 0,-1 0 3 15,0 1-1-15,0 0 1 0,0 1-6 0,0-1 0 16,-1-1-1-16,0-2 0 0,0 2 10 0,1-1-4 0,-1 0 8 16,0 1-1-16,1-1-2 0,-1 1 1 0,0 0-2 15,-1-2 0-15,1 2-4 0,0-1 1 0,1 1-2 16,-1 1 0-16,1-1-3 0,0-1-1 0,-1 1-1 16,1 0 1-16,-1 0 5 15,0 0-1-15,-1-1 2 0,1-1-4 0,-1 2-1 0,1 0 3 16,-1-1-2-16,1 1 3 0,-1 0-4 0,0 0 3 15,0-1-3-15,-6 1 7 0,0 0 1 0,1 0-7 16,16-1 4-16,-17 1-5 0,1 0 8 0,-1 0-1 16,1 0 2-16,-1 0-3 0,18-1-5 0,-18 1 5 0,0 0-6 15,0 0 3-15,1 0-1 0,-1 0-3 16,16 2 3-16,-16-2 8 0,0 0-10 0,0 0 3 0,1 0-4 16,-1 0 2-16,1 0 0 0,-1 0 2 15,18 1-1-15,-18-1 3 0,0 0-5 16,0 0 2-16,0 0-3 0,0 0 4 0,1 0-3 15,-1 0-1-15,18 4 0 0,-18-4 0 0,0 0 1 0,0 0 0 0,1 0-1 16,-1 0-1-16,18 2 4 16,-18-2-2-16,1 0 4 0,0 0-4 0,-1 0-1 15,0 0 3-15,17 2-3 0,-17-2 0 0,0 0 2 0,0 0-2 16,1 0 1-16,16 4 0 0,-17-4-1 0,0 0 2 16,0 0-2-16,0 0 0 0,1 0 0 0,16 3 1 15,-17-3-1-15,0 0 5 0,1 0-5 0,-1 0 1 0,1 0-2 16,-1 0 1-16,0 0 0 0,1 0 0 0,-1 0-3 15,1 0-40-15,-1 1-65 0,1-1-18 16,-1 1-20-16,0-1-110 0,0 0-143 0,0 0-48 16</inkml:trace>
  <inkml:trace contextRef="#ctx0" brushRef="#br0" timeOffset="-100126.83">3008 5314 1722 0,'-7'-3'243'0,"0"1"51"0,1 0-2 0,6 2-204 15,0 0-85-15,-1 0-9 0,0 0-7 0,1-1 3 16,0 1-25-16,-17-12-8 0,17 12 9 16,0 0-5-16,0 0 34 0,0 0-2 0,0 0-1 0,1 0 1 15,0 0 4-15,16-5 11 0,-17 5 6 0,1 0 1 16,-1 0 21-16,17-4 8 0,-17 4 1 0,0 0 2 15,17-1-1-15,-17 1-12 0,1 0 1 0,18-3-4 16,-19 3-13-16,1 0-5 0,19-1-4 0,-19 1 0 16,15 0-9-16,-8 0-2 0,1 0 2 0,1 0-1 0,0 0 2 15,-1 0-1-15,2 1 0 0,-1-1 0 16,-2 0 0-16,1 0 3 0,0 0-3 0,0 1 5 16,-2 0 0-16,3 0-6 0,-2 0 2 0,0-1-4 0,-1 1 5 15,1-1 13-15,1 0 5 16,1 1 2-16,0 0 11 0,2 0-14 0,0 0 2 15,0-1-5-15,1 1-2 0,1-1-6 0,1 1-5 16,0 0 2-16,0-1-5 0,0 0 1 0,0 0 4 0,1 0-5 16,-2 0 0-16,2 0 3 0,1 1-3 0,0-1 2 15,1 1 1-15,-1-2-1 0,1 2 0 0,-1-1 0 16,0 1 1-16,0 0 5 0,0-2 2 0,-1 1 1 16,0 0 2-16,-1 0 5 0,1 0-2 15,3-1 2-15,0 0-12 0,2 0 3 0,1 0-6 16,-1-1 7-16,1 1-8 0,-2 0-1 0,0 0 4 15,-1 1-4-15,-1-1 4 0,0 1-3 0,2 0-4 16,0 0 2-16,2 0-1 0,0 1 3 0,-1 0 0 0,0 1 0 16,0-1-1-16,1 1-1 0,-2-1 3 0,0 0-2 15,2 0 1-15,0-1-1 0,2 1-3 0,3 0 1 16,-2 0 1-16,-1 0 1 0,-1 0 2 0,-1 0-1 16,0 0-2-16,-1 0 2 0,2 0-1 0,0-1 1 15,1 1-1-15,-1-1 0 0,-1 2 0 0,0 0-1 16,-1 0-2-16,-2 0 5 0,0-1-3 15,1 1 2-15,1-1-4 0,1-1 2 0,3 0 3 16,-3 1 0-16,0-1 6 0,-1 0-5 0,1 2 2 16,-3-1-4-16,-1-1 5 0,0 1 0 0,-1-1 0 15,1 2 0-15,2-1 0 0,-2 2-1 0,2-2 0 0,-2 0 0 16,0 1 0-16,-2-1-6 0,1 2 3 0,-2-2-4 16,0 0 5-16,-2 0 0 0,0 0-3 0,3-1 2 15,0 0-5-15,1 0 6 0,0-1 2 0,0 1 2 16,-1-1 5-16,-1-1-2 0,0 0 4 0,0 2-2 15,-1 0 10-15,-1-1-7 16,0 1 2-16,-1 0-5 0,-1 0-2 0,0-1 2 0,-1 1-1 16,0-3 2-16,2 2-7 0,-1 0 1 0,1-1-2 15,1 2 2-15,-3 0-2 0,1 0 0 0,-2 0 1 0,0 0 0 16,-1 0 4-16,0-1-8 0,-1 1 7 0,0 0-7 16,0 1 9-16,-7-1-6 0,0 0 0 0,0 0-1 15,18 1 2-15,-18-1-6 0,0 0 2 16,0 0-2-16,1 0 8 0,-1 0-12 0,1 0-6 15,-1 0-8-15,0 0-77 0,1 0-111 0,-1 0-13 16,1 0-40-16,0 0-117 0,-1 0-311 0</inkml:trace>
  <inkml:trace contextRef="#ctx0" brushRef="#br0" timeOffset="-96367.45">3127 3739 1763 0,'-4'-4'78'0,"-1"0"-39"0,5 4-12 16,0 0-50-16,0-1-24 0,0 1 22 0,0-1 5 15,0 1 2-15,0-1 11 0,-11-17 24 0,11 18-2 0,0 0 11 16,0 0-9-16,0 0 10 0,0 0-1 0,0 0 5 15,0 0 6-15,0 0 2 0,0 1-1 0,0-1 1 16,0 0 2-16,0 1-3 0,9 17-2 0,-9-18 0 16,0 0-2-16,0 0-4 0,1 0 2 0,0 1-4 15,16 11-3-15,-17-12-3 0,0 0 2 16,0 0-3-16,22 8 3 0,-22-8 1 0,1 0-3 0,19 5 1 16,-20-5-14-16,1 0 7 0,22 6-8 0,-23-6 7 15,16 3-11-15,-7-1 0 0,2 0 0 0,1-1 0 16,0 1-2-16,2-1-2 0,0 0 0 0,0-1-1 15,0 0-1-15,2 0 12 0,-2 0-4 0,2 1 6 16,-1 0-7-16,-1-2 1 16,1 0 1-16,-2 1 0 0,1-1 0 0,1 1 7 15,1-1 2-15,1 1 0 0,-1 0 0 0,2 0-8 16,-1 0 4-16,-1 0-4 0,1 1-3 0,0-1 1 16,0 1-6-16,0 1 4 0,-1-1-1 0,0 0-1 0,1 0 3 15,0-1-4-15,3 1-2 0,-1 0 2 0,-1-1 0 16,2 1 1-16,-2-1 2 0,1-1-5 0,-1 1 1 15,-2 1-1-15,1-1 9 0,0 1-5 0,1-1 2 16,1-1-3-16,-1 1 2 0,2 1-1 0,1 0 1 16,0-1-2-16,-1 0 5 0,2 0-2 0,-2 0 2 0,0 1-3 15,0-1 3-15,0-3 2 0,1 3 0 16,1-2 0-16,3 1-5 0,-1 1 5 0,0 0-4 16,-1-1 3-16,-2 1-8 0,-1 0 1 0,-1 0 1 15,2 0 2-15,1 1-4 0,1 0 1 0,0-1 0 16,0 1 1-16,-1-1-1 0,1 1 0 0,-3 0 2 0,1 0 0 15,-1 0-2-15,0-1 1 0,1 1-2 0,2-1 2 16,-1 1 1-16,-2 0-3 16,0 0 2-16,-1 0-2 0,-1 0-2 0,0 2 4 15,-1-1-5-15,-2-1 5 0,0 1 0 0,1 0-2 16,3 1 2-16,-1-2-4 0,1 2 1 0,0-3 3 16,-1 0 1-16,-1 2 1 0,1-1-4 0,-2 0 1 0,-1 1 1 15,0-1 0-15,0-1-2 0,-2 0 6 0,1 1-6 16,3 0 6-16,-1-1-9 0,1-1 3 0,0 1 3 15,0 0 0-15,-1 0 1 0,0 1-5 16,0 0 0-16,-2 0-1 0,0-1 7 0,0 0-2 16,-2 0 2-16,0-1-3 0,-1 1-1 0,-1 1 5 15,1-1-4-15,-2 0 4 0,0 0 12 0,2 0 23 0,-3 0 1 16,1 0 5-16,-1 0-21 0,-1-1-11 0,0 1 0 16,0-1-2-16,0 1 0 0,1-1-8 0,-2 1 0 15,2-1-3-15,-2 0 5 0,1 0-7 16,-1-1 5-16,0 2-5 0,-6 0 3 0,0 0 2 0,1 0-5 15,18-2 4-15,-19 2-4 0,0 0-2 16,0 0 5-16,0 0-11 0,1 0-84 0,-1 0-245 0,1 0-39 16</inkml:trace>
  <inkml:trace contextRef="#ctx0" brushRef="#br0" timeOffset="-94999.95">7374 3619 2558 0,'0'0'219'0,"0"-1"-105"15,-1 1 99-15,1-1-426 0,-1 1 61 0,1-1-15 16,0 1 137-16,0 0 8 0,0-1 15 0,1 1-2 0,5-16 5 16,-6 16-3-16,0 0 4 0,0 0 2 15,1 0 10-15,-1 0 4 0,1 0 5 0,-1 0 22 0,1 0-7 16,-1 0 3-16,0 0-5 0,17 3-5 0,-17-3-12 16,0 0 7-16,0 0-8 0,0 0-1 0,0 0 6 15,1 0-12-15,-1 0 8 0,17-6-17 0,-17 6 14 16,0 0-5-16,0 0 9 0,1 0-6 0,-1 0 3 15,21-2 5-15,-21 2-3 0,0 0 6 0,18 1-6 16,-18-1-3-16,0 0 0 16,20-1-6-16,-11 0-2 0,0 2 4 0,2-1-4 15,-1 1 1-15,0-1 2 0,2 0-7 0,-1 1 4 16,1-1-6-16,-1 1 2 0,2 0 4 0,-2-1-1 0,1 1 5 16,0-1 5-16,0 1 0 0,3 0 4 0,0-1 6 15,1-1-1-15,0 0 4 0,2 0-3 0,-1 0 1 16,0 0-2-16,1 0-6 0,-1 0 4 0,0 0-3 0,-1-2-6 15,1 2-1-15,1-1-1 0,-1 1-1 0,2-1-1 16,0 0 0-16,0 1-1 0,-2 0-3 0,0 0-2 16,0 1 6-16,-1-2-5 0,0 0 9 0,0 1-7 15,-1 0 4-15,0 1-4 16,0 0 1-16,2-1-3 0,1 1 2 0,0-1-2 16,0 0 9-16,1 0-7 0,-3 1-1 0,0 0-2 15,0 0-1-15,-1-1 1 0,1 1 1 0,0-1 1 16,-2 1-2-16,2 0 6 0,1-1-6 0,0-1 4 0,2 1-5 15,-1-1 4-15,0 1 2 0,0 0 2 0,0 0 6 0,0 0-5 16,0 0 1-16,-1-1-3 0,0 1-2 16,2 0-1-16,-1 0 0 0,1 0 0 0,0 0 2 0,0 0-3 15,-1 0-1-15,1 0 0 0,1 0 1 0,-1 1-3 16,0-2 7-16,0 1-6 0,0 0 4 0,2-1-2 16,0 0-3-16,1 0 1 0,0 0 2 0,0 0-1 15,-2 0 3-15,0-1-3 0,-1 1 1 16,-2-1-1-16,1 1-1 0,-1 0 0 0,-1 0 3 15,2 0-2-15,0 1 2 0,2 0-2 0,-1-1-1 0,0 1 2 16,-1 1 1-16,-1-1 0 0,0 0-7 0,0 1 4 16,0-1 0-16,0 1 1 0,-1 0-3 0,2 0 7 15,-1-1-5-15,2 2 8 16,-1-1-1-16,-1 0-10 0,-1 0 5 0,-1 0-5 16,0 1 10-16,0-1-9 0,-1 1 4 0,1-1-5 15,-1 1 13-15,1 0 1 0,1-1 2 0,1 0-2 16,0 0 2-16,2 0 0 0,-1 0 0 0,-1 0 0 15,-1 0-2-15,0 0-3 0,-2 1-1 0,1-1 0 0,-2 1 1 16,0 0-5-16,0-1 2 0,-2 1-4 0,1 1 2 0,-2-1-2 16,2 1 6-16,-1 0-3 0,0-2 0 0,0 2 3 15,-1-1-6-15,0 0 6 0,-1 0-4 0,-2-1 0 16,0 1 0-16,-7-1 1 0,0 0 2 0,0 0 2 16,20 1 1-16,-20-1-2 0,0 0-8 0,0 0 4 15,0 0-1-15,18-2 3 0,-18 2-2 0,0 0-5 16,1 0 1-16,-1 0-3 0,1 0-12 15,-1 0-157-15,1 0-26 0,-1-1-70 16,1 1-330-16</inkml:trace>
  <inkml:trace contextRef="#ctx0" brushRef="#br0" timeOffset="-88213.56">2527 3621 2936 0,'-14'-7'97'0,"1"1"-62"0,3 4-8 0,-1 0-45 15,2 2-29-15,2 0-14 0,-1 2 1 16,0 4 1-16,0 0 20 0,-10-1 17 0,6 5 5 0,-2 4 4 16,-2 1 14-16,0 4-5 0,0 0 0 0,-1 2-2 15,1 0 2-15,2 2 13 0,-1-2-2 0,2-1 8 16,-1 1 2-16,-1 1-6 0,1 2 2 0,1 2-3 16,1 1 7-16,1-2-4 15,0-1 0-15,4-1-2 0,2-1-5 0,3-2-10 0,4 2 2 0,4-3-5 16,1-1-1-16,4-1-4 0,3-2-2 0,2-1-1 15,3-1 0-15,0-3 0 0,1-1 3 0,-1-1-1 16,1-2 8-16,0 0 6 0,2 0-2 0,1 0 4 16,-1 1 7-16,-4 0 3 15,-2 1 11-15,-3 1-6 0,-1 2 15 0,-2 3-10 0,-2 1 5 0,-1 5-6 16,-2 1-3-16,-5 2 0 0,0 2-7 0,-5 2 5 16,-2 0-10-16,-5 5-14 0,-2 0 1 0,-5 2-6 15,-3 0 5-15,-4-1 10 0,2-2-3 0,1-4 5 16,3 0 2-16,2-3-1 0,1-1-2 0,3-2 0 15,-1-2-4-15,5-1-2 16,-2-2 2-16,3-1-1 0,4-1-2 0,1-1-7 16,1 0 1-16,3 1-3 0,0 1 6 0,3 0 1 15,0 3-1-15,2 2 1 0,1 2-1 0,1 3 1 16,2 0 3-16,-2 2-2 0,1-2 2 0,-1 1 3 0,1 1-2 16,0 4 1-16,0 2 0 0,-1 3 0 0,0-1 5 15,-1 0-2-15,1 2 4 0,-1 4 2 0,-1 2 1 16,0 5 1-16,-2-2 13 0,-2 4-6 0,0 0 2 15,-2 3-4-15,0 1-3 0,-1-2-3 0,-1 1 1 16,0 0-2-16,-1 0 7 0,1-1 0 0,-1 1 3 16,1-1-1-16,0-1 3 0,0 0-1 0,1-1-4 15,-1-1 2-15,3 1-5 0,-1-1-2 0,1-4 4 0,-1 1-4 16,1-1 2-16,-2 1 7 0,1-2-5 16,1-2 5-16,0 0-2 0,0 0-11 0,0 1 4 0,1-3-6 15,-1-2 4-15,0 2 3 0,0 0-4 0,2 0 3 16,0 1-11-16,1-3 0 0,0-2-1 0,0-1 1 15,2 1-4-15,0-1 3 0,1 0-1 0,4-4 2 16,-2-3 0-16,2-3-11 16,1 0-35-16,3-3 0 0,0 1-180 0,2-2-233 15,1-3-175-15</inkml:trace>
  <inkml:trace contextRef="#ctx0" brushRef="#br0" timeOffset="-87197.32">7335 3008 1740 0,'-8'-6'198'0,"-2"0"5"0,0 0-12 0,1 2-161 0,2 2-70 0,1 0 28 16,6 2 10-16,0 0 1 0,0 0 10 0,-23-7 5 16,23 7 1-16,0 0 2 0,-17 6 7 15,17-6-9-15,-1 1-1 0,-21 10-2 0,13-6-11 16,-2 1-1-16,0 2 1 0,1 1-1 0,-1 1 2 0,-1-1 28 16,-1 1-4-16,0 0 14 0,-2 0 21 0,-2 1-3 15,0 1-2-15,-1 0-1 0,-2 1-13 0,0 0-26 16,-4 2 5-16,1 4-13 0,0 1 3 0,-1 2-10 15,0 3 4-15,-1 0-5 0,-1 1 1 0,1 1 4 16,0-1-5-16,1-2 5 16,3 1-5-16,2 0 0 0,3 0-1 0,5 0 0 15,1-1 3-15,4-3-4 0,2-2-1 0,2-3-3 16,2-2-4-16,4-2 4 0,3 0 2 0,4-2 2 16,3 1 19-16,6-1-6 0,5 1 2 0,3-1-5 0,1 1 1 15,1 1-5-15,-3 0 4 0,-1 1-4 0,1 1 4 16,-2 1 4-16,-2 2 1 0,-1 0 2 0,-2 0 13 15,-3 2 2-15,-2 0-1 0,-4 3 0 0,-2 1-1 0,-3 4-13 16,-2 1 7-16,-4 1-9 0,-3 0 12 0,-2 0-15 16,-3-2 5-16,-4 3-7 0,0 1 3 0,-4 3-1 15,-2 0-6-15,-2-2 5 0,2 0-9 0,-1-1 5 16,2 1 3-16,0 1-2 0,2-1-6 0,1 2 2 16,1-2-6-16,3-1 4 15,0 0-5-15,2 2 4 0,2 1-2 0,3 2 2 16,2-1-7-16,2-2-1 0,2-1 1 0,3 2-1 0,2 1-2 15,2 4 8-15,0 1-4 0,1 1 5 0,0 1 4 0,-1 5 0 16,1 1 6-16,-3 1-5 0,0 3-1 0,-1 2-2 16,0 3 1-16,0 1-1 0,-3 2 0 0,1 2 3 15,-1 1-3-15,0 3 4 16,1 1 5-16,1 0 24 0,-1-1-4 0,0 2 8 0,0-2-13 16,-1 0 22-16,0 2 0 0,-2-1 8 0,-1-1 0 15,-1 2-12-15,-2 1-2 0,-2-1-3 0,1 2-11 0,-5 1-9 16,3-1 3-16,-2-5-4 0,-1 0-6 0,2-3-3 15,-1-4 0-15,2-1-1 0,1-3-5 0,0-3 3 16,1-1-4-16,1-5 3 16,-1-4 5-16,2-4-20 0,-1-3-9 0,1-3-10 15,1-3-90-15,-3-3-131 0,0-1 3 0,-1-4-60 16,0 0-141-16</inkml:trace>
  <inkml:trace contextRef="#ctx0" brushRef="#br0" timeOffset="-86774.21">5429 3840 255 0,'-6'-4'1314'0,"1"0"-549"0,5 4 683 0,-1 0-1742 0,0 0 2 0,1 0-187 0,-7 12-189 0,16 1 37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27T19:46:59.719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6592 2888 2309 0,'-6'-7'83'0,"0"0"-58"0,6 7-17 0,0 0-72 0,0 0-26 0,0 0 32 16,-1 0-6-16,0 0 19 0,1 0 20 0,-1 0 16 15,1 0 1-15,0 1 4 0,-1 15 8 0,1-16 19 16,1 0 2-16,16 7 6 16,-17-7 18-16,0 0 8 0,19 1 0 0,-19-1 1 15,0 0-1-15,19-1-6 0,-19 1-1 0,1 0-3 16,20 2-12-16,-20-2-8 0,-1 0-2 0,24 2-3 15,-24-2-13-15,0 0-2 0,25 3-1 0,-15-1 0 16,1 0-4-16,2 0 0 0,1 0-1 0,1 0 2 0,1 0 1 16,0 0-4-16,1 0 1 0,-1-1-1 0,-1 0 5 15,0-1-3-15,-1 1 5 0,-1 0-6 16,0 1 1-16,1 0 10 0,-2 1-5 0,0-1 8 16,1-1 1-16,0 1-9 0,0 0 5 0,2 1-6 15,0-2 8-15,0 0-11 0,1-1 3 0,-1 2-6 16,0-1 10-16,0 0-8 0,1 3 5 0,-2-4-7 15,1 2 7-15,0-1-1 0,-2-1-2 0,2-1 1 0,2 1-5 0,0 0 10 16,1 0 0 0,0 0 3-16,0-1 0 0,1-1-2 0,-2 1 0 15,0-1 0-15,2 2-2 0,0-1-2 0,-2-2-1 0,2 2 0 16,1-1-3-16,1 0 10 0,1 2-6 0,1-3 5 16,0 2-9-16,-3 0 2 0,2-1 5 0,-2 2-2 15,0 1 2-15,0-1-4 0,0 0-3 0,2 0 2 16,1 0 1-16,0 1 3 0,0 0-1 0,-1 0 1 15,0 0 1-15,-2-1 4 0,1 2-3 0,-1 0 3 16,0 0-2-16,3-2 0 0,-1 2 2 0,1-2-3 0,-1 3-5 16,0-3 8-16,0 1-4 0,-3 0 5 15,-1 0-8-15,-1 0 2 0,0 0 1 0,0 2-2 16,1-2-1-16,-1 0-3 0,0 1 2 0,-2-2-2 16,-1 0-2-16,-1 2 4 0,-2-2-4 0,-1 1 4 15,0 0-6-15,-2-1-1 0,-1 0-2 0,0 1 1 16,-1 1-5-16,-1-1-201 0,-5-1-9 0,0 0-92 15,0 0-278-15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27T19:47:17.609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6056 5206 1076 0,'0'0'176'0,"0"0"-74"0,0 0 87 0,0 0-225 0,0 0 23 16,0 0-3-16,0 0 58 0,18-3-1 15,-18 3 8-15,0 0-26 0,0 0 18 0,1 0-4 16,0 0 9-16,18-1 6 0,-19 1 17 0,1 0 0 15,-1 0 6-15,18 2 9 0,-18-2-3 0,0 0-1 16,17 2-2-16,-17-2-15 16,0 0-17-16,17 1 5 0,-17-1-10 0,0 0-5 0,19 1-16 15,-18-1-8-15,-1 0-1 0,23 2-12 0,-14-2 10 16,0 0 1-16,0 0 3 0,0 1 0 0,-1-1 10 16,1 0 4-16,0 0 2 0,-1-1 11 0,1 1-5 0,-1 0 1 15,0-1-2-15,1 0-4 0,0 0-10 0,0 0 1 16,0 0-4-16,1 1-5 0,0-1 1 15,0 1-2-15,1-1 0 0,-2 1-7 0,0 0 5 16,1 0-4-16,1 0 4 0,-1 0-10 0,1 1 1 16,0 1 1-16,0-1 1 0,-1 1 1 0,3-1-3 15,-1 0 0-15,0-1 0 0,-1 1-1 0,3 0 7 16,-1-1-5-16,4 1 7 0,-2-1-6 0,3-1 0 16,-3 0-2-16,1 0 1 0,-1 0 6 0,1 0 13 15,-1 0 2-15,-1-1 1 0,2-1-4 0,-3 1-3 16,2 0-5-16,0-1 1 0,4 1-7 0,0-1 0 15,1 1 2-15,0-1-2 0,-2 1-3 0,2 0-1 16,-3 0 3-16,-1 0-2 0,1 0-1 0,0 2 5 16,0-3-7-16,1 1 4 0,0-1 0 0,2 0-2 15,1 1 5-15,0-1-5 0,0 2 7 0,0-1-1 0,-1 0-2 16,0 1 0-16,-2-1 3 16,2 0-3-16,-1 0 3 0,1 1-4 0,1-1-2 15,1 0-4-15,0 0 2 0,0 1-3 0,-2 1 9 16,0 0-6-16,-1-1 4 0,0 1-4 0,-2-1 7 0,2-1-3 0,1 1-2 15,1 0 0-15,2-1-2 0,0 1 0 16,0 1 1-16,-1-1 0 0,-1-1 5 0,-1 0-6 16,0 1 1-16,0 0-1 0,2 0 1 0,1 1 3 15,0-1-4-15,0-1 3 0,0 1 0 0,-1 0-5 16,-1 0 5-16,0 1-4 0,-1-1 1 16,2 1 0-16,-1-1-1 0,2-1 0 0,2 1 7 0,0-1-2 15,1 0 2-15,-2 0-1 0,-1-1-3 0,1 1 2 16,-1 0 1-16,2-1 1 0,2 1 5 0,0-1 2 15,-1-1-4-15,1 2 4 0,-3 0-6 16,0 0-2-16,-2 2 1 0,0-3-2 0,1 0 1 0,0 1-3 16,2 0 3-16,1 1-3 0,-3 0-2 0,0 1 0 15,-1-2-2-15,-1 1 2 0,0 0 1 0,2 0-1 16,2-1 1-16,2 2-1 0,0-1 3 0,-2-1 0 16,0 2 4-16,-3-2-4 0,1 2-3 0,-2 0 2 15,0-1-2-15,2 1 4 0,1 0-4 0,0 1 5 16,0 0-5-16,-2 0 5 15,-1 0-11-15,3 0 6 0,-4-1 0 0,2 2 3 0,1 0-2 0,-1-2 0 16,3 2 0-16,0-2 1 0,0 1-3 16,-1-1 1-16,-1 0 0 0,-1 1 3 0,-1-1 5 0,1 1 4 15,2-1-2-15,0 2 2 0,0-1 2 16,0 0-13-16,-2 2 6 0,0-2-7 0,-2 2 12 0,1 0-8 16,-2-2 2-16,1 1-3 0,0 0 3 0,0-1-1 15,3 0 0-15,-1 1 0 0,-1 0 2 0,-1 1-4 16,-1-1 1-16,-2 0-3 0,1-1 2 0,-1-1-1 15,0 3 2-15,-1-3-2 0,1 2 2 16,2-1 2-16,-1 0-4 0,0-1 4 0,0 2 1 0,-1-1-3 16,-1-1 4-16,0 2-5 0,-1-2 8 0,2-1-6 15,-2 1 4-15,0 1-4 0,-1-2 4 16,1 1-4-16,1 0 2 0,-1-1-1 0,2 2 2 0,-2-2-3 16,0 0 0-16,-1-1-1 0,0 2 5 0,0 0-4 15,-2-1 3-15,1 0-3 0,0 0 4 0,0 0-7 16,0-1 4-16,0 1-4 0,0 0 0 0,2 1 3 15,1 0-4-15,0-1 4 0,1-1 0 0,0 0-2 16,-1 0 2-16,-2 1-1 0,-1-1 5 0,0 1-2 16,-1 1 0-16,-1-1-1 15,1 1-2-15,-3-1 2 0,0 1 0 0,1-1 1 0,-2 1 0 16,1 0 2-16,-1 1-4 0,-1-1 4 0,2 0-2 16,-1-1-7-16,-1 1 5 0,1-1-5 0,0 1 6 15,-1 0-4-15,-2-1 4 0,-5 1-5 0,1 0 1 0,-1 0-24 16,17-2-10-16,-17 2-6 0,0 0-56 0,0 0-67 15,0 0-9-15,0 0-30 0,0 0-123 0,0 0-222 16</inkml:trace>
  <inkml:trace contextRef="#ctx0" brushRef="#br0" timeOffset="2967.83">4444 4135 2136 0,'-5'-3'114'0,"5"3"-26"0,-1 0-6 0,1 0-63 15,0 0-41-15,-17-7 9 0,17 7-3 0,0 0 10 16,0 0 3-16,0 0 1 0,0 0-1 0,-1 0 0 0,1 0 3 16,0 0 5-16,0 0 0 0,0 0 2 0,0 0 13 15,0 0 16-15,0 0-4 0,0 0 7 0,1 0-1 16,-1 0 0-16,18-8 2 0,-18 8-3 0,1 0 1 15,16-5-10-15,-17 5-1 16,0 0-4-16,20-5-17 0,-20 5 1 0,0 0-2 0,22-4 2 0,-21 4-5 0,0 0-3 16,21-4 0-16,-21 4-3 15,15-1 3-15,-5 0-1 0,0 0 2 0,3 1 0 16,-1 0-3-16,1-1 5 0,-1 1-2 0,0 0 2 16,0-1-2-16,0 2-1 0,0-1 1 0,1 0 0 15,0 0 3-15,0 0-1 0,-1 0 1 0,1 0 0 16,-1 0 13-16,2 1-4 0,1 1 2 0,1-1-3 0,0 0-2 15,-1 0-6-15,1 1 6 0,0 0-5 0,-1-1 5 0,0 1-3 16,-1-1-2 0,0 1 1-16,-1-1 0 0,0 1 7 0,1 0-2 0,1-1 5 15,0 0 0-15,2-1 8 0,0 1-5 0,1-1 5 16,-1-1-9-16,1 1-6 0,-2 0 3 0,1 1-4 16,-1-1 1-16,-1 0-3 0,0 0-3 0,0 0 0 15,1 0 0-15,1 0 0 0,0 0 3 0,1 0-3 0,-1 0-2 16,0 0 1-16,-1 0 1 0,0 1 1 15,0-1 4-15,-2 0-4 0,2 1-3 0,-3-1 0 0,3 0-5 16,1 0 9-16,1 0-3 0,0-1 6 0,0 1-7 16,0 0 1-16,1 0 2 0,-1 0-2 0,-1 0 2 15,0 1-4-15,0 0 1 0,-1-1-3 0,1 1 0 0,1 0 3 16,2 1 0 0,1-1 2-16,-1 0 0 0,0 1 0 0,0-1-1 15,0 0 1-15,-1 0-3 0,-1 1 1 0,-2-2 0 0,2 1 1 16,2 0-1-16,1-1 1 0,1 1-1 0,-2 0 2 15,0-1 3-15,-1 1-6 0,-1 0 5 0,-1 0-5 0,1 0 5 16,-1-1-4-16,0 1 0 0,2 0 1 0,2 0 1 16,0 0 0-16,1-1 0 15,-1 0 0-15,-2 0 5 0,0 0-5 0,0 0 0 16,0 0-2-16,-3 0 2 0,1 1 2 0,2-1-2 16,-3 0 3-16,3 1 2 0,-1 0-1 0,-2-1 4 15,0 1-2-15,0 0 9 0,0 0 1 0,-1-1 0 0,1 0-1 16,-1 0-1-16,1-1-4 0,2 0-1 15,2 0-1-15,3-1 1 0,-2 0-6 0,0 0 2 0,0 0-3 16,-1 0-2-16,-1 0 3 0,0 0-2 0,-2 0 1 16,2 0-6-16,1 1 5 0,0 0-4 0,2-1 5 15,-1 1-4-15,-2-1 2 0,1 1 0 0,0 0 1 16,-3 0 4-16,2-1-4 0,0 1 5 0,2 0-6 16,0-1 2-16,2 0-4 0,0 0 3 15,-2 0-3-15,1 0 1 0,-2 1 6 0,0 0-7 16,-1-1 7-16,-1 0-8 0,1 2 2 0,-1-1 2 15,2 0 1-15,-1 1 1 0,-2 0-8 0,1 0 4 16,-1 0-4-16,-2 0 3 0,1 1 3 0,-1-1-3 16,0 0 2-16,-1 0-2 0,2-1 3 0,1 1-2 15,0 0 3-15,2 0-9 0,-1-1 7 0,1 0-6 16,-2 0 6-16,1 0-1 0,-1 0-3 0,0 1 4 16,-1-2-4-16,0 1 2 0,0 0 0 15,2 1 0-15,0-1 1 0,1 1 1 0,-2-1 0 0,0 0 1 16,-1 0-1-16,0-1 0 0,0 2 1 0,-1-1 2 15,1-1-1-15,-1 2-4 0,-1-1 12 0,1 0-4 16,-1 1 7-16,2-2 12 0,-1 1-10 0,1 0 1 16,-1 1-5-16,-2-2-6 0,1 1-2 0,-3 0 5 0,0-1-4 15,-1 2 5-15,0 0-7 0,-2-1-3 0,1 2 0 16,-1-1 2-16,0 0-1 0,0 0 1 16,-2 0-2-16,-1 0 5 0,1 1-8 0,0 0 2 0,-1-1-5 15,-6 0-8-15,1 0-105 0,-1 0-21 16,20 0-43-16,-20 0-221 0,1 0 897 15</inkml:trace>
  <inkml:trace contextRef="#ctx0" brushRef="#br0" timeOffset="6697.29">10826 4785 2058 0,'0'0'304'0,"-1"0"-137"16,1 0 153-16,-1 0-397 0,0 0 11 0,1 0-9 15,-17 7 36-15,17-7 2 0,-3 16 8 0,1-6 33 16,-3-4 20-16,2 6-6 0,-1 1 7 0,-1-1-18 16,-1 1 3-16,-1 1 4 0,0 1-2 0,0 0 8 15,-1 1 13-15,0 0-4 0,0 1 8 0,0 2-4 16,-1 0-14-16,-1-1 1 0,3 1-6 0,-1 0 1 0,1-2-3 16,-1 1-3-16,1 0 1 0,-1 1 0 0,2 2 4 15,0-1 5-15,-1 0-2 0,0 0-2 0,1-3 1 16,1 0-5-16,0-2 4 0,0-1-5 0,0-1-2 15,1-2 2-15,0-1-2 16,0 1-6-16,1-3 8 0,0 3-5 0,1-1 6 16,-1-1-9-16,1-1 3 0,0-2 2 0,1 0 0 15,-1 0-3-15,2-6-41 0,0 0-2 0,0 1-17 16,0-1-42-16,0 1-29 0,-5 15-10 0,5-16-7 0,0 0-42 0,0 0-58 16,0 0-74-16</inkml:trace>
  <inkml:trace contextRef="#ctx0" brushRef="#br0" timeOffset="7367.28">10881 4816 2105 0,'0'0'83'0,"0"0"-34"0,0 0-15 0,0 0 1 16,0 0-20-16,-1 0-13 0,1 0 2 0,0 0-4 15,0 0 11-15,0 0 0 0,0 0 1 0,-1 0-1 0,0 1-7 16,-6 16-3-16,7-17-4 0,0 0 2 0,0 22 1 16,0-12 9-16,-2-1 5 0,1 0 1 0,0 2 16 15,0 0 5-15,1 1 6 0,0 3-1 0,0-1 18 16,1 1-1-16,-1-1-3 0,2 0 0 16,0 1-17-16,0-1-9 0,2 1-2 0,-2 0-4 15,2 0-14-15,0 0-3 0,0 0 0 0,1 0 0 16,-2 1 2-16,1 1-6 0,1 0 1 0,0-1-2 15,-1 0 8-15,0 0-9 0,0 0 6 0,1-1-6 16,0-1 3-16,-1-1 1 0,0 0 0 0,-1-2 0 16,1 1 5-16,1-1-5 0,-1-1 4 0,0-1-4 0,0 0 6 15,0-1-1-15,-2-1-1 0,1 0 0 0,0-1 6 16,-2 0-13-16,2-1-7 0,-3-5-6 0,0 1-56 0,0-1-20 16,0 0-4-16,0 1-6 0,2 15-14 0,-2-16-9 15,0 0-8 1,0 0-4-16,0 0-47 0,-1 0-4 0,0-1-51 15</inkml:trace>
  <inkml:trace contextRef="#ctx0" brushRef="#br0" timeOffset="7780.14">10710 5160 2815 0,'0'0'111'0,"-1"0"152"16,1 0-282-16,-16-8-9 0,16 8 2 0,0 0-5 0,0 0 0 16,0 0-11-16,0 0 4 0,0 0-3 0,0 0 21 15,0 0 10-15,0 0-3 0,0 0 4 0,0 1-7 16,0-1 15-16,0 1-1 0,0-1 4 0,2 17 12 0,-2-17 2 15,0 0 8-15,0 0-3 0,1 0 21 16,-1 0 6-16,18-1 2 0,-18 1 1 0,1 0-3 16,18-4-11-16,-8 3-8 15,0 0 2-15,1 0-10 0,1-1-10 0,-1 1 3 16,1 0-6-16,-1 0-4 0,1 1-1 0,-1 0 2 0,0 2-2 16,-1-2-3-16,-2 2 2 0,1-1-6 0,-2 1 6 15,0-1 1-15,-1 0-2 0,-7-1 4 0,0 0-4 16,16 4 0-16,-16-4 7 0,0 0-5 0,1 0 4 15,-1 0-11-15,0 0 6 0,1 0-1 0,-1 0 3 16,1 0-19-16,0 0-33 0,-1 0-9 0,16 1-10 0,-16-1-60 16,0 0-94-16,0 0-24 0,0 0-43 15,0-1-286-15</inkml:trace>
  <inkml:trace contextRef="#ctx0" brushRef="#br0" timeOffset="9213.54">8324 3608 1880 0,'0'0'88'15,"0"0"-34"-15,0 0-6 0,0-1-52 0,0 1-24 0,0 0 16 16,0 0-1-16,0 0 5 16,0 0-2-16,0 0 12 0,0 0-2 0,0 0 6 15,0 1 10-15,0-1 4 0,2 20 6 0,-3-11-2 16,1 0 23-16,0 1-17 0,-1 0 1 0,1 2-6 16,-1 0 3-16,1 2 4 0,-1 2 3 0,0 0-2 15,-1 3 7-15,-1-1-10 0,2 1 3 0,-2 0-6 16,2 2-7-16,-1 1-10 0,-1 1-1 0,1 0-2 0,0-2 4 15,1-2-5-15,0-1 1 0,1-4-3 0,0-1 3 16,-1-3 8-16,2-2-2 0,-1 0 5 0,0-8 6 0,0 0-6 16,0 1 5-16,0-1-8 15,0 1-25-15,0-1-4 0,0 1-11 0,0-1 7 16,0 0-14-16,0 0-4 0,0 0-2 0,0 0-3 0,0 0-12 0,1-20-11 16,0 7-1-16,1-2-6 0,0-2-24 0,1-4-68 15,1-1-19-15,0-7-61 0,2 0-560 0</inkml:trace>
  <inkml:trace contextRef="#ctx0" brushRef="#br0" timeOffset="9800.76">8325 3579 366 0,'-4'-11'584'0,"0"3"-341"0,-2 0-50 0,3 3-68 0,3 5-44 0,0-1-30 15,0 1-6-15,-1-1-9 0,1 1-36 16,0 0 1-16,0-1 2 0,0 1 1 0,0 0 14 0,0 0 7 16,0 0 4-16,0 0 0 0,0 1 11 0,17 12 1 15,-17-13 1-15,0 0 1 0,21 11-6 16,-12-9 2-16,1 1-6 0,-1 0 6 0,2 1-3 0,-1-1-2 15,0 0-2-15,1-1-1 0,0-2-6 16,1 2-5-16,0 0-2 0,0 0-2 0,0 1-9 0,0-1 1 16,0 1-1-16,0-1 1 15,0 0 0-15,-1 0-7 0,-1 0 4 0,-2 1-4 0,-1-1 6 16,-7-2-6-16,0 0 4 0,1 1-4 0,-1-1 8 0,1 1 7 16,-1-1-1-16,0 1 3 0,14 17-7 0,-14-18-8 15,0 0-2-15,0 0-1 16,0 1-10-16,-1-1-1 0,-19 19-5 0,10-15 3 15,2 0-3-15,-3 1 9 0,0 0 0 0,-1-1 2 16,1 0 6-16,2 0 6 0,0 0-2 0,3 0 3 16,-2-1 4-16,2 0 0 0,6-3 3 0,-1 0-4 15,1 0-2-15,-17 9 5 0,17-9-4 0,0 0 3 16,0 0-9-16,-1 1-1 0,1-1-3 0,-1 0 0 16,-8 18-5-16,9-18-1 0,0 0 3 0,0 0-2 15,0 1-1-15,8 17 4 0,-8-18 0 0,0 1 1 16,1-1-2-16,15 15 5 0,-16-15-4 0,14 9 4 15,-7-4-2-15,2 0 0 0,1 1 0 0,-1-1 0 16,2 1-6-16,0 1 9 0,1-1-3 0,1 0 5 16,1 0-3-16,-4 0 1 0,0-1 1 0,-3 2 0 15,0-1-2-15,-3 0 2 0,0 1 2 0,-3-2-1 0,-1-5-2 16,0 1 1-16,-3 16 2 0,-2-9 0 16,0 1 7-16,-5 0 6 0,-1 2-3 15,-3-1 4-15,-1 1 2 0,-1 1-1 0,0-1 0 0,1-1-1 16,1 1-3-16,0-3-2 0,-1 2 1 0,0-1 0 15,0 0 14-15,0 0 7 0,1 0-3 0,-2 1 4 16,2-1-16-16,-1-2-3 0,-1-1-3 0,2 1 0 16,0-2-9-16,4 2-2 0,0-2 2 0,2-1-3 15,1-1-2-15,1-1 2 0,6-2-1 0,0 0 1 16,-1 0-2-16,0 0-121 0,1 0-22 0,-17 6-53 0,17-6-245 16</inkml:trace>
  <inkml:trace contextRef="#ctx0" brushRef="#br0" timeOffset="11691.89">8104 4270 941 0,'-1'-6'108'0,"1"6"28"15,0 0 4-15,0 0-63 0,0-1-40 0,0 1-10 16,6-16-5-16,-6 16 3 0,0 0-23 0,0-1 2 16,0 1 2-16,0-1-1 0,1 1 2 0,-1-1 9 15,19-13-3-15,-19 14 7 0,0 0 10 0,0 0 15 16,20-2-2-16,-20 2 6 0,0 0-8 0,20-1 1 15,-20 1 7-15,0 0-1 0,21-1 31 0,-21 1-33 0,0 0 3 16,19-1-14-16,-18 1 1 0,0 0-8 0,20 1 2 16,-21-1-5-16,17-1-1 0,-7-1-5 0,2 1 0 15,1 0-1-15,0 0-1 0,1 0-5 16,0 0 1-16,1 1-2 0,-1-1 1 0,-2-1 0 16,1 1-2-16,-1 0 3 0,-1 0 10 0,0 1-2 15,-1-1 1-15,0 0-3 0,0 0-10 0,-1 0-2 16,0 0-3-16,1 1 1 0,0-2-3 0,-1 1 5 15,0 0 0-15,1-1 1 0,0 2-1 0,0 0-2 16,0 0 2-16,-1 0-2 0,-1 0 0 0,0 0 2 0,-1-1-1 16,-2 1 2-16,-5 0 0 0,1 0-4 0,0 0 0 15,15-3-1-15,-16 3 4 0,0 0 0 0,1 0-4 16,-1 0 3-16,1 0-6 0,-1 0-97 0,1 0-7 0,-1 0-45 16,1 0-147-16</inkml:trace>
  <inkml:trace contextRef="#ctx0" brushRef="#br0" timeOffset="12310.96">10443 5596 3246 0,'0'0'101'0,"0"0"-95"0,0 0-19 0,0 0-82 0,0 0-21 16,0-1 72-16,0 1-13 0,0-1 31 0,17-12-2 0,-8 13 2 16,1 0 4-16,5 1-2 0,1 0 10 15,3 0 9-15,-1 1 0 0,2 0 2 16,0 1 3-16,-2-2 17 0,1 2 1 0,1 0 7 16,-3-1 14-16,4 2-1 0,-2-3 1 0,1 1-1 15,2 0 3-15,-1 1-7 0,1-1 5 0,-2 0-6 0,0 0 0 16,0-1-8-16,1 2 2 0,-2-1-4 0,0-1 4 15,1 0-7-15,0 0 0 0,0 1-3 0,1-2-6 16,-3 2-5-16,-1-1 0 0,-1-1-2 0,-2 1-1 0,-1 0 0 16,-2-1 3-16,0 1-2 15,-1 0-4-15,-3-1-42 0,-7 0-9 0,1 0-16 16,-1 0-66-16,1 0-96 0,-1 0-40 0,0 0-44 16,16-8-402-16</inkml:trace>
  <inkml:trace contextRef="#ctx0" brushRef="#br0" timeOffset="15274.51">6635 5216 1608 0,'0'0'125'0,"-1"0"-39"0,1 0 58 0,0-1-118 0,-1 1-2 15,1-1-14-15,-1 1 8 0,1 0-5 16,0 0 2-16,-1 0-16 0,0-1 6 0,1 1 2 0,0-1 2 16,-1 1 2-16,1-1 8 0,-1 1-4 0,1 0 6 15,0 0 7-15,0 0 5 0,0 0 0 0,0 0 0 16,0 0-11-16,1 0 3 0,-1 0-1 0,17 1 3 15,-17-1 8-15,1 0-4 16,-1 0 2-16,17-3-3 0,-17 3-4 0,0 0-5 16,1 0 2-16,18-5-2 0,-19 5-1 0,0 0 1 0,0 0-4 15,17-6 3-15,-17 6-5 0,0 0-7 0,0 0 1 0,19-3-2 16,-19 3-1-16,1 0-4 0,15-2 4 0,-16 2-4 16,15 0 5-16,-6 0-2 0,0 0 1 0,0 0 0 15,1-1 0-15,0 0 6 0,0 0-5 0,0 0 6 16,0 1 0-16,0-1 0 0,0-1 0 0,0 2-1 15,0-1-2-15,1 0-2 16,0 1 1-16,-1-2-1 0,1 1 4 0,-1-1 2 16,1 0-2-16,-1 0 2 0,1 1-5 0,1 0 5 15,0-2-3-15,0 3 3 0,0-3-5 0,0 2 5 16,0-1-2-16,0 1 3 0,1 1-8 0,-1-1-2 16,1 0 2-16,0-1-2 0,0 1 3 0,0-1-5 0,0 2 0 15,0 0-2-15,1 0-2 0,0-1 1 0,0 0 1 0,2 1 0 16,1 0 1-16,0 2 2 15,0-2-5-15,-2 0 3 0,0 0-4 0,-1 0 6 16,-1 0-2-16,2 1 3 0,-2 0-5 0,1 1-4 16,0-1 4-16,0-1-3 0,-1 0 6 0,3 0-2 15,2 0-1-15,0 0 0 0,1 1 2 0,1-1 1 0,-1 0 0 16,0 1-1-16,-2-1-1 0,0 0-2 0,-1 1-2 16,1-1 1-16,-2 2 4 0,3 0-4 0,0 0 6 15,1 1-6-15,-1-2 2 0,1 1 0 0,-1-1-2 16,-1 1 1-16,1 1 11 0,-1-1-10 0,-1 0 0 15,1-1-4-15,1 1 4 0,0-1 2 0,1 0 2 16,2 0-3-16,-1 0-1 0,1-1 3 0,0 0 0 16,-1 2 1-16,-1-1-6 0,-1 0 4 15,-1 0-1-15,0 1 4 0,0-1 2 0,1 1-4 0,1 0 0 0,1 0-1 16,1 1-1-16,-1-2 2 0,0 2 1 0,-1-2 1 16,0 1 2-16,0 0-4 15,0-1 2-15,1 1 0 0,-1-1 10 0,5-1-7 16,1 0 3-16,1 0-4 0,0-1 0 0,-3 0-1 15,0 0 0-15,-2 0 1 0,0 0 6 0,3 1-10 16,-1-1 1-16,1 1-4 0,1-1 1 0,0 1 3 16,-2 0 1-16,-2 0-2 0,0 1-4 0,-1 0 2 15,-2-1 0-15,3 1 2 0,0 0-1 0,4-1 2 0,-2 0-2 16,2 1 2-16,-1-1-4 0,-1 0 0 0,-1 0 0 16,0 0 1-16,1-1-1 0,1 0 4 0,1 0-5 15,2 0 4-15,0 0 1 0,-2 0-4 16,-3 0 7-16,0 1-7 0,-2-1 0 0,2 1 3 15,0 0-3-15,2-1 4 0,0 1 1 0,0 0-3 16,0 0-1-16,-2 0 1 0,0 1 4 0,-1 0 1 0,0-1 4 16,0 1-2-16,1-1-2 0,0 1 5 0,3-1-7 0,0 1 5 15,0 0-8-15,-2-1 4 0,-3 1 2 0,0 1-1 16,-1-1-3-16,0 0-1 16,1 0 0-16,2 0-1 0,2 1 3 0,0-1-1 0,-1 1-2 15,-3-1 1-15,0-1 2 0,0 0 1 0,0 1 1 16,-1-1-2-16,0 0 3 0,2-1 4 0,0-1 3 0,1 1 0 15,1-1-1-15,-3 0 2 0,-1 1-4 0,-1 0 4 16,-2 0 0-16,0 0-3 16,0 0-3-16,-2 0 1 0,2 1-4 0,0-1-8 15,0 1 7-15,2 0-7 0,1 0 5 0,-2-1 1 16,-1 1-3-16,-2 0 3 0,0-1-3 0,0 1 1 0,-2-1-1 16,0 1 0-16,-1-1 2 0,0 0-1 0,0 0 5 0,-3 0-3 15,2 1 0-15,-1-2 2 16,-1 1-6-16,1 0 4 0,0 1-4 0,-1 0 2 15,1-1-3-15,-2 1 4 0,0 0-4 0,-1-1-3 16,-6 1-6-16,0 0-2 0,0 0-49 0,1 0-38 16,17-3-15-16,-18 3-12 0,0 0-95 0,0 0-189 15,1 0-93-15</inkml:trace>
  <inkml:trace contextRef="#ctx0" brushRef="#br0" timeOffset="18152.59">10697 5555 2263 0,'0'0'116'0,"0"0"-38"16,0 0-5-16,-1-1-47 0,1 1-62 0,-1-1-3 16,1 1-9-16,0 0 18 0,0 0 11 0,0 0 27 0,4 6-3 15,6 1 12-15,2-1 8 0,3 1-16 0,3 1 5 16,3-2-9-16,1 0-1 0,2 0-4 0,0-1-1 15,-1-1 0-15,2 1 4 0,0-2-1 16,2 1 0-16,-1-2-1 0,-3-1-2 0,-1 0-1 16,-3-1 0-16,-4 0-3 0,1 0-26 0,-4-2-186 0,-2 0-10 15,0-3-112-15,0-1-600 0</inkml:trace>
  <inkml:trace contextRef="#ctx0" brushRef="#br0" timeOffset="18846.23">8068 4259 2008 0,'0'0'135'16,"-1"0"-67"-16,1 0 62 0,0-1-255 0,-1 1 46 16,1-1 0-16,0 1 82 0,0 0 9 0,1 0 4 15,23-7-3-15,-20 2 6 0,8 5-8 0,1 0 8 16,1-1-1-16,-1 0 3 0,1 0 4 0,-1 1-2 0,1 1 10 15,-2-1-1-15,0 1 3 0,0-2-2 0,0 2 15 16,1 0 5-16,-1 0-3 0,4 1 3 16,-1 0-6-16,0-2-12 0,3 1 3 0,-1-1-8 15,0 0-1-15,-2 2-16 0,2-2 4 0,-2 1-7 16,-2-1 0-16,0 0-2 0,0 1-4 0,-2 3 1 16,0-3-4-16,0 1-2 0,-1 0 6 0,0 0-5 15,2 0 3-15,-3 1-1 0,2-2-12 0,-2 3-5 16,0 1-153-16,1 0-174 0,0 2-71 0</inkml:trace>
  <inkml:trace contextRef="#ctx0" brushRef="#br0" timeOffset="23979.45">5017 7497 1049 0,'-7'-1'133'16,"1"0"43"-16,6 1 1 0,-1 0-80 0,1 0-58 0,-17 1 2 15,17-1-4-15,0 0 16 0,0 0 5 0,0 0-6 16,-1 0 0-16,1 0-5 0,-1 0-17 0,1 0-2 15,-1 0-1-15,1 0 0 0,-1 0 0 0,1 0 2 16,0 0-3-16,0 0 3 0,0 0-2 0,0 0-10 16,0 0 6-16,0 0-7 0,0 0 3 0,21-4-13 15,-21 4 3-15,1 0-5 0,18 1 11 0,-19-1 1 16,1 0 0-16,20 0 2 0,-12 1 9 16,1-1-6-16,-2 0 4 0,2-1-6 0,0 1 5 15,0 0-2-15,0 0 2 0,1 0-3 0,-2 0 3 16,0-1 0-16,1 1-2 0,-2-1 1 0,2 1-5 15,-2 0-14-15,1-1 3 0,1 2-6 0,-1-1 6 0,1 0-5 16,1 0 2-16,2 0-2 0,-1 1 6 16,1-1-8-16,0 2 4 0,0-3-5 0,0 1 1 0,1 0 1 15,0 0 0-15,-2 0 0 0,1 1 2 0,-2-2-2 16,0 1-1-16,0-1 0 0,0 0 0 0,0 0 5 16,0 0 0-16,0 1 3 0,1 0-3 0,-1 0 4 15,1 0-3-15,-1 0 2 0,0 0-4 0,0 0-1 16,-1-1 4-16,0 1-2 0,0 0 1 0,0 0-1 15,1-1-3-15,-1 2 2 0,-1-1 3 0,0 0-4 16,-1 0-1-16,0 0-1 16,0 0-4-16,-1 0 3 0,0 0 6 0,0 1-2 15,-2-1 5-15,1 0-6 0,0 0 1 0,1 0-2 16,0 0 9-16,-1 0 9 0,0 0-3 0,3-1 6 16,-3 1-4-16,1-1-11 0,-1 1 2 0,0 0-6 0,0 0 1 15,1 0-3-15,0 0 4 0,-1 0-4 0,-1 0 0 16,2 0-1-16,-2-1 1 0,1 1 0 0,0 0 7 0,-6 0-6 15,0 0 0-15,1 0 0 16,18 2-3-16,-19-2 15 0,0 0-1 0,1 0 9 16,14-1 3-16,-15 1-12 0,1 0 3 0,-1 0-6 15,1 0-3-15,16-1-2 0,-17 1 0 0,0 0 1 16,0 0 4-16,0 0-7 0,0 0 6 0,1 0-7 0,0 0 6 0,-1 0-2 16,0 0-4-16,1 0 1 0,15-1-3 0,-16 1 3 15,0 0 0-15,0 0 1 16,0 0 3-16,0 0-1 0,0 0 3 0,0 0-2 15,0 0 0-15,0 0 9 0,0 0-6 0,0 0 6 16,0 0-8-16,0 0 1 0,0 0 0 0,0 0 0 16,0 0-8-16,0 0 3 0,0 0-3 0,0 0 2 15,0 0-7-15,0 0 3 0,0 0 0 0,0 0 3 16,0 0-5-16,0 0 5 0,0 0-3 0,0 0 6 16,0 0-2-16,0 0-3 0,0 0 2 0,0 0-2 0,0 0 1 15,0 0 3-15,0 0-3 0,0 0 3 0,0 0-9 16,0 0 4-16,0 0 0 0,-1 0 2 0,1 0-1 0,-1-1 0 15,1 1 2-15,0 0 1 16,-1 0 4-16,1 0-4 0,-1-1-1 0,1 1 0 16,0 0 9-16,-18-6-8 0,18 6 3 0,0 0-4 15,0 0 9-15,0 0 2 0,-18-5-6 0,18 5 4 16,-1 0-7-16,-17-3 1 0,17 3 2 0,-15-3-2 0,7 2 6 16,0 1-4-16,-1-1 3 0,-1 1-4 0,-1 0 1 15,1-1 0-15,0 0-1 0,-1 1 0 0,-2-1-7 16,3 0 1-16,1 1-1 0,1 1 0 15,0-2-1-15,0 1 3 0,-1-1 1 16,0 0 0-16,1 0-6 0,-2 1 6 0,1-1-2 16,-2 1 5-16,1 0-5 0,0 0 0 0,0 0 0 0,-1 0-1 15,-1 0-3-15,0 0 4 0,-1 1-1 0,1 0 4 0,-2 1-6 16,3-1-2-16,-1 1 0 0,1-1 1 0,0 0 9 16,-1 1-8-16,1-1 4 0,-1 0-4 15,0-1 7-15,-1 1-2 0,1-1-3 0,-1 0 1 0,1 0-2 16,0 0 1-16,1 0 3 0,-1 0 0 0,0 0-3 15,1 0-1-15,2 0-1 0,0 0 0 16,3-1 4-16,-2 1-2 0,2-1 2 0,0 1-1 0,0 0-1 16,0 0-6-16,-1 0 2 0,3 0-2 0,-3 0 9 15,2 0-1-15,0 0-4 0,1 0 2 0,0-1-6 0,-2 1 3 16,3 0 3-16,4 0-2 0,-1 0 2 0,1 0 0 16,-16-3-4-1,16 3 1-15,0 0-5 0,0 0-4 0,-1 0 3 0,1 0-4 16,-1 0 0-16,1 0-8 0,0 0 1 0,0 0-4 15,0 0-6-15,0 0 8 0,0 0 0 0,0 0 3 0,0 0-6 16,0 0 6-16,0 0-3 0,1 0 5 0,18 3 0 0,-19-3 4 16,0 0-1-1,20 3 2-15,-20-3-6 0,17 2 13 0,-9-1-6 16,1 0 8-16,0 0-4 0,1 0 2 0,-1 0 1 0,3-1-1 16,0 0-3-16,2 1 4 0,-1-1 2 15,3 0 1-15,0 0 1 0,-1 0 0 0,1 0 1 16,0 1 0-16,-1-1-1 0,1 0-1 0,-1-1 2 0,-1 1-1 15,-1 0 1-15,1 0-1 0,-1 0 0 0,2 1 1 16,0 0 6-16,-1-1-5 0,1 1 1 0,-1-1-3 16,-1-1 2-16,-1 2 4 0,0-1 3 0,-2 1 1 15,0-1 1-15,-1 1-2 0,-1-1 0 0,-1-1 1 16,-1 1 3-16,-6 0-2 0,0 0-2 0,0 0 2 16,17-1 5-16,-17 1-11 0,0 0 4 0,0 0-7 15,1 0 2-15,0 0 0 0,-1 0-1 0,0 0 2 0,1 0-4 16,-1 0-94-16,17-5-42 0,-17 5-39 0,0 0-332 15</inkml:trace>
  <inkml:trace contextRef="#ctx0" brushRef="#br0" timeOffset="24995.57">7078 7482 1205 0,'0'0'337'0,"-1"0"-112"0,0 0 162 16,1 0-324-16,-1 0-12 0,1 0-30 0,-16 4 29 15,16-4-7-15,0 0 12 0,0 0-49 0,0 0 0 16,0 0 0-16,0 0 0 0,0 0 0 0,0 0 14 15,0 0-5-15,0 0 8 0,0 1-3 0,0-1 1 16,0 1 2-16,0-1 1 0,0 1 8 0,0-1 1 0,1 0 4 16,19 15-1-16,-20-15 8 0,0 0-9 0,19 2 0 15,-19-2-3-15,0 0-6 0,21-1-6 16,-21 1-3-16,1 0 0 0,19-3-1 0,-20 3-9 16,0 0 6-16,22 0-7 0,-22 0 0 0,1 0-1 15,18 4-6-15,-19-4 3 0,1 0 3 0,21 1-4 16,-13 1 5-16,0-1-6 0,-1-1 4 0,0 0-1 15,0 1 0-15,-1 0-1 0,-1 1 0 0,0-2-2 16,0 0 3-16,-1 0-3 0,1 0 11 0,0 1-4 16,-6-1 7-16,0 0-3 0,0 0 20 0,18 2-11 0,-18-2-1 15,1 0-3-15,0 0 2 0,-1 0-1 0,16 4-1 16,-16-4 0-16,0 0-6 0,0 0-1 16,1 0 6-16,-1 0-4 0,0 0-1 0,0 0-1 15,1 0-6-15,-1 0 4 0,1 0-7 0,0 0 7 16,-1 0-6-16,0 0 5 0,1 0-5 0,-1 0-53 15,1 0-11-15,-1 0-26 0,0 0-123 0,0 0-229 16,0 0-187-16</inkml:trace>
  <inkml:trace contextRef="#ctx0" brushRef="#br0" timeOffset="34912.43">4523 7547 1824 0,'0'0'98'0,"-1"0"-6"0,1 0-5 16,-1 0-56-16,1 0-29 0,0 0 15 0,0 0-9 15,0 0 17-15,0 0-16 0,-1-1 15 0,1 1 0 16,0-1 5-16,0 1 5 0,0-1-5 0,0 1 3 16,1-1-3-16,9-15 9 0,-10 16 10 0,0 0 3 15,0 0 3-15,0 0 7 0,1 0-9 0,15-8 1 0,-16 8-4 16,0 0-13-16,0 0 8 0,0 0-5 16,0 0 7-16,1 0 0 0,-1 0-12 15,1 0 0-15,-1-1-5 0,17-7-10 0,-17 8 0 16,0 0 0-16,0 0 0 0,1 0-2 0,-1 0-2 15,18-5-3-15,-18 5 0 0,0 0-5 0,0 0-2 16,1 0 3-16,-1 0-3 0,19-7-1 0,-19 7-1 16,0 0-1-16,0 0 0 0,19 0 3 0,-19 0-1 15,1 0 0-15,-1 0 0 0,20-3 0 0,-20 3-2 0,0 0-1 16,17-2 0-16,-17 2 8 0,0 0-3 0,21 0-2 16,-21 0-1-16,1 0-4 0,20 1 1 0,-21-1 2 15,0 0-2-15,21-1 7 0,-21 1-3 16,1 0 1-16,19-1-1 0,-20 1 0 0,1 0 3 15,20-2 4-15,-11 3-1 0,0-1 3 0,-1 0-7 0,2 1 2 16,-1-1-2-16,0 0-2 0,1 0 1 0,-2-1-5 16,1 1 6-16,2 0 1 0,-2 0-3 15,1 1 0-15,-1-1-2 0,0-1-5 0,0 1 8 16,-1-2 0-16,1 2 2 0,0-1-4 0,-1 0 2 16,2 1 2-16,-1-1-1 0,0 0-2 0,3 0 2 15,-1-1-3-15,0 1 2 0,-1 1 0 0,0-1-2 16,0 1 5-16,0 0-4 0,0 0 1 0,-1 1 2 15,1-1-2-15,-1 0 2 0,0 0-1 0,1 0-2 0,-2 0 3 16,1 1-1-16,-1-1 4 0,0 1-9 0,0 0 1 16,0 0-2-16,1-1 4 0,1 2-1 0,-1-2 0 15,2 1 0-15,0-1 0 0,-1-1-2 16,0 1 3-16,2 0-4 0,-3 0 0 0,2 0 4 16,0 0-4-16,0 0 3 0,0 1-3 0,-1-1 2 15,0 1 1-15,1 1 0 0,-1-1-5 0,1 0 0 16,-1 0 2-16,1 0 0 0,1 1 7 15,1-1-5-15,0 2-2 0,0-1 0 0,0-1 0 0,-1 0 1 16,1 0-2-16,-1-1 1 0,-1 2 0 0,1 0 4 16,0 0 0-16,-1-1 1 0,0 0-3 0,-2 0-3 15,1-1 1-15,0 2-3 0,-1 0 3 0,2-1 5 16,1 1-5-16,0-2 4 0,1 1-8 0,-1 0 7 16,0 0 1-16,-1 0 1 0,-1 0-5 0,1 0 0 0,-3 0 3 15,2 1 0-15,-1-1 1 0,0 0 0 0,0 0 0 16,-1 0 2-16,1 3 20 15,-1-3-8-15,-2 1 2 0,0-2-5 0,0 0-1 0,-1 1-6 16,2-1 3-16,-2 0-4 0,2-1 4 0,0 1-4 16,-1 1-1-16,1-1 0 0,0 1-3 0,-2-1 5 15,-6 0 1-15,1 0 2 0,-1 0-4 0,19 0 1 16,-19 0-1-16,0 0 0 0,0 0-1 0,0 0 5 16,1 0-6-16,-1 0 4 0,18 0-10 0,-18 0 3 15,0 0 0-15,0 0 1 0,1 0 0 0,-1 0 1 16,0 0 1-16,0 0 0 0,1 0-4 0,16-4-1 0,-17 4-5 15,0 0-1-15,0 0-30 16,0 0-60-16,0 0 0 0,0 0-25 0,0-1-54 16,0 1-42-16,1 0-12 0,0-1-13 0,6-16-63 15,-7 17-120-15</inkml:trace>
  <inkml:trace contextRef="#ctx0" brushRef="#br0" timeOffset="35604.08">4522 7599 1204 0,'-6'-2'417'0,"0"0"-136"16,0 0 201-16,1 1-381 16,5 1-28-16,0 0-41 0,-1 0-1 0,1 0-10 0,0 0 9 15,0 0-41-15,0-1 4 0,0 1-3 16,0-1 4-16,0 1 4 0,0-1 2 0,20-9 0 0,-20 10 1 16,0 0 1-16,23-2 2 0,-14 2 5 0,2 0-3 15,1 1-3-15,1-1 6 0,0 1-2 0,1 1 5 16,-2-1 8-16,1 0-1 0,2 2 5 0,-1-1-1 15,0 0 19-15,1 1-9 0,1-1 2 0,0 0-4 16,1-1 3-16,1 0-3 0,2-1 2 0,3-1-2 16,0 0-5-16,1 0-9 0,0 0 1 0,-1 0-3 15,-1 0 0-15,-2 0-6 0,1 0 0 0,2 0-3 0,2 1-1 16,1-1 4-16,-1-1-4 16,0 2 4-16,-1-1 0 0,-3 1 1 0,1 0 12 15,-3 0-6-15,0-1 21 0,3 0-2 0,-1-1-5 16,3 1 3-16,1-1-11 0,-2-1-3 0,1 1-1 15,-4-1-2-15,0-1-3 0,-2 1 4 0,0-1-4 0,-2 1 5 16,2 1-2-16,-1-1-3 0,1 1 8 0,-4 0-6 16,0 1 6-16,-3-1-4 0,0 2 0 0,-3 0-1 15,0-1-1-15,-2 2 1 0,-6-1-1 0,0 0 2 16,1 0 1-16,15 0-5 0,-16 0 3 16,0 0-3-16,0 0 0 0,0 0-1 0,0 0 3 0,0 0-1 15,0 0-1-15,0 0-39 0,0 0-19 0,0 0-14 16,0 0-135-16,0 0-145 0,0 0-35 0,-1 0-80 15,-18-7-615-15</inkml:trace>
  <inkml:trace contextRef="#ctx0" brushRef="#br0" timeOffset="36633.33">6724 7485 1421 0,'0'0'116'0,"0"0"2"0,0 0-4 0,0 0-68 16,0 0-56-16,0 0 26 0,0 0-13 0,0 0 29 0,1 0-6 15,-1 0-4-15,0 0 1 0,0 0-1 0,0 0 15 16,1 0 18-16,-1 0 3 0,0-1 4 0,1 1 9 16,-1 0 4-16,1 0-2 0,0 0 3 0,16-3-7 15,-17 3-18-15,0 0 2 16,0 0-9-16,0 0-12 0,19 3 4 0,-19-3-7 15,0 0 5-15,1 0-4 0,19 6-8 0,-20-6 8 16,0 0-8-16,20 7 11 0,-20-7-3 0,0 0 7 16,21 2-4-16,-12 0 7 0,-1-1-3 0,2 1-7 15,-2-2 2-15,1 2-9 0,1-2 7 0,0 0-4 16,1 0 2-16,-1 0-17 0,1-1 6 0,0 2-6 16,0-2 5-16,1 1-11 0,0 0-1 0,2-1 4 15,2 1-4-15,1 1 0 0,0 0 2 0,-1-1-2 0,0 0 1 16,0 1 0-16,-1-1 1 0,0 0-1 0,-1 1 0 15,0-2 2-15,-2 1 2 0,2 2 3 0,-2-2-2 16,1 0 3-16,0 1 0 0,-1-2-3 0,3 1 2 16,-3 0-1-16,1 1 9 0,-3 1-1 0,0-2 4 0,0 0 2 15,-3 0 3 1,1 0-3-16,-1 0 2 0,-1 0-11 0,-6 0-3 16,1 0 0-16,-1 0 0 0,16 1 0 0,-16-1-5 0,0 0 0 15,0 0-1-15,1 0 4 0,-1 0-11 0,1 0 4 16,-1 0-7-16,0 0-18 0,1 0-47 0,-1 0-12 15,0 0-16-15,0 0-92 0,0 0-61 0,0-1-13 16,0 1-17-16,0-1-63 0</inkml:trace>
  <inkml:trace contextRef="#ctx0" brushRef="#br0" timeOffset="37287.12">6764 7493 2088 0,'0'0'358'0,"0"0"-275"0,-1 0 11 0,-19 0-65 16,20 0-77-16,0 0-9 0,0 0 10 0,0 0-3 15,0 0 45-15,0 0-12 0,0 0 1 0,0 0-3 16,0 1 19-16,0-1 0 16,1 1 8-16,-1-1-6 0,18 12 19 0,-18-12 24 0,0 0 0 15,1 0 11-15,19 6 17 0,-20-6 2 0,0 0-2 16,18 3 1-16,-18-3-6 0,0 0-7 0,18 4 1 15,-18-4-4-15,0 0-5 0,19 3-20 0,-19-3-2 0,1 0-6 16,18 4-14-16,-18-4-2 0,15 1-1 0,-7 0 0 16,1 0-6-16,0 1 2 0,0 0 2 0,1-1-1 15,0-1 2-15,0 0 1 0,2 2-3 0,1-1 3 16,0 0 1-16,3-2 6 16,0 0-1-16,0 1 2 0,0 0-6 0,0 0 7 15,-1 0-2-15,0-1 3 0,0 1 0 0,-1 0 4 16,1 1-1-16,-1 0 1 0,0-1-4 0,1 0-1 0,1 0 1 15,0 0 0-15,-1 0 7 0,-2 1-3 0,-1-1 3 16,-1 0-3-16,-1 1 4 0,-2 0-1 0,0 1-1 16,-2 0 0-16,0 0-2 0,-7-2-4 0,0 0-3 15,1 0 0-15,15-1-7 0,-16 1-1 0,0 0 6 16,0 0-4-16,1 0 1 0,-1 0-2 0,1 0 0 16,-1 0 1-16,0 0 9 0,1 0-21 0,-1 0 0 15,0 0-9-15,0 0-6 0,0 0-7 0,0 0 3 16,0 0-5-16,0 0-7 0,0 0-1 0,0 0-10 0,0 0 6 15,0-1-22-15,0 1-20 0,0-1 1 0,0 1-10 16,0-1-13-16,0 1-29 0,0 0-7 0,0-1-14 16,0 1-81-16,0-1-129 0,0 1-68 0</inkml:trace>
  <inkml:trace contextRef="#ctx0" brushRef="#br0" timeOffset="39346.31">8063 7705 1531 0,'0'0'227'0,"0"0"-70"0,0 0 105 0,-1 0-217 16,1 0-1-16,0 0-23 0,-1 0 18 0,1 0 0 15,-1 0 3-15,1 0-14 0,0 0 9 0,-1 0 2 16,0 0 3-16,1 0 4 0,0 0-3 0,0 1 0 16,0-1-1-16,0 1-5 0,1-1 4 0,15 12-4 15,-16-12 4-15,0 0-11 0,20 4-1 0,-20-4 4 0,0 0-2 16,24 4 2-16,-15-3 0 15,0 1-7-15,1-1 5 0,0 2-11 0,-2-1-4 16,2 0 2-16,0-1-3 0,-1 0-3 0,0-1-4 16,-1-1 1-16,2 0-3 0,-2 1 3 0,2 2-3 15,-1-1 0-15,-1 0-2 0,0-1 0 0,-1 0 0 16,1 1-1-16,0-1 0 0,0 0-3 0,1 0 6 16,-1 0-2-16,-1 1 4 0,-7-1-5 0,0 0 4 15,1 0 3-15,18 1-1 0,-19-1 7 0,0 0-7 16,0 0 4-16,1 0-3 0,-1 0 5 0,1 0-7 15,-1 0 2-15,0 0-5 0,0 0-8 0,0 0-11 16,0 0-7-16,0 0 2 0,0 0-9 0,0 0-1 0,-1 0 1 16,-18-3-2-16,19 3-8 0,-1 0 10 0,-19-1-4 15,13 0 5-15,-2 0-7 0,0 0 9 0,0 1-2 16,0 0 7-16,-1-2 9 0,-2 1 2 0,1-1 5 16,0 2-4-16,-1 0-1 0,1-2 5 0,0 1 0 15,-1 0 3-15,0 0 2 0,2 1-6 0,-3 1 2 0,1-2-4 16,0 1 4-16,1-2 3 15,-1 2 1-15,2 0 2 0,0 0 8 0,3 0-4 0,0-3 1 16,1 2-2-16,0 0 1 0,0-1 2 16,0 1 2-16,1 0 0 0,5 1 5 0,0 0 2 15,-1 0-3-15,0 0 1 0,-16-4-9 0,17 4-1 16,0 0-1-16,0 0 0 0,0 0-9 0,0 0 7 16,0 0 2-16,0 0 2 0,0 1 1 0,0-1-8 15,0 1 3-15,1-1-3 0,20 14 4 0,-11-12-1 0,0 1 0 16,1-1 0-16,0 0 1 0,2 0 5 0,2-1-7 15,0 1 7-15,2-1-7 0,-2-1 0 0,0 0 5 16,-3-1-3-16,1 1-3 0,-1 0 1 0,1 0-2 16,-2 1 2-16,0 0 0 0,-1-1 5 15,-1 1 1-15,0-2 2 0,-3 0 5 0,0 1-1 16,-6 0-4-16,0 0 3 0,1 0 1 0,-1 0 4 16,19 0 4-16,-19 0-1 0,0 0 3 0,0 0-2 15,0 0 3-15,0 0-2 0,0 0 6 0,0 0-27 16,0 0 0-16,0 0-9 0,-20-5-6 0,20 5-10 15,0 0 4-15,-22-1-6 0,10 1 1 0,0-1 2 0,0 1 4 16,-2-1 0-16,1 0 14 0,-1 0 11 0,1-1-1 16,1 1 6-16,0 0 1 0,1 0-6 15,-1 0 2-15,1 1-2 0,2-1 15 16,1 1-8-16,1 0 3 0,1 0-6 0,-1 0 0 0,7 0-9 16,0 0-2-16,-1 0-3 0,1 0-21 0,-1 0 4 15,1 0-4-15,0 0 5 0,0 0-1 0,0 0 12 16,0 0-1-16,17 11 5 0,-8-10 0 0,2 1 8 15,-1-1 1-15,2 0 2 0,0 0-7 0,0 1 3 16,-1-1-5-16,1-1 3 0,0 1-1 0,0-1 3 16,-1 1-2-16,0 0 3 0,0-1-3 0,0 0-1 15,-1 1 5-15,0-1-5 0,0 2 0 0,0-1-2 0,-2-1 1 16,2 0-2-16,0 0 6 0,-2 0-52 0,1 0-5 16,-3-1-24-16,2 1-64 0,-2-1-140 0,1 0-27 15,-1-3 74-15,2-1 1257 0</inkml:trace>
  <inkml:trace contextRef="#ctx0" brushRef="#br0" timeOffset="47379.58">4595 7479 1329 0,'-8'-1'142'16,"0"-1"-22"-16,0 2 59 0,0-2-82 0,2 2 0 15,6 0-21-15,-1 0-7 0,1 0 2 0,-1 0-9 16,1 0-21-16,-23-9-5 0,23 9-4 0,0 0-2 0,0 0-15 16,0 0-13-16,0 0 6 0,0 0-9 0,0 0-6 15,0 0 9-15,0 0-2 0,0 0 7 0,0 0 4 16,0 0 18-16,0 0 2 0,0 0 7 0,0 0 20 15,0 1-2-15,1-1-2 16,0 1 0-16,17 13-10 0,-10-13-5 0,3 2-6 0,2-3 2 0,1 1-13 16,1-1-8-16,0 0 0 0,3 1-3 0,-1 0-3 15,0 0-7-15,1 0 7 16,0 0-7-16,1-1 6 0,2 2 3 0,1-1-4 16,2 0 3-16,2-1 0 0,1 0 13 0,0-1-2 0,-1 0 5 15,1-2-3-15,0 0 3 0,2 0 2 0,3-2-1 16,2 0-3-16,-2 0-8 0,-1 0-1 0,-1 1-1 15,-3-1-3-15,3 0-10 0,-1 2 5 0,1 0-5 16,1 0 12-16,-5 1-5 0,-1 1-3 0,-2-1 1 16,-3 1 4-16,2 1 2 0,0 0 2 0,2 2 0 15,1-1 1-15,-2 0-6 0,-1 1 0 0,-1-1-3 16,-1 0-2-16,-2 0 3 0,-1 0-4 0,-3 0 4 16,1 0-3-16,-1-1 4 0,1 1-1 0,-3-1 0 15,1 1-7-15,-2-1 6 0,-2 1 3 0,-1 0 0 16,-1-1-2-16,-1 1-45 0,-6-1-10 0,1 0-19 0,-1 0-82 15,1 0-43-15,0 0-11 0,-1 0-15 16,0-1-83-16,1 1 1007 0</inkml:trace>
  <inkml:trace contextRef="#ctx0" brushRef="#br0" timeOffset="47905.04">4695 7443 2405 0,'-6'-2'99'0,"0"0"82"15,-1 0-162-15,7 2-47 0,-1 0 14 0,1 0-21 16,0 0 44-16,-1 0-12 0,1 0-1 0,-1 0-5 16,1 0-8-16,0 0-2 0,0 0 3 0,0 0-1 15,0 0 3-15,0 0 24 0,0 0-8 0,17 0 16 16,-17 0 5-16,0 0-6 0,1 0 7 0,20 5-7 16,-21-5 19-16,0 0 4 0,20 6 10 15,-12-4-4-15,3 1 7 0,3 0-6 0,0-1-8 16,3 1 3-16,0 0-16 0,2-1-2 0,1 1 1 0,1-1-1 15,1 1 4-15,0 1-12 0,-1-1 3 0,1 0-7 16,3-2-5-16,4 0-2 0,2 1 0 0,3-1-1 16,-2 0 0-16,-3 0-2 0,0 0 3 0,-1 0-2 15,2-1 2-15,3 0-4 0,0 2-2 0,-3-2 1 16,-2 2 5-16,-1-1-2 0,-2 0 4 0,1 1-2 16,1-2-1-16,-1-1-3 0,0 0 4 15,-4 1-2-15,-1 0 4 0,-3 1 1 0,-2 0-5 16,-3-1 3-16,-1-1-6 0,-1 0 3 0,-2 1 2 0,1 0 0 15,-3 1 7-15,0-1-7 0,-7 0-14 0,1 0 0 16,-1 0-59-16,0 0-22 0,1 0 3 0,-1-1-12 16,0 1-32-16,0-1-36 0,-7-18-120 0</inkml:trace>
  <inkml:trace contextRef="#ctx0" brushRef="#br0" timeOffset="48301.81">4731 7512 2329 0,'-8'-1'247'0,"-2"0"-149"0,2 1 20 0,1-1-77 16,7 1-54-16,0 0 30 0,0 0-6 0,-1 0 15 16,0 0-12-16,1 0-11 0,0 0-2 15,0 0-4-15,-1 0-19 0,0 0 12 0,1 0 1 16,0 0 5-16,0 0 11 0,1 0 10 0,20 1-1 0,-11-1 5 15,3 1 8-15,1 1 12 0,3 0-4 0,3-1 6 16,2 1-8-16,6-2 4 0,-1 2-2 0,1-2 3 16,1 0 2-16,0 1-24 0,1-1 7 0,4 1-15 15,3-1-1-15,0 0-4 0,-2 0-1 0,-2 2 1 16,2-1-3-16,1 0 5 0,2-1-6 16,2 1 5-16,-4-1-7 0,-1 0 5 0,-1 0 0 15,0 0 2-15,0 0-2 0,-2 0 17 0,0-1 1 16,-6 1 5-16,-1-1-1 0,-4 1-11 0,2 2-6 0,-1-2 1 15,-1 2-6-15,0-2-2 0,-3 0 3 0,-2 0-3 16,-2 0-1-16,-3 0 5 0,-2-1-19 0,-9 1 6 16,0 0-74-16,1 0-11 0,-1 0 0 0,1 0-6 15,-1 0-25-15,-4-11-31 0,-8 6-44 0,-6-2-22 16,-10-2-446-16</inkml:trace>
  <inkml:trace contextRef="#ctx0" brushRef="#br0" timeOffset="48534.92">4884 7523 1989 0,'-17'4'127'16,"1"-1"205"-16,1 1-257 0,3 0-50 0,1 0 6 15,3 1-16-15,3 1 41 0,5-6-42 0,0 0 16 0,0 1-25 16,6 19 9-16,4-13 28 0,4-1 6 0,3 1 12 16,4-1 46-16,4 0-11 15,2-2 1-15,1-1-4 0,4 0-8 0,4-3-13 0,3 0 2 16,1 0-5-16,-1-2-1 0,-1-1-20 0,1 0 0 15,2-1-8-15,0 0-21 0,-1 0-2 0,-4 0-7 16,-2 1 5-16,-1 0-5 0,0 0-5 0,-1 1 2 16,-3 2-3-16,-3-2 1 0,-3 2-1 0,-3 1-5 15,-2 1-6-15,2 1-102 0,1 1-375 0,4 0-101 16</inkml:trace>
  <inkml:trace contextRef="#ctx0" brushRef="#br0" timeOffset="137272.07">4444 7632 2038 0,'-4'-3'148'0,"4"3"-35"0,-1 0 61 0,1 0-156 0,-1 0-8 16,1-1-33-16,0 1 22 0,0-1 0 0,0 1 4 15,0-1-10-15,3-17 7 0,5 17-3 0,2-1 4 16,1 0-7-16,0-1 6 0,1 0-4 0,2 0 5 16,-1-1-8-16,1 0 0 0,2 0 5 15,0-1-1-15,2 2 17 0,2-1 5 0,-2 0-1 0,1 2 2 16,0-2 14-16,-1 1 1 0,1 1 3 0,-1 0-3 15,0-1 3-15,0 0-7 0,1-1-1 0,1 1-3 16,1 1-8-16,1 0-9 0,0-1 4 16,0 1-5-16,0 0 2 0,0-1-5 0,-1-1-1 15,2 1 0-15,0-1 6 0,4-1 0 0,0 1-3 0,3-1 0 16,-2-1-3-16,-1 0-1 0,-2 1 4 0,0-1-4 16,0 1 3-16,2 1 1 0,1 1-2 0,1 0 2 15,-3 0 6-15,-2 2 21 0,-1 0-2 0,-2 1 8 16,0 0-7-16,1 1-5 15,1 0 0-15,-1 0-1 0,1 1 3 0,-1-1-2 16,0 2-1-16,-2-2-1 0,-1 0-14 0,-1 0 1 16,-1 0-3-16,-1 1 2 0,2-2-2 0,-1 2-3 15,1-1 2-15,0 0-4 0,-2 0-1 0,-1 0-3 0,-1 0 4 16,-1 1-3-16,0 0 6 0,0-1 0 0,0 1-4 16,-1-1 2-16,-1 0 1 0,0 1 0 0,-1-1-2 15,-2-1 2-15,1 0-1 0,1 1-1 16,0-1 4-16,3 0-3 0,-1 1 1 0,-1-2 1 0,0 1-2 0,-1 0 1 15,0 0 1-15,0 0-7 0,0 1 2 0,-1-1-3 16,0 1 6-16,-1 1 7 0,1-2 0 0,-2 2 3 16,1-2 1-16,0 0-4 0,-1 1 0 0,-1-1-1 15,1 1-3-15,-2 0-1 16,2-1 1-16,-7 0-1 0,0 0 0 0,0 0 1 16,20 0-3-16,-20 0 2 0,0 0-4 0,0 0-2 0,0 0 4 15,1 0-3-15,17 5 6 0,-18-5-2 16,0 0-2-16,0 0 1 0,0 0-1 0,0 0 1 0,0 0 1 15,0 0 0-15,0 0-2 0,0 0-21 0,0 0-9 16,0 0-10-16,0 0-78 0,0 0-133 0,0 0-39 16,0 0-63-16,-18-9-483 0</inkml:trace>
  <inkml:trace contextRef="#ctx0" brushRef="#br0" timeOffset="149010.17">6261 5191 2133 0,'-6'-4'75'16,"0"0"-31"-16,6 4 33 0,0 0-128 0,-1 0 18 0,1 0-11 16,0 0 50-16,0 0 2 0,0 0 8 0,0 0-2 0,0-1 17 15,0 1-2-15,0-1 6 0,0 1-2 0,0 0-24 16,0-1 6-16,1 1-13 0,16-9 0 0,-17 9-2 15,16-3 1-15,-7 0-1 0,2 1 8 0,1-2 15 16,0 1 2-16,2-1 5 16,-2 0 8-16,1-1-1 0,-1 1 0 0,0 1 0 0,1 1-4 0,-2 1-8 15,0-1 0-15,-1 2-1 0,-1-2-1 0,2 1-5 16,-2 0-2-16,0 1-1 0,1 0-2 0,0-1-11 16,2 2 5-16,1-1-7 0,0 0 6 0,3 0-3 15,0 0 0-15,2 0 0 16,1 1 1-16,-1-1-2 0,1 0-2 0,-1 0 0 15,-1-1 4-15,-1 1-5 0,-1-1 4 0,0 0-3 16,2 1 6-16,1 0-5 0,1 0 4 0,0 0-4 16,0 0 1-16,-2 0-1 0,3-1 1 0,-4 1 0 0,1 0 1 0,-1-1 19 15,1 1-8-15,0 0 11 0,0-1-17 16,3 1 0-16,1-1-3 0,3 1 1 0,1 0 1 0,-2 0-3 16,1 1-1-16,-3 0 0 0,0 2-5 0,-1-1 5 15,0 2-1-15,2 0 3 0,1 0 2 0,0 1-7 16,1 0 3-16,-1-1-3 0,-1 1 0 0,-2-2 2 15,0 0-2-15,-2 0 2 0,0-1 9 0,3 1-7 16,2-2 1-16,0 1-4 16,1-2 2-16,-1 0 2 0,-2 0 2 0,0 0-1 15,-3 0-1-15,1 0 13 0,0 0-5 0,0 0 8 16,1 0-3-16,2 0-9 0,1 1 4 0,1 0-8 16,-1 1 1-16,-3-1 4 0,0 1-6 0,-2 0 5 0,-1 0-3 0,1 0-5 15,1 1 9-15,-1-1-8 0,4 0 4 0,-1 1-3 16,1-1 0-16,-2-1 0 0,0 2 1 0,-1-1-1 15,-1 0-1-15,1 0 1 16,-3 0 3-16,1 0-1 0,0 0-3 0,1 0 1 0,2 0-1 16,2 0-2-16,-2 0 5 0,0-1-5 0,-2 1 11 15,-1 0-9-15,0-1 6 0,-1 0-5 0,2 0 15 16,1-1-16-16,1 1 5 0,2 0-7 16,1-1 0-16,1 0 8 0,-1 0-6 0,-1-1 5 0,-2 0-2 15,0 1-4-15,1-1 0 0,0 1-1 0,2-1-2 0,2 1 6 16,-1-1-3-16,2 1 4 0,-2 0-5 15,0 1 0-15,-3 0 5 0,0 0-3 0,-1 1 2 0,2 0-2 16,2 0-2-16,2 0 1 16,-1 0-1-16,2 1-3 0,-4-1 3 0,-2 0-1 15,0 0 7-15,1 0-5 0,-1 0 1 0,4 1-2 16,1 0 0-16,1-1 5 0,-1 1-1 0,-2-1 1 16,-3 0-6-16,0 1 2 0,-2-1 1 0,0-1 3 15,-1 1 1-15,4 0 1 0,-1 1-2 0,2 0 0 0,-2-1-6 16,-1 1 7-16,-1-2 0 0,-2 1 4 0,0 0 2 0,1-1 5 15,-2 0-1-15,0-1 2 0,2 0-10 0,0 0-8 16,2 0 4-16,1 1-4 0,-1 0 9 0,-1 0 2 16,-1 0-4-1,-3 0 4-15,0-1-11 0,1 1 7 0,-2 0-5 0,-1-1 5 16,-1 0 0-16,3 0 6 0,-1 0 6 0,1 1-2 16,3 0 2-16,-3-1-8 0,1 0-3 0,-2 0 1 15,0 0 9-15,1 0-2 0,-2 0-1 0,0 1-2 16,0-1-7-16,-1 0 0 0,1 0-2 15,-2 0-1-15,1-1-4 0,0 1 7 0,-1-1 0 0,2 0 3 16,1 1-9-16,-1 0 2 0,1 0 0 0,-1-1 1 16,0 0 1-16,-2 1-3 0,0 0 4 0,0 0-2 15,-1 1 10-15,1-1-12 0,-1-1 3 0,-1 0-4 16,1 0 3-16,1 1 5 0,-1 0-4 0,-1 0 4 16,-1-1-1-16,0 1-5 0,2-1 1 0,1 0-3 0,0 0 9 15,-2 1-5-15,1 0 3 0,-1 0-4 0,-1-1 6 16,1 0-7-16,-2 1 4 0,0-1-4 0,0 1 6 15,0 0-2-15,-7 0-3 16,0 0 0-16,16 0-2 0,-16 0-1 0,0 0 5 0,1 0-4 16,20-2 5-16,-21 2-3 0,0 0 2 0,1 0-1 15,16-1 2-15,-17 1-6 0,1 0-1 0,-1 0-1 16,0 0 6-16,16-2-1 0,-16 2-1 16,0 0-1-16,1 0 0 0,0 0-3 0,-1 0-1 15,0 0-4-15,17-1-18 0,-17 1-35 0,0 0-18 16,0 0-7-16,0 0-66 0,1 0-90 0,-1 0-9 0,1 0-46 0,15-10-204 15</inkml:trace>
  <inkml:trace contextRef="#ctx0" brushRef="#br0" timeOffset="151111">4198 4136 2387 0,'-11'-5'34'15,"1"-1"-16"-15,3 3 15 0,7 3-63 0,-1 0-22 16,1 0-14-16,0-1 5 15,0 1-5-15,0-1 15 0,0 1 20 0,-3-19 32 16,3 19-3-16,1 0 13 0,17-11-2 0,-10 7 3 0,1-1 3 16,3 1 1-16,-1-2 4 0,0 1 9 0,2 0-2 15,-2 1 4-15,1 1-12 0,2 1-9 0,-1 0-1 16,2 0-1-16,2 2 6 0,1-2-5 0,1 0 3 16,2 1-4-16,0-2 10 0,0 1-11 0,2 2 4 15,-1-1-7-15,1 0-3 0,-1 0 2 0,2 0-3 16,2 1 2-16,2 1-4 0,0-1 7 0,0 0-4 15,-1 0 7-15,-1 0-1 0,1 1-2 0,0 0 4 0,3-1-3 16,2 2 8-16,1-2-5 0,0 0-4 0,-3 0 0 16,-1 1-10-16,3-1 9 15,1 0 1-15,3 0 2 0,0 0-9 0,-3 0 3 16,-2 1 0-16,1 1 4 0,0-2 7 0,1 0-5 16,2 0 6-16,-2-2-4 0,-1 1 20 0,-1 1-3 15,0 1-2-15,3-2-1 0,1 1-7 0,1-1-1 16,0 1 5-16,-3 0-5 0,0 0 0 0,2-1-7 0,1-2 0 15,2 1-2-15,-2 1-4 0,-2 1 5 0,0 2-4 16,0-1 5-16,2 1-6 0,0-1 0 0,0 0 3 16,-2 1-1-16,-3 0 4 0,0-1-3 0,3 0-1 15,0 0 0-15,2-1 3 0,-3-1 3 16,-2 1-1-16,0-1 3 0,1-1 1 0,3 2-1 16,1-3-3-16,-1 3 0 0,-2-1-3 0,-4 0-3 15,0 1 4-15,2 0-5 0,1 1 0 0,0-1 2 16,2 1-1-16,-5 1 1 0,-2 1 1 0,0 0 0 15,0 0 2-15,3-1-1 0,2-1-6 0,1 1 0 16,-3-1 1-16,-2 0 1 0,-1 1 1 0,0-1 29 16,2 0-9-16,2-1 15 0,1-1-19 0,0 1-7 0,-3 0-5 15,-2 0 2-15,-2 0-2 0,2-3 3 16,-2 2 5-16,3 0-2 0,-2 1 4 0,-1-1-2 16,-3 2-1-16,-2 0 1 0,-2 0 0 0,-3 2-4 0,1-1-1 15,-3 0-2-15,-1 0-5 0,0 0 7 0,1 2-3 16,0-1 3-16,-1 2-8 0,-1 1-123 15,-1 0-29-15,-2 1-57 0,-1 3-338 0</inkml:trace>
  <inkml:trace contextRef="#ctx0" brushRef="#br0" timeOffset="156911.16">8005 4257 2356 0,'-10'-1'114'0,"2"1"-54"0,0 1 56 16,2 1-172-16,6-2 2 0,0 0-9 0,-1 1 33 15,1-1-6-15,0 1 12 0,0-1 2 0,-1 1 49 16,1-1-12-16,-1 0 23 0,1 1-31 0,0-1 12 16,0 0-4-16,0 1 5 0,1-1-11 0,-1 0 5 15,20 10 1-15,-20-10 2 16,0 0 11-16,19 3 7 0,-19-3-2 0,0 0 2 15,21 8-7-15,-12-5-4 0,1-1 0 0,0-1-1 0,1 0 9 0,1 0-1 16,2 1 2-16,2-1-4 0,1 0-18 0,2 0 3 16,-1-1-2-16,1 0 3 0,0 0 2 0,0-1-5 15,-3-2 2-15,4 2-3 16,-1-2-1-16,1 1 1 0,2 2-1 0,1-2 0 0,-1 0 1 16,-1 1 2-16,-1-2 2 0,-1 1-1 0,-2 0 3 0,-2 0-5 15,0 0 0-15,0 1-1 0,1 0-4 0,-1 0 5 16,0 0-5-16,-1 1 5 15,-1 0-7-15,-2 0-3 0,0 0 4 0,-3 0-4 16,1 1 2-16,-2 0-1 0,0 1-2 0,-1 0 1 0,-6-2-1 16,0 0-41-16,1 0-34 0,16 7-15 0,-17-7-242 15,0 0-313-15</inkml:trace>
  <inkml:trace contextRef="#ctx0" brushRef="#br0" timeOffset="157727.26">10676 5621 1728 0,'-8'1'272'0,"1"0"96"15,1 0-2-15,6-1-315 0,0 0-51 0,-1 0-22 16,1 0 3-16,0 0 1 16,-1 0 17-16,-16-4 9 0,17 4-4 0,0 0 7 15,1 0-1-15,-1 0-10 0,17-7-1 0,-17 7-4 16,0 0-12-16,18-3 13 0,-18 3-4 0,0 0 7 16,22-1 1-16,-13 1 9 0,0 0 3 0,3 2 2 0,-2-1 13 0,-1-1-1 15,2 0 3-15,-2 1-3 0,1-1 3 16,1 1-4-16,-2 0 1 0,1 1-2 15,-1-2-9-15,1 1 0 0,-1 0-6 0,0 0 3 16,0 0-8-16,0-1-4 0,0 1 3 0,-1-1-2 0,0 1 0 16,0 0 3-16,-1-1-3 0,0 0 4 0,-1 0-5 0,1 0 1 15,-1 0-1-15,-6 0 1 0,0 0-2 0,1 0-20 16,19-3-29-16,-20 3-1 0,1 0-141 0,-1 0-91 16,19-6-7-16,-19 6-42 0,14-9-168 0</inkml:trace>
  <inkml:trace contextRef="#ctx0" brushRef="#br0" timeOffset="162843.76">7929 4188 1477 0,'0'0'184'0,"0"0"33"16,-1-1-7-16,1 1-170 0,0-1-70 0,-1 1 23 15,0-1-11-15,1 1 28 0,0 0 12 0,-1-1-9 16,1 1 11-16,0 0-7 0,0 0 21 0,0 0-13 16,0 0 2-16,0 0-5 0,1 0-1 0,18 11 14 15,-19-11-9-15,0 0 12 0,19 11 9 0,-11-7 7 16,1-1 2-16,1-1-2 0,0 1-12 0,1-2-1 16,1 2-6-16,1 0 3 0,2-2 1 0,0 1-13 15,3 0 9-15,0-2-12 0,3 2-3 0,-1-1-6 16,1 0-1-16,-1 0 0 0,2-1 2 0,-2-1-5 0,0 0-1 15,0-1-1-15,2 1 6 0,0-1 1 0,3 0 5 16,0-1-5-16,-1 1-5 0,0-1 2 16,-2 0-7-16,0 0 6 0,1 0-6 0,-1-2-2 15,2 2 0-15,0 0-1 0,-2-1-2 0,1 1 8 16,-2 0-7-16,-2 0 6 0,1 2-7 0,-5-1 4 16,0-1 5-16,-1 1-3 0,0 0-7 0,0 1-145 15,-1 0 0-15,0 0-64 0,-2 0-150 0</inkml:trace>
  <inkml:trace contextRef="#ctx0" brushRef="#br0" timeOffset="166085.35">10415 5727 1871 0,'-13'11'78'0,"1"1"-21"0,2-2 35 0,1-1-72 0,1-3-14 15,1-2-16-15,1 0 11 0,0-1 5 0,6-3 11 16,0 0 44-16,-18 5-7 0,18-5-7 0,0 0-3 16,0 0-41-16,0 0-13 15,0-1 2-15,0 1-7 0,0-1 14 0,0 1-4 16,1-1 7-16,17-13-6 0,-18 14 2 0,0 0 7 15,18-5-3-15,-18 5 7 0,0 0 6 0,22 0 7 0,-22 0 4 16,0 0 1-16,24 3 7 0,-24-3 5 0,17 2-6 0,-7-2 5 16,2 1-11-16,0-1-4 15,2 0 3-15,2-1-6 0,2-1-17 0,1 1-1 16,1 1 1-16,0-2 2 0,0-1 5 0,-1 3-7 16,-1-3-3-16,0 1 1 0,-1 0 4 0,-1 1-4 0,3-3-1 15,1 3-1-15,2 0 1 0,-1-1 0 0,1-1 5 16,-2 1-4-16,-1-2-1 0,-1 3 11 0,-2 0-3 15,-1-1 7-15,1 1 5 0,-1-1-7 0,0 0 2 0,1 0-4 16,-1 1-6-16,0-1 10 16,0 1-10-16,-1 0 10 0,-2-1-10 0,-1 2 5 15,-1 0 0-15,-2 0 0 0,0 1-5 0,-1 0-1 0,-1 0 4 16,-6-1-3-16,0 0-1 0,1 0 2 0,18 4-2 16,-19-4 2-16,1 0 1 0,-1 0 1 0,0 0-2 15,20 4 2-15,-20-4-6 0,0 0 2 0,0 0 1 16,0 0 0-16,1 0 6 0,-1 0-16 0,1 0-3 0,16-2-6 15,-17 2-29-15,0 0 6 16,0 0-3-16,0 0 6 0,0 0 19 0,0 0-5 16,0 0 8-16,0 0-9 0,0 0 0 0,0 0-3 0,0 0-11 15,0 0 4-15,0 0-21 0,0 0-5 0,0-1-3 16,0 1-3-16,1-20-20 0,-1 20-29 0,0 0 7 16,0-1-15-16,-4-15 0 0,4 16-19 0,0 0-11 15,0 0-19-15,-1 0-205 0</inkml:trace>
  <inkml:trace contextRef="#ctx0" brushRef="#br0" timeOffset="171037.11">8211 4172 1597 0,'0'0'120'0,"0"0"-11"0,0 0-12 0,0 0-51 16,-1 0-70-16,0 0 9 16,1 0 4-16,0 0 8 0,-1 0 9 0,0 1 6 15,1-1-1-15,-5 17 3 0,5-17 6 0,0 0-11 16,1 1 4-16,-1-1-5 0,19 14 10 0,-19-14 18 0,0 0 0 16,17 4 9-16,-17-4 14 0,0 0-6 0,18 2-4 15,-18-2-2-15,1 0-12 0,21 3-6 0,-13-2 6 0,0 1-6 16,0-1 11-16,2 1-9 0,1-1 2 0,1-1-4 15,0 1 1-15,0 0-12 0,1-1 0 0,0 1-4 16,0-1 2-16,1 0-1 0,-1-1 0 0,2 1-1 16,-3 0-7-16,2 0-6 15,2 0 3-15,-1-1-3 0,1 0 9 0,-1 0-5 0,-1 0-2 16,-1 1 0-16,0 0 0 0,-2-1 7 0,-1 2 3 0,0-1 1 16,-2 1 7-16,0 0-1 15,-3 0 1-15,-6-1-1 0,1 0 9 0,0 0 0 16,18 4 1-16,-19-4-2 0,0 0-13 0,1 0-6 15,15 1-2-15,-16-1-1 0,1 0-1 0,-1 0-4 16,0 0-3-16,19-1 1 0,-19 1-5 0,0 0-107 16,1 0-24-16,-1 0-45 0,17 0-231 0</inkml:trace>
  <inkml:trace contextRef="#ctx0" brushRef="#br0" timeOffset="171665.68">10461 5696 3010 0,'0'0'87'0,"0"0"-116"0,-1 0-27 0,1 0-45 16,0-1-38-16,0 1 43 0,0-17 9 0,0 17 7 16,1 0 47-16,0 0 22 0,15-7 2 0,-16 7 7 15,17 3 15-15,-5-3-7 0,1 1 2 16,2-1-1-16,-1 1 20 0,1-1 24 16,1 1 3-16,1 0 5 0,0 0-5 0,1-1 3 0,2 1-6 15,0-1 4-15,0 0-7 0,2 0-6 0,2 0-4 16,1 0-2-16,0 0-19 0,-1 0 1 0,-2 0 0 15,0 0-1-15,-2 0-9 0,1 1 2 0,-1 1-4 16,1 0 2-16,0 1-8 0,0 0 0 0,-1-1 0 0,1 2-2 16,-2 0-5-16,-1-1-131 0,-1 1-45 0,0 0-56 15,3-1-418-15</inkml:trace>
  <inkml:trace contextRef="#ctx0" brushRef="#br0" timeOffset="176213.5">6685 7437 583 0,'-9'2'149'0,"0"1"107"0,0-1 28 15,0-1-51-15,2 1-50 0,1-1-38 0,6-1 1 16,-1 0-2-16,1 0-9 0,-18-4-30 0,18 4 1 16,0 0-14-16,0 0-29 0,0 0-19 0,0 0-8 15,-1 0-1-15,0 0-15 0,1 0 4 0,-1 0-2 16,1 0 2-16,0 0-4 0,-1 0 0 0,1 0 2 15,-1 0 0-15,1 1 11 0,0-1 0 0,0 1-1 0,0-1 0 16,0 1 2-16,0-1-6 0,0 1-1 0,2 15-3 16,-2-16-2-16,0 0-4 0,1 0 3 0,-1 0-4 15,17 0 8-15,-17 0-5 0,1 0-3 0,-1 0-1 16,19 1-4-16,-19-1 2 0,0 0 4 0,17 0-2 16,-17 0-6-16,0 0-3 15,18 3-3-15,-18-3 2 0,0 0 0 0,19 4-2 16,-19-4 0-16,0 0 0 0,23 5-3 0,-23-5 3 0,17 3-1 15,-8-2 1-15,1-1 9 0,1 2-1 0,-1-1 2 16,1 0-2-16,1 0-3 0,0-1 7 0,0 0 1 16,1-1 3-16,-2 1-3 0,0 0-3 0,1 1-4 0,0 0 1 15,0 1-4-15,0-2-4 0,-2 0 3 0,-1 0-3 16,0 1 4-16,0 0 1 0,0 0 0 0,0-1 1 16,1 0 12-16,0 0-7 0,-1 1 5 0,2 0-5 15,-2-2 7-15,1 1-9 16,1-3 5-16,-2 2-6 0,0 0 8 0,0 0-1 15,1 1-5-15,-2-2 3 0,0 1-9 0,1 0 3 16,-1-1-1-16,0 2 1 0,-1-1-10 0,0 0 3 0,0 0 3 16,-1 1-1-16,0 0 4 0,-6 0-8 0,1 0-1 0,-1 0-2 15,18 0 5-15,-18 0-2 0,0 0 3 0,1 0-4 16,0 0 0-16,16 2-31 0,-17-2-9 0,0 0-17 16,0 0-110-16,1 0-195 15,-1 0-46-15</inkml:trace>
  <inkml:trace contextRef="#ctx0" brushRef="#br0" timeOffset="185305.05">9224 1650 2424 0,'0'0'131'0,"-7"15"-11"0,3-6-18 0,3 2-132 0,2 0-21 0,2 3 14 0,3 0 5 16,0 3 8-16,0 0 20 0,-7-1 5 0,9 5 3 16,0 2 2-16,-1-1 19 0,1 1-13 0,0 2 7 15,1 1-9-15,0 3 3 0,-2 2-4 0,0 2 2 16,0-1-1-16,1 2 15 0,-3 2 6 0,0 1 6 16,2 4 0-16,-3 0 12 0,-1-1 2 15,0 1-10-15,-1-1 5 0,-1 1-24 0,2 1-9 16,-1-4 3-16,1-2-5 0,1-1-3 0,-2-2 0 15,1 1-6-15,0-3 4 0,-1-4-2 0,1-5 4 16,1-2 2-16,-1-5-2 0,0-2-6 0,-1-2-14 16,-1-3-6-16,0-2-7 0,-1-6-65 0,0 0-71 15,0 0-10-15,0 0-21 0,2-6-57 0,-2-6 18 16,0-7-8-16,0-5 8 0,0-5-34 0,0-6-212 16</inkml:trace>
  <inkml:trace contextRef="#ctx0" brushRef="#br0" timeOffset="185861.02">9374 2045 747 0,'-1'-32'153'0,"0"1"-19"16,0 2 7-16,0 1-9 0,0 1 21 0,0 3 6 16,-1 2-10-16,1 4 5 0,0 0-41 0,-2 3-6 15,3 2-3-15,0 2 0 0,0 2-9 0,0 1-18 16,0 2-2-16,2 0-9 0,0 2-43 0,1-1-9 16,2 1-8-16,0 0 2 0,3 0-14 0,1 0 4 15,4 2-2-15,3-2 3 0,2 0-6 0,3-2 8 16,2 0-2-16,2 0 4 0,1 1 2 0,4 0-2 15,3-2 1-15,6 1-3 0,3 0 1 0,0 2 0 16,2-1 3-16,2 2-2 0,1-3 2 0,4 1-5 0,-3 0 0 16,3 0-2-16,1 2 2 0,2 1 3 0,0 0-3 15,2-1 2-15,1 0 3 0,0 0-4 0,2 0 5 16,3-1-5-16,0 1 1 16,0-1-1-16,3 0-1 0,-1 0 0 0,-1 1-2 15,3-1 4-15,2 2-1 0,-4-2 2 0,-1 2-4 0,4 0 1 16,-4-1 1-16,-3 2 1 0,0 0-2 0,-3 1 6 15,-1 0-5-15,-3 0 6 0,-3 0-8 0,-3 0-1 16,-2 1 2-16,-4 1 0 0,0 0 3 0,-7 0 0 16,-5 1 0-16,-4 0 0 0,-1 0 1 0,-1 2-1 15,-1 0 1-15,-3 2 0 0,-3 0 2 0,-3-1-6 16,-4 1 1-16,-1 2 0 0,-3 0 15 0,1 2 40 0,-3 2 10 16,-1 1 12-16,-2 2 34 0,-1 4-59 15,-1 1 0-15,-2 4-21 0,-1 0-10 0,1 1-7 0,-3 1-1 16,2 0-3-1,0 2-11-15,0 3 7 0,2 3-5 0,-1 2 5 0,0-1-2 16,2 1-5-16,0 1 3 0,0 2-3 0,0 3 9 16,2 1-7-16,-1 0 2 0,-1 1-3 0,1 1 8 15,1 2-8-15,0-1 5 0,0 0-6 0,1-1 10 0,-1-1-10 16,0 1 7-16,0-5-7 0,-1 0 10 0,1-4-11 16,-2-1-2-16,0-2-4 0,-1-2-16 0,1-4-46 15,-1-3-9-15,-2-4-17 0,1-2-81 0,-2-1-72 16,-2 1-24-16,-2-2-24 0,-2-1-173 15</inkml:trace>
  <inkml:trace contextRef="#ctx0" brushRef="#br0" timeOffset="186592.18">9386 2687 2442 0,'-5'-1'67'15,"5"1"-42"-15,-1 0-7 0,0 0-28 16,1 0-11-16,-1 0 1 0,1 1 1 0,0-1 9 16,0 1 15-16,-22 15 2 0,22-16 0 0,3 17 0 15,-1-8-7-15,1 3 5 0,-1 0-5 0,2 3 6 16,0 2-6-16,-2 1 12 0,1 3-2 0,-2 2 7 15,-2 0-2-15,0 0 5 0,0 2-3 0,-2 0 2 16,0 0-8-16,0 1 0 0,-2 0-3 0,2 0 1 16,-1-1-3-16,2-2-2 0,0-3 6 0,1-2-5 15,1-2 15-15,0-4-12 0,0-1-2 0,1-3-5 16,1 0-20-16,2-1 3 0,-1-1 2 16,2 0 1-16,0-2 1 0,2 1-5 0,1-1 1 15,1-2-1-15,3 3 8 0,0-2 3 0,2 0-1 0,1-1 2 16,0 0 11-16,3-1-1 0,0 0 4 0,1-1-3 15,3-1 12-15,-1-1 1 0,5-2-5 0,4-1 3 16,2-1-6-16,4 0 0 0,1-2-1 0,-2 1 0 16,0 0-8-16,4 1 4 0,2 0-4 0,1 0 2 15,-2 0-10-15,-1 3 6 0,0-1 0 0,3 0 2 16,2 0 5-16,-1-2-8 0,-2 3 1 0,2 0-4 16,2 1 2-16,1 1 8 0,0-1 1 0,-3-1 4 15,1 1 0-15,2 2-2 0,1-2 1 0,0 2-1 0,-2 0 12 16,2 0-5-16,0 0 1 0,1 0-3 15,-2 0 0-15,1 0-14 0,0-1 6 16,1 0-8-16,0 1 8 0,-4-1-3 0,0 1-1 16,0 0-1-16,0 0-4 0,-2 1 6 0,-3 0 1 15,-1 1 2-15,-1 0-4 0,3 1 6 0,-3-1-3 0,-2-1 6 16,-2 2 2-16,-5 0-6 0,1 0 0 0,-1 1-2 16,1-1 1-16,-3 0-2 0,-2-2 2 0,-5 3-2 15,-3-1-2-15,-2 2-127 0,-3-1-54 0,-3-2-53 16,-1 0-425-16</inkml:trace>
  <inkml:trace contextRef="#ctx0" brushRef="#br0" timeOffset="189970.88">9960 2177 972 0,'0'0'35'0,"0"0"-60"0,0 0-35 0,0 0 85 16,0-1-31-16,0 1 49 0,4-20 63 0,-4 20-55 15,0-1 44-15,-5-24-9 0,5 18 1 16,0-1-7-16,0 8-27 0,0-1-1 0,-5-17 1 0,5 18 2 16,0-1 18-16,-9-16-2 0,9 17 1 0,-1 0-1 15,1-1 0-15,-13-17-2 0,13 18-1 0,-1 0-1 16,0 0-14-16,1-1-6 0,-18-9 1 0,18 10-2 16,0 0 5-16,0 0-7 0,-1 0 2 0,-19-1-2 15,20 1 1-15,0 0-17 0,-18 8 3 0,10-4-5 16,-2 0 6-16,1 1-7 0,-1 1 4 0,0 3-4 15,2 0 0-15,-2 0-6 0,0 0-1 0,2 2-1 16,0 0 0-16,1 1-5 0,0 0-1 0,0 1-2 16,2 2-9-16,0 0 5 0,0 0-2 0,2 2 3 15,-2 0-6-15,2 1 4 0,0-1 0 16,-1 2 2-16,1 0-8 0,1 5 5 0,-2 0-1 16,3 4 5-16,-2-1-1 0,2-1-3 0,1 0-3 15,1-2 0-15,2 1-5 0,0 0 9 0,1 0 0 16,2 1 4-16,-1-2-6 0,2-1 6 0,1-3-3 0,0-4 4 15,1-1-9-15,-1-3 9 0,1 0-7 0,1-2 7 16,0-2-7-16,1 1 0 0,1-2 1 0,3 0-2 16,0-2 0-16,2-2-6 0,2-1 6 0,-1-2-5 15,2 0 5-15,-1-2-1 0,2-2 0 0,-3-2 2 0,1 0 4 16,2-2-3-16,-1 0 1 16,4-1 0-16,-1-2 7 0,0-1-5 0,-1-2 4 15,-1-1-5-15,-2-1-3 0,-1 0 7 0,-1-2-7 16,0 0 7-16,-1 0-5 0,3-1 10 0,-1 1-5 15,1 1 7-15,-1-1-4 0,-1 0 6 0,-1 1 0 0,-2-3 3 16,0-1 3-16,-3 0-8 0,0 0 7 0,-2-1-8 16,0 0 8-16,-3 1-3 0,-1 0-2 0,0 0 0 15,-2 0 4-15,0 0 8 0,-1 1-4 0,-1 0 4 16,-1 0-4-16,-1 0 0 0,-1 1 2 0,-1 0-2 0,0 0-1 16,-2 1 3-16,2 0-4 0,-2 2 2 0,0-1-11 15,-2-1 9-15,0 1-2 16,-1-2 2-16,-2 1-12 0,0 1-3 0,-2 0-4 15,-2 2 2-15,0 2-7 0,-3 0-3 0,0 3-5 0,-2 3-1 16,0-1-17-16,0 5-25 0,1 1 12 0,0 2-13 16,-1 1 30-16,-2 2 7 0,-1 1-7 0,-4 2 7 15,-1 2-2-15,0 2 4 0,-1 1 2 0,4 3 0 16,1 0 1-16,1 1 3 0,-1 0-2 0,1 1 3 0,0-1 2 16,0 0-2-16,3-1 5 15,2-1-6-15,-1-1-6 0,6 1-160 0,0-3-3 16,4 3-71-16,3-1-162 0</inkml:trace>
  <inkml:trace contextRef="#ctx0" brushRef="#br0" timeOffset="190520.78">9667 1812 1863 0,'0'0'68'0,"0"0"-45"0,0 0 53 0,-1 0 19 16,0 1-3-16,-14 12 35 0,15-13-45 0,-1 1 0 16,-12 16-13-16,7-9-14 0,-5-5-18 0,5 6-1 15,0 0-8-15,-2 0-15 0,0 2 0 0,0-1 0 16,1 2-1-16,-2 1-6 0,0 0 4 0,-1 1-2 0,-1 2 2 16,1 0-8-16,-2 0 6 15,2-1-5-15,0 0 7 0,0-1-1 0,1-2 7 16,1-2-4-16,1-2 4 0,2-1-3 0,1-3-7 15,4-4-17-15,0 1 0 0,0-1-69 0,0 1-47 16,0-1 3-16,0 0-26 0,0 0-46 0,4-5-83 16,3-3-9-16,0-3-50 0,2-1-279 0</inkml:trace>
  <inkml:trace contextRef="#ctx0" brushRef="#br0" timeOffset="190724.07">9588 1901 136 0,'7'-12'314'0,"1"0"-59"0,-1 3 4 15,-2-1-29-15,0 2-47 0,0 0-51 0,-1 1-3 0,-1 3-18 16,-3 4-24-16,0 0-28 0,0 0 8 0,1 0-15 15,-1 0 12-15,1 0-9 0,0 0-1 0,11 18-4 16,-12-9-7-16,2 1 3 16,-1 1-6-16,1 4 3 0,-1 0-11 0,1 2-15 15,0 1 7-15,-1 0-10 0,1 1-2 0,0-2 2 16,0-1-5-16,1-1 5 0,-1-1 2 0,1-2 9 16,0 0 0-16,-1-4 1 0,1-1-13 0,-1 0-68 15,0-3-13-15,-2-4-30 0,0 1-135 0,0-1-137 0,0 1-173 16</inkml:trace>
  <inkml:trace contextRef="#ctx0" brushRef="#br0" timeOffset="190906.8">9543 1961 1160 0,'-5'0'181'0,"5"0"1"0,-1 0 130 16,1 0-302-16,-1 1 123 0,1-1-31 0,-11 19 11 0,11-19-24 15,0 0-24-15,5 16-15 0,-5-16-2 0,1 1-6 16,18 14-16-16,-9-10-16 0,0 0 6 0,3-1-8 15,0-1 8-15,2 1 4 16,0-1-4-16,1 1 5 0,0-1-1 0,-1 0-56 16,1-1-40-16,0 0-23 0,-1 1-266 0</inkml:trace>
  <inkml:trace contextRef="#ctx0" brushRef="#br0" timeOffset="192150.19">10883 1907 1222 0,'0'0'110'16,"0"0"-22"-16,0 0 68 0,0-1 108 0,0 1-49 0,0 0 6 16,0-1-90-16,-1 1-6 0,-17-15-9 15,18 15-28-15,0-1-17 0,-18-11 3 0,18 12-8 0,0 0-3 0,-17-6-13 16,16 6 1-16,1 0-5 0,-22-7-7 0,12 5-10 16,0 1-2-16,0-1-2 0,-2 1 2 0,-1 0-16 15,-1 0 5-15,1 1-11 0,-2 0 2 0,0 2-2 16,0 0-2-16,0 0 0 0,2 1-3 15,-3 0 1-15,0 0 1 0,1 2 1 0,0 0-3 0,-3-1 0 16,2 2 0-16,0 0 0 0,-1 1 0 16,0 1 2-16,2 1 2 0,-1-1 0 0,4 1-5 0,-2 1 5 15,3 0-5-15,-1 1 5 0,0 1-4 0,0 1-2 16,0-1 4-16,0 1-3 16,0 0 0-16,0-2 1 0,2 2 0 0,-1-1 0 15,2 0-1-15,-1 0 5 0,1 0-4 0,1 1 3 0,2 2-7 16,-1 0 5-16,1 2-1 0,2 0 2 0,-3 0-7 15,1 1 7-15,2 0-2 0,-1 0 4 0,3 0-3 16,-1-1-5-16,1-1 4 0,1 2-4 0,-1 1 10 0,1 0-9 16,1 0 1-16,1 0-3 0,0-2 9 0,0 0-7 15,2-1 5-15,1-1-5 16,1-2 6-16,0 1-1 0,0-2-1 0,0 0-1 16,2 0-2-16,-1 0 0 0,1 0 2 0,0 2 0 0,1 0 7 15,0 0-6-15,2 0 1 0,-2-1-3 0,1 1 0 16,0-1 1-16,1-1-1 0,0 0 1 0,1 0 0 0,0-1 0 15,0-1-3-15,1-1 1 0,-1-2-2 0,1 1 0 16,-1-2 4-16,2 0-4 0,0 0 6 0,3-2-3 16,2 2 4-16,0-2-4 0,0 2 1 15,0-1 3-15,-1-2-4 0,-1 1 3 16,0-2-6-16,-1 1 1 0,0-1 1 0,0-1 0 0,-2-1 2 16,3 0 0-16,-1 0-1 0,2-3 1 0,3 2 0 15,-1-2-3-15,1-2 4 0,-3 0-1 0,0-1 9 16,-1 2 7-16,-1-3-7 0,0 2 5 15,-3 0-14-15,2-4 13 0,-1 1-2 0,1-4 4 0,0 0-11 16,2 0 8-16,0-1-3 0,2-1 5 0,-1-2-3 0,-1-1 5 16,0-1-5-16,-1-1 4 0,-2 0-1 15,-1 0-4-15,1 1 4 0,-5 0-5 0,2 1 9 0,0-2 0 16,-3 0-2-16,2-1 1 0,-3-1-7 0,2 1 8 16,-2 0 0-16,0 2 3 0,-1-1-7 0,0 1 6 15,0 1 0-15,-1 0 2 0,-1 0 2 0,0-1-6 16,-1 0 2-16,-1-1-2 0,-1 0 6 0,0 2-2 15,0 0 1-15,-2 1-1 0,0-1-3 16,-2 1 0-16,0 0 1 0,-2 2-1 0,1-2 1 16,-1-1-7-16,-2 1-3 0,2-1-1 0,-3 1-7 0,1 1-1 15,1 1-1-15,-2 1 0 0,0 1 0 0,-1 2 0 16,1 1 0-16,-2 1 0 0,-1 1 0 0,-1 1 0 16,-2 1 0-16,1 2 0 0,-2 0 0 0,-1-1-15 15,1 3 0-15,0 0-6 0,1 1-4 0,1 1 15 16,1 0-5-16,2-1 7 0,0 1-9 0,2-1-19 15,-1 2-11-15,2-1-5 0,1 0-59 0,1-1-46 16,6 0-15-16,-1 0-20 0,1 0-131 0,-1 1-178 16,1-1-107-16</inkml:trace>
  <inkml:trace contextRef="#ctx0" brushRef="#br0" timeOffset="192655.33">11445 1730 1728 0,'0'0'42'0,"0"0"-43"15,0 0 66-15,0 1 34 0,0-1 12 0,0 0-1 0,-5 19-18 16,5-19-43-16,0 0-3 0,-5 19-13 0,3-10-7 16,1 1 2-16,-1 1 0 0,1 3 1 0,-1-1-3 15,0 1 2-15,0 2 0 0,-2-2 1 0,1 3 3 16,0 0-10-16,-1 2 3 0,0 1-6 0,1 0-4 0,-2-2 2 16,1-1-5-16,0-2 5 0,0 0-2 0,-1-3 5 15,3-1-2-15,-1-3 1 0,2-2-3 0,1-6-5 16,0 1 2-16,0-1-3 15,0 1 2-15,0-1-34 0,0 0 2 0,0 1-16 0,0-1-22 16,0 1-11-16,0-1-11 0,0 0-2 0,0 0-50 16,1-1-54-16,13-17-20 0,-11 7-26 0,2-3-195 0</inkml:trace>
  <inkml:trace contextRef="#ctx0" brushRef="#br0" timeOffset="193151.93">11447 1773 601 0,'1'-9'116'0,"1"1"386"16,0 0-357-16,-2 8 45 0,0 0-6 0,0 0 10 15,0-1-64-15,8-15-43 0,-8 16 4 0,0 0-18 16,0 0-15-16,0 0-8 0,0 0 0 0,0 0-2 16,1 0-1-16,-1 0-3 0,0 1-4 0,18 15 2 15,-18-16-5-15,0 0-6 0,1 1 2 0,15 18-4 16,-16-19-3-16,1 1-10 0,15 13 0 0,-16-14-2 0,1 1 8 16,14 14-12-16,-15-15 4 0,2 1-6 15,15 13 9-15,-17-14 2 0,0 1-1 0,0-1 1 0,1 1 2 16,14 17 9-16,-15-18-1 0,0 0 3 0,0 0-11 15,0 1-3-15,-5 16 2 0,5-17-3 0,-1 0 1 16,0 0-10-16,-15 14 5 0,16-14-5 0,-1 0 10 16,1 1-11-16,-20 8 2 0,20-9-5 0,-1 0 8 15,1 0-6-15,0 0-1 0,-20 8-1 0,20-8 3 0,0 0-8 16,0 0 4-16,0 0-6 0,-1 0 3 0,1 0-3 16,-1 1 0-16,1-1-2 0,-1 0-7 0,1 1 2 15,0-1-2-15,-1 1 1 0,0-1 3 0,1 1-2 16,0-1 0-16,0 1-1 15,0-1-2-15,0 0 7 0,0 1-2 0,1-1 3 0,16 17-6 16,-17-17 10-16,1 0-6 0,0 0 7 16,-1 1 3-16,20 15-3 0,-20-16 1 0,0 1-2 0,1-1 2 15,15 18 6-15,-16-18 4 0,0 0 0 0,6 17 16 16,-6-17-3-16,0 1 1 0,3 20-3 0,-3-21-8 0,-4 17 5 16,-1-9-2-16,-2 1 3 0,1 0 1 0,-1 1-9 15,0-1 5-15,2 1-6 16,-3 0 1-16,-1-2-4 0,1 0-1 0,1 0 1 15,-1-2 3-15,2-1 1 0,0-1-2 0,0 0 2 16,0-2-5-16,1 2 2 0,5-4-9 0,-1 0 0 16,1 0-74-16,-1 0-97 0,-17 7-19 0,18-7-38 15,0 0-175-15</inkml:trace>
  <inkml:trace contextRef="#ctx0" brushRef="#br0" timeOffset="195944.03">10300 2126 657 0,'0'0'193'0,"0"0"108"0,0 0 44 0,-1 0-233 0,1 0 34 16,-1 0-12-16,1 0-7 0,0 0-17 0,0 0-36 16,-1 0-13-16,0 0 1 15,1 0-7-15,0 0-19 0,0 0-12 0,0 0 4 16,0 0-5-16,0 0 8 0,1 0-9 0,19-1 0 0,-19 1-2 16,-1 0 12-16,23 1-8 0,-23-1 3 0,1 0-6 15,22 0 0-15,-23 0-5 0,1 0 0 16,20 3-1-16,-21-3 2 0,0 0-8 0,18 3 4 0,-18-3-6 15,1 0 3-15,-1 0 6 0,1 0-1 0,17 6 2 16,-18-6-6-16,0 0 4 0,0 0-4 0,0 0 4 16,0 0-6-16,1 0 3 0,0 0-7 0,-1 0 1 15,0 0-46-15,0 0-39 0,1 0-11 0,-1 0-13 16,1 0-77-16,0 0-78 0,-1-1-25 0,0 1-52 16,0-1-420-16</inkml:trace>
  <inkml:trace contextRef="#ctx0" brushRef="#br0" timeOffset="196229.15">10313 2179 1529 0,'0'0'54'0,"0"0"-29"16,0 0 113-16,0 0-11 0,0 0 17 0,0 0-21 15,0 0-4-15,0 0-20 0,1 1-4 0,0-1-8 16,-1 0-35-16,0 1-13 0,0-1-3 0,1 1-4 15,15 10-5-15,-16-11-12 0,0 0 1 0,1 0-4 16,-1 0 0-16,1 0-6 0,18 3 1 0,-19-3-3 16,0 0-4-16,0 0 0 0,0 0-1 0,18 4 0 15,-18-4 7-15,0 0-3 0,1 0 3 0,0 0-3 16,-1 0 3-16,17 4-18 0,-17-4-8 0,0 0-8 16,0 0-55-16,0 0-26 0,0 0-9 0,0 0-6 15,0 0-44-15,0 0-58 0,0 0-21 0,0 0-45 0,0 0-400 16</inkml:trace>
  <inkml:trace contextRef="#ctx0" brushRef="#br0" timeOffset="196462.39">10290 2229 1275 0,'0'0'12'0,"0"0"123"0,-1 0-22 0,0 0 57 15,1 0-34-15,-1 0-29 0,1 1-8 0,0-1-6 16,0 1-25-16,0-1-20 0,0 1 3 0,0-1-8 15,0 1 0-15,18 13-4 0,-18-14 3 0,1 0-5 16,20 3-7-16,-20-3-7 0,15 0-2 0,-7 1-1 16,-2 0-7-16,1-1 3 0,-1 1-2 0,-1 0 3 15,-6-1-1-15,1 0-1 0,-1 0-1 0,16 1 0 16,-16-1-5-16,0 0-25 0,1 0-8 0,-1 0-11 16,1 0-69-16,-1 0-50 0,1 0-10 0,-1 0-18 0,1 0-77 15,-1 0-301-15</inkml:trace>
  <inkml:trace contextRef="#ctx0" brushRef="#br0" timeOffset="196675.72">10293 2299 815 0,'0'0'92'0,"0"0"362"16,0 0-401-16,-1 0 97 0,0 1-20 0,0-1 36 0,1 0-75 15,0 1-4-15,0-1-7 0,0 1-1 0,2 15-36 0,-2-16-14 16,1 0 0-1,-1 0-6-15,17 3-7 0,-17-3-1 0,0 0-1 16,18 2 0-16,-18-2-9 0,0 0 3 0,17 2-1 16,-17-2 1-16,1 0-4 0,-1 0 3 0,19 0 1 0,-19 0-4 15,0 0-38-15,1 0-92 0,0 0-13 0,-1 0-30 16,0 0-91-16,16 3-157 0</inkml:trace>
  <inkml:trace contextRef="#ctx0" brushRef="#br0" timeOffset="196909.44">10283 2359 1202 0,'0'0'138'15,"0"0"-29"-15,-1 0-11 0,1 0 18 0,0 1 69 16,-1-1-62-16,1 1-4 0,-1-1-23 0,-11 17-43 16,12-17-10-16,0 0-8 0,0 0 3 15,0 1-12-15,1-1-20 0,-1 0 9 16,18 9-12-16,-18-9 7 0,1 0-4 0,17 3-4 15,-18-3 1-15,1 0-2 0,18 0 4 0,-19 0-4 16,0 0 3-16,18-1-4 0,-18 1 0 0,0 0-8 16,1 0-5-16,-1 0-86 0,17-1-95 0,-17 1-16 15,0 0-40-15,0 0-192 0</inkml:trace>
  <inkml:trace contextRef="#ctx0" brushRef="#br0" timeOffset="197110.73">10254 2397 1067 0,'0'0'62'0,"0"0"139"16,-1 0-110-16,1 1 82 0,-10 15-15 0,10-16 25 16,0 0-95-16,0 1-3 0,0-1-11 0,1 1 2 0,10 15-43 15,-11-16-4-15,0 0-8 0,18 5 2 0,-18-5-14 16,1 0 0-16,21 3-1 0,-13-2-1 0,-1 0 2 16,-1-1 2-16,1 0 1 0,0 0-3 0,-1 0-5 15,-1-1-88-15,0 1-9 16,-6 0-41-16,1 0-121 0,-1 0-317 0</inkml:trace>
  <inkml:trace contextRef="#ctx0" brushRef="#br0" timeOffset="197327.09">10271 2452 1659 0,'0'0'43'0,"0"0"4"16,0 0 5-16,0 0-2 0,0 1 12 0,0-1-18 15,0 1-38-15,0-1 5 0,0 0-7 0,1 1 7 16,0-1-9-16,-1 1-15 0,17 5-32 0,-17-6-9 16,0 0-218-16</inkml:trace>
  <inkml:trace contextRef="#ctx0" brushRef="#br0" timeOffset="197608.67">10340 2089 701 0,'0'0'768'0,"0"0"-546"0,0 0-165 0,0 0-9 0,0 0 69 16,0 0-17-16,0 0 1 0,0 0-7 15,1 1-13-15,-1-1-41 0,18 13 1 0,-18-13-16 0,1 0-12 16,-1 0-4-16,17 4 2 0,-17-4-2 0,0 0-3 16,0 0-1-16,20 3-4 0,-20-3 4 0,0 0 4 15,0 0-2-15,16 7-3 16,-16-7-5-16,0 0-59 0,0 0-88 0,1 0-23 0,0 0-34 15,-1 0-192-15</inkml:trace>
  <inkml:trace contextRef="#ctx0" brushRef="#br0" timeOffset="-213743.18">4851 7569 2174 0,'-6'-1'136'16,"6"1"-27"-16,0 0-11 0,-1 0-48 15,0 0-98-15,1 0-29 0,-1 0 1 0,1 0 16 16,0 0 60-16,0 0 10 0,0 0 0 0,0 0 4 16,0 0 2-16,1 0-6 0,21 6 5 0,-15-5-5 15,2-1 5-15,0 0-1 0,0-1 5 0,0 0-2 16,0 1 14-16,1-1-5 0,-1 0-5 0,0 0 1 15,3 2-8-15,-4 0 9 0,2 1-1 0,1-1 5 16,-1-1 2-16,2 2-11 0,1-1 2 0,0 1-6 16,1-1-4-16,0 0 2 0,1 0-2 0,0-1 3 0,0 1 5 15,0-1 7-15,0-1-7 0,0 0 6 0,-1 0-8 16,2 0-1-16,0 0 7 0,0-1-7 16,2 1 2-16,1-2-6 0,-1 1-2 0,0 0-1 0,1 2-1 15,-2 0-4-15,-1 0 4 0,-1 0-4 0,-1 0 3 16,1 0 3-16,-2 0 3 0,0 0 2 0,1 1 22 15,0 1-10-15,2-2 0 16,-1 1-4-16,1 0-4 0,-1 1 2 0,1-2 2 0,-2 1-1 16,0 0 1-16,-1 0-3 0,0 1 0 0,-1-1-2 15,-2 0-8-15,-1 1-2 0,0-1 2 0,-1 2-1 0,0-1 4 16,1 0-7-16,-1 0 2 0,0 0-4 0,-1-1 6 16,1 2-7-16,-1-1 4 0,0 0-5 15,-7-2 0-15,1 0 6 0,-1 0-5 0,19 8 6 0,-19-8 2 16,0 0-8-16,1 0 4 15,-1 0-5-15,0 0 1 0,17 10-117 0,-17-10-21 16,0 0-54-16,0 1-266 0</inkml:trace>
  <inkml:trace contextRef="#ctx0" brushRef="#br0" timeOffset="-201662.58">10335 2138 75 0,'0'0'113'0,"0"-1"-49"0,0 1 58 0,-1-1-120 0,0 1 4 0,1-1 1 0,-1 1 30 16,1-1 6-16,-17-5 7 0,17 6 27 0,0-1-16 16,0 1 5-16,-17-8-6 15,17 8 18-15,0 0 9 0,-1 0-1 0,0 0 4 16,1 0 4-16,-1 0-22 0,1 0 4 0,0 0-12 16,-1 0-9-16,1 0-8 0,0 0-9 0,0 0 1 15,0 0-30-15,0 0 9 0,19 4 2 0,-18-4 2 16,0 0 4-16,22 3-5 0,-23-3-1 0,1 0-2 15,21 2-8-15,-22-2-2 0,1 0-3 0,15 2 2 16,-16-2 6-16,0 0-5 0,1 0 5 0,0 0-6 0,16 7 4 16,-17-7-4-16,0 0 2 0,0 0-2 0,0 0-3 15,0 0-2-15,0 0-5 0,0 0 1 16,0 0-7-16,0 0-4 0,0 0 2 0,0 0-4 16,0 0-1-16,0 0-48 0,0 0 3 0,0-1-24 15,0 1-52-15,0-1-177 0</inkml:trace>
  <inkml:trace contextRef="#ctx0" brushRef="#br0" timeOffset="-201315.02">10327 2226 2422 0,'-4'-4'58'0,"4"4"22"16,0 0-187-16,0 0-17 0,-1 0 3 0,0 0-5 16,1 0 24-16,0 0 56 0,0 0-2 0,0 0 21 15,0 1 8-15,7 15-54 0,-7-16 10 0,14 7-23 16,-6-3 27-16,2-2 34 0,-1 1 5 0,1-1 13 15,1-1 43-15,-2 0 2 0,1 1 0 0,-1-1-2 16,-2 0-11-16,0-1-12 0,1 1-2 0,-1-1-2 0,-7 0 0 16,0 0-24-16,0 0-2 0,1 0-12 0,-1 0-31 15,17-3-94-15,-17 3 21 0,0 0-56 0,0 0-96 16</inkml:trace>
  <inkml:trace contextRef="#ctx0" brushRef="#br0" timeOffset="-201096.55">10376 2261 416 0,'0'0'536'0,"-1"0"-396"0,1 0-59 0,-18 6-74 16,18-6-14-16,0 1-8 0,-9 15 3 0,9-16-4 16,0 0 12-16,-3 23 20 0,3-14 1 0,0 1 6 15,2-1 4-15,1 2-18 0,-1-3-1 0,0 0-5 16,2 0-2-16,-1-1-11 0,1-1 5 0,-1 1-9 16,0-2 1-16,-3-5-10 0,0 0 4 0,1 1-1 15,0-1 42-15,-1 1 38 0,0-1-3 0,0 1 12 16,1-1-9-16,15 3-29 0,-16-3 5 0,0 0-15 15,1-1-9-15,9-15-13 0,-10 16-10 0,0-1-4 0,8-18-63 16,-8 18-91-16,0 1-30 16,6-20-34-16,-4 12-238 0</inkml:trace>
  <inkml:trace contextRef="#ctx0" brushRef="#br0" timeOffset="-200917.41">10360 2412 1445 0,'0'0'50'0,"0"0"58"0,0 0-132 0,0 0-1 0,0 1 3 15,1-1-1-15,9 17 17 0,-10-17 3 0,0 0 5 0,0 0 0 16,0 0 10-16,0 1-8 0,1-1-9 0,0 1-3 0,-1-1-63 16,0 1-131-16,0-1-177 0</inkml:trace>
  <inkml:trace contextRef="#ctx0" brushRef="#br0" timeOffset="-197810.43">6532 7781 1511 0,'-10'7'190'15,"0"1"84"-15,0 1 2 0,1-3-189 16,3-2-52-16,6-4-71 0,-1 0 5 16,0 0-4-16,1 0 35 0,-21-4 14 0,21 4-1 0,0 0 6 15,0-1-5-15,0 1-6 0,1-1-4 0,9-16 0 16,-10 17-4-16,0 0 0 0,1 0 4 0,20-11 0 15,-21 11 6-15,16-2 1 0,-7 1 0 0,-1 0 1 16,4 1 12-16,-1 0 3 0,2 0 4 0,1 0-2 16,0 0 9-16,0 2-14 0,2-1 2 0,1 2-6 15,0-2-9-15,0 2 5 0,2 0-8 0,1 0 6 16,0 1-8-16,5 0-1 0,2 0 3 0,2-1-2 16,0 1-1-16,0 0-1 0,-1 0-1 0,-2-1 1 15,1 1-4-15,2-1 1 0,1-1 0 16,0 0 1-16,-3 0 0 0,-1 0 2 0,-2-1 2 15,-3 0 0-15,-1-1 2 0,0 1 0 0,-1-1 1 16,-2-1 0-16,-1 1 1 0,-2-1 3 0,-1 0 1 16,-5 0 0-16,0 0-2 0,-8 1 9 0,1 0-1 15,-1 0 6-15,0 0 11 0,1 0 2 0,-1 0-1 0,0 0 0 16,0 0-14-16,0 0-14 0,0 0-1 0,-22 0-4 16,10 0-7-16,-2-1-19 0,-1 0-1 0,-2 0-7 15,-1-1-3-15,0-1 12 0,1 1 1 0,-2-1 4 0,0-1 10 16,0 1 8-16,-3 0-1 0,-1-1 4 0,0 2-2 15,-1 1 5 1,1 0-1-16,-1 1 2 0,2-1-6 0,-1 2 5 0,1-1-2 0,-1 1 4 16,0 1 5-16,-2 0 4 0,1 0 3 0,2 1-1 15,1 1 4-15,4-1-9 0,4 2 2 0,1-1-5 16,2-1-10-16,2 1 0 0,0 0-4 0,2-1 3 16,6-3-6-16,0 0-22 0,-1 1 2 0,1-1-8 15,0 0-2-15,0 1-3 0,0-1 4 0,0 1-2 16,0-1 20-16,19 14 4 0,-11-13 1 0,1 0 2 15,1 0 7-15,1 1-5 0,0-2 4 16,1 1-3-16,1 0 14 0,1-1-4 0,-1 0 5 16,1 0-5-16,-1 0 9 0,-1 1-8 0,-1-1 4 15,-1 1-5-15,-1-1-1 0,-1 0 5 0,-3 0-3 0,-5 0 4 16,1 0-2-16,0 0 7 0,15 0-4 0,-16 0 5 16,0 0-5-16,0 0 13 0,0 0-2 15,0 0 6-15,0 0-6 0,0 0-7 0,-1 0-3 16,-16-7-2-16,9 4-9 0,-1 0-2 0,-4 0 0 0,0-2-1 15,-1 1-1-15,-4 0-2 0,1 0 2 0,-2 1-1 16,2 1 6-16,0 1 11 0,3 1-3 0,0 1 6 16,-1 1 1-16,1 1-4 0,-2 0 4 0,2 1-4 15,2 1 3-15,0 0-13 0,2 0 5 0,2 0-7 16,0 0 3-16,3-1-10 16,5-4-1-16,-1 0-4 0,0 0-1 0,1 1-18 0,0-1 2 15,0 0-6-15,0 1 9 0,0-1 5 0,16 17 2 0,-7-14 0 16,0-2 10-16,2 1 4 0,-1-1 1 0,2 0 0 15,1-1 2-15,-1 1 1 0,-2-1 1 0,1 0 0 16,-2 1 2-16,1 0 0 16,0 1-1-16,-1-1 1 0,1 1-2 0,0 1 3 15,0-1-2-15,1 1 2 0,-1-1 1 0,1 0-70 0,0 1-25 16,2-2-27-16,-1-1-163 0,3-1-187 0,-2-4 876 0</inkml:trace>
  <inkml:trace contextRef="#ctx0" brushRef="#br0" timeOffset="-187516.52">4423 4088 781 0,'0'0'31'0,"0"0"-14"0,0 0-5 16,0 0-20-16,0 0-11 0,0 0 0 0,0 0 2 15,0 0 3-15,0 0 12 0,-1-1 3 0,1 1 5 0,0-1 0 16,-10-16 12-16,10 17 28 0,0 0-2 0,0 0 13 16,0-1 19-16,-3-15 15 0,3 16-4 0,0 0 7 15,0 0-10-15,0-1-8 0,0 1 0 0,0-1-4 16,0 1 1-16,-1-1-25 0,0 1 5 0,1-1-13 15,-1 1 2-15,1 0-6 0,0-1 3 0,-1 1-4 16,1 0 2-16,-1 0-13 0,1 0 0 0,0 0-5 16,-1 0-8-16,0 0-1 15,1 0-1-15,-1 0 0 0,1 0-1 0,0 0-1 16,0 0 2-16,0 0-2 0,0 0-5 0,0 1 5 0,0-1-6 16,0 0 6-16,18 16-7 0,-18-16 7 0,1 0 1 15,0 0 4-15,19 10 8 0,-20-10 2 0,0 0 1 16,20 5 0-16,-20-5 4 0,0 0-6 15,23 7 2-15,-15-5-4 0,1 1 1 0,-1-2-8 0,1 1-1 0,0 1-2 16,0 0-7-16,3 0 4 16,-1 0-3-16,2 1 2 0,1-1-4 0,1 0 5 15,1 0 0-15,0 0 2 0,1 0-6 0,0-1 1 16,0 0 3-16,2 0-1 0,-2-1 3 0,1 0-2 16,2 0-3-16,2 0 1 0,1-1-4 0,0 0 4 15,1 0 0-15,0 1 2 0,-1 1-8 0,0-1 5 16,-2 1-1-16,2 0 4 0,0-1 8 0,3 0 0 15,1 0 2-15,1 0-1 0,1 1-2 0,-2-1 4 0,1-1-4 16,0 0 3-16,1-1-6 0,4 0-4 0,1 0 1 16,-1 0-2-16,-1-1 4 0,-2 1-9 0,0 1 2 15,2 0-3-15,0 0 5 0,1 0-5 0,-1 1 6 16,-3 0-6-16,0 1 9 16,-2 0-6-16,3 0 0 0,0 0-2 0,2-1 0 0,1 1 4 15,-2 0 1-15,-1-1 3 0,1-1 5 0,1 0-7 16,0 0 2-16,4 0-4 0,-1-1-3 0,-2 1 5 15,-1-1-3-15,1 1 3 0,0-1-1 0,1 1 0 0,0 0-3 16,-2 0 2-16,-2 0-5 0,-2 0 3 0,-1 0 2 16,1 0 0-16,1 0-4 0,3 0 5 0,-2 0-3 15,-1 0 4-15,0 0 0 0,-3-1 17 0,3-1-1 16,1 0 6-16,2-2-9 16,2 0-8-16,-2-1-3 0,-3 2-2 0,1-1-3 0,0 2-1 15,0-1 5-15,2 0-4 0,-1 0 4 0,-2 2-7 16,-2 0 2-16,-1 0-2 0,-1 1 3 0,-1 0-3 15,0 0 2-15,-1 0-1 0,0 0 7 0,0 0-4 16,-2 1-1-16,-1 0 0 0,-1 0 3 0,-2 1-3 16,0 0 3-16,-2 0-4 0,0-1 2 0,2 0 0 15,-1 0-2-15,1 1 3 0,0 0-5 0,-3 0 6 16,-1 1-1-16,0 0 2 0,-3 0-4 0,0 0-1 16,0 0 2-16,-3 1-1 0,0-1 0 0,-1 2-13 15,-1-1-45-15,-2 1 4 0,-3-5-209 0,0 1-203 16,5 17-113-16</inkml:trace>
  <inkml:trace contextRef="#ctx0" brushRef="#br0" timeOffset="-186580">6400 5239 2509 0,'-8'-6'156'0,"1"0"-13"0,-1 0-3 0,2 1-79 0,6 5-63 0,0 0-57 16,-1-1 15-16,1 1-17 0,0-1 23 16,-8-17-32-16,8 18 2 0,0 0-8 0,1 0 26 0,18-5 28 15,-10 3-1 1,2 2 10-16,2-1 0 0,-1 1 5 0,1-1 0 16,1 2 2-16,0 0 7 0,0-1 13 0,0 1 4 15,2-1 1-15,2 1 12 0,0-2-5 0,3 1 2 0,-1 1-2 16,3-1-3-16,-1 0-1 0,2 1-3 0,0-1 2 15,-2 0-3-15,2 0-3 0,2 0 2 0,-1 0-1 16,4-1 1-16,0 1-3 0,-2-1 1 0,0 1-2 16,0-1 1-16,0 1 0 0,1-2-3 0,1 1 3 15,1 0-10-15,-1 1 0 0,1-1-2 0,-1 1 2 16,-1 0 5-16,1 0-5 0,0 0 4 0,0 0-5 16,1 0-1-16,0 0 2 0,-1 1-4 0,-1 0 5 15,1 0-1-15,0 0 6 0,3-1 1 0,0 0 1 16,0 0 4-16,-1 1-2 0,-2-1-2 0,0 0 1 0,0 0 0 15,1 0-1-15,1 0 4 16,0 0-3-16,-3-1 3 0,-1 1-6 0,-1 0 0 16,0 0-2-16,1 0 3 0,1 1-3 0,2-1-2 0,-2 0-1 15,-1 1-4-15,-3 0 4 0,1 0-1 0,0 0 2 16,0 1 1-16,2-1-6 0,0 0 6 0,-1-1-6 16,1 1 6-16,-2-1-1 0,-1 0-1 0,-2 0 2 15,2-1 7-15,1 1-4 0,0-1 5 0,2 1-4 16,-2-1 0-16,0 0-4 0,-2 1 1 0,-1 0-2 15,-2 1-2-15,1-1 5 0,0 0-6 0,3 0 5 0,0 1-10 16,1-1 4-16,0 0 4 0,-2-1-1 0,1 0 2 16,-2 1-6-16,0-1 3 15,0 0-3-15,2 0 10 0,2-1 11 0,-1 1-5 16,0-2 7-16,0 2-9 0,-4-1-7 0,1 1 6 0,-2 0-6 16,0-1 2-16,0 2-4 0,1-1 0 0,0 1-1 15,1 0 2-15,-1 0-4 0,-2 0-1 0,-2 0-1 16,-1 0 4-16,-1 1-2 0,-1-1 3 0,-2 1-3 15,0-1 1-15,-3 0-2 0,1 1-2 0,-2-1 1 16,0 0 3-16,-1 1-35 0,-1 0-17 0,-6-1-14 16,1 0-119-16,-1 0-72 0,0 0-17 15,1 0-26-15,-1 0-136 0</inkml:trace>
  <inkml:trace contextRef="#ctx0" brushRef="#br0" timeOffset="-185586.67">10423 5654 1638 0,'0'0'410'0,"0"0"-168"0,0 0 206 0,0-1-460 15,0 1 0-15,0-1-20 0,1 1 38 0,18-16 1 16,-9 15 12-16,2 0 5 0,-2-4 9 0,7 5-2 15,3 1 2-15,4 0-20 16,3-1-10-16,2 1-1 0,1 1-2 0,1-2-1 16,0 0 1-16,1 1-2 0,1-1-5 0,-2 0-86 15,-1-2-151-15,-2 1-31 0</inkml:trace>
  <inkml:trace contextRef="#ctx0" brushRef="#br0" timeOffset="-168922.71">7828 4231 2987 0,'-4'-5'119'16,"1"1"-70"-16,3 4-36 0,0 0-87 15,0 0-67-15,0 0 70 0,0 0-4 0,13 4 46 16,-3 4 40-16,-1-6 7 0,6 6 4 0,4 1 1 16,5-2 11-16,2 0-6 0,4 2-8 0,1-1 3 15,2 1-4-15,3-1 3 0,0 1 3 0,3 0-3 16,-1-1-6-16,-4 0 8 0,-1 0 0 0,1 0 5 15,0-1 1-15,2-2 3 0,-3 1-1 0,-4 0 2 16,-1-1-1-16,-1-1-11 0,1 1-5 0,1-2-2 16,1 1-12-16,0-3 3 0,-2 1-2 0,-1-1 0 0,-2 0-7 15,-3 0 2-15,1 0 1 0,0 1 0 0,-2-1-4 0,0 1-201 16,0 0-38-16,-2 1-85 16,-1 0-412-16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27T19:48:17.416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7551 4830 45 0,'0'0'663'0,"0"-1"-280"0,0 1 342 0,-16-16-719 16,16 16-6-16,0 0-12 0,-1 0 12 0,1 0-6 16,0 0 7-16,-18-5-22 0,17 5 13 0,1 0-4 15,-21-5 8-15,21 5 3 0,0 0 1 16,-20 4 7-16,20-4-2 0,0 0 20 0,-20 0 19 16,20 0-3-16,-17 0 11 0,17 0 14 0,-17 0-22 15,9 0 2-15,0 0-11 0,0 1-13 16,0 1-8-16,0 0-4 0,1 1-3 0,0 0-10 0,1 1 2 15,-2 0 3-15,1 0-1 0,0 2-4 0,-1-1 3 16,1 0-3-16,1 2 3 0,-1-1-7 0,1 1 7 16,-1 0-1-16,0 0 2 0,0 0-4 0,1 3 1 0,-1-1-2 15,2 1 2-15,-2 1 0 0,0 0-7 16,1 1 4-16,1 0-5 0,1 0 1 0,-1 0 9 16,1 0-3-16,0-1 5 0,0 0-3 0,1 1 1 15,0-2-1-15,0 0 1 0,0 0 5 0,0 0-6 16,-1 0 4-16,2-1-3 0,-1 2 1 0,1-1-5 15,0 2 4-15,1 0-5 0,1-1 6 0,-1 1 2 16,0-2-3-16,0 0 2 0,0 0 7 0,1-1-11 16,0 0 4-16,1 0-6 0,0-1 4 0,1 0 0 15,-1 0 1-15,2-1-1 0,-1 0 6 16,0-1-2-16,0-1-3 0,-1 1 0 0,-1-6-1 16,0 0 3-16,0 1-2 0,11 18 2 0,-11-19-4 0,0 0 3 15,0 1 1-15,11 16 0 0,-11-17 0 0,0 0-3 16,1 1 1-16,0-1-1 0,16 17 0 0,-17-17 2 15,1 0-2-15,0 0 4 0,-1 1 3 16,20 13-7-16,-20-14 5 0,1 0-5 0,-1 1 9 0,0-1-2 16,20 14-2-16,-20-14 1 0,0 0-1 0,0 1-3 15,20 13 1-15,-20-14-2 0,0 0-2 0,1 0 7 16,16 12-1-16,-17-12 4 0,1 0-5 0,-1 0-1 16,20 9 1-16,-20-9 0 0,0 0 6 0,17 3 2 15,-17-3 1-15,1 0 0 0,16 1-5 0,-17-1-2 16,1 0-1-16,21 0 1 0,-22 0-1 15,0 0-4-15,23 1 5 0,-22-1-5 0,0 0 2 16,19 2 1-16,-20-2-4 0,1 0 4 0,20 0-2 0,-21 0 5 16,0 0-4-16,21-3 5 0,-20 3 8 15,0 0 7-15,21-6 6 0,-14 2-3 0,-1-1-5 0,2-1-6 16,0-1 0-16,-1 0-1 0,1-1 4 0,-1 2 0 16,-1-2 2-16,1 2 0 0,-2-1 6 0,0 0-9 15,2 2 6-15,-3-1-7 0,2 0-4 0,0 0-4 16,-1 0-1-16,1-1 1 0,0-1 7 0,-2 0-6 15,3-1 5-15,-2 0-4 0,0-1 18 0,0-1 7 16,-1-1-2-16,-1-3 4 0,1 2-6 0,0-3-2 16,-2 1 4-16,1 1-2 0,-2-1 4 15,-1 2 10-15,0 0-2 0,-1 1 4 0,0 2-14 16,-1-2-8-16,-1 1-2 0,0 0 0 0,-1-1-1 16,0-1-1-16,-1 0-2 0,0 0 0 0,0-1-16 0,0 1 13 15,0 1-7-15,0-2 10 0,-1 3-12 0,0-1 9 16,-2-1-3-16,-1 4 5 0,0-1 4 0,1 3-7 15,-2 0 3-15,1-1-5 0,-1 1-1 0,0 0-4 16,1 0-4-16,0 1 1 0,-2-1-6 0,1 1-11 16,-1 0 4-16,0 0-7 0,0 0 4 0,0 1-9 15,2 0-6-15,0 0-5 0,-1 1-53 16,1 0-46-16,1 1-14 0,1 1-16 0,0 0-99 16,6 2-187-16,-1 0 843 0</inkml:trace>
  <inkml:trace contextRef="#ctx0" brushRef="#br0" timeOffset="1673.05">7506 5505 811 0,'0'0'64'0,"-1"0"4"0,1 0-3 0,-1 0-43 16,1 0-21-16,-16-8 14 0,16 8-4 0,0 0 8 16,-1 0-4-16,0-1 5 0,-15-11 5 0,16 12-1 15,0 0 25-15,0 0 20 0,-1-1 0 0,-17-11 6 16,18 12-5-16,-1 0-14 0,1 0 0 0,-20-9-6 16,20 9-5-16,0 0-7 0,-17-7 6 0,17 7-6 15,-1 0 4-15,1 0-23 0,-20-4 3 0,20 4-9 16,0 0 0-16,-18 0-10 0,18 0-3 0,0 0 0 0,-1 0-4 15,-19 6 4-15,20-6 1 0,-1 0 2 0,-16 7 2 16,17-7 10-16,0 0-1 0,-18 9 6 0,18-9 4 0,0 1-8 16,-20 12-2-1,20-13-3-15,-13 11 3 0,6-5-17 0,2 0 7 16,-2 0-10-16,1 0 7 0,-1 2 1 0,1 0-1 16,0 1 0-16,-1 1-1 0,1-1-2 0,0 1 2 15,0 2 0-15,0-1 10 0,-1 1-8 0,1 1 5 0,1 0-7 16,0 0 10-16,0 0-1 0,2 1-4 0,-2 0 3 15,2 0-1-15,0 1-4 0,1 0 6 0,-2 0-6 16,3 2 4-16,-3 0-4 0,4 2-2 0,0 0 1 16,0 0-3-16,2-1-3 0,-2 0 1 0,2-1-1 15,0 0 2-15,1-1 4 0,2-1-2 0,0-1 2 16,3 1 1-16,-1-3-1 0,1 3-1 0,-1 0-1 16,0-1-8-16,2 1 6 0,0-1 1 0,1-1 1 15,-1 0 10-15,1-1-8 0,0 0 3 0,-1-1-4 0,3 0 1 16,-2-2-1-16,2 0 0 0,-2 0 1 0,1-1 0 15,-1 1 5-15,0-1 1 16,1 0 1-16,0-1-1 0,0-1 9 0,0-2 1 0,-1-1 2 16,2 1 8-16,1-1 6 0,0 1-3 0,1-2 4 15,-1 0-4-15,0 0 5 0,0 0-4 0,0-2 4 16,-2-3-11-16,1 1-5 0,1 0 1 0,-1 0-4 0,0 1-9 16,-1-3-1-16,0-2-2 15,0 1 1-15,-2-2-1 0,0 0 15 0,2 1-2 16,0-1 7-16,0-1 3 0,-2-1-1 0,0-1-4 15,-1 0 0-15,2-1-5 0,-2-1 9 0,0-1 1 16,-1-3 1-16,0 1-3 0,-2-1-2 0,1-1 3 16,0-1-3-16,-1 3 3 0,-2 0-2 0,0-1-2 15,-1 3 0-15,0-3-8 0,-1 3 11 0,-1-1-3 0,-1-1 6 16,0 1-5-16,-1-1 0 0,-2 1-2 0,1-1 0 16,-2 1-6-16,1 0 0 0,-1 0-4 0,0-1 3 15,0 2-6-15,0 0-2 0,0 1 0 0,1-1-2 16,-2 1 0-16,1-1-1 0,-1 1 0 0,1 0 0 15,-1 0 10-15,0 0 3 0,-1 0 1 0,0 1-2 0,-1 0-3 16,0 0-2-16,1 1 0 16,-2 1-1-16,1 0-1 0,0 2-8 0,0 0 7 15,0-2-8-15,1 2 5 0,0 1-4 0,-1 0-2 16,1 1 0-16,-1 0 2 0,1 0-5 0,0 1 3 0,1 0-5 16,-1-1 6-16,0 3-11 0,1-1 3 0,1 1-8 15,-1 1-21-15,6 1-39 0,0 0-8 0,-1 0-11 16,-17-5-37-16,18 5-60 0,0 0-18 0,-1 0-27 15,1 0-188-15</inkml:trace>
  <inkml:trace contextRef="#ctx0" brushRef="#br0" timeOffset="4436.18">9185 6188 2361 0,'0'0'106'0,"-1"0"-40"0,1 0-14 0,-1-1-84 16,1 1-28-16,-1-1 57 0,1 1-9 0,0 0 27 16,-1-1-4-16,1 1 8 0,0-1-2 0,0 1 5 15,0-1 2-15,0 1-8 0,0 0 0 0,18-6-2 16,-10 6 12-16,2 2 7 0,1-2-4 16,0 1 3-16,0 0-7 0,0-1 6 0,-1-1-4 0,2 2 3 15,-1-1-12-15,2 0 3 0,-1 1 0 0,1-1-1 16,-1 0-7-16,0 0 0 0,1 0-4 0,-1-1 2 15,1 0 1-15,0 1-2 0,0-2 6 0,-2 2-4 16,-1 0 1-16,-1-1-2 0,0 1-5 0,-2 1 2 16,0 0-7-16,-7-1 7 0,0 0 0 0,0 0 3 15,0 0-3-15,1 0 0 0,0 0 2 16,-1 0 0-16,0 0 6 0,1 0-3 0,-1 0-3 16,0 0 0-16,1 0-18 0,-1 0-1 0,1 0-2 0,-1 0 2 15,0 0-6-15,0 0-10 0,-1-1 5 0,-15-9-4 16,7 6 18-16,-4 1-9 0,-2-2 4 0,-3 1-5 15,0 1 4-15,-1 1 2 0,1 0 0 0,-2 0 2 16,0 1 8-16,0 0 0 0,-2 0 4 0,2 1-1 16,1 0 10-16,1 0 9 15,1 0-6-15,1 0 7 0,3 1-15 0,0-1 7 16,5 0-4-16,2 1 4 0,6-1-15 0,-1 0 14 16,0 0-6-16,-17 2 10 0,18-2 0 0,0 0-14 15,0 0 1-15,0 0-6 0,0 0-5 0,0 0-1 0,0 0 6 16,0 0-4-16,1 0 9 0,18 8-1 0,-11-7 7 15,3 1-4-15,1-2 12 0,3 1 1 0,1 0-3 16,2-1 2-16,0 1-2 0,1 0-8 0,1 1 0 0,-1 0-2 16,0 0 4-16,1-1-9 0,-1 0 4 15,2 1-5-15,1 1-4 0,2-1 6 0,-1 1 1 0,-1 0 3 16,-1 0-1-16,-1 1-4 0,0 0 1 0,-2-1-2 16,0 1 3-16,0-2-2 15,-1 1 4-15,3 0-2 0,-2-2 2 0,-2 0 2 0,-1 0-5 16,-4 0 5-16,0 0-1 0,-3 0-4 0,-2 0-9 0,-6-1-10 15,0 0-172-15,1 0-374 0</inkml:trace>
  <inkml:trace contextRef="#ctx0" brushRef="#br0" timeOffset="11906.05">6642 4622 1067 0,'0'0'348'0,"0"0"-134"0,0 0 173 15,-1-1-365-15,0 1-12 0,1 0-20 0,-1-1 10 16,1 1-3-16,0 0 8 0,0 0-6 0,0 0-3 15,0 0 4-15,1 0-1 16,16 1 16-16,-17-1 21 0,0 0 0 0,0 0 6 16,19 2 2-16,-19-2 23 0,0 0-2 0,1 0 8 0,18 1-5 0,-19-1-19 15,0 0 1-15,0 0-7 0,23 1-5 0,-23-1-7 16,0 0-1-16,20 0-2 0,-11-1-16 0,1 1-4 16,1-1-1-16,1 0-1 0,1 1-2 0,0-1-4 15,1 0 2-15,1 1-1 0,-1-1 12 0,1-1-7 16,-1 1 5-16,1-2-6 15,-1 1 0-15,1 0 1 0,0 1-4 0,-2-1 3 16,2 1-3-16,1 0 8 0,0 0-4 0,0-1 5 16,0 1-6-16,-1 1 2 0,1-1 1 0,1 1 0 15,-2-1-2-15,1 1 2 0,0-2-3 0,-1 2 2 0,2-2-7 16,1 0 9-16,1 0-3 0,3-1 4 0,-1 1-5 16,0 0 0-16,1-1 4 0,-1 1-3 0,-1-1 0 15,0 2 0-15,-1-1-4 0,-1 1 4 0,1 1-4 16,0-1 0-16,1 0-1 0,0 1 1 0,-1 0 0 0,1 0 4 15,-1 1-2-15,-2-1 1 16,1 1 2-16,0 0 8 0,0-1 1 0,-1 0 1 16,3 1 1-16,1-1-4 0,0 0-1 0,3-1-2 15,-1 0-2-15,-1 0-2 0,0 0 1 0,-1 0-2 16,-1 0-1-16,-2 1 2 0,1 0-1 0,0 0 1 16,1 0-8-16,1 0 3 0,-1 1-1 0,0 1 3 0,0-1-2 0,-2 1 0 15,1-1 0-15,-3 0 0 0,1 1 2 0,0 0 9 16,1-1-1-16,2 1 3 0,1-1 0 0,2 1-5 15,-1-1 0-15,-1 0-1 0,0 2-3 0,-2-2-4 16,1 2 2-16,-1-1-4 0,-1 2 0 0,2-1 1 16,0 0-1-16,2 0 1 15,0 0 3-15,-1 1-1 0,0 1 2 0,-1-2-3 16,-1 2-4-16,1-1 4 0,-3-1-4 0,4 2 3 0,0-1-1 16,1-1 9-16,1 0-3 0,2-1 3 15,-1 0 0-15,-2 0 1 0,1 0 1 0,-3 1-2 0,1-1-1 16,3 0-3-16,-1 1 6 0,4 0-5 0,-1 0 2 15,0 0-1-15,0-1-5 0,-2 1 4 0,-1 0 0 16,2 1 2-16,-1-1 4 0,4 1-2 16,-1-1 8-16,2 0 0 0,-1 0-4 0,-2 1 2 15,1 1-7-15,-4-1-3 0,3-1 4 0,0 1-5 16,1-1 1-16,1-1 2 0,-1 3-3 0,-1-1 3 16,-2 0-7-16,-2 0 5 0,1 0-3 0,0-1 2 15,1 1-7-15,2-1 11 0,0 0-1 0,-3-1 5 16,2 1-5-16,-3-1 8 0,1 0-3 0,-5 0 4 15,2 0-5-15,0-1 3 0,1 1-8 0,1 0 5 16,-1 0-7-16,-1 0-2 0,-2 0 3 0,-2 0-4 16,1 1 0-16,-3-1 1 0,-1 1-2 0,0 0 2 15,-2 0 2-15,0 0-3 0,-2 1-2 16,-1-2 0-16,0 1-6 0,-1-1-31 0,-7-2-10 0,0 0-15 16,0 0-94-16,0 0-110 0,17 9-39 0,-17-9-47 15,0 0-383-15</inkml:trace>
  <inkml:trace contextRef="#ctx0" brushRef="#br0" timeOffset="20988.09">11334 3736 2976 0,'-4'-3'54'0,"4"3"-40"0,0 0 23 0,0 0-168 16,0 0 18-16,0 0-4 0,0 0 49 0,0 0 0 0,0 0 12 15,-6 22 23-15,6-22 16 0,0 1 2 16,-5 17 3-16,5-17-3 0,-7 13 17 0,2-7 1 15,0-1 10-15,-2 0 20 0,0-1 3 0,1 1 3 16,0 0-1-16,0-1 8 0,-2 0-2 0,3 0-4 16,-2 1 0-16,2-1-18 0,-1 1-5 0,0 0-5 15,1-1 0-15,0 2-11 0,-1-2-2 0,2 2 4 0,-1 0-4 16,0 0-2-16,2 0 3 0,0 0-3 0,-1 1 3 16,1-2 0-16,0 1 1 0,1-1-3 0,0 1 3 15,-1-1-1-15,1 0-1 0,2-6 4 0,0 0-3 16,0 0 7-16,-1 18-4 0,1-18-1 0,0 0-1 15,0 0-1-15,0 1 3 16,11 15 5-16,-11-16 0 0,1 0 14 0,20 7 7 0,-11-4 2 16,0-1 2-16,3 1 4 0,1-1-8 0,2 0-3 15,1 1-1-15,0-2-12 0,0-1 5 0,1 0-4 16,-3 0 4-16,5 0-7 0,-3 2-1 0,1 0 1 0,-1-3-1 16,-1 1-6-16,-2 0 4 15,0-2-6-15,0 2 6 0,0 0-8 0,0-1 5 16,0 3-1-16,-2 0 2 0,0-1 0 0,0 0-6 15,-1 0 6-15,-2-1-6 0,0 0 1 0,1 1 1 0,-1-1-3 16,0 0 1-16,-1 0-23 0,-8 0-21 0,1 0-7 16,-1 0-5-16,17 0-35 0,-17 0-32 0,0 0 4 15,0 0-16-15,0 0-24 0,0 0-71 0,0 0-12 16,0 0-23-16,0-1-71 0</inkml:trace>
  <inkml:trace contextRef="#ctx0" brushRef="#br0" timeOffset="21291.58">11496 3869 1537 0,'0'0'240'0,"0"0"153"0,0-1 154 0,0 1-489 15,0-1-115-15,-1 1 11 0,0 0-1 0,1 0 3 16,0 1-15-16,-13 19 33 0,11-10 1 0,0 2 16 15,-1 0 28-15,0 1-9 16,-1 0 4-16,-1 0-6 0,0 1-1 0,1-1 5 16,-1 1-3-16,1-1 5 0,-1 0 9 0,-2 0-4 15,1 0 1-15,0 0-4 0,0 0-7 0,1 0-2 16,1 0 1-16,1-1-2 0,-1-1-2 0,0-1-1 16,1-1-1-16,1-1 1 0,1-1 1 0,1-7-35 0,0 1-8 15,0-1-17-15,2 16-98 0,-2-16-117 0,0 0-53 16</inkml:trace>
  <inkml:trace contextRef="#ctx0" brushRef="#br0" timeOffset="21724.5">10897 4232 3013 0,'0'0'69'0,"0"0"-94"15,0 0-28-15,0 0-9 0,0 0-14 0,0 0 23 16,0 0 11-16,1 1 3 0,19 9 46 0,-11-5 18 0,3 1-3 16,4-1 6-16,1 1-22 0,4-1 10 0,2 1-3 15,2 0 5-15,1-1-2 0,1-1 4 0,1-1-1 16,2 0 2-16,1 0-6 0,2-2-2 0,-1 2 0 15,-1-2 0-15,-2 0 2 0,1 0 0 0,1 0 1 0,1 0 0 16,1-1 6-16,-1 0 1 0,-3 1-2 0,0-1 1 16,-1 1 7-16,1-2-3 0,2 1 2 0,0-1-3 15,0 1-6-15,-2-1-9 16,-2-1 5-16,1 1-7 0,-1 0-3 0,-1 1-1 16,1 0-1-16,-2-1 1 0,0-1 7 0,-4 2-11 0,-3 0 4 0,1 0-4 15,-3 1 10-15,-1-1-11 16,0 0 3-16,-3 0-3 0,1 0 8 0,-3 0-11 15,-1-1-8-15,0 0-4 0,-2 1-42 0,-1-1-41 0,-6 1-6 16,0 0-14-16,1 0-48 0,-1 0-51 0,0-1-7 16,1 1-17-16,-1-1-41 0</inkml:trace>
  <inkml:trace contextRef="#ctx0" brushRef="#br0" timeOffset="22107.48">11272 4428 3228 0,'0'0'118'0,"0"0"-148"15,-16-4 15-15,16 4-62 0,0 0 3 0,-1 0-11 16,1 0 5-16,-9 18-3 0,8-9 42 0,1 4 28 16,0 2 0-16,0 2 8 0,0 1-2 0,0 4-4 15,0-1 4-15,0 2-2 0,-1 0 9 0,0-1 1 16,0 1 1-16,0 0 1 0,-2 0 15 0,1 0 10 16,-2-1 1-16,2 1 2 0,0-1-8 0,-1-1-4 15,1-1-2-15,-1-1 0 0,2-2-12 0,0 0 1 16,0-2-3-16,1-1 3 0,-1-1-1 0,2 1 2 15,-1 0-2-15,1-1 2 0,0-1-7 0,0-1-1 0,0-2-5 16,0-2-4-16,0 0-50 0,-1-7-64 0,0 0-9 16,0 0-22-16,0 1-64 0,0-1-87 0,1 1-6 15</inkml:trace>
  <inkml:trace contextRef="#ctx0" brushRef="#br0" timeOffset="22779.07">11809 4474 3132 0,'0'0'75'0,"-1"0"2"0,1 0-127 0,0 0 20 0,-1 0-15 16,0 0 7-16,1 0-82 16,-1 0 14-16,1 0 18 0,-17 8 3 0,17-8 85 0,-4 15-14 15,0-6-3-15,2 2-6 0,-1 1-10 0,0 1 16 16,-1-1 6-16,-1 1 5 0,0 1 31 0,0 0 12 16,-1-1 2-16,-1 0 3 0,2 2 1 0,-2-1-5 15,0 0-3-15,1 3 1 0,-1-2-4 0,0 2-13 16,-1 2-1-16,1-1-5 0,0 0-8 0,2 1 1 15,-1 0 0-15,2-1 1 0,0 0 2 0,1-2-10 16,1-1 4-16,1-1-4 0,0-1 7 0,2 0-3 16,0 0 0-16,0 0-1 0,1-2 3 0,1 0 1 15,0-1 0-15,1-1 0 0,0-2 2 0,2 0 7 16,-1 0-2-16,0-2 5 0,0-1 12 0,0 0 4 16,0-1 6-16,2-1-3 0,-2 1-3 0,2-2-15 15,0 0-4-15,0 0-2 0,0-1-4 16,1-1-1-16,1 0 5 0,-1-1-4 0,2 0 1 15,-2 0-4-15,1-1-4 0,2 0 3 0,-1-1-5 16,0 0 4-16,1-1 3 0,-2 1 0 0,0 0 1 16,-4-1 4-16,2 1-1 0,-2-1 3 0,-1 1 8 0,-4 4-4 15,0 0-3-15,0-1 0 0,9-16-11 0,-9 17 2 16,0-1-1-16,2-15 0 0,-2 16-5 0,0-1 5 16,-1-18-3-16,1 19 3 0,0 0-7 0,-6-16 1 15,6 16 1-15,-9-12-1 0,3 3 0 0,-1 2 0 16,-1-1 1-16,-1 0 0 0,1 1-2 0,-3 1 3 15,1-1-5-15,-1 1 4 0,0 0-3 0,1 1-1 16,0 0 4-16,-1 1-3 0,1 0 3 0,2 0-1 16,0 1 1-16,1 0-1 0,-1 1-1 0,1 1-7 15,0-1 4-15,1 1-4 0,1 0 7 16,5 1-5-16,0 0-2 0,0 0 0 0,-18-2-12 0,18 2-8 16,0 0-24-16,0 0 4 0,-1 0-96 0,0 0-30 15,1 0-20-15,-16 3-11 0,16-3-141 0</inkml:trace>
  <inkml:trace contextRef="#ctx0" brushRef="#br0" timeOffset="23394.98">11085 5178 2011 0,'0'0'83'0,"0"0"-32"16,0 0 8-16,0 1-55 0,0-1 8 0,0 1 11 16,0-1 1-16,3 18-2 0,-3-18 30 0,1 0-1 15,0 0 6-15,16 16-6 0,-17-16 1 0,1 0 7 16,16 9-5-16,-7-6 5 15,1-1-9-15,3 0 7 0,1-1-1 0,1 0 1 16,2 1-13-16,1-2-1 0,0 0-1 0,1 0 0 16,1 0-11-16,0-1-6 0,0 0-1 0,2 0-1 15,1 1 1-15,3-1 9 0,1 1-3 0,0-1 5 16,1 1-1-16,-2 0-8 0,1 1-4 0,2 0-3 16,2-1-9-16,-1 1-4 0,1 1 5 0,-1-1-5 15,-3 0 4-15,1 1-1 0,-2-1-1 0,0 0 1 0,2 2 0 16,-2-2 0-16,1 2 3 0,-3-1 0 0,-3 1 16 0,1 0-13 15,-3 0 1-15,2 0-6 0,0 1 1 0,1 0-3 16,0 0 0-16,-2 0-2 0,-2-1-2 0,-2-1-1 16,-2 0 3-1,0 0-2-15,-3 1 6 0,-2-2-8 0,0 2 1 0,-2-2-5 16,-1 0-25-16,0-1-95 0,-7 0-19 0,0 0-44 16,1 0-262-16,-1 0-162 0</inkml:trace>
  <inkml:trace contextRef="#ctx0" brushRef="#br0" timeOffset="28081.44">4489 3645 1181 0,'-2'-6'40'0,"2"6"-25"0,0 0 3 0,0-1 0 0,0 1-14 0,0-1 3 16,0 1-5-16,0 0 6 16,0-1 21-16,0 1-2 0,-1-1 10 0,1 1-8 15,0-1 13-15,0 1-19 0,0 0 0 0,0 0-7 16,0 0 10-16,0 0 35 0,0 0-5 0,1 1 14 15,-1-1-8-15,17 14-10 0,-17-14 6 0,1 0-9 16,15 5-9-16,-15-5-12 0,15 5-5 0,-6-2-2 16,2-1-10-16,1 1 8 0,1 0 1 15,0-2 2-15,2 1 7 0,-1-1-5 0,1 1 2 0,-1 1-2 16,0-1 10-16,2 1 6 0,-2-1-1 0,0 0 3 16,1 1 5-16,2-2-12 0,3 0 10 0,3 0-11 15,0-1 4-15,3-1-3 0,-1 0-9 0,0 0 4 16,1 0-17-16,0-1-3 0,2 1-4 0,3-1 1 15,0 1-2-15,0 0-4 0,0 0 1 0,-3 1-2 16,-3 0 3-16,2 0-4 0,1 0 7 0,2 0-6 0,2 0 5 16,-3-1-2-16,0 1 3 15,-1-1-1-15,2 0 12 0,3 0 15 0,2-1-7 0,2 0 8 16,-2 1-15-16,1-1-9 0,0 1 4 0,2 0-6 16,3 0 2-16,-1-1-9 0,-3 2 2 0,-1 0-2 15,0 0 7-15,1 0-4 0,2 1 2 16,-3 0-4-16,-3 0 6 0,-3 1-7 0,1-1 2 0,2 1-2 0,2-2 0 15,2 1 1-15,-2-1 0 0,-2 1 0 0,0 0-1 16,4-1 6-16,2 1-2 0,1-1 4 0,-4 0-8 0,-1 0 1 16,0 0 2-1,1 0 1-15,2-1 7 0,-1 1-3 0,-4 0 0 16,-4 0 0-16,1 1 1 0,2 0 9 0,1-1 1 0,1 0 3 16,0 1-5-16,-3 0 3 0,-2 0-1 0,2-1 2 15,1 0-4-15,4 0-11 0,-1 0 0 16,-2 0-4-16,-3 0 7 0,1 0-5 0,0-1 0 0,2 0-3 15,0-1-1-15,-2 2 5 0,-3-1-2 0,-1 1 2 16,-2 0 6-16,0 1 20 0,1-1-3 16,0 0 7-16,1 0-25 0,-2 0 8 0,0 0-4 15,-2 1 6-15,0 0-11 0,1 0-4 0,0-1-1 0,2 1 0 16,0-1 3-16,1 0-4 0,-3 1 1 0,-3 0-1 16,-1 0-1-16,0-1 3 0,-3 1-1 0,0 0 2 15,-1 0-8-15,0 0 7 0,0 0-4 0,-1 0 6 16,-4 0-9-16,1 1 2 0,-2-1 0 0,-2 0 0 15,-1 0 2-15,-1 1-29 0,0-1-18 0,-1 1-8 16,-1-1-94-16,-5-1-76 0,1 0-8 0,15 1-36 16,-16-1-145-16</inkml:trace>
  <inkml:trace contextRef="#ctx0" brushRef="#br0" timeOffset="38982.99">6910 4625 906 0,'-4'-7'263'0,"2"2"122"0,2 5-11 0,0-1-368 16,0 1-50-16,0 0 0 0,0-1-2 0,0 1 23 16,0-1 43-16,0 1-3 0,0-1 2 0,1 1-2 15,0 0 5-15,15-2-11 0,-16 2 5 16,0 0-7-16,0 1-6 0,1-1 7 0,17 12-5 15,-18-12 6-15,1 0-3 0,20 6 4 0,-13-4 6 16,3-1-2-16,-1-1 9 0,0-1 2 0,1 1-6 16,1-1 5-16,-1 0-4 0,1 0 1 0,0 1 4 0,0 0-2 15,-1-1 11-15,0 1-18 0,0 0 4 0,1 0-7 16,-1 0 8-16,0 1-12 0,0 1 3 16,1-1-6-16,1-1 3 0,2 0-2 0,0 1-4 0,0-1 2 15,2 0-8-15,-1 0 0 0,2 0 2 0,-1 0 0 16,0 0 5-16,0 0-1 0,-2-1-1 0,0 0 0 15,0 0 5-15,0 0 17 0,0 1-2 0,1-1 7 16,1 0-2-16,-1 0-3 0,0 1-2 16,1-1 0-16,-1 1-6 0,0 0-13 0,0 0 5 15,0 1-8-15,0 0 8 0,-1 0-7 0,-1-1-1 0,0 2-2 16,1-1 6-16,2 0-6 0,-2 0 6 0,3-1-6 16,-1 0 12-16,0 0-3 0,0 1 1 0,-1 0 0 15,0-2 11-15,-1 2 0 16,-1-1-2-16,1 0 0 0,-1 0-10 0,1 0-4 15,0 0 3-15,2 0-3 0,1-1 2 0,1 1-2 0,1 0-2 16,-1-1 1-16,1 0 5 0,-1 1-9 0,1-1 1 16,0 1-4-16,-1-1 7 0,2-1 2 0,1 0-1 15,1 0 0-15,1 0-4 0,-1 1 2 0,0 0 1 16,-1 0 0-16,-2-1 3 0,1 1-5 0,-1 1 3 16,1-1-4-16,1 1 7 0,3 0-1 0,0 0-2 0,1 1 0 15,-1-1-8-15,-1 0 6 16,-1 0-2-16,0 0 4 0,2 0-6 0,1 0 0 15,2 0 1-15,-1 1 0 0,0-1 0 0,-2 0 5 16,-2 0-8-16,-1 1 6 0,1 0-3 0,-2 1 1 16,3-1 4-16,-2 2-1 0,3-2-4 0,-2 1 5 0,-1 0 3 15,0 0 0-15,-1 0 7 0,-2 0-3 0,0-1-2 16,1 1 1-16,1 0 5 0,1 0-6 0,2 0-2 16,-2 1-1-16,0-1-9 0,-1 1 6 0,-1 0-2 15,-1 0 4-15,0 0-10 0,-1 1 10 0,1-1-4 0,0 0 7 16,1-1-7-16,0 0 0 0,0-1 2 0,-1 2-2 15,-2 0-2-15,1 1 6 0,-2-1-5 0,1-1 5 16,0 2-4-16,-2-1 19 16,2 1-5-16,1-2 10 0,2-1-8 0,0 1-8 15,1 1 0-15,-1-1-2 0,-1 0-3 0,0-1-5 16,-2 0 2-16,1 0-2 0,-2 1 3 0,0 0 4 16,0 0 2-16,-2-2 0 0,2 0-5 0,1 1 3 0,0 0-4 15,0 0 6-15,0 1 7 0,-1-1 0 0,1 1 2 16,-2-1-3-16,1-1-3 0,-2 1-9 15,1 1 6-15,0-1-5 0,-2 1 7 0,2-1-8 16,0 0 4-16,0-1-4 0,1 0 7 0,0-1-5 16,-1 1 1-16,-2 0-2 0,1 0 3 0,-2 0-2 15,-1 0-1-15,1 1 1 0,-2-1 4 0,2 0 1 16,-1 0 3-16,-1-1-1 0,0 0 1 0,1 0-3 16,0 0 1-16,-1 0-1 0,2 0-3 0,-1 0 0 15,1 0-4-15,-1 1 3 0,0 0-4 0,-1 0 1 0,0 0-3 16,-2 0 3-16,0-1-1 0,-2 0 4 0,2 1-1 15,-8 0-1-15,0 0-7 0,0 0 2 0,18-1 0 0,-18 1-4 16,0 0-48-16,1 0-72 0,0 0-6 0,-1 0-23 16,20 7-30-16,-20-7-163 0,0 0-28 0</inkml:trace>
  <inkml:trace contextRef="#ctx0" brushRef="#br0" timeOffset="41859.06">4416 3760 2254 0,'-9'-7'57'0,"-1"2"-67"0,10 5-13 0,0 0-5 0,0 0-43 0,0-1-1 0,0 1-9 0,0-1 18 16,1 1 26-16,0-1 28 0,18-12 5 0,-19 13 7 15,1 0 21-15,21 4-8 0,-14-2 8 0,0 0-7 16,1 1 17-16,1 0-6 0,-2 0 2 0,1-1-2 16,-1 0 7-16,2 0-2 0,-1-2 3 0,0 0-3 15,0 0-6-15,3 0 2 0,0 0-8 0,2 0 5 16,1 0-10-16,-2-1-3 0,1 1-1 0,-2 0-1 0,1 2-3 15,0-2-5-15,1 2 6 0,-1 0-6 0,0-1 6 16,2 2-5-16,-1-2-2 0,1 1 1 0,1 0-2 0,1-2 5 16,4 1-1-16,0-1 2 15,1 0 2-15,1-1-4 0,-1 0 3 0,0 0-3 16,0 0 3-16,-1 0-4 0,-1 0-3 0,2 0 0 16,1 0 2-16,0 0 33 0,1 1-7 0,-1 1 13 15,-1-1-25-15,-2 1-6 0,0 0 3 0,2 0-4 16,-2 0 5-16,3 0-5 0,0-1-4 0,2 0 1 0,4-1 0 15,-1-1 6-15,0 0 2 0,1-2-1 0,-2 0 7 16,3 0-4-16,1-1 0 0,1-2-2 0,1 1-10 16,-2 0 2-16,-1 0 2 0,-2 1 0 15,0 1-6-15,1 0-2 0,1 1-1 16,-1 0 2-16,-1 1 7 0,-1 0 8 0,0 1 3 16,-1 0 1-16,1 0 7 0,3-1-11 0,0 0-3 0,3-1-1 15,-1 1-2-15,-1-1 3 0,1-1-1 0,2 0 1 16,-1 0-6-16,4 0-1 0,-3 0-3 0,-1 0 2 15,-2 1 2-15,-1 0-2 0,1 0 0 0,1 2-1 16,1-1-5-16,-2 2 0 0,-3-1 5 0,-1 1-2 16,0-2-1-16,2 1 10 0,0 0-6 0,2-1 8 15,2 0-5-15,-2 0 5 16,-2 0-1-16,1-1 2 0,0 0-7 0,2-1 7 0,0-1-6 16,0 2 7-16,-2-1-5 0,-2 1-7 0,-1 2 6 15,-1-1-6-15,0 1-1 0,1 0 4 0,1-2-4 0,-3 2 4 16,0 0-7-16,-2 0 2 0,0 1-2 0,-2 0 2 15,2 0 5-15,1 0-4 0,1-1 5 0,2 0-5 16,-1 1 4-16,1-1-1 0,-2 1 1 0,0 0 0 16,-1 0 2-16,1 0-4 0,1-2 2 0,0 2-2 15,0 0 2-15,0 1-5 0,-2 0-4 0,-1 0 2 16,-2-1 6-16,0 2-3 0,-1 0 6 0,0-1-6 16,2 0 3-16,0-1 2 0,-1-2 3 0,1 2-2 15,-2 0 4-15,0 0 0 0,0 0-6 0,-3 0 4 16,0 0-4-16,-1 0 0 0,-1 0 1 15,0-1-3-15,-1 0-7 0,2 2 6 0,-1-2-4 16,-1 1 5-16,-1 1-5 0,-1 0-7 0,-1 1-17 16,-1-2-1-16,-1 0-97 0,-2 0-40 0,0 0-10 15,-1 0-18-15,-6 0-115 0,0 0-347 0</inkml:trace>
  <inkml:trace contextRef="#ctx0" brushRef="#br0" timeOffset="47215.33">6762 4601 1703 0,'-9'-4'59'16,"2"0"-29"-16,7 4 26 0,0 0-121 0,0 0 8 0,0 0-12 16,0 0 59-16,0 0 4 0,0 0 14 0,0 0 19 15,0 0 6-15,0 0 0 0,0 0 2 0,0 0 9 16,0 0-7-16,0 0 1 0,0 0-3 0,0 0-4 15,0 1-16-15,0-1 7 16,0 1-9-16,0-1 4 0,17 17 2 0,-17-17 2 0,1 0 1 16,-1 0 2-16,20 9-1 0,-20-9 0 0,0 0 0 15,20 2 3-15,-20-2-2 0,16 0-2 0,-7-1-1 16,0 1-9-16,0-2 3 0,0 1-5 16,1 1 4-16,0-2-5 0,0 1-3 0,0 1 5 15,1-1-6-15,0 0 6 0,0 1-10 0,-1-1 5 0,2 0-6 16,0 1 11-16,0 0-5 0,2-1 0 0,0 1-2 15,-1 0 6-15,1 0 1 0,1 1-5 0,-1 0 4 16,1-1 2-16,-1 1-6 0,0-1 13 0,-1 1-13 16,0 0 6-16,-1-1 6 0,1 2-6 0,-2-1 6 15,1-1-5-15,1 1-8 0,0 0 4 0,3 1-4 16,-2-1 10-16,2 0-12 0,-2 1 1 0,1-1-4 16,-1 1 6-16,0-1 5 0,-1 0 2 0,0 0 0 15,-2-1 9-15,1 0-1 0,0 1 0 0,-1-2-3 16,1 2-8-16,2-1-2 0,0 0-1 0,0 0 1 15,2 0-1-15,-1-1-5 16,0 0 2-16,2 0-4 0,-1 1 1 0,-1 0 1 0,-1-1-1 0,1 1 1 16,0 0-2-16,-2 0 0 0,1 1 0 0,-1-1 0 15,3 0 9-15,0 0-9 0,1 1 1 0,1-1-2 16,-1 1 1-16,1 0 4 0,-2-1-4 0,0 1 4 16,-1 0 1-16,0 0-3 15,0 0 2-15,-1 0-3 0,0 1-2 0,1-2 1 16,0 2 6-16,4 0-1 0,-2-1 5 0,1-1 3 0,1 1 1 15,-1-1 2-15,0 0 6 0,-2 0-6 0,1 0-3 0,-2 1 0 16,1-1-9-16,-1 0 7 0,1 0 2 0,0-1 0 16,0 0 0-16,4 1-2 0,-3 0-1 0,1 0 0 15,0 1-6-15,17-1 8 16,-18 2-4-16,0-2 1 0,-2 0-10 16,3 0 6-16,1 0-6 0,2-1 5 0,3 1 0 15,-1-1-4-15,1-1 3 0,-2-1 4 0,-1 0-7 0,-1 0 7 16,-2 0-7-16,1 0 7 0,0-1-2 0,2 2-2 15,0-1 1-15,1 0 0 0,-1 1 0 0,-1-1 3 16,0 2-2-16,-2-1 4 0,0 1-8 0,-1 1 1 16,0-1-2-16,2 1 3 0,1 0 3 0,2 1-5 15,2 0 4-15,0 0-5 0,-2 0 0 0,0 0 3 0,-1 0-3 16,-1 0 0-16,0 0 2 16,-1 0-3-16,2 0 2 0,1 0-6 0,1 0 5 15,1 1 0-15,-1-1 3 0,-2 0 4 0,-1 0-4 0,-2 0-1 16,-1 0 0-16,0-1 8 0,1 1-10 0,1 0 5 0,3 0-7 15,0 0 3-15,0-1 10 0,0 1 0 0,-2 0 3 16,0 0-4-16,-2 1-5 0,1 0 0 0,-1-1-1 16,0 1-3-16,2 0 2 0,0 0 0 0,4 1 0 15,-2-1 3-15,-2-1-3 0,1 2 2 0,-4-2-2 16,1 2-1-16,-1 0 1 16,0-2 1-16,-1 3 2 0,1-3 2 0,3 0-3 15,1 0 4-15,1-2-1 0,-1 2 18 0,-1-1-4 0,0 0-2 16,-2-1 0-16,-1 0-13 0,0 1 6 0,0-1-5 15,-1 2 6-15,1 0-10 0,1-1 4 0,1 1-2 16,1 0 2-16,-1 0-4 0,-1 1-3 0,-2-1 4 16,0-1-4-16,-1 1 0 0,1 2 6 0,-2-3-7 0,1 1 7 15,-1-1-4-15,1 0 2 0,0 0-1 0,-1 0 0 16,3 1-7-16,-1-1 3 0,-1-1 0 0,-1 1 4 16,-1-3 7-16,-3 2-7 0,0 1 4 0,-2-2-5 15,0 2 3-15,0-2-1 0,-1 0-2 0,0 1 1 16,-1 0-4-16,0 1 0 0,0-2 0 15,0 0-1-15,-6 2 2 0,0 0 0 0,1 0-1 16,18-4-4-16,-19 4-65 0,1 0-88 0,-1 0-19 16,21-3-29-16,-21 3-126 0,16-2-313 0</inkml:trace>
  <inkml:trace contextRef="#ctx0" brushRef="#br0" timeOffset="128063.7">10021 1937 546 0,'-8'-3'571'16,"1"1"-248"-16,-1-2 300 15,1 2-604-15,0 1 31 0,0-1 18 0,1 3 29 16,1-1-1-16,-2 0-5 0,2 2-26 0,4-2-4 0,0 0-4 16,-18 2-2-16,19-2-25 0,0 0-9 0,-16 16-7 15,8-9 1-15,2 2-11 0,-2 2 5 0,0-1-1 16,0 2 1-16,0 0 7 0,0 0-10 0,0 0 5 15,2 1-7-15,-1-1 9 0,2-1-5 0,-1 1 2 0,2 0-3 16,-1 2-5-16,1 1 1 0,0 1 2 16,-1 0 0-16,1 2 7 0,0-1-2 0,-1 1-1 0,1 0 0 15,0-1-11-15,0 0 9 0,1-1-4 0,0-3 7 16,0 0-8-16,0 0 2 0,3 0-3 16,-2 0 3-16,1 0 1 0,-1-2-3 15,2-1 4-15,0 0-4 0,-2-2-2 0,1-1 5 16,1-1-4-16,0-6-1 0,0 0-58 0,0 1-182 15,0-1-37-15</inkml:trace>
  <inkml:trace contextRef="#ctx0" brushRef="#br0" timeOffset="158749.84">5040 5384 1557 0,'0'0'171'0,"-1"0"-66"0,1 0 83 0,-1-1-211 0,1 1 11 15,0 0-10-15,0 0 32 0,0 0 2 0,0 0 4 16,0 0-8-16,0 0-3 0,0 0 2 0,0 0-2 15,0 1 1-15,0-1 6 0,0 0-1 0,0 17 4 16,0-17 16-16,0 0 15 0,0 1-6 0,1-1 7 16,-1 1-4-16,17 14-15 0,-17-15 4 0,1 0-10 15,-1 0 12-15,19 5-12 0,-19-5 6 0,1 0-9 16,16 3-4-16,-17-3 7 0,0 0-4 0,20 0 4 16,-20 0-7-16,0 0 1 0,22 2-1 0,-22-2 0 15,16 0-6-15,-5-1-4 16,-1 1 4-16,-1 0-3 0,3-1-2 0,0 1 0 15,4 0-2-15,1 0 2 0,1 0-3 0,-1 0 0 0,0 0 2 16,1 0-2-16,-1 0 1 0,0 1-2 0,-1 0 0 0,-1 0 0 16,1 0 0-16,-1 0 3 0,2 1 1 0,0 0 0 15,1-1-2-15,2 1 10 0,-1-2-5 0,1 0 7 0,-1 0-6 16,1 0-1 0,0 0 3-16,-1-1-2 0,0 1 5 0,0-1-2 0,2 0-3 15,1 0 2-15,-1-1-1 0,0 0-5 0,-1 0 3 16,1 1-4-16,-1 0 3 0,-1-1 2 0,-1 1 0 15,-1 0 0-15,-1-1-1 0,0 1 2 0,2 0-5 16,0-1 5-16,2 0 6 0,0 0 14 0,0-1 0 0,-1 1 1 16,1 0-20-16,-2-1 1 15,-1 1-3-15,0-1 2 0,0 1-1 0,-1 0-5 0,1 1 0 0,-1-1-3 16,1 1-3-16,-2 1 9 0,-1-1 1 0,1 1 4 16,-2-1 10-16,0 1-5 15,1 0 0-15,-2 1-2 0,0 0-12 0,-1-1 6 0,2 0-3 16,0 0 4-16,-1 1-6 0,2-1 3 0,1 0-2 15,1-1 2-15,0 0-4 0,0 0 7 0,-2 0-3 16,0 0 4-16,0 1-11 0,-2-1 7 0,1 0 2 0,-3 1 2 16,0-1 15-16,0 0-3 0,-2 0-4 0,-1 1 1 15,1-1 0-15,-1 0 0 0,0-1 5 0,-2 2-4 16,1-2-1-16,0 1-8 0,0 0 1 0,1-2-4 16,-1 2 1-16,0-2-1 0,0 0 2 0,-1 1-2 15,0-1-2-15,-5 3 2 0,1 0-8 0,0 0 5 16,-1 0-5-16,18-7 8 0,-18 7-1 0,0 0 2 15,0 0-8-15,0 0 3 0,0 0-2 0,0 0 2 16,0 0-5-16,0 0-2 0,0-1 0 0,0 1-5 16,0-1-24-16,0 1-56 0,0-1-11 0,0 1-19 15,0 0-89-15,0-1-83 16,0 1-35-16,-1-1-52 0,0 1-508 0</inkml:trace>
  <inkml:trace contextRef="#ctx0" brushRef="#br0" timeOffset="160197.22">5358 6076 1661 0,'-5'-2'152'16,"5"2"-53"-16,-1 0 73 0,1 0-147 0,-1 0 6 16,-14-2-8-16,15 2 24 0,0 0-4 0,0 0 4 15,0 0-28-15,0 0 0 0,0 0 1 16,0 0 1-16,0 0 9 0,0 0 9 0,0 0-1 0,0 0 3 16,0 0-2-16,16 6 12 0,-16-6-6 0,1 0 8 15,17 4-2-15,-18-4-15 0,1 0 2 0,20 5-8 16,-13-3-4-16,0-1-1 0,2 1 1 0,0 0-3 15,-1 0-1-15,2-1-2 0,0 1-3 0,0-1 1 16,1 1 7-16,0-1-3 0,0 1 3 16,0-1-3-16,1 0 5 0,1-1-5 0,0 1 0 0,2-1-2 15,-2 1 2-15,1-1-4 0,-2 0 5 0,3 0-6 16,1 0-4-16,2 0-7 0,1 1 2 0,-1 0-3 16,1 0-2-16,-1 1 5 0,0 0-6 0,-1 1 6 15,-1-2-4-15,0 1 1 0,-1 0-2 0,-1 1 0 16,1-2-2-16,2 1 7 15,-2 0 1-15,3-2 2 0,-1 2 5 0,-1-1-2 0,1-1 0 16,-1 0 1-16,-2-1 1 0,1 0-1 0,-1-1 2 16,-2 1-2-16,0-1-5 0,0 0 1 0,-3 0 0 15,2 0 2-15,-1 0 9 0,-1 1-5 0,1-1-2 0,-1 1 0 16,-2 0-2-16,-1 0-7 0,-7 1 2 0,0 0-5 16,0 0 3-16,18-2-6 0,-18 2 3 0,0 0-3 15,0 0-1-15,0 0-6 16,1 0 1-16,-1 0-7 0,1 0-52 0,-1 0-106 0,0 0-22 15,0 0-34-15,0 0-155 0</inkml:trace>
  <inkml:trace contextRef="#ctx0" brushRef="#br0" timeOffset="-208188.22">3273 6071 2378 0,'-9'-4'103'0,"0"0"-39"0,2 2-8 0,7 2-43 15,0 0-40-15,-1 0 1 0,1 0-4 0,0-1 9 16,-1 1 12-16,-16-14 9 0,17 14 3 15,0 0 1-15,0 0 0 0,0 0-4 0,0-1-3 0,0 1-1 16,0 0-4-16,-1-1 14 0,1 1 4 0,-1-1 5 16,0 1 8-16,1-1 6 0,0 1 0 0,0-1 2 15,-1 1 8-15,1-1-2 0,0 1 3 0,-1 0-3 0,0-1 0 16,1 1-9-16,-1-1-7 0,1 1 0 16,0-1-27-16,0 1 6 0,-2-16-5 0,2 16 5 15,0 0-6-15,1 0-2 0,19-6 1 0,-9 5 0 16,0-1 0-16,1-1-1 0,3 1-1 0,2-1 1 15,1 1 8-15,1 1-4 0,0-2 4 0,1 1-4 16,0 1 5-16,0-3-2 0,2 3 1 0,2-1-1 16,2-1 0-16,1 1 1 0,1 1-1 0,-1-1 1 15,-2 1 0-15,-1-1 3 0,1 0-7 0,-1 1 5 16,2-2-2-16,2 0 0 0,1 1 5 0,0-1-2 16,-2 0 5-16,0 0-2 0,-3-1-1 0,2 1 0 15,1 1 1-15,1-2 2 0,1 1-2 0,-1 0 2 0,-4-1-9 16,0 2 7-1,-3-1-3-15,0 1 7 0,1 0-2 0,-2 2-5 0,2-1 4 16,-2 0-5-16,-2 1 4 0,-1 0-1 0,-2 0 2 16,-2 2-2-16,-1-1 3 0,-1 0-3 0,-2 0 1 15,0-1-1-15,-3 0 6 0,-6 0 0 0,1 0 4 16,-1 0-3-16,1 0 10 0,15 4-1 0,-16-4 8 16,0 0-3-16,0 0 21 0,0 0-6 0,0 0 1 0,0 0-1 15,-1 0-2-15,1 0-3 0,-20-4-7 0,20 4 3 16,-15-2-20-16,3 2-5 0,1 0-3 0,-5 0 0 15,0 1-4-15,-1 0-8 0,-5 0 6 0,-1 2-6 16,-1 0 4-16,1 1 0 0,-2-1 1 16,0 0 1-16,-2-1 10 0,-3 0-3 0,0 1-2 15,-4-1 0-15,2 1-2 0,0 0 5 0,1-1-2 16,1 2 3-16,-3-2-6 0,-2 1 3 0,1 0-3 0,-2 1 2 16,2-1-3-16,1 1 1 0,-2-1 0 0,0 0 0 15,-3 1 6-15,4 1-5 0,2 1 2 0,3 0-4 16,0-2 1-16,0 0 2 0,0 1 1 0,0-2 1 15,0 1-9-15,3 0 7 0,2-1-2 0,3 0 3 16,1 2-1-16,1-2 0 0,-1 0 0 0,2 1 0 16,0-1 5-16,3-1 1 15,1 0 1-15,3 0-1 0,1 0-4 0,3-1-3 0,7-1-2 16,-1 0-3-16,1 0-24 0,0 0-13 0,0 0 0 16,0 0-3-16,1 0 7 0,15 4 9 0,-6-3 3 15,4-1 2-15,-1 0 5 0,5 1 7 0,1 0-2 16,3-1 4-16,0 0 5 0,1 0 0 0,2-2 3 0,5 1-2 15,2-2-2-15,5-1 5 16,1 1 0-16,-2-1 3 0,3 0 0 0,1 0 1 16,3-1-6-16,2 0 3 0,-1 0 2 0,-2 1-3 15,3 0 3-15,-1-1-3 0,2 0 8 0,-4 2-2 0,1 0 0 16,-4 1 0-16,1 0 2 0,0 1-4 16,-2 1 2-16,-3 0-3 0,0 2 8 0,0 0-8 15,0 2 1-15,2-1-3 0,-2 1-1 0,-2 1 2 0,-1-1 1 16,0 1 0-16,3 1 2 0,2-2-239 0,0 3-37 15,-1 0-108-15,3 0-484 0</inkml:trace>
  <inkml:trace contextRef="#ctx0" brushRef="#br0" timeOffset="-207488.74">8964 6143 2370 0,'0'0'117'0,"0"0"-51"0,0-1 54 0,0 1-189 16,0-1 4-16,0-15-14 0,0 16 75 0,0 0-7 16,0 0 27-16,19-6 9 0,-19 6 1 0,0 0 3 15,1 0 0-15,19-1 11 0,-12 2 6 16,0 1 3-16,1 0 0 0,2-1 4 0,0 2-7 16,2-1 1-16,1 1-2 0,2-1-2 0,-1 1-9 15,3 0 4-15,1-1-5 0,2 0-8 0,1-2-8 16,2 0 2-16,0 0-3 0,0 0-1 0,-1 0 2 15,-1-1-6-15,-1 0 7 0,0 0-8 0,-2 1 12 16,1 0-1-16,-1 0 5 0,-1 1 8 0,-1 0-10 0,1 0 4 0,-4 1-7 16,1 1-7-16,-3 0-2 0,-1 1-5 0,-2-1 3 15,1 1-10-15,-2 0 1 16,-1-1 2-16,0 2 0 0,-1-1-5 0,-1 0-177 16,-5-4-28-16,0 0-74 0,1 1-317 0</inkml:trace>
  <inkml:trace contextRef="#ctx0" brushRef="#br0" timeOffset="-186429.1">5146 6109 1882 0,'-7'-3'120'16,"2"0"-4"-16,5 3-1 0,0 0-31 15,-1 0-65-15,0 0-5 0,1-1-12 0,-1 1 14 16,1-1-26-16,0 1 3 0,-1-1 0 0,1 1 2 16,0-1 6-16,0 1-1 0,0 0-1 0,0-1-2 0,1 1 5 15,16-5 7-15,-17 5 5 0,1 0 1 0,-1 1 15 16,20 11 7-16,-20-12-5 0,1 0 6 16,18 10-5-16,-19-10 5 0,15 6 8 0,-4-4-5 0,0 1-4 15,0-1 1-15,3 0-7 0,1-1 5 0,0 1-15 0,0-1 2 16,0 0-7-1,0 0 6-15,0-1-11 0,0 2-2 0,0-1 0 0,-1 1-1 16,1 0-5-16,1-1-3 0,0 0 3 0,3 0-2 16,0 0 0-16,-1 1 3 0,2 0-4 0,-2 0 2 15,-1 0-2-15,0-1 0 0,1 1 3 0,-3-1-1 16,2 0 12-16,1 0-6 0,1-1 3 0,2 0-5 16,1-1 1-16,0-1-1 0,0 0 0 0,1 1 0 15,-2-1-5-15,-2 0 10 0,0 1-4 0,-1-1 5 16,-1 0-7-16,2 0-1 0,0 0 0 0,2 0 0 0,0 0 0 15,-1 1 0-15,0-1 0 0,-2 1 1 0,0-1-1 16,-1 1 2-16,0-1 0 0,-1 0 2 0,0-1 5 16,2 0-3-16,1 0-2 0,2 0 0 0,-2-1 1 0,0 0-3 15,0 0 1 1,-1-1-2-16,0-1 3 0,-2 0-2 0,0-1-2 0,-1 1 0 16,0 0 0-16,2-1-1 0,1-1 3 0,0-1-4 15,2 0-2-15,-1 0 1 0,0-2 1 0,-1 2 1 16,0 0 4-16,-1 1-2 0,-1 0 0 0,0-2 0 15,-1 0-1-15,0-1 0 0,1 1 5 0,1-2-2 16,1 1-2-16,0-1 6 0,-2 0-11 0,0-1 10 16,-2 0-10-16,-2 0 3 0,1 0 5 0,-2-1-2 15,0 0 10-15,-3 0 2 0,1 2 0 0,-3-1 1 16,2-1 0-16,0-1-5 0,-1-1 1 0,0 1-3 0,-1 0-6 16,1-1 2-16,0-2 1 15,2 1 1-15,-2-1-4 0,-1-1 2 0,-1 0-6 0,0 1 6 16,0 1-1-16,-2 1 0 0,0 0 3 15,-1 0-2-15,0-1 4 0,-1 0 2 0,1-1-4 16,0-1 2-16,-1 0-12 0,0 0 7 0,0-1 1 0,1 3 1 16,-2 0 2-16,0 1-2 0,-2 0 1 0,-1-1 0 15,0 1 7-15,-1-1-5 0,-1 0 1 0,0 0-2 16,-1 0 3-16,-1-1-5 0,-1 2 5 0,-1-2-5 16,1 2 7-16,-1 0-8 0,1 0-1 0,0 1-3 15,-1 0-10-15,0-1 10 0,-1 0-7 0,1-1 7 0,-2 0-11 16,-1-1 9-16,-1 1-2 15,-1-2 4-15,-1 2-10 0,-1 0-7 0,-3 1 3 16,-1 2-4-16,-3-1 8 0,2 2-2 0,0 1 2 16,0 1-2-16,0 1-2 0,-3-1-5 0,-1 2-4 0,-3-1 1 15,-2 1 0-15,1 1 0 0,1 2 9 0,0 0-5 16,2 1 17-16,-2 1-9 0,-1-1 5 0,-3 1-7 16,3 1 2-16,-2 1 3 0,2 1-11 0,1 0 8 15,-1 1-7-15,-1 0 4 0,-2 2 3 0,-1 1-2 16,0 0-1-16,1 1 4 0,0 0-3 0,0 1 4 15,-1 1 5-15,-3 0-4 0,2 1 4 0,1-1-4 16,2 1 14-16,4 0-3 0,1-1 4 0,-1 0-4 16,3 1-4-16,0-1-1 0,1 1-3 0,2 0 1 15,1 1-2-15,4 1 3 0,-1-1-1 0,2 1 2 16,0 1-6-16,-2 0 4 0,2 2-1 0,-1 1 2 0,1 0-6 16,-1 2 0-16,1 1 2 15,0 1-1-15,-1 0 0 0,1 0 2 0,1 0-2 16,2 0 3-16,1 0 5 0,0-1-8 0,0-1 4 15,2 2-5-15,-2-1 9 0,1 3-3 0,0 1-2 16,2-1 0-16,-2 0-2 0,1 0-2 0,1 0 3 16,1-2-2-16,1 2 6 0,1-2-3 0,0 1 3 0,1 1-4 15,1-1 1-15,0 4-1 0,1 1-1 0,1 0 0 16,0 0-6-16,2 0 7 0,0-1-3 16,2-1 4-16,0-1 2 0,1 3-6 0,1 0 4 0,0 2-5 15,0-1 5-15,1-1 3 0,1 0-5 0,0-2 2 16,1-1-8-16,2-1 9 0,-1-1 0 0,2 0 5 15,0 1-3-15,0 1-1 0,1-1 1 0,0 2-2 16,-1-4-1-16,2 1 0 0,1-2 1 0,-1 0-1 16,4 0 0-16,-2-3 0 0,2 0 0 0,-2-1 2 15,0 0 6-15,0 1-8 16,0 2 0-16,-1-1-2 0,0 0 3 0,0 0-1 0,-1-2 4 16,0-1-4-16,1 0-4 0,1-1 4 0,1-1-3 15,-1 0 3-15,2-1 0 0,-1-1 1 0,-1 0-1 0,-1 0 1 16,0 0 3-16,-2-1-4 0,-1 2 0 0,1-2-6 15,-1 2-33-15,-1-1-269 0,3 3-15 0,1 3-133 16,6 1-539-16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27T19:52:40.366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5082 4060 145 0,'0'0'108'0,"0"0"56"0,0 0 17 16,0 0-72-16,0 0-22 0,0 0 8 0,0 0-1 15,0 0-4-15,0 0-6 0,-1 0-13 0,1-1 3 16,-1 1-8-16,1-1-4 0,-1 1-17 0,1-1 10 16,0 1-11-16,-1-1 15 0,0 1-19 0,1 0-2 15,0-1-6-15,0 1-9 0,0 0 4 0,0 0 0 16,0 0 0-16,0 0 0 0,0 0 6 0,0 0 3 15,0 0 1-15,0 0 12 0,1 0-1 0,18 2-2 0,-19-2 0 16,0 0-6-16,0 0-7 16,17 7 2-16,-17-7-5 0,0 0-6 0,1 0 2 15,18 1-1-15,-19-1 0 0,0 0-3 0,0 0-9 16,20-1 0-16,-20 1-2 0,1 0-3 0,-1 0-2 16,17 1-1-16,-17-1-1 0,0 0 0 0,1 0 5 15,18 1-2-15,-19-1 2 0,1 0 3 0,0 0-4 16,-1 0 3-16,20-2-4 0,-20 2-1 0,1 0 1 0,20-3-2 15,-11 2 1-15,-2 0-6 0,0 0 1 0,1 1-1 16,-2-1 1-16,0 1 2 0,0-1 2 0,-1 1-2 16,-6 0 2-16,0 0 2 0,1 0-2 0,17-4 5 15,-18 4-5-15,1 0 4 0,-1 0 1 16,0 0-5-16,1 0 4 0,-1 0-4 0,17 2-4 16,-17-2 4-16,0 0-5 0,0 0 6 0,0 0 1 15,0 0-2-15,1 0 2 0,-1 0 8 0,1 0-6 16,-1 0 8-16,1 0-7 0,-1 0 9 0,0 0 2 15,1 0 2-15,-1 0-1 0,0 0 14 0,0 0-16 0,0 0 8 16,0 0-10-16,0 0 6 0,-1 0-9 0,1 0-4 16,0 0 0-16,-19-3-5 0,19 3-6 0,-1 0 4 15,-16-2-4-15,17 2 2 0,-16-2 4 0,7 2-6 16,-4-1 4-16,1 1-8 0,-1 2 0 0,-2-1 2 16,0 0-1-16,-1-1 2 0,-1-1 4 0,1 1 1 15,0 2 2-15,1 0-8 16,0 1 0-16,-1 0 4 0,2-1-2 0,-1 0 3 0,1 0 0 15,1 0-7-15,0 0 5 0,2 1 1 0,1-1-2 16,2 0-2-16,0 0-2 0,1 1-4 0,2-3 5 16,5 0 1-16,-1 0 0 0,1 0-1 0,-1 0-10 15,-15 4 4-15,16-4-6 0,0 0 14 0,0 0-18 16,0 0 3-16,0 0-7 0,0 0 1 0,0 0 11 0,0 0-1 16,1 0 5-16,0 0-5 0,-1 0 6 0,18 7-3 15,-18-7 4-15,16 1-1 0,-6-1 4 0,2 0-5 16,0 0 5-16,0-1 1 0,1 0-1 15,0 1 2-15,2-1-3 0,-1 0 2 0,1 1 0 16,-2 0 1-16,1 0 0 0,0 1 0 0,0-1-1 16,-2 0 3-16,3-1-2 0,-3 1 1 0,1-1 1 15,1 1 0-15,-1 0 1 0,0-1 1 0,-2-1 2 0,0 2-3 16,-2 0 4-16,0 0-4 0,-2 2 9 0,1-2-3 16,-2 0 4-16,-6 0-12 15,0 0 4-15,1 0-1 0,15 2 2 0,-16-2-4 0,0 0 2 16,0 0 2-16,0 0-3 0,1 0-24 0,0 0-112 15,-1 0-15-15,0 0-41 0,0 0-145 0</inkml:trace>
  <inkml:trace contextRef="#ctx0" brushRef="#br0" timeOffset="2443.96">5547 4119 1961 0,'-6'-2'130'0,"6"2"-35"0,0 0-17 0,-1 0-53 16,1 0-79-16,0 0 23 0,-1 0 3 0,0 0 12 15,1 0 16-15,0 0 6 0,0-1-6 0,0 1 6 0,0-1 1 16,1 1 3-16,0 0 0 0,15-4 0 0,-16 4-1 16,1 0 10-16,0 0-2 15,15 7 4-15,-16-7-4 0,1 0 9 0,-1 0 0 0,20 3 4 16,-20-3 8-16,0 0-2 0,19-2-1 0,-18 2-1 0,-1 0-8 15,25-6-9-15,-14 3 0 16,1 0-5-16,2 0-6 0,-3 0 1 0,1-1-2 0,-2 1 1 16,0 0-2-16,-1 0 5 0,-1 0-1 0,-2 1 2 15,-6 2-1-15,1 0 5 0,0 0-3 0,-1 0 3 16,16-6-3-16,-16 6 6 0,0 0 3 0,0 0-1 16,0 0-2-16,0 0 0 0,0 0-2 0,0 0 1 15,0 0-3-15,0 0-6 0,0 0 3 0,-1 0-3 16,1 0 3-16,-1 0 3 0,-15-6-2 0,16 6 3 15,-1 0-7-15,1 0-1 0,-20-2-2 0,20 2 2 0,0 0-6 16,-24 0-1-16,14 0-4 0,-3 0 3 0,0 1 2 16,1 0 0-16,0 0 0 0,0 1 0 0,3 0-4 15,-1 0 5-15,3 1 2 16,0 0 1-16,7-3-2 0,0 0 4 0,-1 0-3 16,1 0 3-16,0 0-6 0,-1 0 3 0,1 0-1 15,-1 0 3-15,1 0-7 0,0 0 0 0,-1 1 0 16,0-1 0-16,1 0-3 0,0 0 5 0,0 1 0 15,0-1 1-15,0 1 2 0,0-1 7 0,1 1-1 0,0-1 3 16,17 10-4-16,-17-10 9 0,13-1-3 0,-4-1 5 16,0 0-8-16,1-1 6 0,1 0-6 0,2-1 5 15,-1 1-10-15,1 1-3 0,-1-1 6 0,-1 1-6 16,0 0 1-16,-2-1 2 0,0 1-3 0,-1 0 4 16,-1-1 2-16,-1 2-8 0,0-1 3 0,0 0-4 15,-7 2 7-15,0 0 6 0,1 0-7 0,17-4 5 16,-18 4-10-16,0 0 10 0,1 0 2 0,-1 0 1 15,1 0-3-15,-1 0 0 0,0-1 3 0,1 1-2 16,15-10 3-16,-16 10-2 16,0 0-5-16,0 0 4 0,0 0 5 0,0 0-9 15,0 0 8-15,0 0-8 0,0 0 2 0,0 0-2 16,0 0-4-16,0 0 2 0,0 0-4 0,0-1 2 0,-1 1-3 16,1 0-1-16,0 0-19 0,-1 0-86 0,-17-5-13 15,18 5-37-15,0 0-162 0,0 0-369 0</inkml:trace>
  <inkml:trace contextRef="#ctx0" brushRef="#br0" timeOffset="5050.63">6126 6059 2154 0,'-5'-2'255'16,"-1"-2"-90"-16,6 4 120 0,0 0-300 0,-1 0-36 16,1 0-45-16,0 0 66 0,0 0-21 0,0 0 49 15,0 0-4-15,0 0 0 0,0 0 5 0,0 0-4 16,0 0 5-16,1 0 3 0,15-3 2 0,-16 3 2 15,0 0 8-15,1 0 20 0,18 6 1 16,-19-6 8-16,1 0 10 0,22 3-12 0,-12-3-1 16,2 0-5-16,2 0-7 0,1-2-2 0,-1-1-2 15,3 0 0-15,0 0-3 0,2 0-12 0,2-1 2 16,0 1-5-16,1 0 2 0,-1 0-8 0,-1 0 5 0,-2 1-5 16,0 0 3-16,-3 1-1 0,-1 1 3 0,-1 0-1 15,-1 0 2-15,0 0-2 0,1 0-2 0,-1 1 1 16,2 0-6-16,-1 0 6 0,-1 0-3 0,0-1 5 15,-2 0-1-15,1 0-1 0,-2 0 2 0,0 0-1 16,-1 0 0-16,-1 0 2 0,-1 0 0 0,-7 0 2 16,0 0 6-16,0 0 3 15,1 0-5-15,15 1 4 0,-16-1-5 0,0 0 10 0,0 0-2 16,0 0 2-16,0 0-10 0,0 0-3 0,0 0-2 0,-1 0 0 16,1 0-11-16,-18 1-13 0,18-1-2 0,-15-2-3 15,5 2 1-15,-2-2-4 0,-1 0 2 0,-2-1-3 16,0 0-2-16,-5-1 4 15,0 1 1-15,0 0 2 0,0 0 10 0,2 1 0 0,-1-1 0 16,1 1 0-16,-1-1 0 0,-2 2-4 0,-1-1-1 16,0 3-1-16,-1 0 5 0,-1 0 9 0,1 2-2 15,2-2 4-15,2 3-1 0,1-1 7 0,1-2 6 16,1 3-1-16,2-1 10 0,2 0 2 0,2 1-4 16,1-1 3-16,1-2-3 0,2 1-12 0,6-2 1 15,0 0-6-15,-1 0-4 0,1 0-3 0,-1 0-2 16,1 1 1-16,0-1 2 0,0 0 0 0,0 1 5 0,0-1-2 15,12 14 2-15,-2-13 17 0,1 1-9 0,4-2 10 16,-1 1-9-16,4-1-2 0,0 0 6 0,1-1-5 16,1 0 3-16,2-1-7 0,3 0-1 0,1-2-1 15,2 0 6-15,-2-1 1 0,0 2-3 0,-2 1 1 16,-2-2-10-16,1 1 8 0,2 1-4 16,-2-1 6-16,2 0-4 0,-4 0 1 0,-1 1 7 15,-2-1-2-15,-1 3 23 0,-4 0-9 0,0 0 0 16,-3 1-4-16,-1-1 1 0,-1 1-7 0,-1 0 4 0,0 1-6 15,-7-2 2-15,0 0 0 0,0 0 0 0,1 0 0 16,16 5-5-16,-17-5 4 0,0 0-2 0,0 0 2 16,0 0-11-16,0 0-47 0,0 0-9 0,0 0-20 15,0 0-94-15,0 0-175 16,0 0-76-16</inkml:trace>
  <inkml:trace contextRef="#ctx0" brushRef="#br0" timeOffset="7560.73">6974 3679 907 0,'0'0'62'0,"0"0"-12"0,0 0-2 0,-1 0-29 16,1 0-23-16,0 0 8 0,-1 0 8 0,1 0 1 0,-1 0 29 16,1 0 19-16,-1 0 3 0,1 0 6 0,0 0 8 15,-1-1-4-15,1 1 6 0,-1 0-5 16,1-1 10-16,0 1-24 0,-1-1-4 0,0 1-6 0,1 0-13 16,0-1 1-16,0 1-1 0,-1-1 3 0,0 1 12 15,1 0-23-15,-1 0 8 0,1 0-15 0,0 0-3 16,0 0-14-16,0 0 6 0,0 0-7 0,0 0 15 15,1 0-12-15,20-2 6 0,-20 2-7 16,-1 0 10-16,22 0 4 0,-13 0-5 0,0-1 6 16,1 0-11-16,-1 1-1 0,0 0-1 0,1 0 1 15,-1-1-2-15,-1 0 4 0,0 1 1 0,0-1 0 16,0 1-3-16,-1 0 1 0,1-2-6 0,0 2 4 0,-1 0-6 16,1 0 2-16,0 0 4 0,-1-1-2 0,0 0 6 0,-7 1-5 15,0 0 3-15,0 0-4 0,21-3 6 16,-21 3 2-16,0 0 3 0,1 0-1 0,16-3 6 0,-17 3-13 15,0 0 2-15,0 0-4 16,1 0 10-16,-1 0-9 0,0 0 4 0,0 0-5 16,1 0 10-16,-1 0-9 0,0 0 2 0,0-1-4 15,0 1 2-15,0-1-2 0,0 1 1 0,-1-1-2 16,1 1-5-16,0-1-7 0,-20-10-1 0,20 11-3 16,0 0-6-16,-19-4 3 0,13 4 2 0,-1-1 1 15,-2 0 5-15,1 0 2 0,1 1-2 0,-2-2 4 16,0 1 1-16,1 0 4 0,-1-1-5 0,1 2 5 15,0 0-4-15,1 0 2 0,1-2 2 0,0 2-3 0,0 0 0 16,1 0-1-16,0 1-3 0,5-1 1 16,-1 0 1-16,0 0-1 0,-15 4 5 0,16-4-3 0,0 0 1 15,0 0 0-15,-1 0-1 0,1 0 0 0,-1 0 0 0,1 0-11 16,0 0 4-16,0 0-6 16,0 0 4-16,0 0 5 0,0 0-5 0,0 0 6 15,0 0 3-15,0 0-1 0,0 0 1 0,1 0-2 16,16 5 5-16,-17-5-3 0,0 0 1 0,0 0-2 15,16 0 0-15,-16 0 3 0,1 0-2 0,-1 0 1 16,17 0-2-16,-17 0 1 0,0 0 2 0,1 0-2 16,16 1 1-16,-17-1 0 0,0 0 3 0,1 0-2 15,-1 0 1-15,17-1 2 0,-17 1-1 0,0 0 2 16,0 0 5-16,1 0-2 0,0 0 0 0,-1 0-1 0,0 0 4 16,1 0-5-16,-1 0 1 0,0 0-2 0,0 0 0 15,0 0 1-15,0 0-6 0,0 0 4 0,0 0-5 16,0 0-2-16,0 0 5 15,0 0-3-15,0 0 6 0,-1 0-5 0,1 0 1 0,-17-6-2 16,17 6-5-16,-1 0 4 0,1 0-4 0,0 0 4 16,-19-1-6-16,19 1 6 0,0 0-3 0,-1 0 3 15,1 0-8-15,-16 5 1 0,16-5-10 0,0 0 2 16,0 0-45-16,-1 0-48 0,1 0-9 0,0 0-23 16,-1 0-130-16</inkml:trace>
  <inkml:trace contextRef="#ctx0" brushRef="#br0" timeOffset="8212.68">7611 3679 2416 0,'0'0'97'0,"0"0"-95"0,0 0-32 16,0 0-61-16,0 0-41 0,0 0 106 0,0 0 4 0,1 1 20 15,-1-1 3-15,1 1 0 0,20 9 1 0,-21-10-2 16,17 6-4-16,-9-3 14 16,1 0 2-16,2 0 8 0,-2-1 31 15,1-1-12-15,-1 1 4 0,0-1-6 0,-2 0 15 0,1 0 6 16,-1 0 0-16,0-1 0 0,1 1-7 0,-3-1-10 0,2 0-1 15,1 0-4-15,-1 0-14 0,1 0 1 0,-1 0-1 16,-1 0 1-16,2 0 5 0,0 0-8 16,1 0 1-16,-2 0-5 0,1-2-9 0,0 1-1 15,-1 0 0-15,2 0 0 0,-1 0-3 0,0 0 5 16,0 0-5-16,-2 1 6 0,-6 0-7 0,1 0 6 16,-1 0-1-16,19-2 1 0,-19 2-1 0,0 0-14 15,0 0-20-15,0 0-4 0,1 0-130 0,-1 0-182 16,0 0-90-16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27T19:52:58.571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6945 4215 1617 0,'0'0'336'15,"0"0"-141"-15,-1 0 168 0,0 0-416 0,1 0-13 0,0 0-23 16,-1 0 43-16,0 0-7 0,1 0 25 0,0 0 18 15,0 0 10-15,0 1 3 0,0-1 4 16,0 1 15-16,1-1 1 0,0 1 6 0,-1-1-3 16,19 11 21-16,-19-11 4 0,0 0-4 15,1 0 2-15,19 4-9 0,-20-4-8 0,0 0-4 0,20 1-2 16,-20-1-12-16,0 0 1 0,23 2 4 0,-13-1-3 16,-1-1 6-16,1 1-9 0,0-1-1 15,1 1-3-15,1-2 0 0,0 1-4 0,-1-1 3 16,3 1-4-16,-3-1 2 0,1 0-6 0,1 1 4 15,0 0-3-15,2 0 3 0,1 0 1 0,-1-1-6 0,0 1 3 16,0 0-1-16,0 0-1 0,0 1 5 0,-1-1-5 16,0 0-3-16,1-1 4 15,-1 0 0-15,0 2 4 0,-1-3 11 0,2 1-11 0,0 0 4 0,2 0-4 16,1 0 10-16,0 1-8 0,-1-1 0 0,1-1-3 16,-1 2 6-16,-2-3-10 0,0 3 8 0,0-1-8 15,-2 1 2-15,0 0 6 0,1-1-7 16,-2 1 7-16,1-1-8 0,0 0 6 0,1 1 8 15,-1-2-1-15,2 0 12 0,-1-1-6 0,1 0 2 16,-2-1-2-16,0 2-1 0,-1-1 1 0,-1-1-6 0,0 2 6 16,-1-2-7-16,-1 1-5 0,0 0 3 0,-1 0-5 15,-1 0 1-15,0 1 2 0,-2-1 0 0,1 0 0 16,1 0-4-16,-2 0 1 0,2 0-2 0,-2-1 3 16,2 0 3-16,-1-1-2 15,1 1 0-15,-2-1-1 0,1 0 2 0,-1-1 0 16,0 1-1-16,-1-1 1 0,-1 0 4 0,1 0-2 15,0 0 1-15,0-2-1 0,-1 1 0 0,0-2-3 0,0 1 3 16,0 1-2-16,-1 0 4 0,0 0 0 0,0 1 1 16,-1-2-2-16,-1 8 0 0,0 0 7 0,3-17-1 0,-3 17 5 15,0 0 5-15,-3-20-6 0,3 20 1 0,0 0-3 16,-7-19 3-16,7 19-5 0,0-1 0 0,-10-18-1 16,10 19 1-16,0 0-6 0,-15-19 1 0,9 11-4 15,-1 2-1-15,0-2-2 0,-2 0-5 0,1 0 2 16,0 0-5-16,-2 0-4 15,0-1 4-15,-1 1-3 0,1-1 7 0,-2 0-8 0,0 0 3 0,-2 0-5 16,0 1 3-16,-1 1-2 0,-1 0-1 0,-1 1 0 16,-1-1 0-16,-2 0-4 0,1 1-2 15,-1-1-1-15,2 2-6 0,-1 0 10 0,0 0 0 0,-2 0 3 16,0 0 0-16,-1 1-4 0,-3 0 5 0,0 1-4 16,0 1 7-16,0-1-4 0,1 2 1 0,2 0 0 15,-1 0 11-15,0 0-3 16,0 1-1-16,-2 0 0 0,0 0 8 0,0 0-11 0,0 1 7 15,1 1-7-15,1-1 9 0,1 2-4 0,0 0-2 0,-1 0-1 16,-1 1-2-16,-1 0 2 0,0 0-1 0,1 1 1 16,1 1 6-16,3 0-3 0,0 1 6 0,1 0-6 15,0-1 3-15,2 0-4 0,-1 0-2 0,0 1 0 16,1 0 4-16,0 1-2 16,3 0 4-16,0 1-3 0,2-1 10 0,4 0-12 15,-1-1 2-15,3 2-6 0,1 0 3 0,0 1-1 16,1 1-4-16,2 1 1 0,1 2-7 0,1 0 4 0,0 3 0 15,2-2 1-15,-1 2 8 0,2-1-3 0,1-2 3 16,0 2-5-16,2 0-2 0,0 1 5 0,1 0-3 16,3-1 5-16,1 1 0 0,3-1 0 0,1 1 1 15,1-3-1-15,0 0-9 0,3-1 6 0,-2-1-2 16,1 0 3-16,1-1-7 0,0-1 9 0,0-1-4 0,3 0 5 16,1 0-9-16,2 2-92 0,2-2-15 0,0 0-40 15,0 1-180-15</inkml:trace>
  <inkml:trace contextRef="#ctx0" brushRef="#br0" timeOffset="2053.23">7449 6879 2416 0,'0'0'187'15,"-1"0"-45"-15,0 0 81 0,1 0-181 0,0 0-14 16,0 0-37-16,-1 0 9 0,1 0-1 0,0 0 6 16,0 0-5-16,0 0 0 0,0 0 0 0,1 0-1 15,17-5-4-15,-9 6-1 0,1 0 1 0,3 1 1 16,-1-1 9-16,1 0 5 0,1 0 1 0,1 0 1 16,2 0 8-16,-1 0 1 0,3 0-1 0,0 0 2 0,2-1 3 15,2-2 2-15,0 0 0 0,2 0 0 16,0 1-7-16,2-3-6 0,-2 3-1 0,0-2-1 15,1 1-11-15,-1 0 1 0,4 1-1 0,0 1 2 16,-1 0-1-16,-1-1 0 0,1 1 1 0,-2 0 0 16,1 1-2-16,3 2 2 0,0-2-1 0,1 1 1 0,1 0 4 15,-3 0-1-15,0 0 1 0,1-1-1 0,2 1 0 16,1-1 9-16,1 1-3 0,-1-1 5 0,-1-1 8 16,-2 0-2-16,0 1 2 0,2-2-4 0,0 2-3 0,-1-1-6 15,0 0 1 1,-4 1-2-16,0 0 1 0,-2 0-8 0,1 0 2 0,2 0-4 15,-2 0 10-15,1 0 5 0,-1 1-4 0,-3 0 4 16,-1-1-6-16,0 1 2 0,-1-1 3 0,-1 1-3 0,2 0-2 16,-2-1-4-16,1 0 1 0,-2 0-2 0,0 0 0 15,-3 1 4-15,-1-1-4 0,-2 1 3 0,0-1 2 16,-1 0-8-16,0 1 5 0,-2-2-6 0,0 2 4 16,-1-1-1-16,2 0 1 15,-1 1-2-15,2-1-6 0,-2 0 2 0,0 1-1 16,-1-1 2-16,0 1-1 0,0 0 4 0,0 0-3 0,-2-1 3 15,0 0-9-15,0 0 6 0,-2 1-27 0,-5-2 5 16,1 0-171-16,-1 0-301 0,17 7-95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27T19:54:31.512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4484 4251 2492 0,'-10'-4'160'0,"2"0"-13"15,-1-1-5-15,1 1-102 0,8 4-57 0,0 0-33 16,0 0 7-16,-1-1-4 16,1 1 34-16,-1-1-4 0,1 1 2 0,0-1-4 15,0 1-1-15,4-16 6 0,4 15-4 0,1-2 6 0,2 2 7 16,0-1 5-16,0-1 5 0,1 2 0 0,-1-1 16 16,2 0 3-16,1 0 7 0,-1 0-2 0,3-1 15 15,0 1-4-15,-1 0-3 0,2 0 1 0,-2-1-3 0,1 0-14 16,1-1 6-16,1 1-9 0,1-2 1 0,-1 0-6 15,2 0-7-15,5-1 2 16,2 0-9-16,3-1 1 0,2 2 2 0,0-1 1 16,-1 1-3-16,-1 0-1 0,3 0 2 0,3 1-1 0,1 0 0 0,-1 1-1 15,0 1-3-15,-3 0 3 16,0 0 7-16,3 1-7 0,2 0 2 0,-2-1-3 16,0 2 2-16,-3-1 5 0,3 0-3 0,1-1 3 15,2 1-1-15,1-1 1 0,-2 1 3 0,1 1-1 16,-1-1 3-16,4 1 1 0,1-1-3 0,-1 1 3 15,-1 2-9-15,0-1 0 0,1 2 1 0,3-1 0 16,-2 0-3-16,-2 1 6 0,0 0-5 0,1 0 7 16,3 1-8-16,-2 0 0 0,-2 0 0 0,0-1 0 0,1 0 5 0,3 0-7 15,0-1 6-15,-4 0-5 16,1 0 8-16,2 0 11 0,1-1-2 0,1 1 7 0,-3-1 13 16,0 0-12-16,1 1 2 0,2-1-6 0,1 2-5 15,-5-1-10-15,0 0 4 0,2 0-6 0,0 0 6 0,0 0-8 16,-1 2 5-16,-2-2-6 0,1 1 3 0,2 0-2 15,-1 1 1-15,-2 0-1 16,-3 0 3-16,2 0-2 0,0 0-1 0,0 0-1 0,0 0 4 16,-3 1 2-16,0-2 2 0,0 1 0 0,1-1 10 15,-1-1 0-15,0 1 2 0,-4-1-1 0,-2 0-4 16,2 0-2-16,-1 0-1 0,2-1 1 0,-2-1 0 0,-2 1-2 16,-2 1-4-16,-2 1 2 0,0-1-6 0,1 0 3 15,-1-1 2-15,0-2-1 16,0 2-8-16,-3-1 10 0,-2 1-4 0,-1 0 7 15,-3 0-10-15,-1 0 2 0,1-1-3 0,-3 0 2 16,0 0 0-16,0-1-3 0,0 1 4 0,-1-1-4 16,-2 1 0-16,-2-1-63 0,-2 1-36 0,-1 1-26 15,-6-1-273-15</inkml:trace>
  <inkml:trace contextRef="#ctx0" brushRef="#br0" timeOffset="5085.02">2014 1477 1777 0,'0'0'183'0,"0"0"48"15,0 0 11-15,0 0-179 0,0 0-4 0,0 1 47 0,0-1-3 16,-4 19 11-16,4-19-1 0,0 0-24 0,-3 16 1 0,5-6-12 16,-1-1-16-16,0 4 0 0,-1 2-2 0,1 1-1 15,0 2-17-15,-2 1-2 0,1 0-2 0,0 4 0 16,0-1-1-16,-1 5-12 15,0 3 2-15,0 4-7 0,1 1-2 0,0 0-1 16,0 1 0-16,0 3-1 0,0 3-13 0,-2 2 4 16,2 0-3-16,0 2 4 0,0-1-3 0,0 3 2 0,0 0-1 0,2-3 1 15,-2 0-2-15,1-1 3 0,1-2-1 0,0-3 2 16,-1-2-3-16,1-4 0 16,0-2-1-16,-1-2 0 0,1-1-3 0,-1-3-2 15,0-4 3-15,0-3-3 0,1-3 5 0,-2-3-20 0,0-2-11 16,0-3-6-16,0-7-61 0,0 0-90 0,0 0-9 15,0 0-38-15,0 0-115 0,-7-11-310 16</inkml:trace>
  <inkml:trace contextRef="#ctx0" brushRef="#br0" timeOffset="5418.13">1992 1683 1721 0,'-4'-16'98'0,"0"3"105"15,-1 1-97-15,3 5 20 0,-1-1-2 0,-1 3 8 16,3 1-4-16,1 4-28 0,0 0-7 0,0 0-12 16,0 0-60-16,0 0-14 0,0 0-5 0,0 0 0 15,0 0 7-15,0 0-9 0,17 12 4 0,-9-7-5 16,2-1 9-16,1 1-1 0,3 0 3 0,1 1-2 16,1-1 14-16,1 0 1 15,-1-1-1-15,2 1 1 0,0 1 1 0,0 1 5 16,1 0 1-16,-2 2 1 0,-1 1 13 0,-2-1 18 15,-1 1-1-15,-4 2 4 0,-1 0-10 0,-3 2 11 0,-1 1-2 16,-3 2 4-16,-3-1-22 0,-2 3-15 0,-4-1-6 16,-1 1-1-16,-2 0-8 0,-2 2 0 0,-2 1-3 0,0 0 1 15,-2-1-6-15,1-1-8 0,2-1-5 0,-1-3-12 16,-1-1-120-16,-1-1-277 0,-3-1-47 0</inkml:trace>
  <inkml:trace contextRef="#ctx0" brushRef="#br0" timeOffset="5847.18">2561 1719 2154 0,'-6'0'204'0,"0"1"34"0,6-1 4 0,-1 0-231 16,1 0-6-16,-1 0 42 0,-17 11 2 0,18-11 9 16,-10 13 9-16,-1-6-34 0,7 6 1 0,0 5-12 15,0 4-6-15,-1 3 9 0,0 2-2 0,-1 3 7 16,1 2 13-16,1 8-3 0,0 2-4 0,0 3-2 16,0 3-22-16,0 2-2 0,2 0 0 0,0-1-2 15,2-1-3-15,0-4-1 0,3 0 1 0,0-4-2 16,1-5-3-16,2-7-2 0,-1-5 2 0,3-5-3 15,-1-2-5-15,1-4-56 0,-2-1-25 0,1-2-23 16,2-5-193-16,-1 0-226 0</inkml:trace>
  <inkml:trace contextRef="#ctx0" brushRef="#br0" timeOffset="6297.01">2943 1739 2249 0,'0'0'68'0,"0"0"-1"16,0-1-33-16,0 1 85 0,0-1-13 0,0 1 33 15,-1 0-51-15,1 0-26 0,-1 0-6 0,-7 15-8 16,8-2-22-16,-1 2 21 0,1 3-3 0,0 3 11 15,0 2 12-15,0 3-4 0,0 1 0 0,-1 4-3 16,-1 2-15-16,0 4-4 0,-1 0-4 0,1 1 0 16,-1 0-12-16,-2 2-14 0,0 0 4 0,0-2-8 15,1-3 4-15,0-7-7 0,2-4 4 0,-1-4-5 0,1-2-3 16,1-4-79-16,0-3-10 16,0-4-33-16,1-7-115 0,0 0-55 0,0 0-25 15,0 0-18-15,0 0-168 0</inkml:trace>
  <inkml:trace contextRef="#ctx0" brushRef="#br0" timeOffset="6802.61">2940 1694 1929 0,'1'-13'62'0,"2"3"-11"16,-1 4 58-16,-2 6 61 0,0-1-1 0,0 1 13 0,0-1-56 16,0 1-54-16,7-17 0 0,-7 17-20 0,0 0-20 15,0 0-7-15,0 0 3 0,18 2-1 0,-18-2 11 16,0 0-6-16,19 8-1 15,-12-4-2-15,2 1 5 0,1-1-4 0,1 2 4 16,0 0-4-16,-3 0 5 0,1 4 1 0,-2-2 1 0,-1 1 0 16,-1 1 2-16,-2 1-7 0,-2 2-1 0,-2 1-3 15,-1 1-6-15,-3 0-9 0,0 2 1 0,-4-1-4 16,0 1-6-16,-2-1-3 0,0-1 1 0,0 1-2 16,0-2 2-16,0 1-1 0,2 0 1 15,-2-2-1-15,2 0 0 0,0-2 1 0,0-1-1 16,1-1 1-16,0 0 3 0,2-2-6 0,0-2 1 15,1 0-4-15,5-5 4 0,0 0-8 0,0 1 1 0,0-1-5 16,0 1-13-16,0-1 2 0,1 1-1 0,17 7 2 16,-8-11 12-16,2-1 5 0,2-2 0 0,2-1 1 15,3-1-2-15,2 0 8 0,1 0-3 0,3 0 3 16,-2 1-9-16,-1 1 7 0,-1 2 2 0,-3 2 1 16,-2 2-2-16,-3 2 15 0,-2 1-5 0,-3 1 9 15,-3 3-3-15,0 1 1 0,-2 2-1 0,-1 1 2 0,0 2 4 16,-4 1-2-16,-1 2-2 15,-4 0 1-15,0 1 0 0,-3 2-7 0,-1 1 7 16,-4 3-7-16,0 1 2 0,-3 2-3 0,0-1-5 0,-1-1 3 16,-1-1-9-16,0-3 7 0,2-2-4 0,1-4 4 15,2 0-6-15,2-3-37 0,1 0-11 0,0-2-19 0,2-4-131 16,1-3-142-16,0 0-33 16,3-2-76-16,1-1-509 0</inkml:trace>
  <inkml:trace contextRef="#ctx0" brushRef="#br0" timeOffset="7716.78">3110 1622 2603 0,'-12'-5'70'0,"3"3"-48"0,1 1 7 16,0 3 7-16,-1 3-4 0,1 3-2 0,-1 2 2 0,0 4-5 15,-1 3-15-15,-9 0-14 0,6 9 0 0,0 8-4 16,-1 4 16-16,1 3-3 15,1 2 2-15,1 2-3 0,1 2 3 0,3-1-10 0,0 1 2 0,4-2-4 16,0-1 8-16,3-2-1 16,2-3-1-16,2-9 0 0,1-5-3 0,2-6-6 0,0-5 4 15,2-3-5-15,1-3 0 0,-1-6 7 0,3 0 4 0,1-5 13 16,0-5 105-16,4-4 6 0,0-5 5 16,2-7-12-16,3-4-54 0,0-5-18 0,0-5 2 15,-1 0-9-15,-4-2 1 0,-3-1 5 0,-2 0-4 0,-6-2 3 16,-1 3-5-16,-7 3-8 0,-2 3 1 0,-3 6-5 15,0 4-17-15,-3 8-17 0,2 4-1 0,-3 7-6 16,-1 3-5-16,-1 5-8 0,-3 5-3 0,-1 6 0 16,-1 4 3-16,-2 3 12 0,3 4 1 0,0 1 3 15,3 3-1-15,2 3 2 0,2 0 1 0,1 1 0 16,3-2 6-16,1-3-1 0,1-3 1 0,3-4-2 16,1-2-5-16,1-2 7 0,2-3-7 0,2-3 7 15,1-2-10-15,1-4 7 0,1-1-3 0,0-4 4 16,2 0 2-16,2-5-150 0,1 0-62 0,4-4-60 15,0-2-414-15</inkml:trace>
  <inkml:trace contextRef="#ctx0" brushRef="#br0" timeOffset="8234.06">3737 1686 1170 0,'0'0'1283'0,"-1"0"-1009"0,1 0-335 0,0 1 0 16,-14 16 62-16,14-17 73 0,-9 16 13 0,4-5 12 15,-2 0-3-15,0 1-17 0,-1 2-6 16,-2 2-4-16,3 0-14 0,-1 3 8 0,1 1-1 0,-2 2 3 16,0 2-4-16,-2 3-1 0,0 3 0 0,-1 3-1 15,0 1-10-15,-1-2-26 0,0 1 0 0,-1-2-8 16,1 1-5-16,-2 2-3 0,0-3 0 0,0-2-1 15,1-2-1-15,1-4-3 0,1-5 0 0,4-4-4 16,0-2-50-16,1-4-93 16,3-1-4-16,4-7-33 0,0 0-50 0,0 0-14 0,-8-5-21 15,10-8 0-15,2-4-88 0,3-7 169 0,1-3 4 16,3-7 75-16,0-3 126 0,2-4 20 0,0-4-1 0,-1-2 8 16,2-1 17-16,2 1 16 0,1 2 4 0,3 7 3 15,-2 3 11-15,-1 8-14 0,-1 3-2 0,-3 5-5 16,-2 3-14-16,-2 3 26 0,-2 3 2 0,-2 5 9 15,-5 5 8-15,0 0-25 0,0 0-8 16,0 0-7-16,1 0-24 0,16 8-1 0,-14 2 1 0,1 4 0 16,0 1 20-16,-1 4 13 0,2 2 0 0,0 3 2 15,0 1-10-15,0 2-21 0,0 2 1 0,-1 4-9 16,-1 3-18-16,0 0-7 0,1 0-1 0,-1-1-1 16,-1-1-6-16,0-2 1 0,0-1-5 0,1-3 3 15,0-3 3-15,0-6-3 0,0-2-4 0,-1-4-5 16,0-3-65-16,-1-3-90 0,-1-7-15 0,0 1-30 15,0-1-98-15,0 0-78 0,0 1-80 16</inkml:trace>
  <inkml:trace contextRef="#ctx0" brushRef="#br0" timeOffset="8416.53">3571 2031 1773 0,'0'0'284'0,"0"0"-63"0,0 0 94 0,0 0-277 16,0 1 7-16,0-1 60 0,0 1 3 0,1 15 16 15,-1-16-12-15,0 0-53 0,1 1-1 0,18 10-19 16,-19-11-19-16,1 0-14 0,20 4 4 0,-20-4-7 16,15 4-1-16,-7-3 2 0,0 3-3 0,1-4 3 15,0-2 3-15,2 1-37 16,1-3-17-16,0 2-17 0,1-2-132 0,2-3-69 0,0-2-33 16,2-2-29-16,2-1-289 0</inkml:trace>
  <inkml:trace contextRef="#ctx0" brushRef="#br0" timeOffset="8681.11">4025 1710 1654 0,'0'0'267'15,"0"0"-13"-15,0-1 79 0,-1 1-211 0,0-1 42 16,-15-11 1-16,16 12 0 0,0 0-8 0,0 0-49 16,-1 0-44-1,1 0 2-15,-1 0-18 0,1 0-13 0,-6 17 2 0,7-8 5 16,0 4-1-16,1 2 11 0,-1 4-4 0,0 3-1 15,1 5 0-15,-1 0-6 0,1 3-12 0,-1 3-2 16,-1 3-4-16,1 4-8 0,0-2-8 0,-1 0 1 16,2-1-4-16,-2-1 1 0,2 0 0 0,-1 2 1 15,1-2-1-15,-1-4-5 0,1-3 1 0,-2-2 0 16,0-4 0-16,0-1-6 0,0-3-47 0,-1-3-9 0,0-4-20 16,1-2-103-16,0-10-108 0,0 0-40 0,0 0-34 15,0 0-234-15</inkml:trace>
  <inkml:trace contextRef="#ctx0" brushRef="#br0" timeOffset="9378.6">4297 1816 2877 0,'-1'5'65'0,"2"2"-25"0,-1 0-13 0,0 2 91 0,2 3 0 0,-2 0 25 16,1 2-37-16,-2 4-32 0,0 1-4 16,-1 6-12-16,0 3-38 0,0 1-3 0,-1 2-7 15,1-2 3-15,-2 1-4 0,0-1-5 0,-1 0 4 0,1 0-6 16,0-2 3-16,2-4-3 0,0-2 3 16,0-7-5-16,1-3-35 0,1-11-55 0,0 0-1 0,0 1-17 15,0-1-11-15,0 0-14 0,0 0-8 0,5-8-4 16,-3-5-52-16,1-4 1 0,-1-2-4 0,-1-3 11 15,2-2 50-15,-3-2 79 0,1-1 4 16,-1-3 27-16,-1-2 30 0,1-1 3 0,-1 0 9 16,2 4-4-16,3 0 31 0,-1 8 37 0,1 3 12 15,-1 5 12-15,1 5 51 0,0 2-40 0,-1 1 8 0,-3 5-19 16,0 0 8-16,1 0-17 0,-1-1-5 0,17-6-5 16,-17 7-25-16,0 0-13 0,1 0-2 0,15 5-3 15,-8-5 4-15,0 1 4 0,2 0 1 0,0 3-1 16,0-3-10-16,-1 0 1 0,1 1-2 0,-1 1 2 15,-1 0-6-15,0 1-9 0,-2 0-4 16,0 0-2-16,-2 2-16 0,0-2 5 0,-2 3 0 16,-2-1 2-16,0 0 0 0,-2 3-4 0,-1-2-2 15,-2 1-1-15,0 1-7 0,-1-2-2 0,-2 2 0 0,-1-1 0 16,-1 1-4-16,-2 0-7 0,1 0-3 0,-3 0-1 16,1 0-1-16,-1-1 9 0,2 3 6 0,2-3-1 15,-1 0 13-15,5-3-5 0,0 0-3 0,6-5-2 16,0 0 3-16,0 0-14 0,0 0 10 0,0 1-11 15,0-1 5-15,0 1 17 0,0-1 0 0,19 8 10 16,-9-11 18-16,4 1-4 0,2-3-2 0,3 0 0 16,0-1-9-16,3 0-8 0,-2 0 2 0,0 1-4 15,0 1-2-15,-2 3-2 16,-3 1-1-16,-1 1-1 0,-3 2 2 0,-2 0 4 0,0 2-2 0,-3 0 2 16,1 0-4-16,-2 2 3 0,-1-1 0 0,-1 1 3 15,-2 2 12-15,-4 2-7 0,-1 0 3 0,-3 2-5 0,-1 1 3 16,-2 2-8-16,-1-1 6 15,0 3-7-15,-2-1 2 0,-3 0-2 0,1-1-5 16,-2-1 2-16,0-2-3 0,0-3-40 0,1 0-3 16,1-4-16-16,0-1-31 0,0-3-63 0,3-3-8 15,0 0-31-15,2-1-117 0</inkml:trace>
  <inkml:trace contextRef="#ctx0" brushRef="#br0" timeOffset="9626.28">4597 1623 1876 0,'14'-1'53'0,"-2"0"126"0,-2 2-32 16,-1 4 63-16,-3 0-65 0,-1 3-22 0,0 2-3 15,-2 3-5-15,1 1-4 0,-1 4-14 0,0 2 2 16,0 0-5-16,0 3-6 0,0 0-9 0,0 2-8 16,2-1 1-16,0 0-29 0,0 1-18 0,0 0 0 0,-2 2-7 15,1 2-6-15,-1 1-3 0,1 1 0 0,-1-1-2 16,-2-1-3-16,0 1 5 0,-2 1-2 0,1 3 4 15,-2 2 2-15,-3-2-8 0,1-2 3 16,-3-1-5-16,0 0 3 0,-3-2-13 0,0 2-14 16,-1-3-7-16,1-3-100 0,-1-3-204 0,1-4-29 0,0-3 42 15,-1 0 1033-15</inkml:trace>
  <inkml:trace contextRef="#ctx0" brushRef="#br0" timeOffset="9875.74">5036 1868 3100 0,'0'0'72'16,"0"1"-74"-16,0-1-39 0,1 20 63 0,-1-19-2 16,2 16 29-16,-2-8 28 0,0 0-9 0,1 0-10 15,1-3 1-15,0 1-37 0,2-2-8 0,1 1-4 16,2-2-1-16,0 0-12 0,3-2 7 0,1 0 1 15,0 0 4-15,3-2 4 0,0 0 0 0,-1-2 2 16,1 0-3-16,0 1 2 0,-1-2-9 0,0 0-3 16,2-1-7-16,0 2-65 0,-2-2-92 0,0 1-28 0,-4 1-32 15,-1-1-204-15</inkml:trace>
  <inkml:trace contextRef="#ctx0" brushRef="#br0" timeOffset="10056.37">4986 2210 2352 0,'1'8'98'0,"2"-1"133"0,3 0-224 0,4-1 99 0,3-1-12 0,3-1 41 15,1 0-18-15,1-3-41 0,1-1-4 0,-1-1-13 16,0 0-24-16,-1-2-17 0,0-1 1 0,-3-1-11 16,3-1-42-16,2 0-80 0,3 0-22 0,3-2-26 15,-1-1-132-15,-1 0-289 0</inkml:trace>
  <inkml:trace contextRef="#ctx0" brushRef="#br0" timeOffset="10415.7">6331 1136 3433 0,'-1'22'18'0,"-2"2"-9"0,1 1 21 0,-2 2-7 0,0 2 3 0,-2 3-7 0,1 7-14 0,0 2 4 0,-1 0-1 0,1 5 1 16,-2-4-3-16,1-2 0 0,2-1-3 0,-3-6 0 16,4-3 0-16,-1-6 1 0,1 0 6 0,1-4-4 15,0-3 0-15,-1-4-71 0,2-2-13 0,1-4-28 16,0-7-100-16,0 0-29 0,0 1-16 0,0-1-5 16,0 0-81-16</inkml:trace>
  <inkml:trace contextRef="#ctx0" brushRef="#br0" timeOffset="10699.12">6268 1120 2067 0,'0'0'155'0,"0"0"-94"15,0-1 12-15,0 1-32 0,-1 0 50 0,0-1-29 16,1 1-2-16,0 0-12 0,-1 0-29 0,1 0-9 16,0 0-4-16,10-2 0 15,2 3-4-15,3 0 0 0,2 0 2 0,3-1-1 16,1 1 10-16,2 0 16 0,0 1 0 0,-2 0 6 15,0 1 7-15,-2 1 4 0,-1 1 1 0,-3 0 1 16,-2 2 8-16,-1 1-2 0,-3 0 3 0,-2 1-3 16,-1 0-2-16,-5 0-22 0,-1 2 5 0,-2-1-8 0,-3 1 14 0,-2 2-7 15,-2 0-3-15,-2 3-2 16,0 2-17-16,-2-1-9 0,-1 0 2 0,0-2-5 0,-1 0-2 16,-1-2-13-16,0 0-1 0,-2-2-6 15,1 0-14-15,2-1-80 0,0-1-2 0,1-2-36 0,3-1-89 16,3 0-111-16,7-6-46 0</inkml:trace>
  <inkml:trace contextRef="#ctx0" brushRef="#br0" timeOffset="10930.95">6762 1081 2045 0,'9'-5'71'0,"-1"0"-23"0,-3 2 31 0,-5 3-6 0,0 0 157 16,0 0-94-16,0 0-2 0,-6 4-40 0,-3 3-59 15,-2 3 8-15,-1 1-4 0,0 3 6 0,0 2-10 0,1 2-2 16,-1 2-3-16,1 2 1 0,-1 2 2 0,1 5-4 16,-1 3 6-16,1 5-6 15,1 1 3-15,0 1-6 0,2 0-5 0,1-1 0 16,1 2-12-16,2-2-4 0,1-3 2 0,3-6-2 0,1-5-3 16,3-7-97-16,1-3-7 0,1-2-44 0,2-2-109 15,0-2-142-15,2-3-36 0</inkml:trace>
  <inkml:trace contextRef="#ctx0" brushRef="#br0" timeOffset="11263.14">7302 1139 1674 0,'-7'2'270'0,"2"0"1079"0,-1 1-1473 15,0 1 111-15,3 0-33 0,-3 3 71 16,1 0 16-16,-2 1-19 0,0-1-3 0,-1 3-4 0,1 0-3 16,-1 0 10-16,0 2 1 0,-1-1 2 15,-1 1-13-15,0 3-5 0,1 2 0 0,-2 5 1 16,1 0 18-16,-3 1-1 0,-1 1 1 0,0 1-2 15,-2-1-14-15,0 2-2 0,-1 0 2 0,0-1-2 0,2-1 3 0,-1-3-11 16,1-2-1-16,2-4-6 0,1-4-43 0,2-1-105 16,1-4-2-16,3-3-39 0,6-3-44 0,0 0-112 15,-1 0-49-15</inkml:trace>
  <inkml:trace contextRef="#ctx0" brushRef="#br0" timeOffset="11516.43">7200 1103 1494 0,'15'-13'353'0,"0"0"-254"0,-3 3-25 0,0 3-33 0,-2 1 134 16,-2 3-47-16,-2 2 5 0,-6 1-24 16,0 0-40-16,2 0-31 0,15 14-1 0,-13-4-8 0,0 1 16 15,-1 3 5-15,1 2 7 0,-2 2-3 16,3 3 2-16,-2 1-6 0,1 1-1 0,0 1-2 0,-2 1-12 0,2 3-14 16,-1 3-2-16,-2 0-4 0,1-1-4 0,0-1-2 15,-1-4 3-15,1 0-4 16,-1-1-4-16,0-1 1 0,1-1-4 0,-1-3 1 15,1-3-12-15,-1-2-93 0,-1-4-6 0,1-2-39 16,-1-8-100-16,0 1-34 0,0-1-19 0,0 1-16 16,0-1-181-16</inkml:trace>
  <inkml:trace contextRef="#ctx0" brushRef="#br0" timeOffset="11684.09">7083 1403 2436 0,'0'0'2'0,"0"0"92"0,0 0-12 0,0 0 47 0,0 1 8 16,-5 15-55-16,5-16-3 0,0 0-18 0,1 0-15 16,20 8-14-16,-10-4 1 0,1-2-6 0,0-2-6 15,2 1-9-15,1-2-1 0,0 0-3 16,0 2 4-16,1-1-1 0,-3 0 3 0,2-1-3 0,-2 0-5 0,0-1-125 16,-1 0-14-16,0 2-55 0,-1-1-171 15</inkml:trace>
  <inkml:trace contextRef="#ctx0" brushRef="#br0" timeOffset="12647.52">7564 1640 1706 0,'-1'-7'96'0,"0"0"20"0,0-3 10 0,1 0 11 0,1-3 58 0,1-2-58 15,0-1-4-15,2-3-21 0,0-1-35 16,1-3 12-16,0-1-4 0,0 0 6 16,1-3-8-16,0-2-9 0,0 0-7 0,0-2-1 15,-2 0-24-15,2 1-6 0,1 5-1 0,-1 3-4 0,1 3-8 16,-1 3-6-16,-2 2 3 0,0 1-4 0,0 0 3 0,-1 3-7 15,1 0-3-15,-1 2-1 16,2 2-8-16,-1 0-1 0,0 1-1 0,1 1 0 16,2 1-11-16,-2 2-5 0,2 1 2 0,-1 1-3 15,1 3-11-15,0 2 10 0,1 3-2 0,-1 0 6 16,1 3 8-16,0 1 6 0,-1 2-1 0,0 3 3 16,0-1 1-16,1 0 3 0,-2 3 2 0,1 1-2 0,0 3-2 15,-1 3 5-15,-1 1-3 0,0-2 4 16,0 2 1-16,1-5-2 0,-1-1 1 0,-1 0-1 0,1-2-1 15,-1 0-2-15,1 0 1 0,-2-3 0 16,1-1 1-16,-3-2 3 0,2-2-2 0,1-2 2 0,-3-2 5 16,-1-8-14-16,0 0-10 0,0 1-10 15,5 15-105-15,-5-16-100 0,0 0-22 0,0 0-33 16,0 0-149-16</inkml:trace>
  <inkml:trace contextRef="#ctx0" brushRef="#br0" timeOffset="13425.72">8140 1155 3314 0,'0'0'-152'0,"0"0"60"0,0 1-18 0,-7 18 54 0,7-19 92 15,-1 16-6-15,1-6-7 0,0 1 0 16,0 1-20-16,0 2 14 0,2 2 3 0,0 4 4 0,-1 0 7 16,0 2-12-16,1 1 1 0,-1 1-3 0,0 0 17 15,-1 0-7-15,0-2 0 0,-2 0-4 0,1-1-7 16,-1-2-1-16,1-3 2 0,1-1 0 0,-2-4 2 0,2-3 2 16,0-8-17-16,0 1 3 0,0-1-74 0,0 1-28 15,0-1-8-15,0 1-9 0,0-1-39 0,2-5-72 16,-1-5-7-16,1-4-24 0,1-2-32 0,0-4 27 15,-1-1-6-15,-1-1 4 0,0-3-72 0,-1 0 149 16,-1-3 13-16,-1-3 72 16,1 0 222-16,-1 2 117 0,1 4-5 0,1 6 40 15,0 4-18-15,0 3-67 0,0 3 4 0,2 1-30 16,-1 2-30-16,-1 6-23 0,0 0-7 0,0-1-5 0,1 1-25 0,0-1-10 16,-1 1-5-16,18-17 0 0,-18 17-9 0,1 0-6 15,17-3 4-15,-18 3-7 0,16-1-3 0,-6 1-7 16,-1 0 2-16,2 1-3 0,1 1 7 15,0 1-8-15,-2 1 4 0,1-1-6 0,-1 1 8 0,-1 1-7 16,0 2 2-16,0 0-6 0,0 0-4 0,-1-1-6 16,-1-1 0-16,-3 2-1 0,0-2 5 0,-4-5 0 15,0 1 2-15,0-1-2 0,1 22-10 0,-1-22-5 16,-8 14-1-16,1-6-1 0,-1-1-3 0,0 1-3 16,-3 1 4-16,0 0-3 0,0-2 4 0,-1 1-8 15,0 0-6-15,-1-1-1 0,1 2-5 0,0-1 16 16,-1 0 1-16,3-2 3 0,-1 0-1 0,2-2 4 15,1 0-1-15,1-2 4 0,7-2-2 0,0 0-10 16,0 0-5-16,-1 0-3 16,1 0-3-16,0 0 16 0,0 0-3 0,0 0 5 15,14 0-2-15,-4-1 5 0,1 0 4 0,1 0 0 16,0-1-4-16,2 1-3 0,0 0 0 0,1 0 0 0,1 1 0 16,-1 0 7-16,0 1-6 0,-1 1 5 0,0 1-6 0,-2 1-1 15,-2 1 0-15,0 1 0 0,-3 0 0 0,-2 0-2 16,0 1 1-16,-2 2-1 0,-2-1 4 0,0 0 8 15,-2 1 1-15,-1 0 1 0,-1 2-3 0,-1 0 3 16,-2 2-4-16,0 1 3 0,-3-2-1 0,0 1-5 16,0-1 2-16,-2 0-4 15,0 0-1-15,0-3-5 0,2 1 1 0,-1-3-4 16,1-1-1-16,1-2-85 0,-1-1 7 0,1-2-38 0,-1-1-28 16,0-1-46-16,1-2-10 0,2 0-32 0,0-4-235 0</inkml:trace>
  <inkml:trace contextRef="#ctx0" brushRef="#br0" timeOffset="13711.47">8617 1077 2424 0,'0'0'42'0,"1"0"-83"15,-1 1 27-15,18 17-27 0,-13-10 167 0,1 2-26 16,-2 0 13-16,0 2-21 0,1-1-5 0,-1 4-14 15,0-1 0-15,1 1-6 0,0 2-22 0,-1-3 3 16,1 4-3-16,-1 0 3 0,1 2-4 0,-1 2-15 16,-2 0 3-16,1 1-7 0,0 2-3 0,-3-2 1 15,1 0 3-15,-2 0-1 0,-1 1-8 0,-1 2 1 16,1 4-8-16,1-1 5 0,-4 1-11 0,1-1 1 16,-1-1 2-16,-2-1-1 15,0 0-3-15,-2 0-3 0,-1 1-3 0,0-1-4 16,-1-2-40-16,-2-3-75 0,-1-3-55 0,-2-3-22 0,-2 0-313 15</inkml:trace>
  <inkml:trace contextRef="#ctx0" brushRef="#br0" timeOffset="14409.82">6060 2017 3121 0,'0'0'45'0,"-1"0"-8"0,1 0-21 15,-1-1-40-15,1 1-5 0,0-1 13 0,0 1-4 16,0-1 52-16,0 1-11 0,0-1 0 0,1 1-7 16,-1 0-11-16,25-11 2 0,-12 11 1 0,2-1 0 15,4-1-2-15,1 0-3 0,2-1 5 0,3 1-3 0,3-1 9 16,-1 0 2-16,5 0 2 0,1 0 0 0,4-1 3 15,1 0-3-15,2 1-2 0,-1-1-1 0,2 1-6 16,3-1 0-16,2 1-1 0,0 0 1 0,2 0-1 16,3 0 4-16,0 0-2 0,3-1 2 15,0 1 6-15,3 1-4 0,1 0 4 0,2 0-4 16,1 0 8-16,1-2 2 0,1 2 0 0,0 0 1 16,1 0-6-16,1 0 3 0,-1 0-6 0,4 2 5 15,-1 0-7-15,-3-1 3 0,2 1-2 0,-1-2 3 16,-1 2 7-16,0-1-2 0,-1 1 6 0,-1 1-7 15,-3 0-7-15,-1 0-5 0,0-1-1 0,-5 1 0 16,-1-2-1-16,-3 1 0 0,-4-1-1 0,-2 1 0 16,-3-1 0-16,-3 1 0 0,-5 0 2 0,-6 0-2 0,-2 0-2 15,-7 0 3-15,-1 0-15 0,-4 0 3 0,-2 1-83 16,-3-1-93-16,-7 0-9 0,0 0-39 0,0 0-127 16,0 0-268-16</inkml:trace>
  <inkml:trace contextRef="#ctx0" brushRef="#br0" timeOffset="14891.59">6753 2066 2517 0,'-9'1'101'0,"3"0"-54"15,-2 1 0-15,4 1-21 0,-1 1-26 0,-1 0 13 16,3 1 7-16,-3 1-1 0,3 0 22 0,-5-3-3 16,5 6-3-16,0 1-2 0,2 3-11 15,0 3 13-15,-1 2-4 0,2 4 6 16,-1 2-9-16,1 4 16 0,0 1-2 0,-2 1 6 0,2 1 2 16,-2 4-12-16,1 3 0 0,0 3-5 0,-1-2-9 15,1 1-10-15,0-1 6 0,-1 1-8 0,1 0 0 16,1-5-1-16,0-2-5 0,0-4 4 0,0-1-1 0,-1-1-3 15,0-1 5-15,-1-3-5 0,0-2 3 0,1-5-9 16,-1-1-12-16,-1-4-1 16,1-2-53-16,-1-2-43 0,3-7-3 0,0 0-16 0,0 0-36 15,-1 0-85-15,0 0 10 0,-14-3-68 0,10-7-331 16</inkml:trace>
  <inkml:trace contextRef="#ctx0" brushRef="#br0" timeOffset="15197.1">6674 2014 2143 0,'0'0'53'0,"0"0"-10"15,0 0-3-15,-2 0 6 0,2 0 27 0,-1 0-31 0,1 0-2 16,0 0-10-16,0 1-15 16,0-1-2-16,16 16-2 0,-7-12 3 15,4 0 1-15,0 1 0 0,4 0 3 0,2-1-1 16,2-1 9-16,2 1 23 0,0 1-8 0,-1 0 13 0,0 1-6 15,-3-1-16-15,1 1 6 0,-4 0-7 0,-2 0 20 0,-3 1 8 16,-2 1-7-16,-3-1 6 0,-1 1-13 0,-1 2-9 16,-3 1-3-16,-2 3-3 0,-4 0-3 0,-2 1-7 15,-3 2 3-15,-2 2-7 0,0 1-14 0,-4-1 2 16,0 1-1-16,-1-2 2 16,-3 0 1-16,1-1-20 0,-1 0 4 0,0-1-12 0,-2-2-6 15,3 0-68-15,0-3-21 0,1-1-25 0,4-3-138 16,1-1-172-16</inkml:trace>
  <inkml:trace contextRef="#ctx0" brushRef="#br0" timeOffset="15524.79">7542 2039 2746 0,'0'0'112'0,"0"0"203"0,-1 0-364 0,1 1 26 0,0-1 2 16,-17 18 10-16,11-12 26 0,-2 2 37 15,-2 1-10-15,-1 2 16 0,-2 0-40 0,-1 3 3 16,0 1 2-16,0 3 2 0,-1 2 9 16,0 1-20-16,2 3-5 0,-1 0-4 0,1 2-3 15,1 1 2-15,-1 1 1 0,1 5 0 0,-1 2 0 16,2 6-2-16,1-1-1 0,2 3 0 0,1 1-1 0,3 2-1 15,2 0 1-15,2-3-1 0,0 0-1 0,3-5-3 16,2-1 3-16,2-3-2 0,0-6 5 0,1-6-1 16,1-5-1-16,-1-3-1 0,1-4-37 0,1-4-17 15,0 0-9-15,-1-4-8 16,0-2-108-16,0-3-20 0,1-5-50 0,2-5 3 0,3-3-275 0</inkml:trace>
  <inkml:trace contextRef="#ctx0" brushRef="#br0" timeOffset="15809.81">7793 2129 2756 0,'0'0'0'0,"0"0"41"15,0 0-14-15,0 0 37 0,-1 1 30 0,-15 16-36 16,11-8-1-16,1 2-13 0,-1 1-21 0,1 3-4 15,-1 2-2-15,2 4 1 0,-1 2-6 0,1 0-1 16,1 1-1-16,-1 3 2 0,1 1 19 0,-1 3 13 16,0 2-5-16,0-1 3 15,0-1-25-15,0-2-6 0,0-1 0 0,1-3-3 0,-1 0-4 16,1-5 8-16,-1-3-1 0,2-4 1 0,-1-2-43 0,1-4-86 16,1-7-11-16,0 0-28 0,0 0-58 0,0 0-37 15,0 0-64-15,-5-10 140 0,7-4 1217 0</inkml:trace>
  <inkml:trace contextRef="#ctx0" brushRef="#br0" timeOffset="16297.85">7802 2094 1764 0,'0'0'64'16,"0"0"-12"-16,1 0 16 0,-1 0-2 0,1 0 79 0,-1 0-52 16,17-2-1-16,-17 2-20 0,0 0-21 0,1 0-6 15,18 13 4-15,-11-7-2 0,1-2 19 0,1 0 3 16,1 1 2-16,0-1 0 0,2 2-2 0,0 0 3 15,-1 0 2-15,1 0-1 0,-2-1-2 0,-1 0-23 16,0 0-2-16,-2 1-7 0,-1-1-14 0,-1 1-1 16,-2-1-1-16,-1 1 0 0,-3 0-9 0,0 0 4 15,-2 0-1-15,-1-1 1 0,-1 2-14 0,-2 0-4 16,-1 1-9-16,-3 0 3 0,-1 1-16 0,-1 1 4 16,-2-1-3-16,-2 0 2 15,-1 1-11-15,0-1 14 0,-1 2-2 0,0-1 7 0,2 2 3 0,0-1 6 16,1 1-1-16,0 0 2 0,1-1 0 0,3-1-1 15,0-2 2-15,2 0-1 0,3-2 7 0,3-1-8 16,3-5 0-16,0 0-5 0,0 0-4 0,0 0 0 16,0 0 5-16,17 4 0 15,-7-7 17-15,5 0 4 0,1 0-5 0,1-1 4 0,1 1-5 16,2-1-6-16,1 1 6 0,2 1-6 0,-1-1 9 16,1 2-5-16,-2-1-1 0,-2 2 0 0,-2 1 4 15,-1 1-7-15,-3 1 8 0,-2 1-6 0,1 0 17 0,-5 2 6 16,-1 1-4-16,-1 0 4 0,-1 1-8 0,-1 1 10 15,-1 0-6-15,-1 2 6 0,-3-1-7 0,0 2-6 16,-2-1 1-16,-3 1-5 0,0 3-6 0,-3 0-1 16,-1 3-2-16,-3 2 0 0,-2 0-12 0,-1 1-2 15,-1-1 0-15,-1-1-1 16,0-1-10-16,-1-3-2 0,1-2-16 0,0-2 2 16,1-5-80-16,5 1-45 0,1-5-9 0,4-2-12 15,0 1-42-15,-1-8-488 0</inkml:trace>
  <inkml:trace contextRef="#ctx0" brushRef="#br0" timeOffset="16564">8189 2117 1733 0,'8'0'72'0,"0"2"104"16,1 2-21-16,1 2 46 0,-2 1-60 0,2-1-42 15,0 3 0-15,-1 1-12 16,2 2 18-16,1 1 3 0,0 1-7 0,1 1 4 15,2 2-18-15,-1 0-6 0,-1 2-6 0,0-1-2 16,-3 1-22-16,0 2 2 0,-2 1 1 0,-3 5 1 16,-1 0-2-16,-2 4-17 0,1 1 6 0,-4-2-10 15,0 1-4-15,-1 0-5 0,-2 3-3 0,0 2 1 0,-1 1-8 16,0-3-4-16,-2 1-1 0,-1-1 0 0,-3 1-1 16,-1 0-18-16,-2-1-5 0,-1-4-17 15,-2-3-134-15,2-4-265 0,-2-4-116 0</inkml:trace>
  <inkml:trace contextRef="#ctx0" brushRef="#br0" timeOffset="19822.05">716 3412 698 0,'0'0'323'0,"0"0"163"0,0 0 1 0,0 0-414 0,0 0-38 16,0 0 18-16,0 0 12 0,0 0 3 15,0 0 33-15,1 0-36 0,0 0 3 0,17-1-16 0,-18 1-7 16,0 0-13-16,19 3 6 0,-11-1-8 16,2 0 4-16,-8-7-5 0,9 7 3 0,-1-1-2 0,2 0 5 0,-1 1-5 15,3-1-1-15,1-1-1 16,2 1 2-16,1-1-2 0,1 1-4 0,0 1 2 0,0 0-4 15,1 1-9-15,-3 1 2 0,-1 0-5 0,-1-1-3 0,0 1-3 16,1 0 2-16,-2 0-3 0,2 0 8 0,-1-2-9 16,0 1 3-16,-2 0-4 0,0-1 8 0,-2 0-7 15,0 0-2-15,-2-1 0 16,-1-1 0-16,-2 1 2 0,-6-1 8 0,0 0-7 16,1 0-8-16,0 0-68 0,16-7-11 0,-17 7-25 0,0 0-74 15,0 0-50-15,0-1-1 0,3-15-24 0,-3 16-77 0,0 0-273 16</inkml:trace>
  <inkml:trace contextRef="#ctx0" brushRef="#br0" timeOffset="20073.71">1151 3294 849 0,'-7'-3'513'0,"0"1"-281"0,1 0-37 0,-1 1-65 16,2 0-49-16,-2 1 11 0,2 1 0 0,-1 0 4 16,0 1-3-16,6-2-22 0,0 0 3 0,-1 0-11 15,1 0-24-15,0 0-11 0,-1 1-6 0,1-1 1 16,-2 17-8-16,2-17 4 0,13 8 1 0,-5-5 3 15,3 2 5-15,1-2 11 0,0 1-6 0,1 0 7 16,0-1-18-16,-1 1 3 0,0 1 0 0,0-1 2 0,-2 1 2 16,0 1-5-16,-2 0 1 0,0 1-2 0,-1 0 6 0,-3 0 8 15,-1 3 1-15,-3 0 3 0,-2 0-5 0,0 4-11 16,-4 0-6-16,0 1-1 0,-1 2-2 0,-2 0-4 16,-1-1 1-16,0-2-4 0,0 1-4 15,-2-2-103-15,1-3-31 0,-1 0-51 0,-1-1-316 0</inkml:trace>
  <inkml:trace contextRef="#ctx0" brushRef="#br0" timeOffset="21999.13">2050 3085 2115 0,'0'0'72'0,"0"0"-15"16,0 0 19-16,0 0 21 0,0 0 7 0,0 0 13 16,0 0 3-16,0 0-6 0,0 0-16 0,0 0-26 15,0 0-4-15,0 0-7 0,4 16-13 0,-4-7-16 16,1 2 5-16,-1 3-9 0,0 2-2 0,0 3 6 16,-1 3-2-16,0 4 5 0,-1 4 0 15,0 2-11-15,-3 2 4 0,2 2-6 0,-1 0-8 0,-1-1 1 0,0 1-6 16,1-2 4-16,0-2-4 0,0-5 2 0,0-4 0 15,2-5-1-15,-2-2-7 16,1-5-40-16,0-1-19 0,2 0-17 0,-2-3-142 0,3-7-91 16,0 0-25-16,0 0-31 0,0 0-167 0</inkml:trace>
  <inkml:trace contextRef="#ctx0" brushRef="#br0" timeOffset="22334.45">2045 3120 2215 0,'0'0'344'0,"0"0"-253"0,-1 0-62 15,1 0-17-15,0 0 42 0,0-1 10 0,-1 1 7 16,0-1-3-16,1 1-8 0,0 0-31 0,0-1-3 16,1 1-9-16,0-1-17 0,21-15 2 15,-13 14-2-15,1 1 3 0,0 1 5 0,1 0-2 16,1 2 1-16,1 0-1 0,3 1 6 0,-1 0-5 15,0 0 9-15,1 2-6 0,-3 0 16 0,-1 0 22 16,-2 0-6-16,-2 2 14 0,-2-1 0 0,-1 3-7 16,-3-1 1-16,0 0-5 0,-2 1-15 0,-5 0-4 15,1 2-6-15,-2 2 1 0,-2 1-9 0,0 1 1 0,-1 0 5 16,-2-1-3 0,-2 1 4-16,-1-2-5 0,-1 0-1 0,0-1-1 0,0-1-1 0,1-1-10 15,1-1-8-15,-2-1-7 0,0 0-72 0,0-4-76 0,1 0-23 16,1-1-30-16,2-2-186 0</inkml:trace>
  <inkml:trace contextRef="#ctx0" brushRef="#br0" timeOffset="22700.83">2515 3167 2317 0,'0'0'69'0,"0"0"146"0,0 0-335 0,-1 0 102 0,0 0-7 15,1 0 47-15,0 0 51 0,-21 0 24 0,21 0 1 16,0 0 4-16,0 0-18 0,-17-6 9 0,17 6-6 16,0 0 8-16,-1 0-3 15,-15-7-6-15,16 7 0 0,-1 0-2 0,0 0-3 16,1 0-28-16,-20 0 2 0,20 0-13 0,-1 0-16 0,-15 9-11 15,9-4-4-15,-2 3-2 0,-1 1-9 0,0 6 2 16,0 2 4-16,0 4-1 0,0 1-1 0,2 2-2 16,1 1 1-16,0 0-1 0,2 0 0 0,2-1-2 15,-2 1-2-15,3 1 1 0,1-1 7 0,2-1-9 16,2-2 0-16,1-2-5 0,0-3 1 0,0-4-1 16,1-2-3-16,2-2-1 0,1 0-16 0,2-2-15 0,0 0-11 15,4-4-11-15,-2-2-117 0,2-1-55 0,1-3-24 16,1-1-10-16,0-4-111 15,1-1-440-15</inkml:trace>
  <inkml:trace contextRef="#ctx0" brushRef="#br0" timeOffset="23000.28">2773 3138 1633 0,'0'0'263'0,"0"0"-66"0,0 0 88 0,-1 0-233 16,1 0 71-16,-1 0 30 0,1 0 4 0,-1 0-2 16,1 1-44-16,0-1-33 0,-16 22 1 0,16-22-13 15,-7 16-7-15,4-5-4 0,-2 1 3 0,0 2-4 16,-2 2 2-16,0 2-21 0,0 1 6 0,-2 1-10 16,0 2 6-16,-2-1-10 15,-1 1-1-15,-1 0-4 0,1-1-6 0,0 0-2 0,0 0-1 16,1-1-2-16,0 0-9 0,1-3 1 15,2-2-1-15,2-3-1 0,0-2-20 0,2-2-61 0,0-2-8 16,4-6-25-16,0 0-86 0,-1 0-104 0,1 0-25 16,0 0-37-16,-4-10-157 0</inkml:trace>
  <inkml:trace contextRef="#ctx0" brushRef="#br0" timeOffset="23250.82">2779 3084 2213 0,'0'0'106'0,"0"0"-35"0,0 0-3 0,1 0-3 16,-1 0 36-16,1 0-8 0,15 10 5 0,-16-10-6 16,5 15-4-16,-2-4-18 0,-1 1-1 0,0 1-5 15,-1 1 16-15,0 0-4 0,1 2-1 0,-1 3-4 16,1 2-26-16,1 2-15 0,-1 1 4 0,-1 2-9 16,2 0-11-16,-1-1-5 0,2 0-1 0,-1-2-1 15,0 1 0-15,1-2-3 0,0 0-3 0,0-2 3 16,1-2 0-16,0-2-6 0,0-2-3 15,-2-1-8-15,1-2-62 0,-1-3-88 0,-3-8-8 16,0 1-30-16,0-1-54 0,5 18-59 16,-5-18-36-16,0 0-47 0,0 0-510 0</inkml:trace>
  <inkml:trace contextRef="#ctx0" brushRef="#br0" timeOffset="23448.94">2650 3404 1772 0,'-8'-1'287'0,"2"1"-101"0,6 0 76 0,-1 0-216 16,1 0 30-16,-1 0 32 0,1 0 4 0,0 0 5 16,0 0-17-16,0 0-41 0,0 0 3 0,0-1-18 15,20-7-10-15,-10 6-9 0,1 1-3 0,1-2-4 16,0 0-21-16,-1-1-5 0,1-1 1 16,-1 0-2-16,-1-1-7 0,1 1-9 0,1-1-3 15,1 0-20-15,2 1-209 0,1 0-202 0,3 0-80 0</inkml:trace>
  <inkml:trace contextRef="#ctx0" brushRef="#br0" timeOffset="23891.05">3017 3523 2655 0,'0'0'-19'0,"-1"0"19"0,1 0-6 0,0 0 15 16,-1 0 27-16,1 0 22 0,-4-18 2 0,4 10 4 15,4-2-8-15,0-4 4 0,4-1-2 0,-1-4 2 0,0 0-8 16,1-1-8-16,-1 0 2 0,2-1-5 16,0-2 7-16,0-1 1 0,0-2-1 0,0 1-2 15,0-1-19-15,1 2-14 0,1 2-1 0,-1 1-3 0,1 1 0 16,-2 2-3-16,0-1 1 0,-1 2-2 0,0 2 6 15,0 2-9-15,-1 2 7 0,2 1-7 16,-4 2 8-16,2 2-4 0,0 0 3 0,-1 3-2 16,4 1 11-16,-2 2-9 0,1 1 0 0,-1 1-3 15,1 1-4-15,0 2 10 0,0 1-4 0,1 3 6 16,-2 1-4-16,2 3 9 0,-2 2-4 0,1 2 5 16,-2 2-9-16,-1-1 3 0,0 3 1 0,-1 0 1 15,-1 1 0-15,-1 4 3 0,0 1-1 0,-2 0 0 16,0 2-13-16,1-3 7 0,-2-2-5 15,0-3 6-15,0-3-3 0,0-3-2 0,0 0-2 16,0-2 1-16,0-1 2 0,0-3-4 0,0-1-6 0,0-8-3 16,0 0-42-16,0 1-93 0,0-1-9 0,0 1-41 15,0-1-114-15,0 0-144 0,-5-8-41 0</inkml:trace>
  <inkml:trace contextRef="#ctx0" brushRef="#br0" timeOffset="24158.49">3595 3015 2413 0,'0'0'11'15,"0"0"56"-15,0 0-1 16,9 17 27-16,-9-17 42 0,3 15-1 0,-2-6-4 0,-1 3-2 16,1 2-38-16,-1 1-15 0,0 3-4 0,1 1-3 15,-1-1-6-15,-1 2-20 0,0 2 3 0,-1 4-10 16,1 2-9-16,-2 1-7 0,0 1-6 0,0 0 1 15,-1-2-11-15,1-1 2 0,0-1 4 0,0-2-3 16,1 0-4-16,0-3 3 0,2-2-5 0,0-5 4 16,0-1-8-16,0-4-29 0,0-1-2 0,0-8-14 15,0 0-45-15,0 1-88 0,0-1-4 0,0 1-37 16,0-1-82-16,0 0-46 0,10-7-26 0</inkml:trace>
  <inkml:trace contextRef="#ctx0" brushRef="#br0" timeOffset="24692.58">3624 3090 1937 0,'0'0'106'0,"0"-1"130"0,0 1-128 0,0 0 3 0,0-1-1 0,0 1 0 16,0-1-19-16,0 1-18 0,1-1-6 0,-1 1-4 16,17-15-26-16,-17 15-2 0,0 0 2 0,0 0-3 15,24 4 9-15,-16-3-8 0,2 3 2 16,1-1-4-16,0 1 4 0,-1 1-4 0,1 0 5 0,1 1-5 15,0 0 2-15,-1 1-7 0,-2-1 2 0,1 2-2 16,-2 1 8-16,-1-1-3 0,-2 0-1 0,-1-1-1 16,-1 2-5-16,-3-2-7 0,0 1 2 0,-1 2-2 15,-3-1 10-15,-1 3-8 0,-2 1 7 0,-1-1-8 16,-2 1 1-16,-1-1-10 0,-2 0 5 0,1-1-6 16,-1 0 5-16,-2-1-15 0,0-1-2 0,0 0-3 15,2-2-3-15,1 0-7 0,2-1 7 0,0-2-6 16,2 1 7-16,1-3-12 0,0-1 0 0,1 0-3 15,6-1 9-15,0 0-13 0,0 0 2 0,0 0-9 16,-1 0-29-16,0 0 2 0,1 0-5 0,0 0 8 16,0-1 9-16,1 1 14 0,14-14-3 0,-6 11 8 0,0-1 15 15,3 1 17-15,0-1 0 0,2 1 7 0,2-1-5 16,1 2 2-16,0-1-1 0,2 2 2 0,-2 0-1 16,-1 1 1-16,1 2 5 0,-4-1-2 15,0 2 9-15,-3 2 5 0,0-1-3 0,-1 3 5 16,0 0 2-16,-2 1-1 0,-2 1 4 0,-2-2-3 0,-1 0 6 15,-1 1-7-15,0 0 5 0,-3 1-3 0,-1 2 11 16,-1 1 1-16,-2 2-1 0,-1-1 0 0,-3 2-8 16,-2 0-9-16,-1 0-3 15,-3 0-3-15,-1-1-14 0,0 0 4 0,-1 0-4 16,0-2 2-16,1-1-17 0,2-3-33 0,0 0-6 16,2-4-13-16,2 0-49 0,0-1-39 0,0-3-3 0,4 1-17 15,-1-2-75-15,2-5-266 0,0-2-123 16</inkml:trace>
  <inkml:trace contextRef="#ctx0" brushRef="#br0" timeOffset="24995.47">3927 2894 2301 0,'0'0'83'0,"0"0"71"0,0 1-155 0,1-1 83 15,12 18-4-15,-13-18 38 0,8 14 29 0,-4-6-9 16,1 3-13-16,0 0-3 0,1 2-67 0,0 1-2 16,0 0-9-16,2 3 3 0,-1-1-19 0,0 2 1 15,1 1 1-15,-1 2 0 0,1 0-5 16,1 1 9-16,-1-1-2 0,0 2 4 0,-1 0-6 0,1 2 8 16,-1 2-5-16,-2 0 5 0,1 2-11 0,0-1-8 15,-2-1 0-15,-1 1-2 0,0 1-5 0,-2 2 4 16,-1 2-5-16,-1 1 5 0,0-1 0 0,-2-2-6 15,-3 1 3-15,0 1-4 0,-3 1-3 0,-1 1-4 16,-3-4-17-16,-1-3-2 0,-1-3-116 0,-2-1-239 16,1-4-106-16</inkml:trace>
  <inkml:trace contextRef="#ctx0" brushRef="#br0" timeOffset="25819.06">4488 3120 2499 0,'-7'1'71'15,"7"-1"-49"-15,0 0 7 0,0 0 12 0,-1 0 1 0,1 0 55 16,-1 1-4-16,1-1 10 0,0 0-37 0,5 12-37 15,5-11 2-15,3-1-11 0,1-1 22 0,1 0 2 16,2 0 2-16,2-1-2 0,0-1-4 0,2 0-13 16,-1 1-2-16,-2-1-4 0,2 2-10 0,-4-2-5 15,1 3 2-15,-4-1-3 0,0 0 3 0,-2 1-6 16,-1-1 0-16,-1 0-2 0,0 0 3 0,-2 0-21 16,1 0-24-16,-8 1-10 0,0 0-155 0,0 0-71 15,0 0-16-15,1 0-27 0,0 0-148 0</inkml:trace>
  <inkml:trace contextRef="#ctx0" brushRef="#br0" timeOffset="26016.95">4468 3254 2267 0,'0'0'48'0,"0"0"20"16,0 0 3-16,0 1 13 0,0-1 48 0,0 0 1 15,16 18-13-15,-4-16 6 0,-2-1-46 0,5 0 2 16,2 0 1-16,4-1 0 0,1 0-10 0,3-1-24 15,-3 0-9-15,-1 1-4 0,-1 0-29 0,-2 0 0 16,-2 0-2-16,-2 0 0 0,0 1-2 0,-2 0-4 16,-1 0-24-16,0 0-6 15,1-1-190-15,-2 1-213 0,3-1-32 0</inkml:trace>
  <inkml:trace contextRef="#ctx0" brushRef="#br0" timeOffset="26896.51">5217 2901 2222 0,'-1'1'57'0,"1"-1"20"0,0 0 6 0,0 0 0 0,0 0 20 16,0 19 1-16,2-9-4 16,-1-1-19-16,-6 1 2 0,5 4-1 0,0 4 3 15,0 3 11-15,0 2-14 0,-3 2-5 0,0 5-5 16,0 1-23-16,-1 2-21 0,-1 3 2 0,-1 5-10 0,0 0-6 15,-2 4-4-15,1-3-3 0,1-2 0 16,-1-1-5-16,1-2 7 0,0-1-4 0,1-7 2 0,0-3-15 0,2-6-41 16,-1-3-5-16,1-3-18 0,-1-2-69 15,2-2-57-15,-1-1-17 0,3-9-21 16,0 0-121-16,0 1-239 0</inkml:trace>
  <inkml:trace contextRef="#ctx0" brushRef="#br0" timeOffset="27229.59">5104 2966 1989 0,'-1'-6'85'0,"1"-1"139"0,1 0-223 0,1 2 70 16,1-1-2-16,-1 2 27 0,2 0 6 0,-4 4-39 16,0 0 1-16,0 0-16 0,17-6-26 0,-17 6 10 15,1 0-7-15,22 3 9 0,-13-1-2 0,0-2-7 16,1 1 4-16,2 2-5 15,1-1-2-15,3 2-11 0,1 2 4 0,1-1-5 16,-2 0 5-16,0 1 13 0,-1-1 3 0,0 2 6 0,-2 0 17 0,-4 0-13 16,0 2 0-16,-3 0-3 0,-2 1 6 0,0 1 0 15,-2 0-1-15,-3 0 0 0,0 0-7 0,0 1-12 16,-4 1 7-16,-3 0-8 16,0 1 7-16,-4 0-8 0,-1-1-2 0,-2-1-1 15,-2 0-4-15,0-2 1 0,-3 2 2 0,-1-1-2 16,1 0-13-16,0-1-1 0,-1 0-13 0,3-2 2 15,0 0-66-15,2-1-76 0,1 0-11 0,2-3-31 0,2-1-113 16,2-2-204-16,8-1 839 0</inkml:trace>
  <inkml:trace contextRef="#ctx0" brushRef="#br0" timeOffset="27597.28">5598 2915 3074 0,'0'0'70'0,"-1"0"-28"0,-16 2 24 0,17-2-18 0,-15 4 8 0,8 0-17 0,-3 3-12 0,0 0-7 0,0 4 7 0,-3 2-7 16,2 1-1-16,0 6 7 0,-2 0-3 0,1 6 4 16,1 0-7-16,1 2-3 0,1 2 0 0,0 2-1 15,2 1-3-15,0 4-13 0,3 2 1 0,1 0-4 16,0-3 1-16,2-4 4 0,2-2-2 0,2-3 3 16,-1-2-9-16,2-3-6 0,1-4-2 0,2-3-3 15,0-2-16-15,3-3-51 0,0-3 3 0,3-2-23 16,0-2-37-16,1-2-107 0,-1-4-16 0,2-5-44 15,0-1-160-15</inkml:trace>
  <inkml:trace contextRef="#ctx0" brushRef="#br0" timeOffset="27863.16">5749 3033 2435 0,'0'0'58'0,"0"0"-27"16,0 0-22-16,0 0 85 0,0 0-3 0,0 1 29 16,-7 21-12-16,7-10-37 0,-2 0 0 0,1 5-13 15,0 1 2-15,0 2-1 0,-2 1 1 0,1 3-4 0,-2 1-27 16,-2 2-9-16,1 3-1 0,-2 0-1 0,0 1 4 16,0-3-10-16,-1-2 1 15,2-3-5-15,-1-3 4 0,0-3-12 0,3-1 2 0,1-3-9 16,1-2-39-16,0-5-92 0,2-6-14 0,0 0-32 15,0 1-98-15,0-1-46 0,0 0-23 0,6-5-18 16,-1-4-181-16</inkml:trace>
  <inkml:trace contextRef="#ctx0" brushRef="#br0" timeOffset="28327.73">5747 3071 1889 0,'0'-7'180'0,"2"2"-39"0,-2 5-2 0,0-1-6 16,0 1 5-16,1-1-45 0,-1 1-5 0,0-1-16 15,17-14-42-15,-17 15 7 0,0 0-4 0,1 0 7 16,21 5 0-16,-14-2-2 0,1 0-3 0,0 1 1 16,0 1-5-16,-1 0 2 0,1 0 4 0,-1 0-3 15,1 1 4-15,1 0-2 0,-2 1-1 0,2-1 0 16,-3 1-4-16,-2 0-1 0,0 0 2 0,-2 0-2 16,-1 0-7-16,-3 0-2 0,-2 1-4 0,-2 0 2 15,0 0-1-15,-1-1 2 0,-3 0 1 0,1 3 0 16,-2-2-5-16,2 1-4 0,-2-2-4 0,0 0 1 15,-1 0-10-15,0 0-3 0,-1 0 4 0,1-1-3 16,0 0 0-16,0-2 1 0,1 0-6 0,2-1 4 16,1 0-6-16,7-3 1 0,-1 0-3 15,1 0 1-15,-1 0-4 0,-15 6-10 0,16-6 0 16,0 0-5-16,0 0-18 0,0 0 15 0,1 0-5 0,17-5 9 16,-9 4-3-16,2 1 19 0,3-1-2 0,-1 1 9 15,1 0-1-15,1 0 3 0,-1 2 3 0,0 0 0 16,1 0-2-16,1 1 3 0,0 2-2 0,1 0 3 15,-3 0 5-15,0 1 10 0,-3 1 1 0,-2 1 3 16,-1 0 3-16,-3 1 7 0,-1 1-5 0,-2-1 4 16,-2 2-6-16,-1 0-6 0,-3-1 11 0,-3 3-9 0,0 0 13 15,-3 1-12-15,-2 1 2 16,-1 1-5-16,-2-2-3 0,0 2-5 0,-1-3-4 16,2 0 1-16,2-2-5 0,-1-1-38 0,1-2-2 15,-3-2-19-15,1-2-48 0,0 0-42 0,2-2-10 16,1-2-15-16,2-1-82 0,0-3-383 0</inkml:trace>
  <inkml:trace contextRef="#ctx0" brushRef="#br0" timeOffset="28607.06">6012 2919 2343 0,'0'0'-34'0,"0"0"62"0,9 13-2 0,-4-6 36 16,1 2 71-16,-1 0 1 0,2 1-3 0,-2 2-1 16,2 1-37-16,-2 2-6 0,3 1-2 0,-2 2 0 15,0 1-5-15,1 2-14 0,0 1 1 0,0 3-7 16,2-1-13-16,-1 3 5 0,-1 1-4 16,-1 1 5-16,-2 2-6 0,0 1-3 0,-1-1-7 0,-2-2 3 15,1 0-18-15,-4 0-6 0,-1 2 1 0,-1 1-4 16,-2 0 1-16,-3-3-6 0,-1-1 2 0,-1-1-3 15,-1 0-1-15,-1 0-32 16,-2-2-8-16,2-3-20 0,-1-2-115 0,1-5-195 16,-1-3-53-16</inkml:trace>
  <inkml:trace contextRef="#ctx0" brushRef="#br0" timeOffset="29516.66">6534 3018 168 0,'-4'-6'770'0,"4"6"-316"0,-1 0 404 16,0-1-695-16,1 1-7 0,-19-15 16 0,19 15-32 15,0 0-19-15,-16-3 0 0,16 3-48 0,0 0-26 16,-21 9 2-16,13-3-13 0,-1 2-18 0,0 4-5 16,0 2 0-16,-1 5-2 0,1 2 0 0,-4 2 14 15,3 5 5-15,1 2 4 16,0 1 18-16,0 2-20 0,1 2-3 0,1 2-6 15,0-2-10-15,2-2-11 0,1-1 3 0,1-4-5 16,2 0-1-16,-1-2 6 0,2-2-5 0,2-3 4 0,1-3-12 16,1-4-60-16,1 0-7 0,1-5-29 0,1 0-117 15,0-3-106-15,3-2-27 0,-1 0-66 0,2-4-492 16</inkml:trace>
  <inkml:trace contextRef="#ctx0" brushRef="#br0" timeOffset="30966.08">6390 2905 1400 0,'0'0'124'0,"0"0"29"0,18 0 27 0,-9 0-88 16,0-1 4-16,0 1-35 0,1-1 14 0,0 0-22 15,0 1 51-15,-5-3-32 0,6 5 7 0,1-1-15 16,-2-1 11-16,0-1-11 0,2 1-1 0,-2-1-8 16,4 1-23-16,2 0-1 0,3-1 1 0,0 0 0 15,1 0 6-15,1-2-7 0,0 1 2 0,1 0-5 16,-2 0-7-16,2 0-5 0,3 1 2 0,0-1-2 15,2 1-2-15,-1 0-2 0,-1 0 1 0,1 0 0 16,-2 0 5-16,2 1-5 16,2 0-1-16,1 0-2 0,2-1-10 0,2 1 6 0,0 0-3 15,-1-1 4-15,0 0-7 0,1 0 9 0,2 1-3 16,2-1 6-16,-1 1-5 0,-1 0 9 0,-2-1-3 0,1 1 5 16,2 0-2-16,1 0 11 0,0 0-6 0,-2 0 7 15,-1 0-8-15,0 1-6 0,2-1 4 0,0 0-5 16,2 0-1-16,-3 0 0 0,-2-1-5 15,0 1 2-15,0-1-5 0,2 1 2 0,-1-1 2 16,1 1-1-16,-5-1 5 0,-1 1-3 0,-1-2 0 0,0 1 0 16,1 0 1-16,1 0-1 0,0-1 2 0,-5 0-2 15,-1 2 2-15,0-2 0 0,-4 1-2 0,1 0 2 16,0 0 0-16,-2 0-5 0,0 0-1 0,-2 0-1 16,-1 0 2-16,-4 0 2 0,-1 1 4 0,-3-1-3 15,-2 0-1-15,-6 1-6 0,0 0 1 0,0 0-7 16,1 0-53-16,-1 0-111 0,0 0-20 0,0-1-35 15,0 1-114-15</inkml:trace>
  <inkml:trace contextRef="#ctx0" brushRef="#br0" timeOffset="32036.04">6766 3078 2207 0,'0'0'72'0,"0"0"-19"0,0 0 34 15,0 0 25-15,0 0 16 0,0 0 4 0,0 0-14 16,0 0-2-16,0 0-62 0,0 0-17 0,0 0-2 0,-6 21-4 16,5-10 0-16,0 2 1 0,-1 1 3 0,0 1 0 15,0 3 7-15,0 2-5 0,-1 2 3 0,-1 4-4 16,1 3-1-16,0 0-6 0,-2 1-4 0,1 0 0 15,-2 0-9-15,1-1-8 0,0 0 4 0,-1-2-6 16,1-2 1-16,1-4 1 0,0-3-1 0,1-4-2 16,0-2-34-16,0-3-65 0,1-2-12 0,2-7-19 15,0 0-61-15,0 0-63 0,0 0-15 0,-1 0-26 16,0 0-142-16</inkml:trace>
  <inkml:trace contextRef="#ctx0" brushRef="#br0" timeOffset="32320.75">6724 3117 1639 0,'1'-7'294'0,"0"1"-185"0,0 0-2 0,-1 6-43 15,0-1 81-15,0 1-48 0,1 0 2 0,0-1-23 16,18-15-39-16,-19 16-11 0,1 0 3 0,19-4-2 16,-10 4 17-16,-1 1 0 0,2 1-3 0,-1-1 2 15,2 2-6-15,0 0 7 0,1 1 1 0,-2 0 1 16,0 2-2-16,0 0 10 0,-2 0-4 0,0 2 5 15,-1-2-15-15,-2 2 4 16,-1-1-4-16,-1 0 4 0,-2 1 5 0,0-1-13 16,-2 0 5-16,-1 0-11 0,-1 0-11 0,-1 2 3 0,-2 1-6 0,-1-1 6 15,0 1-4-15,-3-1-8 0,0 0 5 0,-3 0-7 16,-12 7-28-16,10-8-15 0,-1-1-23 16,-1-1-70-16,1-1-47 0,1-1-21 0,1-1-11 15,4-1-97-15,1-1-175 0</inkml:trace>
  <inkml:trace contextRef="#ctx0" brushRef="#br0" timeOffset="32844.12">7148 3116 1286 0,'0'0'135'16,"0"0"503"-16,0 0-458 0,-1-1-20 0,0 1 49 15,1-1-58-15,-1 1-42 0,-16-6-2 0,17 6-14 16,0 0-14-16,0 0-26 0,-22 19 1 0,16-11-11 16,-1 1-5-16,-1 2-18 0,1 2 5 0,-1 2-8 15,1 4 11-15,0 2-3 0,0 2 2 0,0 2-3 16,1 1-6-16,0 0-3 0,2 0-3 0,-1-3 0 16,1 0-10-16,1 0 0 0,1-1-3 15,2 0 2-15,0-3-1 0,1-3-78 0,2-2-14 16,1-3-35-16,2-3-142 0,0-1-84 0,1-2-19 15,1-3 114-15,2-1 1368 0</inkml:trace>
  <inkml:trace contextRef="#ctx0" brushRef="#br0" timeOffset="33651.03">7171 3101 1372 0,'0'0'218'0,"0"0"-86"16,0 0 127-16,0 0-60 0,0 0-23 0,0 0 26 0,0 0-69 15,0 0-10-15,0 0-11 0,0 0-51 16,0 1-1-16,-1 23-5 0,4-15 2 0,1 4-6 0,0 0 3 16,1 1-4-16,1 3 4 15,0 1 1-15,0 5 2 0,0 0-3 0,-1 3 0 16,1 1-22-16,-2 0-13 0,0-1-3 0,-1 0-4 0,0-1-12 15,0-1 8-15,-1 2-1 0,0-2 3 0,-1-2-8 16,0-3 4-16,0-2-3 0,0-4-2 0,0-1-43 0,0-2-67 16,1-3-6-16,-2-7-23 0,0 1-51 0,0-1-46 15,0 1-18-15,0-1-16 0,0 1-118 0</inkml:trace>
  <inkml:trace contextRef="#ctx0" brushRef="#br0" timeOffset="33844.08">7047 3332 2352 0,'-6'1'79'0,"6"-1"40"15,0 0-99-15,0 0 93 0,-1 0-12 0,0 0 37 0,-15 0-32 16,16 0-55-16,0 0-4 0,0 0-18 0,1 0-23 16,-1 1-1-16,21 8-2 0,-20-9 0 0,-1 0-9 0,24 6 0 15,-14-5-3-15,-1 1 2 0,0-2-1 16,0 0-7-16,2 1 0 0,-1-2-5 15,0 1-22-15,0-3-92 0,2 0-12 0,1 0-39 0,0-2-133 0,3 0-104 16,2-2-207-16</inkml:trace>
  <inkml:trace contextRef="#ctx0" brushRef="#br0" timeOffset="34132.51">7429 3112 1476 0,'0'0'515'0,"0"0"-346"0,-1 0-26 0,0 0-61 0,1 0 146 16,0 0-76-16,0 0 10 0,0 0-38 15,0 0-31-15,0 0-7 0,0 0-6 0,0 1 0 0,2 17-15 16,0-9-11-16,1 0 1 0,0 1-4 0,0 3-1 16,1 0-6-16,-1 3 2 0,-1 4-5 0,-1 0 0 0,1 3-5 15,-1 1-4-15,-1 3-2 16,-1-1-14-16,-1-1-13 0,0 0 8 0,-1 0-8 15,0 1 10-15,-1 0-8 0,1-2-4 0,-1-2-1 16,3-3-5-16,-1-3-87 0,1-2-5 0,-1-2-40 16,1-2-109-16,1-2-109 0,0-8-17 0,0 0-61 15,0 1-347-15</inkml:trace>
  <inkml:trace contextRef="#ctx0" brushRef="#br0" timeOffset="34499.53">7604 3166 1417 0,'0'0'171'0,"0"0"33"15,0 0 24-15,0 0-106 0,0 0-9 0,0 0 30 16,0 0 0-16,0 0-17 0,0 0-58 0,0 1 1 16,5 22-6-16,-5-10 4 0,2 1 4 0,-2 4-9 15,1 1 4-15,-1 3-10 0,0 1-20 0,-1 0-9 16,-1 0-5-16,0-1-1 0,0-1-14 0,-1-1 4 0,1-1-5 15,1-3 5 1,-1 0-9-16,-1-4-56 0,2-1-13 0,-1-2-23 16,2-9-99-16,0 0-68 0,0 0-19 0,0 1-27 0,0-1-152 15</inkml:trace>
  <inkml:trace contextRef="#ctx0" brushRef="#br0" timeOffset="34980.19">7613 3139 1826 0,'0'0'302'0,"0"0"-216"16,0 0 41-16,0 0-88 0,0 0 79 0,0 0-12 16,0 0 7-16,0 0-16 0,0 0-36 0,0 0-11 15,0 0 3-15,23 3-6 0,-23-3-2 0,15 6-7 16,-5-3-2-16,0 1 0 0,2 0-1 0,-1 0 4 16,1 0 1-16,0 1 0 0,-2-1-4 15,0 0-1-15,-2 3-2 0,0-1 0 0,-2 1-10 0,-1 0 1 16,-1 0-3-16,-2 1 2 0,0-1-3 0,-2-1-4 15,0 0-2-15,-2 0-1 0,-1 1 0 0,-2 0 4 16,0-1-3-16,-3 2 2 0,1-2-13 0,-2 1-3 16,0-1-6-16,-2 0 1 0,0-1-15 0,-1 0-6 15,-1 1 11-15,0-1-10 0,0 0 9 0,2 0 8 16,-1-1-7-16,2 1 8 0,0-2-4 0,2-1 2 16,1 0 1-16,7-2 1 0,0 0 2 0,-1 0-12 15,1 0-5-15,0 0-4 0,-1 0-26 0,1 0-3 16,0 0 3-16,0 0 0 0,1 0 31 0,20 0 13 15,-10-2 9-15,2 0-1 0,3 0 4 0,1 1 9 16,0 0-6-16,1 2 9 0,-1 0 9 0,1 1-4 16,-3 2 2-16,0 0-5 0,-1 0-3 15,-1 2 6-15,-2 0-1 0,-1 0 4 0,0 0 0 16,-1 0 3-16,-1 0-4 0,1 3 3 0,-3-1-2 0,1 3 1 16,-2-1 6-16,-2 0-3 0,-1 0 10 0,-4 1-10 15,-1 0-4-15,-2 0-2 0,-2 0-6 0,-1 1 5 16,-2 0 0-16,-2 1-1 0,2-1-13 0,-3-1-21 15,1-1-8-15,-1-1-9 0,1-2-67 0,2-2-52 16,-2-2-13-16,2-3-18 0,1 0-86 0,2-1-146 16</inkml:trace>
  <inkml:trace contextRef="#ctx0" brushRef="#br0" timeOffset="35245.67">7998 3068 1972 0,'7'0'65'16,"0"0"-24"-16,1 3 17 0,0-1-3 0,1 2 109 0,0 0-30 15,-1 2 5-15,0 1-15 0,0 2-6 0,-1 2-8 16,1-1-2-16,-1 3-2 0,0 0-10 0,-1-1-10 16,-1 2-3-16,-1 1-4 0,-1 4-13 0,0 3-10 15,-3 2 1-15,1 2-5 0,-2 0-8 0,-4 0-13 16,-1 0 0-16,-1 1-6 0,-3 2-12 0,-1 1-7 15,-2 3 8-15,0-2-7 0,-1-1 3 0,-2-4-6 16,-1 0-13-16,-1-2 2 0,-2 1-57 0,-3-3-88 16,1-3 2-16,0-4-52 0,-1-1-219 0</inkml:trace>
  <inkml:trace contextRef="#ctx0" brushRef="#br0" timeOffset="35882.82">6572 3033 692 0,'-4'-5'174'0,"0"0"-49"0,4 5 98 0,0-1 19 16,0 1-42-16,-11-17 8 0,11 17-47 0,0 0-8 15,-1-1 6-15,-17-15-23 0,18 15-14 16,-19-10-6-16,13 6-2 0,0 1-9 0,0 2-15 0,0 0 4 15,0 1-10-15,-1 0-5 0,1 1-21 0,-1 1-1 16,-1 1-9-16,0 2-27 0,0 4 1 0,-1 0-3 16,-1 5 2-16,1 4-6 0,-3 2-12 15,0 4 5-15,-1 3-5 0,-1 2 14 0,0 1 13 16,-1 1-5-16,0 5 6 0,3 1-1 0,1 5-10 16,2-1 7-16,2-3-8 0,2 0-1 0,1-1-13 15,2 1-4-15,2-3-1 0,0-3-1 0,2-5-1 16,2-3 2-16,1-2 0 0,1-2 0 0,1 0-12 15,1 1 1-15,2-4-4 0,3-1-7 0,0-2-81 0,2-2-2 16,1-2-35-16,-1-1-77 0,2-2-117 0,0-2-30 16,-1-2 95-16,2-2 1277 0</inkml:trace>
  <inkml:trace contextRef="#ctx0" brushRef="#br0" timeOffset="37553.12">1629 3659 2262 0,'0'0'15'0,"0"0"-29"0,0 0 6 16,0 0-10-16,0 1 14 0,0-1 11 0,0 1-3 0,0-1 8 16,0 1 6-16,0-1 10 0,4 16-3 0,-4-16 5 15,0 0-5-15,0 0-3 0,1 0 7 0,15 5-7 16,-16-5 4-16,0 0-6 0,0 0-6 0,1 0 1 15,18 1-16-15,-19-1 8 0,0 0-2 0,18-2 5 0,-18 2-6 16,13-2-1-16,-4 1-1 0,0 0 1 0,0 1 8 16,0-2 0-16,1 1 2 15,-1 0 0-15,0 0 14 0,0 0 4 0,2 0 3 16,-1-1-1-16,-1 1-2 0,2 0-11 0,-2-1 0 16,2 1-4-16,-2-2-4 0,1 1-2 0,0 1-1 15,0-1-2-15,-1 1-4 0,1 0-1 0,1 0-2 0,-1 0 0 16,1-1-1-16,1 2 1 0,0-1 5 0,-1 0-3 15,2 1-2-15,-1-2 1 0,0 1 0 0,0 0 2 16,-2 0 6-16,2-1 1 0,0 1-2 0,-1 0 1 16,0-1-4-16,0 2 1 0,-1 0-3 0,1 0 1 15,-2 0-3-15,1-1 2 0,0-1 2 16,1 0-2-16,1 0-4 0,2 0 1 0,-1 1-2 16,1 0 2-16,-1 0 0 0,2 1 4 0,0-1-4 15,-2-1 3-15,1 0-2 0,0 0-4 0,0-1 4 16,0 2-5-16,-1-1 5 0,1 0 1 0,0 1-2 0,1-2 2 15,0 0-2-15,2 1 5 0,-1 0-4 0,0 2 3 16,0 0 0-16,-2 0-4 0,0 1 6 0,-1-1-6 16,0 0 2-16,-2 1-2 0,2 0-2 0,-1 0 0 15,-1 1 2-15,2-1 2 0,0-1 0 0,1-1 1 16,2 1 3-16,-1 0-9 0,2 0 3 0,0 1-4 16,-2-1 10-16,0 0-6 15,0 2 3-15,-1-2-3 0,-1 2 1 0,-1 1 2 16,1-1-1-16,-2-1 1 0,1 1-3 0,-1-1-1 0,0 2 3 15,2 0-2-15,-1-2 1 0,3 2-1 0,0-1-1 16,1 0 0-16,0 1 0 0,-1-2 7 0,0 1-3 0,0 0 6 16,-1-1 6-16,0-1-11 0,-1 2 7 0,-1-1-9 15,1 1 2-15,-1 0 2 0,3 0-1 0,0 1 1 16,1 0-5-16,0-1 3 0,-1 0-4 0,2-1 3 16,-1 1-7-16,-1 0 4 0,1-1 0 0,-1 1 2 15,0-1 0-15,-1 1 8 0,0-2 4 0,1 0 0 16,1 1 4-16,2-1-6 15,2-1-4-15,1 1 2 0,-1-1 6 0,0 0-11 16,0 1 3-16,-2-1-7 0,1 0-3 0,-1 0 2 16,-1 0 3-16,0 0-1 0,3 0 0 0,2-1 4 0,1 1 0 0,1-1 5 15,-1 0 12-15,1 0-10 16,0 0 4-16,-3-1-6 0,2 1 4 0,-1-1-2 16,0 0-1-16,0 0 1 0,2 0 4 0,-1 0-3 15,0 0 0-15,-1 2-2 0,-1-1-3 0,-2 0 0 0,-1 1 0 16,0-1 0-16,1 2 4 0,1-1-8 0,2 1 1 15,-2-2-5-15,0 1-1 0,-2 1 5 0,-2 0-2 16,0 2 2-16,1-2-5 0,-3 1 2 0,0-1 2 16,-2 0-1-16,0 1 6 0,1-1-4 0,-2-1-1 0,2 1 0 15,0 1 3-15,-1 1-6 0,0 1 3 0,-1-1-4 16,-2 0 3-16,0 0-1 0,-1 1-2 0,-1-2-1 16,0 2-22-16,-1-1-108 15,0-1-17-15,0 1-53 0,-1 0-268 0</inkml:trace>
  <inkml:trace contextRef="#ctx0" brushRef="#br0" timeOffset="40828.5">4996 3641 1321 0,'0'0'81'16,"0"0"-46"-16,0 0 49 0,0 0-70 0,0 0 20 16,0 0 23-16,1 0 20 0,-1 0-1 0,18 9 2 0,-18-9-5 15,0 0-2-15,0 0-1 0,1 0-2 16,17-1-14-16,-18 1-15 0,1 0-1 0,18 2-2 15,-19-2 8-15,0 0-4 0,20 4-3 0,-19-4 0 16,14 1-10-16,-6 0-10 0,1-1 5 0,-2 0-8 16,2 0 2-16,-1 0-6 0,0-2 4 0,1 1-4 0,0 0 5 15,0 1-4-15,0-2 0 0,1-1 0 0,-1 1 0 16,0 0 6-16,3 0-5 16,0 2 5-16,0-2-9 0,0 1 1 0,-1-1-2 0,0-1 1 15,0 2-3-15,0-2-3 0,0 1 6 16,0 1-6-16,-1-1 1 0,-1 1-3 0,0 1 0 0,-1 0 0 15,1 0 7-15,0 0-7 0,-1 0 2 0,3 0-3 16,-1 0 1-16,0 0 3 0,1 1 0 0,1 2 1 16,-3-3-4-16,2 1-1 0,-1 0 0 0,-1-1 0 15,1 0 0-15,1 1 3 0,-1-1 0 0,1 1 2 16,-1 0-8-16,1-1 4 0,-2 1-5 0,0 0 5 16,2 0 1-16,-2-1 2 0,2 1-1 0,1-1 0 15,2 1-1-15,0 0-2 0,0-1 3 0,0 1-2 16,-2 0 4-16,0-1-4 0,-1 0 3 0,0 0-2 15,-1 0 3-15,0 0 19 0,1 0-4 0,-1 1 10 16,-1-1 0-16,0 0 4 0,0 0-5 0,2 0 3 16,-1 1-15-16,3-1-5 0,1 0 0 0,0-1-2 15,0 0-9-15,-1 1 1 0,-1-1 2 0,0 1-1 16,-2 0-1-16,0-1 3 0,-2 1-1 16,-1 0 2-16,0 0-3 0,-2 0 5 0,-6 0-5 15,0 0 4-15,0 0-5 0,17 6-1 0,-17-6 2 16,0 0-2-16,0 0-9 0,1 0-74 0,0 0-27 15,-1 1-30-15,16 10-208 0,-16-11 994 0</inkml:trace>
  <inkml:trace contextRef="#ctx0" brushRef="#br0" timeOffset="43805.95">6522 3687 813 0,'0'0'180'15,"0"0"-89"-15,0 0 103 0,0 0-164 0,0 0 7 0,0 0 21 16,0 0 22-16,0 0-4 0,1 0 9 0,-1 0-4 16,1 0-8-16,0 0 2 0,-1 0-4 0,0 0 1 15,1 0-11-15,-1 0 2 0,17-6-5 0,-17 6 6 16,0 0-15-16,1 0-3 0,-1 0-5 0,20-2-13 15,-20 2-1-15,0 0-2 0,16-2-2 0,-16 2-10 16,1 0 3-16,16-2-3 0,-17 2 3 0,1 0-5 16,17-1 8-16,-18 1-3 0,0 0 3 0,16-2-8 0,-16 2 6 15,1 0-1-15,18-2 2 16,-19 2-5-16,1 0 0 0,19-2 0 0,-20 2-2 16,0 0-9-16,20-5 4 0,-19 5-1 0,-1 0 2 15,24-5 1-15,-17 3-6 0,1 1-2 0,1-1 0 16,0 1 0-16,-1 0 1 0,2-2 4 0,-1 1-2 0,1 0 1 15,0 1-4-15,-1 0 1 0,1 0-1 0,-1-1 1 16,0 1 2-16,-1 0-3 0,1 0 2 0,-1 0-1 16,0 0 1-16,1 0 4 0,-1 1-3 0,0-1 6 15,0 1-7-15,1 0-1 0,-1 0-1 0,1 0-6 16,0 1 8-16,-1-1-2 0,1 1 4 0,-1 0-4 0,0 0 1 16,1 0 0-16,0 0 0 0,1-1-1 0,-1 2 3 15,0-1 0-15,0 0 4 0,-1 1 2 0,1-1-3 16,0-1 6-16,0 1-4 15,0 1 9-15,0-1-14 0,1 1 3 0,0 0-6 16,0 0 3-16,0 0 3 0,0-2-2 0,0 1 2 16,0-1-6-16,1 0 6 0,-1 1-3 0,1-1 4 15,-1 1-12-15,1-1 4 0,1 1 1 0,0 0 1 16,-1-1 6-16,0 2-10 0,0-1 3 0,0 0-5 16,-2 1 11-16,3 0-1 0,-1 0-4 0,-1 0 2 15,1-1-3-15,-1 2 0 0,1-2 4 0,0 1-2 16,1 0-2-16,0 0 2 0,1-1-1 0,1 0 2 0,0 1-3 0,1 0 1 15,0-2 1-15,0 3-1 0,0-2-2 0,-2 1 1 16,1 1 0-16,-1-1 2 16,0 1 3-16,-1-1 6 0,1-1 0 0,0 2 2 15,0-1-3-15,0 0-4 0,0 0 1 0,0-1-1 16,2 0 2-16,2 0-8 0,-1 0 3 0,1 0-3 16,-1 0 3-16,0-1-1 0,0 1 1 0,-1-1-1 0,1 1 3 0,-3 0-4 15,0-1 5-15,0 0-5 0,-1 1 8 0,1-1-7 16,1 0-1-1,0 0 0-15,3-1 8 0,-2 0-5 0,0 0 5 0,0 1-6 16,-2-2 4-16,-1 1 2 0,1-1-3 0,-2 1 3 16,0 0-5-16,1 0 0 0,-1 0 1 0,-1 0-1 15,-1 0-4-15,0 0 3 0,-1 0-1 0,0 0 1 16,-2 0 3-16,2 0 1 0,1 1 0 0,-2-1 1 16,1 1-6-16,-1-1-10 0,0 0-22 0,0 1-2 15,0-1-131-15,0 1-166 0,0-1-50 0</inkml:trace>
  <inkml:trace contextRef="#ctx0" brushRef="#br0" timeOffset="48760.2">7460 3694 922 0,'0'0'71'16,"0"0"27"-16,0 0 15 0,-1-1-38 0,1 1 0 16,-17-11-5-16,17 11 0 0,0 0 0 0,-1 0 4 0,-21-10-4 15,22 10 6-15,0 0-5 0,0 0 6 0,0 0-11 16,-1-1-1-16,-16-8-3 0,17 9-1 0,0 0-4 16,-1 0-3-16,1 0-1 0,-1 0-15 0,1-1-1 15,0 1-6-15,-1-1 2 0,1 1-12 0,-1-1 0 16,-15-6 4-16,16 7-3 0,0 0 1 0,0 0 2 15,0 0-4-15,0 0 5 0,0 0 3 0,0 0-5 16,0 0 0-16,0 0-3 16,0 0-12-16,0 0 4 0,0 0 1 0,0 1 1 15,0-1-5-15,0 0 2 0,1 1-5 0,-1-1 4 16,20 13-4-16,-20-13-4 0,1 0 4 0,23 1-4 16,-16-1 4-16,2 0 4 0,1 0-2 0,0 0 3 15,1-1 2-15,-1 1-1 0,1 0 0 0,0 0 0 16,0 0 0-16,-2 2 0 0,1-1-1 0,-2 0-1 0,2 1-7 15,-2-1 7-15,1 1-1 0,0 0 2 0,0 1-1 16,0-1 1-16,1 1 0 0,1-2 2 0,0 1 1 16,0-1 9-16,1 0-1 0,-1 1 4 0,1-1-7 0,-1-1 4 15,0 1-3-15,-1-1 4 0,0 2-6 0,-1-1-9 16,0 0 4-16,-2 0-6 16,0 0 1-16,0 0 0 0,-1 0-2 0,-1 1 2 15,-1 0-5-15,1-2 3 0,-6 0 1 0,1 0 2 16,-1 0-3-16,0 0 7 0,19 8-9 0,-19-8 8 15,0 0-6-15,1 0 4 0,-1 0 1 0,1 0 0 16,-1 0-10-16,1 0-25 0,-1 0-9 0,0 0-10 0,17-2-66 16,-17 2-68-16,0 0-24 0,0 0-23 0,0 0-144 0</inkml:trace>
  <inkml:trace contextRef="#ctx0" brushRef="#br0" timeOffset="56442.68">9673 1512 801 0,'0'0'103'16,"-1"0"61"-16,1-1 33 0,0 1-18 0,0 0-7 0,-1-1-21 15,0 1-4-15,-16-12-11 0,17 12-33 0,0 0-10 16,-1-1 2-16,1 1-5 0,0-1-12 0,-1 1-12 16,1 0-6-16,-1 0-4 0,1 0-31 0,0 0-4 15,-17 3-3-15,17-3 1 0,0 0 1 0,0 19-4 16,2-9 1-16,-1 3-2 0,0 1 5 15,0 3 4-15,0 1 1 0,0 2-1 0,1 1-4 0,-2 2 4 16,0 1-4-16,0 3 3 0,0 0-10 0,-2 1-5 16,1 1 3-16,0-1-3 0,0-1 0 0,1-2 2 15,-2 0-5-15,2-1 5 0,-1-1-10 0,0-1 1 16,1-5 0-16,0-1 0 0,2-3-5 0,-2-4 4 16,0-2-3-16,0-7-4 0,0 1-84 0,0-1-82 0,0 0-12 15,0 1-22-15,0-1-46 0,0 0-137 0</inkml:trace>
  <inkml:trace contextRef="#ctx0" brushRef="#br0" timeOffset="56773.14">9650 1441 961 0,'-5'-4'730'0,"5"4"-553"16,0 0-115-16,0 0-61 0,0 0 85 0,0 0-3 0,0 0 4 15,0-1-15-15,0 1-55 0,1 0-10 16,0 0 1-16,17-5-3 0,-18 5 2 0,0 0-1 0,20 7-1 16,-12-3-1-16,0-2 0 15,1 1 17-15,0 1 0 0,1-1 8 0,0 3 9 0,-2-1 4 16,1 0-3-16,-1 1 3 0,0-1 2 0,-2 0 4 0,-1 2 4 16,0 0-1-1,-1 1 9-15,-2 0-12 0,-1 0-2 0,-1 1-5 0,-1 0-15 0,-1 2 3 16,0 0-6-16,-1 0 4 0,-2 1-13 0,-1-1 3 15,-1 2-1-15,0-2 1 0,0 1-6 0,-1-2 0 16,0-2-1-16,1 0 0 0,0-2-6 0,0 0-11 0,1-1-12 16,1 0-7-16,5-5-87 15,-1 0-50-15,0 1-16 0,1-1-14 0,0 1-91 0,0-1-158 16</inkml:trace>
  <inkml:trace contextRef="#ctx0" brushRef="#br0" timeOffset="57057.45">10010 1388 1660 0,'0'0'74'15,"0"0"48"-15,0 0 27 0,0 0 30 0,0 0-8 16,-1 0 1-16,-15 3-83 0,16-3-8 0,-1 0-7 16,1 1-1-16,-20 19-29 0,14-12-5 0,1 1-4 15,-2 3-1-15,-1 3-16 0,2 3 11 0,-1 1-4 16,0 4 5-16,-1 0-11 0,2 3-6 15,0-1 1-15,0 2-3 0,1-2 2 0,1 2-11 16,-1 1 3-16,3 1-5 0,-2 1 8 0,3-2-8 16,0-2-1-16,1-4-3 0,1-2 4 0,1-4-11 15,1-2 1-15,0-2-7 0,1-2-8 0,0-2-45 16,1-3-21-16,1 0-15 0,1-3-128 0,1-2-67 16,1-2-34-16,2-8 133 0,0-3 1441 0</inkml:trace>
  <inkml:trace contextRef="#ctx0" brushRef="#br0" timeOffset="57284.96">10223 1439 1972 0,'0'0'62'0,"0"0"27"0,0 0 15 0,0 1 70 15,0-1-8-15,-10 19 15 0,6-12-87 0,3 3-9 16,-2 2-5-16,-2 1-3 0,0 2-19 0,-2 1-5 15,-1 1 2-15,-1 2-3 0,-1 1-14 0,-2 1-17 16,0-1-2-16,-2 1-5 0,-2 1-5 0,-1 1 0 16,1 2-1-16,0 0 0 0,1-1-8 0,3-4 0 15,0-1-1-15,3-5 0 0,3-2-19 0,1-5-112 16,5-7-15-16,0 0-41 0,-1 1-104 0,0-1-100 16,1 0-73-16</inkml:trace>
  <inkml:trace contextRef="#ctx0" brushRef="#br0" timeOffset="57522.03">10202 1434 1500 0,'0'0'66'0,"0"-1"164"15,0 1-39-15,0-1 70 0,0 1-127 0,1 0-53 16,-1 0-8-16,0 0-13 0,0 0-22 0,9 20 14 16,-7-10-6-16,1 4 9 0,-1 0-3 0,0 1 2 15,1 2 0-15,1 1-2 0,-2 1-17 0,1 2-1 16,-1 0-8-16,-1 0 4 0,1 0-17 0,-1-1-6 15,-1 2 0-15,0 2-3 0,0 0 0 0,0 0 0 16,-1-1 0-16,1-4 1 0,0-1 7 0,0-4-10 16,2-2-11-16,-1-4-8 0,-1 0-114 0,2-2-109 15,-2-6-12-15,0 0-37 0,0 1-91 0</inkml:trace>
  <inkml:trace contextRef="#ctx0" brushRef="#br0" timeOffset="57709.32">10104 1697 1743 0,'0'0'290'0,"0"0"-247"16,0 0 58-16,0 0-78 0,0 0 159 0,0 0-86 0,0 0 18 15,0 0-48-15,1-1-7 0,19-7-11 0,-20 8 1 16,1 0-7-16,22-6-11 0,-14 3-13 0,-1 1-3 16,1 1-3-16,-2 0-7 0,-1-1-1 0,1 2 4 15,-2 0-4-15,-5 0 5 16,1 0-9-16,-1 0-41 0,19-1 0 0,-19 1-233 0,0 0-228 15,20-2 918-15</inkml:trace>
  <inkml:trace contextRef="#ctx0" brushRef="#br0" timeOffset="58194.06">10435 1893 1978 0,'0'0'29'0,"0"0"94"0,-1-1-16 16,0 1 42-16,-10-17-38 0,9 8-39 0,2 1-10 16,-1-4-7-16,1 0-29 0,1-2-20 0,1-3 5 15,-1 0-8-15,1-1 12 0,2-2-5 16,0 2 4-16,0-2-1 0,2 1 24 0,-2 0-8 15,1-1-2-15,2 2-4 0,-1-1-17 16,2 2 4-16,0 1 2 0,0 0 0 0,0 2 5 0,0 1-8 16,-1 1-4-16,1 2 0 0,-1 1-4 0,-1 2 4 15,0 1-4-15,1 0 4 0,-1 1 0 0,1 2-8 16,-2 0 7-16,2 2-7 0,-1 0 8 0,0-1 2 16,0 3-6-16,-1 1 4 0,1 1-2 0,0 1-3 15,0 0 6-15,0 3-6 0,-2 0 2 0,1 1 9 16,-1 1-8-16,0 0 8 0,0 3-8 0,-1 0 5 15,-1 2 5-15,0 0 0 0,-1 1 9 0,1 1-6 0,0 0 2 16,-1-2-2-16,0 0 8 0,-1 0-10 16,0 2 2-16,-1 0-5 0,0 0 5 0,0-2-13 15,0 0 8-15,-1-1-8 0,2-1 9 0,-1-2-7 16,0-1 2-16,0-2-3 0,1-7 7 0,0 1-11 16,0-1-19-16,0 1-4 0,-5 15-109 0,5-16-103 15,0 0-10-15,0 0-40 0,0 0-97 0</inkml:trace>
  <inkml:trace contextRef="#ctx0" brushRef="#br0" timeOffset="58454.91">10800 1472 1879 0,'0'0'36'0,"0"0"107"0,0 0-22 16,0 0 55-16,0 1-28 0,0-1-37 0,1 1-10 15,8 16-6-15,-9-17-29 0,0 0-7 0,9 23-4 16,-6-11-1-16,0 2-3 16,-2 1-14-16,-1 1 5 0,1 2-7 0,-1 1-2 15,-1-1-6-15,-1 1-6 0,-1 0 0 0,0-1-12 0,1 3-2 16,-2-1 0-16,1 0-2 0,-1-1-5 0,1-4 2 16,1 0 2-16,0-4 0 0,1-1 0 0,1-10-18 15,0 1-28-15,0-1 1 0,0 0-105 0,-1 17-65 16,1-17-10-16,0 0-24 0,0 0-76 0,0 0-266 15</inkml:trace>
  <inkml:trace contextRef="#ctx0" brushRef="#br0" timeOffset="58925.29">10833 1453 1800 0,'0'0'74'0,"0"0"124"0,0 0-36 15,0 0 62-15,0 0-87 0,0 0-61 16,0 0-3-16,0 0-21 0,0 0-18 0,0 0-9 15,0 0 0-15,0 0-2 0,1 0 2 0,18 6-12 16,-19-6 4-16,1 0-7 0,19 9 10 16,-11-5-2-16,-1-1-3 0,-1 1 2 0,0 0-1 0,1 0 10 15,-3 0-2-15,1 0 5 0,0 1 0 0,-2-1 5 16,-4-4 3-16,0 0-1 0,0 1-6 0,7 18-1 16,-7-19-5-16,0 0 4 0,0 0-1 0,-11 22 4 15,6-15-2-15,-2 0 0 0,-2 1-7 0,1 0-4 16,0-1-1-16,-1 0-3 0,0 0-10 0,1-1 1 15,0 1 0-15,0-2 0 0,-1-1-1 0,3 0-3 16,-1-1-1-16,2-2 1 0,5-1-1 0,-1 0-12 0,1 0 4 16,0 0-7-16,-1 0-7 0,1 0-6 15,-1 1 0-15,1-1-1 0,0 1 3 0,0-1 4 16,1 1 5-16,-1-1-1 0,19 7 11 0,-19-7-6 16,0 0-1-16,22-1-1 0,-22 1-6 0,17 0 10 15,-9 0-2-15,2 0 5 0,0 1 3 0,0 0 10 16,0 1-1-16,0 1 7 0,-1 1 16 0,-2 0 0 15,0 1 2-15,-2 1-4 0,0 1-7 0,-2 1 2 0,-1 1-2 16,0 1 2-16,-2 1-10 0,-2 1 6 0,-1 0-3 16,-1 1 3-16,-2 0-8 0,-1 0 10 15,-1 0-10-15,-2 0 9 0,1-1-14 0,-1-1 5 16,1 0 4-16,1-3-4 0,0-1-10 0,1-1-84 16,1-2-5-16,0-3-36 0,6-1-109 0,-1 0-108 15,1 0-31-15</inkml:trace>
  <inkml:trace contextRef="#ctx0" brushRef="#br0" timeOffset="59192.24">11035 1357 2113 0,'0'0'21'0,"0"0"112"15,0 0-18-15,0 1 47 0,6 19-38 0,-6-19-26 16,4 15 2-16,-1-5-14 0,-1-1-19 0,2 2-1 15,0 1-8-15,0 1 4 0,1 3-13 0,1 2-11 16,-1 2 2-16,0 2-6 0,-1-1-2 0,0 1-14 16,-1 0 2-16,-1-2-6 0,-1 1-5 0,0 0 3 15,-1 1-5-15,-1 2 3 0,0 2-5 0,-3-1-1 0,2 0 5 16,-2-2-4-16,-1-2 1 0,0-4 0 0,0-1 0 16,-1-2 2-16,0 1 10 15,0-1-86-15,1-2-9 0,0-5-43 0,5-8-158 0,0 0-186 0,0 1-146 16</inkml:trace>
  <inkml:trace contextRef="#ctx0" brushRef="#br0" timeOffset="59402.21">11208 1561 1900 0,'0'0'85'15,"0"0"153"-15,0 0-185 0,0 0 84 16,0 0-16-16,19 0 30 0,-19 0-55 0,0 0-29 15,18 1 4-15,-18-1-17 0,0 0-26 0,21 2-10 16,-20-2-6-16,-1 0 1 0,22 4-4 0,-22-4-12 16,1 0 7-16,20 5-8 0,-21-5 9 0,0 0-4 0,21 5 1 15,-21-5-1-15,0 0 5 0,1 0-100 0,18 5-21 16,-19-5-42-16,0 0-179 0,0 0-141 0</inkml:trace>
  <inkml:trace contextRef="#ctx0" brushRef="#br0" timeOffset="59571.12">11203 1739 2088 0,'0'0'10'0,"0"0"86"15,0 0-19-15,4 17 48 0,-4-17-3 0,0 0-46 16,0 0-7-16,21 6-11 0,-12-5-26 0,1-1-28 16,0 0 3-16,1-2-8 0,-2 1 7 0,0-2-6 15,0 1 0-15,0-1-1 0,-1-1-6 0,2 1-203 16,1 0-2-16,0-1-92 0,2 1-204 0</inkml:trace>
  <inkml:trace contextRef="#ctx0" brushRef="#br0" timeOffset="59887.82">11499 1469 1366 0,'0'0'512'0,"0"0"-365"16,0 0-64-16,0 0-34 0,0 0 102 0,0 1-63 16,0-1 1-16,7 20-24 0,-3-11-9 0,0 3-14 15,1 1 6-15,-1 4-10 0,0 1 7 0,-2 2-6 16,1 0-4-16,-1 1 0 0,0 0-13 0,-2 2-1 15,0 1-3-15,-1 2 1 0,-2 1-11 0,0 0-1 16,0-1 1-16,0-2-2 0,0-3-2 0,2-5 1 16,-1-4-1-16,1-4-1 0,1-8-9 0,0 1-153 0,0-1-1 15,0 0-65-15,6 17-92 0,-6-17-332 0</inkml:trace>
  <inkml:trace contextRef="#ctx0" brushRef="#br0" timeOffset="60157.76">11544 1470 1613 0,'0'0'214'0,"0"0"-74"16,0 0-22-16,0-1 1 0,0 1 10 0,0-1-58 15,0 1-1-15,0-1-19 0,0 1-11 0,0-1-14 16,0 1-2-16,20-5-4 0,-20 5-4 0,14 4-5 16,-6-2 3-16,0-1-3 0,1 0-1 0,1-1 4 15,1 2 1-15,2 0 1 0,-1 2 9 0,-2-1 13 16,0 0-5-16,-1 2 9 0,-2-1 7 0,-2 2-4 15,-1-1-1-15,-2 0-2 0,-1 2-11 0,-2 1 2 16,-2 0 3-16,-2 1-1 0,-3 3 3 0,-4 1-6 16,0 0-5-16,-5 0-1 0,1 1-15 0,-1-2-1 0,0 1-1 15,4-2-4-15,-1-2-29 0,4-1-138 0,0-2-2 16,4-1-64-16,1 0-151 16</inkml:trace>
  <inkml:trace contextRef="#ctx0" brushRef="#br0" timeOffset="60407.39">11810 1398 1993 0,'0'0'14'0,"0"0"134"16,0 0-40-16,0 0 66 0,-1 0-83 0,1 1-11 0,-17 19-7 16,11-12-2-16,1 1-35 0,-1 3 18 15,-1 4-7-15,1 2 8 0,-2 3-32 0,0 1-10 0,-1 2-4 16,0 3-1-16,1 1-4 0,-1-1-3 0,1 2 0 15,-2 0-1-15,3 2 0 0,1 0-2 16,1-1-2-16,3-5-1 0,2-3-8 0,1-6-18 0,3-2-2 16,0-5-7-16,2-2-33 0,0-4-59 15,1 1-19-15,2-4-14 0,-1-2-50 0,2-2-113 16,1-6-7-16</inkml:trace>
  <inkml:trace contextRef="#ctx0" brushRef="#br0" timeOffset="60623.86">11940 1435 1633 0,'0'0'107'16,"0"0"58"-16,0 0 43 0,0 0-56 0,0 0 3 15,0 0-27-15,0 0-32 0,0 1-38 0,4 16 10 16,-6-8-17-16,0 2 20 0,-2 4-13 16,0 1-4-16,-1 4-4 0,-2 1-22 0,-2 2-8 15,0 0-3-15,-1 0-1 0,-2 0-4 0,-1 1-7 16,0 1-1-16,-1 1-2 0,0 0 2 0,1-2-4 15,0-1 9-15,4-3-8 0,1-3-1 0,3-6-79 0,3-1-14 16,2-10-30-16,0 0-113 0,0 0-62 16,0 1-40-16</inkml:trace>
  <inkml:trace contextRef="#ctx0" brushRef="#br0" timeOffset="60836.08">11930 1483 1025 0,'5'-14'109'0,"0"3"211"0,0 3-127 0,-5 8 18 15,0 0-6-15,0 0 3 0,0 0-58 0,0-1-57 16,0 1-3-16,0 0-22 0,1 0-37 0,7 13-10 16,-8-4 5-16,1 3-5 0,-1 3 7 0,0 1 14 15,0 2 0-15,2 1 6 0,-1 1 8 0,0 1-24 16,0 0-1-16,0-2-9 0,-1 1-7 16,1 2-7-16,-1 0 0 0,-1 2-3 0,0-3-4 0,0-2 6 15,-1-1-2-15,2-3 3 0,-2-3-3 0,0-2-110 16,-1-3-3-16,3-7-51 0,0 0-109 0,0 1-60 15,0-1-74-15</inkml:trace>
  <inkml:trace contextRef="#ctx0" brushRef="#br0" timeOffset="61041.06">11808 1643 1877 0,'0'0'67'0,"0"0"27"0,0 0 18 0,0 0-3 16,0 0 14-16,0 0-20 0,18 8-28 0,-18-8-17 15,16 2-2-15,-6-2-7 0,1 1-13 0,1-1-15 16,1 2-2-16,-1-1-6 0,-1-1-6 0,0 0-7 16,-2 0 3-16,1-3-3 0,-1 2 5 0,-1-2-9 15,0 0-15-15,1 0-10 0,-1-4-138 0,1 2-102 16,2-2-37-16,-1 0-30 0,1 0-206 0</inkml:trace>
  <inkml:trace contextRef="#ctx0" brushRef="#br0" timeOffset="61281.95">12080 1385 1817 0,'0'0'11'0,"0"0"114"15,0 0-28-15,0 0 59 0,0 1-21 0,0-1-20 0,6 20-8 16,-6-20-7-16,1 0-49 0,11 18-6 0,-7-10-2 16,1-1 0-16,0 3-6 0,0 1-10 15,1 2 0-15,-2 2-4 0,-2-1-6 16,1 3 0-16,-1 0-4 0,-3 2 2 0,2 0-4 15,-2 0 2-15,0 1 1 0,-1-1-3 0,0 1-7 0,-2 1 7 16,1 0-1-16,-2 3 3 0,-1 1-5 0,0-2 2 16,-1 0 2-16,-1-2 1 0,-2-2 6 0,1-3 0 15,-2-2-16-15,1-4 1 0,0 0-87 0,1-2-83 16,1-2-18-16,1 1-30 0,-1-4-118 0</inkml:trace>
  <inkml:trace contextRef="#ctx0" brushRef="#br0" timeOffset="61439.41">12189 1615 2237 0,'0'0'-22'0,"0"0"83"0,0 0-7 16,0 1 38-16,0-1-14 0,1 1-42 16,0-1-5-16,12 16-9 0,-13-16-14 0,0 0-66 15,0 0-25-15,0 0-26 0,0 0-178 0</inkml:trace>
  <inkml:trace contextRef="#ctx0" brushRef="#br0" timeOffset="61775.01">12401 1417 1673 0,'0'0'53'0,"0"0"105"15,0 0-26-15,0 1 53 0,-1-1-40 0,0 1-50 16,-10 18-3-16,11-19-18 0,0 1-29 0,0 17-6 16,2-8-3-16,-1 3-1 0,0 2-4 0,0 2-3 0,0 2 4 15,-1 2-2-15,2 1 10 0,-2 1-2 0,-1-1-8 16,-2 2 3-16,1 0-17 15,-2 3-4-15,-1 2 4 0,0-1-5 0,0-2-11 0,0-3 7 16,0-3-6-16,1-3 7 0,0-5-6 0,1-2-41 16,0-3-10-16,1-2-20 0,2-5-98 0,0 1-47 15,0-1-19-15,0 0-17 0,0 1-144 0</inkml:trace>
  <inkml:trace contextRef="#ctx0" brushRef="#br0" timeOffset="62059.38">12379 1383 1702 0,'0'0'84'0,"0"0"53"0,0 0-17 15,0-1 24-15,1 1-65 0,-1 0-20 16,1 0-3-16,-1 0-7 0,18-3-23 0,-18 3-3 16,0 0-5-16,0 0 2 0,20 8-9 0,-20-8 7 15,14 7 0-15,-6-3 3 0,2 1 11 0,-1-1 1 16,0-1 2-16,0 2-1 0,0 0 5 0,-2 0 2 15,-1 1 3-15,-2 0-3 0,0-1 3 0,-2 1-3 16,-1 2-6-16,-1-1 2 0,-2 2-1 0,-1 0 0 16,-2 0-2-16,-2 1 0 0,-1 1-14 0,-2 0 1 15,-2 0 0-15,0 1-1 0,2 0-14 0,1 0 0 16,-1-1-9-16,0-1-3 0,0-2-100 0,1 1-126 16,1-2-29-16,0 0-40 0,2-1-178 0</inkml:trace>
  <inkml:trace contextRef="#ctx0" brushRef="#br0" timeOffset="62308.87">12536 1482 1150 0,'0'0'179'0,"0"0"46"16,0 0 144-16,0 0-310 0,0 0 158 0,0 0-74 0,0 1 23 15,0-1-47-15,0 18-16 0,0-18-52 0,-3 13 2 16,1-3-18-16,-1 0-5 0,-2 3-15 15,1 1-1-15,-1 1-4 0,-1 1-6 0,1 0 0 16,-2 0-4-16,0 1 3 0,1 1-6 0,0 2 3 16,0 0 0-16,2 1 0 0,0 0 0 0,2-2-2 15,2-2 0-15,1-1-1 0,2-3-9 0,1-4-5 16,0 0-4-16,0-4-4 0,2 0-53 0,-1-3-70 16,1-1 3-16,0-1-25 0,0-2-3 0,1-2-139 0,0-2-9 15</inkml:trace>
  <inkml:trace contextRef="#ctx0" brushRef="#br0" timeOffset="62525.75">12596 1548 1298 0,'0'0'213'0,"0"0"-100"0,0 0 77 16,0 0-127-16,0 0 127 0,0 1-66 15,6 18 6-15,-6-19-31 0,1 17-32 0,-1-7-27 16,-1 2 3-16,-1 0-10 0,0 0 6 0,-2 1-23 15,-1-1 5-15,0 0-11 0,1 1-2 0,-1 0 0 16,0-1-5-16,1-1 5 0,1-3 4 16,0-2-29-16,3-6-14 0,0 1-15 0,0-1-108 0,0 1-57 15,-1-1-22-15,1 1-22 0,0-1-175 0</inkml:trace>
  <inkml:trace contextRef="#ctx0" brushRef="#br0" timeOffset="62933.78">12585 1510 813 0,'0'0'127'0,"0"0"126"16,0 0 58-16,0 0-163 0,0 0-2 0,0 0-50 16,0 0 1-16,0 0-22 0,0 0-24 0,1 0 4 15,19 7 0-15,-20-7 1 0,1 0 4 0,22 9 14 16,-15-7-4-16,-1 2 5 0,1-2-6 0,-1 2 0 16,1-1-2-16,0 1 1 0,-2 1-11 0,-1 0-5 15,-5-5-5-15,0 0 1 0,0 1-15 0,0-1-6 16,4 18 3-16,-4-18-5 0,0 0 6 0,0 0 1 15,-1 1 5-15,-19 16-5 0,20-17-11 0,0 0-25 16,-18 10-5-16,18-10-6 0,-1 0-15 0,-18 8-13 16,19-8-1-16,0 0-3 0,-17 5 1 0,17-5 8 15,0 0 5-15,-1 0 1 0,-18 4 16 0,19-4 4 16,0 0-1-16,0 0 2 0,0 0-7 0,-1 0-25 16,1 0-2-16,-1 0-7 0,1 0 5 0,0 0 28 15,0 0 4-15,0 0 6 0,0 0 2 0,0 0 11 0,0 0-4 16,1 0 8-16,-1 0-2 0,20 8 6 0,-20-8 1 15,0 0 2-15,1 1 6 16,16 10 9-16,-17-11-3 0,1 0 5 0,0 1-2 16,-1-1-3-16,17 23-1 0,-17-23-1 0,1 16-9 0,-1-7 2 15,-2 1-4-15,-1-1 3 0,-1 0 1 0,-1 2-1 16,-1-3 1-16,1 1-2 0,1-1-13 0,0-2-98 16,-1 0-2-16,1-1-43 0,4-5-83 0,-1 0-142 15,1 0-140-15</inkml:trace>
  <inkml:trace contextRef="#ctx0" brushRef="#br0" timeOffset="63203.24">12720 1404 1306 0,'0'0'214'0,"0"0"-74"15,0 0 70-15,0 0-126 0,0 1 92 0,17 10-49 16,-17-11 1-16,0 0-22 0,21 14-21 0,-15-10-33 15,2 4 3-15,-2-1-14 0,1 0-9 0,-1 1-6 16,-1 1 5-16,1 1-6 0,-1 1 3 0,0 3-6 16,0-1 2-16,-2 2 1 0,1 0 24 0,-1 1-4 0,-2 0 2 15,-1 2-2-15,0-1 9 0,-1 1-19 0,-2 1 9 16,-2 1-13-16,0 2-1 0,-2 1-10 16,-1 0-5-16,-2 0 0 0,0 0-6 0,-2-2 6 15,-2 0-1-15,-2-5 3 0,0 1-2 0,1-3-45 16,0-2-25-16,3-1-16 0,-1-2-152 0,4 0-173 15,0-2-195-15</inkml:trace>
  <inkml:trace contextRef="#ctx0" brushRef="#br0" timeOffset="64295.35">9591 2329 2653 0,'-8'0'71'0,"2"0"-38"0,6 0 37 16,0 0-90-16,0 0 1 0,-1 0 4 0,1 0 15 15,0-1-1-15,0 1 4 0,0-1 1 0,4-15-8 16,-4 16-3-16,0 0-2 0,22-6 1 0,-10 5-3 16,1-1 4-16,5 1-2 0,0 1 3 0,3 0 4 0,2-1 2 15,1 0 1-15,1 0 9 0,1 0 0 16,3 2 0-16,4-1 0 0,2 1-7 16,4-1 4-16,-1 1-4 0,1 0 6 0,2 1 0 0,1-1-9 15,3 1 1-15,-1 1-2 0,-1 1 6 0,2 0-4 16,0 0 1-16,1 0-2 0,0-1 3 0,-2 0 3 0,1 0 9 15,1-1-2-15,2 0 21 0,-3 0-19 0,1 0 3 16,0-2-10-16,0 0-4 0,0-1 6 0,-2-1-7 16,-2 1 6-16,1 0-5 15,1 1-1-15,0-1 4 0,-3 0-4 0,-3-1 1 0,3 0 1 16,-2 1-5-16,3 0 2 0,-2 1 1 0,-5 0-2 16,2 0 11-16,1 0-8 0,0 0 1 0,3-1 33 15,-3 0-7-15,-5 0 18 0,1 0 2 0,3 0-16 0,-1 1-1 16,2-1-3-16,-3 2 1 0,-3-1-5 0,-1 0 1 15,2-2-2-15,0 1 5 0,4 0-7 0,0-1 4 0,-4 1-6 16,1-1 2-16,1 0-4 16,2 0 0-16,1 0-2 0,0 1-4 0,-3 0-2 15,-3 1-6-15,-2-2 4 0,1 2-2 0,-1-1 2 16,0 0 0-16,-1 0-2 0,-3 0-7 0,-1 1 6 16,-3 0 0-16,0 0 2 0,2 1-7 0,-1-2 2 15,4 1 1-15,-2 0 0 0,0 1 1 0,-1 0 2 16,-2-2-4-16,-1 0 3 0,-3 0-2 0,-1-1 1 15,-2 2 1-15,0 0-1 0,0-1 6 0,-1 0 1 0,-1 1-2 16,-3 0 1-16,-1 0-3 0,-2 1 6 16,-7-1-2-16,0 0 2 0,1 0-6 0,-1 0 9 0,0 0-2 15,16 2 2-15,-16-2-21 0,0 0-25 0,0 0-13 16,0 0-8-16,0-1-88 16,0 1-79-16,0-1-34 0,-5-23-29 0,4 13-262 15</inkml:trace>
  <inkml:trace contextRef="#ctx0" brushRef="#br0" timeOffset="85268.75">9680 2300 2031 0,'-8'-3'57'0,"0"1"-53"16,0-1-2-16,1 1-6 0,1 1-8 0,6 1 5 15,0 0 10-15,-1 0-6 0,1 0 19 0,-22-7 1 16,22 7-1-16,0 0 1 0,0 0 8 0,0 0-8 15,0 0 0-15,-1-1-4 0,0 1-6 0,1-1 1 0,0 1 5 16,0-1-1-16,0 1 17 0,0 0 12 0,0-1-1 0,0 1 6 16,0-1 11-16,0 1-12 15,0-1 5-15,0 1-6 0,0 0 11 0,0 0-19 0,0 0 1 0,0 0-10 16,22-6-14-16,-22 6-7 0,17 0 3 16,-7 1-4-16,0 0 2 0,1 0-7 0,2 0 2 15,0 1-2-15,0 0 3 0,2 1-8 0,-2-1 4 0,2 1-4 16,0 1 12-16,0-1-7 15,1 2 3-15,1-1-3 0,0-1 0 0,2 0 1 16,0 0-2-16,-1 1 1 0,1 0 0 0,0-2 4 16,-1 1 6-16,2-1-2 0,0 0 2 0,1 0-4 0,2 0-1 15,2 0 0-15,3-1 1 0,-2 1-1 0,-1-1-3 16,0 2 2-16,-2 0-4 0,2 1-1 0,-2 1 1 16,4 0-2-16,-1-1 8 0,0 1-4 15,1-1 3-15,-3 0-3 0,0 0-1 0,-2-2 13 0,-1 0-1 16,1-1 5-16,1 0-1 0,3-1 3 0,1 1-5 15,1 0 4-15,0-1-13 0,-1 0-3 16,0 0 1-16,2 0-1 0,2-2-2 0,4 1 1 16,-1 0 3-16,-1-2-2 0,-2 2 3 0,-1-1 4 15,1 1-5-15,2-1 5 0,2-1-3 0,-2 1 2 16,-1-1 3-16,0 0-1 0,-2 0 2 0,1-1 0 0,3-1 1 16,1 0 0-16,2 0-7 0,-4-1 0 0,1 2-4 15,0-2 2-15,1 0 0 0,3 2-2 0,-1-2 2 16,-1 3-1-16,-1 1 2 0,1-1 2 0,1 1-1 15,2 0 1-15,1-2 2 0,-3 1-7 0,-2 0 3 0,0 0-4 16,0 2 2-16,1-2 0 0,-1 2-2 0,-3-1 1 16,-3 0-6-16,0 1 0 15,0-2 5-15,2 2-2 0,1-1 8 0,-1 1-8 16,-3-1 0-16,-1 0 0 0,-1 0 2 0,-1 1 1 16,1-1-1-16,2 2 2 0,0-1-4 0,0 0 1 15,0-1 1-15,-4 2 0 0,0 0 1 0,-2-1-1 0,0 1 2 16,2-1 0-16,0 0 4 0,1 1-4 0,-3 1-4 15,0 0 1-15,-3 0 2 0,-2 0 1 0,-1 0 3 16,-2 0-2-16,0 0 11 0,-4 0-11 0,1 0 6 16,-2 0-7-16,-1-1 5 15,0 1-12-15,-1-1-40 0,-7 0 8 0,0 0-133 0,1 0-227 0,0 0-40 16</inkml:trace>
  <inkml:trace contextRef="#ctx0" brushRef="#br0" timeOffset="88280.23">11467 2536 854 0,'-9'-2'17'16,"1"2"-2"-16,0 0 12 0,1 0 15 0,-1 0 20 0,0-2 30 16,2 2 9-16,-1-1 6 0,0 1 37 0,-4-3-26 15,11 3 4-15,-1 0-14 0,-16 0-22 0,17 0-12 16,-1 0-6-16,1 0 0 0,-19 3-6 0,19-3-11 16,0 0 1-16,-1 1-5 0,1-1 0 0,-14 19-17 15,11-12 8-15,0 4-12 0,0-1 5 0,-1 2-11 16,0 1-1-16,0 1-3 0,1 0-3 15,-1 2-5-15,0-1 2 0,0-1-3 0,0 0 4 16,1 0-5-16,-2-1 3 0,2-3-3 0,1 0 9 16,-1-2 2-16,2 0 0 0,0-1 2 0,1-1 14 0,0-6 9 15,0 0 0-15,0 0 2 0,0 0-3 0,0 0-10 16,1 0-3-16,-1-1-4 0,18-13-18 0,-12 8 3 16,1-3 3-16,-1-1 0 0,1-3-6 0,1 0 5 15,-1-2-5-15,0 1 5 0,1-1-8 16,-3 1 4-16,3-1-3 0,0 3 2 0,0 2-5 0,-1-1-4 15,0 2 3-15,0 0-5 0,-1 1-5 0,1 2 4 16,-1 1-6-16,0 2 6 0,-1-1-9 0,-5 4-2 16,0 0 1-16,0 0-2 0,1 0 6 0,15-5 5 15,-16 5 3-15,0 0 1 0,1 0 9 0,-1 0-1 16,1 1 1-16,12 17-2 0,-13-18-2 0,5 15-5 16,-3-5 0-16,-1 1-3 0,1 1-3 0,0 0 11 15,-1 1-2-15,-1-1 5 0,2 2-6 16,-1 0-2-16,0-1 3 0,0 0 0 0,1-1 3 15,-1 0 3-15,0-1-6 0,1 1 6 0,0-3 0 16,-1 1 9-16,2-2-2 0,-1-1 0 0,0-1-40 0,0 0-52 16,-2-6 1-16,0 0-16 0,0 0 16 0,1 1-7 15,-1-1 3-15,0 0-8 0,17 1-20 0,-17-1-46 0,0 0-12 16,1-1-21-16,9-16-133 0</inkml:trace>
  <inkml:trace contextRef="#ctx0" brushRef="#br0" timeOffset="88715.77">11618 2642 881 0,'0'0'431'0,"0"0"-195"16,0-1-82-16,0 1 16 0,-1-1-4 0,1 1-67 15,-8-16 6-15,8 16-28 0,0 0-5 0,0 0-6 16,0 0-6-16,0 0 0 0,-1 0-24 0,1 0-10 16,-1 1 2-16,-17 17-4 0,14-11 1 0,0 2-12 15,0 1 1-15,0 1-5 0,3 0 0 0,-1 1 0 16,1-1 0-16,1 1-2 0,0-1-3 16,0 0 2-16,0 0 1 0,2-1 2 0,-1-2 11 0,3-1 10 15,-4-7 4-15,0 0 4 0,1 1 24 0,18 12-9 0,-19-13 6 16,0 0-6-16,22-1 6 15,-14-2-18-15,0-2 2 0,1 0-9 0,0-2-16 0,-1-1 0 0,1 0-2 16,-1-1 2-16,-1 0 4 16,0 1-1-16,-2-1-2 0,0-1 0 0,0 1-7 0,-3 0-2 15,-1 1-3-15,0-1 2 0,-2 2-2 0,-1-2-15 16,-1 1 3-16,0 2-10 0,-2-1-3 0,-1 2-25 16,0 1 4-16,0 1-13 0,0 1-12 0,-2 1-20 15,2 2-2-15,-1 1-6 0,-1 0 3 0,1 1 9 16,-1 0-10-16,-1 1-3 0,2-1-124 0,-1 1-117 15,1 0-37-15</inkml:trace>
  <inkml:trace contextRef="#ctx0" brushRef="#br0" timeOffset="88978.94">11671 2621 1282 0,'0'0'212'0,"0"0"-152"16,0 0 61-16,1 0-98 0,-1 0 125 0,1 0-93 15,15 9 24-15,-16-9-48 0,0 0 40 0,1 0-6 16,17 9 5-16,-18-9-10 0,0 0-23 0,17 8-12 16,-17-8 4-16,1 0-4 0,18 10 18 15,-19-10-2-15,1 0-3 0,22 6 1 0,-14-4-13 0,1-1-4 16,0 0 1-16,0-1-1 0,2 0 1 0,-2 0 1 16,1-1 3-16,-1 1-2 0,-1-1 1 0,0-1-7 15,-2 0-4-15,0 0-4 0,-2 0-39 0,-5 2-61 16,0 0-4-16,0 0-19 0,1-1-19 0,0 1-13 15,-1-1-2-15,13-15-8 0,-13 16-43 0,0-1-95 16,0 1-100-16</inkml:trace>
  <inkml:trace contextRef="#ctx0" brushRef="#br0" timeOffset="89182.06">11850 2531 1053 0,'0'0'170'0,"0"0"-34"15,0 0 58-15,-1 0-136 0,0 0 33 0,1 0-69 0,-1 1 14 16,-11 16-31-16,12-17 40 0,-7 17 9 0,4-6-1 15,-2 1-1-15,0 2-28 0,0 0 22 0,-1 1-11 16,2 2 12 0,0-1-32-16,1 1 3 0,1-1 2 0,0-2 0 15,0 0 6-15,2 0-5 0,0 1 2 0,1-2-4 0,1-1 3 16,1-2 1-16,1 0-2 0,1-1 1 0,0-1-30 0,1-2-55 16,2-2-11-16,0 0-18 0,3-1-70 0,-1-2-120 15,-1 0-40-15</inkml:trace>
  <inkml:trace contextRef="#ctx0" brushRef="#br0" timeOffset="89732.24">12145 2654 2076 0,'-1'-5'72'0,"1"5"80"15,0-1-34-15,0 1 38 0,-3-18-112 0,3 18 10 16,0 0-2-16,0-1 5 0,0 1-10 0,0-1-28 16,-1 1 2-16,1 0-12 0,-1-1-12 0,-16-5-2 15,17 6-2-15,0 0 4 0,0 1 9 0,-1-1-5 16,-16 18 2-16,17-18-3 0,-11 13-1 15,5-4-1-15,-1 0-3 0,2 0 2 0,-3 1-1 16,1 1-1-16,0-1 4 0,1 0-2 0,1-1 5 16,0-3 5-16,1 1-1 0,4-7 2 0,0 1-1 15,-4 15 8-15,4-16-5 0,0 1 5 0,0-1-17 16,0 0 2-16,0 1 0 0,0-1 0 0,1 1 3 0,-1-1 3 16,20 2 1-16,-20-2 0 0,12-9-5 0,-6 3 4 15,1-1-5-15,0 0 3 16,0 1-7-16,1-2 7 0,-1-1-4 0,1-1 5 0,-2 1-5 15,0 1 5-15,-1 1 2 0,-1 2 1 0,0 0-8 0,-2 0 6 16,-2 5-5-16,0 0 6 0,0-1-10 16,0 1-7-16,0-1-5 0,0 1 0 0,1-1-12 15,-1 1 12-15,1 0 3 0,-1 0 2 0,0 0-2 16,1 0 7-16,-1 0-5 0,1 0 5 0,15 21-6 0,-16-21-1 16,0 16 0-16,0-7-1 0,0 1-5 0,-1 0 12 15,0-1-3-15,1-1 7 0,0 0 6 0,0 0 4 16,0-1 3-16,0-1-3 0,2 1-19 0,-2-7-36 15,0 0-6-15,0 1-8 0,0-1-24 0,0 0-32 16,1 1-10-16,-1-1-15 0,18 8-97 0</inkml:trace>
  <inkml:trace contextRef="#ctx0" brushRef="#br0" timeOffset="90083.07">12269 2597 1816 0,'0'0'82'0,"0"0"-24"0,0 0 127 0,0 0-109 0,0 0 23 15,0 0-58-15,0 0-4 0,1 0-9 16,18-2 7-16,-19 2-7 0,0 0 9 15,0 0-11-15,18 5 3 0,-18-5-5 0,1 0 7 16,19 5-3-16,-20-5 4 0,0 0-4 0,23 5-4 16,-15-4-4-16,2-1-2 0,-1 0 1 0,0 1 0 0,0-1-8 15,-1 0 2-15,1 1-4 16,-2-1 1-16,1 1-2 0,0-1 1 0,0 1-2 0,-1-1 4 16,-7 0-6-16,1 0 6 0,-1 0-6 0,21 1-10 15,-21-1-34-15,0 0-7 0,0 0-11 0,0 0-35 16,0 0-24-16,0 0-10 0,0 0-9 0,0 0-78 0,0-1-138 15,0 1-92-15</inkml:trace>
  <inkml:trace contextRef="#ctx0" brushRef="#br0" timeOffset="90409.41">12390 2520 1113 0,'0'0'70'0,"0"0"133"0,0 0-108 0,0 0-23 15,0 0 1-15,0 0-15 0,0 0-21 0,0 1 26 16,0-1-2-16,-2 19 8 0,2-19-18 16,0 0-15-16,-5 18-1 0,4-10-7 0,-1 3-6 0,0 1-4 15,0-1 2-15,0 2-2 0,-1-1 11 16,-2 2 7-16,1 0 8 0,0-1-3 0,0 2 9 0,0-2-22 16,0 0-4-16,2-1-5 0,-1 0-8 15,0-2 3-15,1-1 3 0,-1 1-1 0,2-2 3 0,1 0 6 16,1-1-5-16,-1-7 4 0,0 0-18 0,0 1 7 15,0-1 3-15,0 1 0 0,1-1-6 0,-1 1-11 16,17 11-14-16,-17-12 1 0,0 0-38 0,0 0-22 16,1 0-4-16,15-16-8 0,-16 16-30 0,0 0-27 15,10-16 0-15,-10 16-12 0,0-1-13 0,9-17-32 16,-9 18-5-16,7-15-21 0,-2 7-134 0</inkml:trace>
  <inkml:trace contextRef="#ctx0" brushRef="#br0" timeOffset="90717.9">12494 2609 426 0,'0'0'275'0,"0"0"-54"0,0 0-30 0,0 0-6 0,0 0-94 0,0 0-21 16,0 0 8-16,0 0-10 0,0 1 22 0,0-1-10 15,0 1-2-15,-6 19-6 0,6-20-25 16,0 1-8-16,-2 20-3 0,-2-12-2 0,1 1-10 16,0 2 6-16,0 0-5 0,-1 1 6 0,-1-2-7 0,0-2 4 15,1 1 2-15,-1 0 1 0,0 1 7 0,1 0 3 16,1 0-2-16,1-2 2 0,-1-2-3 0,1 0 1 15,2-7 1-15,0 0 1 0,0 1 4 16,0-1 15-16,0 0-1 0,0 1 6 0,0-1-3 16,0 1-16-16,0-1-3 0,0 0-6 0,0 0-24 0,0 0-14 15,1 0 0-15,-1 0-5 0,16-19 4 0,-9 11-2 16,0 0-3-16,0 0 2 0,1 0-2 0,-1 1 3 16,0 1-17-16,1 2 3 0,-2-1-78 0,0 0-6 15,-2 0-8-15,2 0 0 0,0 1-36 0,-2 0-66 16,1 0-20-16,-1-1-37 0,0 0-268 15</inkml:trace>
  <inkml:trace contextRef="#ctx0" brushRef="#br0" timeOffset="91203.02">12595 2654 869 0,'0'0'163'0,"0"0"48"15,0 1-29-15,4 15 22 0,-4-16-119 0,0 0 0 16,0 17-11-16,0-17 5 0,0 1-32 0,-3 20-16 16,2-13-2-16,-1 0-6 0,0 0-17 0,0-1 2 15,1 1 3-15,-2 2 1 16,2-2 24-16,-1 2 7 0,0-2 4 0,1 0-1 0,0 0-3 16,0-1-3-16,0-1 2 0,1-6-2 0,0 1 5 15,0-1 7-15,0 0-9 0,2 17 9 0,-2-17 1 16,0 0 3-16,0 0-1 0,1 0-2 0,-1 0-30 0,1 0-20 15,17-9-1-15,-18 9-5 0,0 0 2 0,17-17 2 16,-12 10 4-16,1 0-2 0,0-1 0 0,0 1 2 16,-1 0-1-16,0 0 1 0,-1-2 4 0,0 1-7 15,0 1 3-15,1 1-4 0,0 1 5 0,-2 0-2 16,2 0 1-16,-1 0-2 0,-4 5 1 0,0-1-4 16,0 1 2-16,0-1-2 15,0 1 3-15,1 0-14 0,-1-1-2 0,1 1-4 0,0-1 0 16,-1 1 4-16,0 0 4 0,0 0-1 0,1 0 5 0,-1 0 4 15,1 1 1-15,-1-1 1 0,11 19 6 16,-11-19-3-16,0 1 1 0,0-1-2 0,-7 21 5 16,7-21-7-16,0 1 2 0,-8 19-3 0,8-20 5 0,0 1-2 15,-7 21 2-15,7-22-2 0,0 1-1 0,-3 20 7 16,3-21-4-16,0 0 5 0,-1 16-8 0,1-16-17 16,0 1-3-16,0-1-9 15,0 1-44-15,5 16-41 0,-5-17-9 0,0 0-11 0,0 0-42 16,0 0 10-16,0 0-9 0,0 0 6 0,18 4-35 15,-18-4-145-15</inkml:trace>
  <inkml:trace contextRef="#ctx0" brushRef="#br0" timeOffset="91677.92">12767 2825 956 0,'0'0'161'0,"0"0"-103"15,0 0 35-15,0 0-25 0,0 0 40 0,1 1-61 16,-1-1-5-16,0 1-11 0,2-1 14 0,-2 0 15 16,18 14 5-16,-18-14 5 15,0 0 39-15,0 0-8 0,1 0 6 0,18-1-9 16,-19 1-1-16,0 0-27 0,1 0-3 0,18-8-9 16,-19 8-19-16,0 0-9 0,0 0 3 0,1-1-5 0,0 1 5 15,-1 0-4-15,15-20 3 0,-15 20-3 0,0 0 11 16,0 0 6-16,0 0-5 0,-2-18 5 0,2 18-14 15,0-1-4-15,0 1-2 0,-9-21-2 0,9 21-11 16,0-1-7-16,0 1 5 0,-12-17-5 0,12 17-2 16,0 0-7-16,-1-1-1 0,-19-11-2 0,20 12-2 15,-1 0-22-15,1 0 4 0,-20 1-10 0,20-1 5 16,0 0 17-16,-20 10-4 0,13-5 11 0,0 1 7 0,-2 1 4 16,0 2 3-16,0 0 1 0,0 1 3 0,3 0-11 15,-1 0 0-15,3 0-4 0,-3 1 8 0,3 0 1 16,0 0 2-16,1 0-2 0,3 0 8 0,0-1 3 15,4 1 4-15,-1-2-2 0,2 1 5 0,1-3 9 16,0-1 3-16,1 2 4 0,1-3 17 0,1 2-2 16,0-2-8-16,0-2-1 0,-2 1-44 0,-1-3-27 15,-6-1-9-15,1 0-10 0,-1 0-64 0,17 8-40 16,-17-8 2-16,0 0-13 0,0 0 16 0,1 0-8 16,18-3 3-16,-19 3-5 15,0-1-6-15,0 1-148 0,20-19-206 0</inkml:trace>
  <inkml:trace contextRef="#ctx0" brushRef="#br0" timeOffset="93779.13">1582 3552 2284 0,'-7'0'57'0,"1"0"-46"16,6 0-9-16,-1 0-19 0,1 0-18 0,0 1-43 15,-1-1 8-15,-7 18-9 16,8-18 29-16,0 0 20 0,0 0 5 0,0 0 6 15,13 18 28-15,-13-18-13 0,1 1 4 0,17 11-5 16,-10-9 13-16,1 0 18 0,1 0-1 0,1-1 7 16,-2 1 5-16,2-1-9 0,0 1 4 0,0 0-5 0,1-2 1 15,1 0-5-15,3 1-2 0,0 0 1 0,2 1 2 16,-1-2-3-16,2 0-1 0,0 0-1 0,0-1-9 0,1 1-6 16,1 0-1-16,0 0 0 0,0 1-3 0,2-2-1 15,2 0 2-15,1-2-1 0,1 1-1 0,0 1 4 16,-2-1-3-16,-2 0 2 0,2 1-5 0,0-3 5 15,1 2-5-15,3-2 6 0,-1-1-3 0,1 3 9 16,-3-2 14-16,0 2-1 16,-1 0 27-16,0-2-24 0,3 2 0 0,1-2-9 15,3 3-8-15,-2-1-3 0,-2 1-2 0,-1 0 2 16,0 0-3-16,0-2-2 0,2 1 2 0,-1 0-2 0,2-1 5 0,-2 1 2 16,-2-1 1-16,-1 2 0 15,0 0 8-15,0 0 9 0,2-1-1 0,1-1 3 16,1 2-2-16,-1-3-10 0,0 2-1 0,-3 1-4 15,0-2-9-15,1 1 4 0,0-1-2 0,3-1 4 16,-1 2-4-16,0 1-2 0,0 0 2 0,-2 0-3 0,-3 0-4 0,1 0 5 16,1-1-4-16,2 1 6 0,1-1 1 0,-1 0-5 15,1 2 6-15,-2-1-6 0,-2 2 4 0,0-1 1 16,0-1-4-16,3 2 3 16,0-2-4-16,3 1 1 0,-2 1 1 0,-1 0 1 0,-2 0-3 0,0 0 1 15,0 1 1-15,0-1 0 0,2-2-2 0,1 1 6 16,0 1-5-16,-1-2 7 0,-2 2-8 0,-2 0 2 15,1 1 5-15,0 0-1 0,2 0 6 0,0-2 8 16,0 0-2-16,-1 2 5 0,0-1-3 0,-1 0-3 16,-2 2-2-16,1-2-1 15,-1 0-9-15,3-1 3 0,2 0-3 0,1 0 3 16,0 1-4-16,-1-2-2 0,-1 0 0 0,-2-2-1 0,2 1-2 16,2-1 6-16,1 1 0 0,2-1 2 0,-1 1-9 15,-3 0 5-15,0 1-3 0,-2-1 5 0,1 0 5 16,4 0-12-16,1 0 5 0,1-1-8 0,-1 2 6 0,-2-2 2 15,1 1-2-15,-1 0 2 16,4 0-2-16,1 0 1 0,2-1 0 0,-2 1 1 16,-2-1 3-16,-2 0-5 0,3 2 4 0,0-2-4 15,3 1 0-15,-1 0 0 0,-2 0 2 0,-2 0-1 16,0 1 5-16,1-1 7 0,2-1-3 0,2 2 5 16,-1 0-1-16,-3 0-4 0,0 0 1 0,1 0-2 0,2-1 1 0,1 1-5 15,1 0-1-15,-2-1-1 0,-1 1 2 16,1-1-1-16,0 0 3 0,3 1-3 0,3-1 1 0,-5 0-2 15,-1-1 0-15,-1 0 0 0,2 0-2 0,3 1-1 16,1 0 3-16,-2-1-1 0,-1 2 6 0,0-2-1 16,2 0-4-16,2 2 2 15,0-3 1-15,-3 2-2 0,0 1 2 0,0-2-3 16,3 2-5-16,0 0 4 0,0 0 0 0,-3 0 2 16,-1 1-4-16,4-1 2 0,0-1 0 0,1 1 2 15,-3-1 6-15,1 1 8 0,1 0 0 0,1-1 3 16,2 1 1-16,-4 0-11 0,-1 0 0 0,-1 1-4 0,1 0 2 0,-1 1-9 15,2-1 7-15,-7 2-7 16,1-1 1-16,-1 0 3 0,1 1-2 0,0-1 3 16,2 1-1-16,-4-2-2 0,-1 1-1 0,-1-1 1 15,0 0 0-15,3-1 4 0,1 0-2 0,-1-1 3 0,-1 0 2 16,-4 0 1-16,-1 0-4 0,-2 0 3 16,1 1-9-16,0-2 2 0,-1 2 1 0,-1 0 0 15,-1 0 4-15,-5 2-1 0,1-2 0 0,-4 0 0 0,0 3-1 0,-2-2 1 16,-1-1-2-16,1 1 2 15,1 0-4-15,-1 0 2 0,1 1-4 16,-1-1 3-16,-1-1-4 0,0 0 4 0,-1 1 0 0,-1 0 2 16,0 1 0-16,0 1-5 0,-3-2 2 0,0 2-4 15,-7-3-8-15,1 0-19 0,-1 0-11 0,0 0-5 16,17 2-63-16,-17-2-58 0,0 0-2 0,0 0-20 16,0 0-8-16,0-1-157 0</inkml:trace>
  <inkml:trace contextRef="#ctx0" brushRef="#br0" timeOffset="94701.18">2260 3580 2964 0,'0'0'59'0,"0"0"-142"16,0 0-41-16,0 0-48 0,8 4-26 0,8 3 126 16,4 0-2-16,4 1 36 0,4 0 32 0,-6-5-4 15,8 5 7-15,4 1-7 0,-1 0 2 0,2 0 2 16,0 0-8-16,2 0 4 0,1 1-16 0,4 0-5 16,0-2-2-16,-2 1 2 15,2 0 22-15,0-1 39 0,3 0 1 0,1-2 13 0,-4 0 0 16,3-2 2-16,0 0 5 0,2-1-3 0,0 0 0 0,1-1-9 15,2 0-5-15,2 0-1 0,1-1-14 0,3 1-5 16,0-2-2-16,3 1-1 0,1 0-12 0,1-1 5 16,3 2-3-16,-4-1 5 0,2 1-6 0,3-1 0 15,-1 0 0-15,0 0 0 0,0 0 0 0,1-1 1 16,-2 0-1-16,2 1 1 0,2 1-1 0,-4 0 3 16,2 0 2-16,2-1-1 15,-1 2-4-15,-2 0-2 0,5 1 2 0,-2 1 0 16,-1-1 6-16,2-1-6 0,1 2 0 0,-3-2 0 0,2 1 6 15,4-2-5-15,-4 0 5 0,3 0-6 0,3-2 4 16,-4 2 21-16,1-1-7 0,4-2 10 0,-2 0-20 0,-2-1 1 16,3 0 0-16,-2 0 2 0,-3 0-3 0,4 1-1 15,-2-1-2-15,-3 2 1 0,3-1-6 0,-3-1 8 16,-2 0-4-16,4 1 7 0,-3 0 0 0,-2 0-1 16,2 0 1-16,-2-1 0 0,-1 1-1 0,1 0-3 15,2 1-1-15,-3-1-1 16,-2-1 4-16,3 0-4 0,-2-1 0 0,0 2-2 15,0-2-4-15,1 2 3 0,-1-2 1 0,-2-2 1 0,2 1-4 16,-1 0 0-16,-2 0 2 0,-1-1 0 0,0 2 1 16,-2 0-2-16,-2-2-1 0,-1 1 0 0,-3 1 2 0,-1-1 1 15,-1 1-1-15,-2 0 1 0,-3-1 8 0,-2 2 2 16,-1-1 3-16,-2 1-2 0,-1 1-9 0,-5 1 2 16,-3 0-4-16,-3 2 4 0,-2 0 0 0,-3 1-7 15,1-1 3-15,-4 0-4 0,-1 1-3 0,-5-2-177 16,-1-1-5-16,-5 0-83 0,-7 0-236 0</inkml:trace>
  <inkml:trace contextRef="#ctx0" brushRef="#br0" timeOffset="95686.89">1998 3715 2422 0,'0'0'94'0,"-1"0"-47"0,1 0-35 0,0 0-77 0,0 0-42 15,2 1 14-15,8 3 11 0,5-1 11 16,3 1 50-16,-4-5 24 0,11 5 2 0,0 0 8 0,2-2 6 0,1-1-5 16,2 0-1-16,4-1-2 15,0-1-12-15,0 1 16 0,2-2-3 0,2 0 10 16,1 0 11-16,3-2-12 0,1 0 7 0,1-2-9 15,0 0 12-15,4 0-7 0,1-1-1 0,0 0-3 16,1 0-11-16,4 1-2 0,-1-1 1 0,1 2-2 16,1 0 1-16,0 0 3 0,2 1 3 0,-1 1 0 15,3 1 13-15,-1 1-10 0,0 0-1 0,2 1-3 16,1 2-11-16,-2 0 2 0,1 1 0 0,2 2 1 16,-1 0 4-16,-1 2-7 0,0-1 0 15,2 1-1-15,0-1 2 0,0 1 2 0,1-1-2 0,2 0 0 16,-1-1-1-16,3 0-4 0,0-1 4 0,0 0-3 15,-2-1 3-15,6 1 6 0,-3 0-7 0,-2-1 7 16,3 1-7-16,-1 0 2 0,-4 0 3 0,4 0-1 16,-2 0-1-16,-3 1 17 0,0 0 9 0,2 0 5 0,-2 0 38 15,-1 0-23-15,2-1 10 0,1-2-11 0,-1 2 20 16,5 0-40-16,-1-3-1 16,2 2-14-16,-2-3-11 0,7 0-2 0,-1 0 2 0,-1-1-2 15,6-2 1-15,-4 1-8 0,-1-1 0 16,5 0-3-16,-4 2 8 0,2-2 6 0,1 0-2 15,-6-1 3-15,1 2-5 0,-1-1 0 0,-4 1 2 16,-1 0-2-16,0 0-4 0,-4 1 4 0,-3 1-2 16,2 0 3-16,-4 1 3 0,-1 1-1 0,-1-2 0 0,-1 2-1 15,-2-1 1-15,-3 0-2 0,1 1-1 0,-5 0 0 16,-2 2-9-16,-1-2 5 0,-1 0-5 0,-4-1 4 16,-4 2-8-16,-2-2-155 0,-2 0-5 0,-1 2-81 15,1-1-304-15</inkml:trace>
  <inkml:trace contextRef="#ctx0" brushRef="#br0" timeOffset="97700.93">5675 3682 65 0,'-4'-3'1072'0,"4"3"-475"0,0 0 551 16,0 0-1331-16,0 0-14 0,0 0-49 0,0 0 88 15,0 0-20 1,1 0 34-16,17 8-115 0</inkml:trace>
  <inkml:trace contextRef="#ctx0" brushRef="#br0" timeOffset="98063.87">7212 3725 2697 0,'0'0'47'0,"0"0"-312"0,0 0-286 0</inkml:trace>
  <inkml:trace contextRef="#ctx0" brushRef="#br0" timeOffset="105147.16">5073 3644 2543 0,'0'0'100'0,"0"0"-50"0,0 0-23 0,0-1-65 16,0 1-41-16,0 0 65 0,0 0-6 0,0 0 32 15,0 0 0-15,0-1-8 0,0 1 1 0,20-2-3 16,-11 4 4-16,0 0 2 0,0 0-4 0,3 1 4 16,0 0 1-16,-1 1 12 0,0-2-1 15,1 1 5-15,-1-1 7 0,2-1 4 0,-1 1 4 16,0 0-1-16,1-1 2 0,0-1 1 0,2-1-1 0,-1 0 1 15,2 0-7-15,-1-2-6 0,1-1-1 0,0 2-2 16,0-2-16-16,0 1-7 0,2 0 1 0,1 0-3 16,1-1 0-16,1 0 1 15,2 0-1-15,0-1 1 0,-1 2 0 0,0-1 0 16,-1 2-1-16,-2 0 2 0,0 1 4 0,-1 1-7 16,-1-3 6-16,2 1-6 0,-1 0 1 0,3 0-1 15,-1 2 0-15,-1-1 0 0,0 0 1 0,-1 1-1 16,-1-1 0-16,-1 1-1 0,0 0 4 0,-2-1 0 0,0 1 1 15,-1-1-2-15,0-1 0 0,1 1 2 0,-1-1 3 16,-1 2-1-16,-1 1 10 0,-2-1-1 0,-1 2-3 0,-1-2 3 16,0 0 5-16,-7 0-1 0,0 0 1 0,1 0-3 15,17 4-6-15,-18-4-5 16,1 0-1-16,-1 0-2 0,0 0 2 0,20 4-1 0,-20-4 3 0,0 0-2 16,1 0-4-16,15 4 0 15,-16-4 1-15,1 0-1 0,-1 0 1 0,0 0 0 16,18 2 0-16,-18-2 1 0,0 0 6 0,1 0-3 15,0 0 3-15,-1 0-2 0,17 5-3 0,-17-5 1 16,0 0-4-16,0 0 3 0,0 0 0 0,1 0 0 16,-1 0 0-16,17 2 0 0,-17-2-5 0,0 0 1 15,0 0 2-15,0 0 0 0,0 0 6 0,0 0-6 16,1 0 3-16,15-4-2 0,-16 4 7 0,0 0-8 0,0 0 2 16,0 0-2-16,1 0 6 0,-1 0 2 15,1 0-2-15,-1 0 2 0,1 0-1 0,-1 0-7 16,1 0 4-16,-1 0-5 0,1 0 1 0,-1 0 5 15,0 0-3-15,1 0 3 0,-1 0-8 0,1 0 5 16,0 0-3-16,-1 0 7 0,0 0-1 0,0 0-1 16,1 0 3-16,0 0-3 0,-1 0-2 0,0 0 5 15,1 0-5-15,-1 0 4 0,1 0-14 0,-1 0 6 16,0 0 2-16,1 0 2 0,-1 0-1 0,1 0 0 0,0 0-6 0,-1 0 3 16,0 0 0-16,1 0 0 0,-1 0 1 0,1 0-1 15,-1 0-4-15,16 5 2 0,-16-5 3 0,0 0-1 16,0 0-5-16,0 0 7 15,0 0-4-15,0 0 5 0,0 0-3 0,0 0 1 16,0 0 0-16,0 1 0 0,0-1-4 0,0 1-6 16,0-1-2-16,0 1-2 0,0-1-10 0,0 0-17 15,0 1-5-15,0-1-5 0,0 1-34 0,0-1-32 16,0 1-14-16,0-1-15 0,0 1-139 0,-1-1-569 16</inkml:trace>
  <inkml:trace contextRef="#ctx0" brushRef="#br0" timeOffset="106189.27">5079 3684 2044 0,'0'0'194'0,"-1"0"12"15,0 0-14-15,1 0-210 0,0 0-66 0,0 0 10 16,0 0-6-16,0 0 28 0,0 0 57 0,0 0 2 16,20-5 10-16,-10 6-3 0,-1 0 37 0,2 0-17 15,3-2 2-15,0 1-9 0,2 0-8 0,2-1 6 16,-1 0-4-16,3 0 5 0,0 0-4 0,1 0-2 16,-1 0 4-16,0 1-3 0,-1-1 22 15,-3 1 0-15,1-1 2 0,-2 0-2 0,-1 1-3 0,1-1 1 16,0 1-3-16,1-1 1 0,1 1-13 0,1 1-4 15,-1-1 5-15,0 0-5 0,0 0 3 0,-2-1-14 16,1 1 2-16,-1-1-5 16,0 1-3-16,-1-1 2 0,0 0-6 0,-1 1 4 0,1-1-5 15,2 1 1-15,-1 0 4 0,0 0-2 16,0-1 3-16,-2 1-2 0,-1 0-3 0,-2 0 2 0,0 0 1 16,-2 0-5-16,0 0-18 0,-2 0-1 0,1 0-105 15,0 0-133-15,-1 0-26 0,0 0-59 0,3 0-335 0</inkml:trace>
  <inkml:trace contextRef="#ctx0" brushRef="#br0" timeOffset="121621.93">1546 6025 1060 0,'0'0'176'0,"0"0"99"0,0 0 33 0,0 0-53 15,0 0-54-15,0 0-60 0,-1 0-2 0,1 0-13 16,-1 0-27-16,-21 1-18 0,22-1 3 0,0 0-9 15,-1 1-13-15,-12 17-2 0,8-11-5 0,0 1 3 0,-1 2-9 16,-2 2-12-16,2 1 1 0,-1 2-5 16,-2 1 0-16,0 2 3 0,-1 1-4 0,0 1 2 0,0 2-9 15,-3 1 15-15,2 3-3 0,-2 1 4 0,1-1-18 16,1-1-4-16,0-1-2 0,1-2-1 0,-1-1-4 16,1-4-9-16,1 1 1 0,1-1-4 0,0 0 4 0,0 1-3 15,1-3 0-15,1 0-1 0,0-3 0 0,2-1 0 16,0-3-1-16,2-1-1 0,2-7-10 0,0 1-24 15,0-1-14-15,0 0-8 0,0 1-90 0,0-1-61 16,0 1-10-16,0-1-22 0,0 0-94 0,11-10-142 16,-4 1 917-16</inkml:trace>
  <inkml:trace contextRef="#ctx0" brushRef="#br0" timeOffset="122499.12">1487 6027 1668 0,'0'0'111'0,"0"0"10"16,-1 0-6-16,1 0 8 0,-18-3 0 0,18 3-7 16,0 0-1-16,0 0-4 15,0 0-34-15,0-1-20 0,0 1-3 0,0-16-4 16,0 16 1-16,1 0-15 0,-1-1 0 0,17-11-5 16,-17 12 0-16,15-8-3 0,-5 6 1 0,0-2-2 15,2 0 7-15,2-1 0 0,0 1-1 0,0-1-2 16,2 3-9-16,-2-1 9 0,0 1 0 0,0 1 2 15,-2 0-12-15,-4 1 2 0,2 1-2 0,-1 2 2 16,-1-1-1-16,-1 2-4 0,0 0 6 0,-1 2-4 16,-1-1 13-16,0 2 5 0,-3 0-2 0,-2 0 4 0,-1 0 4 15,-3 3-9-15,-3 1 2 0,-1 2-5 0,-1 2-9 16,-1 1-3-16,-1 2-5 0,-1 0 2 0,-3-1-10 16,-2 1 5-16,1-2-3 0,-1 0 3 15,0-2-1-15,0-2-5 0,0 0 1 0,0-1-3 0,3 1-4 16,-1-2 6-16,2 0-2 0,2-2 4 0,1-1 2 15,0-2-5-15,1-1 1 0,1-2-5 0,2 0-14 0,-1-1-43 16,1-1-14-16,6 0-18 0,-1 0-124 0,1 0-230 16,-1 0-50-16</inkml:trace>
  <inkml:trace contextRef="#ctx0" brushRef="#br0" timeOffset="122960.63">2020 5929 1391 0,'0'0'247'0,"-1"0"116"0,1 0 27 15,-17-4-156-15,17 4-69 0,0 0-69 0,-1 0 7 16,0 0-20-16,-15 8-15 15,16-8-22-15,-17 9-5 0,10 1-4 0,-1 1-12 0,0 2 2 16,-3 1-2-16,2 6 2 0,-1 2 2 0,-1 5 5 16,1 3 9-16,-1 3-2 0,1-1 23 15,1 1-16-15,0 1-2 0,2 1-6 0,0 0-22 0,2-1-14 16,0-3 1-16,3-5-5 0,1-2 4 0,1-4-7 16,0-1 0-16,2-2-4 0,1-1-6 0,0-3-69 0,2-3-9 15,0-1-28-15,2-4-73 0,0-2-66 16,2-3-18-16,2-4-28 0,0-4-142 15</inkml:trace>
  <inkml:trace contextRef="#ctx0" brushRef="#br0" timeOffset="123177.78">2293 5901 1300 0,'0'0'848'0,"0"0"-577"16,0 0-93-16,0 1-93 0,0-1 15 0,-5 17-10 15,5-17 9-15,-7 16-7 0,2-5 30 0,-1 3-29 16,-2 2 0-16,-2 2-12 0,-1 2-14 0,-1 2-24 16,-1 2 2-16,-2 2-12 0,0 0-18 0,-3 0-3 15,1 0-5-15,2-1 3 0,1 0-8 0,2-1 0 16,1-1-2-16,1-3 1 0,0-2-7 0,2-3-116 16,-1-3-12-16,2-2-49 0,1-2-141 0,1-3-76 15,5-5-68-15</inkml:trace>
  <inkml:trace contextRef="#ctx0" brushRef="#br0" timeOffset="123414.15">2293 5900 2164 0,'0'0'109'0,"0"0"-29"16,0 0-9-16,0 0 1 0,19 8 1 0,-19-8 28 15,0 0-6-15,9 22 16 0,-6-11-3 0,1 1-15 16,-2 2-1-16,-1 2-5 0,2 3 2 0,-2 2-27 15,2 2 2-15,-3 3-14 0,1 0-22 0,0 1-11 16,-1 0-7-16,0-1 0 0,0 1-7 0,0-2 4 16,0 1-4-16,-2-2 3 0,2-2-7 0,0-4-60 15,0-1-6-15,2-4-31 0,-1-2-121 0,0-2-99 16,-1-9-42-16,0 0-36 0,0 1-307 0</inkml:trace>
  <inkml:trace contextRef="#ctx0" brushRef="#br0" timeOffset="123597.42">2128 6157 2491 0,'0'0'120'15,"0"0"208"-15,0 1-322 0,0-1 16 16,0 1 2-16,0-1 10 0,0 1 53 0,0-1-4 0,0 1-7 16,18 8-6-16,-17-9-59 0,16-4-11 0,-7 0 5 15,2-1-6-15,0-2 1 0,1 1-6 16,0-1 5-16,2 0-4 0,-1 0-5 15,2-1-172-15,0 1-12 0,1 0-72 0,1 0-187 0</inkml:trace>
  <inkml:trace contextRef="#ctx0" brushRef="#br0" timeOffset="124013.36">2522 6419 2319 0,'0'0'116'0,"0"0"-49"0,0 0-29 16,0 0 6-16,-9-17-42 0,9 7 44 15,1-2-16-15,0-4 24 0,1 0-33 0,1-2-8 16,-1-1 9-16,1-1-6 0,0-1 28 0,0-1 8 16,1 1-1-16,0-3 3 0,0 0-3 0,0 0-13 15,2-1 1-15,0 1-5 0,0 0-9 0,2 1-13 16,-1 2 0-16,1 2-3 0,1 3 18 0,-2 4-4 15,1 1 0-15,0 3-4 0,-1 1-10 0,-1 2 6 0,0 1-1 16,0 1 2-16,-6 3-8 0,0 0 2 0,0 0 3 16,19-2-2-16,-19 2-5 0,1 0 11 15,15 9-7-15,-10-3 9 0,1 2 6 16,-2 0 7-16,1 2 1 0,0 2 2 0,-1 1-1 0,1 2 5 16,-1 2 0-16,1 2 2 0,-2 1-6 0,1 2-8 15,-1 0 4-15,-1 1-5 0,0-1-2 0,-1 1-12 16,-1 0-3-16,0 0-1 0,-1 0 1 0,-1-3-5 15,0-1 3-15,1-4-5 0,0-1 1 0,0-3-3 16,-1-3 0-16,1-8-3 0,0 0-27 0,0 1-98 16,0-1-14-16,0 1-39 0,0-1-120 0,0 1-123 15,0-1-49-15</inkml:trace>
  <inkml:trace contextRef="#ctx0" brushRef="#br0" timeOffset="124246.01">2938 5971 2052 0,'0'0'364'0,"0"0"-229"15,0 1-20-15,0-1-54 0,0 1 3 0,-2 19 39 16,2-12-8-16,0 3 18 0,0 3-13 0,0 1-46 16,-1 3 3-16,0 2-18 0,-1 0-4 0,0 0-12 15,-1 1 0-15,-1 0-5 0,1 0-8 0,-1-4-4 0,0 1 2 16,1-3-3-16,0 1-1 0,0-3-1 15,2-2-3-15,-2-3-1 0,3-8-28 0,0 1-55 16,0-1-15-16,0 0-17 0,0 1-86 0,0-1-84 16,0 0-9-16,0 0-41 0,-3-14-168 0</inkml:trace>
  <inkml:trace contextRef="#ctx0" brushRef="#br0" timeOffset="124679.72">2923 5945 1834 0,'0'0'159'0,"0"0"-15"15,1 0-11-15,16-11-1 0,-17 11-32 0,0 0 17 16,20-2-5-16,-20 2 6 0,0 0-21 0,22-1-2 0,-22 1 0 16,0 0-1-16,23-1-16 0,-23 1-10 0,17 1 3 15,-17-1-5-15,1 0-6 0,21 4-15 16,-22-4 1-16,0 0-5 0,0 0-5 16,17 14 0-16,-17-14-4 0,0 1 3 0,0-1-2 0,2 18-14 15,-2-18 4-15,0 1-8 0,-13 18-7 0,5-12-3 16,-2 1 1-16,-1 0 0 0,1 2 3 0,0 0-7 15,-1-1 0-15,2-1-2 0,0-1-1 0,-1 0-5 16,3 0-2-16,-2 0 1 0,3-1-8 0,0-1-13 16,-1 1 2-16,3-2-6 0,4-4 2 0,0 0-5 15,-1 1 3-15,1-1-3 0,-1 1-8 0,1-1 9 16,0 0-5-16,0 1 9 0,1-1 3 0,-1 1 11 0,23 8 2 16,-14-11 3-16,1-1 7 15,2 1 0-15,-1 0 1 0,1 0 1 0,0 0 2 0,-1 1 0 16,1 1-1-16,0 0 4 0,-1 2 33 0,-1 0 7 15,-2 1 7-15,-2 0-6 0,-1 2-3 0,-2-1-8 0,-1 2-2 16,-2 0-2-16,-1 0-3 0,-2 1-5 16,-2 1 2-16,-1 1-4 0,-2 1 0 0,-2 1-7 0,-2 0-2 15,-1 1-3-15,-1-1-5 0,1 2-2 0,-1 0 0 16,3 1-3-16,-1 0-38 0,0-3-123 16,0 0-15-16,2-3-51 0,1-1-171 0,2-2-239 15</inkml:trace>
  <inkml:trace contextRef="#ctx0" brushRef="#br0" timeOffset="125191.16">3180 6338 2814 0,'-3'-5'132'0,"1"-3"-86"0,1-1-26 0,2-4-8 0,1-1-24 0,1-3 40 15,1-1-4-15,0-1 17 0,0-1-16 0,0 1 4 16,2-2-6-16,-2 0 7 0,4 0-2 16,0 0 1-16,1 0-3 0,3-1 1 0,0 0-1 15,3 0-9-15,0 2 3 0,1 2-6 0,1 1-1 0,-1 2-7 16,0 0 3-16,-1-1-3 0,1 3 2 16,-3 1 7-16,0 3-1 0,-3 2 3 0,0 2 3 0,-4 1 6 15,-6 4-2-15,1 0 3 0,-1 0-10 0,19 2 6 16,-19-2-2-16,1 1 3 0,11 17 3 0,-9-9 0 15,2 2-3-15,-3 1 1 0,1 2-2 0,1 2 5 16,0-2 1-16,0 5 0 0,-1 0 2 0,-1 4-2 16,0 3 2-16,-1 1-3 0,0-1-5 0,-2 1-13 15,1-3 2-15,-1-2-5 0,0-2 1 0,-1-4-4 0,1 2-4 16,-1-2 0-16,1-1-3 16,0-3-24-16,0-3-3 0,0-1-16 0,1-8-83 0,0 0-115 15,0 0-14-15,1 1-44 0,-1-1-131 0,19 7-211 16</inkml:trace>
  <inkml:trace contextRef="#ctx0" brushRef="#br0" timeOffset="125492.65">3837 5931 2700 0,'0'0'146'0,"0"0"121"0,0-1-78 0,-9-15-70 16,9 16 11-16,0 0-34 0,-1 0-7 0,-15-12-22 15,16 12-5-15,-1 0-9 0,-21-4-34 0,14 5 3 16,-1-1-7-16,0 3 4 0,-1 1-20 0,0 1 0 16,0 2 0-16,-1 3-2 0,0 2-1 0,-1 2 2 15,0 2-3-15,1 2 2 0,1 3 1 16,1 3 3-16,2 1 2 0,0 1 1 0,2-2-1 0,3 0-4 16,2-3 0-16,1-2-3 0,2-1 1 0,2-6-14 0,-1-2 7 15,2-2-9-15,1-2 10 16,1 1-3-16,2-1 2 0,0-2-2 0,2-1-2 0,-2-3-1 0,1-1 2 15,1-1-3-15,0-2-24 16,0-2-99-16,1-1-22 0,0-1-35 0,1 0-160 0,0 1-231 16,1 0-82-16</inkml:trace>
  <inkml:trace contextRef="#ctx0" brushRef="#br0" timeOffset="125780.52">3973 5870 2921 0,'0'0'124'0,"0"0"-51"16,0 0-24-16,0 0 0 0,0 0-25 0,17 0 66 16,-17 0-14-16,1 0 28 0,15 11-42 0,-16-11-20 15,12 12 1-15,-6-4-7 0,0 3 1 0,0-1 3 16,-1 3-1-16,1 1 2 0,-1-1 2 0,-1 3-1 15,1 1 0-15,-2 1-2 0,-3 2-8 0,2 3-13 16,-2-1-4-16,-1 2-3 0,0 0-12 0,-2 2 0 0,-1-2 0 16,-2 1 0-16,-1 0 0 15,-2-1 0-15,-1 0 0 0,-3 0 0 16,1-2 0-16,-2-3-40 0,0-2-53 0,-1-3-22 0,0-1-410 16</inkml:trace>
  <inkml:trace contextRef="#ctx0" brushRef="#br0" timeOffset="126244.63">4509 6050 2201 0,'0'0'113'0,"-1"0"9"0,0 0 11 15,1 0-45-15,-1 0-25 16,1 0-10-16,0-1-2 0,0 1 11 0,0 0 20 0,10-20-19 16,-1 19 5-16,3 0-8 0,1-2 12 0,0-1-6 15,2 1-3-15,0-1-1 0,2 3-10 0,0-1-23 16,-1-1-1-16,-1 1-9 0,0 0-7 0,0 0-5 15,-2 0 3-15,-1 1-5 0,0 0-9 0,-4-2 7 16,0 2-3-16,-8 1 0 0,1 0-52 0,0 0-120 16,14-3-10-16,-15 3-46 0,0 0-112 0,0 0-146 15</inkml:trace>
  <inkml:trace contextRef="#ctx0" brushRef="#br0" timeOffset="126446.35">4425 6278 2587 0,'0'0'106'0,"0"0"-16"0,0 1 1 16,17 14-3-16,-6-13 33 0,2-1 31 0,1-1-15 15,2-2 11-15,-1-2-77 0,2-2-23 16,1 1-3-16,0-2-9 0,3-1-21 0,-1 0-8 16,0 1-1-16,-2 0-1 0,-1 0-4 15,-1 1-7-15,1-1-42 0,-2 3-4 0,1 0-276 0,0-2-520 16</inkml:trace>
  <inkml:trace contextRef="#ctx0" brushRef="#br0" timeOffset="129596.65">1796 3709 2790 0,'-6'1'71'0,"6"-1"-63"15,-2 0-14-15,2 0-54 0,0 0-18 0,-1 0 21 16,1 0-5-16,0 0 27 0,0 0 35 0,0 0 5 0,0-1 3 16,0 1 0-16,0-1 5 0,13-16-3 0,-5 14-4 15,1 1 1-15,2 0-7 0,0 0 3 0,1 1-2 16,2-2 1-16,-1 2-2 0,1-2-5 0,1 2 6 16,2-1-3-16,4 1 7 0,1 1 1 0,2 0-3 15,1 0 2-15,-1 0-3 0,0 1 3 0,-1 0 4 16,3 1-2-16,1 0-2 0,3 0-3 15,3 0-3-15,0 0 1 0,-2-1 0 0,-1 2 0 16,2-1 2-16,2 0-1 0,2 0 1 0,2 0-3 16,-1 1 1-16,-1-1-1 0,0 1 1 15,2-1 4-15,2 0 1 0,1 0 3 0,-1 1 12 0,-1-1-2 16,1 0 4-16,3 0-5 0,1 0-7 0,0 0 3 16,-2 0-5-16,2 1 5 0,-1-1-11 0,3 0 1 15,0 1-1-15,-1 0 0 0,0-1-4 0,0 1 7 16,2 1-6-16,-3-1 7 0,-1 0-3 0,0 0-3 15,2 0 3-15,2 0-3 0,-1 0 0 0,-1 1 1 16,0-1-1-16,3 1 0 0,0-2 2 0,-1 0 5 16,2-1-4-16,1-1 4 0,1 0-4 0,0 0 1 0,-1-1 1 15,0 1-1-15,2 0-1 0,-2 0 2 0,1 1-1 16,-1 1 2-16,-1-1-2 16,1 2-1-16,-1 0-2 0,-1 1 0 0,0-1-1 15,0 1 3-15,1 0-2 0,-3 0 4 0,2 0-2 0,1-1-3 16,0 1 6-16,-1 0-4 0,0 1 7 0,2 0-3 15,1-1 2-15,0-2-1 0,-1 1 9 0,2 1 4 16,-1-1-2-16,1 1 2 0,0-2-10 0,1 1 2 16,-1 1-1-16,2 0 2 0,1 0 6 0,-2-1 1 15,1 0-4-15,1-1 1 0,-2 0-11 0,1-2 7 16,1 1 8-16,1-1-4 0,0 0 5 0,2-1-11 16,0-1-3-16,-1-1-1 0,2-1-4 0,0 0 2 15,2-1-2-15,-1 2 3 0,3-2 3 16,-1 0-7-16,-1 0 0 0,0-1-2 0,1 1 0 15,-2 0 5-15,1 2 2 0,-1 0-1 0,0 1-2 16,-2-2-1-16,-1 1 1 0,1 0-1 0,-2 1-3 16,0 0 6-16,0-1-5 0,-1 1 7 0,0 1 1 0,-2 1-2 15,1 0 3-15,-3 1-3 0,0 0-1 0,-1 1 5 16,0 1 0-16,-4 0 3 0,1 1 11 0,0-2 0 16,-3 1 0-16,1 0-1 0,-5 0-16 0,-1 2 4 15,-1-1-5-15,0 0 4 0,-1-1-5 0,-4 2-1 16,-3 0 0-16,-5-1 0 0,-1 1 0 0,-3-2-60 15,-1 1-46-15,-3-1-26 0,-1-1-354 0</inkml:trace>
  <inkml:trace contextRef="#ctx0" brushRef="#br0" timeOffset="132103.57">2975 6525 305 0,'0'0'422'0,"0"0"-164"0,0 0 228 0,0 0-302 16,1 0-37-16,-1 0 0 0,0 0-9 16,1 0-14-16,-1 0 19 0,17-2-41 15,-17 2-3-15,0 0-1 0,0 0-3 0,0 0-10 16,0 0-8-16,0 0-4 0,0 0-2 0,0 0-14 16,18 0-8-16,-18 0 1 0,1 0-3 0,18 1-1 15,-10-2-5-15,2 0-2 0,1 1-2 0,2-1-13 0,2-1-1 16,0 1-1-16,3 0-1 0,0-1-3 0,0 1-8 15,0-1 3-15,3 1-6 0,0 0 3 0,5-1-4 16,1 0 1-16,1-1-2 0,-1 1-1 0,0-1 0 16,-1 1-1-16,-3 0 2 0,2-1 2 0,1 1-5 0,1-2 7 15,1 0-6 1,-2 1 4-16,-2 0-1 0,-4 0 0 0,-2 2 1 0,-2 0 5 16,-3 1-5-16,-1-1 1 0,1 1-1 0,-2 0 1 15,-1 0 2-15,-2 0-2 0,-1 0 2 0,-8 0-4 0,0 0-35 16,0 0-8-16,1 0-16 0,-1 0-71 0,1 0-60 15,0 0-12-15,-1 0-22 0,0 0-89 0,0 0-67 16,0 0-79-16</inkml:trace>
  <inkml:trace contextRef="#ctx0" brushRef="#br0" timeOffset="132467.32">2928 6609 2650 0,'0'0'84'0,"0"0"-24"16,0 0 2-16,0 0-13 0,0-1-35 0,14-16 28 15,-5 12-4-15,-1 0 16 0,3 1-1 0,2 0-28 16,1 0-1-16,3 0-8 0,3 0-3 0,4 0 10 15,1 1 0-15,2-1 4 0,-2 0 20 0,1 1-10 16,-1-1 4-16,2 0-8 0,0 2-4 0,4-1 5 16,2 0-7-16,-2 0 5 0,1 1-11 0,-5 0 1 15,0 1 0-15,1 0 0 0,0 0-6 0,0 0-3 16,1 1-2-16,-4 0 0 0,-2 0-2 0,-4 2 2 16,-1-1 3-16,-4 1-3 0,-1-1-9 0,-1 1 6 15,1-1-5-15,0 0 6 0,0 0 1 16,-1 0-5-16,-1 1 1 0,-2-2-3 0,0 1 1 15,-1-1-117-15,0 0-22 0,-3 0-57 0,-5 0-271 16</inkml:trace>
  <inkml:trace contextRef="#ctx0" brushRef="#br0" timeOffset="138148.04">2978 6611 2192 0,'0'0'83'0,"0"0"20"15,0 0 18-15,0 0 0 0,0-1-15 0,3-15-43 16,-3 16-7-16,0 0 6 0,1-1-15 0,-1 1-21 16,0 0-1-16,14-17-6 0,-14 17 3 0,0 0-2 15,1-1 2-15,18-8-1 0,-18 9 11 0,15-4 5 16,-6 2 6-16,1-1-2 0,3 0 8 0,-1-1 1 15,2 0-6-15,1-1 4 0,1 1-1 0,-1-1-8 16,2 0 1-16,-1 1-5 16,-2 0-18-16,1-1-1 0,1 2-3 0,1-1 1 0,1 1-6 15,2 1 2-15,-1 1-2 0,0-2 2 0,-1 2 1 16,-2-1 6-16,1 0 1 0,-2 1 2 0,0-1 7 16,-1 1-8-16,-1-2 7 0,2 1-6 0,2 1 7 0,0-2-9 15,2 0 2-15,-3 0-5 0,0 1-5 0,0 0-2 16,-2 0-2-16,-2 2 2 0,0-1 0 0,-3 0-4 15,1 1 0-15,-1 0-2 0,-2 0 1 0,-1 0-3 16,1 1 1-16,-1 0-1 16,0 0-1-16,1 1 0 0,-3-2 2 0,1 2 0 15,2 0 1-15,-2 0 2 0,1 1-19 0,0-2 1 0,-1 1-137 16,0-1-309-16,1 0-100 0</inkml:trace>
  <inkml:trace contextRef="#ctx0" brushRef="#br0" timeOffset="142086.01">5152 5831 1487 0,'0'0'353'0,"0"0"-130"0,0 0 181 0,0 0-298 0,0 0-18 0,0 0-8 0,0 0 29 15,0 0-15-15,0 0 21 0,0 0-50 0,0 0-13 16,0 1 0-16,-4 16-2 0,4-9 6 0,-1 2-3 15,0 1 0-15,1 3-2 0,-1 1-3 0,0 2-11 16,-2 0-1-16,1 2-4 0,-1 2 2 0,-1 1-12 16,0 4 0-16,-1 2-5 0,1 2-8 0,-2 0-3 15,0 0 4-15,1-1-5 0,-2 1 3 0,2 1-6 16,0 0-1-16,0 0-1 0,1-3 3 0,0-3-2 0,1-4 6 16,0-3-5-16,1-3-3 0,0-3-9 0,1-3-15 15,1-9 1-15,0 1-80 0,0-1-79 16,0 1-18-16,0-1-27 0,0 1-123 0,0-1-122 15,-2-8-78-15</inkml:trace>
  <inkml:trace contextRef="#ctx0" brushRef="#br0" timeOffset="142385.44">5130 5890 1767 0,'0'-6'147'0,"0"6"216"0,0 0-169 0,0-1-65 16,0 1-2-16,0-17-22 0,0 17-5 0,0 0-23 15,0 0 3-15,0-1-15 0,0 1-33 0,0-1-4 0,0 1-7 16,1-1 3-16,-1 1-18 0,17-11 4 0,-17 11-1 16,16-3 1-16,-6 2-1 0,1 0-2 0,1 0-2 15,1 1 1-15,0 1 5 0,1 0 13 0,0 0 5 16,-3 2 1-16,0 0 16 0,-2 2-8 0,-1 0 0 16,-2 0-2-16,-3 1-3 0,-1 2-7 15,-2 1 3-15,-2 1-6 0,-2 2 2 0,-2 1-7 0,-3 1-3 16,-2 1 0-16,-1-2-6 0,-2 2-3 15,0-1 1-15,1 1-4 0,0-1-1 0,2 0-34 16,0-2-16-16,2-1-16 0,1-2-116 0,0-1-145 16,2-2-20-16,1-1-70 0,5-5-332 0</inkml:trace>
  <inkml:trace contextRef="#ctx0" brushRef="#br0" timeOffset="142669.56">5530 5853 1801 0,'0'0'147'0,"0"0"302"0,-17-2-287 0,17 2-19 16,0 0 4-16,-17-2-11 0,17 2-6 0,0 0-28 16,-19 3-2-16,19-3-13 0,-1 0-35 0,-17 12-7 15,11-6-10-15,0 2 1 0,-1 0-27 0,1 2-5 16,-1 3 3-16,0 1-5 0,1 3 0 0,-1 0 5 15,1 2-2-15,-1 1 2 0,-1 3-4 0,1 2-1 16,0 1 1-16,1 1 0 0,0 0-3 0,2-3-2 16,2-1-2-16,1-2 1 0,0-1-8 0,2-2-1 0,3 0-5 15,-1-1 2-15,2-4-11 0,1-1-67 0,0-4-4 16,2-2-27-16,0-2-56 16,1-4-30-16,2-1-6 0,1-4-15 0,2-4-73 15,3-3-209-15</inkml:trace>
  <inkml:trace contextRef="#ctx0" brushRef="#br0" timeOffset="142934.9">5752 5850 2225 0,'0'0'258'0,"0"0"-54"16,0 0-25-16,-1 0-6 0,0 0-69 0,-15-4 2 15,16 4-7-15,0 0 1 0,-1 0-47 0,-19 15-6 16,13-7 0-16,1 1 0 0,-2 1-1 0,-1 2-2 15,1 0-2-15,-2 3 0 0,0-1-15 0,0 2-12 16,0 1-2-16,0 1-2 0,0 2 4 0,0 1-14 16,-2 2 8-16,0-1-9 0,-1 0 10 0,1-2-7 0,1 0-4 15,0-3 0-15,1-2-1 16,2-2-2-16,1-3-14 0,2-2-2 0,1-1-100 16,4-7-68-16,0 0-4 0,0 0-22 0,0 0-31 15,0 0-5-15,10-9-17 0,-2-3-4 0,2-2-136 16</inkml:trace>
  <inkml:trace contextRef="#ctx0" brushRef="#br0" timeOffset="143183.7">5729 5894 1391 0,'0'0'346'0,"0"0"-110"16,0-1-8-16,0 1-42 0,1-1-66 0,-1 1-5 16,1-1-2-16,0 1-3 0,-1 0-8 0,0 0-1 15,1 0-5-15,-1 1 1 0,10 16-24 0,-10-17 1 16,0 1-5-16,-1 21 2 0,1-22-18 0,0 17-23 15,1-8 3-15,1 1-10 0,0 0-6 0,0 1-8 16,0 0 1-16,0 3-3 0,0 0 2 0,0 0-4 16,-1 2-3-16,1 0 0 0,-1-1-2 15,0 0 1-15,-1-1 1 0,0-1 1 0,0 0 4 0,-2-2-22 16,1-2-12-16,0-1-10 0,0-1-91 0,1-7-57 16,0 1-13-16,0-1-21 0,0 1-104 0,0-1-147 15,0 1 873-15</inkml:trace>
  <inkml:trace contextRef="#ctx0" brushRef="#br0" timeOffset="143419.14">5594 6099 2413 0,'0'0'113'0,"-1"0"62"0,1 0-55 15,-1 0-8-15,-15 0 5 0,16 0-4 0,0 0 15 0,0 0-59 16,0 0 2-16,0 0-27 0,1 0-25 15,0 0-5-15,15-9-2 0,-16 9-2 0,1 0-10 0,14-7 1 16,-15 7 2-16,1 0-2 0,19-7-1 0,-20 7-1 16,0 0-4-16,24-7 3 0,-15 3 1 0,2 1-63 15,2 0-15-15,-1-1-27 0,0 0-131 0,1-1-88 16,-1 1-31-16,1-2-38 0,-1 1-272 0</inkml:trace>
  <inkml:trace contextRef="#ctx0" brushRef="#br0" timeOffset="143738.43">5882 5848 2262 0,'0'0'131'0,"0"0"124"0,0-1-99 0,-1 1-18 16,0-1 5-16,1 1-8 0,-1-1 15 0,1 1-61 16,0 0-1-16,-1-1-25 0,1 1-31 0,0 0-3 0,0 0 0 15,0 0-2-15,1 0-10 16,-1 0 0-16,20 14-2 0,-14-7 1 0,1 0-9 15,-2 3 5-15,2-1 4 0,-2 1 0 0,0 2 11 0,0 0-9 16,0 1 0-16,0 0-3 0,-1 1 2 16,-1 0-6-16,0 1 2 0,-1 2-3 0,-2 1 3 0,0 1-8 15,0 2 0-15,-1-1-2 0,-2-1 5 16,0 1 1-16,-1-2-1 0,0 0-2 0,-1-1-8 0,-1-1 4 16,0-2-2-16,1 0 5 0,-1 0-5 15,0-2 0-15,-1-2 0 0,1-1-3 0,1-2-38 16,-1-2-64-16,1 0-21 0,0-3-23 0,5-2-146 15,-1 0-137-15,1 0-74 0</inkml:trace>
  <inkml:trace contextRef="#ctx0" brushRef="#br0" timeOffset="143853.5">6132 6117 2820 0,'0'0'16'0,"0"1"-16"15,1-1 4-15,-1 1-4 0,0-1 20 0,17 17-215 16,-17-17-57-16</inkml:trace>
  <inkml:trace contextRef="#ctx0" brushRef="#br0" timeOffset="144671.47">6487 5806 1839 0,'0'0'128'0,"0"0"37"0,-1 0 19 0,0 0-56 15,1 0-27-15,-17 8-34 0,17-8-2 16,0 0 1-16,0 1-8 0,-10 18-15 0,10-9 2 0,0 3-3 16,1 1 21-16,0 3 2 0,-1 3 1 0,1 0-1 15,-1 2-7-15,-1 1-8 0,1 2 0 0,-2 1-4 16,-1 2-7-16,-1 2-15 0,0 1 0 0,-1 0-7 15,1-2-6-15,-1-3-4 0,0-1 2 0,0 0-2 16,0-2-1-16,1-2-3 0,0-2-2 16,0-4 1-16,0-2 3 0,2-4-34 15,0-2-14-15,2-7-14 0,0 0-96 0,0 0-71 16,0 0 3-16,0 0-31 0,-3-7-42 0,5-3-105 16,2-3-152-16</inkml:trace>
  <inkml:trace contextRef="#ctx0" brushRef="#br0" timeOffset="144970.03">6419 5832 1663 0,'0'0'132'0,"0"0"200"15,0-1-169-15,-3-15-59 0,3 16-1 0,0 0-22 16,0 0-13-16,1-1-12 0,0 1-2 0,16-11-6 16,-16 11-15-16,15-4 23 0,-6 4 1 0,0-1 9 15,1 1 10-15,0-1-15 0,0 3 3 16,2 0-9-16,1 0-14 0,1 0-9 15,0 0-1-15,0 1 0 0,-1-1 3 0,-1 3 20 0,-1-1-2 16,-2 1 8-16,-2 1-9 0,-1-1-11 0,-2 2-4 0,-1 0-3 16,-2 0-2-16,-2 1-8 0,0 1-1 0,-3 1-5 15,-2 1-10-15,-2 1 0 0,-3 1 2 0,-1 1-1 16,-2 0 1-16,-3-1-7 16,0 1 4-16,-2-1-5 0,2 1 4 0,-1-2-40 15,2 0-14-15,3-1-19 0,-1-1-127 0,1-1-120 16,-1-1-12-16,4-1-52 0,0-1-194 0</inkml:trace>
  <inkml:trace contextRef="#ctx0" brushRef="#br0" timeOffset="145283.76">6847 5838 1207 0,'-6'-4'724'0,"-1"0"-414"0,2 1-65 16,-1-1-72-16,6 4-10 0,-1 0-30 0,1-1 0 16,-1 1-14-16,-16-6-29 0,17 6-37 0,0 0-1 0,0 0-13 15,-17 18-16-15,9-10-4 0,0 4-4 0,-1 3 0 16,1 2-13-16,-2 4 5 0,1 1-2 15,1 1 3-15,0 1-1 0,-1 2-2 16,2 1-2-16,0 3 0 0,1 2-3 0,3-2 0 0,0-3-1 0,3-3-2 16,0-2-7-16,3-3 3 0,-1-1-6 0,2-1 5 15,0-2-6-15,1-3-1 0,1-2-2 0,0-2 0 16,0-3-8-16,0-3-62 0,0-1-5 0,2-2-34 16,2-2-147-16,2-2-358 0</inkml:trace>
  <inkml:trace contextRef="#ctx0" brushRef="#br0" timeOffset="146535.03">7009 5826 1565 0,'0'0'255'0,"0"0"-40"0,0 0 42 0,-1 0-118 15,1-1-26-15,-1 1-56 0,1 0 6 0,0 0-23 16,0 0 0-16,0 1 8 0,-1 18-2 0,2-6 7 16,1 1 22-16,-1 4 21 0,-1 0-4 0,-1 3 7 15,0 0-7-15,0 0-19 16,-2 0 8-16,0 1-16 0,-1 0-21 0,0 0-27 16,-1-1-1-16,3-3-7 0,-2-3 6 0,2-3-10 15,0-1-1-15,-2-5-4 0,4-6 0 0,0 1-44 16,0-1-3-16,0 1-20 0,0-1-58 0,0 0 0 15,0 0-10-15,0 0 3 0,1-17-45 0,2 5-43 16,0-2-9-16,1-2-11 0,0-2-20 0,-1-2 28 0,0-1 8 16,0-2 1-16,-2-2-31 0,-1-1 89 0,-1-1 7 15,-2 0 49-15,1 0 169 0,0 4 132 0,1 2-3 16,1 5 50-16,1 3 32 0,-1 3-47 0,0 2-10 0,1 1-20 16,-1 7-89-16,0 0-3 0,0-1-10 0,0 1 2 15,0 0-36-15,1-1-23 0,-1 1 5 0,16-8-8 16,-16 8 19-16,1 0 30 15,17 3-3-15,-9-1 12 0,1 0 4 0,0 0-6 16,0-1-4-16,0 2-1 0,0 0-17 0,1 1-9 0,-2-1 3 0,0 2-5 16,0 0 0-16,-2 0-13 15,1 1 0-15,-3 0-6 0,1 0-12 0,-1 1-12 0,-1-1 2 16,-1 0-3-16,-1 0 8 0,-1 0-10 0,-1 0-1 16,-1-1-3-16,-1 1-3 0,-1-1-4 15,-1 2 2-15,-2-1-4 0,-1 1 0 0,-3 1 4 16,1 0-3-16,-2 0 3 0,1 1 0 0,-2-1 0 15,2 1 0-15,-1-2-2 0,2 1-3 0,-1-1 4 16,2 0-3-16,1 0 4 0,-1-2-4 0,3 1-14 0,1-2-1 16,4-4-4-16,0 0-4 0,0 0-4 0,0 1-1 15,0-1-2-15,0 1-7 0,1-1 12 0,13 8-1 0,-4-11 5 16,0 1 19-16,2-1-3 0,0-1 5 16,0 2-5-16,1 1 5 0,-2 0 2 0,0 1 4 0,-1 0 0 15,-1 0 9-15,-2 3-4 0,-1 0 1 0,-6-3-2 16,0 0-2-16,1 1 7 0,10 17-4 0,-11-18 4 15,0 1-2-15,0 21 1 16,-1-13-2-16,-2 1 1 0,-2 2-1 0,0 0 1 0,-2 1 2 16,-1-1-2-16,0 0-5 0,-1-1-3 0,1 0 1 0,-1-1-3 15,0-2-21-15,0-1-115 0,2-3-16 0,0 0-44 16,7-4-129-16,0 0-154 0,-1 0-131 0</inkml:trace>
  <inkml:trace contextRef="#ctx0" brushRef="#br0" timeOffset="146819.6">7329 5762 1713 0,'0'0'259'0,"0"0"-83"0,0 0-16 16,0 0-17-16,0 0-32 0,0 0 8 0,0 0-1 0,0 0 4 15,0 0-2-15,0 0-28 0,-3 18 5 0,3-18-13 16,0 0-2-16,-3 25-10 0,3-14-5 15,-1 2-2-15,1 0-20 0,-1 3-6 0,0 0 0 0,0 1-3 16,-1 0-12-16,0 2-3 16,1-1-3-16,-1-1 2 0,0 1-2 0,1 1-7 15,-1 1 5-15,0 1-6 0,0 0 0 0,1 0-2 0,-3-1-6 16,3-1 2-16,-2 0-3 0,-1-4-2 0,1-1 1 16,1-1-2-16,-2 0-2 0,1-2-63 0,1-2-17 0,1-1-25 15,-1-1-128-15,2-1-130 0,0-6-22 0,0 0-64 16,0 0-334-16</inkml:trace>
  <inkml:trace contextRef="#ctx0" brushRef="#br0" timeOffset="147134.82">7661 5825 2444 0,'0'0'195'0,"-1"0"-49"0,0 0-23 16,1-1 2-16,0 1-25 0,-19-8 3 0,19 8-8 15,-1 0 2-15,1 0-39 0,-19 10-7 0,19-10-5 16,-9 13 0-16,4-5-11 0,0 2-13 0,0 1 2 16,-2 2-8-16,0 0-5 0,0 3 0 0,1 0 3 15,-2 2-2-15,0-1 5 0,-1 0-5 16,-1 2 0-16,1 1-1 0,-2 1-3 0,1 0-5 15,-1 0 1-15,-1-1-2 0,3-1 8 0,-2-4-14 16,2-1-3-16,1-3-9 0,0-2-57 0,2-2-89 16,3-2-18-16,3-5-29 0,0 0-99 0,0 0-25 0,0 0-34 15,-3-10-16-15,9 1-288 0</inkml:trace>
  <inkml:trace contextRef="#ctx0" brushRef="#br0" timeOffset="147398.5">7592 5826 1493 0,'7'-13'128'0,"-1"4"257"0,-2 0-220 0,1 2-11 0,-1 4-4 16,-4 3-5-16,0 0-16 0,0 0-27 0,0 0 2 16,0 0-17-16,0 0-35 0,0 0 1 0,0 0-1 15,0 1 1-15,4 19 1 0,-4-10-4 0,1 1 9 0,0 1-6 16,1 2 9-16,2-1-5 0,-1 0-8 0,1 2 3 16,0 0-25-16,-1 1-14 0,1 0 0 0,1 0-5 15,-1 0 4-15,0 0-12 0,-2 0 5 0,2 2-5 16,0 1 7-16,-2-1-3 15,1 0-1-15,-1-2-1 0,0 1-6 0,-1-4 7 16,-1-1-3-16,1 0 4 0,0-3-6 0,-1 0-41 16,1-2-2-16,-1-7-20 0,0 1-52 0,0-1-43 0,0 1-20 15,0-1-8-15,-7 16-73 0,7-16-56 0,0 0-38 16</inkml:trace>
  <inkml:trace contextRef="#ctx0" brushRef="#br0" timeOffset="147601.28">7508 6053 1591 0,'-6'-2'257'0,"1"2"15"0,5 0 63 16,0 0-191-16,0 0-56 0,0 0-16 0,-2 0 5 15,2 0-4-15,-1 0 36 0,1 0-35 0,0 1 6 16,0-1-19-16,0 1-3 0,0-1-17 0,0 0 1 16,0 1-9-16,21 14-11 0,-21-15-16 0,1 0 4 15,22 1-9-15,-23-1 3 0,0 0-6 0,25-1 2 16,-17 0-4-16,1-1 4 0,1 0-103 0,0-1-12 0,1-1-45 15,2-1-158-15,3-1-131 0,0-1-88 0</inkml:trace>
  <inkml:trace contextRef="#ctx0" brushRef="#br0" timeOffset="147867.68">7881 5821 1687 0,'0'0'277'0,"0"0"-19"15,0 0 34-15,0 0-108 0,0 0-61 0,0 0-34 16,0 0 7-16,0 0-12 0,0 0 27 0,0 0-39 16,0 0 11-16,1 1-21 0,12 21 10 0,-9-13-14 15,0 0 2-15,0 1-4 0,0 0 5 0,1 2-6 16,1 0-2-16,0 2-1 0,1-1-7 0,-1 3-8 0,0 0 0 16,-1-1-3-16,-1 2 1 0,0 0-27 15,-2 3 6-15,-1 2-14 0,0 0 0 0,-2 2 0 16,0-2 0-16,-3 2 0 0,0-2 0 0,-3-1 0 15,0 0 0-15,-4-1 0 0,0 1 0 0,-2-1-36 0,0-1-18 16,-1-4-16-16,-1 0-142 0,1-3-240 0,0-1-86 0</inkml:trace>
  <inkml:trace contextRef="#ctx0" brushRef="#br0" timeOffset="148750.2">6370 6720 1862 0,'0'0'148'0,"0"0"-45"16,0 0 75-16,0 0-88 0,0 0-30 0,0 0-17 0,19-6-14 15,-19 6-8-15,0 0 9 0,1 0-14 0,-1-1 18 16,23-15 1-16,-23 16 5 0,0 0 8 0,22-9-4 16,-14 5 3-16,2 2-3 0,1-2 4 15,-2 1-5-15,2 0 1 0,0 1-2 0,-1 1-4 0,0-1-10 16,1 0-3-16,1 0-2 0,0 0-8 0,0 1-14 15,0-1 6-15,1 2-8 0,1-1 9 0,-2-1 0 16,1 1-2-16,0-1 1 0,1 1-11 16,0-1 4-16,0 0-2 0,-1 1 3 0,-1-1 1 15,1 0-1-15,-1 1 5 0,2 0-4 0,0 0 6 0,1 0 0 16,-2-1 2-16,1 0 0 0,-1 2 10 0,0-2-7 16,0 2 4-16,-1-1-4 0,0 0 6 0,0 0-6 15,1 0 3-15,0 0-1 16,1 0 17-16,-1 1-5 0,1-2-3 0,1 0-2 15,0 1-18-15,1-2-1 0,1 2 1 0,-1 0-1 16,1 0-3-16,-1 1 1 0,-1-1-1 0,1 1 3 16,-2-1 5-16,1 1-4 0,0 0 1 0,-1 0-3 15,-1-1-3-15,3 1 2 0,-2-2 1 0,4 1 2 16,1-1 5-16,1 1-4 0,1-1 5 0,-1 0-4 0,-1-1 9 16,0 0-6-16,0 2 0 0,-1-2-3 15,-1 1-2-15,0-1 1 0,1 1-1 0,-1 1 2 0,2-1-3 16,0 0-1-16,-1 1 2 0,1 0-1 0,-1 0-1 15,-1 0 3-15,-1 1-1 0,0 0 3 0,-1-1 7 16,0 0 8-16,1-1-4 0,1 1 5 0,1-1-9 16,1 0-6-16,-1 0 4 0,-1 0-5 0,0 0 4 0,-1-1-6 15,-1 1 1-15,-1 0-2 0,-3 0 1 0,1 1 1 16,-3 0-1-16,-1 0 1 0,1-1 1 0,-3 2-3 16,0 0 2-1,0-1-2-15,0 0 3 0,-6 1-4 0,1 0 2 0,-1 0-3 16,19-2 5-16,-19 2-6 0,0 0 2 0,0 0-2 0,1 0 9 0,-1 0-5 15,1 0-7-15,-1 0-2 16,0-1-47-16,1 1-67 0,0-1-3 0,-1 1-26 16,0-1-51-16,0 1-96 0,-5-16 0 0,5 16-47 15,0 0-130-15</inkml:trace>
  <inkml:trace contextRef="#ctx0" brushRef="#br0" timeOffset="149619.09">6582 6712 1870 0,'0'0'171'0,"0"0"-42"0,0 0-12 0,0 0-8 0,-1 0-26 0,0 0 8 15,1 0-9-15,0 0 4 0,0 0-48 16,-1 0-7-16,1 0 5 0,0 0-4 0,0 0 9 0,0 0 0 15,13 3 2-15,-3-3-1 0,0 0 3 0,1-1 4 16,1-1-2 0,3 1 3-16,-1-1-5 0,1 1-2 0,2-2-3 0,0 1 0 15,0-1-18-15,3-1-9 0,1 0-6 0,1 1 1 16,1-1-7-16,1 1 1 0,0-2 3 0,0 2-3 16,1-2-2-16,0 0 0 0,-1 0 0 0,4 0 0 15,0 2 7-15,0 0-5 0,1 1 3 0,-1-2-2 16,0 1 24-16,-1 1 9 0,0-2-1 0,2 1 2 15,-1 1-12-15,2 0-16 0,-2 1 7 0,-3 0-10 16,0 0 6-16,-1 1-9 0,-1-1 2 0,2-1-3 16,0 2 5-16,3-2-5 0,-2 1 2 0,-1 0-2 0,0 0 3 15,-4-1-4-15,0-1 0 0,2 0-1 0,-2-1 5 0,3 0-2 16,1 1 4-16,-1-1-3 0,0-1 1 0,-2 0-2 16,0-1-5-1,-4 2 2-15,-1-1 1 0,0 0-2 0,-1 1 5 0,-2 1-5 16,1-1 1-16,-3 0-1 0,1 0 0 0,-4 1-6 15,-2 1-51-15,1 0-94 0,-2 0-17 0,-6 2-28 16,0 0-89-16,0 0-99 0,1 0-65 0</inkml:trace>
  <inkml:trace contextRef="#ctx0" brushRef="#br0" timeOffset="151735.66">8165 6027 1582 0,'0'0'286'0,"0"0"-100"0,0 0 144 0,0 0-229 16,0 0-8-16,0 0-10 0,0 0 25 0,0 0-3 15,0 0 9-15,0 1-34 0,1-1-26 0,0 0-5 0,17 6-7 16,-18-6-27-16,0 0-8 0,0 0 0 15,1 0-3-15,-1 0-2 0,1 0-45 0,-1 0-28 16,0 0-19-16,1 0-198 0,-1 0-321 0</inkml:trace>
  <inkml:trace contextRef="#ctx0" brushRef="#br0" timeOffset="152332.87">8489 5693 1867 0,'0'0'129'0,"0"0"49"16,0 0 23-16,0 0-40 0,0 0-21 0,0 0-44 0,-1 0 0 15,1 0-8-15,-1 1-21 0,1-1-14 0,-16 17-1 16,16-8-3-16,-2 1 6 0,1 2 0 0,-1 1-4 15,0 2 2-15,0 2-4 0,0 2 11 0,1 4-1 16,-1 2 3-16,1 1-12 0,1 2-12 0,-4-1 2 16,2-1-5-16,-1 1 2 0,-1 2-18 0,2 1 1 0,-1 3-8 15,-1-2-12-15,1-2 5 0,-2-1 2 16,0-3 1-16,1 1-5 0,-1-2 1 0,0-1-4 16,0-1 4-16,1-4-8 0,0-5-2 0,0 0-18 0,1-2 4 15,0-4-79-15,3-7-49 0,0 0-3 0,0 1-21 16,0-1-54-16,0 0-51 0,-1 0-12 0,-9-8-24 15,10-4-152-15</inkml:trace>
  <inkml:trace contextRef="#ctx0" brushRef="#br0" timeOffset="152657.98">8432 5793 1702 0,'0'0'351'0,"0"-1"-145"0,0 1-26 16,0-1-31-16,-5-15-59 0,5 16-17 15,0 0 3-15,0 0-8 0,0 0-13 0,0 0-23 16,0 0-3-16,1 0-7 0,-1 0 0 0,20-2-7 0,-20 2 4 16,0 0-5-16,24 6 3 0,-15-5 3 0,3 3 2 15,1-1 2-15,2 0 10 0,0 0-8 0,1 1-6 16,0 1 0-16,-1 0-11 0,-1 0 12 0,-1 1-1 0,-2 0 4 16,-2 1 12-16,-1 0 11 0,-2 1 0 15,-1 1 3-15,-1-1-6 0,-2 1-18 0,-1 1 3 0,-2-1-9 16,0 1-4-16,-2 1-3 15,-1 0 1-15,-2 0-1 0,-2 0 2 0,-1-2 3 16,-2 2-2-16,-1-1 2 0,0 2-2 0,-1-1-6 16,0-1 5-16,-2-1-7 0,1-2-6 0,0 1-41 15,0-1-15-15,2-1-15 0,1-2-96 0,4 1-96 16,0-1-27-16,1-1-36 0,0 0-211 0</inkml:trace>
  <inkml:trace contextRef="#ctx0" brushRef="#br0" timeOffset="152984.51">8913 5880 659 0,'0'0'865'0,"0"0"-572"0,0-1-115 15,-1 1-69-15,1-1 48 0,0 1 3 0,-14-16-4 16,14 16 0-16,0 0-30 0,-1 0-11 0,1 0-4 16,-18-4-2-16,18 4-31 0,0 0-15 0,0 1-7 15,-19 11-1-15,19-12-20 0,-10 13-11 0,3-4-2 16,1 2-3-16,-1 2-10 0,-1 1-5 0,0 2 6 16,-1 1-6-16,0 2 4 0,1 4-11 0,-1 2 3 0,0 2-7 15,2 2 4-15,0 0 1 0,2-1-4 0,2-3 3 16,2 0-3-16,1-3-11 15,3 2-2-15,0-3-3 0,2-1-10 0,2-4-65 16,0-2-17-16,2-3-27 0,1-2-130 0,1-1-100 16,1-4-20-16</inkml:trace>
  <inkml:trace contextRef="#ctx0" brushRef="#br0" timeOffset="153347.71">9145 5912 2563 0,'-3'-7'124'0,"0"1"67"16,3-1-38-16,-3 1-23 0,2 0 7 0,-2 1-16 16,3 5-13-16,0 0-41 15,0-1-6-15,-17-7-12 0,17 8-23 0,0 0-4 16,-20 6 3-16,12 0-6 0,0 0-17 0,0 2 6 0,-1 3-8 15,-2 1 10-15,1 1-1 0,-1 3-7 16,1 0 5-16,0 2-6 0,-1 0-1 0,1 4-1 16,1 0 2-16,1 1 1 0,3 0 11 0,0-2-9 0,3-1 2 15,3-3-3-15,0-1 1 0,2-2-3 0,1-2-3 16,2-2 1-16,1-2-3 0,2-2-4 0,1 0 7 16,1-3-5-16,1-1 0 0,0 0 11 0,-1-3-9 15,1 0 9-15,0-1-5 0,-1-1-5 0,-1-2 3 16,0 1-4-16,0-1-1 0,-1 1-30 0,0-2-21 0,0 0-14 15,-1 1-172-15,2-1-245 0,2 1-95 0</inkml:trace>
  <inkml:trace contextRef="#ctx0" brushRef="#br0" timeOffset="153853.84">9422 5759 1642 0,'-6'-4'374'0,"1"1"-185"16,5 3-12-16,0 0-47 0,-1 0 5 0,1-1 3 16,0 1-5-16,-1-1-1 0,1 1-32 0,-1 0-23 0,1 0-1 15,0 0-8-15,-17 2-4 0,17-2-13 0,0 1 4 16,-5 17-7-16,3-8 2 0,-1 3-11 15,1 2-1-15,1 4-2 0,-2 1-1 0,1 2-3 16,-2 3-3-16,2-1-1 0,-2 0-16 0,2 0 8 16,1 1-3-16,-2 3 5 0,2 0-7 0,0 2-1 15,-1 0-1-15,2-2-1 0,-2-3 2 0,0 0-2 16,1 0-1-16,1-1 0 0,-2 3-7 0,0-1-1 16,1-1 3-16,1-2-3 0,-2 0-3 0,2-4 4 0,-1 0-3 15,1-5 5-15,-1-1-2 0,1-2-7 0,0 0 0 16,0-2-4-16,0-1 3 0,0-8-70 0,0 0 4 0,0 1-38 15,0-1-93-15,0 0-182 16,0 1-34-16,0-1 70 0,0 1 1186 0</inkml:trace>
  <inkml:trace contextRef="#ctx0" brushRef="#br0" timeOffset="154638.88">9744 5789 1556 0,'0'0'177'0,"0"0"-22"16,0 0-12-16,0 0 4 0,0 0-1 0,0 0-40 15,0 0 5-15,0 0-17 0,0 0 2 0,0 0-9 16,0 0 0-16,0 0-4 0,0 0 4 0,-1 1-9 0,-7 17 2 15,8-18-5-15,0 0-2 0,-5 22-11 16,5-21 1-16,-4 15-5 0,1-6-7 0,2 1-17 0,-3 1 6 16,0 0-9-16,1 0 5 0,-1 2-20 15,-1 0 0-15,0-1-7 0,-1 0 8 0,0 1-6 16,1 2 3-16,-2 0-5 0,1 3-4 0,-1 0 0 16,0 0-1-16,1 0 2 0,-2-1-8 0,2-2 10 0,0-1-6 15,2-1 7-15,0-2-16 0,1-1 4 0,0-1 2 16,0-1 1-16,1-1 7 0,-1-3-16 0,3-5 1 15,0 1-12-15,0-1-46 0,0 1-37 0,0-1-14 16,-8 16-7-16,8-16-45 0,0 0-19 16,0 0-11-16,0 0-5 0,0 0-49 0,0 0-46 15,0 0-17-15,0 0-45 0,0 0-417 0</inkml:trace>
  <inkml:trace contextRef="#ctx0" brushRef="#br0" timeOffset="155467">9732 5770 1187 0,'0'0'417'0,"0"0"-237"16,0 0-32-16,0 0-46 0,0-1 10 0,0 1 4 16,0 0 1-16,0 0-2 0,0 0-16 0,0 0-10 15,0 0-2-15,0 0-3 0,0 1-6 0,10 18-10 16,-10-19 2-16,5 16-5 0,-2-6-1 0,-1 0 10 15,1 2-9-15,0 0 7 0,1 1-17 0,1 1-3 16,-2 1-2-16,-1 1-3 0,1-1-14 0,-1 1-13 16,1 1-1-16,0-1-5 0,-2 1-6 0,0-1 1 15,-1 2-3-15,2 1 1 0,0 1-1 0,-1-1-4 16,1-2 0-16,0 0-1 0,-1-2-7 0,0-2 9 0,0-2-2 16,2 1 5-16,-1-3-9 0,0-1-2 0,1 0 6 15,-1-1-6-15,-2-7-34 0,0 0-59 0,0 1-17 16,0-1-13-16,1 18-69 0,-1-18-44 0,0 0 4 15,0 0-21-15,0 0-28 0,0 0-303 16</inkml:trace>
  <inkml:trace contextRef="#ctx0" brushRef="#br0" timeOffset="155703.34">9670 6064 1779 0,'-6'-2'292'0,"1"2"-91"0,-1 0 32 15,6 0-111-15,0 0-33 0,-1 0 9 16,1 0 7-16,0 0-1 0,-17 5-1 0,17-5-46 0,0 0-1 16,0 0-15-16,0 0-4 0,0 0-8 0,1 0 0 15,0 0-6-15,20 6-14 0,-21-6-6 0,0 0-1 16,18 1-2-16,-18-1-8 0,1 0 7 0,17-4-5 16,-18 4 3-16,0 0-15 0,22-4-97 0,-22 4-9 15,0 0-43-15,23-9-120 0,-12 5-102 0,0 1-43 16</inkml:trace>
  <inkml:trace contextRef="#ctx0" brushRef="#br0" timeOffset="156164.89">10000 6087 2211 0,'-1'0'132'0,"1"0"-16"16,0 0-18-16,-20-9 9 0,20 9-13 0,-1 0 0 15,0 0-8-15,-15-16 3 0,16 16-21 0,0 0-7 16,-7-21-1-16,6 12-4 0,0 0-17 0,1-1-5 16,1 0 4-16,0-2-4 0,1 1 7 0,0 0-10 15,2-1 1-15,0 0-4 0,1 0-3 0,0-1-3 16,0 1 1-16,1 0-1 0,0 0-3 0,2 1-4 15,-2 0 0-15,1 2-2 0,1-2-6 0,-1 2-3 16,2 1-2-16,0 0 1 0,-1 1 1 0,2 0 2 0,-1 1-4 16,3 1 3-16,-1 1-2 0,0 3 2 15,0-1 3-15,0 3-2 0,-2 0 1 0,1 1 1 16,-1 1 3-16,-1 2-1 0,1 0 4 0,-2 3-5 16,-1 2-1-16,0 1 0 0,-1 2 9 0,-1 1-6 15,0 1 4-15,0 2-5 0,0 1 10 0,-1 0-4 16,-1-1 3-16,1 0-4 0,-2-1 0 0,0 0 0 15,1 0-2-15,-1 0 0 0,0 0-7 0,0 0 4 16,0 0-3-16,1-2 2 0,-2-2-9 0,0-2 7 16,0 0-4-16,1-3 4 0,-1 0-4 0,0-7-1 15,0 0 2-15,0 1-3 0,0-1-5 0,-1 17-51 16,1-17-9-16,0 0-22 0,0 0-103 0,0 0-163 16,0 0-15-16,0 0-80 0,0 0-350 0</inkml:trace>
  <inkml:trace contextRef="#ctx0" brushRef="#br0" timeOffset="156666.96">10440 5754 2025 0,'0'0'103'0,"0"0"78"0,0 0-54 0,0 0-16 0,0 0-3 16,-1 0-9-16,1 0-38 0,-1 0-10 0,1 0-3 16,0 0-2-16,0 0-3 0,-6 21-5 15,6-9 5-15,0 4-3 0,0 1 18 0,0 4-1 16,-1 1 2-16,0 2-3 0,0 0 0 0,-1 0-11 15,2-2 0-15,-2 0-4 0,-1-1-14 0,0 0-15 16,1 0 1-16,-1-2-7 0,1-2-6 0,1-5 4 16,0-1-2-16,0-3 4 0,-1-2-5 0,2-6-43 15,0 1-6-15,0-1-23 0,0 1-95 0,0-1-33 16,0 1-19-16,0-1-1 0,0 0-37 0,0 0-48 16,-5-14-16-16,8 3-34 0,-1-2-255 0</inkml:trace>
  <inkml:trace contextRef="#ctx0" brushRef="#br0" timeOffset="157149.29">10423 5804 1226 0,'-1'-10'147'16,"1"2"223"-16,-2 1-123 0,2 7-67 0,0 0-8 16,0-1-24-16,0 1-51 0,-3-17-23 15,3 17-7-15,0 0-7 0,0 0-27 0,0 0-1 16,1 0 0-16,-1 0-1 0,0 0 3 0,22-1 6 16,-22 1 2-16,0 0 2 0,20 5 5 0,-12-4 7 15,2 2 1-15,2-1 2 0,-2 1-1 0,2 0-20 16,0 1 5-16,0 1-8 0,0 0 10 0,-2 1-15 15,-1-1-2-15,-1 2-4 0,-1 0-8 0,0-1-1 16,-3 1 0-16,0-1 0 0,-1 0 2 0,-2 1 1 16,0-1-2-16,-3 0 0 0,0 0-1 0,0 1-4 15,-2-1 2-15,-1 1-3 0,0 0-2 0,-2 0-3 0,-1 1 3 16,-3-1-2-16,0 1-1 0,-1 1-2 16,-1-2-4-16,1 1 2 0,-1-1 2 0,1-1-8 15,1 0 4-15,1-1-7 0,2 0-1 0,-1 0-2 16,4-1-2-16,5-4 0 0,0 0-5 0,-1 0 1 15,0 0-4-15,1 0 2 0,-1 1-10 0,1-1 0 16,0 0 2-16,0 1-1 0,0-1 6 0,0 1 7 16,0-1 0-16,23 12 3 0,-16-12 10 0,3-1-1 0,1 1-4 15,1-2 2-15,1 0 3 0,0 2 4 0,1-1 5 16,0 1-1-16,-1 1 12 0,-1-1 1 16,-2 0 2-16,0 1-2 0,-1 2 6 0,-2-1-5 15,-7-2 7-15,0 0-6 0,1 0 6 0,0 1 0 16,13 19-6-16,-14-20 3 0,0 0-8 0,0 19 0 15,0-19 2-15,0 0-1 0,-9 22-2 0,4-14-5 16,-2-1-4-16,1 1 1 0,-1 0-7 0,-1 0 4 16,0-1 0-16,0-1 0 0,-1-1-31 0,1-1-63 15,-1 0-4-15,1 0-23 0,0-2-36 0,1-1-48 16,0-1 4-16,0 0-22 0,1-1-24 0,1-1-331 16</inkml:trace>
  <inkml:trace contextRef="#ctx0" brushRef="#br0" timeOffset="157454.79">10739 5786 2303 0,'0'0'199'0,"0"0"-146"16,0 0 0-16,1 0-41 0,19-2 48 0,-19 2 56 15,-1 0-5-15,22 9 18 0,-22-9-27 0,1 0-17 16,18 15 0-16,-11-8-6 0,-1-2-9 0,1 3-22 15,-1 0 3-15,2 1-10 0,0 0-3 0,-2 2 7 0,0-1 0 16,-1 2 2-16,1 0-2 0,-2 1-10 16,0 2 0-16,0-1-3 0,-2 0 0 0,-1 1-4 15,-1-1 0-15,-1 1-2 0,-1 3 0 0,-1 2-13 16,-2 1 1-16,0 1-5 0,-1-1-9 0,-3 0 0 16,1 0 0-16,-3-1 0 0,0 0 0 0,-2-1 0 15,-2-2 0-15,0 3-4 0,-2-2-43 0,-1 0-125 16,-2-1-24-16,-2-3-58 0,-2 1-299 0</inkml:trace>
  <inkml:trace contextRef="#ctx0" brushRef="#br0" timeOffset="158435.78">8420 6639 2097 0,'0'0'119'0,"-1"0"12"0,1 0 12 0,0 0-43 0,-1 0-31 16,1 0-31-16,-1 0 1 0,1 0-2 0,-1 0-1 16,1 0-6-16,0 0-2 0,0 0 1 0,0 0 8 15,0 0-1-15,0 0 3 16,0 0-2-16,0 0 0 0,21-4-10 0,-21 4 2 16,1 0-4-16,19-2-7 0,-20 2-2 0,1 0-3 0,21-2 1 15,-12 1-1-15,0 1-8 0,3 0 2 0,1 0-4 16,0 0 3-16,0 0 0 0,1-1-3 0,1 1 2 15,0 0-4-15,0 0 2 0,1 0 1 0,-2 0 1 16,2-1-2-16,-2 0 2 0,0 0 1 0,3 0-1 16,1 1 2-16,1 0-1 0,0 0 0 0,0-1 1 15,0-1 1-15,0 2-2 0,-2 0-4 0,0 1 1 0,-1-1-3 0,2-1 3 16,-2 1 1 0,2 0 0-16,0 0 3 0,2 1-2 0,0-1 2 15,0 0-2-15,0 1 1 0,-1-1 1 0,-1 0 3 16,-1 1-1-16,0 0 11 0,0 1-10 0,0 1 1 15,3-1-3-15,0 1-3 0,1-1 1 0,-1-2-6 0,0 3 4 16,-1-1-3-16,-1-1-2 0,0 1 6 0,-1-1-5 16,0-1 5-16,3 1-3 0,-1 0-3 0,3-1 0 15,0 0 1-15,-1 0 4 0,0 0 1 0,0 0-2 16,-2 1-3-16,-2 0 0 0,1 0 4 0,1 0-2 16,0-1 6-16,2 0-2 0,1 0-4 0,-2 0 3 15,1 0-1-15,-1 1-5 0,-1 0 6 0,-1-2-5 16,0 1 13-16,-1 0 5 0,2-1 3 0,2 0 0 15,1 0 4-15,1 0 1 0,-1-1-9 0,-1 2 6 16,1-3-12-16,-3 1-2 0,0 1 2 0,-1-2-3 16,0 2-7-16,0 0 1 0,1-1-2 0,0 1 1 15,1-1 2-15,-1 2-3 0,-2-2 4 16,1 2-4-16,-1-1 5 0,0 0-2 0,-2 0 0 16,0 0-1-16,1 0-3 0,1 0-1 0,1 0 1 15,2 0 0-15,-1-1 7 0,0 1-2 0,-2 0 1 16,0 1-3-16,-2 0-2 0,0 1 2 0,-1-1-1 15,-2 0 3-15,0 1-2 0,-1 0 3 0,-1 0-2 0,3 2 1 16,-1-1-3-16,0 0 4 0,0-1 2 0,-2 1 0 16,0 0-1-16,-2 0-3 0,-1-1-1 0,0 0 1 15,-2 0 1-15,1 0-5 0,-7-1 1 0,0 0-2 16,1 0 3-16,16 6-26 0,-17-6-7 0,0 0-15 16,0 0-96-16,0 0-99 0,0 0-30 0,0 0-33 15,0 0-210-15</inkml:trace>
  <inkml:trace contextRef="#ctx0" brushRef="#br0" timeOffset="162539.44">924 6792 2258 0,'-7'-3'140'0,"0"0"-17"0,7 3-4 16,0 0-79-16,0 0-48 0,-1 0 17 0,0 0-9 0,1 0 16 15,-1 0-18-15,1-1 4 0,0 1 1 0,0-1 2 16,0 1-3-16,0 0 0 0,0 0 1 0,0 0 0 16,20 2-5-16,-12 0 3 0,0 1 2 0,1 0 2 15,-1 1-3-15,2-1 0 0,0 0-2 0,0 0 4 16,2-1 4-16,-1 0 9 0,1-1-2 0,2 0 5 15,2-1 3-15,1-1-4 0,0 1-1 0,1-2-2 16,1 0-5-16,0-1-2 16,0 0 0-16,-1-1-2 0,1 0-5 0,0 0 0 15,1 0 0-15,2 0 1 0,2 0-1 0,2 1 5 16,0-1-5-16,-2 0 5 0,0 1-4 0,-3 0-1 0,-1 0 2 16,1 1-3-16,0 0-1 0,3-1 5 0,2 1-2 15,2-1 2-15,0 1-4 0,-2-1 5 0,1 0 2 16,-2 0 1-16,2-2-3 0,2 1 5 0,2 0-4 15,2-1 5-15,1 1-10 0,-4 0 3 0,-1 0-2 16,0-1 4-16,3 1 2 0,1 0-7 0,1 1 2 0,-1 2-3 16,-4-2 10-16,-2 2-10 0,0-1 4 0,1 0-5 15,1 1 4-15,1-1 14 0,0 1 1 0,-2-1 6 16,-2 1 12-16,1-1-23 0,-1-1 5 0,3 1-12 16,3-2 5-16,2 1-3 15,-1-2-4-15,0 1 1 0,-3-1-9 0,2 1 7 16,1 0 1-16,2-1 3 0,1 0-4 0,-2 0-4 15,-2 1-1-15,-4 1 0 0,1 0 7 0,2 1-1 0,0 0 4 16,1 0-5-16,-3 1-5 0,-1-1 4 0,-2 1-3 0,-1 1 4 16,2 0-1-16,1 0-2 0,1-1 5 0,2-1-1 15,-2 0 22-15,-1 0-12 0,-1 0 5 0,0 0-9 16,2-1-1-16,3-1-1 16,0 0-4-16,0-1 2 0,-2 1-2 0,-4 0 6 15,-1 0-3-15,1 0 3 0,-1 0-6 0,2 1-1 16,1 0 0-16,-3 0 0 0,-3 0 3 0,-1 1-3 15,-1 0 4-15,-3 0-5 0,-1 1 4 0,0-1-3 0,-1 1 1 16,0 0-1-16,2-1 7 0,-1 1-2 0,1 0 3 16,-1-1-4-16,0 1-1 0,-1-1-1 0,-1 0 0 15,0 0 1-15,-1 0 2 0,-2 0 4 0,0 0-5 16,-1 0 4-16,-1 0-12 0,0 0 7 0,0 1-2 16,1 0 3-16,0 0-4 0,-1 0 3 0,0 0 1 0,-1 0 0 15,0 1-4-15,0-1-2 0,-1 1 4 0,0 0-3 16,-1-1 6-16,0 0-7 0,0 0 2 0,-6 1-2 15,0 0 4-15,1 0 3 16,17-3-3-16,-18 3 4 0,0 0-5 0,1 0-3 16,0 0 2-16,-1 0-3 0,0 0 1 0,0 0-55 15,1 0-5-15,0 0-25 0,-1 0-74 0,0 0-130 16,1 0-24-16,-1 0-66 0,1 0-393 0</inkml:trace>
  <inkml:trace contextRef="#ctx0" brushRef="#br0" timeOffset="164591.31">2230 6646 255 0,'-9'-6'929'0,"-1"0"-405"0,2 1 484 0,2 2-1048 0,6 3-58 0,0 0-34 0,0 0-101 16,0 0 10-16,15-2-14 0,-2 2 56 0,-2-4-186 15</inkml:trace>
  <inkml:trace contextRef="#ctx0" brushRef="#br0" timeOffset="164811.45">3211 6609 1606 0,'-5'-4'139'16,"1"1"-16"-16,4 3-77 0,0 0-341 0,0 0-132 0</inkml:trace>
  <inkml:trace contextRef="#ctx0" brushRef="#br0" timeOffset="170589.5">3218 5499 1016 0,'-5'-3'105'0,"-1"-1"32"0,6 4 14 0,-1 0-44 0,1 0-36 15,0 0-34-15,-1 0-3 0,-16-8-5 0,17 8-12 16,0 0-14-16,0 0-2 0,0 0-4 0,0 0-7 0,0 0 3 15,0 0 5-15,0 0-1 0,0 0 14 0,0 0 8 16,0 0 3-16,0 0 3 16,0 0 17-16,22 2 3 0,-22-2 4 0,0 0-1 0,0 0 8 15,18-2-2-15,-18 2-3 0,1 0 1 0,0 0-9 16,20-3-8-16,-12 2 1 0,-1-1-6 16,2 2-11-16,-1-2-1 0,1 0-6 0,0 1 4 0,1 0-3 0,-1 1 2 15,0-1 2-15,1-1-1 0,-1 0-4 0,1 0-4 16,0 1 1-16,0-1-2 0,2 0-4 15,-2 0 6-15,2 0-2 0,-1 1 4 16,1-2-7-16,1 2 8 0,0-1-3 0,0 0 6 16,-1 0 9-16,1 0-5 0,-2 0 1 0,1 1-4 15,-1-1-7-15,0 1 4 0,0 0-5 0,-1 0 5 16,0 0-12-16,-2 1 5 0,2-1-2 0,-1 0 3 16,-1 1 7-16,0-1-7 0,-2 1 3 0,1-1-6 15,0 1 0-15,1 0 5 0,-1 0-2 0,1 0 4 0,-1 0 0 0,0 1-10 16,0-1 9-16,-2 0-9 0,2 0 6 15,-3 0 0-15,2 0-3 0,-2-1 2 0,-5 1 3 16,1 0-5-16,-1 0 4 16,18-3-4-16,-18 3 11 0,0 0-11 0,1 0 6 0,-1 0-8 15,0 0 11-15,17-4-7 0,-17 4 0 0,0 0-1 16,0 0 2-16,0 0 2 0,0 0 0 0,0 0 1 16,0 0 1-16,0 0-5 0,0 0 3 0,0 0-4 15,0 0 9-15,0 0-6 0,0 0 0 0,0 0-2 0,0 0 3 16,0 0-9-16,0 0 3 0,0 0-5 0,0 0-1 15,0 0 3-15,0 0-4 16,-1 0 4-16,1 0-7 0,-1 0 2 0,-18-1-2 16,19 1 2-16,0 0 1 0,-1 0 4 0,-18 5 2 0,19-5 0 15,-1 0-11-15,-20 4 2 0,13-2-5 0,-3-1 6 16,1 1-8-16,-2-1 0 0,0 0-1 0,0 0 0 16,-1 0-1-16,0 0 3 0,0 0 0 0,-1 0 1 0,-1 0 8 15,0-1-4-15,-1 2 8 0,0-1-7 16,-1 0 1-16,-1 1 2 0,-1 0-3 0,-1 0 4 0,1 0 0 15,1 0-2-15,0 0 2 0,2 1-2 0,-1 0 3 16,2-1 1-16,0 1-2 16,1-1 3-16,1 1-4 0,1-2 3 0,0 2-2 0,1-1 3 15,1 0-5-15,-1 1 8 0,0-2-2 0,1 0 5 16,1 1-5-16,2 0 4 0,1-1 0 0,0 1 1 0,6-2 4 16,-1 0-5-16,0 0 0 0,1 0-1 0,0 0-4 15,0 0 0-15,-1 0-4 0,1 0 0 0,0 1-11 16,-1-1 6-16,0 0-4 15,1 1 5-15,0-1-2 0,0 1 2 0,0-1 4 16,11 17-1-16,-2-16 11 0,0 1-1 0,3 0-1 0,1-2 0 16,2 1-2-16,0-2 4 0,0 1-2 15,0 0 1-15,0 0-3 0,1-1 0 0,0 1 2 0,-2-1-2 16,0 0 3-16,-3 0-2 0,0-1 2 0,0 1-1 0,1 1 2 16,-2-1 1-16,1 0-2 0,0 0 3 15,-2 1-3-15,0-1-5 0,1 1 0 0,-2-1-6 16,0 1-46-16,1 0-250 0,-1 0-48 0</inkml:trace>
  <inkml:trace contextRef="#ctx0" brushRef="#br0" timeOffset="175189.99">3754 5451 971 0,'0'0'93'0,"0"0"4"0,0 0-2 15,0-1-63-15,-6-15-36 0,6 16 5 0,0-1 4 16,0 1 5-16,0-1 16 0,-9-21 19 0,9 22 2 16,0 0 10-16,0-1 50 0,0 1 0 0,-13-16 1 0,13 16-3 15,0 0-18-15,0-1-9 0,-1 1-5 16,0-1-2-16,-14-16-15 0,15 17-12 0,0 0-4 15,0 0-7-15,0 0-36 0,1-1 2 0,0 1-6 0,17-12 4 16,-18 12-2-16,0 0 0 0,22-5 4 16,-13 4-3-16,1 0 0 0,-1 1 4 0,0-2 0 0,1 1 3 15,-2 1 3-15,0 0 1 16,-1 0-1-16,0 1 1 0,-1-1-3 0,-1 1 0 16,-5-1-2-16,1 0 2 0,0 0 0 0,16-1-5 0,-17 1-19 15,0 0-6-15,0 0-172 0,18 3-337 0</inkml:trace>
  <inkml:trace contextRef="#ctx0" brushRef="#br0" timeOffset="178579.44">3201 5503 2072 0,'-6'-1'257'15,"-1"-1"-100"-15,7 2 124 0,0 0-314 0,0 0-20 16,-1 0-30-16,0 0 31 0,1 0-9 0,0 0 24 16,0 0 22-16,0 0 19 0,0 0 6 0,0 0 4 15,0 0 9-15,1 0-12 0,16 6 2 0,-17-6-5 16,1 0 14-16,-1 0 9 0,0 0 1 0,17-2 2 16,-17 2 1-16,1 0 7 15,-1 0-1-15,1 0 3 0,18-3-7 0,-19 3-7 16,0 0-7-16,1 0 1 0,19-7-11 0,-20 7-5 15,1 0 5-15,20-8-6 0,-13 5 2 0,1 0-6 0,1 1-3 16,-1 0 0-16,2-2 4 0,-1 2-8 0,1-1 6 16,-1 1-6-16,1-1 5 0,-2 0 3 0,1-1-4 15,0 2 2-15,-1 0-1 0,0-1 0 0,-1 1 2 0,1-1 0 16,-1 1-1-16,0-1-1 0,1 1 1 0,1 0-1 16,-2 0 0-16,2 0 0 0,-2 0-2 0,0 0 1 15,1-1 9-15,-2 1-6 16,3 0 1-16,-2 0-3 0,0-1 0 0,1 1 1 15,-1 0 1-15,0 0 0 0,-1 0 4 0,0 0-2 16,0 0-2-16,1 1 0 0,-2 0 2 0,1-1 1 16,-7 2 1-16,0 0-2 0,1 0-3 0,16-3 5 15,-17 3 2-15,1 0-1 0,-1 0-1 0,16 0 0 16,-16 0-2-16,0 0 3 0,1 0 4 0,0 0-2 16,-1 0 4-16,17-2-3 0,-17 2 7 0,1 0-6 15,-1 0 4-15,1 0-5 0,17-2-7 0,-18 2 3 0,1 0-6 16,-1 0 6-16,1 0-8 0,18-1 5 0,-19 1-4 0,1 0 6 15,-1 0-9-15,18 0 3 0,-18 0 1 0,0 0 1 16,0 0 0-16,19 1-2 16,-19-1 0-16,1 0-1 0,-1 0 1 0,19 1 4 0,-19-1-2 0,0 0 3 15,0 0-2-15,1 0-3 0,16 1 2 0,-17-1-2 16,0 0-4-16,1 0 6 16,-1 0-4-16,1 0 5 0,0 0-3 0,15-3 0 15,-16 3 3-15,0 0-2 0,0 0-6 0,0 0-95 16,0 0-11-16,1 0-40 0,-1 0-159 0,0 0-291 15</inkml:trace>
  <inkml:trace contextRef="#ctx0" brushRef="#br0" timeOffset="181496.13">3113 5479 2434 0,'0'0'100'0,"0"0"-56"16,0 0-24-16,0 0-60 0,0 0-49 0,12-8 44 0,-2 6 4 16,3 0 22-16,1 0 20 0,-4-4 0 15,4 5 0-15,0 0 2 0,0 0 4 0,-2-1-5 16,0 0 0-16,1 1-2 0,0-1 2 0,0 1 23 16,0 1-3-16,-2-1 9 0,0 1-6 0,-1 0 6 15,0 0-3-15,-1 1 5 0,0-1 9 0,-2 0 4 16,1 0 1-16,-1 0-1 0,-1 0-4 0,1 0-7 0,0-1-2 15,-1 1-1-15,0-1-8 0,-6 1-13 16,1 0 4-16,-1 0-7 0,18-4 2 0,-18 4-4 0,1 0-3 0,15-2 2 16,-16 2-1-16,0 0 0 0,1 0 0 0,18-2 0 15,-19 2-5-15,0 0 5 0,1 0-2 0,0 0 5 16,-1 0 3-16,16-2-2 16,-16 2-1-16,0 0 0 0,0 0 4 0,0 0 0 0,0 0 1 15,0 0-2-15,0 0-1 0,0 0-7 16,0 0 0-16,0 0-2 0,0 0-4 0,0 0-10 0,0 0 2 15,0 0-5-15,0 0-4 0,0 0-6 0,-1 0-4 16,1 0-2-16,0 0-13 0,-19-2-46 0,19 2-5 16,0 0-25-16,-1 0-104 0,-17-1-327 0</inkml:trace>
  <inkml:trace contextRef="#ctx0" brushRef="#br0" timeOffset="184866.5">4626 5458 701 0,'-4'-3'366'0,"4"3"173"15,0 0-4-15,-1-1-533 0,1 1-42 0,0-1 5 0,0 1 2 16,0-1 8-16,0 1 30 0,0-1-5 16,-2 1 0-16,2 0-2 0,-1-1 0 15,1 1 2-15,0-1 2 0,-1 1 0 0,1 0 8 0,-1 0 12 16,1 0 0-16,0 0 5 0,-1 0 11 0,0 0 6 16,1 0 2-16,-1 0 2 0,1 0 14 0,0 0-12 15,-1 0 4-15,1 0-8 0,-1 0 3 0,1 0-15 16,0 0 1-16,-1 0-6 0,1 0-6 0,0 0-9 15,0 0 1-15,0 0-5 0,1 0-1 0,-1 0-5 16,17 6 0-16,-17-6-1 0,0 0 2 0,1 0 2 16,20 4 0-16,-21-4 1 0,0 0 0 0,21 1 6 15,-21-1-2-15,0 0 3 0,24 0 1 0,-15 0 3 16,0 0-2-16,1 0 1 0,0-1-11 0,1 1 0 16,0 0 1-16,-1-1 1 0,1 1 5 0,1-1-4 15,2 0 2-15,0 0-4 0,0 0 4 0,-2 0-2 0,1 0 3 16,-1 0-1-16,-2 1 1 0,1 0 0 0,-1-1-3 15,-1 1 3 1,0 0 0-16,0 0-9 0,0 0 4 0,-1 0-6 0,-1 1 5 0,1-1-2 0,0 0-3 16,-1 0 1-16,2 1-3 15,0-1 5-15,1 1-2 0,2-1 2 0,-1 0-2 16,1 0-3-16,0 0 4 0,-2 0-4 0,1 0-1 16,-1 0 7-16,1 0-6 0,-2 0 6 0,0 0-5 0,0 0 0 15,-1 0 5-15,1 0-3 0,-2 0-1 0,1 0-1 16,-1 0 1-16,0-1 2 0,0 1 7 15,0 0 21-15,0 0-8 0,-1 0 11 0,1-1-11 16,0 0-11-16,0 1 1 0,2-1-5 0,-1 0-3 0,0-1-1 16,-1 1 1-16,0 0-1 0,0 0 5 0,1 1-6 15,-8 0 2-15,0 0-3 0,0 0 3 0,20-1 1 16,-20 1-4-16,0 0 1 0,0 0-7 0,1 0 4 16,17-2 4-16,-18 2 0 0,0 0 1 0,0 0-1 15,1 0-1-15,18-2-1 0,-19 2-2 0,0 0-1 16,0 0 0-16,1 0 1 0,17-2 5 0,-18 2-3 15,1 0 1-15,-1 0-2 0,0 0 0 0,17-1-2 16,-17 1 2-16,0 0-2 0,0 0 3 0,1 0 4 16,-1 0-3-16,0 0 3 0,1 0-11 0,17-1 10 15,-18 1-1-15,0 0 5 16,0 0-1-16,0 0-5 0,0 0-1 0,0 0-1 16,1 0 3-16,-1 0-3 0,1 0 4 0,0 0-5 0,-1 0 0 15,0 0 5-15,1 0-6 0,-1 0 5 0,1 0-5 0,-1 0 5 16,1 0-3-16,-1 0 4 0,0 0-8 0,1 0-95 15,0 0-10-15,-1 0-41 0,0 0-132 16,0 0-202-16,0 0-216 0</inkml:trace>
  <inkml:trace contextRef="#ctx0" brushRef="#br0" timeOffset="186324.8">5675 5481 2137 0,'0'0'133'0,"0"0"-55"0,-1 0 63 16,0 0-180-16,1-1 4 0,-1 1-12 0,1 0 36 15,0 0 1-15,0 0 8 0,0 0-2 0,0-1 4 16,0 1 0-16,0 0 2 0,0 0 0 0,0 0 0 16,0 0 4-16,0 0 0 0,0 0 28 0,1 0 11 15,18 5 4-15,-19-5 2 0,1 0 10 0,-1 0 10 0,17 2-4 16,-17-2 4-16,0 0-14 0,16 0-18 0,-16 0 1 16,1 0-7-16,19 2-12 0,-11-2-5 0,0 0-3 15,1 1 0-15,-1-1-9 0,2 1 4 0,-1 0-3 0,0 0 3 16,0 1-7-16,0 0 1 15,-1-1 5-15,0 0-3 0,0 0 0 0,2 0 3 16,0 1-6-16,1-1 7 0,1 0-7 0,-2 0 5 16,0-1-1-16,0 0 2 0,1 0 2 0,-1 1 3 15,0 0 2-15,1-1 2 0,-1 1 9 0,0-1-9 0,0 0 1 16,1 1-6-16,-1-1 0 0,1 0-4 0,-2 0 3 0,-1 0-4 16,2 0 1-16,0 0 0 0,2 1 2 15,-1-1-1-15,1 0-6 0,-1 0 7 0,0-1-9 0,0 1 7 16,0 0-3-16,1 1 1 15,-1 0 5-15,-1 0-3 0,1-1 4 0,0-1 1 16,0 0 0-16,0 0-1 0,0 0-4 0,1 1 6 16,0-2-4-16,0 1 5 0,2 1-10 0,0-2 13 15,0 0-9-15,-1 1 10 0,0-1-13 0,0 1 2 16,-1-1 6-16,-1-1-4 0,0 1-1 0,-1 0-3 16,1 1 7-16,-2-1-2 0,-1 1 15 0,2-1-12 0,-1 1-1 15,2 0-3-15,-1-1 0 0,1 1-8 16,0 0 1-16,1 0-2 0,0 0 2 0,1 0 6 15,-2 0-5-15,0 1 4 0,-1-1-7 0,1 0 0 16,-1 0 4-16,-1 0-3 0,1 1-2 0,-2 0 8 16,1 0-6-16,-1-1 6 0,0 1-10 0,0 0 9 15,-2-1-5-15,2 0 7 0,0 0-7 0,1 0-2 16,1 1 6-16,1-1-5 0,0 0 6 0,0 0-1 0,-2 0-5 16,1 1 3-16,-2-1-5 0,1 0 3 15,0 0 3-15,-2 0 0 0,1 1 0 0,1-1-1 0,0 1-1 16,-1 0 2-16,0-1-2 0,-1 0 4 0,0 1-2 15,-1-1 2-15,0 1 5 0,0 0-5 0,0 0 4 16,-1 0-5-16,1 0 3 0,-2 0-7 0,3 0 2 16,-3 0-3-16,2 0 6 0,-7 0-5 15,0 0 6-15,17 0-5 0,-17 0-1 0,0 0 4 16,17-1-6-16,-17 1 4 0,0 0-8 0,0 0 3 16,17 1 1-16,-17-1 0 0,0 0 0 0,1 0-11 15,-1 0-6-15,0 0-7 0,1 0-81 0,-1 0-84 16,1 0-27-16,0 0-26 0,-1 0-194 0</inkml:trace>
  <inkml:trace contextRef="#ctx0" brushRef="#br0" timeOffset="192477.24">7255 5411 1102 0,'0'0'143'0,"-1"0"-54"0,0-1 72 0,1 1-133 0,-1-1 8 16,1 1-1-16,0 0 11 0,-1-1 5 15,1 1-5-15,-1-1-17 0,1 1 4 16,0-1-8-16,-1 1 7 0,0-1 2 0,1 1-7 0,0 0 3 16,-1-1-6-16,-15-8-4 0,16 9 7 0,0 0 4 15,0 0 3-15,0 0 15 0,0 0 2 0,0 0-2 16,0 0 0-16,0 0-9 0,0 0-5 0,1 1-2 15,17 8-1-15,-18-9-12 0,1 0-9 0,-1 0 1 0,21 3-2 16,-21-3 7-16,1 0-7 0,17 1 6 0,-18-1-5 16,1 0 6-16,17 1-1 0,-18-1-6 0,1 0 3 15,18 2-8-15,-19-2 9 0,0 0-2 0,18 3 5 16,-18-3 2-16,1 0-7 0,18 3 3 0,-19-3-4 16,0 0 4-16,21 2-7 0,-20-2 2 15,-1 0-3-15,23 1 7 0,-14-1-4 0,0 0-1 0,1 0-1 16,-1 0 0-16,0 0-1 15,1-1 2-15,0 1-1 0,-2-1 5 0,2 1-4 0,-2 0 3 0,-1 0-3 16,1 0 4-16,-2-1-3 0,1 1 1 0,-1 0-2 16,0 0 7-16,0 0 1 0,-1-1-4 0,3 0 2 15,-3 0-7-15,2 1-1 0,-1-1 7 0,-6 1-6 16,1 0 2-16,16-5 2 0,-17 5-6 0,0 0 5 16,18-4-13-16,-18 4 6 15,0 0-4-15,21-3 6 0,-20 3-6 0,0 0 5 0,19-2 0 16,-20 2 0-16,0 0-6 0,18-3 6 0,-18 3-5 15,1 0 6-15,15-2-6 0,-16 2 2 0,1 0-1 16,17-2 0-16,-18 2-2 0,1 0 1 0,15-2 2 16,-16 2 0-16,1 0 3 0,15-3-2 0,-16 3 0 15,1 0-1-15,-1 0 3 0,19-1-6 0,-19 1 1 16,1 0-2-16,0 0 5 0,16-2-1 0,-17 2-1 16,0 0 0-16,1 0-6 0,16 0 7 0,-17 0 0 0,0 0 4 15,1 0-4-15,16-1-1 0,-17 1 0 16,0 0-1-16,1 0 0 0,16-1 2 0,-17 1-2 0,0 0 4 15,1 0 1-15,16-2-1 0,-17 2 2 0,1 0-2 16,-1 0-1-16,18 1-4 0,-18-1 1 0,1 0-1 16,-1 0 1-16,16 1 1 0,-16-1 1 0,1 0 1 15,0 0 1-15,14-2-3 0,-15 2-1 0,1 0 0 16,0 0 5-16,16 0-5 16,-17 0 3-16,1 0-3 0,-1 0 6 0,0 0-4 15,18-1 3-15,-18 1-3 0,0 0 14 0,0 0-10 16,0 0 3-16,1 0-5 0,0 0 5 0,-1 0-5 0,0 0 1 15,1 0-2-15,-1 0 6 0,1 0-3 0,-1 0 3 16,16 0-4-16,-16 0-4 0,0 0 4 0,0 0-5 16,0 0 4-16,0 0-8 0,1 0 7 0,-1 0-1 15,1 0 4-15,-1 0-4 0,1 0 0 16,-1-1 2-16,1 1-1 0,-1 0-3 0,0 0 4 16,1-1-1-16,-1 1 3 0,1-1 0 0,-1 1 0 15,1 0-1-15,-1 0 0 0,1 0-2 0,-1 0 4 16,1-1-3-16,-1 1 3 0,0 0-7 0,1 0-18 15,-1 0-14-15,1 0-6 0,-1 0-77 0,0 0-78 16,0 0-17-16,0 0-31 0,0 0-161 0</inkml:trace>
  <inkml:trace contextRef="#ctx0" brushRef="#br0" timeOffset="195808.1">11156 4910 33 0,'-1'0'474'0,"1"0"-213"16,0-1 260-16,-1 1-418 0,1-1 11 0,-1 1 38 0,1-1-29 16,-1 1 7-16,1 0-16 0,-1-1-1 0,1 1-12 15,-1 0-6-15,1 0-3 0,-16 0-18 0,16 0-8 16,0 0 2-16,0 1-3 0,-5 16-3 16,5-17-10-16,0 1 2 0,-1 20-5 0,1-20 3 15,-1 17-9-15,0-8 1 0,2 2-4 0,-1 1-13 16,-6-2 1-16,6 6 0 0,0 2 0 0,1 1-7 15,-2 1-3-15,1 0-1 0,-1 2 0 0,0 1-4 16,-3 1-8-16,1 2 1 0,-1 0-1 0,1-1 9 0,1-3-6 16,-4-3 1-16,3-3-2 0,0-2 2 0,0-4-1 15,2 0-2-15,0-2 0 0,0-1-21 0,1-8-54 16,0 1 0-16,0-1-21 0,0 0-28 0,0 0-44 16,0 0-3-16,0 0-19 0,-6-8-50 0,6-4-170 15,0-3-76-15</inkml:trace>
  <inkml:trace contextRef="#ctx0" brushRef="#br0" timeOffset="196079.77">11075 4981 436 0,'1'-30'68'0,"-1"5"178"0,1 0 8 0,1 6-16 0,0 1-23 15,0 3-57-15,1 4-4 0,-1 1-20 0,1 3-27 16,1 2-2-16,-4 5 2 0,0-1-3 0,1 1-14 16,-1-1-40-16,0 1-3 0,20-8-15 0,-20 8-15 15,0 0 3-15,17 6 3 0,-17-6 0 0,0 0 3 0,21 12-5 16,-12-8 2-16,0 1-2 0,-1 0 9 0,2 0-5 15,-1 1 3-15,0-1-4 0,0 1 2 0,-1-1 3 16,-1 1 0-16,0 0 3 0,-1 0 11 0,-2 1 8 16,0-1-5-16,0 0 4 0,-3 1-12 0,-1 1-4 15,0 0 2-15,-1 2-4 0,-3 1-25 0,-1 1-4 16,-2 0-3-16,-2 2 0 0,0-1-5 0,-1 2-3 16,-1-1 2-16,0 0-1 0,-2-2 5 15,2 0-11-15,-1-2-20 0,2 0-1 0,1-2-114 16,1-2-43-16,2-1-19 0,6-5-13 0,-1 0-118 15</inkml:trace>
  <inkml:trace contextRef="#ctx0" brushRef="#br0" timeOffset="196379.6">11482 4814 901 0,'0'0'948'16,"0"0"-682"-16,0-1-174 0,0 1-35 0,0-1 110 16,0 1-86-16,-1 0 11 0,-17-2-36 0,11 6 18 15,-1 1-19-15,-1 2 7 0,-1 1-12 0,0 2 2 0,0 2-16 16,0 1-5-16,0 1-5 0,1 1-18 16,-1 4-3-16,0 2 1 0,1 4-2 0,0 3 0 0,1 0-1 15,1 2-2-15,1-2 0 0,0 0-3 0,0-2 4 16,1 0-1-16,1-1 3 0,2 0-5 0,1-4 0 15,1-2 2-15,0-4-1 0,2-4-2 0,1-2-16 16,-1-2-6-16,3-3-4 0,0-2-30 0,3-1-10 16,-2-2-13-16,3-2-3 0,-1-2-88 0,2-1-85 15,2-4-28-15</inkml:trace>
  <inkml:trace contextRef="#ctx0" brushRef="#br0" timeOffset="196729.27">11576 4851 1782 0,'0'0'225'0,"0"-1"-73"15,0 1-4-15,0-1-11 0,10-15 26 0,-10 16-57 16,0 0-8-16,0 0-16 16,0 0-13-16,0 0-21 0,0 0 4 0,-3 17-11 0,0-9-9 15,-1 2-5-15,-1 2-3 0,-1 2 0 0,0 1-4 16,-1 4-10-16,-1-1 5 0,0 5-7 0,-2 0 10 16,0 1-1-16,-1 0-4 0,0-1 2 0,-1-1-10 0,1-2-1 15,0-3 3-15,1-1-2 0,1-3-4 0,2 0-1 16,2-3-23-16,0-2 3 0,5-8-116 0,0 0-48 15,0 1 2-15,0-1-19 0,0 1-25 0,0-1-50 16,3-4-121-16</inkml:trace>
  <inkml:trace contextRef="#ctx0" brushRef="#br0" timeOffset="196978.51">11594 4741 1777 0,'0'0'43'0,"0"0"65"15,0 0-22-15,0 0 36 0,1 0-50 0,16 2-4 16,-17-2-5-16,0 0 3 0,10 22-6 0,-6-10 2 16,-2 2-4-16,1 2 3 0,-1 1-7 0,-1 1 2 15,1 0-6-15,-1 0 3 0,0 1-9 0,0 0-11 16,-1 1-2-16,0 2-5 0,2-1-7 0,-2 0-10 16,0-1 6-16,0-1-7 0,0-1 2 0,1-2 0 15,-1 0-5-15,0-3 3 16,0-2 2-16,1 0-23 0,-1-1-14 0,1-2-11 15,-1-8-89-15,0 1-49 0,0-1-3 0,2 19-19 0,-2-19-46 0,0 0-137 16</inkml:trace>
  <inkml:trace contextRef="#ctx0" brushRef="#br0" timeOffset="197195.38">11510 4985 1467 0,'0'0'510'0,"0"0"-365"15,0 0-63-15,0 0-42 0,0 0 89 0,0 0-28 16,0 0 5-16,0 0-16 16,0 0-21-16,1 0-30 0,19 3 3 0,-20-3-14 15,0 0-13-15,18-1 1 0,-18 1-7 0,1 0 5 0,20-1-9 16,-21 1-2-16,0 0 6 0,20-3-5 16,-20 3 1-16,0 0-21 0,23 0-25 0,-22 0-4 0,0 0-113 15,21 1-80-15,-21-1-16 0,-1 0-37 0,22 1-194 16</inkml:trace>
  <inkml:trace contextRef="#ctx0" brushRef="#br0" timeOffset="197672.95">11768 5044 1644 0,'0'0'60'0,"0"0"70"0,0 0-15 0,0 0 31 0,0 0-37 16,0 0-1-16,0 0-6 0,0 0 1 0,0 1-26 15,-3 20-11-15,3-21 0 0,0 0-4 0,-2 22-8 16,-1-13-3-16,1 0-7 0,-1 1 1 0,-1 1-14 15,1 0-12-15,-1 1 3 0,0 2-8 0,0 0-6 0,0 1-2 16,0-3 1-16,-1-1-3 0,0 0 0 0,0-2-3 16,1 0 1-16,1-3-3 0,3-6-27 0,0 1-38 15,0-1-10-15,-1 0-10 0,0 1-48 0,1-1-41 16,-1 1 2-16,1-1-15 16,0 1 6-16,0-1-30 0,0 0-16 0,0 0-17 15,5-14-164-15</inkml:trace>
  <inkml:trace contextRef="#ctx0" brushRef="#br0" timeOffset="198173.66">11751 5078 712 0,'3'-7'98'0,"1"1"117"0,-2 1-7 0,-2 5-20 15,0-1-2-15,0 1-8 0,0-1-15 0,0 1-16 16,0-1-4-16,1 1-4 0,-1-1-24 0,1 1-26 16,0 0-7-16,-1 0-5 15,0 0-16-15,0 1 0 0,5 15 3 0,-5-16-5 0,0 1-16 0,1 21-10 16,-1-21-3-16,1 15-2 15,-1-16-6-15,2 17-7 0,-1-7 0 0,1 0-1 0,-1 0 9 16,1-1-9-16,-2 0 7 0,2-1-7 0,1 1 11 16,-1-1-2-16,2-1 0 0,-1-1-1 0,0 0-5 15,0-1 11-15,-3-5-3 0,0 0 6 0,1 0-4 16,-1 1 3-16,16 12-5 0,-16-13 3 0,0 0-6 16,0 0 0-16,1 0-1 0,-1 0-1 0,1 0-7 0,0 0-2 15,-1 0-1-15,0 0 0 0,0 0-3 0,2 0-5 16,-2 0-1-16,0 0-1 0,0 0-4 0,1 0 2 15,-1 0-2-15,1 0 2 0,15-5-2 0,-16 5 4 16,0 0-1-16,0 0 1 0,1 0 2 0,0 0-1 16,-1 0 0-16,0 0-1 0,1-1 0 0,-1 1 0 15,0 0 3-15,0 0-2 0,0 0-1 16,0 0-1-16,0-1-1 0,1 1 2 0,0-1 9 0,-1 1-7 16,0-1 5-16,0 1-7 0,13-18 7 0,-13 18 1 15,0 0-3-15,0 0 2 0,9-17-7 0,-9 17 7 16,0 0-4-16,11-20 4 0,-7 12-4 0,1-1 4 15,2-1-5-15,-2-1 4 0,1 1-5 0,0 1 0 16,-2 1 4-16,1 2-3 0,-1-1-5 0,-1 2 4 16,-3 5-1-16,0 0 1 15,0-1-7-15,0 1-7 0,0-1-2 0,0 1-2 16,0-1-15-16,0 1-26 0,0-1-11 0,0 1-8 16,0 0-63-16,0-1-62 0,0 1-10 0,0-1-29 15,2-15-142-15</inkml:trace>
  <inkml:trace contextRef="#ctx0" brushRef="#br0" timeOffset="199564.44">12112 4643 1647 0,'0'0'154'0,"0"0"-66"0,0 0 93 0,0 0-38 16,0 0-27-16,0 0 16 0,0 0-51 0,0 0-2 0,0 0-1 16,0 1 9-16,0-1-16 0,-4 18 0 0,4-18-10 15,-3 16-24-15,1-8-10 0,0 1-1 0,0 2-2 16,0 1-5-16,1 3-5 0,0 2-3 0,0 2 1 16,0 0 0-16,0 1-7 0,0 1 5 0,-1 1-6 15,1 1 1-15,-1 1-3 0,0 1 1 0,0 2-2 16,-1 1 2-16,2 1 4 0,0 1 0 0,-1-2 2 15,0-1 0-15,1-1-6 0,-1 0 5 0,1 0-4 16,0 2 7-16,1-2-7 0,-1-1-2 16,0-2 0-16,-1 1 0 0,2-2 4 0,-2-1-3 15,1 0 2-15,0 0-8 0,0 0 9 0,-1-1-2 16,1-3 5-16,0 0-9 0,0-1 3 0,1-4-1 0,0 0 2 16,0-3 0-16,0-2-7 0,0-7-24 0,0 1-3 15,0-1-145-15,0 0-135 0,0 1-60 0</inkml:trace>
  <inkml:trace contextRef="#ctx0" brushRef="#br0" timeOffset="200629.05">12161 5252 901 0,'0'0'58'15,"0"0"37"-15,0 0 34 0,0 0 5 0,0 0 2 0,0 0-2 16,0-1-9-16,0 1 2 0,0-1-5 0,6-18 3 15,-6 19-9-15,0 0-16 0,7-20-1 0,-5 12-7 16,1-1-15-16,-1 0 1 0,1-1 0 0,-1-1 0 16,1 1-6-16,-1-1-7 0,1 0 1 0,0-1-1 15,0-1 2-15,0-3-6 0,-1-1 4 16,1-2-4-16,-1-2-3 0,2-1-33 0,-2 0 5 0,0 0-15 16,1 0 0-16,0 2-4 0,1 2 2 0,2 2-1 15,-1 2-2-15,0 1 0 0,0 1-5 16,1 3 3-16,-1 1 4 0,0 1-5 0,-1 2 7 15,-4 5-6-15,0 0 14 0,0 0-13 0,1-1-1 16,-1 1-5-16,1-1-4 0,15-8-5 0,-16 9 2 16,0 0-2-16,1 0 5 0,0 1-8 0,15 12 5 15,-16-13-5-15,10 14 4 0,-5-3 3 0,0-1 0 0,0 2 2 16,-1 2 9-16,0-2-8 0,-1 3 6 0,0-1-7 16,-1 2 10-16,0 2-8 0,-1 1 3 0,0-1-4 15,0 0 8-15,-1 0-5 0,0 0 3 0,0-1-4 16,0-1 4-16,0-1-4 0,-2-2-3 0,2-1 1 15,-1 1-2-15,0-2 4 0,0 0 0 0,1-1 2 16,-1-1-4-16,0-3-41 0,1 1-28 0,0-7-13 16,0 0-155-16,0 1-121 0,0-1-29 0</inkml:trace>
  <inkml:trace contextRef="#ctx0" brushRef="#br0" timeOffset="201065.98">12477 4876 1329 0,'0'0'214'0,"0"0"-83"0,0 0 88 16,0-1-185-16,1 1 135 0,-1-1-55 0,0 1 17 15,17-10-34-15,-17 10 11 0,0 0-5 0,0 0 0 16,0 0-8-16,0 0-44 0,0 0-6 0,0 0-3 15,0 17-1-15,0-10-9 0,-1 2 0 0,0 0-2 16,-1 1 1-16,-1 3-12 0,1 2 0 0,-2 2-4 16,-1 0 2-16,-2 1-10 0,0-1-6 0,0 1 3 15,0-1-4-15,1 0 3 0,1-1 0 0,-1-2-2 16,0-2 1-16,1-3 4 0,0-1-38 0,0-1-12 0,5-7-19 16,0 0-102-16,0 0-42 0,0 1-17 0,0-1-14 15,0 1-123-15</inkml:trace>
  <inkml:trace contextRef="#ctx0" brushRef="#br0" timeOffset="201316.54">12523 4799 1986 0,'0'0'64'0,"0"0"79"0,0 0-34 15,0 0 45-15,0 0-74 0,0 0 0 0,0 0-1 0,1 0 1 16,11 19-3-16,-12-18-15 0,4 15 0 0,-3-5-6 15,1 1-11-15,0 2-20 0,-1 1 4 0,1 0-10 16,0 0 1-16,-1 2 4 0,1 0-3 0,0 1 3 16,1-1-6-16,-1 1-4 0,-1-1-5 0,1 0 2 15,0-1-5-15,-1-1-4 0,1 0 4 0,-1-2-5 16,0-2 1-16,-1 0-1 0,0-3 2 0,0-1-4 16,1-1-44-16,-1 0-115 0,0-6-10 0,0 1-41 15,0-1-87-15,0 1-126 0,0-1-151 0</inkml:trace>
  <inkml:trace contextRef="#ctx0" brushRef="#br0" timeOffset="201531.57">12421 5037 2228 0,'0'0'3'0,"0"0"65"0,0 0-24 0,0 0 36 16,1 0-32-16,-1 0 23 0,1 0-6 0,19 2 8 15,-20-2-34-15,0 0-19 0,18-2-4 0,-17 2-4 16,15-1-9-16,-6 0-3 0,0 0 4 0,-1 0-3 16,-1 1 0-16,1 0 0 0,0 0-3 0,-1 1-2 15,1-1-44-15,-1 0-136 0,-1 1-24 0,1-1-57 16,-3 0-248-16</inkml:trace>
  <inkml:trace contextRef="#ctx0" brushRef="#br0" timeOffset="201782.75">12696 5040 1472 0,'0'0'239'0,"0"0"-62"0,0 0 78 0,0 0-159 16,0 1 86-16,-1-1-36 0,1 1 3 0,-10 16-18 0,10-17-32 15,0 1-30-15,-3 16-4 16,3-17-11-16,0 0-28 0,-1 22-12 0,1-13 1 15,0 0-5-15,-1-1-3 0,1-1-8 0,0 2 3 16,0 0-3-16,0 1 4 0,0 0 2 0,0-1-3 16,1 0 2-16,-1-2-5 0,1 0 0 15,-1-7-7-15,0 0-1 0,0 0-62 0,0 1-51 0,0-1-10 16,0 1-17-16,0-1-63 0,0 1-89 0,0-1-37 0</inkml:trace>
  <inkml:trace contextRef="#ctx0" brushRef="#br0" timeOffset="201966.18">12699 4889 2023 0,'0'0'76'0,"0"0"70"16,0 0-87-16,0 0 32 16,0 0-3-16,0 0 6 0,0 0-39 0,0 1-13 0,1-1-9 15,7 17-3-15,-8-17-30 0,0 1 1 0,0-1 0 16,0 1-1-16,4 17-17 0,-4-18-73 0,0 0-10 15,0 0-31-15,0 1-119 0,0-1-267 16</inkml:trace>
  <inkml:trace contextRef="#ctx0" brushRef="#br0" timeOffset="203230">12716 4596 1710 0,'0'0'49'0,"0"0"70"15,0 0-20-15,0 0 39 0,0 0-21 0,0 0-23 16,0 0-5-16,0 0-6 0,0 0-24 0,0 0-13 16,0 0-1-16,0 0-4 0,0 0 3 0,10 17-4 0,-10-17 7 15,0 0-8-15,1 1 2 0,12 19 1 0,-13-20-7 16,0 0 6-16,11 18-6 0,-11-18-9 0,0 1 2 0,10 18-7 15,-10-19-10-15,0 0-6 16,9 19 5-16,-9-19-4 0,0 0 10 0,9 21-7 16,-6-13 3-16,0 2-4 0,0-1 4 0,0 0 2 15,0 0 1-15,0 0 0 0,0-1 2 0,-1 2 7 16,1-1-3-16,-1 1 4 0,0 0-3 0,-1-1-3 16,2 1 0-16,-2-1-1 0,2 0-2 0,-2-1-4 15,0 1-3-15,1 0 0 0,-1 0-2 0,0-1-3 0,0 0 5 16,0 0-4-16,-1 0-3 0,1 1 5 0,-1 0-3 0,0 1 3 15,-1 0-7-15,0 1 3 0,0 0 0 0,0-1 2 16,1 1 3-16,-2 0 2 0,1 0 1 0,-1 1 0 16,1-1 2-16,-1 0-3 0,1 0 2 0,0 0-2 15,-1 0 8-15,0 0-9 0,0-1 0 0,0 0-3 16,0-1-2-16,-1 2 5 0,0 0-2 0,0 1 2 16,-1 1-10-16,2 0 4 15,-2-1-2-15,0 0 5 0,0 0-2 0,-1 0-1 0,1 0-2 16,0 1 0-16,0-1-2 0,0 0 3 0,0 0 0 15,1 1 2-15,-1-2-4 0,1-1-1 0,0-1 0 16,-1 1-1-16,1 0 9 0,-2 1-5 16,1 1 2-16,0-1-3 0,-1 0 4 0,1 1-5 0,-1-2 1 15,0 0-3-15,0 1 7 0,0-1-5 0,1 0 5 16,0 1-6-16,0-1 1 0,1 0 1 0,0-1-4 16,-2 0 3-16,3 1 6 0,-1-1-6 0,0-1 2 15,1-1-3-15,-2-1 1 0,2 1-4 0,0 1-3 16,-2 1-2-16,1-3-16 0,-2 0-24 0,2-2-7 15,3-4-12-15,0 1-78 0,0-1-97 0,-1 1-24 0,1-1-42 16,-16 15-242-16</inkml:trace>
  <inkml:trace contextRef="#ctx0" brushRef="#br0" timeOffset="203814.75">12462 5299 2114 0,'0'0'75'0,"0"0"-29"16,0 0 22-16,0 1 2 0,0-1 7 0,3 17 6 0,-3-17-1 15,1 1-4-15,-1-1 0 0,1 0-12 0,20 11-4 16,-11-9-3-16,0 1-18 0,1-4 3 0,1 3-6 16,0-3 3-16,0 2-20 0,0-1-5 0,-1 0 3 15,0 0-6-15,-2 0-3 0,-1 0-1 0,0 0 0 16,-1 0 0-16,-1 0 2 0,-6 0-6 0,0 0-4 16,1 0-5-16,-1 0-89 0,18 0-134 0,-18 0-18 0,0 0-46 15,0 0-153-15</inkml:trace>
  <inkml:trace contextRef="#ctx0" brushRef="#br0" timeOffset="204132.05">12154 5766 2146 0,'0'0'54'0,"0"0"-9"16,0 0-41-16,0 0 47 0,6 17 0 0,-6-17 15 15,0 0 1-15,3 23-9 0,-3-12-1 0,0 1-5 16,-1 1-17-16,0 1 6 15,-1 0-1-15,0 1 2 0,0 0-11 0,0 0-4 16,-1-1-4-16,1-1 0 0,-2-1-9 0,2-3-12 16,1 0 5-16,0-2-9 0,1-7-26 0,0 0-92 0,0 1-14 15,0-1-33-15,0 0-98 0,0 0-195 0</inkml:trace>
  <inkml:trace contextRef="#ctx0" brushRef="#br0" timeOffset="204325.36">12222 5525 1636 0,'0'0'481'0,"0"-1"-329"0,0 1-54 0,0-1-46 15,1 1 51-15,0 0-36 0,-1 0 5 0,0 0-17 16,0 0-9-16,1 0-22 0,15 13 2 0,-16-12-10 16,0-1-9-16,-2 18-5 0,2-18-7 0,0 0-7 15,0 1-99-15,-3 15-81 0,3-16-25 0,0 0-25 16,0 1-169-16</inkml:trace>
  <inkml:trace contextRef="#ctx0" brushRef="#br0" timeOffset="204833.59">12319 5753 1056 0,'0'0'64'0,"0"0"133"15,0 0-103-15,0 0 58 0,0 0-11 0,0 0 18 16,0 0-49-16,0 0 10 0,0 0-2 0,0 0 0 16,0 0-32-16,0 0-12 0,0 0-3 0,-1 0-2 15,0 0-1-15,0 1-15 16,-16 16 1-16,17-17-8 0,-8 14-14 0,4-6-12 15,1 2-1-15,-1 0-4 0,0 2-12 0,-1-1-2 0,1 2-2 16,0 1 0-16,0 0-5 0,1 1 4 16,1 0-3-16,0 0 4 0,1-1 2 0,0-2-7 15,2-1 1-15,2-3-6 0,-1-1 4 0,3-1-6 0,-1-2 4 16,2-1-4-16,1 0 2 0,-1-3 2 0,0 0-2 16,0 0-1-16,1-1-32 0,-2-2-28 0,1 0-16 15,-1-1-2-15,0-1-47 0,-2 1-87 0,1-2-21 0,-4 6-54 16,0 0-342-16</inkml:trace>
  <inkml:trace contextRef="#ctx0" brushRef="#br0" timeOffset="205011.52">12283 5864 1487 0,'0'0'98'16,"-1"0"217"-16,1 0-275 0,0 0 39 0,-1 0-8 0,1 1 18 15,0-1-8-15,-12 18-5 0,12-18-6 0,0 0-1 16,0 0-41-16,0 0-16 0,1 0 0 0,-1 1-6 15,18 8-4-15,-18-9 0 0,1 0-2 0,-1 0 1 16,21-2-5-16,-21 2-19 0,1 0-15 0,19-3-5 16,-20 3-82-16,0 0-54 0,19-7-24 0,-19 7-24 15,1 0-212-15</inkml:trace>
  <inkml:trace contextRef="#ctx0" brushRef="#br0" timeOffset="205274.53">12459 5758 1285 0,'0'0'211'0,"0"0"-73"0,0 0 59 16,0 0-115-16,0 0 77 0,0 1-31 0,-1-1 10 0,-7 19-19 16,8-19-4-16,0 1-9 0,1 15-5 0,-1-16-2 15,0 17-27-15,-2-9-29 0,2 2 0 0,0 1-11 16,2 1-8-16,-2 1-11 0,-1-1 3 0,0 2-7 15,0 0 1-15,0 0-3 0,0 0 1 16,-2 0-1-16,3 1-1 0,-2-2-1 16,1-1-1-16,1-1 1 0,-2-3-5 0,0-1-5 0,1-1-13 15,1-6-1-15,0 1-85 0,0-1-70 0,0 1-6 16,-1 16-25-16,1-17-57 0,0 0-169 0</inkml:trace>
  <inkml:trace contextRef="#ctx0" brushRef="#br0" timeOffset="206247.88">12396 6176 1799 0,'0'0'297'0,"0"0"-126"0,0 0 64 0,0 1-129 15,0-1 67-15,0 0-57 0,0 1-1 16,-3 18-24-16,3-19-28 0,0 0-34 0,0 0 5 15,0 0-17-15,0 1-10 0,0-1-8 0,0 0 1 16,0 1-7-16,0-1-39 0,0 0-77 0,-1 1-24 0,1-1-25 16,0 1-134-16,0-1-254 15</inkml:trace>
  <inkml:trace contextRef="#ctx0" brushRef="#br0" timeOffset="206411.34">12388 6303 2180 0,'0'0'67'0,"0"0"49"0,-1 1-35 0,0-1 38 15,-14 17-76-15,15-17-65 0,0 0-29 0,0 0-16 16,0 1-126-16,-1-1-99 0,1 1-51 0</inkml:trace>
  <inkml:trace contextRef="#ctx0" brushRef="#br0" timeOffset="206565.61">12369 6443 2208 0,'0'0'208'0,"0"1"-172"0,0-1-36 15,-20 21-35-15,20-21-108 0,0 0-158 0,0 1-109 0</inkml:trace>
  <inkml:trace contextRef="#ctx0" brushRef="#br0" timeOffset="206681.57">12336 6493 2370 0,'0'0'31'0,"0"0"-22"16,0 0-10-16,0 1 0 0,0-1-11 0,0 1-152 0,0-1-33 15</inkml:trace>
  <inkml:trace contextRef="#ctx0" brushRef="#br0" timeOffset="207133.28">12049 6771 3204 0,'-8'17'224'0,"0"-1"-157"16,2 0-10-16,2-1-45 0,3-3-29 0,-2 1 16 15,1 1-6-15,-1 0 8 16,-1 1-6-16,1-1-26 0,-1 0-5 0,1-2-13 15,0-2-58-15,0-3-38 0,0-1 6 0,3-6-17 16,0 1-4-16,0-1-19 0,0 1-2 0,0-1-7 16,0 1-26-16,0-1-59 0,0 0-44 0</inkml:trace>
  <inkml:trace contextRef="#ctx0" brushRef="#br0" timeOffset="207799.01">12068 6803 1698 0,'0'0'73'0,"0"0"98"16,0 0-110-16,0-1 42 0,9-15-12 0,-9 16 11 16,1 0-79-16,-1-1-6 0,1 1 2 0,14-18-1 0,-15 18 19 15,0 0 22-15,1 0-7 0,-1 0 9 16,1 0-22-16,-1-1 7 0,1 1 2 0,15-8 2 0,-16 8 2 15,0 0-7-15,0 0-3 0,0 0-2 0,1 0-17 0,-1 0 3 16,0 1-4-16,1-1 5 0,-1 0 0 0,17 15 5 16,-17-15 4-16,0 0-2 0,0 0-1 15,9 16-4-15,-9-16 0 0,0 1 0 0,6 20 5 0,-6-21-5 16,3 17-2-16,-3-17-2 16,3 17-6-16,-2-9-11 0,-1 1 0 0,1 2-3 0,1-1 5 15,-2-1-1-15,0 2 0 0,0-1-3 0,0 1-6 16,0 0 4-16,0-2 0 0,1 1 3 0,-1 0-5 15,1-2 5-15,-1 0-1 0,2-1 2 0,-1-1 2 0,-1-6 5 16,0 1-5-16,0-1 4 16,5 16-7-16,-5-16 0 0,0 0 3 0,0 0-3 15,0 0 1-15,0 0-1 0,1 0-2 0,0 0-1 0,-1 0-3 16,16-7 7-16,-16 7-1 0,0 0 3 0,11-20-1 0,-7 11 1 16,2-2 3-16,0-1-1 0,-2-1 7 0,2-1-2 15,-1 0 0-15,0-1-1 0,0 0-4 0,1-1-4 16,0-1 0-16,1 1-1 0,-1-1 1 0,1 2-6 15,-2 1 2-15,-1 2-3 16,1 1 3-16,-1 2-8 0,0 1-1 0,-1 1-5 16,0 1-15-16,-1 1-29 0,-2 5-4 0,0-1-11 15,0 1-39-15,0-1-50 0,0 1-12 0,1-1-20 16,0 1-90-16,-1 0-57 0,0-1-36 0</inkml:trace>
  <inkml:trace contextRef="#ctx0" brushRef="#br0" timeOffset="208059.05">12294 6875 1394 0,'0'0'634'0,"0"0"-425"0,0 0-45 0,-1 0-87 15,0 0 52-15,1 0-27 0,-1 0-3 0,1 0-13 16,0 0-41-16,-1 0-20 0,1 0 1 0,0 0-8 15,0 0 7-15,1 0 4 0,18-3 8 0,-10 2-3 16,0-2 25-16,1 0-35 0,-1 0 6 0,0 0-17 0,1 0-5 16,-2 0-6-16,1 1 4 0,-1-1-4 0,0 1 9 15,-1 0-6-15,0 0-2 0,0-1 1 0,0 1-4 16,-1 0 0-16,-6 2-11 0,0 0 0 0,1 0-61 16,15-11-70-16,-16 11-15 0,1 0-27 0,-1-1-113 15,0 1-171-15</inkml:trace>
  <inkml:trace contextRef="#ctx0" brushRef="#br0" timeOffset="208293.97">12503 6727 1476 0,'0'0'392'0,"0"0"-192"0,0 0-12 0,0 0-46 16,0 0 7-16,0 0-30 0,0 0-4 0,0 0-8 15,0 0-18-15,0 0-22 0,0 1 7 0,0-1-12 0,-2 18 9 16,2-18-3-16,0 17-1 0,0-7 1 0,0 2-2 15,0 3-17-15,-1-1-1 0,0 2-6 0,1 1-16 16,-1-2-10-16,1 3 2 0,0-1-5 0,-2 0-10 16,-1 0-3-16,1-2-2 0,-1 0-4 0,1-2-35 15,-1-1-62-15,2-1-8 0,0-1-20 0,-2-1-37 16,2-1-62-16,0-2-16 0,1-6-38 0,0 0-257 0</inkml:trace>
  <inkml:trace contextRef="#ctx0" brushRef="#br0" timeOffset="208816.63">11958 7156 2351 0,'0'0'117'0,"0"0"-85"0,0 0 16 0,0 0-32 0,1 0 60 16,-1 0 18-16,19 7-6 0,-19-7 7 0,0 0-31 0,22 4-4 16,-11-3-2-16,3-1 1 0,0-1-3 15,4-1 1-15,2-1-1 0,0 1 4 0,2-1 9 16,-1-1-10-16,1 1-8 0,-3-1-3 0,2 0-32 0,-2 0 0 15,2 1 1-15,1 0-2 0,0 0-4 0,-1 1-2 16,0 0-5-16,-2 0 2 16,-2 0-5-16,-1 0 4 0,-1 1 1 0,-3 0 0 15,1 0-2-15,-2 0 1 0,1 1 2 0,-2 0-1 16,-1 1 1-16,-1-1-1 0,0 1-1 0,-2-1 3 16,-6 0 4-16,0 0-25 0,1 0-13 0,0 0-14 15,-1 1-120-15,0-1-166 0,0 1-23 0,1-1-75 0,0 0-334 16</inkml:trace>
  <inkml:trace contextRef="#ctx0" brushRef="#br0" timeOffset="210421.97">11070 5491 240 0,'0'0'681'0,"0"0"-295"16,-1 0 357-16,1 0-725 0,-1 1-4 16,0-1-1-16,1 0 9 0,-1 1-3 0,1-1 7 15,-10 16 7-15,10-16 4 0,0 0-1 0,0 0 0 16,0 0-15-16,0 0-11 0,0 0 0 0,1 0-4 16,0 0-4-16,15 0 3 0,-16 0 0 0,1 0 2 15,-1 0 4-15,18-4 6 0,-18 4 0 0,1 0 1 16,18-4-10-16,-19 4 9 0,0 0-5 0,25-3 6 15,-14 2-2-15,0 0-2 0,2 1-2 0,0 0 0 16,-1 0-7-16,0 1 1 0,1-1 1 0,-1 0-3 16,0 0-5-16,0 1 1 0,1 0 0 0,-1 1 1 0,1-1 3 0,0 0-4 15,0 0 0-15,-1-1 0 0,2 0 0 0,1-1 1 16,0 1-3 0,2 0 3-16,0 0 0 0,-1 0-2 0,1 1 7 15,-1-1-6-15,0-1 17 0,0 1-2 0,-1-1 2 0,0 1-2 16,1 0-2-16,-1 0-3 0,0 0-4 0,1 0 1 15,1 0-7-15,-2 1 3 0,1 0 0 0,-1 0 2 16,0 1 1-16,0 0-7 0,-1-1 3 0,0 0-3 0,0 1 9 16,-1-1-10-16,1 1 3 0,-1-1-4 0,1 1 8 0,-1-1 17 15,2-1-3 1,0 0 7-16,1-1-5 0,0 1-8 0,-1 0 1 16,1 0-3-16,-1 1-3 0,-1-1-2 0,-1 1 0 0,-1-1 1 15,0 0 2-15,1 1-9 0,-1-1 3 0,0 1-3 16,0 1 6-16,1-2-1 0,0 1-2 0,3 0 2 15,0-1-5-15,-1 2 7 0,3-2 3 0,-3 1 1 16,1 0-6-16,-1-1 0 0,1 0 0 0,-2-1 2 16,2-1 5-16,-1 2-2 0,-1-1-3 0,2 0 1 15,-2-1 1-15,2 0-2 0,0 0-3 0,1 0 1 16,-1 1-5-16,0-1 2 0,-2 1 1 0,1 0 0 16,-2 0 2-16,2 0-3 0,-2 1 2 0,1 2-2 15,-1-2-1-15,0 0 0 0,1 0 3 0,-2 0-3 0,3 1 1 16,0-1 0-16,-1 1-1 0,2 0 1 0,-2-1 0 15,0 1 0-15,-1-1 1 16,1 0 0-16,-1 0 1 0,0 0 29 0,0 2-9 16,-1-2 14-16,0 0-29 0,-2 1-1 0,1-1-4 15,-1 0 4-15,-1 0-4 0,1 1-1 0,-1 1 0 16,-1-1 0-16,-1 0 3 0,0-1-7 0,-1 1-27 16,-6-1-4-16,1 0-188 0,-1 0-215 0,1 0-175 0</inkml:trace>
  <inkml:trace contextRef="#ctx0" brushRef="#br0" timeOffset="-212502.07">2753 5602 2369 0,'-9'-6'33'0,"1"0"-3"0,8 6 6 15,0 0-79-15,0-1 2 0,0 1-22 0,0-1 48 16,1 1 0-16,16-13 15 0,-8 11 6 0,-7-5 1 16,9 5 2-16,1 1-2 0,0-1-6 0,1 0 3 15,1 0-4-15,0 0 5 16,2-1 5-16,-1 0 16 0,1 1 2 0,0-2 2 0,1 2 0 16,-2-2-6-16,0 0-4 0,2 1 0 0,0-1-4 0,1-1 4 15,3 0 0-15,0-1 1 0,2 1 1 0,0-2-8 16,1 1 6-16,-1 0-5 0,-1-1 11 0,-1 1-10 15,1-1 1-15,1 0-5 0,3 1-3 0,0 0-6 16,1 0 4-16,-2 0-4 0,0 1-3 0,-3 0 1 16,-1 1 0-16,0 0 3 15,0 0 1-15,1 0-4 0,-1 1 2 0,2 0-2 16,0 0 6-16,-2 0-6 0,1 1 3 0,-2-1-2 16,0 3 9-16,-1-2-4 0,-2 1 2 0,1 1-3 15,0-1-4-15,0 1 5 0,1 0-5 0,-2 0 5 16,-2-1-1-16,-1 1-1 0,-2 0 1 0,-1 1-1 15,-2-1 1-15,-1 0 3 0,-2 1 0 0,0 1-1 16,-6-2-1-16,1 0-14 0,-1 0-29 0,0 0-6 0,18 12-196 16,-18-12-288-16</inkml:trace>
  <inkml:trace contextRef="#ctx0" brushRef="#br0" timeOffset="-197301.31">2712 5506 2261 0,'-13'-9'82'0,"3"1"-40"15,1 1-2-15,3 2-15 0,6 5-33 0,0 0-32 16,-1-1 0-16,1 1-2 0,-1 0 10 0,-12-18 4 15,13 18 4-15,0 0-1 0,0 0 2 0,1 0-1 16,-1 0 2-16,17-2 3 0,-17 2 22 0,0 0 19 16,0 0-2-16,1 0 7 0,17 4-5 0,-18-4-1 0,0 0 1 15,1 0-1-15,-1 1 8 16,17 8 3-16,-17-9 2 0,1 0 0 0,-1 0-3 16,19 8 1-16,-19-8-7 0,0 0 5 0,16 6-8 0,-16-6-9 15,0 0 3-15,20 8-7 0,-12-6 1 0,1 1-8 16,1 0 2-16,2 0-4 0,1 1 3 0,1-1-3 15,2 0 3-15,-1 0-3 0,1-1 2 0,2-1 1 0,-2 1 1 16,1 1 0-16,0-2 0 0,-1 1 3 16,0 0-2-16,2-1 3 0,-1 1-8 0,1-1 7 0,2 0 1 15,-1-1 2-15,-1 1 1 16,0 1 7-16,-1-1-3 0,1 0 4 0,-3 0 3 0,0 0-2 16,-2 0 2-16,1 0-2 0,1 0-3 0,2-1-4 15,1 1-4-15,1-1 2 0,0-1-6 0,0 0 0 16,1 1 4-16,-1 0-4 0,0 0-4 0,-2 0 6 15,0-1-7-15,-2 1 7 0,2 1-7 0,-1 0 2 16,2 0 2-16,0-1-1 0,-1 1-1 0,0-1 2 16,0 0-2-16,-1 2 3 0,-2-2-5 0,0 0 3 15,0 3-2-15,-3-3 3 0,2 1 1 0,-2 1-4 0,0-1 1 16,-1 0-2-16,2 1-1 16,-1 0 0-16,-1-1 2 0,2 1 0 0,-1-2 7 0,-1 2-6 15,1-1 3-15,-2 1-4 0,0 1-3 16,-1-2 8-16,0 1-3 0,-1-2 7 0,-7 0-5 15,1 0 2-15,15 4-1 0,-16-4 2 0,0 0-1 16,0 0-2-16,16 1 2 0,-16-1-2 0,0 0 6 0,0 0-1 16,1 0-2-16,-1 0 2 0,0 0 2 0,1 0 1 15,-1 0 1-15,1 0-1 0,0 0 3 0,-1 0 2 16,0 0-1-16,1 0 1 0,-1 0-5 0,0 0-59 16,0 0-6-16,0 0-27 0,0 0-81 0,0 0-69 15,0 0-25-15,-1 0-31 0,1 0-265 16</inkml:trace>
  <inkml:trace contextRef="#ctx0" brushRef="#br0" timeOffset="-195505.2">2646 5585 2711 0,'-9'-6'-74'16,"1"1"37"-16,2 0-45 0,0 2 65 0,6 3-27 15,0 0-20-15,0 0-15 0,0 0-3 0,0 0 11 16,1 0 35-16,-1 0 29 0,0 0-5 0,18-6 12 16,-11 9 0-16,2-1-1 0,-1 1 4 0,2 2-3 15,1-2 11-15,0 2 8 0,1-2 2 16,0 0 2-16,1 1 15 0,-1-2-9 0,2 0 1 16,1-1-5-16,1 1-14 0,2-1 4 15,0 0 0-15,1-1 3 0,1 0 6 0,1-1-5 0,0-1 2 16,-1-1-3-16,1 1 1 0,-2 1 5 0,1-2-6 0,3 1 5 15,-1-1-10-15,3-1-3 0,1 0 2 0,1 0-5 16,-2 2-2-16,0-1 1 0,-1 0-2 0,-2 3 2 16,2-1 3-16,1-1-2 0,0 1 5 0,1-1-3 15,-1 1 10-15,-2 0-4 0,-1 0-1 0,-1 0-2 16,-1 1-8-16,-1 0 11 0,0 0-7 0,1-2 8 16,0 2-9-16,-1 0 1 0,0 0 3 15,-2 1-2-15,-1-1 1 0,-2 1 8 0,-2 0-5 0,-1-1 6 16,-1 1-10-16,-2 0 3 0,0-1 0 15,0 2 2-15,-2-2-7 0,0 0-1 0,2 0-2 0,-3-1 2 16,2 2 6-16,-7-1-5 0,1 0-51 0,18 1 3 16,-11-1-288-16</inkml:trace>
  <inkml:trace contextRef="#ctx0" brushRef="#br0" timeOffset="-182000.63">3656 5305 1391 0,'0'0'53'15,"0"0"-59"-15,0 0-13 0,0 0-31 0,0 0-21 0,0 0 58 16,0 0-2-16,0 0 12 0,17 11-2 0,-17-11 2 16,0 0-1-16,0 0 1 0,0 0 1 0,0 1-10 15,1-1 3-15,-1 1-5 16,20 16 13-16,-20-17 0 0,0 0 0 0,1 0 1 16,-1 0 4-16,18 6 11 0,-18-6 1 0,0 0 3 15,0 0-1-15,0 0 47 0,0 0-4 0,0 0 22 0,0 0 25 16,0 0-13-16,0 0 2 0,0 0-9 0,0 0-14 0,0 0-24 15,0 0-1-15,0 0-9 16,1 0-6-16,-1 0-9 0,1 0 4 0,18 2-6 16,-19-2-3-16,0 0-14 0,20-2 4 0,-20 2-7 15,0 0 5-15,22-2-1 0,-22 2-2 0,0 0 1 0,19-1-6 16,-19 1 6-16,1 0-1 0,-1 0 5 0,20-1 17 16,-20 1 7-16,0 0 1 0,0 0 1 0,0 0-1 0,1 0 7 15,0 0-1-15,-1 0 3 0,0 0 7 0,1 0-12 16,-1 0 0-16,0 0-7 15,0 0-11-15,0 0-9 0,0 0 3 0,-1 0-6 16,1 0-4-16,-18-3-4 0,11 5-3 0,-3-2-1 16,0 3-10-16,-2-3-11 0,-3 1 1 0,-1 3-6 15,-2-1-3-15,-2 1 31 0,2 1-7 0,0-1 14 16,1-1 4-16,2 0-1 0,0 0 5 0,2-1-4 0,1 1 1 16,2-1-4-16,3 1 1 0,-1 0-2 0,3-1 3 15,5-2 2-15,0 0-1 0,0 0 2 0,-1 0-6 16,1 0-6-16,-1 0-7 0,0 0-1 15,1 0-14-15,0 0 13 0,0 1-3 0,0-1 5 16,0 1 0-16,1-1 2 0,17 10 4 0,-18-10 0 16,0 0 4-16,22 2 1 0,-22-2 0 0,17 1 1 15,-7-2 2-15,0 0 2 0,0 0 0 0,1-1 0 16,2-1-4-16,1 0 7 0,0-2-4 0,2 2 5 0,-2-1 2 0,1 0-9 16,-1 1 6-16,-2-1-7 0,-1 1 1 0,-1 1 4 15,-1-2-2 1,-2 2 4-16,0 1 3 0,-7 1 3 0,1 0-4 15,-1 0 3-15,1 0-3 0,-1 0-2 0,0 0 2 16,1 0-5-16,-1 0-29 0,1 0-118 0,0 0-43 0,-1 0-55 0,0 0-455 16</inkml:trace>
  <inkml:trace contextRef="#ctx0" brushRef="#br0" timeOffset="-167317.21">4611 5473 1262 0,'0'0'121'0,"-1"0"-44"0,0 0 59 0,-15-5-117 0,16 5-2 15,0 0-6-15,0 0 3 0,0 0-5 0,0 0 3 16,0 0-12-16,-1 0 2 16,1 0 4-16,-1 0-2 0,1 0 15 0,0 0-4 15,0 0 2-15,0 0-1 0,0 0 14 0,0 0 15 16,0 0 1-16,0 0 5 0,0 0 6 0,0 0 8 0,0 0-8 16,0 0 5-16,0 0-27 0,0 0-3 0,1 0 0 0,-1 0-2 15,17-9-7-15,-17 9-3 16,0 0-5-16,0 0 1 0,1 0-8 0,17-5-3 15,-18 5 3-15,0 0-2 0,0 0 13 0,1 0-9 16,16-1 5-16,-17 1-7 0,0 0 7 0,0 0-2 0,17-2-2 16,-17 2 1-16,0 0-7 0,0 0 2 0,21 0 0 15,-21 0 2-15,1 0 4 0,17 0-2 16,-18 0 0-16,0 0-1 0,18 0 2 0,-18 0-7 0,0 0 1 0,21 0-3 16,-21 0-4-16,1 0 1 15,21 0 0-15,-14 2 0 0,0-2 0 0,1 2 5 0,0-2 2 16,0 1 0-16,-1 0 3 0,1 0 1 0,-1 0 2 0,1-1-2 15,-1 1 0-15,2 0 8 0,-2 0-4 16,2-1 6-16,-1 0-1 0,-1 0-6 0,1-1 1 16,-1 1-4-16,0-1 1 0,0 0 0 0,-1 1-3 15,1-1 2-15,1 0-11 0,-1 0 1 0,0 1 5 16,-1-1-3-16,0 1-2 0,2 0 2 0,0 0-3 0,0 0 2 16,1 0 2-16,-1 0-1 0,-1 1 0 0,0-1-1 15,1 0-3-15,0 0 4 0,-1 1-2 0,2-1 5 16,-1 0-6-16,1 0 6 0,0-1-2 0,-2 1 4 15,1-1-1-15,-1 1 0 0,0-2 4 0,0 1-2 16,-1 0 4-16,0 0 1 16,-7 1-2-16,1 0 1 0,16-3-8 0,-17 3 7 15,0 0-6-15,20-3 6 0,-20 3-5 0,0 0-5 16,23-2 3-16,-22 2-4 0,-1 0 0 0,22-3 3 0,-22 3 1 16,0 0 0-16,22-3-5 0,-22 3 6 0,1 0-3 0,17-2 5 15,-18 2-2-15,0 0 0 0,0 0 4 16,19-5-2-16,-19 5 8 0,1 0-10 0,-1 0 5 15,1 0-4-15,15-4 10 0,-16 4-8 0,0 0 0 16,0 0-3-16,0 0-4 0,0 0 1 0,1 0 1 16,0 0 0-16,-1 0 5 0,0-1-5 0,1 1 3 15,-1-1-3-15,1 1 4 0,0-1-4 0,-1 1-1 0,0 0-1 16,0-1-1-16,1 1-1 16,-1-1 0-16,1 1 0 0,-1-1-12 0,1 1-68 15,0-1-26-15,-1 1-24 0,0 0-189 0,16-7-314 16</inkml:trace>
  <inkml:trace contextRef="#ctx0" brushRef="#br0" timeOffset="-160723.08">4649 5486 1580 0,'-8'-2'121'0,"1"2"-9"16,2-1-6-16,5 1-88 0,-1 0-49 0,1 0-5 15,0 0 0-15,-1 0 6 0,1 0 19 0,-1 0 25 0,1 0 5 16,-1 0 7-16,1 0 15 0,0 0-13 0,-1 0-4 16,1 0-3-16,-1 0-10 0,1 0 19 0,0 0-5 15,0 0 9-15,0 0-3 0,0 0-1 0,0 0 1 16,0 0-2-16,0 0 2 0,0 0 7 0,0 0-3 0,0 0 3 15,0 0-3-15,0 0-5 0,0 0 2 0,0 0-5 16,0 0-7-16,1 0-11 0,-1 0 4 0,17 1-6 16,-17-1 4-16,0 0-11 0,0 0 4 0,0 0-4 15,19-2 1-15,-19 2 2 0,0 0-1 0,1 0 1 16,18-2 1-16,-19 2 0 0,1 0-1 16,-1 0 1-16,20-3 1 0,-20 3 2 0,0 0-3 15,1 0 3-15,17-3 8 0,-18 3 4 0,1 0 5 0,-1 0-3 16,0 0 1-16,19-2-12 0,-19 2 2 0,0 0-5 15,0 0 6-15,1 0-8 0,18 1 1 0,-19-1-3 16,0 0 6-16,1 0-10 0,16 1 5 0,-17-1-6 16,0 0 8-16,0 0-4 0,20 1 5 0,-20-1-4 15,0 0 5-15,1 0-3 16,16-1-2-16,-17 1 1 0,0 0-3 0,1 0 1 0,15-1 0 16,-16 1 1-16,1 0 4 0,0 0-2 0,14-2 1 15,-15 2-2-15,1 0 1 0,-1 0-2 0,19-1 0 16,-19 1-1-16,0 0-2 0,16-1 2 0,-16 1-1 15,1 0 2-15,-1 0-4 0,18-2 1 0,-18 2 2 0,1 0 1 16,-1 0-1-16,17 0 1 0,-17 0-3 0,1 0 3 16,-1 0 0-16,16-2-1 0,-16 2 3 0,0 0-3 15,1 0 5-15,17 0-7 0,-18 0 5 0,1 0-5 16,-1 0 1-16,19 0-1 16,-19 0 0-16,0 0 0 0,16 2 5 0,-16-2-5 15,1 0 0-15,15 1 0 0,-16-1 7 0,1 0-3 0,-1 0 1 0,19 1-1 16,-19-1 5-16,0 0-6 15,0 0-3-15,1 0 0 0,15-1-1 0,-16 1 6 16,0 0 4-16,0 0 1 0,1 0-2 0,-1 0-6 16,1 0 1-16,0 0-3 0,14-5-7 0,-15 5-103 15,0 0 7-15,0 0-43 0,0 0-29 0,0-1-17 16,5-18-53-16,-5 19 10 0,0 0-197 0</inkml:trace>
  <inkml:trace contextRef="#ctx0" brushRef="#br0" timeOffset="-159863.46">4552 5496 23 0,'0'0'494'0,"-1"0"-206"0,1 0 253 0,0 0-543 0,-1 0 13 16,1 0-5-16,0 0 37 0,0 0 4 0,0 1 4 15,0-1 7-15,0 0 0 0,0 0 4 0,1 0-3 16,-1 0-8-16,18 5-14 16,-18-5-2-16,1 0-2 0,0 0 8 0,17-2 3 15,-18 2 3-15,0 0-3 0,17-2-3 0,-17 2 5 0,1 0 0 16,17-1 3-16,-18 1 0 0,1 0-4 0,15-2-5 16,-16 2 1-16,1 0-12 0,16-1-1 15,-17 1 0-15,1 0-1 0,21-5-6 0,-21 5-9 16,15-3 0-16,-16 3-4 0,16-2-2 0,-15 2-1 0,15-3-1 15,-15 3 1-15,15-2-5 0,-7 2-1 0,0 0 1 16,2 0 0-16,-1 1 3 0,1-1-2 0,-2 1 3 0,2 1-3 16,-1-1-1-16,-1-1 7 0,1 1 3 0,0 0 5 15,1 0 15-15,-1-1-16 0,0 0 0 16,0 1-6-16,-1-1 4 0,1 1-5 0,-1 0 1 16,0 0-2-16,-1 1-2 0,0-1 8 0,1 2-3 15,1-3 6-15,-3 2 3 0,1-1-2 0,2-1 1 16,-1 0-3-16,1 0-3 0,1 0 3 0,-2 1 0 15,2-1 1-15,-1 0 3 0,0 0-1 0,0 0 0 16,-1 0-1-16,2 0 0 0,-1 0-8 0,-2-1 5 0,1-1-6 16,1 2-1-16,-2-1 0 0,0 1-2 0,-1-1 3 15,1 0-3-15,-1 0 4 0,1 0-4 0,1 1 4 16,-2-1 4-16,1 1 4 16,0-1-2-16,1-1 3 0,-1 1-5 0,0 0-2 15,0 1 4-15,1-1-5 0,-2 0-7 0,0 0 8 16,1 1-2-16,-2 0 4 0,1 0-8 0,0 0 3 15,-7 0-3-15,0 0 4 0,16-1 1 0,-16 1-6 16,0 0 4-16,1 0-4 0,17 1 14 0,-18-1-10 16,0 0 3-16,0 0-5 0,1 0 1 0,-1 0 2 15,1 0 2-15,15-2-1 0,-16 2-2 0,0 0 4 0,0 0-3 16,0 0 3-16,0 0-4 0,0 0 1 0,0 0-3 16,0 0 2-16,0 0-8 0,1 0 10 0,0 0-5 15,-1 0 8-15,0 0-12 0,0 0 3 0,1 0-3 16,-1-1 3-16,0 1 2 0,0-1 3 0,0 1-3 15,0 0 1-15,0-1-5 0,0 1-1 0,0-1 7 16,0 1-7-16,0-1 6 0,0 1-33 16,0-1-19-16,0 1-12 0,0 0-140 0,0-1-175 15,0 1-67-15</inkml:trace>
  <inkml:trace contextRef="#ctx0" brushRef="#br0" timeOffset="-150313.77">5623 5501 1565 0,'0'0'99'16,"0"0"-17"-16,0 0 0 0,-1 0-31 0,1-1-52 0,0 1 14 16,0-1-5-16,0 1 16 0,0-1-3 0,0 1 0 15,-1-1-2-15,1 1 1 0,0 0-9 0,0-1-7 16,0 1-1-16,0-1-1 0,0 1 5 0,1-1 29 16,-1 1-5-16,0-1 13 0,1 1 4 0,-1-1 6 15,17-10 0-15,-17 11 1 0,0 0-8 0,0 0 0 16,0 0-8-16,1 0 3 0,-1 0-18 0,19-8-13 15,-19 8 4-15,0 0-8 0,1 0 4 0,19-5-4 16,-20 5 7-16,1 0-6 0,16-3 1 0,-17 3-1 16,1 0-4-16,15-2 3 0,-16 2-5 0,0 0 4 15,17 0 0-15,-17 0 1 16,1 0-2-16,20 1 4 0,-21-1-3 0,17 1 3 0,-17-1-5 16,0 0 5-16,23 2-2 0,-23-2 3 0,1 0 0 15,21 1-3-15,-22-1 5 0,16 1-5 0,-6 0 2 16,0 0-4-16,0-1 1 0,1 1-1 0,1-1 4 15,0 0-3-15,-2 0 2 0,2-1-1 0,1 1 2 0,-1-1 5 16,1 1 0-16,-2-1 2 0,1-1-8 0,0 1 4 16,-1-1-8-16,0 1 7 0,-1 0-3 0,0-1-5 15,1 1 8-15,0 0-6 0,0-1 5 0,-1 1-5 16,2 0-3-16,0 0 0 0,1 0 3 0,0 0 4 16,0 1-2-16,0-1 2 15,0 1-8-15,-2 0 11 0,1-1-4 0,0 1 7 16,0 0-6-16,0-1 2 0,0 1 1 0,-2 0 0 0,1 0-7 0,-2-1 2 15,0 1 3-15,2 0-1 16,0-1 1-16,2 0-5 0,-1 1-3 0,1-1 1 0,0 1 3 16,-1-1-8-16,0 1 4 0,-1 0-3 0,0 0 9 15,-1 1-5-15,1 0 1 0,-2 0-3 0,1 0 5 0,-2 0 0 16,2 0 0-16,-2-1-1 0,0 1-3 0,1 0 3 16,-2 1 2-16,2-2-1 0,0 1 1 0,-1 0-1 15,2 0-1-15,1 0 0 0,0 0 4 0,1 0-6 16,-2 0 3-16,1-1-5 0,-1 2 1 0,0-1 1 15,0 0-1-15,-1 0 2 0,-1 0 3 0,1 0-8 16,-1-1 7-16,2 1-6 0,-2-1 7 0,0 0 10 16,-1 0-6-16,2-1 6 0,-2 1-8 0,1 0 4 15,0-1-6-15,-1 1 5 16,0-1-9-16,2 0 2 0,-2 0 1 0,2 1-1 16,-1 0-4-16,0 0 3 0,3 0-2 0,-3 0 3 15,0-1-2-15,0 1 0 0,-1 0 3 0,0 0-2 16,0 0-2-16,-1 1 3 0,1-1 3 0,-7 0-1 15,0 0 4-15,0 0-4 0,20 1 1 0,-20-1-1 0,1 0 0 16,-1 0-4-16,19 2-1 0,-19-2 1 0,0 0 2 16,1 0 2-16,16 1-5 0,-17-1 4 0,0 0-12 15,2 0 11-15,-2 0-1 0,0 0 6 0,17 2-8 0,-17-2 6 16,0 0-8-16,0 0 6 0,0 0-5 0,0 0-49 16,0 0-10-16,1 0-24 0,-1 0-124 0,0 0-171 15,0 0-72-15</inkml:trace>
  <inkml:trace contextRef="#ctx0" brushRef="#br0" timeOffset="-149414.87">5683 5519 1820 0,'0'0'159'16,"0"0"4"-16,0-1-7 0,-1 1-128 0,1-1-63 15,0 1 10-15,0 0-6 0,6-17 19 0,-6 17 15 16,0 0 1-16,0 0-2 0,16-7 1 0,-16 7 0 16,17-1-2-16,-8 1 2 0,3 0-3 0,-1-1 5 15,1 0 10-15,1 0 1 0,1 0 2 0,1 1 0 16,-2-1 2-16,1 1-1 0,-1 0 0 0,2 0-6 15,0 0 16-15,2 0-5 0,1 0 9 0,1 0-2 0,-1 0-8 16,0 0 8-16,-1 0-8 0,0-1 7 0,0 0 5 16,-2 0 0-16,1 1 1 0,0-1 1 0,1 0-7 15,3 1-8-15,1-1 2 0,0 1-12 0,-1 0 4 16,0 0 1-16,-1 1-1 0,1 0-8 0,-2 0 1 16,0 0-5-16,0-1 4 0,1 1-1 0,3-1 6 15,0 0 0-15,1 0 1 0,0-1-1 0,-2 0 8 16,2 1-2-16,-5-1 5 0,1 0 5 0,-2 1-9 15,1-1 1-15,-2 1-5 0,3-1-5 0,-1 1 6 16,2 0-4-16,-2 0 5 16,-1 1-2-16,-1 0-6 0,0-1 5 0,-3 0-5 15,1 0 12-15,-1 1-10 0,-2 0 3 0,-1-1-6 16,0 1 4-16,-2-1-5 0,1 0 3 0,1 1-4 0,-1-1-3 16,0 0 2-16,0 2-2 0,-1-2 2 0,0 0 1 0,-1 2-7 15,0 0-29-15,-1 0 0 0,0 1-148 0,-6-3-236 16,0 0-87-16</inkml:trace>
  <inkml:trace contextRef="#ctx0" brushRef="#br0" timeOffset="-144826.06">5720 5430 1838 0,'0'0'124'0,"-1"0"-26"0,0 0-8 0,1 0-41 0,-1 0-76 0,1 0 17 16,0 0-10-16,-1 0 21 0,1 0 11 15,-1 0 2-15,1 0 3 0,0-1-1 16,0 1 8-16,0 0-13 0,0 0 4 0,18-6-9 15,-18 6-4-15,0 0 7 0,24 1 2 0,-16-1 3 0,1 1 14 0,-1-1 11 16,-1 1-3-16,1-1 7 0,-1 1 5 0,0-1-7 16,-1 1 0-16,0 0-4 0,0 0-4 15,0-1-21-15,1 1 5 0,0-1-9 16,1 1 3-16,0-1 3 0,1 0 0 0,1-1 0 0,0 1-6 16,1-1 1-16,0 1-4 0,-1 0 3 0,1 0-11 15,0-1 5-15,0 1 0 0,-1 0 2 0,-1 1-2 16,0 0 0-16,-1-1 0 0,0 1 1 0,0 0 4 15,-1-1-1-15,0 1 0 0,0 0 0 0,1 1-1 0,-2-1-1 16,2 0-1-16,-1 0 0 0,-1 0-1 0,3 0 1 16,-2 1 1-16,1-1-2 0,1 0 0 0,-1 0 5 15,0-1-1 1,1 1 2-16,-1-1-4 0,0 1 13 0,-1 0 0 0,1-1 7 16,-1 1 8-16,-1-1-8 0,0 0 4 0,1 0-5 15,-1 0 0-15,1 0-9 0,0-1 0 0,-1 0-2 16,1 1-5-16,-1 0 0 0,-6 0-3 0,0 0 2 15,1 0-3-15,19 0 2 0,-20 0 0 0,1 0 1 16,-1 0 1-16,17 0-4 0,-17 0 1 0,1 0 0 0,-1 0 4 16,1 0-2-16,18 0 1 0,-19 0-3 0,0 0 3 15,0 0-1-15,0 0-1 0,19-2 1 0,-19 2 3 0,1 0-2 16,15-3 0-16,-16 3-1 0,1 0 1 16,14-3 3-16,-15 3-2 0,1 0 2 0,-1 0-9 15,17-1 8-15,-17 1-2 16,0 0 2-16,0 0-10 0,1 0 2 0,-1 0 1 0,0 0 3 15,1 0-1-15,-1 0-2 0,17-2 1 0,-17 2 1 16,0 0 2-16,0 0-8 0,0 0 3 0,0 0-4 0,1 0 3 16,-1 0 2-16,1 0-2 15,-1 0 2-15,0 0-4 0,1 0 0 0,15-4-4 16,-16 4 2-16,0 0-26 0,0 0-119 0,0 0-3 16,0 0-51-16,0 0-115 0,0 0-248 0</inkml:trace>
  <inkml:trace contextRef="#ctx0" brushRef="#br0" timeOffset="-138132.8">5606 5497 1854 0,'-5'-4'125'0,"5"4"-26"16,0 0-12-16,-1 0-61 0,1 0-69 0,0-1 23 15,0 1-2-15,0 0 20 0,0-1 16 0,0 1 2 16,0-1 0-16,0 1 2 0,1-1 9 0,15-7-5 0,-16 8 2 15,1 0-4-15,-1 0-3 0,18-1 3 0,-18 1 5 16,0 0-2-16,22-1 10 0,-13-1-7 16,1 1-1-16,0 0-2 0,0 0 2 0,0-1 2 15,0 1-4-15,0 0 2 0,0 0-7 0,0 0 11 16,0 0 0-16,0-1 3 0,1 1-12 0,-2 0 2 16,1-1-4-16,-1 0 4 0,0 1 1 0,-1-1 0 15,1 1-1-15,-1-1-1 0,1 1-13 0,-1 0 7 16,1 0-3-16,0 0 4 0,1 0-5 0,0 1 0 15,-1-1-4-15,-1 1 2 0,2 0-4 0,-2 0-6 16,1 1 4-16,-1-1-4 0,0 0 5 0,-1 1 2 16,0-1 0-16,0 1 0 0,-1-1-6 0,1 1 1 15,-1-1 2-15,0 0 1 0,-6 0-3 0,0 0 19 16,16-1-5-16,-16 1 10 0,1 0-1 0,15 0-12 16,-16 0 3-16,1 0-6 0,0 0-1 0,16-1-3 0,-17 1 0 15,0 0-1-15,0 0-2 0,19 0 3 16,-19 0-1-16,1 0 2 0,0 0 1 0,19-1-6 15,-20 1 3-15,0 0-3 0,0 0 1 0,19-1 0 16,-19 1-1-16,0 0 2 0,18-2-1 0,-18 2 4 0,0 0-1 16,1 0 2-16,17-2-1 0,-18 2-2 0,1 0 2 15,-1 0-1-15,0 0-3 0,1 0 4 0,16-3-2 16,-17 3 4-16,0 0 1 0,0 0-7 0,1 0 3 16,0 0-5-16,-1 0 5 15,0 0-2-15,1 0 3 0,16-2-2 0,-17 2-4 0,0 0 3 0,0 0-3 16,0 0 4-16,1 0-4 15,-1 0 7-15,0 0-4 0,1 0 4 0,-1 0-8 16,1 0 8-16,0 0-5 0,-1 0 6 0,1 0-9 16,-1 0 1-16,0 0 3 0,0 0 0 0,1 0-1 15,0-1 3-15,-1 1-2 0,0-1 2 0,1 1-3 0,0-1-1 16,-1 1 0-16,0-1-1 0,0 1 1 0,1 0 0 16,-1-1-2-16,16-10 1 0,-16 11 0 0,0 0-1 15,0 0 1-15,0 0 0 0,0 0 2 0,0 0-2 16,0 0 0-16,0 0-2 0,0 0 4 0,0 0-4 15,1 0-1-15,-1 0-5 0,1 0-42 0,-1 0-169 16,0 0-12-16,0 0-75 0,1 0-259 0</inkml:trace>
  <inkml:trace contextRef="#ctx0" brushRef="#br0" timeOffset="-136380.95">6487 5505 1168 0,'0'0'264'0,"0"0"92"0,0 0-6 16,-17-8-298-16,17 8-73 0,0 0-31 0,0 0 12 15,0 0-2-15,0 0 56 0,0 0 4 0,0 0 4 16,0 0 0-16,0 0 17 0,0 0-14 0,0 0 0 0,0 0-5 16,1 0 1-16,-1 0 22 0,18-3-1 0,-18 3 8 15,0 0 0-15,1 0-11 16,-1 0 1-16,17 0-5 0,-17 0-7 0,0 0-7 16,0 0-3-16,19 2 0 0,-19-2-10 15,0 0 1-15,19 1 1 0,-19-1-1 0,0 0-1 0,22 1 0 16,-22-1 4-16,16 0 0 0,-15 0 6 0,15 0 2 15,-15 0-2-15,15 0 2 0,-16 0 4 0,16 0 3 16,-15 0-3-16,15-1 1 0,-16 1-12 0,17 0-2 16,-17 0 1-16,0 0 0 0,23-1 3 0,-23 1 2 15,0 0-5-15,22 1 4 0,-22-1-8 0,0 0 6 16,20 0-3-16,-20 0 3 0,0 0-5 0,22 0-3 16,-22 0 4-16,1 0-3 0,21-2 7 0,-21 2-6 15,0 0 0-15,21 0-2 0,-22 0 3 0,0 0-5 16,23-2 4-16,-23 2-4 0,1 0 7 0,20-2-2 0,-21 2-5 15,0 0 3-15,16-2 3 0,-16 2-6 16,1 0 9-16,-1 0-9 0,19-1 11 0,-19 1 5 16,1 0-7-16,-1 0 6 0,21-1-8 0,-21 1 1 15,0 0 2-15,0 0 0 0,17-2 6 0,-17 2-4 16,0 0 4-16,1 0-5 0,15-1-1 0,-16 1-2 16,0 0 2-16,1 0-2 0,15-2-4 0,-16 2 0 15,0 0-4-15,1 0 4 0,-1 0 1 0,0 0-6 16,19-3 2-16,-19 3-3 0,0 0 0 0,0 0 2 0,0 0 1 15,1 0-1-15,-1 0-2 0,1 0-1 0,0 0 0 16,-1 0-3-16,0 0-33 0,0 0-114 16,1 0-8-16,-1 0-44 0,1 0-118 0,0 0-242 15</inkml:trace>
  <inkml:trace contextRef="#ctx0" brushRef="#br0" timeOffset="-130279.7">2613 5529 2265 0,'-10'-6'323'0,"3"2"-158"0,7 4 176 0,0 0-394 0,0 0-33 16,0-1-12-16,0 1 36 0,0-1-7 0,0 1 34 15,0 0 19-15,0-1 20 16,0 1-2-16,1-1 9 0,-1 1-4 0,21-9 5 16,-12 9-1-16,0 0 4 0,0 0 14 0,3 0 0 15,0-1 6-15,1 1-4 0,0-2-1 0,1-2-2 16,-1 2-3-16,1-2 3 0,0 0 1 0,0 0 0 15,0 0-2-15,3 1 1 0,0-1-11 0,3 2-7 16,1 0-4-16,0 0 2 0,-1 1 1 0,1 0-8 16,0 0 7-16,-1 1-8 0,0 0 6 0,2-1-6 15,3 1 2-15,3 0-2 0,0 0 3 0,3-1-2 16,-4 0 0-16,-1 0-1 0,0 0 0 0,0 0 2 16,2 0 0-16,4 0 0 0,-1 0 0 0,-2 0-1 15,-1 1 4-15,-2-1-4 0,-3 1 0 0,-1 0 1 16,2 0-1-16,0 1 2 0,1 0 1 0,-3 0 2 0,0 0-4 15,-1 0 3-15,-3-1-3 0,-1 1 5 0,-2-1 1 16,0 0 0-16,-3 0-1 0,0 0 2 0,-2 0 2 16,0 0 1-16,0 0 2 0,-2 1 5 0,-8-1-1 15,1 0 3-15,-1 0 5 0,1 0 2 0,-1 0 2 16,0 0 1-16,1 0 0 0,-1 0-2 0,0 0-2 16,-11 2 0-16,1-2-19 0,0-1 1 15,-2-1-3-15,0 1 3 0,-2 0-1 0,-2-2-8 16,-1 1 1-16,-3-1-4 0,-1 0 1 0,-4 0-13 15,-1 1 2-15,-2 0-5 0,0 1 2 0,-1 0-4 16,2 0 0-16,-4 1-1 0,-1 0 9 0,-5 1 2 16,0 0 2-16,1 1 1 0,2-1 4 0,3 0 4 0,-2-1 4 15,-1 0 1-15,-1-1 16 0,4 0-14 0,2-1 4 16,4 0-7-16,1-1 6 0,0 1-1 0,0-1 1 16,0 0 0-16,1 0 5 0,1 1-10 0,2-1 2 15,2 2-6-15,3-2 3 0,4 2-3 16,1-1 1-16,1 0-1 0,2 1 0 0,7 1-1 15,-1 0-1-15,1 0 0 0,0 0-2 0,-1 0-9 16,0 0-2-16,1 0-3 0,0 0-13 0,0-1 4 16,0 1 1-16,0-1 1 0,13-8 8 0,-1 9 4 15,2-2 3-15,4 1-1 0,0 0 6 0,5-1 1 16,2 1-2-16,1 0 1 0,2 0-3 0,-3 0 4 16,2 1-2-16,1-1 4 0,2 1-3 0,4 2 3 15,2-1-1-15,0 1 1 0,-3 1 3 0,1 0-3 16,0 1 2-16,3-1-3 0,0 2-4 15,1-1 5-15,-2 0 0 0,-3 1 1 0,0 0-2 0,2-1 0 16,0 1 1-16,1-1 1 0,-3 0-1 0,-2-1 7 16,-2 1-3-16,2-1 5 0,-1-1-4 0,1 1 2 15,-1-2-3-15,-3 2 3 0,-1-2-2 0,-4 0 1 0,1 1 0 16,-2-2 0-16,0 1-4 0,0 0 5 0,-2 1-1 16,-1-1 2-16,-3 1 6 0,-2 0-6 0,-1-1 1 15,-3 1-3-15,0 0-1 0,-3 0 2 0,1 0-7 16,-7-2-4-16,0 0-105 0,1 1-222 0,-1-1-55 15</inkml:trace>
  <inkml:trace contextRef="#ctx0" brushRef="#br0" timeOffset="-125304.33">6022 5345 1811 0,'0'0'77'0,"-1"0"-41"0,1 0-21 16,-1 0-58-16,1 0-41 0,-1 0 70 0,1 0-7 16,0 0 36-16,-1 0 8 0,0 0 0 0,1 0 2 0,0 0 0 15,0 0 3-15,0 0-12 0,0 0-1 0,0 0-2 16,1 0 4-16,0 0 15 0,-1 0-1 0,0 0 6 16,17 5 7-16,-17-5 7 0,0 0-1 0,1 0 3 15,-1 0 2-15,1 0-6 0,0 0 5 0,-1 0-6 16,0 0-9-16,0 0-8 0,1 0-2 0,17-1-2 15,-18 1-11-15,0 0 3 0,0 0-8 0,0 0 6 16,19-2-11-16,-19 2-4 16,1 0 4-16,-1 0-3 0,20-4 2 0,-20 4-5 15,0 0-1-15,17 0-1 0,-17 0 5 0,0 0-4 16,19 3 2-16,-19-3-3 0,0 0 0 0,20 1 7 0,-20-1-5 0,0 0 4 16,20 1-6-16,-20-1 7 0,1 0 3 0,22 3 1 15,-23-3-6-15,0 0 4 0,22 1-2 0,-22-1 4 16,0 0-3-16,20 0 2 0,-20 0 0 0,0 0 0 15,18 0-4-15,-18 0 1 0,0 0-3 0,0 0 2 16,16 4-3-16,-16-4 1 16,1 0 0-16,0 0 1 0,-1 0 1 0,19 8 3 0,-19-8-2 15,0 0 2-15,0 0-2 0,1 0 1 0,-1 0 2 16,1 0-2-16,0 0-1 0,-1 0 17 0,0 0-1 16,0 0 7-16,1 0 7 0,0 0-4 0,-1 0-4 15,0 0 0-15,1 0-7 0,-1 0-4 0,0 0 5 0,0 0-5 16,0 0-1-16,0 0 0 0,0 0-5 0,0 0 4 15,-1 0-7-15,-16 6-3 0,17-6 3 0,0 0-1 16,0 0 4-16,-21-2-4 0,21 2 0 0,-1 0-2 16,-16 2 1-16,17-2-5 0,-1 0 4 0,-22 0-4 15,14 0 5-15,0-1-1 16,0 1 0-16,-2 1 0 0,1-1 2 0,1 1-6 16,-3-2 0-16,2 1-2 0,0 0 2 0,-2-1 3 15,3 1-3-15,0-1 3 0,0 1-4 0,1 0-1 16,2 1 1-16,-1-1 0 0,0 1 1 0,1-1-1 15,-1 0 2-15,0 0-2 0,-1 2 1 0,3-2 2 16,-2 0-2-16,0 1 2 0,1-1 0 0,0 0-2 0,0 1-1 16,-1-1-1-16,2 0 4 0,5 0-2 0,-1 0 2 15,1 0-3-15,0 0-7 0,-19-2 8 0,19 2-4 16,0 0 5-16,0 0-1 0,-1 0-5 0,1 0 4 16,0 0-3-16,-1 0 3 0,1 0 1 0,-1-1-1 15,1 1 1-15,0-1 0 0,-1 1-1 0,0-1-2 16,1 1 1-16,-1-1-2 0,1 1 2 0,0 0 2 15,-1-1 0-15,1 1-8 0,-1-1-1 0,1 1-2 16,0-1 2-16,0 1 9 0,-2 0-13 0,2 0 6 16,0 0-8-16,0 0 6 0,0-1 0 0,0 1 0 0,0 0-1 15,0 0-4-15,0 0 1 16,0 0 0-16,0 0 2 0,17-4 1 0,-17 4-3 0,0 0-6 16,1 0 3-16,19 8-10 0,-20-8 7 0,1 0 1 15,21 6 3-15,-14-4 8 0,0 0-1 0,2 0 5 0,-2-1-4 16,1 1 8-16,0 0-3 15,-1-1 2-15,1 2-2 0,1-2 7 0,-1 0-10 16,1 1 2-16,1-2-6 0,-2 1 9 0,1 0 4 16,1 1-1-16,-2-2 2 0,-1 1-8 0,1-1 5 15,-1 1-2-15,-1-1 4 0,0 1-1 0,-7-1 2 16,1 0 0-16,-1 0 1 0,17 1 3 0,-17-1 3 0,0 0-3 16,0 0 2-16,0 0-2 0,0 0 3 0,0 0 8 15,1 0-3-15,-1 0 18 0,1 0-1 0,-1 0-2 16,0 0 1-16,0 0-7 0,0 0-10 0,0 0 4 15,0 0-6-15,-1 0 3 0,1 0-1 0,-20-12-5 16,20 12 2-16,-16-3-7 0,7 2 8 0,-1 0 0 16,-1 0 2-16,0 0-8 0,-2 1-3 15,1-1 4-15,0 0-4 0,-1 0 4 0,2 0-8 16,2 0 1-16,1 1-2 0,1-1 0 16,1 1 2-16,0 0-2 0,6 0 2 0,-1 0-8 0,1 0 3 15,0 0-3-15,-17-4 3 0,17 4-6 0,0 0 7 16,0 0-6-16,0 0 6 0,0 0-8 0,0 0-11 15,0 0 8-15,0 0-9 0,0 0-8 0,0 0 1 16,0 0-6-16,0 0 6 0,0 0 2 0,1 0 8 16,19 1 3-16,-20-1 2 0,0 0 12 0,22-2-7 15,-13 1 6-15,1 0-5 0,2 1 9 0,-2 0-6 0,1 0 1 16,0 0-2-16,-1 0 9 0,0 1-7 0,0 0 5 16,-1-1-5-16,0 0 7 0,1 0 0 0,0 0-2 15,-1 1 1-15,0-1-4 0,0 0 3 0,0 0 2 16,-1 0 0-16,1 0-1 0,0-1-2 0,-3 0 2 15,2-1 1-15,-1 2 7 0,-2-2-3 16,-5 2 1-16,1 0-2 0,-1 0-1 0,19-6 2 16,-19 6-5-16,1 0 5 0,-1 0-2 0,0 0-4 15,19-2 4-15,-19 2-3 0,0 0 7 0,0 0-6 16,0 0 3-16,0 0-4 0,1 0 1 0,-1 0-1 0,0 0-2 16,1 0 2-16,-1 0-2 0,1 0-162 0,0 0-31 15,-1 0-73-15,0 0-360 0</inkml:trace>
  <inkml:trace contextRef="#ctx0" brushRef="#br0" timeOffset="-118691.46">7278 5449 1748 0,'0'0'120'0,"0"0"-22"0,0 0-6 0,0-1-81 15,0 1-56-15,0-1 18 0,0 1-7 0,0 0 22 16,0 0 24-16,0 0-5 0,0 0 1 0,0-1-3 15,0 1 10-15,0-1-5 0,0 1 5 0,0-1-5 16,0 1 14-16,0-1 16 0,0 1-2 0,2 0 5 16,-2-1 1-16,0 1 4 0,1-1-1 0,16-13 0 15,-17 14-5-15,0 0-7 0,1 0-4 0,-1 0-1 16,1 0-13-16,16-5-4 0,-17 5 5 0,0 0-4 16,1 0-4-16,-1 0 4 0,20-4-2 0,-20 4 3 0,0 0 7 15,16-4 0-15,-16 4-1 0,1 0 0 0,18-4-2 16,-19 4-2-16,1 0 0 0,21-4-1 0,-22 4 6 15,15-3-1-15,-5 1 3 0,-1 1-3 0,2 0-7 16,-3 0-1-16,2 0-7 16,-1 1 4-16,-1-1-4 0,4 1-5 0,-2 0 8 0,0 0-8 15,0 0-1-15,0 0 5 0,0 0-7 0,1 0 7 16,0 0-5-16,-1 0 1 0,1 0 3 0,-2 0-1 16,1-1 1-16,0 1 0 0,0 0-4 0,1 0 4 15,-1 0 1-15,0 0 0 0,0-2 2 0,1 2-2 16,0-1 8-16,-1 0 8 0,0 1-5 0,0-2 5 15,0 2-12-15,0-2-2 0,0 0 3 0,-1 1-4 16,0-1-2-16,0 2 1 0,-1-1 0 0,1 0 1 16,0 1 2-16,-1-2-6 0,1 2 1 0,-2-1-2 0,1 1 6 15,-1 0-1-15,1 0-4 16,1 0 3-16,-4-1 3 0,3 1 0 0,-1 0 5 16,-1 0-4-16,1 2-1 0,-1-2 2 0,0 0-3 0,0 1 2 15,0-1-1-15,0 0 0 0,-1 1-3 0,2-1 1 16,-2 1 0-16,-5-1-2 0,0 0 6 0,0 0-5 15,17 3-1-15,-17-3 3 0,0 0-1 0,1 0 4 16,-1 0 11-16,1 0-4 0,0 0-1 0,14 0 0 0,-15 0 0 16,0 0-8-16,0 0 2 15,1 0-5-15,0 0 0 0,-1 0 1 0,0 0 3 16,0 0-3-16,1 0-5 0,-1 0 5 0,1 0-5 0,-1 0 5 16,1 0-3-16,-1 0-3 0,1 0 3 0,-1 0-3 15,1 0 2-15,-1 0-2 0,0 0 4 0,17-4-3 16,-17 4 5-16,0 0-6 0,0 0-2 0,0 0 0 15,0 0 7-15,0 0-5 0,0 0 3 0,0 0-3 0,0 0 1 16,0 0 0-16,0 0 1 16,0 0-1-16,0 0-1 0,0 0 2 0,0 0 0 15,0 0 1-15,0 0-4 0,0 0 4 0,0 0-3 16,0 0 3-16,0 0-7 0,0 0 3 0,0 0 1 0,0 0 0 16,0 0-2-16,0 0 2 0,0 0-3 0,0 0 3 15,0 0-1-15,0 0 1 0,0 0 3 0,0 0-1 16,0 0-2-16,0 0 0 0,0 0 1 0,0 0 0 15,0 0 1-15,0 0 2 0,0 0-4 0,0 0 1 16,0 0-3-16,0 0 3 0,0 0 2 0,0 0 1 16,0 0-3-16,0 0-3 0,0 0 0 0,0 0-2 0,0 0 9 15,0 0-6-15,0 0 3 16,0 0-4-16,0 0 5 0,0 0-3 0,0 0 3 0,0 0-3 16,0 0 4-16,0 0 0 0,0 0-6 0,0-1 2 15,0 1-6-15,0-1 9 0,0 1-3 0,0-1 6 16,0 1-6-16,0-1-2 0,0 1 3 0,0 0-1 15,0-1 3-15,-1 1-2 0,1-1-3 0,-1 1 1 16,1-1-5-16,-18-9-8 0,18 10 4 0,0 0-5 16,-1 0 11-16,1 0 4 0,-21-3-2 0,21 3 2 15,0 0-4-15,-17-4-4 0,16 4 6 0,0 0-5 16,-22-1 7-16,23 1 2 0,0 0-3 0,-25-2 2 16,17 1-1-16,-2 0-3 0,1 1 3 15,2 0-4-15,-1 1 8 0,1-1-3 0,1-1 0 0,6 1-1 16,0 0 5-16,0 0-4 0,-20-1 0 0,20 1-1 15,0 0 1-15,-1 0 3 0,0 0 2 0,1 0-1 16,-17-3-5-16,17 3-1 0,0 0-1 0,0 0-1 16,-1 0 0-16,1 0-7 0,0 0 7 0,0 0-6 15,-1 0 6-15,0 0-7 0,1 0-1 0,0 0-1 16,0 0 6-16,0 0-1 0,0 0-1 0,0 0 0 16,0 0 0-16,0 0 6 0,0 0-2 0,1 0 2 15,20 3-7-15,-21-3 10 0,0 0 2 0,18 2 2 16,-18-2-4-16,1 0 2 0,21 1-3 0,-22-1 2 15,0 0-3-15,22 2 1 0,-22-2 3 0,0 0 0 16,22 1 4-16,-22-1-4 0,0 0-3 0,22 0 1 16,-22 0-4-16,0 0 4 15,20 0 2-15,-20 0 2 0,0 0 2 0,0 0-5 0,20-1 5 16,-20 1-5-16,1 0 6 0,-1 0-4 0,1 0-2 0,15-3 0 16,-16 3 3-16,0 0-1 0,0 0 3 0,1 0-2 15,-1 0 1-15,1 0 0 0,-1 0 2 0,0 0-1 16,1 0-4-16,-1 0 11 0,1 0-10 0,-1 0 10 15,0 0-9-15,0 0-1 0,0 0 4 0,0 0-3 16,0 0-3-16,0 0 0 0,0 0-1 0,0 0 1 16,0 0-2-16,0 0 4 0,-1 0-3 15,1 0 5-15,-1 0-7 0,1 0 0 16,0-1 1-16,-1 1 0 0,-15-8-4 0,16 8 2 16,0 0-6-16,0 0 4 0,-1 0-27 0,1 0-135 15,-1 0-10-15,1 0-63 0,-18 5-220 0</inkml:trace>
  <inkml:trace contextRef="#ctx0" brushRef="#br0" timeOffset="-114358.45">8259 5390 1294 0,'-6'-1'323'0,"6"1"-117"0,-1 0 158 0,1 0-329 16,0 0-15-16,-16-4-23 0,16 4 14 0,0 0-3 0,0 0 11 16,-1 0 1-16,1 0-10 0,-1 0 3 0,1 0-5 15,0 0 6-15,-1 0-7 0,0 0 4 0,1 0-4 16,0 0 13-16,0 1 10 0,-1-1 2 0,0 1 5 16,1-1 11-16,0 1-1 0,0-1-3 0,0 0 3 15,0 0 6-15,0 0-10 0,0 0 0 0,0 0-5 16,0 0-11-16,1 0-15 0,0 0 8 0,-1 0-10 15,16 6 3-15,-16-6-1 0,0 0-6 0,1 0 4 16,-1 0 0-16,20 1-3 0,-20-1 1 0,0 0-3 16,0 0-11-16,23 2 5 0,-23-2-2 0,16 2 3 15,-7-1 1-15,0-1 0 0,1 1 4 0,0 0-4 16,0 0-1-16,0 0 2 0,0 0-4 0,-2-1 4 0,2 1-3 16,-2 0 3-16,0 0 3 0,0 0 1 0,1 1-1 15,-1 0-1-15,0 0-4 16,0 0 1-16,0 0 2 0,0 0 10 0,0-1 1 15,0 1 2-15,0-1-8 0,2 0-1 0,0 1-1 16,2-1 1-16,1 0 1 0,-1-1-5 0,1 1 1 0,0 0-2 16,-1-1 1-16,0 0 1 0,0 0-4 0,0 0 4 15,-1 1-2-15,-1-1 2 0,0 0 1 0,0 0-1 16,-1 0-2-16,1 1 4 0,-1-1-3 0,3 0 4 16,-2 0-3-16,2 0 2 0,1 1 2 0,0-1-2 15,1 1-2-15,0 0 5 0,-1-1-4 0,0 0 4 16,1 0-4-16,-2 0-2 0,0 0 0 0,0 1 0 15,0-1 4-15,-1 0 1 0,0-1 4 0,0 0-2 16,0 0 7-16,0-1-8 0,1 1 0 0,2-1-3 16,1 1-5-16,0-1 5 0,0 1-1 15,-1-1 2-15,0 0 0 0,-1 1-3 0,0 0-1 16,-1 0 1-16,0 1-4 0,-1-1 3 0,-1 0-1 16,1 1 2-16,-1-2 0 0,0 2 1 0,-1-1-4 0,2 1 2 15,0 0 2-15,1-1-5 0,1 0 8 0,2 0-8 16,-2 0 13-16,0 1-8 0,-1-1 1 0,0 1-4 15,0-1 7-15,-1 0-5 0,0 1 2 0,-1-1-4 16,0 1-2-16,1 0 3 0,-2 0 5 0,-1-1-2 16,2 0-1-16,-2 1-2 0,1-1-3 0,-1 1 3 15,1-1 6-15,0 0-5 0,0 1 2 0,1-1-3 0,-2 0 8 16,1 1 4-16,0-1 4 16,0 1-1-16,-1-1 1 0,0 1-8 0,0 0 3 15,0-2-4-15,-1 2 7 0,-1-1-9 0,1 0 1 0,-2 0-4 16,-5 1 4-16,0 0 2 0,1 0 1 0,17-3 0 15,-18 3-3-15,1 0 0 0,-1 0-5 0,0 0 4 16,0 0 4-16,1 0-4 0,15-4 6 0,-16 4-6 16,0 0 7-16,0 0-20 0,0 0-5 0,0 0-10 15,0 0-64-15,0 0-85 0,0 0-21 0,0 0-30 16,0 1-170-16</inkml:trace>
  <inkml:trace contextRef="#ctx0" brushRef="#br0" timeOffset="-108450.52">9804 5455 913 0,'0'0'63'0</inkml:trace>
  <inkml:trace contextRef="#ctx0" brushRef="#br0" timeOffset="-104980.87">11120 5538 1396 0,'0'0'238'0,"0"0"56"16,-1 0-10-16,0 0-244 0,1 0-77 0,0 0-1 15,0 0 1-15,0 0 7 0,0 0 20 0,0 0 11 16,0 0 5-16,1 0 4 0,16 4 13 0,-17-4-4 0,1 0-1 16,19-1-1-16,-12 2 1 0,0-1 6 15,1 0 4-15,-1-1 2 0,0 1 11 0,-1-2 6 16,0 2 2-16,0 0 2 0,-1 1 7 0,-1 0-2 15,2 0-1-15,-2-1-1 0,1 0-9 0,0-1-18 16,0 0 2-16,1 1-6 0,0 0 3 0,1 0-10 0,0 0 4 16,0-1-5-16,1 0 7 0,2-1-2 0,-1 0-4 15,2-2 3-15,1 1-2 0,1 1-3 0,1 0-2 16,0 0-2-16,1-1-7 0,-2 1-2 16,1 0 5-16,-1 1-4 0,-1-1 6 0,0 2 0 0,1-2-3 15,-1 2 2-15,-1 1-7 0,1-1 7 0,-2 0-4 16,0 0 5-16,2 1-4 15,-1 1 0-15,2-2 4 0,1 0-2 0,0 0 3 16,1 0-1-16,-1-1 1 0,0 0-1 0,-1 0-6 0,0 1 6 16,0 0-2-16,-1 0 5 0,0 0-3 0,-1 0-1 15,-2-1-3-15,2 1 2 0,-2 0-5 0,1 0 22 16,-1 0-8-16,1 0 12 0,0 1-13 0,0 0-8 16,-1 0 5-16,1 0-6 0,-2-1 1 0,0 0-1 15,-1 0 1-15,0 1-1 0,0 0 5 0,-1-1-3 16,1 2-1-16,-2-2-1 0,0 1-4 0,-6-1 4 15,0 0 0-15,0 0 1 0,17 1-6 0,-17-1 5 16,0 0-2-16,1 0 4 0,-1 0-5 0,0 0-2 16,1 0-14-16,-1 0 0 0,1 0-65 0,-1 0-38 15,0 0-7-15,1 0-16 0,-1 0-81 0,0 0-113 16,0 0-91-16</inkml:trace>
  <inkml:trace contextRef="#ctx0" brushRef="#br0" timeOffset="-104473.47">11103 5604 2071 0,'0'0'197'0,"0"0"14"16,0 0-20-16,0 0-216 0,0-1-58 0,0 1 23 0,1-1 1 15,17-5 17-15,-18 6 21 0,1 0 12 0,18-1-3 16,-19 1 7-16,16 5 3 0,-7-4 2 0,1 1 1 15,0 1 3-15,0-2 24 0,0 1 14 0,-1-1 7 16,2-1 0-16,-1 2 20 0,0-2 3 0,1 0 0 0,0 0 1 16,-1-1 2-16,1 0-15 0,-1 0-3 0,2 0-6 15,-1 0-21-15,1-1-10 16,1 0 0-16,1-1-3 0,2 1-4 0,1-1 0 16,1 0 2-16,1 1-1 0,-2-2 4 0,1 1-8 15,-1-1 0-15,-1 0-2 0,0 1-7 0,-1 1 7 16,-2 0-4-16,2 0 5 0,-2 0-7 0,2 1 1 15,1-1-1-15,-1 1 2 0,0 0 2 0,-2 0-6 16,1 1 1-16,-2 0-2 0,0 0 2 16,0 0-1-16,0 1 2 0,-1 0-2 0,-1 1-5 0,1 0 6 15,-2 1-4-15,0-2 5 0,1 2-7 0,-3-1-108 16,1 0-15-16,1 0-48 0,-2-1-191 0</inkml:trace>
  <inkml:trace contextRef="#ctx0" brushRef="#br0" timeOffset="-102197.89">11196 5594 794 0,'0'0'429'0,"0"0"209"0,0-1-12 0,0 1-602 16,0-1-64-16,0 1 18 15,0 0-4-15,0 0 20 0,1 0 19 0,-1 0 13 16,18-11 1-16,-18 11 3 0,14 2 7 0,-5 0-8 16,2 1-2-16,1-2-4 0,2 0-16 0,2 1 13 15,0-1-5-15,2 0 8 0,1 0-10 0,2 0 1 16,1-1 2-16,2 0-2 0,1 1-8 0,-2-1 22 16,-2 1-4-16,-2 1 13 0,-1-1 11 0,-3 0 2 15,1 1-4-15,0-2 2 0,-1 1-10 0,3 1-6 16,-1 0 3-16,2-1-3 0,-3 0 1 0,0-1-6 15,0 0 4-15,-2 0-4 0,-1-2 0 0,0 2-4 16,-2-1-3-16,0-1 0 0,-1 0-9 0,-1 1 1 0,0-1-3 16,0 1 2-16,1 1-8 0,-1-1 1 0,1 1 0 15,-1-2 1-15,-1 1 4 0,1 0-4 16,-1 0-2-16,0 1 1 0,-1 0-4 0,-1 0-2 16,-6 0-19-16,0 0-2 0,1 0-129 0,-1 0-171 15,16-1-46-15</inkml:trace>
  <inkml:trace contextRef="#ctx0" brushRef="#br0" timeOffset="-99547.02">5214 7597 2940 0,'-8'-5'92'0,"0"1"-26"0,1 2 34 15,7 2-155-15,0 0-7 0,0 0-35 0,0 0 72 16,0 1-8-16,-4 20 30 0,6-11-5 0,-6-1 9 0,4 8 1 16,-1 4 3-16,1 1-6 0,0 1 2 0,0 2-1 15,0 3 5-15,-1 1 21 0,0 4 17 0,0 1 1 16,0-1 4-16,0-1-4 0,0-3-6 0,0 0-3 15,1 0-1-15,0 0-12 0,0-1 2 0,0-2-3 16,2-1 3-16,-2-2-9 0,1 0 8 16,0-2-1-16,-2 1 3 0,1 1-5 0,-1-3-8 15,-1 2 1-15,1-3-4 0,0 0-7 0,0-2 3 16,0-3-3-16,1-1 3 0,-1-3-3 0,1-1 0 16,0-1 2-16,0-2-2 0,0-6-4 0,0 1-63 0,0-1 4 15,0 1-29-15,0-1-41 0,0 0-38 0,0 1-19 16,0-1-8-16,0 0-89 0,-2-2-359 0</inkml:trace>
  <inkml:trace contextRef="#ctx0" brushRef="#br0" timeOffset="-99185.77">5256 7587 2305 0,'-1'-7'192'0,"0"-1"-101"15,-1 1-14-15,2 7-29 0,0 0-58 0,0-1 22 16,0 1-8-16,0 0 13 0,2-1-24 0,-2 1-12 16,19-17 1-16,-19 17-3 0,16 3 6 0,-6 0 4 15,2 1-2-15,0-2 2 0,1 1 5 0,0 0-2 16,2 2 6-16,-1 1-5 0,1-1 8 0,0 0 1 16,1 0-2-16,0 1 1 0,0 0-4 0,-1-1 30 15,-2 2-8-15,-2 0 17 0,-1 0-9 0,-2 1 11 16,-1 1 1-16,-3-1 4 0,0 1 10 0,-3 0 11 0,-2 0-3 15,-3 1 6-15,-1 1-6 0,-3 1-10 16,-2 1-5-16,-3 1-2 0,-4 2-19 0,-3 1-7 16,-2 3 3-16,1 2-5 0,-1-2-2 0,1 0 5 15,1-3-11-15,0-2 7 0,1-2-12 0,-2 1 0 16,2 0 1-16,-1-2-3 0,0 1 2 0,2 0-3 16,2 1 0-16,3 1-8 0,0-2-68 0,2-1-126 0,1-2-20 15,2 0-40-15,2-1-111 0,2-2-242 16</inkml:trace>
  <inkml:trace contextRef="#ctx0" brushRef="#br0" timeOffset="-98868.4">5748 7541 2631 0,'0'0'120'15,"0"0"128"-15,-1 0-166 16,1 0-87-16,-16 0 21 0,11 7-43 0,-1 2 36 0,-2 4-1 16,-2 2 3-16,-2 5-5 0,-1 1-12 0,1 4 4 15,-1 0-3-15,1 0 5 0,1 1-2 0,1 4 10 16,0 3 2-16,-1 4 6 0,1 1 14 0,1-2-2 16,-1 1-2-16,3 0-1 0,0 0-17 0,3 1-4 15,2-3 0-15,1-4-3 0,2-3-4 0,2-3-1 16,1-1-2-16,1-2 1 0,2 0 1 0,0-5 3 15,1-1-4-15,-1-3 1 0,0-3-22 0,2-3-74 16,0-2 4-16,3-4-33 0,1-1-39 0,2-5-54 16,2-4-17-16,4-4-31 0,1-5-249 0</inkml:trace>
  <inkml:trace contextRef="#ctx0" brushRef="#br0" timeOffset="-98580.52">6055 7600 2957 0,'0'0'124'0,"-1"0"106"0,1 0-176 0,-1 0-61 16,-16 4 6-16,17-4-25 0,0 0 10 0,-7 23 26 15,2-11-5-15,1 2 10 0,-2 2-16 0,1 1-1 16,-1 2 2-16,-1-1-1 0,1 3 2 0,-2 2-1 15,0 2 0-15,-2 2 0 0,0-1 6 0,-2 1-1 16,0-2 3-16,-1-1-2 0,1-1 1 0,-1 1-6 16,1 0 2-16,1-1-3 0,1-2 0 0,1-2 1 15,1-1 1-15,1-4 0 0,0 0-1 0,2-2-104 16,-1-3 1-16,3-1-45 0,3-8-76 0,0 0-69 16,0 1-26-16,-1-1-27 0,0 0-231 0</inkml:trace>
  <inkml:trace contextRef="#ctx0" brushRef="#br0" timeOffset="-98309.85">6049 7618 1951 0,'0'0'350'16,"0"0"-200"-16,1 0-49 0,0-1-28 0,-1 1-67 0,20-1 48 16,-20 1-5-16,10 13 24 0,-4-3 4 0,1 2-29 15,0 2-3-15,0 3-8 0,-1 1-9 0,1 0 1 16,0 1 0-16,-1 3 0 0,0 1-8 0,-2 4-1 15,0 3 0-15,0 1 0 0,0-1-5 0,-2 1-5 16,1 1 1-16,-1 1-2 0,-2 0-1 0,1 1 1 16,0-1-8-16,-1-4 5 0,0-3-2 0,0-3-5 15,1-1 6-15,-1-2-5 0,0 0-1 0,0-4-34 16,0-1-12-16,0-4-11 0,-1-2-75 0,1-9-52 16,0 1-4-16,0-1-17 0,0 1-27 0,0-1-75 15</inkml:trace>
  <inkml:trace contextRef="#ctx0" brushRef="#br0" timeOffset="-98062.53">5856 7923 2521 0,'0'0'200'0,"-1"0"-99"16,1 0-18-16,-1 0-26 0,1 0-62 15,0 0 19-15,0 0 3 0,0 0 6 0,0 0-5 16,13-3 3-16,-1 3-2 0,4 0 3 0,1 1 1 15,0-1 0-15,3-2-1 0,0 0 0 0,0 2-10 0,0-3-4 16,-1 2 0-16,-1 1-1 0,0-2-2 0,-1 1-2 16,-1-1-1-16,1 0 0 0,1 0 4 0,-2-1-1 15,0 1-1-15,-2-1 0 0,-1 1-9 0,0 0-61 16,-1 0-12-16,0 0-24 0,-1 0-108 0,-1 0-92 16,0 0-26-16,1-1 101 0,0 2 1387 0</inkml:trace>
  <inkml:trace contextRef="#ctx0" brushRef="#br0" timeOffset="-97483.46">6394 7937 3051 0,'-6'1'119'0,"0"1"-54"0,0 2-23 0,1 0-4 0,0 2-64 15,0 1 11-15,0 0 3 0,-1 3 4 0,-1 0 9 16,2 2-13-16,-2 0 2 0,2 1-5 0,-1-1 10 16,0 2 2-16,0-1 1 0,0 0 1 0,0 1 6 15,1-1-3-15,-1 1 2 0,0-3-4 0,1 1 0 16,1-2-1-16,1 0-3 0,0-1 0 0,-1-2-6 16,2-1-77-16,0-1 10 0,2-5-38 0,0 0-24 15,0 1-19-15,0-1 2 0,0 0-6 0,0 0 22 16,0 0 9-16,9-7-1 0,-4-5 4 0,1 0 1 15,1-5 59-15,1-1 5 0,-1-1 23 0,0 0 51 16,1 2 16-16,-1 0 3 0,-1 1 8 0,1 1 49 0,-1 1 39 16,-1-1-1-16,1 2 11 0,-1 0-13 0,0 2-25 15,0 2 2-15,0-1-13 0,0 2-18 0,1 1-10 16,-2 1-3-16,2 1-3 0,-1 1-9 0,-5 4-11 16,0 0-5-16,1 0-2 15,-1 0-19-15,19-4-1 0,-19 4 4 0,0 0-2 16,0 0 10-16,12 18-5 0,-9-9-1 0,0 1-2 15,-1 2 6-15,0 2 7 0,0 2 2 0,-1 2 1 16,1 1 2-16,-1 0-10 0,1-1-1 0,0-1-4 16,1 1-4-16,1-2-1 0,-1-1 1 0,1-3 0 15,-1-2 17-15,0-1 10 0,1-1 7 0,0-1-1 16,-4-7 14-16,0 0 5 0,0 0-5 0,1 0 4 16,-1 1-8-16,19 9-7 0,-19-10 5 0,0 0-6 0,0-1-1 15,16-15 1-15,-9 9-3 0,-1-1 2 0,0-1 5 16,0-3-18-16,0-2 7 0,-1-1-12 0,-1 0-1 15,-1 1-12-15,0 1 1 0,-1 0-3 0,0 0-4 16,-2-1-13-16,0 2-4 0,0 0-6 0,-2 0-20 16,3 5-47-16,-1-1-9 0,-1 0-19 0,3 2-101 0,-2-2-138 15,1 2-50-15</inkml:trace>
  <inkml:trace contextRef="#ctx0" brushRef="#br0" timeOffset="-96400.89">6245 8366 210 0,'0'0'120'0,"0"0"63"0,0 0-4 0,0 0-125 15,-1 0-47-15,1-1-20 0,0 1-30 0,-1 0-1 0,-7-18-267 16</inkml:trace>
  <inkml:trace contextRef="#ctx0" brushRef="#br0" timeOffset="-95867.35">5919 8396 1769 0,'0'0'301'0,"0"0"-186"0,0 0 26 0,0 0-91 16,0 0-73-16,0 0 4 0,0 0 5 15,22-2 7-15,-13 2 52 0,1 0-19 0,1-2 2 0,2 0-7 16,2 1 18-16,0-2 0 0,2 2 1 0,-1-2-5 16,1-1-16-16,1 1 0 0,1 1 3 0,1-1 0 15,-1 2 10-15,1-1 16 0,-1-1-4 0,0 1 8 16,0 0-7-16,-1 1-6 0,2-1 1 0,-2 1-4 16,1 0-1-16,2-1-3 0,0 1-1 0,0-1-1 15,1 0-3-15,-3 1 5 0,1 0 1 0,-2-1 1 16,-1 0-6-16,-2 1-1 0,-1-1-4 0,-1 2 2 15,-3-1-10-15,0 0 2 0,-1 0-4 0,-1 1 1 16,0-1-9-16,-1 1 2 0,1 1-4 0,-2-1 3 16,-6 0-8-16,1 0-56 0,-1 0-32 0,1 0-23 15,18 2-255-15</inkml:trace>
  <inkml:trace contextRef="#ctx0" brushRef="#br0" timeOffset="-94551.24">6876 7323 2974 0,'-5'-3'153'0,"0"0"-37"16,0 1-13-16,5 2-71 0,-1 0-79 0,0 0-32 0,1 0 7 15,-1 1 9-15,-6 23 68 0,4-19 0 0,5 9 0 16,-1 1-1-16,2 4-4 0,-3 3 1 0,3 3 2 16,-2 2-2-16,1 1-1 0,-1 4 5 0,-1 3-5 15,0 4 4-15,0 4 0 0,-2 0 5 0,1 3 1 0,-1 2 1 16,0 2-3-16,-1 1 4 15,2-4 1-15,0-1 1 0,1 0 12 0,-1-4 1 0,1 0-2 0,1-3 1 16,0-1-8-16,0 1 1 0,0 0 5 0,0 1-3 16,0-4 4-16,-2 0-9 15,0-2-2-15,0 0-2 0,-1 3-3 0,-1-3 1 16,-1-3 0-16,0-5 0 0,-1-2-6 0,1-2 1 16,-1-1 0-16,1-2 1 0,0-2 2 0,2-5-3 15,-1-3-7-15,3-9-2 0,0 1-59 0,0-1-89 16,0 0-23-16,0 0-32 0,0 0-178 0</inkml:trace>
  <inkml:trace contextRef="#ctx0" brushRef="#br0" timeOffset="-93282.02">7136 8246 1736 0,'0'0'169'0,"0"0"397"0,-1 0-409 0,1 0-90 16,-1-1 6-16,-15-10-35 0,16 11 5 0,0-1 17 15,0 1-2-15,-7-20 3 0,6 11-26 0,1 0-16 16,0-1 4-16,0-1-7 0,0-1 5 0,1-2 12 15,-1-2-3-15,0-3 7 0,2 0 12 0,-2-2 2 16,1-2 0-16,1 0-1 0,0-2-15 0,1-1 0 16,2 1-7-16,-1-1 3 0,1 1-16 0,0-2 1 0,0 0-2 15,1 1 0-15,0 2-14 0,0 2 6 0,1 3-5 16,-1 2 4-16,0 0-3 0,-1 2-1 0,1-1 4 16,0 2-4-16,1 1-7 15,0-1 3-15,0 1-2 0,0 0 4 0,2 1 2 16,-2 1-1-16,0-1 0 0,1 1 0 0,-1 2 1 15,0-2-3-15,1 4 1 0,0 0-4 0,1 0 3 0,-1 2-8 16,-1-2 2-16,1 2-4 0,0 2 4 0,0 2-7 16,-1 0 1-16,0 1-3 0,0 0-9 0,0 1 9 15,1 1-4-15,-2 2 6 0,1 0 2 0,-2 1 3 16,2 3 4-16,0 0-1 0,-1 2 7 0,2 3-2 16,-1 1 0-16,-1 2-1 0,2 1-3 0,0 2 7 15,-3 1-3-15,3 1 4 0,-3 1-5 0,2 2 2 16,-2-2 0-16,1 5 1 0,0 0 11 0,-1 1-1 15,0 2 5-15,-1-1-5 0,0-2-1 0,0-1 10 16,-1-1-4-16,-1 0 6 0,1 1-3 0,0 0-5 16,-1-1-1-16,0-1-1 0,-1-2-6 0,1-2 4 15,0-1-1-15,1-3 3 0,-1 1-3 16,-1-2 4-16,1-1-2 0,-2-1 2 0,2-1-3 0,-1-2-4 16,-1-1 3-16,1-2-2 0,-1-7 9 0,0 0-8 15,0 1 3-15,0-1-6 0,0 1 1 0,0-1-65 16,0 1-8-16,0-1-28 0,0 0-99 0,-1 1-122 15,1-1-69-15</inkml:trace>
  <inkml:trace contextRef="#ctx0" brushRef="#br0" timeOffset="-92769.67">7945 7480 1680 0,'0'0'531'15,"0"0"-208"-15,-1 0 267 0,-17 6-576 0,18-6-22 16,0 0-36-16,0 0 44 0,-11 18-7 0,8-8 23 15,0 0-22-15,-3-3 8 0,1 5-6 0,1 1 6 0,0 3-8 16,-1 2 9-16,0 3 2 0,-1 2 3 16,1 0 11-16,-1 0 15 0,0 2 0 0,-1 0 4 15,-1 1-8-15,1 2-8 0,-1 0-7 0,2 0 0 16,2-1-10-16,-3-3-2 0,3-2 2 0,-1-3-4 0,2-2-5 16,-1-2 7-16,2-1-4 0,-1-3 1 0,1-1-57 15,0-3-40-15,2-7-4 0,0 0-10 16,0 1-3-16,0-1-8 0,0 0 4 0,0 0-5 0,0 0 5 15,-2-13-71-15,3-1-6 0,3-6-29 0,1-2-81 16</inkml:trace>
  <inkml:trace contextRef="#ctx0" brushRef="#br0" timeOffset="-92505.07">7951 7435 1303 0,'5'-11'101'0,"0"-1"220"0,1 0-210 0,-1 2-30 15,2-1 15-15,0 3-19 0,-1 1 43 0,1 2-20 16,-2 1-2-16,-5 4-10 0,1 0-38 0,-1 0-4 15,0 0-7-15,17 2-1 0,-17-2-27 0,6 13 17 16,-2-4-2-16,-1 4 8 0,0 1 9 0,0 4-1 16,1 1 4-16,-1 2-5 0,1 0-8 0,-1 2-11 15,-1 0 2-15,2 3-5 0,-1 2-2 16,1 0-12-16,1 1 1 0,0 0-4 0,0 0 3 0,1-1 0 16,0 0-1-16,-2-1 1 0,2 0-3 0,-1-1-2 15,0-1 1-15,-1-3-1 0,-1-2 7 0,-1-3-4 16,1-3-1-16,-1-2 0 0,-1-1 1 0,1-2-61 15,-2-1-5-15,0-1-26 16,0-7-72-16,0 0-17 0,0 1-8 0,0-1-3 16,0 0-33-16,0 0-194 0</inkml:trace>
  <inkml:trace contextRef="#ctx0" brushRef="#br0" timeOffset="-92230.35">7792 7757 3078 0,'0'0'94'16,"0"0"-69"-16,-1 0-12 0,1 0-16 0,0 0-24 0,-1 0 30 15,1 0-2-15,0 0 9 0,0 0-27 0,1 0 6 16,21 6 0-16,-10-6 4 0,2 0 6 0,3-1 1 16,3-2 2-16,2 0 1 0,0-2 10 0,0 0-8 15,1-1 0-15,-3 0-3 16,0 1 5-16,-1-1-3 0,-2 0 1 0,1 2-1 15,0 0-4-15,0 1 2 0,0 1 3 0,-2-1-1 16,-1 2-4-16,-2-1 0 0,0 1-2 0,-1 2 2 16,0 1 2-16,-1-1-39 0,-1 1-17 0,-1 0-14 15,0-1-108-15,0 2-61 0,1 1-19 0,-3-1-26 16,1 2-199-16</inkml:trace>
  <inkml:trace contextRef="#ctx0" brushRef="#br0" timeOffset="-91968.47">8320 7811 1448 0,'0'0'245'0,"-1"0"902"16,1 0-1051-16,0 0-46 0,0 0 3 0,-1 1-21 0,-13 17-9 16,14-18 7-16,0 0-5 0,0 23 1 0,0-13-26 15,2 1-2-15,-1 0 2 0,1 1-2 0,2 0 1 16,-1 0 1-16,0 0-3 0,0 0 3 0,0 0 5 15,0 0-1-15,-2-1 1 0,2 0-2 16,0 0-7-16,0-2 2 0,-1 0 2 0,-1-2 2 16,0-1 0-16,-1-6-14 0,0 0-9 0,0 1-5 0,0-1-53 15,0 1-66-15,0-1-3 0,0 1-25 0,0-1-61 16,0 1-83-16,1-1-147 0</inkml:trace>
  <inkml:trace contextRef="#ctx0" brushRef="#br0" timeOffset="-91766.64">8356 7611 3121 0,'0'0'122'0,"0"0"-64"16,-1 0-10-16,0 0-18 16,1 0-34-16,0 0 11 0,0 1-1 0,-6 17 5 15,6-18-16-15,0 0-5 0,4 17 1 0,-4-17-2 16,0 0-1-16,8 17-45 0,-8-17-3 0,0 1-19 15,9 16-37-15,-9-17-50 0,0 0-20 0,0 1-20 16,10 17-172-16</inkml:trace>
  <inkml:trace contextRef="#ctx0" brushRef="#br0" timeOffset="-91618.69">8576 8004 3201 0,'0'7'100'0,"-2"1"-33"0,0 2-29 0,-1 0 6 0,2 2-51 16,-3 0-53-16,0 1-39 0,-1 0-18 0,-2 0-265 15,-1 0 872-15</inkml:trace>
  <inkml:trace contextRef="#ctx0" brushRef="#br0" timeOffset="-91072.66">9025 7837 2573 0,'0'0'175'0,"0"0"469"0,0 0-621 15,0 0-46-15,0 0 2 16,0 1-19-16,-6 16 0 0,6-16 38 0,0 15-10 15,0-4 16-15,0 0-24 0,0 1 2 0,0 1 6 16,0 0-2-16,0 2 11 0,0 2 3 0,-2 1 8 16,0 1-1-16,0-1 23 0,-1-1-18 0,1-1-3 15,0-2-4-15,0 0-2 0,0-3-6 0,0-2 3 16,0-1-7-16,1-1-37 0,1-8-78 0,0 1-16 0,0-1-24 16,0 1-104-16,0-1-61 0,0 0-89 0</inkml:trace>
  <inkml:trace contextRef="#ctx0" brushRef="#br0" timeOffset="-90888.01">9067 7569 2379 0,'0'0'109'16,"0"0"89"-16,0 0-115 0,0 0-49 0,0 0 14 0,1 0-24 15,0 0 26-15,15 4-9 0,-16-4-7 0,0 0-3 16,1 1-34-16,9 21-11 0,-10-22-1 15,0 1-5-15,11 22-13 0,-7-15-16 0,-1 1-30 16,0-1 0-16,1 0-128 0,-1-1-60 0,0 1-33 16,2-1 120-16,0-1 1422 0</inkml:trace>
  <inkml:trace contextRef="#ctx0" brushRef="#br0" timeOffset="-90586.21">9378 7655 1290 0,'-8'0'182'0,"3"0"499"0,-2 0 272 0,1 1-779 15,-1 1-121-15,0 1-41 0,0 0 4 0,-1 2-16 16,0 2 13-16,1 1-13 0,-2 1 2 0,1 0-6 16,1 2-5-16,1 0-2 0,-3 2 0 0,1 2-1 15,0 2 5-15,-2 2 3 0,-1 3 3 0,1 1 0 16,-1 0 20-16,2 1-5 0,1-1 4 15,2-1-4-15,2 0 6 0,2-2-4 16,2 0-4-16,1 0 0 0,2-2-7 0,1-1-8 0,3-2 3 0,2-1-6 16,0-1 3-16,2-2 0 0,0-1-1 0,1-2-1 15,0 0-23-15,0-3-34 0,-1-3-6 0,1-2-11 16,1 0-32-16,1-3-75 0,-1-1-7 0,-1-2-29 16,1-2-66-16,-3-2-187 0</inkml:trace>
  <inkml:trace contextRef="#ctx0" brushRef="#br0" timeOffset="-90322.46">9137 7938 3230 0,'0'0'196'0,"0"0"-128"16,0 0-30-16,0 0-20 0,1 0-43 0,15-2 28 0,-7 3 0 15,2 0 10-15,2 0-13 0,1-1 3 0,2-1-6 16,0 1 5-16,0-2-2 0,-1 0 3 0,0 1 0 16,-1-1 1-16,-1 1-1 0,-1-1 3 0,-1 0-3 15,0 0 2-15,-3 0-11 0,1 0-19 0,-1 0-5 16,1 0-9-16,1-1-46 0,0 1-45 0,1 0-10 0,0 0-18 16,0 0-90-16,1 1-85 0,0-1-39 0</inkml:trace>
  <inkml:trace contextRef="#ctx0" brushRef="#br0" timeOffset="-90032.16">9529 7782 3318 0,'0'0'104'0,"0"0"-69"16,0 0-22-16,0 1-6 0,0-1-30 0,-4 21 15 16,4-21-4-16,0 0 8 0,3 25-8 0,-1-15-1 15,1 2 2-15,0 1 0 0,-1 0 6 0,1 1 4 16,-1 0 2-16,-1-1 0 0,1 2 0 0,-1-3 11 16,0 1-12-16,1 1 12 0,-1 0-8 0,0 2-2 15,0-1 1-15,1-1-3 0,-2 0-3 0,1-2 2 16,0 1-13-16,-1 0-4 0,0-1-145 0,0 1-128 0,0-2-30 15,0-1-46-15,0-1-273 0</inkml:trace>
  <inkml:trace contextRef="#ctx0" brushRef="#br0" timeOffset="-89815.48">9711 7983 2517 0,'0'0'399'0,"0"0"-269"0,0 0-28 15,0 0-65-15,0 0-45 0,2 20 22 0,-2-11 0 16,1 0 12-16,-1 1 10 0,-1 0-24 0,0 0-8 0,-1 2-3 16,0 1-10-16,-1 0 0 15,0 0 5-15,0-1-3 0,-2-2 4 0,1 0 5 16,-1-1-2-16,0-2 3 0,0-1 0 0,-1-1-68 16,1 0 1-16,-1-2-32 0,0-1-64 0,6-2-70 15,-1 0-7-15,1 0-30 0,-1 0-114 0</inkml:trace>
  <inkml:trace contextRef="#ctx0" brushRef="#br0" timeOffset="-89638.26">9924 7931 1086 0,'0'0'1449'0,"0"0"-1069"16,0 0-227-16,0 0-129 0,0 1-35 0,0-1-11 15,2 19 0-15,-2-19-4 0,0 1-18 0,0-1-239 16,0 1 3-16,7 15-109 0,-7-16-243 0</inkml:trace>
  <inkml:trace contextRef="#ctx0" brushRef="#br0" timeOffset="-89469.24">10066 7955 1651 0,'0'0'270'0,"0"0"17"0,0 0 111 0,0 0-313 16,0 0-53-16,0 1-24 0,0-1-2 16,0 1-5-16,0-1-1 0,0 1-45 0,5 15-23 15,-5-16-17-15,0 0-151 0,0 0-107 0,0 0-74 16</inkml:trace>
  <inkml:trace contextRef="#ctx0" brushRef="#br0" timeOffset="-89315.13">10265 7960 2833 0,'0'0'162'0,"0"0"-109"16,0 0-28-16,0 0-13 0,0 0-31 0,0 0 14 16,0 1-23-16,0-1 5 0,1 1-183 0,-1-1-250 0,1 1-136 15</inkml:trace>
  <inkml:trace contextRef="#ctx0" brushRef="#br0" timeOffset="-88586.5">10543 7825 2458 0,'0'0'131'0,"0"0"221"0,-1 0-313 0,1 0-24 16,0 0 5-16,-17 8-7 0,17-8 30 0,0 0-11 15,0 1 0-15,-6 15-7 0,6-16-29 0,0 0 6 16,-5 18-2-16,5-18 4 0,-4 16-4 0,-1-6 7 16,2 1-6-16,-1 2 6 0,-1-2-9 0,0 2 0 15,0-1 2-15,-1 1-1 0,0 3-1 0,2-3 0 16,-1-1-1-16,3 0 0 0,-2-3-6 0,2-1-46 15,-1-2 1-15,3-6-19 0,0 0-29 0,0 0-38 16,0 1-7-16,0-1-11 0,0 0-30 0,0 0-13 16,0 0 0-16,9-9-5 0,-4-1 13 0,2-3 100 15,0-1 3-15,-1-1 38 0,1-1 62 0,-1 0 38 0,0 0-3 16,0 0 15-16,0 0 3 0,0 1 16 0,-1 0 5 16,0 1 6-16,1 2 38 0,-1 3 22 15,0 0-4-15,-1 2 7 0,1 2-47 0,-5 5-20 16,0-1-6-16,0 1-4 0,0-1-21 0,1 1 1 0,16-10-8 15,-17 10 4-15,0 0-30 16,0 0-5-16,0 1 1 0,1-1-3 0,7 21 2 16,-7-12-1-16,-1 2-2 0,0 2 2 0,0 1 11 0,0 0 3 15,0 1 0-15,1-1 0 0,0 1-15 0,1-4-2 16,-1 1 1-16,2-4 0 0,-1 0-1 0,2-2 3 16,0 0-2-16,0-2 5 0,-4-4 17 0,0 0-2 15,1 1 4-15,16 8-4 0,-17-9-1 0,1 0 21 16,15-3-13-16,-16 3 14 0,13-9-33 0,-5 3 3 15,0-2-4-15,2 0 2 0,-2-2-5 0,4-3-17 16,-1-2-1-16,1-2-7 0,0-1-19 16,-1 1 3-16,-2-1 1 0,-2 2 0 0,-1 2 2 0,-1 1-49 15,0 2 1-15,-3 0-22 0,-1 2-36 0,1 0-45 16,-2 2-10-16,-2 1-19 0,1 0-115 0</inkml:trace>
  <inkml:trace contextRef="#ctx0" brushRef="#br0" timeOffset="-88296.13">10754 7906 2274 0,'0'0'378'0,"0"0"-107"16,0 0 88-16,0 0-290 0,0 0-99 0,0 0 1 15,18 3 6-15,-8-5 1 0,1 1 30 0,2-1-8 16,0-2-4-16,1 0-5 0,3 0-19 0,-1 0 6 16,-1-1 7-16,-1 0 1 0,-1 1 20 0,-3 0 7 15,0-1-5-15,0 2 6 0,-2 0-5 0,-1 0-1 16,0 1 5-16,-1-1-4 0,-1 1-1 0,2 0-18 16,-7 2-9-16,0 0-8 0,0 0-83 0,1 0-136 15,17-4-27-15,-18 4-56 0,0 0-318 0</inkml:trace>
  <inkml:trace contextRef="#ctx0" brushRef="#br0" timeOffset="-88051.77">11025 7781 3829 0,'0'0'148'0,"0"0"-132"0,0 0-23 0,-4 19-22 16,4-10-1-16,2 5 16 0,0 1 2 0,0 0-2 0,1 0-64 15,1 0-72-15,0-1 19 0,0 0-22 0,0 0 124 16,-2-1 27-16,0 0-1 0,0-1 6 0,-1-1 6 16,-1 0-3-16,0 0 7 0,0 1-6 0,-2-2-3 15,1 0-25-15,0-1-25 0,-1 0-5 0,1 0-129 16,-1-1-162-16,-1 1-38 0</inkml:trace>
  <inkml:trace contextRef="#ctx0" brushRef="#br0" timeOffset="-87171.25">11205 7329 3090 0,'0'0'223'0,"0"0"-191"16,0 0-21-16,0 0-38 0,15 11 18 0,-7-4 23 15,1 1 2-15,1 0 6 0,0 1-14 0,3 0-5 16,0 3-2-16,2-1 1 0,1 2-2 0,-1 0-2 16,-2 1 2-16,2 0-2 0,-3 1 3 0,1 0 0 15,2-1-4-15,-3 3 2 16,2 1 3-16,-2 2 3 0,-1 2 9 0,-1 1-4 15,-1 1 18-15,-1 1 13 0,0 0-3 0,-1-1 7 16,-1 2-2-16,-1 1 3 0,0 1-2 0,-3 3 2 0,1 0 1 16,-3-1-6-16,0 0-2 0,-3-2-2 0,-1 0-17 15,-1 2 2-15,-1 1-1 0,-1 3 2 0,-1-1 3 16,-1 0-3-16,-1-1 1 0,-1 0-4 0,-1 2-12 16,-2 1-6-16,-1 0-2 0,-1-1 0 0,1-2 0 0,2-3 0 15,0-3 0-15,0-2-3 16,0-2-40-16,-1-3-64 0,1-3-27 0,-2-2-19 15,1-1-181-15,-1-4-320 0</inkml:trace>
  <inkml:trace contextRef="#ctx0" brushRef="#br0" timeOffset="-84751.64">7143 8422 1510 0,'0'0'184'0,"0"0"77"16,-1 0 9-16,-16-4-116 0,17 4-75 0,0 0-62 16,0 0-6-16,0 0 5 0,0 0-8 0,0 0-7 0,0 0-1 15,0 0-1-15,0 0 7 0,0 0 7 16,0 0 4-16,0 0 0 0,1 0 11 0,-1 0 5 16,22-6 0-16,-22 6 1 0,0 0 0 15,20-4 11-15,-20 4-4 0,0 0 7 16,19-4-4-16,-19 4-9 0,15-3 4 0,-5 2-7 0,1 0-5 15,1 0-11-15,1 0 4 0,0 1-6 0,0 0 0 16,1-1-5-16,0 0-2 0,2 0 0 0,1 0-7 16,-3-1 6-16,4 2-5 0,0 0 6 0,-1-1-7 0,3 1 3 15,0-2-2-15,1 0 2 0,0 2-3 0,-1-1 2 16,0 0 4-16,0 0-2 0,-1-1 4 0,0 1 3 16,0-1 2-16,1 1 1 0,1-1 0 0,1 1-1 15,1 0-7-15,-1-1 3 16,1 2-9-16,-1 0 0 0,0 0 6 0,0 0-3 15,-2 0 1-15,1-1 1 0,1 3-4 0,2-3 2 0,-1 3-5 16,0-1 6-16,0-1 0 0,-1 1 4 0,-1-1 2 0,1 0 0 16,-1 0-4-16,2 0 2 0,1 2 1 0,1-3-5 15,0 3 5-15,1-2-5 0,-1 0 4 0,1 1-4 16,-3 0-2-16,2-1 0 0,1 1-4 0,0 0 4 16,2-1 0-16,0 0 3 0,-1 0 1 0,-3 0-1 15,0 0 2-15,-1 0-2 0,1 0 8 16,3 1 1-16,0-1 4 0,1 2-2 0,1-2-2 15,-3 0 1-15,1 1-1 0,-1 0 1 0,0-1-7 16,2 0 7-16,2-1-8 0,0 0 8 0,1 1-10 0,-1-1-3 16,-4-1 4-16,1 1-4 0,0-1 0 15,1 1 4-15,0 0-3 0,-1 1 3 0,0-1-4 0,-2 0 0 16,0 1 1-16,0 0 1 0,-1 0 9 0,2-1 1 16,1 1-1-16,2-2 0 0,0 1-4 0,0 1-1 15,-2-1 2-15,0 2-2 0,1-1-3 0,1 0-3 16,0-1 1-16,0-1-1 0,1 1 5 0,-4 1-3 15,-1 0-4-15,-1 0 2 0,-2 0-4 16,3 1 2-16,-1 0 4 0,2-1-2 0,1 2 4 0,-2-1-4 16,0 1 0-16,0 1-1 0,-2-1 7 0,2 1-8 15,0-2 1-15,2-1-1 0,3 0 7 0,0 0-7 16,-3 0 2-16,1 2-4 0,-2-1 8 0,1 0-2 16,-1 1 3-16,2-2-1 0,-1 0 9 0,0 1-8 15,-1-1 6-15,-2 1-8 0,1 1-3 0,0-1 3 16,0 0-5-16,2 2 5 0,1-2-3 0,1 1-1 15,0 1 2-15,-2-1-2 0,0 0-1 0,1 1 1 16,2-1-1-16,-1-1 1 0,4 1 3 0,-1-1-3 16,-2-1 2-16,-1 1-3 15,-1 0 0-15,0-1 8 0,1 1-2 0,1 0 5 16,-1 0 5-16,0 0-3 0,-2-1-2 0,-2 1-2 16,0 0-3-16,0 0 2 0,-1 1-3 0,1 1 0 0,-1-1-4 15,0 0 0-15,-1-1 3 0,-3 0-3 0,-1 1-2 16,-1-1 3-16,-3 0 3 0,-2 0 1 0,0 0 0 15,-3-1-6-15,-1 1 0 0,1-1 0 0,-3 1-6 16,-1-1-30-16,-6 0-7 0,0 0-13 0,1 0-73 0,-1 0-102 16,1 0-21-16,-1 0-36 0,0 0-154 0</inkml:trace>
  <inkml:trace contextRef="#ctx0" brushRef="#br0" timeOffset="-83748.94">7048 8427 2063 0,'-5'-4'194'0,"5"4"48"16,0 0 1-16,0 0-119 0,-17-13-81 0,17 13-63 15,0 0 4-15,0 0-5 0,0-1 18 0,-10-17 2 16,10 18-2-16,0 0 3 0,0-1 2 0,0 1 1 0,4-17 4 16,-4 17-2-16,0-1 21 0,0 1-1 0,1-1 4 15,-1 1-3-15,1-1 5 0,15-14-5 0,-16 15 0 16,0 0-3-16,19-4-12 0,-11 2 2 0,3 0 0 15,3 1 2-15,1-1-1 0,0 0-5 0,3 1-5 16,1 1 2-16,2 0-2 0,3 0-5 0,1-1 5 16,1 2-4-16,2-1 1 0,-1 1-1 0,0 1-1 15,0-1-2-15,0 0 3 0,4 1 0 16,-1-1 0-16,4 1 0 0,-1 0 0 0,-1 0 16 16,1 0-7-16,1 0 10 0,1-2-3 0,1 0 1 15,1 1 5-15,1 0-4 0,-4 0-1 0,1-1-3 16,0 0 3-16,2 0-2 0,0 0-4 0,-2 1-4 15,0-1 0-15,-3 0 0 0,3 1-1 0,-1-1 0 16,2 1-3-16,1 1 2 0,-4-1-5 0,0 1 3 16,1 2 2-16,1-4 1 0,2 3 2 0,-1-2 9 0,-2-1-4 15,-3 2 6-15,3-1-5 0,-1 0 0 16,2 2-4-16,0-1 2 0,-1 0-5 0,-4 0-5 16,0-1 4-16,2 0-4 0,-1 0 8 0,3-1 2 15,-2 0-5-15,1 1 3 0,-2 1-4 0,-2-1-2 0,3 0 5 16,1 0-4-16,0-1 9 0,2 0-1 0,-2 0 0 15,-2-1-1-15,1 0 1 0,1 1-9 0,1 0 5 16,1-2-6-16,-1 1 5 0,-2 0 0 16,-1 0-3-16,0 0 4 0,2-1-3 0,0 1-4 15,2 0 3-15,-3-1-4 0,-1 1 6 0,0-1-4 16,0 1 1-16,2 1 0 0,2 0 5 0,-1-2 2 16,0 0-2-16,-2-1 2 0,0 1-2 0,3 0-3 15,0 0 3-15,1-1-3 0,-1 0 7 0,-2 1-10 16,-2 0 2-16,0-1-4 0,1 1 10 0,-1 0-9 15,3 0 8-15,-3 1-7 0,-1 1 3 0,-1 0-1 16,1 0-1-16,0-1 1 0,2 0 8 0,0 0-6 16,1 1 0-16,-2 0-2 0,-1 0 4 0,2 0 6 15,-1 0 0-15,3-1 1 0,0 0-3 0,-1 2-2 16,-2-1 0-16,-2 1-1 0,0 0-2 0,1 0 4 16,0 0-3-16,0 1 3 0,-2-1-12 0,-2 1 4 15,-1 1 0-15,-2 0 3 0,0 0-3 0,-2 0 0 16,1 0-2-16,-1-1 2 0,0 3-4 0,-2-3 2 15,-2 1-1-15,-2-1 3 0,-2-1 0 0,-1 1-3 16,-1 1 2-16,-2-1-4 0,-1 0-12 0,-1-1-63 16,-1-1-17-16,-6 0-27 0,1 0-172 0,0 0-302 15</inkml:trace>
  <inkml:trace contextRef="#ctx0" brushRef="#br0" timeOffset="-80636.62">5745 8454 2005 0,'0'0'132'0,"0"-1"25"0,-1 1 1 0,0-1-22 16,-15-17-73-16,16 18-17 0,0 0-8 0,0 0 19 16,0-1-18-16,0 1-12 0,0-1-2 0,0 1-4 15,0 0-9-15,0-1-8 0,0 1-1 0,0-1-1 16,0 1 6-16,0-1 19 0,0 1 5 0,1-1 4 0,17-9 16 15,-18 10-6-15,1 0 2 0,18 0-3 0,-10-2-6 16,0 2-6-16,1-1 1 0,1 0-2 0,0 0 3 0,0-1-17 16,0-1-1-16,1 1-5 0,3 0-5 15,1 0-3-15,2 0 5 0,2 1-4 0,-2 0-4 0,0 0 3 16,1 1-2-16,-3 1 4 0,1-1-2 0,-1 1-3 16,0 0 1-16,-2 0 0 0,0 1 5 0,1-2-5 15,1 0 1-15,2 1-1 0,0-1 3 0,-1 0-3 16,1 0 5-16,-1 1-1 0,0 0 27 0,-1-2-17 15,-1 0 7-15,0 0-11 0,1 0-2 0,-3-1 0 16,0 1-7-16,1-2 5 16,-1 1 2-16,2 0-8 0,0 2 5 0,-3-2-6 15,0 1 12-15,-3 0-5 0,-1-1 4 0,-1 2-4 16,0 0 13-16,-7 0-9 0,0 0 7 0,1 0-8 16,17-3-1-16,-18 3 6 0,0 0-6 0,0 0 6 15,0 0-7-15,1 0-1 0,16-2 0 0,-17 2 0 16,0 0-8-16,0 0 2 0,1 0 0 0,-1 0 2 15,1 0 1-15,-1 0-25 0,1 0-6 0,-1 0-12 16,0 0-68-16,17-1-142 0,-17 1-32 0,0 0-57 0,0 0-310 16</inkml:trace>
  <inkml:trace contextRef="#ctx0" brushRef="#br0" timeOffset="-72848.13">2759 5453 142 0,'0'0'90'0,"0"-1"45"0,0 1-6 0,0-1-94 16,9-16-27-16,-9 17 21 0,1 0 3 0,-1 0 7 16,0 0-2-16,1-1-8 0,-1 1-1 0,0-1-1 15,1 1-3-15,-1-1-10 0,17-12 0 0,-17 13-4 16,0 0-6-16,0 0 8 0,0 0-3 15,0 0 6-15,0 0 17 0,0 0 19 0,0 0 4 16,0 0 4-16,0 0 13 0,0 0-12 0,0 0-9 16,0 0-5-16,0 0-47 0,0 0-6 0,0 0 0 15,0 0-3-15,0 1-13 0,0-1-127 0,0 1-52 0</inkml:trace>
  <inkml:trace contextRef="#ctx0" brushRef="#br0" timeOffset="-72220.52">2684 5509 315 0,'-5'0'212'0,"5"0"-142"0,-1 0 8 16,1 0-48-16,-16 6 30 0,16-6 39 0,0 0-4 16,0 0 14-16,-1 0-20 0,0 1-10 0,1-1-3 0,-1 1-2 15,1-1-8-15,0 0-18 0,-1 0 6 0,1 1-9 16,-1-1 12-16,1 1-4 0,0-1 0 0,0 1-1 0,0-1 1 15,0 1 1-15,0-1 4 16,1 0-3-16,-1 1-1 0,1-1-2 0,-1 1-6 16,17 15 3-16,-17-16-3 0,1 0-8 0,-1 0-3 15,17 7-5-15,-17-7-24 0,0 0-2 0,18 1-3 16,-18-1 0-16,17 1-7 0,-7-1 5 0,0 2 0 16,2-2 1-16,1 0-2 0,0 0-3 0,1 0 7 0,2 0-3 15,-1-1 10-15,2 1-7 0,0 0 4 0,-2 0-2 16,1-1 13-16,-1-1 16 0,1 2-10 0,-1-3 13 15,0 2-12-15,-1-2 1 0,0 2 3 0,2-1-3 16,-1 0-5-16,2-1-4 0,1 0-3 0,0 1 1 16,2 0-3-16,-1 0-11 0,0 1 4 15,0 0-5-15,-1 1 4 0,0 0 3 16,-1 0-6-16,1 0 5 0,2-1-11 0,1 1 8 0,2-1-1 16,0 2 5-16,0-2-4 0,-1 0-2 0,0 0 2 0,-2 0-2 15,0-1 7-15,0 1 8 0,1-1 1 0,2 0 4 16,1 1 7-16,1 0-2 0,-1 0-2 0,-1-1-1 15,-1 2-9-15,-1 0 2 0,-2 0-4 0,1 0 3 16,-2 1-5-16,1-1 3 16,1 1-5-16,0 0 2 0,0 0-5 0,-1 1 0 15,-1-2 1-15,0 2-1 0,0 0 8 0,-2-2 0 16,0 1 5-16,-1-1-1 0,2 1 18 0,2-1-7 0,0 1-1 16,0-1-5-16,0 0-10 0,-1-1 0 0,0 1 0 15,-2 1 0-15,0 0-2 0,-2-1 2 0,-2 1-3 16,1 0 3-16,-2-2-2 0,-2 1 8 0,0 0 3 15,-2-1 0-15,2 2 6 0,-2-1 0 0,-1 0 1 0,-6 0-2 16,1 0-4-16,-1 0-8 0,17-3 0 0,-17 3-2 16,0 0-2-16,0 0 0 15,1 0-1-15,-1 0-1 0,0 0-3 0,1 0-4 0,-1 0-31 16,1 0 1-16,15-2-182 0,-16 2-318 0,1 0-92 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27T20:01:01.020"/>
    </inkml:context>
    <inkml:brush xml:id="br0">
      <inkml:brushProperty name="width" value="0.05292" units="cm"/>
      <inkml:brushProperty name="height" value="0.05292" units="cm"/>
      <inkml:brushProperty name="color" value="#00B0F0"/>
    </inkml:brush>
    <inkml:context xml:id="ctx1">
      <inkml:inkSource xml:id="inkSrc174">
        <inkml:traceFormat>
          <inkml:channel name="X" type="integer" max="13788" units="cm"/>
          <inkml:channel name="Y" type="integer" max="8616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1" timeString="2025-01-27T20:10:36.692"/>
    </inkml:context>
  </inkml:definitions>
  <inkml:trace contextRef="#ctx0" brushRef="#br0">5340 3188 2380 0,'-4'-3'102'16,"4"3"-58"-16,0 0-12 0,-1 0-69 0,1 0-54 0,0 0 6 16,-1 0 2-16,0 0 17 0,1 0 59 0,0 0 11 15,0 0-2-15,0 0 8 0,0 0 5 0,0 0 5 16,1 0-2-16,17 5 2 0,-18-5 13 0,1 0 22 15,-1 0 3-15,19 0 7 0,-19 0 5 0,0 0-12 16,1 0 1-16,17-6-6 0,-18 6-11 0,0 0 2 16,0 0-5-16,21-8 5 0,-21 8-13 0,1 0-11 15,19-4-2-15,-12 3-5 0,2-1-12 0,0 0 4 16,1 1 0-16,1 0 1 16,0 0-4-16,0 0-2 0,0 1 0 0,2-1 0 15,-1-2 4-15,1 2-2 0,0-1-1 0,0 1 1 0,0 0 2 16,0-2-1-16,1 1 2 0,1 0-2 0,1 0-1 15,1 0-4-15,1-2 4 0,-3 0-4 0,0 2 3 16,0-1 6-16,-3 0-6 0,2 2 7 0,-2-2-1 0,0 1 2 16,-1 2 3-16,0-2 0 0,0 1 8 0,0 1-7 15,0-1 1-15,1 1-3 0,1-1 0 0,0 1 0 16,1 0 1-16,-1 0 0 16,1 0 10-16,-2 0-10 0,1 1 0 0,-1 0-4 15,-1 0-4-15,1 1 9 0,-1-1-5 0,-2 1 6 0,0-1-2 16,1 1 1-16,-2-1 1 0,-1 1-1 0,0 0-6 15,-1-1 8-15,0 1-4 0,-7-2 5 0,1 0-8 16,-1 0 3-16,18 2-6 0,-18-2 1 0,0 0-43 16,0 0-59-16,0 0-14 0,0 0-23 0,0 0-126 15,0 0-241-15</inkml:trace>
  <inkml:trace contextRef="#ctx0" brushRef="#br0" timeOffset="19588.39">5333 3171 1502 0,'-8'-4'234'0,"1"0"73"0,7 4-7 0,0 0-266 15,-1 0-71-15,1 0-38 0,-1-1 6 0,1 1 9 16,0-1 72-16,0 1-6 0,0-1 4 0,0 1-5 16,0-1 6-16,0 1 6 0,0 0-4 0,19 4 5 15,-19-4-2-15,0 1-3 0,16 14 7 0,-10-9-5 16,0 1 18-16,-1-1-7 0,2 1 4 0,-2-2-4 15,2 0 18-15,-1-1 5 0,-1 0-2 0,2-2 2 16,1-1 2-16,0-1-10 0,-1-1 4 0,3-1-7 16,-1-1 3-16,2 0-16 0,0-1 1 15,1-1-7-15,0 0-6 0,0 1-7 0,1-1 1 0,-1 2-4 16,0 0-2-16,0 0 6 0,0 0-3 0,0 1 3 16,-1 1-11-16,0 1 7 0,-2-1-2 0,2 0 5 15,-1 0-1-15,2-1 1 0,1 0-1 0,2-2 2 16,0 1 7-16,1-1 5 0,0-1 6 0,-1 0-1 15,1 1 10-15,-1-1-2 0,1 0-3 0,-1-1 1 16,0 0-10-16,-1 1-6 0,-1-1 3 0,1 2-4 16,0-1-1-16,1-1-4 0,0 1-5 15,0 1 2-15,0 1-5 0,0 1 1 16,-1 1 6-16,-1-1-2 0,0 0 4 0,-1 1-6 0,-1 1 1 16,-2-1-2-16,2 2 0 0,-2-1-2 0,-1 1 0 0,0-1 0 15,1 1 1-15,-2 0 4 0,-1 0-5 0,2 1 4 16,-1-2-9-16,0 1 5 0,0 0-1 0,1 1 1 15,-3-1-26-15,1 0-190 0,-6-1-21 16,1 0-82-16,16-2-316 0</inkml:trace>
  <inkml:trace contextRef="#ctx0" brushRef="#br0" timeOffset="24953.93">425 3077 1776 0,'-9'-4'59'0,"1"1"-33"0,0 1 2 15,2-1 1-15,6 3-15 0,0 0-14 0,0 0 3 16,-1 0-6-16,-17-4 1 0,18 4 1 0,0 0-1 16,-1 0 1-16,1 0-3 0,0 0 1 0,-1 0 3 0,-16 2-2 15,17-2 12-15,0 0 18 0,0 0 5 0,0 0 6 16,-1 1 29-16,1-1 13 0,-1 0-4 0,1 1 6 16,0-1-19-16,0 1-18 15,0-1-2-15,0 1-7 0,0-1-10 0,0 0-10 16,0 0 2-16,1 0-4 0,-1 0-3 0,20 3-4 15,-12-4-1-15,1 0-1 0,2 1-10 0,0 0 7 16,-1 0-3-16,0 0 4 0,0 0-2 0,0 0 2 16,0 1-2-16,0 0 1 0,0 0-6 0,-2 0 5 15,1-1 0-15,1 0 3 0,-2 1-5 0,1-1 13 16,-1 0-4-16,0 0 7 0,0-1-2 0,0 1-11 16,-1 0 10-16,2 0-10 0,-1-1 6 0,3 1-2 15,2 0-5-15,0 0 3 0,0 1-1 0,0-1-1 0,0 1-1 16,-1 0 0-16,0 0-1 0,-1 0-2 0,1 0 1 15,-1 0 0-15,0-1 3 0,-1 1-1 0,1-1 2 16,-1 0-2-16,0 0 1 0,0 0 0 0,0-1-3 16,0 0 3-16,1 0 13 15,1 1-6-15,3-1 1 0,-1 1-3 0,2-1-1 16,-3 1-6-16,1 0 7 0,-2 1-6 0,2 0 0 0,-3-1 2 16,1 1-1-16,0 0 1 0,-1-1 2 0,0 1-3 15,0 0-1-15,0-1 0 0,1 0 7 0,-1 0-6 16,1-1 9-16,0 0-7 0,1-1 28 0,1 1-12 15,1 0 0-15,0-1-5 0,-1 2-5 0,0-2 3 16,1 1-5-16,-2 0 3 0,1 0-9 0,-2 0 6 16,1 1-5-16,-1 0 5 0,-1-1-7 0,1 1 0 15,-2 0 3-15,2 0-4 0,2 0 0 0,0 0 2 0,1 1-3 16,0-1 3-16,0 0-1 0,-2 0 0 0,1 0 2 16,-1 0-2-16,-1 0 0 0,3 0 4 15,-2 0 3-15,-1 0-1 0,0 0 4 0,-1 0-1 16,1 0-7-16,1 0 5 0,1 0-7 0,1 0-1 15,0 1 3-15,1 0-4 0,0 0 0 0,-1 0 9 16,-1 0-8-16,0 0 6 0,-1 0-7 0,0 1-1 16,0 0 1-16,-2-1 0 0,1 1 0 0,-2-1 2 15,1 1-2-15,1 0 1 0,0-1 0 0,2 1-1 16,0-1 4-16,0 1-3 0,0-1 6 0,0 0-1 0,-1 0-4 16,-1 0 3-16,2 0 5 15,-1 0 0-15,-1-1 5 0,-1 0-5 0,1 0 1 16,-1 0-5-16,0 1 2 0,1 1-3 0,-1-2-1 0,-1 1 0 15,1 0-1-15,0 0 0 0,1 0-2 0,0 0 2 16,0-1 1-16,0 1 2 0,0 0 5 0,-2 0-8 16,1-1-1-16,-1 0-2 0,1 0 3 15,-1 0-2-15,0 0 2 0,0 1-1 0,-3-2 1 16,2 0-1-16,0 1 0 0,-1 0 1 0,1 1 4 0,-1-1-6 16,-1 1 4-16,1-1-4 0,1 0 6 0,0 1-6 15,2 0 1-15,0 0-2 0,-1 0 2 0,1 0 2 16,-2 0-4-16,1 0 3 0,0-1 1 0,0 0-8 15,0 1 9-15,-1-1-7 0,1 1 2 0,-1-1 3 16,0 1-3-16,0 0 4 0,-1 0-9 0,1 0 8 16,-1-1-3-16,0 2 6 0,0 0-8 0,-1-2 5 15,1 1-3-15,1-1 4 0,-1 0-3 0,1 1 3 16,1 1 5-16,1-1-1 0,0 0 13 0,-1 0-4 16,0 0-1-16,0-2 0 0,0 1-1 0,0 0-4 15,-1 0 2-15,1 0-3 0,-1 1 1 16,0-1-6-16,0 0 0 0,-1 1-2 0,0-1-1 15,0 0 4-15,-1 1-4 0,0 0 4 0,-1 0-1 0,0-1 2 16,2 0 0-16,-3 0 0 0,-5 0 1 0,0 0 1 16,1 0 2-16,0 0-2 0,19 1-6 0,-20-1 7 15,1 0-7-15,-1 0 7 0,17-1-10 0,-17 1 7 16,0 0-1-16,0 0 2 0,1 0-4 0,-1 0-4 16,1 0 4-16,-1 0-4 0,17 1-1 15,-17-1-32-15,0 0-19 0,0 0-10 0,0 0-118 16,0 0-106-16,0 0-25 0,0 0-51 0,-1 0-360 15</inkml:trace>
  <inkml:trace contextRef="#ctx0" brushRef="#br0" timeOffset="33635.12">2386 3603 1785 0,'-10'-7'67'0,"1"1"-33"16,1 0 0-16,8 6-9 0,0 0-25 0,-1 0-3 15,1-1-1-15,-1 1 4 0,0 0 6 0,-19-15 4 16,20 15 3-16,0 0-1 0,0 0 7 0,-1 0 8 0,1 0-7 15,0 0 10-15,-1 0 15 0,1 0 10 0,-1 0 2 16,1 0 1-16,0 0-8 0,0 0-15 0,0 0 0 16,0 0-8-16,0 0-16 0,0 0-7 0,0 0 2 15,0 0-3-15,0 0 4 0,1 0 7 0,15 1-3 16,-16-1 6-16,1 0 0 0,-1 0 2 0,21 4 2 16,-21-4-2-16,1 0 1 0,20-1-9 0,-20 1 2 15,-1 0-3-15,22-1 8 0,-22 1-18 0,17-1 4 0,-8 1-8 16,0 1 8-16,1 1-5 0,-1-1 1 0,1-1-3 15,0 1 3-15,-1 1 4 0,1-2-4 16,-1 1 4-16,1-1-9 0,-1 0 3 0,2 1 0 0,0-1 2 16,1 2 7-16,0-1-2 0,2-1 0 0,0-1-1 15,0 1 0-15,0-1 4 0,-1 0-4 0,1 1 3 16,-2 0-4-16,1 0 0 0,0 0 3 0,-2 0-2 16,1 0-5-16,-2 0 3 0,1 0-2 0,-1 1 3 15,1 0 3-15,1-1-4 16,0 1 0-16,1-1-2 0,0 0 3 0,1 1-2 15,0-1-1-15,0 0 0 0,1 1 5 0,-1-1-5 16,1 0 8-16,-2 1-7 0,1-3 9 0,0 2-3 16,-2 0 2-16,0-2-2 0,1 2 7 0,-1-2-1 0,0 1-3 15,3 0 3-15,0 1-5 0,0-1 2 0,2 1-6 16,-2 0 3-16,2 0-4 0,-1 0 1 0,-1-1 4 16,0 0-3-16,0 1-1 0,0 0 1 0,-1 0-1 15,0 1 0-15,1-1-2 0,1 2 0 0,0-2-2 16,2 0 0-16,-1 1-1 0,0-2 0 0,0 2 4 15,0 0-2-15,-1 0 3 0,1 1-4 0,-3-2 2 0,1 1-2 16,-1-1 0-16,1-1 2 0,-1 2-2 16,2-1 2-16,2 1-2 0,0 0 4 0,1-1-6 15,-1 0 3-15,-1 0-1 0,0 0 1 0,-1 1 3 0,0 0-1 16,-2 0-8-16,0 0 4 0,-1 0 2 0,1 0 1 16,-1-1 3-16,1 1-3 0,1-1 0 0,0 0 1 15,1 1-3-15,-1-1 2 0,0 1-2 0,0 0 4 16,0-1-4-16,0 0 0 15,1 0 0-15,-2 1 0 0,0 0 5 0,-1 0-5 16,2 0 0-16,-1-2-1 0,2 1 2 0,2 0-1 16,-1 0 4-16,1 0-4 0,0 1 1 0,-2-2 6 15,1 0-9-15,-1 1 6 0,0 0-4 0,-1 1 0 0,-1 0 1 16,-1-1 1-16,0 1-1 0,2-1-2 0,1 1 3 16,1 1-2-16,0-2 6 0,0 1-6 15,-2-1 1-15,1 1-2 0,0 0 1 0,0 0 4 16,0 0-2-16,-2 0 3 0,1 1-9 0,-1-2 3 15,1 1-1-15,2-1 2 0,1 0 0 0,2 1 0 16,0 0 0-16,0-1 1 0,-1 0 4 0,0-2-9 0,0 4 4 16,-2-1-4-16,0 1 5 0,-1 0 3 0,-1-2-2 0,2 1 2 15,1-1 0-15,1 1-5 0,1 0 2 0,-1-1-4 16,0 1 1-16,1 0 4 0,-2 0-3 0,1-1 2 16,-1 0-1-16,0-1 2 0,1 0-1 0,1 1 1 15,3 0 4-15,0-1-4 0,1 1-1 0,-2-1-1 16,0 1 1-16,-1-1 1 15,-1 3 3-15,-2-2-3 0,1 0 0 0,0 2-2 16,2-2 2-16,1 1-2 0,1-1 0 0,-1 1 6 16,-1-1-3-16,0 0 2 0,-1 2-11 0,-3-2 6 0,0 1-3 15,0-1 5-15,1 0 2 0,3 0-2 0,-1 1 1 16,2 0-2-16,-1 0 1 0,0 0-1 0,0-1 1 16,-1 1 0-16,0-1 2 0,-3 0-3 0,2 0 0 0,0-1-1 15,3 1 0-15,0-1 5 0,1-1-1 0,-1 1 3 16,1 0-1-16,-3 1-1 15,0 0 1-15,-1 0-2 0,0-2-2 0,0 2 1 16,2-2 4-16,0 2-1 0,2-1-1 0,-3 0-1 16,1 0-2-16,0 1 1 0,-1 0-2 0,-1 0 3 0,0-1-5 0,-2 1 2 15,2 0 0-15,1 0 2 16,1 0-2-16,1-1 1 0,1 0-1 0,-1 0-3 16,0 0 5-16,-2 1-5 0,-1 0 4 0,-1 0 3 15,0 0-1-15,2 1 2 0,1-1-6 16,1-1 0-16,0 0 0 0,0 0 0 0,-1 1 0 0,-1-1 0 15,1 0 1-15,-3 2 2 0,0-1 8 0,-1 1-10 16,2-1-1-16,1 0-1 0,1 0-4 0,-1 0 5 16,0 0-1-16,-1 0 3 0,0 1-1 0,-1 0 5 15,-2-1-4-15,1 1 3 0,-1-1-4 0,0 0 4 16,1 1-2-16,1-1 1 0,2 1-5 0,1-1 6 0,-1-2 1 16,0 1 3-16,0 0 4 0,-1-1-7 0,-1 2 3 15,0 0-4-15,-1 0 8 0,1-1-8 0,1 1 6 16,2-1-8-16,0 0-6 0,0-1 13 0,-1 1-9 15,-1 0 12-15,0 1-13 0,-1 0 3 16,0 0-1-16,-1 1 1 0,-1-1 3 0,1-1 0 16,0-1-3-16,1 1 1 0,2-1-1 0,1 2-1 15,0-2-1-15,-2 2 0 0,1-1 2 0,-1-1-1 16,-2 2 7-16,0-1-6 0,0 1 1 0,1 0-1 16,0-2-3-16,3 0 1 0,0 1 4 0,-2-1-8 15,0 1 3-15,1 1-3 0,-3-1 3 0,2 2 2 16,-2-1 2-16,0 0-2 0,0 0 0 0,0-1 1 15,1 0-3-15,2 0 3 0,1 1 1 0,-1-1-2 16,0 1-2-16,-1-1 0 0,0 1 0 0,-2 0 0 16,1 0 5-16,-1 0-5 0,-1 0-1 0,3 0 3 0,-1 0-2 15,3 0 2-15,0-1-3 0,-1 1 1 0,0-1 4 16,0 1-1-16,1 0-1 0,-1 0-3 0,-1 0-1 16,0-1 1-16,2 1 7 0,-1 0-2 0,3-1 6 15,1 0-4-15,-2 0 4 16,1 0 1-16,-1 1 0 0,-1 1 0 0,0-1-3 15,-1 0-6-15,1 1-1 0,1-1-1 0,2 1 5 0,0-1-1 16,0 1 1-16,-2 0-3 0,-1 0-5 0,0 1 6 16,-1-1-3-16,1 0 5 0,1 0-9 0,0 0 3 15,3-1 1-15,0 1 0 0,0-1 2 0,-2 0-1 16,1 1 0-16,-3 0 0 0,1 1 0 0,0 0 2 16,1-1-6-16,1 0 4 0,1 1-1 0,1-1 0 15,-2-1 0-15,-1 3 0 0,0-2 0 0,-1 1 3 16,1 2 1-16,1-1 1 0,1-1 4 0,1 0-10 15,1 0 3-15,-3 0-5 0,1 2 3 0,-3-1 1 16,2-2-1-16,-1 2 0 0,0-1 3 0,3 0 1 16,0 0-1-16,0 0 1 0,0-1-4 0,-2 1 4 0,-1-1-4 15,-1 0 5-15,2 0-5 16,1 0 13-16,1-1 0 0,1 0 3 0,0-1-3 16,-2 0-5-16,0 0 4 0,-2-1-5 0,0 1 1 15,0-1 2-15,1 1-8 0,2 1 5 0,-1-2-7 0,-2 1 1 16,-1 0 4-16,-1 0-2 0,-1 0-6 15,-1 1 4-15,-1 0-2 0,-1-1 3 0,0-1-1 0,-1 0 2 16,1 0 0-16,-1 1 0 0,0 0-6 0,-1 1 2 16,-2-3-5-16,-1 1 4 0,0 1-8 0,-3-1-136 15,1 2-20-15,-3 0-63 0,1 2-301 0</inkml:trace>
  <inkml:trace contextRef="#ctx0" brushRef="#br0" timeOffset="-157932.31">417 3064 1628 0,'-7'0'129'0,"-1"0"-2"0,1 0-3 0,2 2-122 16,5-2-30-16,0 0-34 0,0 0 5 0,0 1-9 16,0-1 38-16,-1 0 34 0,1 1 2 0,0-1 10 15,0 0-1-15,0 1-1 0,0-1-2 0,1 0 2 16,21 4 4-16,-22-4 1 0,0 0 2 0,20-5-2 16,-20 5-8-16,1 0 6 0,20 0 1 0,-21 0 3 15,1 0 7-15,21 4-2 0,-21-4-1 0,0 0 1 16,21 4 8-16,-14-2-8 0,1-1 4 0,1 1-7 15,-1 0-8-15,1-2-9 0,-1 2 1 0,1-2-3 16,1 0 2-16,2 0-5 0,1 0 1 0,3 0-1 16,0 0 0-16,-1 0-2 0,1 1 1 0,-2-1 0 15,0 1 7-15,-1 1-10 0,0-1 1 16,0 0-3-16,-1 0 9 0,-1 0-4 0,0 1 4 16,2 1-5-16,0-1 0 0,1 0-4 0,1-1 3 15,1 1-4-15,0-1 5 0,1 0 12 0,-2 1-9 16,0-1 8-16,1 1-12 0,-3 0 6 0,1-1 3 15,-2 1 1-15,2-2-1 0,-2 1-6 0,2 0-2 0,-1 0 1 16,4 1 4-16,-1-1-3 0,2 0 2 0,-1 1-3 16,0-2 2-16,-1 0 2 0,-1 1 4 0,-1 0-2 15,1-1 4-15,-2 1-2 0,1 0-1 0,-1-1 1 16,1 0-4-16,0 0 2 0,3 0-4 0,-1 2 4 16,-1-1 6-16,0 0-8 0,-1 1 10 0,0 0-9 0,-1 0 10 15,0 1-6-15,-1 0 0 0,0-1-1 16,-1 1-3-16,0-1 1 0,1 0-2 0,1 0 2 0,0-1-8 15,2-1 4 1,-1 2 0-16,2-2 3 0,-1 0 4 0,-1 1 0 0,-1-1-2 16,1 0 1-16,0 1-1 0,-2 1-5 0,2 1 1 15,-3 0-3-15,-1-2 5 0,3 1-7 0,-4-1 4 16,5 0-4-16,0 1 3 0,0 1 0 0,3 0 2 16,-2 0-2-16,-1 0 1 0,-1-1-4 0,0-1 0 15,1 2 0-15,-2-3-1 0,1 1 3 0,-1 0-1 16,0-1 3-16,0 1 0 0,0 0 10 0,0-2-4 0,0 1 5 15,1-1-14-15,0 0 3 0,1 2 1 0,0-1 0 16,-1 0 4-16,-1 2-9 0,0-2 3 0,-1 0-4 16,0 0 7-16,0 0 0 0,-1 1 0 0,-1 0-1 15,2 1 1-15,-3-2 6 0,0-1 0 16,2 0 2-16,-1 1-4 0,1 0 1 0,1 0 4 16,0-1-3-16,1 1-2 0,-1-1-2 0,0 1-4 15,-1 0 2-15,0-1 1 0,-2 1-4 0,2 0 3 0,-2 0-3 16,0 1 8-16,-1 1-11 0,0-2 6 0,-2 0-7 15,1 0 9-15,0 0 1 0,-1 0-7 0,-6 0 6 16,1 0 1-16,-1 0-2 0,18-5 3 0,-18 5-4 16,1 0 1-16,0 0 1 0,-1-1-2 0,17-7 2 15,-17 8-3-15,0 0 4 0,1 0 0 0,-1 0 2 16,1 0 5-16,-1 0-13 0,1 0 4 0,-1 0-10 16,0 0-47-16,1-1-78 0,-1 1-16 0,0-1-23 15,0-16-83-15,0 17-167 0</inkml:trace>
  <inkml:trace contextRef="#ctx0" brushRef="#br0" timeOffset="-157400.24">953 3142 1839 0,'0'0'49'0,"0"0"-66"0,-1 0-19 0,1 0-36 15,0 0-24-15,0 1 37 0,0-1 1 0,13 13 18 16,-2-10 45-16,-7-7 13 0,7 4 3 0,1-1 4 16,0 0 11-16,0-1 11 0,0 2 1 0,2-2 5 15,1 0 24-15,2 1-7 0,0 0 5 0,3-1-8 16,-2 1-4-16,1-1-13 0,1 0 3 0,-2 2-8 15,2-2-11-15,-1 2-4 0,4-1-4 0,2 1 2 16,0 0-2-16,2 0-5 0,-1 0 2 0,1 1-4 16,0 1 1-16,-2-1-12 0,3 0-3 0,2 1-2 15,1-1-4-15,3 0 3 0,-2 0 1 0,-1 1 1 16,-3-1-2-16,3 1 2 0,0-1 1 0,2 3 0 16,-1-3-3-16,-2 2 1 0,-2 0-3 0,-2-1 3 15,-1 2 0-15,0 0-1 0,1 0 5 0,0-1-4 0,0 1 3 16,-2-3 5-16,-1 4-4 0,-3-1 5 0,-1-2-3 0,-1 3-2 15,1 0-14-15,3 0-10 16,0 1-198-16</inkml:trace>
  <inkml:trace contextRef="#ctx0" brushRef="#br0" timeOffset="-154201.18">8444 3624 2369 0,'0'0'102'0,"0"0"-58"0,0 0 43 0,0 0-263 15,0 0 38-15,0-1-11 0,19-6 128 16,-19 7 1-16,16 1 27 0,-8 1 4 0,-5-6 7 16,5 5 0-16,2-1 3 0,0 1 0 0,1 1-4 15,1 0-3-15,0-1 2 0,0-1 9 0,1-1 13 0,-1 0-1 16,1 0 5-16,0 0-5 0,1-1-2 0,0 0-5 16,0 1 2-16,1 0-3 0,0-2-1 0,0 2 2 15,2-1-3-15,0 0-1 0,1 0-6 0,2 0-3 16,0 0 0-16,-2 0-2 0,2 0-10 0,-1 1 7 0,-1 1-8 15,1 0 7-15,1 0-11 0,1 0 3 0,1 0-4 16,1 0 2-16,2 1 4 0,1-2-3 0,-1 1 3 16,-1-1-3-16,0 0 7 0,-2 0-3 0,0 1 4 15,2 0 2-15,2 1-7 0,0-1 8 0,-1 1-6 16,-1 0 22-16,-2 1-5 0,-1 1 1 0,-1-1-2 16,0 0-4-16,-1 1 7 0,1-2-6 0,3 2 4 15,-1 0-9-15,0 0-6 0,-1-1 6 0,0-1-5 16,0 1 2-16,-3 2-4 15,1-1 1-15,-1-1-1 0,0 0 2 0,1-1 3 0,0 0-2 16,0 0 3-16,-1 0 5 0,-1 0-6 16,-2 0 3-16,-2 0-6 0,0 2-3 0,-3-3 4 15,0 2-7-15,-1-2 6 0,-2 1-7 0,0 0-2 0,-7-1 2 16,0 0-3-16,17 3-2 0,-17-3-81 16,1 0-22-16,-1 0-34 0,0 0-221 0,17-5-256 0</inkml:trace>
  <inkml:trace contextRef="#ctx0" brushRef="#br0" timeOffset="-142208.28">5356 3214 1235 0,'0'0'194'16,"0"0"-92"-16,0 0 104 0,0 0-216 0,0 0 5 0,0 0 5 16,0 0 16-16,0 0 2 0,0 0 3 0,0 1 18 15,0-1 0-15,0 0 7 0,0 0-4 0,0 0 16 16,1 0 13-16,15 0-6 0,-16 0 9 0,0 0 3 0,1 0-18 15,16-3 2-15,-17 3-11 0,0 0-17 0,19-6-9 16,-19 6-2-16,14-4-3 0,-5 3-13 16,2-1-1-16,1 1-2 0,-1-2 0 0,0 1-4 0,-1 2 6 15,2-1-1-15,0 1 5 0,0 0 10 0,0-2 15 16,2 0 0-16,-1 0 4 0,-1-1-14 0,1 0-2 16,-2 0-8-16,0 0 5 0,1 1 0 0,0 0-4 15,2-1 4-15,1 1-6 0,-1 0-11 0,0 0 6 16,-1 1-2-16,1-1 3 0,0 1 2 0,-1 1-11 15,0 0 3-15,0 2-3 0,-1-2 8 16,-1 1-5-16,-1 0 1 0,0 0-4 16,-1-1 0-16,0 0 7 0,-2 0 5 0,2 1 0 0,1 1 10 15,-1-1 0-15,3 1 0 0,-1-2 1 16,1 0-3-16,-2 0-8 0,3-1-1 0,-1 2-1 16,-2-1-2-16,0 0 2 0,0 2-6 0,-1-3 5 15,-1 2-4-15,-1-1 2 0,0 0-2 0,-2 0-1 16,-5 0-5-16,0 0 3 0,1 0 2 0,16 3 1 0,-17-3 2 15,0 0 3-15,0 0-5 0,0 0 4 0,0 0-6 16,1 0 5-16,-1 0-4 0,0 0 4 0,1 0-6 16,0 0-27-16,-1 0-12 0,0 0-14 0,0 0-98 15,1 0-118-15,0 0-38 0,-1 0-65 16,0-1-494-16</inkml:trace>
  <inkml:trace contextRef="#ctx0" brushRef="#br0" timeOffset="-109991.64">4055 6178 1835 0,'-7'-2'443'0,"0"-1"-162"0,7 3 214 0,-1 0-506 16,1 0-41-16,0 0-56 0,0 0-9 0,0 0 1 15,0 0 9-15,0 0-4 16,6 3-113-16,1 1-10 0,0-1-50 0,0 1-183 16</inkml:trace>
  <inkml:trace contextRef="#ctx0" brushRef="#br0" timeOffset="-83295">976 3895 2846 0,'-9'-6'69'0,"0"1"-78"0,3-1-17 0,6 6-57 16,0 0-25-16,0 0-10 0,0 0 0 0,15-8 14 16,-3 7 65-16,-4-4 36 0,9 5-5 0,-1 0 14 15,1 0-7-15,2 1-1 16,2 0-1-16,1 2 1 0,1 0 2 0,2-1 17 15,0 1-2-15,-1-3 7 0,0 1 0 0,3-1 3 16,2-1 7-16,4-1-4 0,3-1 7 0,-1-1-2 16,1-1-5-16,2 0 3 0,1-2-6 0,4 0-10 15,1 2 3-15,0-1-6 0,1 1-3 0,2 0-4 16,1-1-2-16,3 2 0 0,-3 0-6 0,3 1 3 0,1 0 4 16,1 0-1-16,1 3-3 0,0-1 2 0,1 0-3 15,0 0 4-15,1-1-3 0,0 1 0 0,1 0-1 16,0-1 1-16,3 1-2 0,0-1 2 0,-1 0 0 15,2 2 0-15,0-3 0 0,1 2 2 16,-2 0 1-16,3 0 0 0,1 0 8 0,-1 1-2 0,-1 0-1 16,4 0-1-16,-1 1-4 0,-1 0-4 0,3 0 5 15,0 1-4-15,-2 0 7 0,2 0-5 0,0 0-2 16,-1 0 1-16,0 0 11 0,2-1 11 0,0 2 0 0,-1-3 1 16,5 2-10-16,0-2-2 0,-2 0-4 0,6 0 3 15,-1-1-4-15,-3 1 5 0,8 0-2 0,-4-1 2 16,-1-1-6-16,6 2 1 0,-4-1-3 0,-1 1 1 15,5 1-2-15,-4-1-1 0,-1 1 3 0,3 0-4 16,-4 0 0-16,1 1 5 16,2-1-4-16,-5 0 6 0,4 0-3 0,-1 0-5 15,-1 2 3-15,2-2-3 0,1-1 0 0,-4 1 3 16,3-2-2-16,-2 2 1 0,-2 0-5 0,4 0 4 16,-2 0 1-16,-2 0 2 0,4-1 1 0,-4 1-5 15,-2 1 0-15,5 1-1 0,-3 0 1 0,-2-2 5 16,4 0-3-16,-6 0 3 0,-1 0-10 0,3 1 5 15,-2 0 4-15,-2 1 0 0,1-2 0 0,-1 0-1 16,-1 2-3-16,2-3 0 0,-1 1 0 0,0 0 2 16,-2-1 0-16,3 1 0 0,-1 1 0 0,-1-1-2 15,0-1 4-15,0 2-3 0,-2-2 5 0,1 1-5 0,0-1 0 16,-1 1-1-16,-2 1 3 0,0-1-3 16,-1-1 3-16,-2 1-3 0,-1-2 1 0,0 0 4 15,0 1 0-15,0-1 2 0,-1-1 0 0,-1 0-6 16,0 0-1-16,-1-2 0 0,1 4 5 0,0-2-4 15,-3-2 5-15,2 2-4 0,-3-4 9 0,2 1-7 0,1 1 4 16,-3-2-4-16,1 4 2 0,-4-3-2 0,-1 1-1 0,-2-2 2 16,1 1 2-16,-5 2-4 0,0-2 2 15,-2 0-3-15,0 1 0 0,-2-1 7 0,-2 0-3 16,-3 1 3-16,-2-1-5 0,0 0 9 16,-2-1-4-16,-2 0 5 0,-2-1 1 0,-2 0-3 15,-2-1 3-15,-3 1-4 0,1-1 12 0,-2 0-8 16,-3-1 6-16,0 1-6 0,-3-1 13 0,1-1-4 15,-2 2 4-15,0-1-5 0,-1 1 2 0,-3-1 0 16,1 0-1-16,-4 3 2 0,1-1 4 0,-1 2-14 16,-1-2 1-16,-2 1-8 0,0-1-9 0,0-1 0 15,-3 0-3-15,-1 0 2 0,0-2 1 0,-2 1-1 16,0-1 1-16,-2 0-2 0,0-1 1 0,-2 1-4 16,0-1-1-16,-2-1 0 0,1 0 2 0,0 1-8 15,-2-2 9-15,0 1-8 0,-4 0 12 0,0 1-7 0,-1 1-1 16,0 1-2-16,-3-1-4 0,-2 1 4 0,-2-1-2 15,-1 0 3-15,-2-1 1 0,0 1 6 0,-2 0-4 16,-1 0 5-16,-4 0-6 0,-2-1 3 0,0 1 3 16,-3 0-2-16,0 0 0 0,-4 0 2 15,-2 1-6-15,-1 0 5 0,-2 1-3 0,0 2-5 16,-4-2 1-16,-1 2-3 0,0 2 2 0,-4-3-2 16,-1 3 5-16,-1-1-4 0,-4 0 8 0,-1 4 1 15,-3-2-3-15,-1-1 3 0,-2 0 0 0,-1 0 0 16,-1 0 2-16,-3 2-1 0,0 1-1 0,-2-3 3 15,0 3-4-15,-2-2 3 0,-2 0-2 0,-2 2-1 16,1-1-1-16,-2 1 1 0,-1 1-2 0,-2 0 2 16,-2 1 2-16,0-1 0 0,0 0-3 0,-2-1 3 15,-2 0-3-15,1 0 3 0,0 0-1 0,0-1-1 16,2-1 5-16,0 0-3 0,-2 0 6 0,-1-1-6 0,-1 1 4 16,0 0-4-16,-2 1-1 0,0-2 1 0,2 3-1 15,-1-2 2-15,2 1-1 0,-3 0 0 0,3 1 1 16,-4 0-1-16,2 0-1 15,-2 1 1-15,-2 0 0 0,1 0 0 0,-1 0 0 0,-1-1 2 16,2 2-2-16,0 0 1 0,-2 0-2 0,0 0 0 16,-1 1 2-16,2 0-1 0,-2 0 0 0,1 0 2 15,1 1-2-15,0 0 1 0,1 1-1 0,-1-1 0 16,2 1 0-16,-1 0-1 0,1 0-1 0,1 1 2 16,-1-1 0-16,0 1 1 0,2-1-2 0,0-1 1 15,1 1 1-15,3-2 1 0,0 1-2 0,2-3 1 16,0 2 1-16,2-2 1 0,2-1-2 0,1-1 3 15,3 0-2-15,2-1 2 0,1 1-4 0,4-1 5 16,1 0 0-16,5-1 3 0,1 0 12 0,1-1-12 16,2 1 3-16,1 1-8 0,2 0 2 0,-3 2-6 15,3-1 3-15,2 1-3 0,0 1 1 16,2 2 0-16,0 1-1 0,2 0-1 0,-1 2 7 0,3 0-3 16,1 0 2-16,4 1-2 0,1 1-2 0,2 1 1 15,0 2-3-15,1 2 2 0,3 2-5 0,3 3-4 16,2 2 4-16,0 2-3 0,0 2 4 0,4 0-8 15,2 1-2-15,5 0-1 0,1-1-2 0,4 2 9 16,0 0 0-16,4 2 3 0,3 0-4 16,5-1 5-16,2-2-3 0,5-2 4 0,3-2-11 15,3-2-1-15,4 2-1 0,3 1 0 0,3 1 5 16,4 1 7-16,2 1-6 0,3-2 6 0,2 1-4 0,4-1 6 16,4-2 1-16,6-2-1 0,1 2-7 0,-2 1-12 15,4 0-49-15,3 1 4 0,3 0-232 0,4-1-318 16</inkml:trace>
  <inkml:trace contextRef="#ctx0" brushRef="#br0" timeOffset="-63163.21">4437 3675 1514 0,'0'0'90'0,"-1"0"25"0,-14 2 18 0,15-2-22 16,-1 0-14-16,0 0-10 0,1 0 0 0,0 0 2 16,-1 0-7-16,-16 5-28 0,17-5-5 0,0 0-6 15,0 0-6-15,1 0-7 0,15 5 2 0,-16-5-6 16,1 0 4-16,19 1-9 0,-11 0 6 0,0 0-6 0,1 0 2 15,-1-1 0-15,3 0-4 0,-1 0 2 0,1 0-9 16,-1-1 2-16,3-1 2 16,1 1 0-16,4-1 3 0,1 0-8 0,1 0-1 15,-1 0-1-15,1 1-3 0,-1 0 4 0,1-1 2 16,-1 1-1-16,2-1 3 0,1 1 3 0,1 0 1 16,4 0 1-16,-1 0 5 0,2-1-1 0,0 1-3 0,-2-1 1 15,0 1-13-15,2-1-1 0,1 0 1 0,5 0-1 16,0-1 0-16,-2 1-1 0,0 1-2 0,-2 0 2 15,0 1-6-15,4-2-1 0,0 0 2 0,0 1-1 16,0-2 11-16,-3 3-3 0,1 0 0 0,2 0 1 16,0 0 7-16,3-2 4 0,-2 0 3 0,-3 2-2 15,1 0-5-15,3 0-4 0,-1 1-1 16,2-1 0-16,-1-1-2 0,-5 1-2 0,0 0-2 16,1 0 1-16,1 2 3 0,2-3-4 0,0 1 1 15,-3 0-3-15,-1 0 0 0,1 0-3 0,2 0 6 16,2-1-4-16,2 1-1 0,-4 0 3 0,-1 0-3 15,1 0 3-15,2 0-2 0,3-3 0 0,2 3 0 0,-4-1 1 16,-2 0 3-16,2 1-6 0,0-1 3 16,2 1-3-16,2 1 2 0,-5-1 3 0,0 0-3 15,3 1 1-15,0-1-7 0,2 0 9 0,1 0 2 0,-3 0 3 16,1-2-2-16,2 1-1 0,2-1-2 0,-1 0 1 16,-2 0-2-16,3 0 2 0,-1 0-3 0,3-1 2 15,-1 1-5-15,-2-1-1 16,1 1 3-16,1 1-2 0,1 0 1 0,-1 0 6 0,-1 0-6 15,1-1 7-15,1 2-3 0,2-1 0 0,-2 0 2 16,-1 1-2-16,1-1-1 0,2 0 6 0,0 0-2 0,0-1 3 0,-1 0-7 16,4 1 5-16,0-2-4 15,-2 1 4-15,2 1-6 0,0-1 5 0,2 2-5 16,-2-3 5-16,-1 2-9 0,2 0 3 0,-4 0 3 16,2 1 0-16,-2-1 1 0,1-1-1 0,-1 2 3 0,0 0-2 15,-2-1 5-15,0 1 2 0,-2 0-5 0,2 1 5 16,1 0-3-16,-6 0-4 0,1 1 3 15,1-1-3-15,0 0-4 0,0 0 2 0,-4 0-2 0,0 0 1 16,1 0 0-16,0 0 5 0,4 2 1 0,-5 0 1 16,-3-2 4-16,1 1-11 0,-1-1 4 0,-1-1-5 15,-1 1 4-15,-3 1-4 0,-3 0 0 0,-3 1-2 16,2 0 0-16,-3-1 2 0,0-1 0 0,-2 1 2 16,-1-1 1-16,-5 1-3 0,1 0 2 0,-5-1-3 15,-1 2-8-15,0-1-83 0,-3 0-31 16,0-1-36-16,-1-1-293 0</inkml:trace>
  <inkml:trace contextRef="#ctx0" brushRef="#br0" timeOffset="-53230.61">2926 4749 630 0,'0'0'343'16,"0"0"161"-16,0 0 22 0,0 0-341 0,-1 0-75 15,0 0 15-15,1 0 6 0,-1 0-2 0,1 0 5 0,-19 6-32 16,19-6-2-16,0 1-11 0,0-1-15 0,-13 19-9 15,13-19 0-15,-9 14-4 0,5-6-4 0,-2 2-2 16,0 0-4-16,-2 1 0 0,1 0-18 0,0 2 4 16,-2 0-3-16,1 0 2 0,-1 2-13 0,-2 0-1 15,3 3-1-15,-2 0-1 0,1 3-2 0,-1-1-4 16,1 0-3-16,0 0 0 16,1 0-6-16,1 0-1 0,-1-2 1 0,0 1-1 15,1-2 3-15,0 1-8 0,-1 1 3 0,2 0-4 0,0-1 6 16,1 0-1-16,-2-1-1 0,4-3 0 15,-1 0 3-15,1-4-7 0,2-1 2 0,-1-2-6 16,1 0 1-16,1-7-4 0,0 0-12 0,0 0-1 0,0 1-76 16,0-1-68-16,0 0-5 0,1 0-26 0,-1 0-67 15,18-10-117-15,-10 0-30 0</inkml:trace>
  <inkml:trace contextRef="#ctx0" brushRef="#br0" timeOffset="-52871.64">2924 4796 1660 0,'0'0'142'0,"0"0"301"16,-1 0-322-16,-15-3 29 0,16 3-9 0,0 0 16 15,0 0-8-15,0 0-47 0,0 0-1 0,0 0-22 16,0 0-43-16,0 0 4 0,0 0-7 0,0 1 7 15,1-1-3-15,11 18-2 0,-12-18-1 0,0 1-1 0,11 20-10 16,-9-11 7-16,3 0 1 0,-2 1 1 0,0 0-1 16,1 0-2-16,-1 0 0 0,2 3 0 0,-2 0-7 15,1 4-4-15,0 2-3 0,0-1 1 0,-1 2-3 16,1-1-4-16,-1 1-1 0,0-1-1 0,0 1-4 16,-1-2 0-16,1 1 1 0,0 1 0 15,0-2 1-15,0 2-6 0,-1-3 1 0,-2-1-2 16,0-1 8-16,1-4-9 0,1 0 4 0,-2-3-5 0,2 0-1 15,-1-3-41-15,-1-6-5 0,0 0-18 0,0 0-65 16,0 1-75-16,0-1-14 0,0 1-30 0,0-1-124 16,0 0-322-16</inkml:trace>
  <inkml:trace contextRef="#ctx0" brushRef="#br0" timeOffset="-52539.33">2787 5061 1028 0,'-7'0'178'0,"7"0"652"16,0 0-763-16,-1 0 55 0,1 0-9 0,0 0 28 0,-1 0 10 15,1 0-31-15,-1 0-3 0,1 0-18 0,-1 0-62 16,1 0 8-16,-1 0-7 0,1 0 9 0,0 0 6 0,1 0-7 15,-1 0 3-15,22 0-5 0,-14 0-3 0,3 0-8 16,0 1-1-16,0-1-3 0,0 1-6 0,0 0-10 16,2 0 5-16,-2 0-7 0,1 0 5 0,-1 0-10 15,2-1 0-15,-3 0-4 0,0 1-2 0,0-1 3 16,-1-1 2-16,0 1-1 0,0 0-4 0,0 0 1 16,0 0-1-16,-1-1 2 0,0-1 2 0,0 2-3 15,0-2-19-15,-1 0-3 0,1 2-142 0,0-1-117 16,-1 0-14-16,0 0-44 15,1-1-137-15</inkml:trace>
  <inkml:trace contextRef="#ctx0" brushRef="#br0" timeOffset="-52235.31">3265 5030 1254 0,'0'0'792'0,"0"0"-513"16,0 0-75-16,0 0-89 0,0 0 15 0,0 0 18 16,0 0-8-16,0 0 13 0,0 0-14 0,1 0-43 15,-1 0 7-15,1 1-20 0,0-1-10 0,10 20-16 16,-11-20-5-16,0 1-2 0,4 23-8 0,-2-14-5 16,-1 0-3-16,2 1-2 15,-1-1-10-15,0 3-4 0,2 0 1 0,-1 0-4 16,0 3-9-16,-1-2-4 0,1 1-2 0,-1 0 0 15,1 0 0-15,-1-3 0 0,1 1 0 0,-3-2 0 0,2-1 0 16,-2-1 0-16,0-1 0 0,0-1-5 16,0-7-64-16,0 0-187 0,0 0-31 0,0 1-79 0,0 16-343 15</inkml:trace>
  <inkml:trace contextRef="#ctx0" brushRef="#br0" timeOffset="-51425.93">5156 4827 1657 0,'0'0'131'0,"0"0"59"0,0 0 30 0,0-1-26 15,0 1-22-15,0-1-9 0,0 1-9 0,0-17 8 0,0 17-24 16,0 0-22-16,0 0-5 0,0 0-6 0,0 0-19 16,0 0-20-16,-1 0 2 0,1 0-11 0,-1 0-16 15,-16 7-5-15,17-7-1 16,-1 0-2-16,-9 18-4 0,4-10-8 0,0 2 3 15,1 1-6-15,-2 1-3 0,-1 0 2 0,0 1-5 0,-1 3 4 16,0 1-13-16,0 2-1 0,-1 3-1 0,-1 1 1 16,0 1-2-16,0 1 0 0,-1-1 0 15,1-2 0-15,0 0 0 0,1-1 0 0,2-1 0 16,-1-1 0-16,1-1 0 0,2-2 0 0,0-1-7 16,1-4-1-16,0-2-49 0,5-9-74 0,0 0-9 0,0 1-28 15,-1-1-74-15,1 0-60 0,0 0-5 0,-2-4-28 16,7-7-104-16</inkml:trace>
  <inkml:trace contextRef="#ctx0" brushRef="#br0" timeOffset="-51124.51">5209 4745 1881 0,'3'-6'109'15,"1"1"76"-15,-1 1-7 0,-3 4-60 0,1 0 16 0,0 0-32 16,-1 0 11-16,0 0-4 0,1 0-2 0,-1 1-1 15,17 18-5-15,-15-11-14 0,0 1-3 0,0 1-7 16,0 1-19-16,1 1-7 0,-1 1 0 0,-2 0-4 16,2 1-11-16,0-1-12 0,0 1 3 0,0 0-7 15,1 0-4-15,0 1-7 0,-1 0-4 0,1 1 0 16,-1 2 0-16,1 1 1 0,-1-1-1 0,1 1 1 16,0-2-4-16,-1 0-5 0,0 0 3 0,-1-2-3 15,1 1 11-15,-1-2-4 0,-1 0 0 0,0-1-2 16,0-1-2-16,-1-1-6 15,0 0-16-15,0-2-3 0,-1-2-93 0,2-7-89 0,0 1-10 16,0-1-33-16,0 0-85 0,-1 1-101 0,1-1-74 16</inkml:trace>
  <inkml:trace contextRef="#ctx0" brushRef="#br0" timeOffset="-50911.38">5087 4972 2121 0,'0'0'354'0,"0"0"-259"0,0 0 38 0,-1 0-84 16,1 0 23-16,0 0 13 0,-1 0 9 16,1 0 2-16,0 0 32 0,0 1-55 0,0-1 0 15,1 0-21-15,18 10-3 0,-10-10-8 0,1 0 0 16,1 0-6-16,0-1-17 0,-1 1-4 16,1 0-2-16,0-2-1 0,0 1-7 0,-1 0-4 15,3 0-1-15,-1 0-2 0,3-1 3 0,-2 0-78 0,0-1-27 16,2-1-33-16,-2 0-198 0,2-1-168 15,-1 1 18-15</inkml:trace>
  <inkml:trace contextRef="#ctx0" brushRef="#br0" timeOffset="-50578.16">5484 4975 2116 0,'0'0'109'0,"0"0"34"0,0 0-18 0,1 0 24 16,16 6-10-16,-17-6-5 15,1 0-7-15,19 0-4 0,-19 0-49 0,15 1 7 0,-7-1-10 16,-1 0 6-16,0 1-32 0,-1 0-3 0,1 1-1 16,-2 1-2-16,-6-3-11 0,1 0-12 0,0 1 12 15,-1-1-11-15,13 19 13 0,-13-19-15 0,0 0-7 16,-4 19 0-16,0-12-12 0,-3 1-4 0,-1 0 6 16,-2 2-4-16,-1 0 3 0,-1 0 8 0,0-1-9 15,0-1 9-15,1 1-10 0,2-1 6 0,1-3-2 16,2 0 1-16,1 1-5 0,1-2 5 0,4-4-3 0,0 1 3 15,0-1-6-15,-5 19 2 0,5-19 5 0,0 0-2 16,0 0-1-16,0 1 1 0,0-1-5 0,17 13 4 16,-17-13-9-16,1 0 4 0,21 2 3 0,-13-3-1 15,0 0 2-15,1 1-2 0,0-1-3 0,2 0-14 16,-1 0-156-16,0 0-211 0,3 1-67 0</inkml:trace>
  <inkml:trace contextRef="#ctx0" brushRef="#br0" timeOffset="-49794.3">7717 4653 589 0,'-1'-5'557'0,"-1"-1"-223"16,1 1 296-16,1-1-462 0,0 6-4 0,0-1 16 0,0 1-1 16,0-1-14-16,-5-15 7 0,5 16-49 15,0 0-28-15,-1 0 1 0,1 0-12 0,-1 0-14 16,-16 0-25-16,17 0 7 0,-1 0-14 0,1 1-11 0,-15 15 3 16,10-9-10-16,-1 3 7 0,0 0-11 0,-2 1 0 15,1 1 0-15,-1 3 0 0,0 3-2 0,0 3-2 16,0 1 4-16,0 3-3 15,0 1 10-15,-2-1-6 0,-1-1 1 0,1-1-3 0,-1 1-7 16,0 2 3-16,0 0-4 0,0 2 4 0,-1 0-8 16,0-2 2-16,-1 0-3 0,1-3 3 0,2-1-5 0,-2 0-1 15,2 0 2-15,0 0 0 0,1 0 3 0,1-4-7 16,0-2 3-16,2-3-4 0,-1-1 1 0,2-4-46 16,1-1-4-16,4-7-20 0,0 0-69 0,-1 0-50 15,1 0-20-15,-1 0-10 0,-5-5-81 0,9-5-89 16,0-3-34-16</inkml:trace>
  <inkml:trace contextRef="#ctx0" brushRef="#br0" timeOffset="-49471.22">7633 4623 1062 0,'8'-13'643'0,"0"1"-352"0,-1 2-100 0,0 2-16 0,-2 3-2 0,-5 5-43 15,0 0-5-15,0-1-16 0,1 1-30 0,-1 0-23 16,1 0 9-16,0 0-13 0,11 14 20 0,-11-3 3 15,1 1-5-15,0 1 4 16,0 1-10-16,0 1-12 0,0-2 2 0,2 1-9 16,1 1-18-16,-2 0-2 0,2 4-5 0,0 1 3 15,0 2-5-15,0 0-8 0,1 1 1 0,0-1-4 16,0-1 2-16,-1-1-1 0,1 0-1 0,-2 1 0 16,1 1-7-16,-1 1 5 0,0 2-1 0,-1-3 2 15,1 0-1-15,0-1-2 0,1-2 1 0,-3-2-2 16,0-1 2-16,0-2-6 0,0 0 2 0,0 2-2 15,0 0 8-15,-1-2-3 0,1-2-1 0,-1-2-2 16,0-2-23-16,0-1-51 0,1-1-10 0,-2-6-19 0,0 0-72 16,0 1-32-16,0-1-9 0,0 1-7 0,0-1-36 15,0 1-57-15,-1-1-57 0</inkml:trace>
  <inkml:trace contextRef="#ctx0" brushRef="#br0" timeOffset="-49239.02">7601 4909 1796 0,'-7'-1'292'0,"0"0"-41"0,1 0 51 0,6 1-165 15,0 0-40-15,0 0 11 0,-1 0 2 0,1 0 2 16,-1 0-3-16,1 0-39 0,0 0-2 0,-1 0-14 16,1 0-23-16,0 0-10 0,0 0-1 0,1 0-4 15,19 9-9-15,-13-6 3 0,3-2-3 0,0 2 3 16,1-1-1-16,-1 0-9 0,2 0 5 0,0-1-7 15,-1 0 0-15,1 0 3 0,1 0-3 0,1-1-2 16,-2 0-53-16,1-1-100 0,2-1-11 0,-1-1-35 16,1 0-76-16,0-1-48 0,1 1 28 0,1-1-33 15,0-1 8-15</inkml:trace>
  <inkml:trace contextRef="#ctx0" brushRef="#br0" timeOffset="-48810.08">7980 4868 652 0,'0'0'101'0,"0"0"228"0,0 0 19 0,0 0-75 16,0 0-67-16,0 0-24 0,0 1-8 0,0-1-7 0,0 1-40 0,5 17-12 15,-5-18-6-15,0 0 0 0,0 0 2 0,0 1-11 16,0-1 6-16,12 18-11 0,-12-18-22 0,0 0-14 16,19 9-5-16,-11-6-1 0,0-1-10 0,0 0-3 15,1 1-2-15,-1-1-1 0,2 3-7 0,1-2-4 16,-1 0-1-16,0 0-4 0,-1 0-8 0,0 0 5 16,-1 0-6-16,-2 0 5 0,0 1-8 0,-2 0-2 15,1 1 8-15,-5-5-6 0,0 0 10 0,0 1-14 16,2 15-1-16,-2-16-4 0,-9 13-9 0,3-6 3 15,-2 1 0-15,-3 0 2 16,0 0 5-16,-1 1 3 0,0-1-1 0,1 1-1 0,0-1-9 16,3-1 12-16,0 0-5 0,1-1 8 0,1 0-14 15,2 0 0-15,4-6 3 0,0 0-3 0,0 0 1 16,-1 0-3-16,1 1-3 0,0-1 2 0,-6 17-9 16,6-17 0-16,0 0 2 0,1 0-1 0,-1 0 3 0,21 10 4 15,-21-10-1-15,1 0 4 0,20 9 8 0,-11-7 6 16,-1 0-3-16,3 1 4 0,0 0 4 0,0 0 5 15,0 1 2-15,-3 0 0 0,0 1 1 0,-2 2-9 16,-2-2 5-16,0 3-5 0,-2-1 3 0,-1 1 11 16,-1 1-2-16,-1 0 5 15,-2 3 4-15,-2 0-5 0,-1 1-5 0,-2 1 0 16,0 1-22-16,-4-1 0 0,0 1 0 0,-2-2 0 16,2-1 0-16,-2-1 0 0,1 0 0 0,1-3-9 15,-1 0-105-15,1-3-435 0</inkml:trace>
  <inkml:trace contextRef="#ctx0" brushRef="#br0" timeOffset="-46746.7">2430 5524 1709 0,'0'0'75'0,"0"0"27"0,0 0 21 0,-1 0 1 0,1 0-6 16,-1 0 6-16,1 0-9 0,-18 1 17 0,18-1-20 15,0 0-25-15,0 0-3 0,-1 0-8 0,1 0-5 0,-1 0-25 16,1 0 4-16,0 1-13 0,-1-1-2 0,0 0 1 16,1 1 0-16,0-1 1 0,0 1-3 0,1-1-3 15,15 7 1-15,-16-7 0 0,17-1 9 0,-7 0-5 16,0-2 3-16,1 2-4 0,1-1 3 0,-2-1-10 15,2 1-4-15,-1-1-1 0,0 1-8 16,0-1 4-16,1 1 1 0,3 1-1 0,-1-1-2 16,2 1-11-16,2 0 1 0,1-1-4 0,1-1 1 15,0 0 1-15,1 0-6 0,0-1 2 0,-1 1-1 0,0 0 2 16,0-2 2-16,3 1 0 0,2-1-4 16,2 2 9-16,2-2-7 0,-1 1 8 0,-2 0-4 0,-2 0 2 15,-1 0 1-15,1 0-2 0,2 1-8 0,2 0 13 16,1 1-2-16,0 0 4 0,-1 0-9 0,-3 0 3 15,-2 0 0-15,1 1 0 0,1 0-8 0,1 0 3 16,3-1-1-16,-2 2 4 0,-1-1 3 0,-2 1-8 16,-2 0 1-16,-2 0-2 0,-1 1 2 0,2-1 6 15,-1 1 1-15,2-1 1 16,-1 1 1-16,-1 0-13 0,-2 0 2 0,-1 1-4 16,0-1 4-16,-3 1 6 0,-2-1-4 0,1 0 4 15,-2 1-7-15,-2-1 5 0,-1 0-1 0,-2 0 2 16,1 0-4-16,-7-1 0 0,0 0-1 0,0 0 0 0,1 0 0 15,15 3-18-15,-16-3-16 0,0 0-8 0,0 0-111 16,0 0-125-16,0 0-13 0,0 0-48 0,0 0-136 16</inkml:trace>
  <inkml:trace contextRef="#ctx0" brushRef="#br0" timeOffset="-45249.08">1312 5791 702 0,'0'0'614'0,"0"0"-249"0,-1 0 324 16,1 0-535-16,0 0-32 0,-1 0 1 0,0 1-37 15,1-1-2-15,-11 19 3 0,11-19-2 0,-1 0-33 16,1 1 3-16,-9 19-12 0,7-11 4 0,2 0 8 16,0 1-3-16,0 1 5 0,1 1 0 0,-1 0-4 15,2 1 5-15,0 0-4 0,-1 0 5 0,0 0-14 16,0 1 2-16,1-1-7 0,-1-1 0 0,-1 2-17 16,0 0 2-16,1 3-7 0,0 0-1 0,-1 0-2 15,0-1-4-15,0-1 1 0,0 0-5 0,-2-2-2 0,1 0-2 16,-1-1 0-16,2-1-4 15,-2-3 4-15,1 1-3 0,0-2 4 0,-1-1-4 16,2-6-101-16,0 1-14 0,0-1-49 0,0 1-192 16,0-1-277-16,0 1 853 0</inkml:trace>
  <inkml:trace contextRef="#ctx0" brushRef="#br0" timeOffset="-44342.83">1746 5966 2299 0,'0'0'120'0,"0"0"24"16,0 0-22-16,0 0 20 0,-1-1-49 0,-9-17 24 15,10 18-11-15,-1-1 12 0,0 1-37 0,1-1-6 16,-18-18-4-16,18 19 0 0,0-1-6 0,-1 1-12 16,-18-13-1-16,19 13-5 0,0 0-11 0,0 0-7 15,-1 0-1-15,-15-6-3 0,16 6-10 0,0 0-7 16,-1 0-1-16,-16 8-2 0,17-8-6 0,-12 11-8 16,5-3 0-16,1 2-2 0,0 1 3 0,0 1-3 15,-1 1 6-15,2 2-3 0,0 0 8 16,1 1-3-16,0 1-1 0,2-1 1 0,1-1-2 15,2-2-1-15,1 0-4 0,0-4 3 0,2 0-4 0,0-3-2 16,0 0-2-16,-4-6-2 0,0 0-7 0,1 0-20 16,19 7-2-16,-20-7-6 0,0 0-2 0,18-8 11 15,-11 3 1-15,1-4 2 0,-1-2 2 0,1-1 21 16,2-2 1-16,0-2 7 0,0 0 7 0,1-2-5 16,-1 2 3-16,0 0-3 0,0 1 7 0,-2 1-4 15,-1-3-5-15,-2 0 1 0,0-1-2 0,-1-2 1 16,0 0 7-16,-2-2-4 0,1 0 7 0,-1 1 4 15,1 1-3-15,-3 2 4 0,2 1 0 0,-1 1 4 16,0 1 2-16,0 3 1 0,1 0 9 0,-2 3 14 16,0 2-3-16,0 7 8 0,0-1 10 0,0 1-5 15,-5-16 1-15,5 16-6 0,0 0-20 0,0 0-16 16,0 0-3-16,-1 0-2 0,0 0-14 16,1 1 14-16,-12 19-2 0,11-10 4 0,1 2-4 15,0 1 9-15,-1 1 0 0,1 1 5 0,1 1 2 0,-1 3-3 16,0 3-6-16,1 2 4 0,0 2-7 15,0 3 0-15,-1-1 8 0,1 0-6 0,0-1 1 16,0 1 0-16,-1 0-5 0,2-1 3 0,0 0-3 16,-1-4 0-16,2-3-22 0,0-4 0 0,0-3-124 15,1-3-29-15,0-1-28 0,-2-3-2 0,2-1-130 16,-4-5-136-16,1 0-42 0</inkml:trace>
  <inkml:trace contextRef="#ctx0" brushRef="#br0" timeOffset="-44032.69">1893 5883 1822 0,'0'0'125'0,"0"-1"192"0,0 1-187 0,0-1-29 15,0 1-4-15,0-1-10 0,0 1-17 0,0-1-14 16,0 1 4-16,0 0-11 0,5 7-18 0,-4 3-3 16,-1 3-7-16,1 2 3 0,-1 0 3 0,0 2 3 15,0-1 5-15,-1 2-2 0,0 0 11 16,0 0 9-16,0 1-5 0,0-2 4 0,0-1-24 15,1-2-14-15,0-1 3 0,0-4-5 0,0-1 0 16,0-2-4-16,0-6 1 0,0 0-2 0,0 1 5 0,0-1 3 16,0 0-5-16,0 0 5 0,0 0-6 0,0 0-1 15,0 0 0-15,0 0-1 0,4-19-5 0,-2 9 2 16,0-1-3-16,1-1 1 0,1-3-7 0,0 0 2 16,2 0 1-16,0-2 0 0,2 4 0 0,1 2-8 15,0 1 5-15,0 1-9 0,1 0-30 0,-1 1-98 16,1 1-6-16,-1 1-37 0,0 0-78 0,0 1-107 15,2 2-11-15</inkml:trace>
  <inkml:trace contextRef="#ctx0" brushRef="#br0" timeOffset="-43565.68">2121 5949 728 0,'0'0'112'0,"0"0"248"0,0 0 39 0,0 0-124 0,0 0-53 0,0 0-21 15,-1 0 0-15,0 0-8 0,1 0-22 0,-1-1-42 16,1 1-1-16,-14-16-16 0,14 16-34 0,0-1-18 15,0 1-2-15,-1-1-6 0,-13-17-14 0,14 18 4 16,0-1-3-16,0 1 4 0,-17-9-5 0,17 9-18 16,0 0-3-16,-1 0-5 0,-15 5-7 0,16-5-6 15,-1 0 3-15,1 1-5 0,-18 21 3 0,14-12 3 16,0 1-4-16,0-1 2 0,0 2-6 16,1 0 3-16,1-2 0 0,1 2 1 0,0 0-4 0,1-1-3 0,1-1 2 15,1-1-2-15,0 0-4 16,0-2-1-16,2-1-3 0,-1 0 1 0,-3-6-7 15,0 0-4-15,1 0 0 0,0 1-2 0,18 7-6 0,-19-8-16 16,1 0 3-16,-1-1-7 0,18-13 9 0,-12 7 23 16,-2-1 0-16,1-1 9 0,0-1 4 0,0 0-1 15,1-1 2-15,-2 1 0 0,1 0 9 0,-1 1-3 16,-1 1 4-16,1 1-2 0,-1 1 12 0,-3 6-1 16,0-1-3-16,0 1 2 0,0-1-3 0,1 1 5 15,-1-1 2-15,0 1 1 0,1-1-2 0,-1 1-2 16,1 0 0-16,-1 0-1 0,1 0 1 0,0 0 3 15,-1 0 3-15,15 19-1 0,-15-19-4 0,0 0 2 16,-1 22-10-16,0-14 7 0,1 1-5 0,0-1-2 16,-1 1 2-16,0-1-4 0,1 0-2 0,0-2-49 15,0 1-7-15,0-7-21 0,0 0-74 0,0 1-63 0,0-1-1 16,12 17-26-16,-12-17-45 0,1 0 0 16,0 0-17-16,19-3-27 0,-12-2-410 0</inkml:trace>
  <inkml:trace contextRef="#ctx0" brushRef="#br0" timeOffset="-43127.52">2261 5936 867 0,'0'0'479'0,"0"-1"-152"16,0 1-9-16,0-1-51 15,5-15-75-15,-5 16-60 0,0 0-7 0,0 0-21 16,0 0-53-16,0 0-19 0,0 0-4 0,0 1-3 0,-8 15-8 16,8-15 3-16,-5 15 2 0,3-6 2 0,2 2 11 15,-3 0-5-15,2-1-2 0,0 1-2 0,-1 0-9 16,1-1-8-16,1 0-3 0,0-3-1 0,1 0-5 0,1-2-9 15,-2-6 3-15,0 0-7 0,1 0 5 0,-1 1 8 16,1-1 0-16,17 11 2 0,-18-11-12 0,0 0 5 16,1-1-5-16,20-16 6 0,-15 11-4 0,1-3 23 15,0 0-1-15,1-1 10 16,0-2 21-16,0 1 8 0,0 0-1 0,0 0 0 0,-1 1-32 16,1-2-3-16,-3 2-3 0,0 1 2 0,0 1-1 15,-1 3 6-15,-4 5-1 0,0 0 3 0,0 0 2 16,0 0 3-16,0 0-5 0,0 0 3 0,0 0-18 15,0 0-6-15,0 0 1 0,-2 18-3 0,2-17 7 16,-2 15-7-16,2-7 0 0,1 0-2 0,-1 0 2 16,1-2 2-16,2 1 1 0,0-3-1 0,1-1-15 15,1 0 4-15,1 0-9 0,1-2 8 0,0-2-6 0,1-2-4 0,1-1 12 16,1-2-8-16,1 1 23 16,1-4 2-16,0 0-3 0,1 2 2 0,-1-3 3 0,-2-1-2 15,2 0 4-15,-3-1-5 0,1 0-6 0,-3 0 4 16,0 0-5-16,-3 0 4 0,1 0-2 0,-3 0-10 15,1 0-20-15,-1 1-7 0,-2 0-154 0,2 0-153 16,-2 3-26-16,3-1-63 0,1 1-285 0</inkml:trace>
  <inkml:trace contextRef="#ctx0" brushRef="#br0" timeOffset="-42350.63">2961 5816 1671 0,'-6'-3'269'0,"6"3"11"15,-1 0 71-15,1 0-207 0,-1 0-43 0,1 0-34 16,0 0 2-16,-1 0-12 0,-15 10 15 0,13-4-6 15,0 3-6-15,0 1-3 0,-1 1-25 0,0 1-6 16,-1 2 1-16,-1 2-3 0,0 1-8 16,-1 1-1-16,-1-1 3 0,1 1-3 0,-2-1 0 0,2-1 1 15,-1 1 0-15,1-2 1 0,0-2-9 16,2-2 2-16,0-3-8 0,3-2 6 16,2-6-8-16,0 0-27 0,0 0 0 0,0 0-11 15,0 0-20-15,0 0-16 0,0 0 9 0,4-10-7 0,1 0 35 0,0-1 10 16,2-2 5-16,-1-2 1 0,2 1 21 0,-1-2-1 15,1 1 4-15,0-2-3 0,0-1 14 0,0 0 4 16,2-2-1-16,-2 2 2 0,1 1 3 0,-2 1 12 16,2 1 4-16,-3 2 1 0,2 0-1 0,-3 2-9 15,-1 2-2-15,0 2-1 0,-4 7 4 0,0 0 4 16,1-1 0-16,0 1 0 0,-1-1-6 0,0 1-7 16,17-8 0-16,-17 8-2 0,0 0 5 0,0 0-14 15,0 1 6-15,6 21-8 0,-5-13 13 0,0 3 0 16,-1 0 0-16,0 3 1 0,0 1 4 0,-2 1-10 15,1 0 5-15,0 1-7 16,0-1-1-16,0 0-10 0,0-2-4 0,-1-1 0 16,2-2 1-16,0 0-43 0,0 0-13 0,2-1-19 0,0-2-105 15,-1-2-53-15,-1-7-11 0,0 1-20 0,0-1-81 16,1 1-158-16</inkml:trace>
  <inkml:trace contextRef="#ctx0" brushRef="#br0" timeOffset="-42043.53">3133 5900 1708 0,'0'0'123'0,"0"0"304"0,-1 0-343 0,0 1-28 15,-15 19 16-15,16-20-20 0,-7 15 39 0,4-6 31 16,-1 0-4-16,1 1 11 0,0-1-20 0,1 0-36 16,0-1-9-16,2-2-13 0,0-6-51 0,0 1-9 15,0-1 0-15,0 1-3 0,0-1 3 0,1 1 16 16,15 12-1-16,-16-13 7 0,0 0 2 0,18-6 6 15,-10 2 2-15,0-2 1 0,0 1 5 0,0-1 0 16,-1 0 0-16,-1 0 0 16,0-1 2-16,0 0-8 0,-3 1 3 0,-1 0-5 15,-2 6-1-15,0-1 12 0,0 1 1 0,-2-20 4 0,2 20 9 16,0-1-28-16,0 1-4 0,-1-1-12 0,-19-15-41 16,20 16-22-16,0 0-7 0,-19-4-8 0,19 4-61 15,0 0-102-15,-19-3-16 0,19 3-40 16,-1 0-162-16</inkml:trace>
  <inkml:trace contextRef="#ctx0" brushRef="#br0" timeOffset="-41798.4">3188 5862 1079 0,'0'0'184'0,"0"0"694"0,0 0-809 15,1 0 50-15,20-1-8 0,-21 1 21 0,0 0 0 16,21-5-10-16,-12 3-5 0,2 0-9 0,-1 0-51 0,1 0 2 15,-1 0-5-15,1 0 3 0,0 1-21 0,0 0-14 16,-1 0 0-16,1 1-6 0,0 0-10 0,-1 0-6 16,0-1 4-16,-1 1-4 0,0-1 9 0,-1 0-7 15,1 1-1-15,-1 0-1 0,-1 0-4 0,-7 0-4 16,0 0 0-16,0 0-10 0,17-5-101 0,-17 5-35 16,0 0-29-16,0 0 7 0,0 0-48 0,0 0-24 15,1 0-26-15,-1 0-5 0,0 0-136 0</inkml:trace>
  <inkml:trace contextRef="#ctx0" brushRef="#br0" timeOffset="-41621.27">3403 5763 1162 0,'-3'-4'324'0,"0"0"-79"0,-2 0 5 0,0 1-36 15,0 0-40-15,5 3-45 0,0 0-10 0,-1 0-15 0,-17 2-68 16,18-2-11-16,0 0 1 0,-13 18-1 0,6-8 24 16,1 2 20-16,-1 4 0 0,0 1 6 0,0 3 0 15,0 1 7-15,0 1-7 0,-2 0 5 0,2 0-13 16,1-1-7-16,2-2-5 0,0-1-3 0,3-2-42 15,1-2-26-15,1-1-4 0,3-4-8 0,0-1-16 16,1-3-11-16,0-1-24 0,2-1-7 0,-1-1-181 0,3-2-216 16,1-2-97-16</inkml:trace>
  <inkml:trace contextRef="#ctx0" brushRef="#br0" timeOffset="-41045.84">3811 5613 1704 0,'0'0'451'0,"0"0"-249"16,0 0-31-16,0 0-50 0,-1 0-21 0,0 0-17 15,1 0-1-15,-1 0-3 0,1 1 15 0,-14 16-16 16,12-8-2-16,1 3-5 0,-3 1-11 0,1 1-9 16,0 3 2-16,-2-1-5 0,0 2-3 0,0-1-4 15,-3 2-7-15,0 1 3 0,0 0-17 0,-1 3 1 16,0-2-2-16,0 1 0 0,-1-2-13 0,1-2 5 15,2-1-5-15,1-3 5 0,-1-3-2 0,2-1-5 16,0-1 3-16,1-2-5 16,3 1 0-16,1-8 0 0,0 1 2 0,0-1-2 15,0 1-4-15,-1-1-8 0,0 1-1 0,1-1-5 0,-1 1-27 0,1-1 1 16,0 1-4-16,-1-1 6 16,1 0 20-16,0 0 11 0,0-1 0 0,0 1 3 15,10-23 0-15,-3 14 5 0,0 1 0 0,0-2 2 16,1 1 8-16,0 0-7 0,-1-1 4 0,0 2-3 0,1 0 12 0,-2 3-4 15,0-1 3-15,-1 2-3 0,-5 4 5 0,0 0-1 16,0 0-3-16,1 0 1 0,-1 0-4 0,1 0 0 16,15-2 0-16,-16 2-1 0,0 1 3 0,0-1-7 15,5 18 6-15,-5-18-5 16,0 1 7-16,4 21-7 0,-3-12 1 0,-1-1-4 16,0 2 1-16,0 0 1 0,-1-2-3 0,-1 1 2 15,1-1-6-15,0-1-81 0,1-1-19 0,-1 0-34 16,2 0-160-16,-1-7-156 0,0 0-20 0</inkml:trace>
  <inkml:trace contextRef="#ctx0" brushRef="#br0" timeOffset="-40667.01">3886 6025 1072 0,'0'0'501'0,"0"0"-265"15,0 0-50-15,0 0-36 0,0 0-6 0,0 0-5 16,0-1-13-16,19-16 4 0,-19 17-41 0,0-1-53 15,17-13 0-15,-17 14-20 0,1 0-16 0,17-15 7 16,-11 8 0-16,-2-1 2 0,2 0 4 0,-2 1 7 16,0 1 6-16,0 0 1 0,-2 1 24 0,-3 5-2 15,0-1 0-15,0 1 0 0,0-1 4 0,8-17-4 16,-8 18 2-16,0 0-4 0,0-1-13 0,0 1-12 16,-1-1-2-16,1 1-3 15,-14-16-1-15,14 16 6 0,0 0 3 0,-1 0 0 16,1 0-4-16,-16-4-2 0,16 4-4 0,-1 0 2 15,1 0-15-15,-17 7-1 0,17-7-2 0,0 0 0 16,-16 16-6-16,9-8 1 0,1 1-2 0,-1 1 2 16,1 0 3-16,1 1 0 0,2-1 1 0,0 1-1 0,1-1-2 15,1-1-3-15,1 1 0 0,-1-1-1 0,2 0-1 0,2 0-6 16,-1-1 1-16,1-2-3 0,2 1-6 16,-1-2-18-16,2-1-14 0,-6-4-5 0,0 0-66 0,18 7-41 15,-18-7-7-15,17 1-15 0,-9-1-47 0,3-2-45 16,0 0 1-16,1-2-21 0,-1 1-40 0</inkml:trace>
  <inkml:trace contextRef="#ctx0" brushRef="#br0" timeOffset="-40241.48">4122 5972 232 0,'5'-8'498'0,"2"2"-202"15,-3-3-4-15,0 3-64 0,0 0-13 0,-3-1-22 16,0 1 2-16,-1 1-11 0,-1-2-17 0,-2 1-34 16,1 1 0-16,-3-1-16 0,0 2-28 0,1 0-4 15,4 4-2-15,-1 0 2 16,-15-11-3-16,10 8-21 0,6 3 3 0,0 0-12 15,0 0-12-15,-18-2-20 0,18 2 0 0,-1 0-7 16,1 0-5-16,-1 1-8 0,-14 16 2 0,15-17-3 16,0 0-4-16,-9 22-7 0,6-13 0 0,1 0 0 15,-1 1 9-15,2 0-3 0,0-2-1 0,0-1-2 0,1 0-4 16,0-1 4-16,1 0-2 0,-1-6 2 0,0 1-11 16,0-1-25-16,10 17 1 0,-10-17-12 0,0 0-4 15,1 0-11-15,14-1 2 0,-15 1-5 0,1 0 5 16,16-10 28-16,-17 10 1 0,12-12 11 0,-6 5 11 0,1 0 11 15,-2 0 0-15,0-1 4 0,-1 0 8 0,-1 0 3 16,-2 0 1-16,1 2-1 0,0 0 3 0,-2 6 14 16,0-1 7-16,0 1 4 0,0 0 30 0,0-1-22 15,6-15 0-15,-6 16-8 0,0 0 1 0,0 0 1 16,0 0 0-16,0 0-2 0,0 0-13 0,0 0 1 16,0 0-4-16,0 0 1 0,0 0-12 0,0 0 9 15,1 1-6-15,10 19 8 0,-11-19-2 0,2 15-9 16,-2-16 3-16,0 1-7 0,2 20 0 0,-2-21-6 15,0 0-2-15,3 17-6 16,-3-17-32-16,0 0-65 0,0 0 1 0,0 1-25 0,0-1-30 0,0 1-66 16,1-1-9-16,-1 0-25 0,17 12-56 0,-17-12-174 15</inkml:trace>
  <inkml:trace contextRef="#ctx0" brushRef="#br0" timeOffset="-39880.1">4274 5860 1784 0,'0'0'264'16,"0"0"-87"-16,0 0-15 0,0 0-24 0,0 0-53 0,0 0 9 16,0 0 1-16,0 0-2 0,0 0-29 0,0 1 1 15,5 15-13-15,-5-16 7 0,0 1-28 0,-5 20-7 16,2-12 5-16,1 0-4 0,0 1 7 0,-1 0 5 16,1 2-2-16,-1-2 3 0,1-1-18 0,-1 0-2 15,1-3-8-15,-1 0 3 0,3-6-9 0,0 0 0 16,0 1 0-16,0-1 0 0,0 1-4 0,-1-1-18 15,0 0-2-15,1 1-9 0,0-1-35 0,0 0-1 16,0 0-4-16,0 0 6 0,0 0 21 0,0 0 28 16,0-1 4-16,8-20 8 0,-3 14 3 0,-1 1 2 15,1-1 2-15,0 1 0 0,2 1-1 0,-2-2 0 16,2 2-6-16,-1-1 3 16,1-1 2-16,0 0-5 0,0 0 6 0,3 0-6 15,0 1-3-15,1-2 9 0,0 2-5 0,-1-1 7 16,1 1-9-16,-2 1 2 0,-1 0 1 0,1 1 1 0,-2 0 0 15,-1 1-2-15,0 0 1 0,0-1-7 0,-2 1-59 16,0-1-147-16,1-1-16 0,-5 5-45 0,0 0-68 16,1 0-246-16</inkml:trace>
  <inkml:trace contextRef="#ctx0" brushRef="#br0" timeOffset="-39346.3">4438 5702 2201 0,'0'0'90'0,"0"0"-10"16,0 0 0-16,-1 0 2 0,1 0 38 0,-1 1 2 16,-14 11-6-16,15-12-5 0,0 0-68 0,0 0-31 15,0 0 1-15,0 0-13 0,0 1-10 0,0-1 1 16,0 0-5-16,20 5 5 0,-20-5 5 0,0 0-5 16,20-2 5-16,-20 2-6 0,1 0 9 0,18-5-1 15,-19 5 0-15,1 0 0 16,16-4 3-16,-17 4 5 0,1 0 0 0,0 0 0 15,-1 0-1-15,18-2-3 0,-18 2 3 0,0 0-3 0,0 0 2 0,0 0-6 16,1 0 1-16,0 0-4 0,14 0 0 0,-15 0-33 16,0 0-5-16,1 0-19 0,-1 0-117 0,17-10 0 15,-17 10-9-15,0 0 17 0,0 0 47 0,1 0-16 16,-1-1-8-16,1 1-6 0,-1-1-43 0,1 1-1 16,-1 0 4-16,0-1 1 0,0 1 28 0,0-1-1 15,0 1 19-15,0-1-2 0,0 1 106 0,0-1 23 16,0 1 8-16,0 0 7 15,-16-17 78-15,16 17 211 0,0 0-33 0,0-1 84 16,-18-10-102-16,18 11-20 0,0 0-8 0,-1 0-5 16,1 0-28-16,-1-1-11 0,-15-13-8 0,16 14-1 15,0 0-23-15,0 0-37 0,0 0-3 0,0 0-15 16,0 0-41-16,0 0-6 0,0 1-1 0,0-1-1 0,0 22 3 16,-1-11 14-16,-1 2-2 0,-2 2 5 0,0 3-6 15,-2 0 0-15,-1 2-3 0,-1 2 3 0,-2 2 6 16,1 1 5-16,-1 1 4 0,3 1 0 0,1-3 12 15,2-2-17-15,1-2-5 0,3-4-7 0,1-1-32 16,1-1-6-16,2-2 1 0,2-1-4 0,-1-3-10 0,2-1-19 16,-1-2-1-16,0-3-8 0,0 1-16 0,1-3-174 15,-1 0-35-15,2-2-89 0,3-2-489 0</inkml:trace>
  <inkml:trace contextRef="#ctx0" brushRef="#br0" timeOffset="-38472.82">4870 5803 255 0,'-4'10'1164'0,"3"-8"-357"0,1-2-840 0,0 1-20 15,0-1-13-15,0 0-99 0,0 1-38 0</inkml:trace>
  <inkml:trace contextRef="#ctx0" brushRef="#br0" timeOffset="-38336.88">4845 5978 1944 0,'0'0'14'0,"0"0"31"16,0 0-16-16,0 21 20 0,0-21-34 0,0 0 8 15,0 1-15-15,0-1-4 0,0 1-175 0</inkml:trace>
  <inkml:trace contextRef="#ctx0" brushRef="#br0" timeOffset="-37858.08">5259 5745 1822 0,'0'0'296'0,"0"0"-29"0,0 0 61 0,0 0-163 0,-1 0-55 0,1 0-62 15,0 0 4-15,0 0-18 0,0 0 31 0,1 0-20 16,-1 0 3-16,21 7-10 0,-20-7 1 0,15 2-8 16,-6 0 3-16,0 0-5 0,1 1-2 0,-1 1-3 15,-1-1 3 1,0 3-2-16,-2-1 6 0,1 2-2 0,-3 2-3 0,-1 0 3 15,-1 3 3-15,-2 0-11 0,-1 1 5 0,0 0-8 0,-3 1-7 0,-2 1-2 16,1-1-2-16,-4 1 1 16,1 0-5-16,-1-1 2 0,0 0-1 0,-2-2 1 15,2 1 2-15,-1-1-7 0,-1 1 5 0,2 2-5 16,0-2 9-16,1 0-7 0,0 1 3 0,2-3-2 16,2 1 7-16,1-2-5 0,-1-1-2 0,3-1 0 15,0-2 6-15,2 0-1 0,1-1-1 0,1-1 0 16,2-2-5-16,0 1 6 0,1-1 1 0,2-1 0 15,1-1 1-15,0 0-2 0,0-1-5 0,0-1 1 0,-1 1-12 16,0-1-2-16,-1 0 1 0,0-1-2 0,0 1-9 0,0-1-107 16,0 0-39-16,2 0-52 15,2 0-379-15</inkml:trace>
  <inkml:trace contextRef="#ctx0" brushRef="#br0" timeOffset="-36360.16">5762 5829 2294 0,'0'0'116'0,"0"0"16"0,0 0 13 0,0 0-33 15,0 0-30-15,0 0-23 0,0 0-10 0,0 0 10 16,2 21-23-16,-8-15-11 0,6 6-7 0,-2 1 1 16,0 2-5-16,-3 1-5 15,1 0 8-15,-2 0-7 0,0 1 10 0,1-3 8 16,-1 0-1-16,1 0 3 0,1-3-7 0,1-2-9 16,0 0-2-16,3-9-2 0,0 0-6 0,0 0-24 15,0 1-2-15,0-1-8 0,0 0 7 0,0 0-9 16,0 0 1-16,5-15-5 0,-1 5 0 0,2-3 22 15,0 3 2-15,1-2 7 0,0 1 12 0,-1 0 20 16,3-2-2-16,-2 2 8 0,1-2 3 0,0 1-7 0,1 0 9 16,0 0-6-16,0 1 18 0,-2 1-5 0,1 0-2 15,-2 3 0-15,0 0-8 0,0 0-15 0,1 3 3 16,-7 4-9-16,0 0-1 0,0 0 4 0,1 0 0 16,18-2 2-16,-19 2-1 0,0 1 1 0,9 16 0 15,-6-9 1-15,-1 2 11 0,0 1 4 0,-1 2-4 0,2-1 1 16,-3 2-17-16,0-1-3 0,1-1 2 0,0-1-3 15,-1 0-8-15,2-2 4 0,-2-1-10 0,1-1 4 16,1-2-22-16,-2-5-108 0,0 0-17 0,0 1-46 16,1-1-182-16,16 16-171 0,-17-16-44 0</inkml:trace>
  <inkml:trace contextRef="#ctx0" brushRef="#br0" timeOffset="-35709.53">6261 5711 1444 0,'0'0'107'16,"0"0"138"-16,-1 0-82 0,-15-4-17 0,16 4 2 0,0 0-12 15,-1 0-31-15,1 0-35 0,0 0-5 0,-1 0-11 16,0 0-22-16,1 0 3 0,-1 0-1 0,1 0 2 16,0 0-6-16,-1 0-1 0,1 0 1 0,0 0-1 15,-1 0-2-15,1 0-1 0,-1 0 0 0,0 0 2 16,1 1 15-16,-1-1 2 0,1 0 3 0,-12 21-1 16,12-21 7-16,-3 15-5 15,2-7 1-15,0 1-3 0,-2-1 1 0,1 2-8 16,-1 1-1-16,-1 3-2 0,1 0-9 0,-1 1-10 15,1 0 1-15,-2 2-5 0,1-1-3 0,0 2 2 16,-1-1-3-16,0-2 2 0,1 1-7 0,1-1 4 16,-2-1-2-16,2 0 3 0,-2-1 4 0,2-1-8 15,0 1 7-15,-1-1-7 0,2-2 5 0,-1 0-6 0,1-3 2 16,2-7-2-16,0 0 2 0,0 1-5 0,0-1-2 16,-4 16 0-16,4-16-5 0,0 0 1 0,0 0-3 15,0 0 0-15,0 0-15 0,4-18 12 0,-1 10-4 16,0-2 8-16,1-2-1 0,1-1 1 0,0 0 4 15,0 0-2-15,2-2 4 0,-2 3 0 0,3-2-2 16,-1 0 1-16,1 1-2 0,-1 1 4 0,1 1-5 16,-2 1 5-16,0 0 1 0,1 2-1 0,-1 1 3 15,0 1-4-15,0 1-2 0,-2 1 4 0,-4 4 2 16,1 0 2-16,-1 0 7 0,0 0-10 0,18-3 4 0,-18 3-6 16,0 0 3-16,1 0 5 0,13 19-2 0,-10-11 3 15,0 2-2-15,-1 2 2 0,-1 0 2 0,-1 2-1 16,1 1 1-16,0 0 0 15,0 3-3-15,0 0 2 0,-1 0-4 0,0 2 8 16,1-1-1-16,0 1 4 0,0-2-4 0,2-2-7 16,-1-2-4-16,0-3 0 0,-1-1-6 0,0-3 0 15,1 0 2-15,-3-7-2 0,0 0-1 0,0 1-121 16,0-1-20-16,1 1-55 0,-1-1-238 0,18 11 836 16</inkml:trace>
  <inkml:trace contextRef="#ctx0" brushRef="#br0" timeOffset="-34575.77">7584 5642 289 0,'0'0'655'15,"-1"0"-253"-15,0 0 340 0,1 0-577 0,-1 0-28 16,1 0-13-16,0 0-12 0,-1 1-8 0,1-1 9 0,-8 17-23 0,8-17-18 16,0 0-1-16,0 0-7 15,0 0-15-15,0 1-3 0,1-1-4 0,18 18 1 16,-19-18-11-16,14 7 16 0,-6-4 0 0,3 0 6 16,0 1-2-16,1-2-12 0,1 0-3 0,0 2-3 0,1-1-7 15,-2 0-14-15,0 0 6 0,0 1-9 0,-2 0-1 16,0 1 0-16,0 1 3 0,-2-1-1 15,-2 0 7-15,0 1-2 0,-1 0 5 0,-2-1-3 0,0 1 8 0,-2 0-5 16,-1 2-7-16,-1-1 3 0,-1 2-1 0,-2 1-3 16,-1-1 5-16,-1 3-5 15,0-1-4-15,-1 1 3 0,-1-1-3 0,-1 0 4 16,1 0-6-16,-1-2-2 0,-1 0 3 0,0-1-2 16,1 0 1-16,-2-1 3 0,2-1-6 0,-1-1 4 0,2 0-4 15,0 0-2-15,0-1 0 0,4 0-1 0,4-4-1 16,-1 0 0-16,0 0 0 0,1 0 0 15,0 0 0-15,-1 1-7 0,1-1 4 0,-1 0-5 0,1 0-1 16,0 1-16-16,0-1-2 0,1 1-3 0,16 6 4 16,-7-7 19-16,1-2-1 0,2 1 7 0,1-1-4 0,1 1 5 15,0 0-2-15,0-1 2 0,-1 2 0 0,-1 0-1 16,-2 0 3-16,-1 0 0 0,0 1 4 16,-3 1-2-16,0 1 3 0,-7-3-1 0,1 0 2 0,-1 0 4 15,1 1-6-15,15 15 6 0,-16-16-3 0,0 0 4 16,0 1-3-16,2 15 3 15,-2-16-10-15,-7 14 7 0,4-6 1 0,-2 1 2 16,-2 0-3-16,0 1-7 0,-1 0-2 0,0-2-1 16,1 2 0-16,-1-1 0 0,-1-2-11 0,0 0 2 15,0 0-49-15,0-1-29 0,0-2-12 0,2-1-12 16,-2 0-91-16,3-1-101 0,-1-2-13 0,7 0-48 16,-1 0-223-16</inkml:trace>
  <inkml:trace contextRef="#ctx0" brushRef="#br0" timeOffset="-32996.9">8369 5795 1640 0,'0'0'112'0,"0"0"206"16,0-1-195-16,0 1 11 0,0-1-1 0,0 1-1 15,0-1-14-15,0 1-21 0,0-1-5 0,0 1-7 16,0 0-28-16,0-1 3 0,0 1-2 0,0 0 0 16,0 0-26-16,0 1-8 0,-8 17 3 0,8-17-4 15,-5 17 7-15,3-8-8 0,0 2 0 0,-1 1-3 16,0 0 6-16,1 2 3 0,-2-1 0 0,1 1 1 15,0-1-3-15,-2 1 4 0,2-2-2 0,-2-1 1 16,1 0-11-16,0 0-4 0,-1 0-1 0,1-1-1 0,0-1-3 16,1-2-6-16,0-1 4 15,3-7-3-15,0 0 9 0,0 1-7 0,0-1-6 16,0 1 0-16,-1-1-14 0,1 1-12 0,0-1 10 16,0 0-10-16,0 0 12 0,0-1-4 0,-5-14 0 0,7 4-1 15,2 0 7-15,-3 0 11 0,2-1-2 0,-1 0 4 16,2-1 5-16,1-1-6 0,0-1 1 0,0 1-4 15,1-1 5-15,1 1 4 0,0 1 3 0,1 1 0 0,-1 0 0 16,2 2-4-16,-1-1-1 0,1 1 1 0,0 1 2 16,-1 1 2-16,1 1-1 0,-1 1 1 0,1 0 0 0,-1 2-4 15,-1 1 5 1,-1 2-5-16,-6 1 3 0,1 0 4 0,0 0-2 0,19 2 2 16,-20-2 0-16,0 1 3 0,11 16 1 0,-11-16 3 15,4 15 12-15,-2-5 0 0,-1 2 0 0,-1 1 0 16,1 2-6-16,-1 0-17 0,0-1 8 15,1-1-10-15,-1-1 9 0,0-1-11 0,0-2-1 0,0-1-3 16,1 0-21-16,0-3-108 0,0 1-15 0,2-1-45 16,-3-6-151-16,0 1-167 0,0-1-38 0</inkml:trace>
  <inkml:trace contextRef="#ctx0" brushRef="#br0" timeOffset="-32376.91">8905 5870 983 0,'0'0'101'0,"0"0"164"16,0 0-113-16,0 0-9 0,0 0 3 0,1 0-5 0,0 0 1 15,-1-1-2-15,0 1-13 0,1-1 4 0,-1 1-41 16,1-1-11-16,-1 1-3 0,11-16-1 0,-11 16-9 16,0 0-8-16,0-1 2 0,0 1-4 0,0-1-9 15,0-15-6-15,0 16 1 0,0 0-1 0,0-1 9 0,0 1-14 16,-5-19 4 0,5 19-8-16,0 0-9 0,0-1-4 0,0 1-5 15,0 0 2-15,-11-18-10 0,11 18 2 0,0 0 3 16,0 0-1-16,0 0-3 0,0 0-1 0,-1-1-6 0,1 1 4 15,-1-1 4-15,-16-14-7 0,17 15 4 0,0 0-5 16,0 0 0-16,-1 0 0 0,1 0-1 0,-1 0 0 16,1 0 2-16,0 0-6 0,-1 0 2 0,1 0-4 15,0 0 0-15,-1 0 5 0,0 0-1 0,0-1 3 16,1 1-5-16,-16-8-1 0,16 8-4 0,0 0 3 16,0 0 0-16,0 0 1 0,0 0 1 0,0 0-6 15,0 0-36-15,0 0 5 0,-1 0-11 0,1 0 11 16,0 0-1-16,-1 0 2 0,0 0 3 0,1 0-3 15,-1 0-17-15,1 0-19 0,-1 0-5 0,1 0-5 16,0 0-31-16,-1 0-65 0,1 0-14 0,0 0-29 16,-1 0-150-16</inkml:trace>
  <inkml:trace contextRef="#ctx0" brushRef="#br0" timeOffset="-31657.22">8835 5358 1585 0,'0'0'262'0,"0"0"-135"0,0 0 35 0,0 0-79 16,0 0 17-16,0 1-18 0,0-1 4 0,-2 20-8 0,2-20 5 16,1 15-17-16,-1-5-3 0,1 2-3 0,1 1 4 15,-1 2-8-15,0 0 4 0,0 2-7 0,0 0-3 16,0 0 9-16,-1 2-6 0,0 0 6 0,0 1-10 16,0 4-1-16,0 0-1 0,-1 1-1 0,0 1-14 15,1-1 0-15,-2-1-1 16,1-2 0-16,-1 1-5 0,1-1-11 0,0 1 1 15,0 0-5-15,-1-1 2 0,1-2-10 0,-1-2 4 16,1-1-5-16,0-4-1 0,-1-1 6 0,1-1-4 16,0-3 5-16,0 1-3 0,1-9 2 0,0 0-1 0,0 1 2 15,0-1-7-15,0 1-2 0,-4 15-4 0,4-16 0 16,0 0-8-16,0 0 5 0,0 0-3 0,0-1 2 16,0 1-5-16,0-18 14 0,0 18-4 0,0-1 6 15,2-19-5-15,-2 10 4 0,1-1 3 0,0-1 1 16,0 0-5-16,1 0 2 0,0 2-3 0,0 0 1 15,0 3 2-15,1 0 5 0,-1 2-2 0,-2 5 2 16,0-1-5-16,0 1 1 0,8-16 0 0,-8 16-1 16,0 0-2-16,1-1 8 0,-1 1-6 0,0-1 7 15,17-15-9-15,-17 16 3 0,1 0 4 0,0 0-2 16,19-7 5-16,-20 7-8 0,0 0 3 0,19-4-4 16,-19 4 0-16,1 0 6 0,17 0-4 0,-18 0 5 15,1 0-1-15,15 10 11 0,-16-10-4 0,13 9 6 16,-6-3-5-16,-2 1 8 0,-1 0-3 0,0 0 4 15,1 1-5-15,-2 1 7 0,1 1 1 0,-1-1 0 16,-1 0-8-16,0 1-3 0,0-1-2 0,1 2-1 0,-2 0-9 16,0 0-3-16,0 0-1 0,1 1 0 0,-2-2 0 15,1 0 0-15,-1 0 0 0,1 1 0 0,-1 0 0 16,0 1 0-16,1-1 0 16,-1 0 0-16,0-1 0 0,0-1 0 0,0-1 0 15,0-2 0-15,0-6 0 0,0 1-9 0,0-1-14 16,1 17-3-16,-1-17-82 0,0 0-94 0,0 0-13 0,0 0-41 15,0 0-164-15,0 0-483 0</inkml:trace>
  <inkml:trace contextRef="#ctx0" brushRef="#br0" timeOffset="-30519.16">4882 5474 1928 0,'-6'-1'118'0,"1"0"38"0,5 1 12 15,-1 0-59-15,1 0-20 0,0 0-37 0,0 0 3 16,-1-1-1-16,0 1 5 0,-18-12-14 0,19 12-9 16,0 0 0-16,0 0-23 0,1-1-5 0,-1 1 1 0,0-1-4 15,20-14-4-15,-20 15 4 0,0 0-2 0,17-5 4 16,-17 5 4-16,0 0 9 0,21-4 3 0,-21 4 3 16,18-1 12-16,-9 0 1 0,1 1 3 0,2-1 0 15,1 1 3-15,2 0-7 0,2 0-4 0,0 0 0 16,3 0-17-16,0 0-3 0,1 1-2 0,1 0 1 15,-2 1 3-15,-2 0-5 0,2 0 6 0,-1 2-5 16,0-1-3-16,3 0 9 0,1 1-8 0,2 0 10 16,0 0 9-16,0-1 3 0,-1 1 2 0,1 0-2 15,-3-1 0-15,3 1-6 0,-1-1 2 0,1 0-5 16,2 0-7-16,-2-1-4 0,0 2-6 0,-3-1 1 16,-1 0-10-16,-3 0 5 15,1 0 4-15,-1 0-1 0,-2 0-11 0,1-1 7 0,-2 1-19 16,1 0 1-16,-1-1-171 0,0 0-188 0,-1 0-24 0,2-1-74 15,1-1-342-15</inkml:trace>
  <inkml:trace contextRef="#ctx0" brushRef="#br0" timeOffset="-30101.27">7446 5487 3140 0,'-7'3'98'16,"2"-1"-59"-16,5-2-8 0,0 0-45 0,0 0-29 0,0 0 45 15,0 0-13-15,0 0 31 0,0 0-11 0,16 5 2 16,-3-5 2-16,3-1 2 16,2-1 14-16,4-1 5 0,2-2 6 0,2 1-1 15,-1-1 13-15,3 1-12 0,2 0-3 0,2 0-3 16,0 1-14-16,-2 0 2 0,-1 0 3 0,0 1 0 15,-3 0 9-15,4 1-6 0,-2 1-6 0,2 0 1 16,-2 0-16-16,-2 1-1 0,-1 0-4 0,-4 1 2 16,-2-1-7-16,-1 0 0 0,0 1 3 0,1 0-5 0,1 0-40 15,-3-1-286-15,0 0-39 0,-1-1 12 0,1-1 1047 16</inkml:trace>
  <inkml:trace contextRef="#ctx0" brushRef="#br0" timeOffset="-25961.48">5003 3766 3023 0,'-5'-6'89'0,"5"6"-73"0,0 0-26 0,0-1-76 0,0 1-42 0,0-1 21 0,10-10-2 0,3 9 31 16,0 1 62-16,-2-5 7 0,6 6 0 0,1 0 2 0,2 1 2 15,-1-2 1-15,2 0 4 0,0 1-2 0,-1 0 7 16,3 1 27-16,-1 1-9 0,0-1 16 0,2 0-3 16,-1-1 3-16,0 0-1 0,2 0 1 0,-1 0-11 15,2-2 1-15,3 0 0 0,3-1 1 0,2-1-7 16,4-2-7-16,-2 0-2 0,3-1-1 0,3 0-5 0,3 0-4 15,4 2 1-15,-2-1-3 0,1 1 2 0,-1 2-5 16,2 0 3-16,0 2-3 0,0 0 2 0,-1 1-1 16,0 0-2-16,2 0 2 0,-1 1 5 0,0 0-7 15,1 0 3-15,1 0-4 0,0-1 3 0,0 0 4 16,2 0-4-16,2 0 5 0,1-1-6 0,1 0 6 16,3 0-1-16,0 0 4 0,1-1-1 0,2 0 1 15,0 1-1-15,-1 1 0 16,2 0-5-16,-1 0 0 0,0 1 3 0,1 0-3 15,1 0 2-15,-3 1-5 0,1-1 2 0,0 1-2 16,1-2 5-16,-2 1 5 0,0-1-1 0,2-1 6 16,-1 0 29-16,-1-2 7 0,1 0-6 0,0 0 3 0,-1 0-32 15,2 0 14-15,2-1 3 0,-1 1 3 0,-1-1 0 16,3 1-24-16,-2 1 4 0,-1 1-9 0,-1 1 4 16,2-1-4-16,-2 0 1 0,1 2-2 0,0 0 1 15,-1 2-1-15,-3-1-3 0,-1-1 2 0,0 2-4 0,-2 0 5 16,-2-1 3-16,-1 1 2 0,-2 0 29 0,0-1-18 15,-2 2 8-15,-2-1-11 0,-4-1-9 16,-1 2-2-16,-1-1-4 0,-4 0 2 0,-1 0-1 0,-6 0-4 16,-2 1 2-16,-4 1-2 0,0-1 0 0,-2 1-35 15,-1 0-29-15,-2 1-16 0,-2 0-218 0,-2 0-311 16</inkml:trace>
  <inkml:trace contextRef="#ctx0" brushRef="#br0" timeOffset="-22772.79">2401 5533 2249 0,'-6'-5'106'0,"-1"1"-34"0,2 0-4 15,5 4-23-15,0 0-49 0,0 0-14 0,0-1 3 0,-1 1-1 16,1-1 2-16,-1 1 12 0,1-1-3 0,-1 1 5 16,1 0 5-16,0-1-6 0,0 1 3 0,0-1-2 15,0 1 14-15,1-1 9 0,20-8-3 0,-21 9 4 16,1 0-9-16,22-2 11 0,-13 0 1 0,1-1 2 16,1 0 2-16,1-3 2 0,0 1-2 0,1 0 1 15,0-1-14-15,0 0-5 0,1-1 1 0,1 1-3 16,1 1-5-16,3-1 0 0,1 2-6 15,0 2 4-15,0-1-4 0,-1 2 3 16,-1-1-2-16,0 2 3 0,-1 0 0 0,-1 0-8 0,2 1 6 16,1 0-6-16,0-1 10 0,2 1-3 0,0-1 2 15,1 0-4-15,1 1 5 0,-2-1 6 0,-1-1 4 0,-2 1 1 16,1-1 11-16,0 0 0 0,3-1-2 0,2 0 0 16,0 1-6-16,0 0-6 0,-1 0-3 0,-1 0 0 15,-3 1-3-15,0 1-2 0,0 0 1 0,-2-1-2 16,2 2 0-16,0 0-8 0,-1 1 4 0,1-1-4 15,-2 0 15-15,-1 1-5 0,-2-1 4 0,0 0-5 16,-1 1 9-16,-1-2 15 0,-1-1 1 0,-1 1 5 16,-1-1 2-16,3 0-13 0,-1 0 2 0,2-2-5 15,1 1-2-15,-1-1-6 0,1 0-7 0,-1 0 3 16,-1 0-2-16,-1 0-2 0,0 0 4 0,-3 1-5 16,0 0-1-16,-2 0 1 0,-1 0 2 0,-6 1-2 15,1 0 1-15,-1 0 1 16,0 0-1-16,1 0-3 0,16 0-52 0,-17 0-123 15,0 0-28-15,0 0-42 0,0 0-216 0</inkml:trace>
  <inkml:trace contextRef="#ctx0" brushRef="#br0" timeOffset="-22188.57">4892 5501 3349 0,'-5'-5'81'16,"-2"1"-32"-16,7 4 30 0,0 0-182 0,0-1 3 15,0 1-32-15,0-1 81 0,1 1-1 0,15-17 25 16,-6 15 7-16,-4-3 4 0,9 4 2 0,2 1 2 16,-1-1 11-16,1 1-3 0,2-1 5 0,1 2-4 15,2-1 4-15,0 1 2 0,1 1-3 0,-2 0 4 16,1 1 2-16,-4-1 12 0,1 0 2 0,-1 2 4 15,1-2 13-15,1 0-3 0,1 1-2 0,1-2 1 16,1 0 3-16,0 0-8 0,-1 0 1 0,-1-1-6 16,0 1-8-16,2-1-11 0,0-1 7 0,2 0-8 15,2 0 7-15,0 0-2 0,-1 0-8 0,-1 0 3 16,-2 1-6-16,-1 0 0 0,-1 0 5 0,1 2-3 16,1-1 5-16,1 2-118 0,1-1-32 0,-1 1-49 0,0 0-275 15</inkml:trace>
  <inkml:trace contextRef="#ctx0" brushRef="#br0" timeOffset="-10947.85">1078 6862 1564 0,'-1'6'248'0,"1"-6"95"0,0 0 12 0,0 0-298 15,0 1-6-15,0-1-3 0,-7 18 13 0,7-18-12 16,0 0 35-16,-10 18-24 0,9-9 7 0,-1 2-14 16,0 0-6-16,2 3-8 0,-3 1-2 0,3 2-1 15,0 1-8-15,1 2 0 0,3 3-1 0,-3 1 1 16,1 2 2-16,-2 2-2 0,2 3-7 0,0 3 3 15,1 1-15-15,-1 0-4 0,0 0 7 0,0 1-5 16,0 1 2-16,0-1 4 16,-1 0-10-16,1-4 7 0,0-3-9 0,0 0 7 0,-1-3-2 0,-1 0 3 15,0-1-5-15,1-5-4 0,-1-3-7 0,0-4-5 16,-1-2-61-16,1-3-53 0,0-8-18 0,0 0-19 16,0 0-136-16,0 0-182 0,-8-4-78 0</inkml:trace>
  <inkml:trace contextRef="#ctx0" brushRef="#br0" timeOffset="-10674.51">1113 6910 1531 0,'4'-14'91'0,"1"1"14"16,1 0-12-16,0 1 10 0,2 1-41 0,-1 2 9 0,0 2 3 16,1 3 1-16,-1 1-9 0,1 0-22 0,2 4-2 15,-2 1-6-15,2 0 9 0,1 3 15 0,-2-1 4 16,1 2 3-16,-1 2-7 0,1-2 3 0,0 4-7 15,0-1 7-15,-2 0 7 0,0 0 10 0,0 1-2 16,-2 1 1-16,1 1-20 0,-3-1 5 0,0 1-6 16,-1 0 6-16,-3 1-7 0,0 1-22 0,-2 1 4 15,-3 3-12-15,-1 0-6 0,-4 2-5 0,0 0-1 16,-4 1-1-16,1 3-8 0,0 2 7 0,0 0-5 16,1-2 4-16,0-1-9 0,-1-2-43 0,1-3-27 0,-3-1-15 15,1-4-165-15,1-2-147 0,1-2-56 0</inkml:trace>
  <inkml:trace contextRef="#ctx0" brushRef="#br0" timeOffset="-10401.9">1650 6960 2583 0,'-5'6'538'0,"0"-1"-394"0,-1 1-105 0,1 0-29 16,-1 0-6-16,-1 1 1 0,-1 3 3 0,-3 2-2 16,-1 1 5-16,-2 1 10 0,-1 2-2 0,0 0 4 15,-1 2-3-15,1 1-12 16,1 2 4-16,1 2-6 0,1 1 4 0,2 2-9 0,2 2 2 16,3 0-4-16,1 2-4 0,1 2 8 0,2 0-3 15,0 0 4-15,1 1-8 0,3-5-2 0,1-3 1 16,0-5-1-16,1-2-8 0,1-3-194 0,0-1 6 15,2-1-87-15,3-3-124 0,3-1-247 0</inkml:trace>
  <inkml:trace contextRef="#ctx0" brushRef="#br0" timeOffset="-10143.31">1972 6997 2686 0,'0'0'89'0,"0"0"11"16,0 0-44-16,0 0 4 16,0 0 5-16,1 0-3 0,-1 0 11 0,0 1 1 15,2 21-2-15,-8-11-2 0,-1 2-18 0,-1 1-5 0,-2 1-2 16,1 3-2-16,-2 2-21 0,0 4-7 16,0 1 0-16,3 2-2 0,0 2-3 0,0-1-2 0,-1-2-3 15,2-3 0-15,-1 0-5 0,1-2 4 0,-2-1 0 0,3-1-3 16,-2-2-38-16,2-4-95 0,0-2-7 0,1-2-36 15,0-4-73-15,5-5-127 0,0 0-26 0</inkml:trace>
  <inkml:trace contextRef="#ctx0" brushRef="#br0" timeOffset="-9941.8">1958 6958 1883 0,'9'-5'149'0,"1"1"-24"0,1 0-13 0,-2 4-1 16,0 0-34-16,1 4-1 15,-2 2-6-15,0 3 2 0,1 3-18 0,-3 3 1 16,1 1 3-16,-2 3 1 0,0 1 15 0,-1 1-5 16,0 0-2-16,-1 4-1 0,1 0-20 0,-1 4-26 15,1 1 2-15,-1 1-12 0,-1-2-9 0,0 0 8 0,1 0-3 16,0-2 5-16,-1 0-5 0,-1-2-62 0,2-3-30 16,-2-3-24-16,0-2-189 0,1-4-62 0,-2-1-50 15</inkml:trace>
  <inkml:trace contextRef="#ctx0" brushRef="#br0" timeOffset="-9725.93">1844 7194 1691 0,'0'0'164'0,"0"0"450"16,0 0-514-16,0 0-26 0,0 0-4 0,0 0-10 15,0 0-21-15,0 0 7 0,0 0-1 0,20 1 2 16,-20-1-15-16,1 0-10 0,19 6 2 0,-11-4-5 15,1 1-6-15,1-1-7 0,2 1-3 0,2-2 1 16,-1 1-4-16,2-1 0 16,0 0 0-16,0 0 0 0,-1 0-7 0,1 0-207 15,-1-1 5-15,0 1-92 0,-1-1-138 0</inkml:trace>
  <inkml:trace contextRef="#ctx0" brushRef="#br0" timeOffset="-9557.83">2309 7247 2058 0,'0'0'113'0,"0"0"62"0,1 18-36 16,-1-18 43-16,0 1-51 0,3 17-3 0,-3-18-6 15,1 15-3-15,0-6-50 0,-1 1-6 0,0 1-2 16,0 2-1-16,-1 2-17 0,0 2-25 0,1 0 4 0,-2 0-11 16,1 1-2-16,-1-1-118 0,0-1-37 0,1-2-53 15,0 1-354-15</inkml:trace>
  <inkml:trace contextRef="#ctx0" brushRef="#br0" timeOffset="-9090.87">2585 7535 1997 0,'-8'1'338'0,"2"-1"-190"0,6 0 39 16,-1 0-129-16,1-1-39 0,-20-13-36 0,17 6 19 0,1-2-20 16,-1-1 47-16,1-3-9 0,-1-2 5 0,1-4-2 15,1-1 41-15,0-4 8 0,1-2 7 0,2-1-1 16,-2-2 18-16,2-1-18 0,-2-1-9 0,3-2-6 15,1-1-41-15,2 3-9 0,2 3 6 0,1 2-8 16,-1 2 4-16,4 1-1 0,-2 2-1 0,1 1 0 16,1 4-2-16,-3 2-8 0,1 3 3 0,-2 2-2 15,0 2 12-15,1 3-1 16,-1 1-4-16,-1 3 1 0,1 2-15 0,-1 1 7 16,1 3 3-16,-1 2 2 0,0 3 0 0,1 1 1 15,0 2-4-15,-1 3 4 0,-1 2 10 0,1 2 8 16,0 2 3-16,-2-2 1 0,1 3 12 0,-1 0 0 15,-1 0-3-15,1 4 0 0,-1-1-17 0,0-1-10 16,1-2 2-16,-2-1-6 0,1-2-4 0,-2-3-1 16,1 0 0-16,-1-2-1 0,1 0-8 0,-3-2-42 0,1-2-23 15,-1-2-14-15,-1 0-139 0,1-9-80 0,0 0-40 16,0 0-27-16,0 1-274 0</inkml:trace>
  <inkml:trace contextRef="#ctx0" brushRef="#br0" timeOffset="-8812.04">3218 6862 2745 0,'0'0'139'15,"0"0"220"-15,0 1-296 0,0-1-18 0,-8 20 2 16,8-20-10-16,0 14-1 0,-2-3 20 0,0 0-6 15,-2 4 8-15,-1 1-28 0,-2 3-6 0,2 3-4 0,-2 1 0 16,0 2-9-16,-1-2-4 0,0 3 4 16,-2 1-3-16,-1 0 3 0,0 4-4 0,1-1 1 0,-2-2-2 15,1-2 3-15,2-4-4 0,-2-1 0 16,1-4-5-16,1-1-36 0,2-1-109 0,1-3-19 16,-1-3-41-16,2-3-149 0,0-3-144 0,5-3-51 15</inkml:trace>
  <inkml:trace contextRef="#ctx0" brushRef="#br0" timeOffset="-8593.14">3175 6834 2068 0,'8'-3'109'0,"0"1"65"16,2 2-46-16,-1 2-41 0,0 0 11 0,1 3-20 16,-1 2 12-16,0 3-14 0,0 3-10 0,-1 1 0 15,-2 2-20-15,1 3 6 0,-2 3 3 0,0 3 0 16,-1 2 13-16,0 1-14 0,-2 1 0 0,0 1-6 15,0 1-20-15,-1 2-17 0,0 0 4 0,1 1-8 16,-2-2-6-16,0-4 8 16,1-2-7-16,0-1 7 0,-1-2-13 0,0-3-69 15,1-1-5-15,1-3-31 0,-2-3-82 0,2-1-39 16,-2-4-6-16,0-8-13 0,0 0-44 0,0 0-170 16</inkml:trace>
  <inkml:trace contextRef="#ctx0" brushRef="#br0" timeOffset="-8377.11">3135 7152 1687 0,'0'0'504'0,"0"0"-286"0,-1 0-66 15,1 0-36-15,-1 0-42 0,1 0-16 0,0 0 12 16,0 0-11-16,0 0 28 0,0 0-23 0,0 0-5 16,0 0-5-16,0 0-12 0,22 3-11 0,-22-3 3 15,1 0-7-15,22-3-8 0,-14 1-10 0,0 0-3 16,-1 0-1-16,0 0-5 0,1-1-2 0,0 2 0 15,3-1-3-15,-2 0-6 0,2 0-176 0,0 0-5 16,1 1-79-16,-1 0-162 0</inkml:trace>
  <inkml:trace contextRef="#ctx0" brushRef="#br0" timeOffset="-8060.15">3414 7196 1997 0,'0'0'176'0,"0"1"-3"16,0-1-33-16,0 1 19 0,1-1-45 0,-1 1 12 16,1-1-5-16,17 13 1 0,-18-13-39 0,0 0-12 15,1 0-2-15,19 3-2 0,-20-3-8 0,1 0-7 16,20 4-5-16,-20-4 1 0,-1 0-13 0,19 11-6 16,-19-11-2-16,1 0-4 0,-1 1-8 0,16 20-6 0,-16-21 10 15,0 0-9-15,2 21 7 0,-2-21-2 0,-8 16-3 0,2-7 1 16,-3 2-9-16,-2-1 5 0,1 3-5 0,-1 0 4 15,1 0-8-15,3 0 2 0,0-1 3 0,3-2-2 16,0-1 6-16,2-1-9 0,0-2 0 0,0 0-3 16,2-6-3-16,0 1 3 15,0-1-2-15,4 20 1 0,-4-20-4 0,0 1 1 16,0-1 1-16,0 0-1 0,1 1-9 0,17 14 0 16,-18-15-9-16,1 0-3 0,16 2-86 0,-9-3-160 0,2-1-36 15,0-2-61-15,2-1-295 0</inkml:trace>
  <inkml:trace contextRef="#ctx0" brushRef="#br0" timeOffset="-7205.99">3930 7417 1559 0,'0'0'120'15,"-1"0"128"-15,0 0-66 0,-19-9-16 0,20 9-3 16,0 0-3-16,-18-10-9 0,18 10-29 0,-1 0 3 16,-18-14-14-16,14 7-20 0,-2-1-34 0,2-1-5 15,1-3-10-15,-1 0-21 0,2-3-11 0,0-2 5 16,1-1-7-16,1-1-1 0,2-3-3 0,1 1-3 15,1-2 2-15,2 0 2 16,-1-1 2-16,3 1 4 0,0 1-3 0,2 1 1 0,0 2 1 16,2-1-1-16,3 2 0 0,0 0-9 0,3 1 2 15,0 2 0-15,1 0 2 0,-1 2 1 0,-1 1-2 16,-1 2-2-16,-1 2 0 0,-1 2-3 0,-3 2 12 16,2 3-3-16,-3 2 5 0,0 2-12 0,0 2 9 15,0 2-1-15,0 3 4 0,1 2 3 0,0 3 0 16,1 1 6-16,-1 3-3 0,1 2 7 0,-3 2 4 15,0 0 2-15,0 2 2 0,-1 1 0 0,-1 3 10 16,-1 1-6-16,-1 3 8 0,0-1-10 0,-1-3-12 16,-1 1-3-16,-2-2-3 0,0-2-8 0,0 0-5 15,0-5-8-15,0-2-6 0,0-3-87 0,1-3-169 16,0-3-19-16,1-4-68 0,-2-6-244 0</inkml:trace>
  <inkml:trace contextRef="#ctx0" brushRef="#br0" timeOffset="-6880.5">4624 7000 2381 0,'0'0'408'0,"0"0"-226"0,-1 0 1 16,1 0-31-16,0 1-88 0,-1-1-34 0,-15 18 4 0,16-18-10 15,0 0 24-15,-8 21-19 16,4-11 0-16,-1 2-7 0,0 0-7 0,0 2-7 16,0 4 2-16,-1 2-4 0,1 3 5 0,-1 2-12 15,-3 1 7-15,4 2-7 0,-2 0 12 0,0-1-8 16,1 0 3-16,0-2-5 0,-2-1 3 0,1-2-21 15,1-2-29-15,-1-3-6 0,0-3-155 0,1-3-103 16,2-3-27-16,4-8-39 0,-1 0-197 0</inkml:trace>
  <inkml:trace contextRef="#ctx0" brushRef="#br0" timeOffset="-6658.32">4566 6999 1518 0,'8'-16'272'0,"1"0"-35"16,-1 2-15-16,0 2-13 0,-1 2-111 0,0 3-9 15,1 2-11-15,-3 2 3 0,-5 3-13 0,0 0-9 0,1 0 0 16,17 10-6-16,-14-2-31 0,1 2-3 0,1 3-1 16,0 2 2-16,1 4 15 0,-1 2 14 0,1 4 2 15,0-3 4-15,-2 2 11 0,0 2-32 0,0 0 6 16,0 4-17-16,-1 1-9 0,0-2-7 16,0-1-2-16,-1-4-1 0,0 0 8 15,-1-2-12-15,1-1 0 0,-1-2-9 0,1-1-60 0,-1-3-109 16,-1-2-9-16,-1-3-38 0,0-1-71 0,-1-2-118 0,1-7-104 15</inkml:trace>
  <inkml:trace contextRef="#ctx0" brushRef="#br0" timeOffset="-6440.23">4544 7185 2331 0,'0'0'189'0,"0"0"-65"16,-1 0-20-16,1 0-14 0,0 0-65 0,-1 0 11 15,1 0 0-15,0 0 3 0,0 0-4 0,1 1-12 16,15 13 1-16,-7-11-6 0,2 1-15 0,1-2-13 16,-2 0-2-16,3-2-4 0,-1 1 0 0,0 0-11 15,1-1-37-15,0 0 3 0,1-2-162 0,-1 1-20 16,1-2-19-16,1 1-5 0,0-1-108 0</inkml:trace>
  <inkml:trace contextRef="#ctx0" brushRef="#br0" timeOffset="-6040.5">4897 7157 1878 0,'0'0'152'0,"0"0"-34"15,0 0-1-15,0 0-12 0,0 1 14 0,0-1 6 16,0 17 6-16,0-17-6 0,0 0-14 0,0 0-22 16,0 1 3-16,18 9-11 0,-18-10-6 0,0 0-10 15,17 7-7-15,-17-7 0 0,0 0-9 0,17 8-7 16,-17-8 3-16,0 0-8 0,1 0-16 0,15 13-1 15,-16-13-3-15,0 1 3 0,0-1 0 0,6 18-6 16,-6-18 2-16,0 0-3 0,-7 20 3 0,7-20-14 16,-8 14-2-16,1-6-7 0,-1 0-24 0,-1 0 9 0,0 2-3 15,1-2 6-15,-1 1 0 0,2 0 0 16,-1-1 7-16,1 1-4 0,-1-1 10 0,3-1-2 16,-1 1-6-16,2-2 3 0,4-6-9 0,0 0-9 15,0 0-6-15,-5 17 0 0,5-17-12 0,0 0-4 16,0 0 1-16,1 0-3 0,15 11-7 0,-16-11 27 15,1 0 3-15,21 2 11 0,-14-2 21 0,1-1 9 16,1 1-3-16,-2-1 6 0,2 0 0 0,0 1 7 16,-2 0 0-16,0 1 3 0,-1 1 0 0,-1 1-3 15,-2 0 5-15,1 2-3 0,-2 1 14 0,-1 1-3 16,1 1 4-16,-4 1-4 0,1 0 2 0,-4 3-21 16,-1 0-3-16,1 0-7 0,-3 2-20 0,2 0-34 15,-3-1-12-15,1-2-13 0,0-1-73 0,1-2-134 16,0-1-1-16,0-2-68 0,-2-1-209 0</inkml:trace>
  <inkml:trace contextRef="#ctx0" brushRef="#br0" timeOffset="-5696.45">5080 6724 2520 0,'0'0'108'0,"0"0"8"0,1 1-18 0,11 17-67 16,-7-9 17-16,1 2-24 0,-1 2 81 0,0 3-8 15,0 0 1-15,0 1-8 0,-2-1-18 0,3-1-18 16,-1 1 0-16,0-1-9 0,1 0-14 0,0 1-11 16,0 0-1-16,2 1-4 0,-1-1 1 0,1 0 13 0,-1 0 3 15,0 2 2-15,-1-2 3 0,-1 2 0 16,2 0-2-16,-2 0 0 0,0 2-9 0,-1 2-6 0,-2 2 0 15,0 1-2-15,-3 2 0 0,-1 0-3 16,1 1 5-16,-4-2-3 0,1 2-1 0,-3 2-7 0,-1 0-1 16,0 4-2-16,-1-2-5 15,-1-1 0-15,0-1-1 0,-2-2-1 0,0-1-15 16,-1-1-128-16,-2-1-31 0,0-5-53 0,-1-3-269 0</inkml:trace>
  <inkml:trace contextRef="#ctx0" brushRef="#br0" timeOffset="-2636.2">5476 7007 92 0,'-1'0'781'0,"0"0"-294"0,-15-4 394 0,16 4-755 0,0 0-20 15,0 0-34-15,0 0 9 0,0 0-8 0,0 0 9 16,0 0-49-16,0 0 1 0,0 0-4 0,0 0 3 16,0 0 5-16,0 0 2 0,1 0 6 0,19 3-5 15,-20-3-3-15,1 0 2 0,20 0-9 0,-11 0 6 16,0 0-23-16,1 0 1 0,0-2-2 0,1 2 0 16,0-1-10-16,-1 1 1 0,1-1-4 0,-2 1 2 15,0-1 0-15,-2 1-1 0,0-1 4 0,1 1-4 16,-1 0 3-16,0 0-3 0,-1 0-1 0,0 1 0 15,-7-1 3-15,0 0-105 0,0 0 0 0,18-1-51 16,-18 1-114-16,0 0-105 0,0 0-69 0</inkml:trace>
  <inkml:trace contextRef="#ctx0" brushRef="#br0" timeOffset="-2379.5">5488 7229 1539 0,'-4'5'135'0,"0"1"275"0,4-6-294 16,0 0-29-16,0 0 9 16,0 1-13-16,3 15 34 0,-3-16 5 0,0 0-7 15,16 3 4-15,-7-4-16 0,2 1-6 0,0-2-4 16,2 1-2-16,1-1-19 0,-1 1-21 0,1-2 2 16,-2 1-9-16,1-1-5 0,0 1-19 0,2-1 6 15,-1 1-12-15,2 0-5 0,-1 0-2 0,0 0 0 16,0 1 2-16,-2-1 1 0,-1 1-6 0,-1 1 0 0,-1-1-1 15,0 1-3-15,-2 0-229 0,0 0-47 0,-1 0-109 16,2-1-567-16</inkml:trace>
  <inkml:trace contextRef="#ctx0" brushRef="#br0" timeOffset="1284.19">6036 6734 125 0,'0'0'661'0,"0"0"-230"0,0 0 332 16,0 0-547-16,0 0-37 0,1 0-32 0,-1 0-7 15,1 0-10-15,0 0 12 16,14 20-32-16,-18-14-9 0,5 3-7 0,1 2-2 16,-2 2-26-16,1 1-9 0,0 2 2 0,1 1-6 15,-1 1-14-15,-1 0 2 0,1 3-5 0,-2 3 2 16,1 0-9-16,-2 4-3 0,3 2 1 0,-2 0-1 16,0-1 0-16,2 2-13 0,-3 0 4 0,3 1-7 15,-2 3 4-15,0-2-2 0,0 1-5 0,0-2 2 16,-1-1-3-16,-1 0 1 0,0-2 2 0,0 1-2 0,2-2-5 15,-1-5 5-15,0 0-6 0,0-6 3 0,-2-1-21 16,2-1-28-16,0-2-8 0,0-3-9 0,1-10-56 0,0 0-58 16,0 0-9-16,0 1-25 15,0-1-97-15,0 0-88 0,-6-5-55 0</inkml:trace>
  <inkml:trace contextRef="#ctx0" brushRef="#br0" timeOffset="1600.43">6032 6905 1808 0,'0'-12'112'0,"0"1"37"0,0 1 44 0,0 1-57 16,0 1 3-16,-1 2-21 0,1 6-7 0,0-1-25 15,0 1-6-15,0-18-9 0,0 18-28 0,0 0-6 16,0 0 1-16,0-1-4 16,0 1-12-16,0 0-1 0,18-5-2 0,-18 5 1 15,0 0-2-15,21 3-5 0,-11-1 0 0,2 1-2 16,3-1 5-16,2 1-6 0,1 1 3 0,1 0-3 0,-1 0 7 0,1 1 20 15,-2 0-5-15,-1 1 11 0,-1 0 8 0,-2 0-2 16,-2 1 3-16,-2 0-4 0,0 0-3 0,-2 1-3 16,-2 1 0-16,-1 1-2 0,0 1-1 0,-4 1-7 15,0 1 1-15,-4 1-5 16,-1 1-8-16,-1 3-5 0,-1 0 0 0,-1 1-2 16,-2-1-3-16,-1-3-2 0,-2 1-5 0,0-2 2 0,0 1-11 15,-1-2-34-15,0-1-14 0,-2 0-14 0,2-3-111 16,-1 0-120-16,1-2-6 0,1-1-50 0,1-1-133 0</inkml:trace>
  <inkml:trace contextRef="#ctx0" brushRef="#br0" timeOffset="1911.03">6601 6861 2120 0,'0'0'354'0,"-1"0"-208"0,-15 1-13 0,15-1 15 0,-15 3-80 15,16-3 5-15,-17 2 1 0,9 0 7 0,-2 0 20 16,0 2-45-16,1 2 3 0,1 3-17 0,-1 1 2 0,2 2-5 16,-1 1 0-16,0 1 0 0,1 3 2 0,1 1-9 15,-1 3 5-15,2 3-7 0,1 1-1 0,0 0 6 16,1 1-12-16,1 3 8 0,-1 0-19 0,1 5-1 15,0 0-3-15,1-2 0 0,1-1-8 0,0-1 0 16,0-2 3-16,1-1-1 16,1-1 0-16,0-3-51 0,1-4-9 0,0-2-22 15,1-3-96-15,1-4-101 0,0-3-31 0,1-3-32 0,1-3-176 16</inkml:trace>
  <inkml:trace contextRef="#ctx0" brushRef="#br0" timeOffset="2166.33">6824 6785 2390 0,'0'0'159'16,"0"0"-3"-16,0 1-8 0,-1-1-6 0,-14 18-71 0,11-10 52 16,-1 1-23-16,1 3 30 0,-2 1-51 0,-1 1-17 15,-1 1 0-15,0 2-7 0,0 3-13 0,-1 3-15 16,-2 2 2-16,1 2-6 0,-1 2-13 0,0 0-1 15,1 0-4-15,-2 0 2 0,-2-2-1 16,1 0-4-16,0 0 0 0,2-2-1 16,0-2 2-16,3-5-30 0,1-3-6 0,1-3-17 15,1-3-83-15,5-9-70 0,0 1-13 0,0-1-20 16,-1 0-64-16,-7 3-114 0,8-13-90 0</inkml:trace>
  <inkml:trace contextRef="#ctx0" brushRef="#br0" timeOffset="2434.5">6795 6786 1411 0,'3'-6'290'0,"-3"6"-21"0,0 0-7 0,1-1-18 0,-1 1-105 15,0 0-25-15,0 0-10 0,1 0-5 0,0 0-28 0,-1 0-4 16,0 1 9-16,18 23-5 0,-16-12 12 0,1 0-6 16,-1 2-2-16,1 0-1 0,0 0-5 0,-1 3-15 15,0 1-1-15,0 5-6 0,0 1-5 0,-1 2-12 16,0 2-2-16,0 0-5 0,0-1-14 0,-1 0-1 15,0 0-3-15,2 1 2 0,-2 0-2 0,0 0-1 16,0-1 2-16,1-1-3 0,1-2 0 0,-2-6-4 16,1 0-1-16,0-3-3 15,-1-2-24-15,1 0-31 0,-1-1-10 0,0-4-10 16,0 0-65-16,0-8-50 0,0 1-6 0,0-1-21 16,0 1-63-16,0-1-162 0,-1 1-167 0</inkml:trace>
  <inkml:trace contextRef="#ctx0" brushRef="#br0" timeOffset="2644.46">6655 7123 1713 0,'0'0'281'0,"0"0"-69"0,0 0 38 0,0 0-127 0,0 1-66 0,0-1 17 16,0 0 1-16,7 17 9 15,-7-17 15-15,1 0-29 0,-1 0-2 0,19 6-9 16,-19-6-14-16,0 0-10 0,22-1 1 0,-22 1-6 15,19-2-10-15,-10 0-12 0,1 1-1 0,2 1-2 16,-3-1-3-16,4 0 0 0,0 1-7 0,-1-1-1 16,1 0-60-16,-1 2-94 0,1-1-14 0,-1 2-36 0,0 0-116 15,-1-2-384-15</inkml:trace>
  <inkml:trace contextRef="#ctx0" brushRef="#br0" timeOffset="2877.88">7006 7131 2094 0,'0'0'146'0,"0"0"168"0,0 0-105 0,0 0-65 15,0 0 26-15,0 0-37 0,0 0 36 0,0 0-55 16,0 0-7-16,0 0-18 0,0 1-34 0,0-1-6 16,-3 21-2-16,3-13-2 15,0 2-12-15,0 1-13 0,1 1 7 0,-1 0-8 16,0-1-3-16,0 0-10 0,0 0-2 0,1-2-4 15,0 0-18-15,-1-2-64 0,0-7-15 0,0 0-23 16,0 1-115-16,1 16-103 0,-1-17-28 0,0 0-42 16,0 0-262-16</inkml:trace>
  <inkml:trace contextRef="#ctx0" brushRef="#br0" timeOffset="3193.4">7115 6752 2860 0,'0'0'176'0,"0"0"-86"15,0 0-3-15,0 0-22 16,0 0 31-16,0 0-9 0,0 1 8 0,0-1-15 16,7 22-25-16,-6-12-9 0,1 3 0 0,1 2-2 15,1 1 4-15,0 1-8 0,0-1 0 0,-1 1-5 0,0 1-13 16,2 1-2-16,-1 1-1 0,1 1 0 0,-2 0-8 15,1 2-5-15,-1 2-2 0,-1-1 0 0,1 1-4 0,-2-2 0 16,2 2 0-16,-1 1 0 16,-1 0 0-16,2 2 0 0,-2 0 0 0,0-1 0 0,0 0 0 15,-1-3 0-15,1 0 0 0,-3 0 0 0,1 0 0 0,-2 1 0 16,-1-1 0-16,0-2 0 0,2 1 0 0,-5-4 0 16,0-1-18-16,0-3 0 0,-3-1-108 15,1 1-112-15,0-2-16 0,-2-2-54 0,1-1-255 0</inkml:trace>
  <inkml:trace contextRef="#ctx0" brushRef="#br0" timeOffset="3431.06">7376 7106 2769 0,'2'6'468'0,"-2"-1"-379"16,0-5-27-16,0 0 29 0,0 1-78 0,0-1 8 15,2 19-6-15,-2-19 5 0,0 0-21 0,0 0-153 16,0 1-39-16,0-1-75 0,-1 1-456 0</inkml:trace>
  <inkml:trace contextRef="#ctx0" brushRef="#br0" timeOffset="4671.76">7717 6662 1631 0,'-1'-6'152'0,"-1"1"-11"15,2 5 65-15,0 0 0 0,0-1-26 0,-3-15-26 0,3 16-24 16,0 0-6-16,0 0-2 0,0 0-30 0,0 0-21 16,0 0 3-16,-1 0-11 0,0 0-9 0,1 0-12 15,0 0-1-15,-15 19-4 16,15-10-14-16,2 2 2 0,0 4 0 0,-1 3 5 16,3 4 20-16,-3 3-16 0,1 2 9 0,0 4-12 15,-1-2-1-15,1 3-6 0,-1 2-4 0,-1 1 1 0,1 4-2 16,-1 0-11-16,0 0 4 0,0 0-6 0,0 1 9 15,0 0-8-15,-2-1 4 0,2-3-5 0,-2-2-4 16,1-4 5-16,0 0-5 0,0-3 4 0,-1-2-2 16,0-4-16-16,0-3-8 0,0-5-6 0,0-2-45 0,0-2-60 15,2-9-1-15,0 0-26 0,0 1-50 0,-1-1-79 16,1 0 0-16,-12-10-37 16,10-3-106-16</inkml:trace>
  <inkml:trace contextRef="#ctx0" brushRef="#br0" timeOffset="4973.26">7663 6768 1833 0,'3'-12'214'0,"-1"2"-12"0,1 1 5 0,-2 3-21 16,-1 6-71-16,0-1-15 0,0 1-4 0,0 0-5 0,0-1-31 16,0 1-21-16,0-1-5 0,1 1-7 0,-1-1-20 15,0 1 3-15,21-9-1 0,-14 11 2 0,3 0 4 16,0 0 5-16,3 2 4 0,1 0 1 0,1 0 11 15,0-1 4-15,2 2-2 0,-2 0 3 16,0 1 2-16,2 1-2 0,-1-1 0 0,0 2-2 0,0 1-2 16,-3 0 5-16,0 0 0 0,-3 1 1 0,0 1-4 15,-4 0-5-15,-1 1 1 0,-2-1-2 0,-3 1-6 16,-3 0-8-16,-1 2-5 0,-3 2 1 0,-3 3-6 16,-1 0-4-16,-3 1 3 0,-1-1-4 0,0 0 1 0,-1-3-23 15,3 1-9-15,-3-4-13 16,3 0-90-16,-3-2-100 0,-2-3-20 0,3 2-32 15,0-1-120-15,1-2-177 0</inkml:trace>
  <inkml:trace contextRef="#ctx0" brushRef="#br0" timeOffset="5299.88">8234 6782 1897 0,'0'0'126'0,"0"0"230"16,0 0-230-16,0 0-44 0,0 0 19 0,-17-3-28 15,17 3 32-15,-1 0-47 0,-21 2 6 0,13 1-23 16,-2 1-7-16,0 2 12 0,-1 0 3 0,0 2 4 0,0 2 13 16,-2-2 0-16,2 3 0 0,1 0-1 15,-1-1-4-15,4 3-5 0,0 0-2 0,2 1-1 16,0 2-6-16,1 2-17 0,0 2 5 15,1 4-10-15,0 3-1 0,1 2-9 0,1 0 2 16,-2 1-4-16,2 1 0 0,0 2-10 0,0 0 4 0,1 1-5 16,0-1-1-16,2-3 2 0,-1-1-3 0,3-3 2 15,0-1-5-15,0-1-8 0,1-3-10 0,-1-4-1 16,1-1-62-16,0-4-63 0,0-3-18 0,0-3-25 16,-4-6-146-16,1 0-143 0,-1 0-91 0</inkml:trace>
  <inkml:trace contextRef="#ctx0" brushRef="#br0" timeOffset="5823.26">8341 6861 2655 0,'0'0'133'0,"0"0"-25"0,0 0-2 0,0 0-3 0,0 1 32 0,0-1-27 16,-15 19 2-16,11-12-17 0,1 4-35 0,0 1-3 15,0 2-3-15,-1 1-2 0,-2 2-18 0,0 1-5 16,0 3-3-16,-1 3-1 0,0 0-5 0,-1-1-9 16,0 2 1-1,-1 0-4-15,-1 2 1 0,0 1 1 0,-1 0-2 0,1-2 1 16,-1-3-5-16,3-3-14 0,0-4-3 0,-1-5-10 16,3 0-54-16,0-6-51 0,6-5-12 0,0 0-15 15,-1 0-64-15,1 0-84 0,0 0 32 0,-14-10-47 16,15-4 16-16,2-5-15 0,2-2-17 0,0-1 11 15,0-1 12-15,1 0 221 0,0-2-20 0,1-2 94 0,0-1 23 16,1-2-5-16,2 0-20 0,3 2 7 0,0 3-36 16,2 3 277-16,1 2-43 0,-1 4 122 0,-1-1-58 15,0 2-77-15,0 3 5 0,-1 1-31 16,-2 3-13-16,-1 3 21 0,-2 2-7 0,-2 1 11 0,-6 2-13 16,0 0-21-16,1 0-2 0,-1 0-9 0,16 17-35 15,-16-17 0-15,4 15-2 0,-2-5 3 0,-1 2 1 16,1 1-7-16,1 2-2 0,-1 2-2 15,1 1-3-15,-1 0-18 0,2 3 7 16,-1 2-13-16,1-2-3 0,-1 1-19 0,1-1 2 0,-2 0-7 16,1 2-4-16,-2 1-2 0,1-2-3 0,-1 1 1 15,2 0-7-15,-1-2 1 0,-1-2-1 0,0-2 0 16,-1-2-23-16,0-2-33 0,-1 0-10 0,0-2-11 16,0-2-70-16,0-3-53 0,1-6-11 0,0 1-17 15,0-1-65-15,-1 1-196 0</inkml:trace>
  <inkml:trace contextRef="#ctx0" brushRef="#br0" timeOffset="6060.11">8202 7120 2404 0,'0'0'115'0,"0"0"-28"0,0 0 7 0,0 0-19 0,0 0-5 0,0 0 50 16,1 0-11-16,16 6 20 15,-17-6-49-15,16 0-3 0,-6 0-7 0,2 0 4 16,-1 0-13-16,3-1-11 0,0-1-1 0,1-1-5 16,2 1-21-16,1 0-12 0,-1 0-1 15,-2-1-3-15,0 0 4 0,-2-1-7 0,2 1 2 0,-2-1-5 16,-1 0-10-16,1 2-82 0,-2-2-13 0,1 1-32 16,1 0-111-16,-1-2-87 0,3 1-25 0,-1 0-49 15,0 0-338-15</inkml:trace>
  <inkml:trace contextRef="#ctx0" brushRef="#br0" timeOffset="6405.82">8590 7124 2117 0,'0'0'140'0,"0"0"-14"0,0 0 13 0,0 0-10 16,0 0 40-16,0 0-39 0,0 1-1 0,0-1-16 15,0 1-27-15,1-1-15 0,-1 1 4 0,22 12-10 16,-22-13-11-16,0 0-8 0,23 0-1 0,-22 0-1 0,15 1-1 15,-6 0-2-15,-2-1-1 0,1 1-1 16,-1 2-3-16,-1-1-11 0,1 2 0 0,-4 1-5 16,0 0-12-16,-2 2-3 0,0 0-4 0,-2 0 2 15,-1 2-13-15,-2 1-4 0,0 1-2 0,-4 2 0 16,1 1 4-16,-1 1 6 0,-2 0 0 0,1-2 1 16,0 0 3-16,0-2-1 0,1 0 2 0,2 1-2 15,0-2 6-15,0 2-3 0,1-3 0 0,1 0 0 16,0 0 5-16,3-2 3 0,-1 0-3 0,1-7 2 0,0 1-7 15,0-1 1-15,7 17-1 0,-7-17 1 0,0 0-2 16,17 4-4-16,-17-4 1 0,0 0-3 0,22-1-1 16,-22 1 3-16,0 0 3 0,22-5-3 0,-22 5-21 15,1 0-107-15,21-7-10 0,-22 7-43 0,17-5-136 0,-17 5-338 16</inkml:trace>
  <inkml:trace contextRef="#ctx0" brushRef="#br0" timeOffset="7103.15">8235 7733 1996 0,'0'0'170'0,"0"0"-63"0,0 0 6 16,0 0-27-16,0 0 9 0,0 0-6 0,0 0-1 15,0 1-7-15,0-1-34 0,0 0 14 0,1 0-3 16,22 7 6-16,-15-7-17 0,2-2-1 0,2 1-8 0,1 0 4 15,4 1-1-15,0-1 17 0,1 0 0 0,0-1 4 16,-1 0-8-16,1 0-14 0,-1 0 4 0,0-1-7 16,0 0-7-16,-3 0-9 0,1 0-4 0,-1 1 1 15,2-2-10-15,0 2-1 0,-2 1 2 0,-1 0-1 16,-1 1 0-16,-3 0 1 0,1 0-1 0,-2-1 1 16,-1 0-8-16,-7 1 0 0,0 0-5 0,1 0 1 15,15-1-25-15,-16 1-39 0,0 0-8 0,0 0-15 16,0 0-59-16,0 0-59 15,0 0-3-15,0-1-22 0,-1 1-33 0,-20-12-118 16,13 10 838-16</inkml:trace>
  <inkml:trace contextRef="#ctx0" brushRef="#br0" timeOffset="7387.49">8289 7714 1470 0,'-12'7'242'0,"0"-1"-13"0,1 1 0 15,-1 0-30-15,4-1-99 0,0-2 2 0,1-1-6 0,3 1 10 16,4-4 11-16,0 0-23 0,0 1-4 0,0-1-8 15,0 0-25-15,0 1-24 0,0-1 3 0,15 16-9 16,-3-16 15-16,3-3 8 0,0 1-2 0,5-2 2 16,-1-1-13-16,6 1-2 0,0-1 1 0,-2 1-1 15,2 2 2-15,-3-3-6 0,-1 1-3 0,0 0-1 16,-1 2-7-16,3 0-7 16,-1 0 2-16,0 0-5 0,-2 0-3 0,-2 2 6 15,-2-1-7-15,-2 2 7 0,-1-2-6 0,-1 1-2 16,-2 1 5-16,-3-2-5 0,0 1 4 0,-1-1-4 0,-1 1-3 15,-5 0-2-15,1 0-34 0,0 0-48 0,-1 0-7 16,0 0-18-16,1 0-57 0,-1 0-117 0,1 0-20 16,-1 0-55-16,0 0-266 0</inkml:trace>
  <inkml:trace contextRef="#ctx0" brushRef="#br0" timeOffset="7772.61">8237 7781 1977 0,'0'0'141'0,"0"0"-50"0,0 0 4 15,0 0-24-15,0 0-33 0,0 0 49 0,20-2-10 0,-20 2 22 16,14-3-34-16,-3 0-1 0,1 1-8 0,3-1 6 16,0 2-12-16,3-1-8 0,0 0 5 0,-1-1-5 15,1 2 9-15,-2-3-4 0,1 2-1 16,-2-1-2-16,-1-1-10 0,0 0-15 0,-2 2-2 15,1-1-3-15,-1-1-3 0,-1 1 3 0,1 0-1 0,-2 0 1 16,-2 1-1-16,-2 0-13 0,-6 2-1 0,1 0-14 16,-1 0-84-16,1-1-105 0,0 1-19 0,-1-1-32 15,0 1-94-15,0 0-214 0</inkml:trace>
  <inkml:trace contextRef="#ctx0" brushRef="#br0" timeOffset="7918.6">8436 7746 1751 0,'0'0'135'0,"0"0"-63"0,0 0 3 0,1 0-30 15,0 0-34-15,18-1-6 0,-19 1 0 0,1 0-16 16,-1 0-177-16</inkml:trace>
  <inkml:trace contextRef="#ctx0" brushRef="#br0" timeOffset="8700.33">8915 6605 1869 0,'1'-6'91'0,"-1"0"55"0,1 1 22 16,-1-1 13-16,0 6-15 0,0-1-32 0,0 1-8 15,0-1 9-15,0 1-41 0,0 0-16 16,0-1-8-16,0 1-2 0,0-1-22 0,0 1-7 16,0-1-1-16,0 1-2 0,0 0-5 0,-3 14-2 15,4-4 5-15,-1 4-4 0,2 1 4 0,-1-1 9 16,-1 2-8-16,2 1 9 0,-1 3-10 0,0 1-4 15,-1 2 0-15,0 2-1 0,0-1-5 0,1 2-6 16,2-1 1-16,-2 0-4 0,1 0-6 0,0 1 0 0,-1 2-4 16,1 2 3-16,-1 2-4 0,-1-1 2 0,1 0 2 15,-1-1-3-15,0 2-2 0,-1 0 4 0,0 2 1 16,-1-2 1-16,0 0 3 0,1-2-6 0,0-2 7 16,1 1-6-16,1 0 2 0,-1 1-6 0,1-2-3 15,-1-1 0-15,0-1 0 0,1 0 0 0,0 0 0 16,0 0 0-16,1 1 0 0,-2-1 0 0,0 0 0 15,2-2 0-15,-2-2 0 0,0-1 0 0,0-1 0 16,2-1 0-16,-1-2 0 0,0 1 0 0,-1-1 0 16,-1-2 0-16,0-2 0 0,1-1 0 0,-2-1 0 0,2-3 0 15,0 0 0-15,0-8 0 0,0 1 0 0,0-1 0 16,4 17 0-16,-4-17 0 0,0 0 0 0,0 0 0 16,0 0 0-16,0 0-38 15,0 1 2-15,0-1-18 0,0 1-37 0,0-1-66 16,0 1-19-16,0-1-25 0,0 1-148 0,0-1-373 0</inkml:trace>
  <inkml:trace contextRef="#ctx0" brushRef="#br0" timeOffset="12195.8">9201 6683 1762 0,'0'0'128'0,"0"0"39"16,0 0 20-16,0 0-54 0,0 1-18 0,0-1 0 0,0 0-7 0,0 0 7 15,0 1-29-15,2 17-13 16,-2-18 2-16,0 1-5 0,0 20 12 0,-2-12-15 16,1 2 6-16,0 0-10 0,-2 2 6 0,1 0-9 0,0 1 0 15,-1 1-3-15,0 0-2 0,-2 1-14 0,0-1-3 16,0 2-5-16,0 1-19 0,-2 3 8 0,-1 2-5 15,1 2 5-15,-2 1-6 0,-1 0-12 0,1 1 5 0,-1-1-7 16,-1 1 5-16,0 1-3 0,1 1-1 0,-2 0-1 16,1-1 0-16,1-3 2 0,2-2-3 0,0-5 2 15,2-1-6-15,1-5 3 0,-1-2 1 0,2 0-1 16,0-3-32-16,4-7-55 16,0 1-10-16,0-1-17 0,0 1-64 0,-1-1-99 15,1 0 3-15,0 0-40 0,-6-16-40 0,10 3-348 16</inkml:trace>
  <inkml:trace contextRef="#ctx0" brushRef="#br0" timeOffset="12531.37">9214 6781 1920 0,'0'0'116'15,"0"0"100"-15,0-1-63 0,0 1-25 0,0-1 4 16,0 1-9-16,0 0 10 0,0-1-32 0,0 1 5 15,0 0-15-15,0 0-4 0,0 0-16 0,0 0 1 16,0 0-8-16,0 0-15 0,1 0-15 0,-1 0 0 0,11 17-6 16,-11-17-1-16,0 0 2 0,8 22-3 0,-5-11 3 15,0-1-8-15,0 3-2 16,0 0 0-16,-2 2-1 0,1 1 1 0,-1 2 2 16,0 2-6-16,-1 2 4 0,0 2-5 0,0 1-4 15,0 1 2-15,0-1-3 0,0-2-3 0,-1 1-6 16,0 0 4-16,1 1-3 0,0 2 9 0,-2-2-9 15,1-2 2-15,1-3-4 0,-1-1 1 0,0-2 4 16,1-2-4-16,0-4 0 0,0 0-35 0,0-2-40 16,0-2-7-16,0-7-15 0,0 0-61 0,0 1-48 0,0-1-14 15,0 0-14-15,0 0-72 0,0 0-187 0,0 0-78 16</inkml:trace>
  <inkml:trace contextRef="#ctx0" brushRef="#br0" timeOffset="12779.78">9116 7096 2205 0,'0'0'157'0,"0"0"-39"0,-1 0-9 15,1 0-1-15,-1 0 14 0,-15 3 9 0,16-3-9 16,0 0 3-16,0 0-52 0,0 0-17 0,0 0-3 16,0 0-7-16,0 0-25 0,0 0-3 0,1 0-5 15,-1 0 2-15,17 8-8 0,-17-8-2 0,0 0-2 16,20 2 1-16,-20-2 1 0,18 3-7 0,-8-1 2 15,0-1-2-15,2 1 6 0,1-2-4 0,-3-1 0 16,2 1-3-16,-1 0-8 0,0 0-61 0,-1 0-14 16,0 0-27-16,-1 0-134 0,0-1-110 0,-1 2-13 15,1-1 102-15,1 0 1390 0</inkml:trace>
  <inkml:trace contextRef="#ctx0" brushRef="#br0" timeOffset="12990.88">9433 7088 2077 0,'0'0'185'0,"0"0"-2"0,0 0-20 15,0 0 15-15,0 0-21 0,0 0-24 0,0 0-5 16,0 1-12-16,0-1-44 0,0 1-2 0,-2 18-1 16,2-19 0-16,0 1-13 0,3 20-10 0,-2-13 0 15,2 2-3-15,-3 0-2 0,2 1-8 0,-1 0-5 16,1 0-1-16,-1 0-15 0,-1-1-4 0,1 0 2 15,-1-1-4-15,0-1 1 0,0 0-44 0,-1-2-15 16,1-6-25-16,0 0-174 0,0 1-239 0,-5 17-98 16</inkml:trace>
  <inkml:trace contextRef="#ctx0" brushRef="#br0" timeOffset="13565.14">9612 6694 2423 0,'0'0'117'0,"0"0"15"15,0 0 20-15,0-1-12 16,0 1-20-16,0-1-25 0,0 1-7 0,0 0 1 16,1-1-36-16,-1 1-5 0,0-1 1 0,0 1-1 15,1 0-6-15,17 2-7 0,-12 6 1 0,3 3-2 16,-1 1 10-16,0 1-5 0,-1 1-1 0,0 2 0 16,0 2-3-16,-1 0-4 0,1 2-5 0,-1 0 0 15,0 0-13-15,-1 1 4 0,1 3-3 0,-2 2 2 16,1 4-4-16,0 0-8 0,-1-1 7 0,0-3-7 15,1 1 3-15,-1 1 0 0,0-1-4 0,0 3 3 0,0 0-4 16,-2-2-1-16,2 0-1 0,-3-3 0 0,0 0 0 16,-2 2 0-16,-1-1 0 0,-1 2 0 0,-2 1 0 15,-1-1 0-15,-1-1 0 0,-1-3 0 0,-1 1 0 0,-2 0-20 16,-1 0-10-16,-2 0-9 0,-2-1-74 0,-2-3-51 16,1-4-22-16,-2-1-32 15,1-3-310-15</inkml:trace>
  <inkml:trace contextRef="#ctx0" brushRef="#br0" timeOffset="13827.17">9814 7127 3390 0,'0'0'1'0,"0"0"-1"0,0 0 3 0,0 0-2 0,-1 0-291 0,1 0 73 0,-1 0-1076 16</inkml:trace>
  <inkml:trace contextRef="#ctx0" brushRef="#br0" timeOffset="14747.8">10233 6636 2446 0,'0'0'91'15,"0"0"-10"-15,-1 0 11 0,-18 5-13 0,19-5-13 0,0 0-7 16,0 0-4-16,-1 0 5 0,0 0-27 0,-15 8 11 15,16-8-8-15,0 1 9 0,0-1-6 0,3 23-10 16,-2-13 0-16,0 2-4 16,0 3-3-16,1 3 2 0,0 3-1 0,0 2 2 15,-1 2 8-15,-1 1 6 0,0 2-1 0,0 3 0 16,0 3-2-16,-2 5-20 0,1 2 6 0,-1 0-11 16,-1 2-1-16,1 0-1 0,-1-1 1 0,2 1-3 15,1-3-7-15,0-3 5 0,1 0-6 0,0-2 4 0,1-1-8 16,-1-2 0-16,0-4-2 0,2-5-4 0,-2-3-57 15,0-4-13-15,0 0-21 0,-2-5 5 0,1-1-69 16,-1 0-102-16,1-10-15 0,0 0-44 0,0 1-179 16</inkml:trace>
  <inkml:trace contextRef="#ctx0" brushRef="#br0" timeOffset="15059.11">10143 6785 1582 0,'1'-12'352'16,"0"0"-170"-16,-1 2-45 0,2 3-13 0,-2 7-4 0,0-1-15 16,0 1-2-16,0-1-7 0,5-15-35 0,-5 16-41 15,0 0 7-15,0 0-19 0,1 0 2 0,-1 0-9 16,17 5 5-16,-17-5-5 0,16 7 6 0,-7-3-5 16,1 1-2-16,3 2 0 15,1 0 0-15,2 1 3 0,1 1 0 0,4 0 2 16,-2 0 6-16,1-1 43 0,-2 1-4 0,-1 1 18 0,-3-1 1 15,-1 1-20-15,-2-1 5 0,-2 2-10 0,0-2-3 0,-3 3 5 16,-3-1 3-16,-1 1 3 0,-2 1 28 0,0 2 6 16,-2 1-10-16,-4 0 4 0,-1 2-36 0,-3 1-14 15,-2 2 2-15,-2-2-6 16,-2 0-3-16,-1-2-23 0,-3-2-4 0,0 0-10 16,0 1-49-16,0-1-81 0,0-1-15 0,2 0-30 15,1-1-137-15,0-2-248 0</inkml:trace>
  <inkml:trace contextRef="#ctx0" brushRef="#br0" timeOffset="15414.58">10591 6980 1745 0,'-2'-5'95'0,"0"-1"77"15,0 0-47-15,1 0 14 0,-2-1 4 0,1 2 4 16,0-1 14-16,2 6-24 0,0-1-3 0,-1 1-12 0,0-1-35 16,-15-11-7-16,16 12-1 0,0 0-2 0,0 0-9 15,-20 4-28-15,20-4 0 0,-14 11-12 0,7-3-12 16,-2 2-6-16,2 3-3 0,-1 4-1 0,2 2-7 15,0 2 1-15,1 2-2 0,0 2 0 0,2 2-2 16,2 2-2-16,-2 1 3 0,3 1-3 0,0 0-3 16,2-1 2-16,1-1-2 0,0-3 2 0,0-1 2 15,0-2-82-15,2-2-16 0,1-2-36 0,0-3-158 0,2-2-162 16,2-3-140 0</inkml:trace>
  <inkml:trace contextRef="#ctx0" brushRef="#br0" timeOffset="15678.55">10816 6899 2240 0,'0'0'126'0,"0"0"8"0,0-1-22 0,0 1 18 16,0-1-32-16,0 1-5 0,-1-1-7 0,0 1 1 0,1 0-29 0,-1 0-10 15,1 0-3-15,-16 13-2 0,14-3 0 16,-1 2-2-16,-1 2 2 0,0 3-4 0,-1 2-9 15,-2 3-6-15,1 1-1 0,-3 1 0 0,1 1-3 16,-2 0-6-16,-3 1 3 0,1 1-4 0,1 2-5 16,1-2-1-16,1-1-3 0,1-3 1 0,1-3-2 15,-1-4-65-15,3-3-10 0,0-1-26 0,-1-4-81 16,2-2-30-16,4-6-13 0,-1 0-10 0,1 0-83 16,-1 0-85-16,-12 0-94 0</inkml:trace>
  <inkml:trace contextRef="#ctx0" brushRef="#br0" timeOffset="15909.73">10714 7031 509 0,'12'-19'72'0,"-1"2"378"0,-1 1 46 0,0 2-173 0,0 1-137 0,-2 2-57 16,-1 2-4-16,-2 0-15 0,-1 3-3 0,-4 6-11 15,0-1-3-15,0 1-5 0,1 0-35 0,-1 0-18 16,1 0-1-16,-1 0-6 0,0 0 7 0,19 18 8 16,-15-9-4-16,-1 3 6 15,1 3 10-15,1 0 25 0,-1 2-2 0,0 2 6 16,0 0-17-16,-1 1-19 0,0 0-4 0,-1 1-6 15,1 3-16-15,-2 1-1 0,0 2-5 0,-1 0 0 16,0 0-16-16,0-2 8 0,0-2-8 0,0-2 0 16,0-1-63-16,1-2-52 0,-1-1-7 0,0-4-15 15,-1-1-36-15,1-4-76 0,0 0-15 0,0-8-36 16,0 0-187-16</inkml:trace>
  <inkml:trace contextRef="#ctx0" brushRef="#br0" timeOffset="16116.93">10664 7116 1828 0,'0'0'446'0,"0"0"-320"0,0 0-49 0,0 0-53 16,0 0 17-16,0 0 26 0,0 0 2 0,0 1 8 16,17 10 3-16,-17-11-26 0,14 1 0 0,-4 0-8 15,1 0-3-15,0 0-11 0,-1-1 0 0,2 0-7 16,-2 0-17-16,0 0-3 0,2 1-3 0,-3-1 2 15,-1 0 1-15,1 0-64 0,0-1-24 0,-2-1-28 16,2 1-179-16,-2-1-121 0,0 0-103 0</inkml:trace>
  <inkml:trace contextRef="#ctx0" brushRef="#br0" timeOffset="16499.78">10934 7134 1563 0,'0'0'261'0,"0"1"-163"0,0-1 44 0,0 1-61 0,0-1 93 16,1 0-19-16,-1 1 2 0,18 15-12 0,-18-16-26 16,0 0-21-16,1 0-5 0,19 4-4 0,-20-4-4 15,1 0-25-15,15 4 4 0,-16-4-15 0,1 0-22 16,-1 0 0-16,1 0-7 0,16 12 6 0,-17-12 0 16,0 0 6-16,0 0 0 0,0 1 2 0,2 15-1 0,-2-16-5 15,0 0-3-15,0 1-4 0,-15 19-40 16,9-14-12-16,-1 0 0 0,1 1 0 0,-1-1 14 0,-1 1 6 15,1-1-5 1,1 0 4-16,1 0-19 0,1-1-14 0,4-5 3 16,0 1-7-16,0-1-5 0,-3 17 20 0,3-17-2 0,0 0 12 15,1 0 20-15,-1 1 8 0,17 10-1 0,-17-11 4 16,0 0-2-16,18 5 16 0,-18-5-3 0,1 0 10 16,17 6 16-16,-18-6-1 0,0 0 2 0,17 11-6 15,-17-11-20-15,0 0 6 0,9 17 2 0,-9-17 2 16,2 16 8-16,-3-6 1 0,-1 0-4 0,-2 3 2 0,0-1-8 15,-1 1-29-15,-1 0-5 0,0-2-16 0,1 0-70 16,-1 0-98-16,0-3-15 0,1-2-42 0,0 0-178 0</inkml:trace>
  <inkml:trace contextRef="#ctx0" brushRef="#br0" timeOffset="16846.73">11101 6873 1858 0,'0'0'483'0,"0"-1"-283"16,0 1-56-16,5-17-34 0,-5 17 22 0,0 0-14 16,0 0 3-16,0-1-7 0,0 1-16 0,1 0-23 15,0 0-3-15,-1 0-8 16,0 0-14-16,0 0-14 0,1 0 1 0,13 25-5 15,-12-14 3-15,0 3-2 0,1 3-3 0,0 3 1 16,-1 1 0-16,0 4 0 0,0 2 0 0,-1 0-1 16,1 1-11-16,-2 0-2 0,0 2-2 0,0 1-1 15,-2 2-4-15,-1 2-5 0,-1-1 1 0,1 0-3 16,0 0 3-16,1 2-5 0,-1-1 2 0,1 1-3 16,-3-1 0-16,2-3 0 0,0-1 0 0,1-1 0 15,-1-1 0-15,0 0-4 0,2-1-7 0,-1-4-2 16,1 0-52-16,1-3-50 0,-1-1-11 0,0-2-20 15,1-2-94-15,-2 0-130 0,1-2-47 0</inkml:trace>
  <inkml:trace contextRef="#ctx0" brushRef="#br0" timeOffset="17282.89">11425 7101 1556 0,'0'0'403'0,"-1"0"-208"0,1-1-44 0,0 1-24 15,-1-1 8-15,-12-18 10 0,13 19 0 0,0 0 4 16,0 0-18-16,0-1-30 0,0 1-10 0,0-1-7 0,-1 1-31 16,1 0-5-16,0 0 2 0,-1 0-3 0,-16 5-1 15,11 1-11-15,1 3 0 0,-1 3-5 0,-1 2-5 16,0 5-11-16,-1 0 3 0,0 4-5 0,1 1-3 15,-3 1 0-15,1 0-5 0,0 1 4 0,-2 0 1 16,0 0-9-16,1 1 6 0,0-2-7 0,0-1-2 16,0-3-60-16,3-4-7 15,-1-3-23-15,3-2-61 0,1-5-50 0,4-7-11 16,0 0-19-16,-1 1-99 0,1-1-185 0</inkml:trace>
  <inkml:trace contextRef="#ctx0" brushRef="#br0" timeOffset="17527.58">11343 7098 1473 0,'6'-11'312'0,"-1"2"-136"0,0 0-5 16,1 1-39-16,0 1-7 0,-2 2-17 0,-4 5-8 15,0 0-2-15,0 0-27 0,2 0-30 0,-2 0 0 0,0 0-12 0,18 6-5 16,-15 2 9-16,1 0 10 0,0 3-1 0,-1 0 33 16,2 1-4-16,0 3-3 0,0 1-2 0,1 2-23 15,0 2-10-15,0 1-3 16,0 0-2-16,0 3-21 0,-1-2 5 0,1 1 0 15,-2 0 1-15,0 0-1 0,0 1-1 0,-2 0-3 16,0-1 2-16,-1-1-5 0,-1-1-42 0,2-2-14 0,-2-2-16 16,0-3-84-16,-2-3-49 0,1-2-6 0,-1-2-17 15,2-7-40-15,0 0-163 0,0 1 921 0</inkml:trace>
  <inkml:trace contextRef="#ctx0" brushRef="#br0" timeOffset="17732.07">11273 7271 2144 0,'0'0'82'0,"0"0"29"16,0 0-70-16,0 0 8 0,0 0-5 0,0 1 7 15,1-1 5-15,-1 1 16 0,20 14 3 0,-19-15 3 16,15 4 5-16,-6-2-1 0,1-1-9 0,1 0 1 16,0 0-43-16,2 0-8 0,2 0-2 0,2-1-2 15,-3-1-7-15,1 1-3 0,-2-1-3 0,-1 1 1 16,-1 1-7-16,0-1 3 0,-2 2-7 0,0-2-6 15,-1 2-111-15,-2-2-132 0,0 2-21 0,0-1-47 16,0 0-169-16</inkml:trace>
  <inkml:trace contextRef="#ctx0" brushRef="#br0" timeOffset="17929.65">11648 7298 2491 0,'0'0'71'0,"0"0"67"0,0 0-23 0,0 0 35 0,0 1-53 16,-2 16-12-16,2-17-6 0,-2 15-4 0,1-6-31 16,-1 4 3-16,0-1 2 0,-1 2-1 0,1 1-12 15,-1 1-16-15,0 1-9 0,0-2-3 0,-1 0-36 16,1-2-181-16,2-1-22 16,0-2-84-16,1 0-337 0</inkml:trace>
  <inkml:trace contextRef="#ctx0" brushRef="#br0" timeOffset="18515.88">11744 7631 1938 0,'0'0'389'0,"0"0"-287"0,0 0-28 0,-1 0-60 15,1 0 27-15,0-1 0 0,0 1 1 0,-10-23 0 16,10 13 7-16,0-3-25 0,2-1 10 0,1-2-14 16,-1 0 18-16,1-1 7 0,-1 0 0 0,1-2 4 15,0 0 19-15,1-3 3 0,-1 0-1 0,-1-1-1 16,1-2-20-16,-1 1-17 0,2-1 0 0,0 0-8 16,2 0-16-16,0 0-1 0,0-1-4 0,3 1 2 15,0 2-2-15,2 1-4 0,0 1 2 0,1 4-2 0,0 0 4 16,-2 3 12-16,1 1-4 0,-2 0 7 0,-1 1 8 15,0 2 6-15,-1 2-1 16,0 3 1-16,-2 1-2 0,-5 4-14 0,0 0 6 16,1 0-10-16,-1 0-3 0,1 0-3 0,16 6-6 0,-14 1 3 15,2 4-3-15,-2-1 14 0,2 3-1 0,-2-1 5 16,1 2-2-16,-1 1 10 0,0 2-1 0,1 4 5 16,-1 2-9-16,1 2 1 0,-1 1-1 0,0 2 1 15,-1-1-4-15,1 0 3 0,-2 2-4 0,0 0 3 16,-1 1-5-16,0-1-7 0,-1 0 1 0,0-5-3 15,-1-2-1-15,1-3-35 0,-1-1-4 0,1-2-20 16,1-2-69-16,-1-3-79 0,0-2-7 0,1-9-29 16,0 0-66-16,0 1-138 0,0-1-45 0</inkml:trace>
  <inkml:trace contextRef="#ctx0" brushRef="#br0" timeOffset="18994.12">12229 7122 950 0,'0'0'334'0,"0"0"-156"0,-1 0-15 0,1 0-31 0,-1-1 19 16,1 1-19-16,0-1-5 0,-1 1-4 0,1 0-8 15,-1 0-10-15,0 0 1 0,1 0-4 0,0 0 3 16,0 0-10-16,-1 0 8 0,0 0-10 0,1 0-1 16,-1 0-17-16,1 0-3 0,0 1-7 15,-1-1-36-15,-7 18-7 0,8-18-5 0,0 1 1 16,0-1-8-16,0 1-4 0,-4 15-1 0,4-16 0 15,0 0 2-15,0 0-1 0,0 0 0 0,0 0-1 16,0 1-10-16,0-1 7 0,0 1-2 0,0-1 3 16,0 1-7-16,0-1 5 0,0 1-1 0,0-1 2 15,0 0-5-15,0 1 4 0,0-1-1 0,0 1 3 16,0-1-5-16,0 1-14 0,0-1 0 0,0 1-4 16,0-1 0-16,0 0 9 0,-1 1-2 0,1-1 4 15,0 1-4-15,-1-1 7 0,1 0-11 0,-1 0 4 0,1 0-39 16,0 0-14-16,-1 0 0 15,1 0-6-15,0 0-13 0,0 0-28 0,-1 0-7 0,0 0-12 16,1 0-75-16,-1 0-46 0,1 0-19 0,-1 0-15 16,1 0-121-16</inkml:trace>
  <inkml:trace contextRef="#ctx0" brushRef="#br0" timeOffset="19392.22">12212 7126 1975 0,'0'0'118'0,"0"0"26"0,0 0-12 0,0 0 13 16,0 0-35-16,0 0-24 0,0 0-6 0,0 0-4 16,0 1-10-16,-5 21 0 0,5-13 4 0,-3 1-2 15,1 3 6-15,0 0-14 0,-2 2 1 0,1 3-7 16,0-1-5-16,0 2-5 0,0 0-1 0,-1 0-3 16,1 0-18-16,-2 1-13 0,2 0-2 0,-1-1-3 0,1 1 0 15,-1-1-4-15,0-2 4 0,2 0-4 0,-1-2 9 16,-1-2-27-16,2 0-2 0,-1-4-13 0,1-1-44 15,1 0-21-15,1-8-7 0,0 0-5 0,0 0-27 16,0 0-48-16,-2 1-5 16,2-1-18-16,0 0-59 0,-1 0-19 0,-4-10-17 15,6-1-23-15,1-1-301 0</inkml:trace>
  <inkml:trace contextRef="#ctx0" brushRef="#br0" timeOffset="19609.07">12195 7161 1069 0,'4'-10'323'0,"1"1"-51"0,-2 1-8 0,-3 8-21 16,0 0-69-16,0-1-40 0,0 1-9 0,0-1-14 16,1 1-47-16,-1 0-17 0,0 0-2 0,1 0-5 15,-1 1-4-15,16 19 14 0,-12-9-2 0,-2 0 6 16,-1 0-8-16,3 2-5 0,-1 1 0 0,0 1-3 16,2 1-10-16,-1-1-2 0,0 2-8 0,-1-1 6 15,0 2-9-15,-1 0-5 0,-1 0 5 0,-1 2-6 0,1 1 2 16,-1-2-6-16,0 2-5 0,-1-3-3 0,-1-2-61 15,1-1-110-15,0-2-16 0,0 0-41 0,1-3-130 16</inkml:trace>
  <inkml:trace contextRef="#ctx0" brushRef="#br0" timeOffset="19831.09">12126 7397 1960 0,'0'0'404'16,"0"0"-291"-16,0 0-36 16,0 0-52-16,0 0 60 0,0-1-12 0,1 1 7 0,-1-1-13 15,19-13-12-15,-19 14-30 0,0 0 2 0,18-6-12 16,-18 6-14-16,0 0 0 0,19-6 1 0,-19 6-1 16,0 0-1-16,16-7-62 0,-16 7-12 0,1 0-25 15,20-8-92-15,-21 8-66 0,15-8-15 0,-6 3-33 16,1 0-205-16</inkml:trace>
  <inkml:trace contextRef="#ctx0" brushRef="#br0" timeOffset="20147.15">12325 7354 1163 0,'0'0'140'0,"0"0"491"15,0 0-597-15,0 0 88 0,1 1-16 0,-1-1 40 0,0 1-21 16,21 7-12-16,-21-8-6 0,0 0-2 0,18 1-18 15,-18-1-14-15,0 0-2 16,16 2-7-16,-16-2-22 0,1 0 0 0,-1 0 0 16,1 0-1-16,-1 1-6 0,16 17 2 0,-16-18-5 15,0 1 2-15,-3 16-9 0,3-17-4 0,0 0-2 16,-9 22-3-16,5-14-22 0,-1 0 7 0,1 0-1 16,-1-1 3-16,0 0-6 0,2 0 1 0,-1-1-3 0,1-1 3 15,3-5-5-15,0 0 1 0,0 1-1 0,0-1 1 16,-5 19-2-16,5-19-8 0,0 0 2 0,0 0-2 15,0 0 10-15,0 1-14 0,1-1 2 0,16 8-6 16,-17-8-7-16,0 0 11 0,1 0-9 0,17 2 7 16,-18-2-19-16,0 0-57 0,0 0-7 0,20-8-27 15,-20 8-89-15,0 0-91 0,18-9-32 0</inkml:trace>
  <inkml:trace contextRef="#ctx0" brushRef="#br0" timeOffset="20797.89">12513 6759 2699 0,'0'0'51'0,"0"0"-12"0,0 0 3 15,0 0-2-15,0 0 19 0,6 17-1 0,-2-8 3 16,-1 3-1-16,2 3 16 0,-2 2 1 0,2 1 0 0,-1 3-2 16,-1 1-15-16,0 2-13 0,0 2-1 15,-1 2-3-15,0 0 10 0,-2 2-15 0,2 0 3 16,-2-1-8-16,-2 0-5 0,0 3-9 0,0 0 0 0,-1 1-5 16,1-1-5-16,0-3-5 0,0 1 3 0,0-1-3 15,0 1 0-15,1 0 4 0,-1 0-1 0,2-2 1 16,-2-1-2-16,1-2-1 0,0 1-2 0,0-1 2 15,-2 0 4-15,2 2-1 0,-2-1 4 0,2-2-4 16,-1 0-2-16,0-1 4 16,-1-1-5-16,1-1 5 0,-1 0-4 0,0 0-4 15,0 1-1-15,-1-4-4 0,1 0-30 0,0-2-37 0,1-2-13 16,-1 0-13-16,-1-3-86 0,1-1-102 0,-2-1-26 16,3-4-46-16,2-5-272 0</inkml:trace>
  <inkml:trace contextRef="#ctx0" brushRef="#br0" timeOffset="26325.61">5891 7811 1908 0,'-4'-2'124'0,"-3"-1"-3"0,7 3-1 0,0 0-15 15,-1 0-76-15,1 0-12 0,0-1-2 0,-1 1 11 16,1 0 13-16,-17-11-4 0,17 11-4 0,0 0 2 16,0 0-2-16,0 0 1 0,0 0-2 0,0 0 0 15,0 0-4-15,0 0 0 0,0 0 5 0,1 0-5 16,-1 0-2-16,19 1-1 0,-19-1-1 0,1 0 1 15,21 4-4-15,-12-3-2 0,0-1 3 0,3 1-2 16,-1-1 9-16,1 0-11 0,2 0 1 0,-1 0-4 16,-1 0-2-16,2-1-2 15,-2 1-2-15,2 0 2 0,-1-1 7 0,1 1-1 16,0 0 4-16,3 0-3 0,1 0-1 0,-1 0-2 16,1 0-5-16,-1 0 4 0,1 1 1 0,-1 0-8 15,1-1 6-15,-2 0-6 0,0 2 10 0,2-2-5 16,1 0 5-16,3 1-6 0,0-1-1 0,0 1 1 15,-1-1-7-15,0 0 6 0,-2 0-1 0,-2 1-3 0,-1-1 5 16,1 1-5-16,-1 0 0 0,2 0 1 0,2-1 0 16,0 1 1-16,-1-1 1 0,1 1 4 0,-1-1-2 15,-2 0 1-15,1 0-3 0,-1 0 6 0,-2 0-1 16,1 0 3-16,0-2-1 0,2 1 3 0,2-1-2 16,0 1 1-16,-1 0-3 0,-2 0-5 0,-1-1 0 15,-2 2-3-15,-1-1 1 0,-1 0-4 0,-1 0 2 16,0 1-2-16,-2 0 4 0,1 0 0 0,-2 1 0 0,1 0-1 15,0 0-4-15,0 0 3 0,0 1-3 16,-1-1 2-16,0 0 2 0,-2 0-3 16,0 0 6-16,-1 0-5 0,-6-1 5 0,0 0-4 15,1 0-2-15,16 4 0 0,-17-4 3 0,0 0-2 16,1 0-8-16,-1 0-3 0,1 0-63 0,0 0-62 0,-1 0-8 16,0 0-22-16,0 0-67 0,0 0-79 0,0 0-13 15,0 1-71-15,0-1-562 0</inkml:trace>
  <inkml:trace contextRef="#ctx0" brushRef="#br0" timeOffset="26873.93">5892 7786 2265 0,'-15'-4'388'0,"4"0"-260"15,2 2-12-15,9 2-15 0,0 0-111 0,0 0-7 16,-1 0-5-16,0 0 4 0,1 0 5 0,-1 0-19 0,1 0 0 15,0 0-6-15,0 0 9 0,13 3 18 0,-2 2 1 16,0 0 5-16,2 0 10 0,0 0 15 0,1 0 1 16,0 0 7-16,0-1 16 0,0 0 11 0,2 0 1 15,-1-2 1-15,0 1-4 0,2-2 8 16,0-1-3-16,1 0 4 0,4 0-11 0,1-1-17 16,2-2-2-16,3 1-5 0,-1-2-11 15,-2 2-6-15,-1-1 0 0,-2 0-3 0,2 1 2 0,1-1-7 16,1 1 5-16,4 1-6 0,-3-1 10 0,0 0-5 15,-1 0 2-15,-3 0-3 0,1 1 2 0,2-1 2 16,1-1-2-16,2 0 3 0,0 1 7 0,-2 0-2 16,-1 1 5-16,-3-1-5 0,-1 1 0 0,0 0-3 15,1-2-5-15,2 3 2 0,0-1-3 0,0 0-1 16,0 1 2-16,-4 0-1 0,-1 0-2 0,-3 1-3 16,-1-1 6-16,0 1-4 0,-4 1 7 0,1-2-6 15,1 2-2-15,-3-2 1 0,1 2-1 0,-2 0-2 16,-2 0 5-16,0 1-3 0,-1-1 8 0,0 1-7 15,-7-3-1-15,0 0-4 0,0 0-27 0,0 0-131 16,17 11-33-16,-17-11-54 0,0 0-312 0</inkml:trace>
  <inkml:trace contextRef="#ctx0" brushRef="#br0" timeOffset="30535.09">7866 7849 2252 0,'-7'-3'137'0,"1"0"-5"0,0 1 0 0,6 2-12 0,0 0-82 0,0 0-38 0,-1 0 2 15,1-1 3-15,0 1 17 0,0-1-9 0,-13-15 1 16,13 16-4-16,0 0-1 0,0 0-2 16,0 0 0-16,1-1-2 0,0 1 5 0,18-15 3 15,-19 15 3-15,1 0 1 0,16-8 16 16,-9 6-2-16,0 0 5 0,1-1-5 0,0 1-4 0,1-1 0 15,2 0-8-15,0 1 5 0,-1 0-9 0,1 0 5 16,2 0 0-16,0 0 1 0,0 0-1 16,1 2-8-16,1-1 0 0,1-1-2 0,0 1-3 0,3-1-2 15,1 0 0-15,2 2-2 0,0 0 2 0,0 0 0 16,1 1-1-16,-1-1 1 0,-1-1-11 0,2 1 8 16,0-1-1-16,2 1 4 0,1 0-5 0,-2 0 10 15,0 0 0-15,-2 0 5 0,-1 2 13 0,0-1-1 16,-1 0 0-16,2 0-3 0,1 0-7 0,1-1-9 15,1 0 4-15,0 2-5 0,-1-1 7 0,-1 0 4 16,-1 0-3-16,2 1 3 0,1-1 4 0,2 1-13 0,3-1 5 16,-1 1-8-16,-2 1 4 15,-1-1-5-15,-3 0 1 0,1 1-3 0,1-1-1 16,2 1 0-16,0 1 4 0,-1-1-2 0,-1 0-1 0,-2 0 12 16,1 0-8-16,-1-1 10 0,0 0 2 15,4-2 0-15,1 0 3 0,1 0-3 0,0-2-2 0,-3 0-6 16,0 2 0-16,-1-3-3 0,0 1-4 15,1 0 3-15,2 0-2 0,-2 1 3 0,-2 0-7 16,-2 1 2-16,-3 0-3 0,-1 0 2 0,-2 1 7 16,-2 0-9-16,1 0 8 0,-3 0-9 0,0 1 1 0,0 0 1 15,-1 0-4-15,0 1 0 0,-1-1-45 0,-2-1-129 16,1 2-38-16,-2-1-50 0,3 1-327 16</inkml:trace>
  <inkml:trace contextRef="#ctx0" brushRef="#br0" timeOffset="34020.85">8140 7776 2528 0,'-5'-3'107'15,"1"0"-11"-15,4 3 39 0,0 0-89 0,-1 0-19 16,1 0-35-16,-1 0 12 0,1 0-4 0,0 0 10 16,-1 0-6-16,1 0-1 0,-1-1 2 0,1 1-2 15,0-1-3-15,0 1 14 0,0-1-7 0,0 1 12 16,0 0 10-16,0 0 7 0,0 0 6 0,0 0-3 16,0 0 10-16,1 0-7 0,-1 0-1 0,1 0-2 15,15-1 1-15,-16 1-6 16,0 0 4-16,1 0-5 0,15 0-1 0,-16 0-11 15,1 0-3-15,18-6-3 0,-10 5-2 0,-1-1-5 16,2 0 0-16,0 1-2 0,1-1-4 0,-1 1 2 16,2 0 3-16,-3 0-3 0,2-1-2 0,-1 0 4 0,0 0-2 15,0 1 4-15,2 1-6 0,-2 0 5 0,2 1-2 16,-2 0 3-16,0 0-9 0,1 0 3 0,-1-2 1 16,-1 2 3-16,1-1-2 0,-1 1 5 0,0 0-8 15,0-1 8-15,0 0-9 0,0 0 3 0,-2 0 4 0,1 0-1 16,0 0 2-16,-1 1-8 0,1 1 0 15,-1-2-2-15,0 0 6 0,1 0 0 0,-1 1 1 16,1 0-2-16,-2 0-1 0,0 1-6 0,0-1 4 16,-6-1-6-16,0 0-9 0,1 0-116 0,17 6-19 15,-18-6-48-15,0 0-226 0</inkml:trace>
  <inkml:trace contextRef="#ctx0" brushRef="#br0" timeOffset="37849.56">11177 7930 2804 0,'0'0'150'16,"0"0"-36"-16,0 0-6 0,-1-1-83 0,0 1-53 0,1 0 15 16,0-1-2-16,0 1 15 0,0-1 2 15,0-17-1-15,0 18-3 0,0 0 2 0,0 0 2 0,21 1-15 16,-20-1 5-16,14 1-8 0,-5-1 13 15,0 0 10-15,1 2 1 0,0-2 4 0,0 0 8 0,0 0 4 16,0-1-3-16,-1 0 3 0,2 1 1 0,-2-1 1 16,0 0 3-16,2 1-3 0,0-1-4 0,0 0-2 15,3 0-2-15,0 1 0 16,1-1-10-16,0 0 2 0,1 0-5 0,0 0 3 16,1 0-9-16,-1 0 5 0,2 1-1 0,-2 0 1 0,0 0-5 15,3-1 2-15,-2 0-1 0,3 0 2 16,2 1-2-16,-3 0 1 0,1 0 2 0,-2 1-1 15,1-1 7-15,-3 1-5 0,0 0 0 0,-1-1-3 16,1 2 5-16,1-1 4 0,2 1 3 0,2-1 0 16,0-1 5-16,-1 2 1 0,0-1-5 0,-3 0 3 0,2 1-10 15,-3-1 1-15,-1 0 1 0,1 1-1 0,0-1-2 16,1 0-2-16,2 0 1 0,-1 0-2 0,0 0 5 16,-1 0 1-16,0 0 0 0,-2 0 1 0,1 0-1 15,-3-1 8-15,1 3 0 0,-1-3 1 0,-1 1-5 16,2 0 1-16,0 0 0 0,1 1 1 0,0-1-5 0,1 2-1 15,-1-3-3-15,0 1 1 0,-1-1-2 0,-2-1 3 16,0 1 1-16,-2 1 0 0,1 0-2 0,-3 0-3 16,1 0 2-16,-1 0-3 0,-1 0 4 0,1 1-5 15,-1 0 0-15,-1-1-1 16,1-1 3-16,-1 0 0 0,1 1-2 16,0-1 0-16,1 0-5 0,-1 0 7 0,0 0-4 0,0 0 5 15,-1 0-5-15,0 0-1 0,0 0-1 0,-7 0-1 0,0 0-13 16,0 0-156-16,17 0-21 0,-17 0-71 0,0 0-302 0</inkml:trace>
  <inkml:trace contextRef="#ctx0" brushRef="#br0" timeOffset="41851.46">10410 7740 2354 0,'0'0'156'0,"0"0"5"0,0 0 0 0,-1 0-26 16,-16-7-89-16,17 7-57 0,0 0 7 0,0 0-8 15,0 0 6-15,0 0-7 0,0 0 2 0,0 0-2 16,0-1 14-16,0 1-6 0,1-1 2 0,-1 1-4 16,22-9 13-16,-22 9 7 0,0 0 1 0,18-6 4 15,-18 6 10-15,0 0-1 0,19-4 5 0,-19 4-2 16,0 0 14-16,18-5-5 0,-17 5 3 0,0 0-3 15,20-3-7-15,-12 3-8 0,-1-2-3 0,2 2-1 16,0-1-7-16,0-2-3 0,2 1-1 0,-2-1-1 16,1 0-4-16,0 1 5 0,0 0-4 0,1 0 5 15,0 1-8-15,-1-2 3 0,-1 0 0 0,1 1 1 16,0-1-4-16,-1 2-2 0,-1-2 4 16,0 1-2-16,2 0 11 0,-1 1 1 0,3-1-4 15,-1 1 4-15,-2 0 2 0,3 0-7 0,-3-1 6 16,2 1-7-16,-1 0 7 0,-2 0-6 0,2-1 2 15,-2 0-4-15,1 1 4 0,-1 0-4 0,-1 0-3 16,1 0 1-16,-2 1 0 0,0-1-1 0,0 0 2 0,-7 1-2 16,0 0 0-16,0 0-1 0,18 0 7 0,-18 0-5 15,0 0 2-15,1 0-1 0,-1 0-2 0,1 0 1 16,17 1 3-16,-18-1-4 0,0 0 0 0,0 0-2 16,0 0 3-16,0 0-4 0,1 0-1 0,-1 0 0 15,1 0 0-15,15 0-7 0,-16 0 7 0,0 0-9 16,0 0-31-16,0 0-109 0,0 0-10 0,0 0-42 15,0 0-133-15,0 0-375 0</inkml:trace>
  <inkml:trace contextRef="#ctx0" brushRef="#br0" timeOffset="46168.32">6017 7879 2214 0,'0'0'195'0,"-1"-1"-55"0,1 1 88 16,0-1-179-16,-1 1-28 16,1-1-35-16,-1 1 19 0,-11-17-7 0,12 17 18 15,0 0-12-15,0 0 0 0,0 0 0 0,0 0 0 16,1 0 8-16,18-4 5 0,-19 4-4 0,1 0 5 0,18 1 3 15,-10-1 0-15,1 0 8 0,0 1-6 16,3-1 10-16,1 0-8 0,4-1 1 0,2 0-3 16,0 1-4-16,2-1-3 0,-1-1-2 0,3 0 0 0,-3 1-5 15,2-1 10-15,1 0-4 0,3 0 7 0,3 0-6 16,2 0-5-16,-1 1 3 0,-2-2-3 0,0 1 9 0,0-1-8 16,2 1 6-16,1-1-6 0,1-1 14 0,0 1-9 15,-3 0 5-15,-3 1-7 0,-2 1-2 0,0-1 3 16,0 0-5-16,1 0 4 15,-1 1-3-15,-3 1-8 0,-2 0 7 0,-2 0-7 16,-2 1 9-16,-3 0-3 0,-1 0-5 0,-1 0 4 16,-1 1-6-16,-1 0 3 0,-1-1 0 0,1 0 0 0,-1 1-4 15,0-1-81-15,1 1-16 0,1-1-35 0,-2-1-153 16,4 1-182-16,1-1-101 0</inkml:trace>
  <inkml:trace contextRef="#ctx0" brushRef="#br0" timeOffset="47379.5">1508 7708 2995 0,'-10'-2'151'16,"1"1"-61"-16,1 0 73 0,8 1-188 0,0 0-20 16,0 0-22-16,-1 0 10 0,0 0-2 0,1 0 13 15,0 0 13-15,0 0 24 0,0 0-4 0,0 0 11 16,14 5 2-16,-4-5-3 16,3 1-2-16,1 0 0 0,2-1 3 0,-1 0 4 15,2 0 3-15,0-1 0 0,-1 0-4 0,2 1 5 16,-2-3-5-16,0 2 5 0,1-1 2 0,3 1-2 15,2 1 7-15,2-1-5 0,1 1 9 0,0-1-13 16,0-1 0-16,1 0-4 0,0 1 2 0,2 1-4 16,3-1 2-16,3 0-1 0,1-2 7 0,1 1-10 15,-3-1 7-15,2 0-8 0,1 1 10 0,3-3-7 0,1 1 3 16,0 0-3-16,-2-1 12 0,1 0-8 0,3 0-2 16,3 0 0-16,0 1 2 0,-2-1 1 0,1 1-2 15,0 0 0-15,3 2-1 0,-1 0-1 0,-2 2 2 16,1 0-2-16,1 0 1 0,2 0 4 0,-1 1-2 15,-4 0 3-15,4 1-5 0,-1-1 0 0,2 0 0 16,-2 0-1-16,-1-1 1 0,1 0 33 16,1-2-10-16,1 1 17 0,-1-1-24 0,-1 0-8 0,1-1 4 15,1 0-6-15,-1 0 3 0,-2 1-6 0,-1 0 4 16,-1 1-6-16,2-1 3 0,-3 1 0 0,-2 0-1 16,-1 1 2-16,1 0-1 0,2 0 0 0,0 0-1 0,-4 1 2 15,-2 0 3-15,1 0-8 0,1 0 3 0,1-1-3 16,1 1 1-16,-3-1 15 0,-2 0-1 0,3 0 5 15,-1 0 2-15,3-1-16 16,0 1 5-16,-5 0-8 0,0 0 1 0,0-1 3 16,1 1-4-16,0 0 4 0,1 0-4 0,-7 0 4 15,0 0-2-15,-2 0 2 0,1 0-9 0,2 0 17 16,0-1 10-16,-2 1 4 0,-2 1 24 0,-3-1-25 0,-4 1-4 16,-1-1-6-16,0 0-5 0,1 1-1 0,2 0-2 15,-2-1 0-15,-1 0 3 0,-3 1-9 0,1 0 4 16,-2 0-6-16,-2 0 4 0,-2-1 2 0,0 1-1 15,-3-1 1-15,0 1 1 0,-1 0-5 0,-1 0 2 16,0 0-6-16,-6-1-39 0,0 0-144 0,0 0-35 16,17 6-53-16,-17-6-299 0</inkml:trace>
  <inkml:trace contextRef="#ctx0" brushRef="#br0" timeOffset="49391.83">6040 7910 2564 0,'-4'0'131'0,"4"0"-33"0,-1 0 53 0,0 0-174 15,1 0-10-15,0 0-41 16,0 0 50-16,0 0 1 0,0 0 16 0,0 0-6 16,0 0 2-16,20-2 6 0,-9 1-3 0,2-1 13 15,3 0 0-15,0-2-4 0,3 0 4 0,0 0-3 16,2-1 2-16,3-2 0 0,-2 1 1 0,-1 0 6 15,1-1-11-15,-1 1 4 0,2-1-5 0,0 2 9 16,0-1 14-16,1 0 1 0,-1 2 4 0,0-1-2 16,-4 1-2-16,-1 2-1 0,2 0 1 0,-4-1 7 15,2 2-8-15,0-1 1 0,2 1-4 0,0 0 2 0,-1 0-7 16,1 0 3-16,-1 0-4 0,0 1 5 0,-1 0-9 16,-1 1 1-16,0 0-4 0,-2 0-1 0,0 1-2 15,1-1 0-15,0 1-1 0,0-1 2 0,-1 1-1 16,0 0 1-16,-1 0-2 0,-2-1 2 0,-1 1 2 15,0-1-1-15,-1 2 1 0,-1-1-10 0,1 0 4 16,0 1 0-16,0 0 1 0,-1-1-26 0,2 1-300 16,-1 0-4-16,4 0 6 15,7-2 1326-15</inkml:trace>
  <inkml:trace contextRef="#ctx0" brushRef="#br0" timeOffset="50078.59">8021 7716 1802 0,'-6'-1'153'0,"-1"-1"36"0,-1 1 8 0,1-1-71 15,1 0-65-15,2 2-34 0,4 0 2 0,-1 0 7 16,0 0 26-16,-16-5-6 0,17 5-4 0,0 0-2 15,0 0-17-15,0 0-12 0,0 0-5 0,0 0-3 16,0 0-19-16,0 0 4 0,0 0-1 0,1 0 3 16,-1 0 0-16,17 2 6 0,-17-2 0 0,1 0 2 15,21 2 1-15,-12 0 12 0,-1-2 1 0,1 0 5 16,1 0 4-16,-1 0-4 0,3 0 0 0,3-1-2 16,1 1-6-16,2-1-3 0,1-1-3 15,2 1 0-15,-2 1-4 0,1 0-6 0,0-1 1 16,0 1-3-16,2-1 0 0,1 2 1 0,3 0 0 15,0 0-1-15,0 0 2 0,0 0-3 0,-1 0 0 16,-2 0-2-16,-1 0 2 0,2 1 1 0,2-1-1 16,1 0 1-16,0 1 0 0,-1-2 15 0,0 0-2 15,-2 2 6-15,-1-1-2 0,0 0 4 0,2-1-5 16,1 0 4-16,0 0-8 0,0 2-4 0,-1 0 2 16,-2 0-4-16,-2-1-7 0,-1 0 5 0,-1 1-2 0,0 1 4 15,1-1-2-15,0 1-3 0,0-1 1 0,-2 0-2 16,-1 2 7-16,-1-1-3 0,-1 0 1 0,-1 0-3 15,-2 0 1-15,-1 2-1 0,-1-3-2 0,2 2 0 16,0-2 0-16,0-1 5 0,2 1 4 0,-1 0-2 16,0-1 1-16,-1 0-4 0,1 1 4 0,-2-2-3 15,1 0 4-15,-1 0-7 0,-1 1-1 0,0 0 0 16,0 1 2-16,-3-1 0 0,0 0 0 0,1 0 0 16,-2 1-1-16,1 0-4 0,-2 0 1 0,1 1-1 15,-2-1-1-15,1 1-164 0,1 1-41 16,1 1-64-16,2 1-342 0</inkml:trace>
  <inkml:trace contextRef="#ctx0" brushRef="#br0" timeOffset="64165.06">5937 7846 2260 0,'-5'-2'166'0,"5"2"18"16,0 0 1-16,-1 0-109 0,1 0-65 0,-1 0-49 0,1 0 5 15,-1 0 1-15,1 0 53 0,0 0-5 0,-1-1 1 16,1 1-3-16,0 0 0 0,0 0-4 0,0 0-2 16,0 0 0-16,1 0-2 0,21-7 14 0,-14 6 0 15,1 1 4-15,0 0 4 0,1 1-1 0,0-1-4 16,0 0 1-16,2 0-1 0,-3 0-1 0,2 1 11 15,0 0-7-15,-1-1 8 0,-1 1-1 0,3-1-5 16,-1 1 3-16,3-1-3 0,1 1-4 0,0-1 6 16,1 1-4-16,-1-1 2 0,0-1-9 0,1 1 2 15,0-1-3-15,1 0 2 0,-2 0-3 0,0 1 2 16,0 0 0-16,-2 0-5 0,3 0 7 0,1-1-9 16,0 1 10-16,0 0-7 0,-1 0 2 0,2 0 1 15,-2 0 0-15,2 1 7 0,-1-1-8 16,0-1 0-16,0 0-3 0,-2-1 6 0,0 2-6 15,2-2 5-15,2 0-7 0,2 0 1 0,-1 0 1 16,1-1-2-16,-3 0 0 0,1 0-11 0,-2 0 8 16,0 1-4-16,-2-1 5 0,0-1-6 0,1 1 2 15,-2-1 0-15,1 1 0 0,0 0-6 0,1 0 7 16,0 1 0-16,0 0 5 0,-2 0 13 0,0 1-12 16,-2-1 4-16,-1 1-6 0,0 0-3 0,0 1-1 15,-1-2-3-15,-1 2 2 0,-1 0-1 0,-1-1 4 16,0 1-1-16,0-1 2 0,-7 1-1 0,0 0-7 15,1 0 2-15,16 0-4 0,-17 0 0 0,0 0 0 0,0 0 0 16,0 0 0-16,1 0 0 0,-1 0 0 16,1 0 0-16,-1 0 0 0,0 0 0 0,0 0 0 15,0 0 0-15,0 0-3 0,0 0-38 0,0 0-108 16,0 0-28-16,0 0-40 0,0 0-242 0</inkml:trace>
  <inkml:trace contextRef="#ctx0" brushRef="#br0" timeOffset="73352.38">6007 8199 1591 0,'0'0'164'0,"0"0"-27"0,0 0 67 16,-1 0-121-16,1 0-22 0,-16-7-40 0,16 7 4 0,0 0-4 15,0 0 5-15,0 0-22 0,-1 0-1 0,1-1-3 16,0 1 3-16,0 0-3 0,0-1 13 0,0 1 7 16,0-1 2-16,3-15 21 0,-3 16 7 0,0 0-3 15,1 0 4-15,0 0-7 0,17-2-14 0,-18 2-1 16,0 0-5-16,1 0-6 0,20-2-1 0,-21 2-1 15,0 0 0-15,17 2-4 0,-17-2-5 0,0 0 4 16,1 0-6-16,18 8-1 0,-19-8 5 0,0 0 0 16,1 0 3-16,-1 0 8 0,1 1 0 0,0-1 1 15,-1 1 0-15,16 18 2 0,-16-19-2 0,0 0-7 16,0 1 4-16,0-1-5 0,-8 18 2 0,8-18 0 0,0 0-2 16,-1 1-9-16,-11 17 7 0,12-18-1 0,0 0 3 15,-16 17-5-15,10-11 3 0,0-1-7 0,0 0 5 16,1 0-9-16,-1 0 5 15,1 0-3-15,0-1 3 0,0 1-1 0,0-1-4 16,0 0 6-16,0 0-6 0,0-1-1 0,5-3 3 16,-1 0-5-16,0 1 5 0,1-1-3 0,-1 0-2 15,1 1-2-15,0-1-1 0,0 1-11 0,-1-1 0 16,-6 16 2-16,7-16-2 0,0 0 2 0,1 0 11 16,-1 0-4-16,20 4 7 0,-20-4-8 0,0 0 4 15,1 0 0-15,18 3 1 0,-19-3 2 0,1 0 2 16,-1 0-3-16,21 8 3 0,-21-8 2 0,0 0-2 15,1 0 5-15,-1 1-5 0,19 11 3 0,-19-12-2 0,0 0-1 16,1 0-1-16,-1 1 1 0,11 15 5 0,-11-16 2 16,0 1 0-16,0-1-1 0,3 17 9 0,-3-17-1 15,0 1 4-15,0-1-9 0,-11 22 7 0,11-22-8 16,0 0 7-16,-13 17-11 0,13-17-1 0,-1 1 2 16,-10 20-1-16,11-21 4 0,-1 1-8 0,1-1 2 0,-17 19-3 15,17-19 5-15,0 0-30 16,-1 1-7-16,1-1-15 0,-18 18-65 0,18-18-81 15,0 0-14-15,0 0-32 0,-1 0-144 0</inkml:trace>
  <inkml:trace contextRef="#ctx0" brushRef="#br0" timeOffset="74102.37">6366 8298 2078 0,'0'0'151'0,"0"0"-73"0,0 0-40 16,0 0 1-16,0 0-87 0,0 0 33 0,0 0-6 16,0 0 19-16,0-1 10 0,0 1-10 0,0-1 2 0,0-16-6 15,0 17 6-15,0 0 15 0,0-1 2 0,2-20 6 16,-2 20 6-16,0 1 8 15,-3-23 0-15,1 14 4 0,0-1 5 0,1 1 7 16,-1-1-6-16,0 3 5 0,0-2-24 0,0 2-7 16,0-1-2-16,-1 1 1 0,1 0 8 0,-2 1-3 15,2 0 7-15,-2 1-7 0,0 0 5 0,1 0-7 16,-2 0-3-16,0 1 0 0,0 0-4 0,5 4-3 16,-1 0 3-16,0 0-3 0,0-1-3 0,1 1 4 15,-18-13-7-15,18 13 4 0,0 0-7 0,-1 0-10 16,1 0 7-16,-1 0-8 0,-15 4-3 0,16-4-11 15,0 0 2-15,0 1-4 0,-11 17 12 0,11-18 5 0,-10 15 1 16,6-6 2-16,1 1 8 0,0 0-5 0,0 1 2 16,2 0-2-16,0 0 1 0,-1 0-5 0,2 0 7 15,0-2-5-15,2 0 7 16,0-2-6-16,1 0-5 0,0-1 0 0,1-1 0 0,0-1 0 16,-4-4 1-16,1 0-2 0,0 0-6 0,18 6-5 15,-19-6 1-15,1 0-1 0,16-5 13 0,-17 5 8 16,1 0-1-16,20-10 4 0,-12 6-6 0,0 0 7 15,-2 0-2-15,0 0 4 0,1 0-4 0,-3 0 3 16,0 0 2-16,-5 4 0 0,1 0 1 0,-1 0 5 16,1 0-2-16,15-13 2 0,-16 13 4 0,0 0 4 15,0 0 0-15,0 0 2 0,1 0 3 0,0 0-13 16,-1-1 4-16,0 1-7 0,0 0-2 0,0 0-4 16,1 0 3-16,-1 0-4 0,0 0-2 0,0 0-2 15,0 0-2-15,0 0 1 0,0 1-1 0,0-1-4 16,5 22 1-16,-5-22 0 0,-2 16 7 0,1-7-3 15,0 2 2-15,-1 0-3 0,0 0-2 0,1 1 6 16,-1 0-3-16,1 0 5 0,0-1-4 0,0 0 6 16,0 1 0-16,0-1 2 0,1-1 3 0,-2 1-1 15,2 1-2-15,0 0 0 0,0 0-1 0,0 0 1 0,2-1-1 16,-2-2 1-16,0 1-6 0,2-1 1 0,-1 0 1 16,1-2 0-16,-1 0 6 0,0 1-7 0,0-3 3 15,1 1-5-15,-2-6 4 16,0 1-4-16,0-1 2 0,0 0-3 0,0 1-2 15,6 15-62-15,-6-16-26 0,0 0-22 0,0 0-172 16,0 0-254-16</inkml:trace>
  <inkml:trace contextRef="#ctx0" brushRef="#br0" timeOffset="75270.1">5675 8668 1379 0,'0'0'230'0,"0"0"8"15,0 0 37-15,0 0-122 0,0 0-86 0,0 0-42 0,0 0-1 16,-1 0-10-16,1 0 19 0,0 0-16 0,0 0 9 15,0 0-10-15,0 0 22 0,0 0 6 0,0 0 0 16,0 0 2-16,1 0 0 0,-1 0-7 0,0 0 1 16,20-1-1-16,-20 1 10 0,0 0-9 0,18 3 7 15,-18-3-9-15,17 2-1 0,-7-1-15 0,1-1-1 16,1 1-3-16,0 0-1 0,1 0-6 0,1 0 4 16,-1 0-5-16,1 1-3 0,-1-1-2 0,2 0-3 15,2 1 2-15,2-1 3 0,2 0 1 0,-1 0-2 0,3 0 2 16,-1-1 3-16,1 1-4 0,0-1 5 0,-1 0-7 15,0-1 8-15,3 0 1 0,-1 0 0 0,2 0 0 16,-1 1-2-16,-2-1 10 16,0 1-1-16,-3 0 4 0,0 0-4 0,-2 0 2 15,1 0 1-15,-1 0 0 0,4 0-1 0,-1 0-7 16,1 0 1-16,-2-1-3 0,0 0 3 0,-2 0-1 16,0 0-4-16,-2 0 1 0,-1-1-4 0,-1 1-4 15,0-2 2-15,0 2-3 0,1-1 3 0,-1 0-2 16,0 2-2-16,-1-2 1 0,-3 1 1 0,-1 0-3 15,-1 0 2-15,-1 1-3 0,-7 0-2 0,0 0-1 16,0 0-4-16,1 0-4 0,17-2-69 0,-18 2-84 16,0 0-11-16,0 0-26 0,0 0-57 0,0 0-65 15,0 0-35-15</inkml:trace>
  <inkml:trace contextRef="#ctx0" brushRef="#br0" timeOffset="76001.9">5979 8854 2274 0,'0'0'121'0,"0"0"-65"15,0 0-1-15,0 0-28 0,0 0-27 0,0 0 15 16,0 0 2-16,0 0 2 0,0 1-19 0,0-1 6 16,0 0 0-16,-5 17 4 0,5-17 15 0,0 0 16 15,0 0-2-15,0 0 7 0,0 1-7 0,0-1 7 0,4 16-2 16,-4-16 3-16,0 0-10 0,0 1-1 0,0-1-6 16,0 1 1-16,-4 17-19 0,4-18 2 15,0 0-1-15,0 1 2 0,0-1-2 0,-9 19-12 0,9-19 6 16,0 1-7-16,0-1 7 0,0 0-4 0,-4 19-3 15,4-19 1-15,0 0-1 0,0 0 0 0,0 1-3 16,0-1 3-16,5 18-8 16,-5-18-3-16,0 0 5 0,0 0-3 0,0 1 13 15,1-1-7-15,17 19-3 0,-18-19-1 0,1 0-1 0,-1 0 1 16,19 14 7-16,-19-14-4 0,1 0 3 0,-1 0 4 16,21 10-3-16,-21-10 2 0,0 0-9 0,17 7 10 15,-17-7-6-15,0 0 7 0,0 0-1 0,17 10-2 16,-17-10 7-16,0 0-6 0,0 0 3 0,0 1 8 15,1-1-2-15,-1 1 6 0,1-1 0 0,14 17 0 16,-15-17-3-16,0 0 2 0,0 1 0 0,0-1 2 16,0 1-2-16,3 18 1 0,-3-19-10 0,0 0 9 15,0 0-2-15,0 1 5 0,-10 16 3 0,10-17-7 16,0 0 4-16,-1 1-5 0,-19 17-2 0,13-12 2 0,0-1-4 16,-2 0 4-16,1-1-7 15,-1 0 1-15,1 0-3 0,-1-1 1 0,0-1-7 16,1 1-23-16,-2 0 5 0,1 0-13 0,0 0-16 0,0-3-30 15,0 1-7-15,0-1-8 0,0-1-32 0,2 1-76 16,1-3-19-16,-2-1-36 0,1-1-233 0</inkml:trace>
  <inkml:trace contextRef="#ctx0" brushRef="#br0" timeOffset="76253.42">5964 8837 2299 0,'0'0'116'16,"0"0"-68"-16,0 0 11 0,0 0-38 0,0 0-17 0,0 0 14 15,0 0-6-15,0 0 5 0,0 1-24 0,0-1 1 16,0 0 5-16,0 1-2 0,14 15 8 0,-14-16 7 16,1 0-4-16,-1 0 5 0,17 4 3 0,-17-4-1 15,0 0 2-15,1 0-2 0,19 0-4 0,-20 0-16 16,0 0 3-16,17-2-7 0,-17 2 6 0,1 0-13 15,15-2 5-15,-16 2-8 0,0 0-18 0,20 0-153 16,-20 0-7-16,15-3-65 0,-6 2-170 0</inkml:trace>
  <inkml:trace contextRef="#ctx0" brushRef="#br0" timeOffset="76700.32">6234 8876 2668 0,'0'0'259'0,"0"0"-148"0,0 0-49 15,0 0-18-15,0 0-114 0,1 0 51 16,-1 0-15-16,20 8 30 0,-20-8 2 0,1 0-9 16,17 8 3-16,-18-8-6 0,17 3 3 0,-17-3 13 15,19 5 0-15,-11-3 6 0,2 1 4 0,0 0 12 16,-2-1-3-16,-1 1 5 0,0 0 1 15,-2 0 4-15,-5-3 0 0,1 0 0 0,-1 1-2 0,1-1-8 16,15 16-2-16,-16-16-1 0,0 1-4 0,0-1-8 16,2 18 6-16,-2-18-7 0,0 0-1 0,-5 18 6 15,5-18-4-15,-7 15 5 0,3-7-7 0,-1 1 0 16,-1 1 4-16,-1-1-2 0,-1 1 0 0,1-1 5 0,1-3-3 16,-1 0 5-16,1 0-5 0,2 0-3 0,0 1 1 15,3-2-1-15,-2 1 0 16,1 0-5-16,2-6-1 0,0 1 0 0,0-1 2 0,-3 17-4 15,3-17 1-15,0 1-4 0,0-1-2 0,0 1 5 16,13 15-5-16,-13-16 5 0,0 0-3 0,21 7 8 16,-10-4 3-16,0-2 2 0,1 1 0 0,3-1-7 15,-1-1 2-15,2 0-3 0,-1 0 4 0,0-1-6 16,0 0 1-16,-1 0-4 0,0 0 4 0,-2 1 0 16,0-1 0-16,0 0 0 0,-2 1 2 0,3 0-18 15,-1 0-58-15,-1 0 6 0,0 1-264 0,-3-1-270 16</inkml:trace>
  <inkml:trace contextRef="#ctx0" brushRef="#br0" timeOffset="77623.97">5857 7817 1894 0,'0'0'174'0,"-1"0"27"16,0 0 2-16,1 0-126 0,-1 0-70 0,1 0-13 15,0 0-8-15,0 0 18 0,0 0 8 0,0 0-5 16,0-1-2-16,0 1 1 0,1-1 9 0,16-7 5 15,-10 8 4-15,3-1-1 0,0 0 17 0,0 0-7 16,1 0 2-16,1 1-3 0,0-1 4 0,1 0-11 16,1 1 1-16,0 1-5 0,0 1-4 0,0-1 5 15,0 1-3-15,0 0 4 0,1 1-6 0,0-1-7 16,3 1-1-16,0-1-2 0,1 0 6 0,1 0 3 0,1-1 2 16,0 1 0-16,1-2 7 0,-1 1-7 0,0-1 2 15,0 0-4-15,0 0 0 0,3 0-8 16,0 0 2-16,2-1-5 0,-2 1 0 0,-1 0 7 15,0 0-4-15,-2 0 5 0,0 0-13 0,-1 0 12 16,0 0-4-16,3 0 6 0,1-2-3 0,0 1 9 16,-1 0-3-16,-1 0 4 0,-1 1-8 0,-2-2 7 15,-1 0-3-15,-1 1 3 0,0-1-10 0,1 1 1 16,0 0-3-16,1-1 1 0,-1 1-5 0,-1-1 1 16,-2 0-1-16,-2 1 2 0,-1-1 0 0,-1 2-3 15,-1 0 1-15,-2 0-2 0,0 0 3 0,-2 0-7 16,-6 0 2-16,0 0-3 0,1 0 1 0,16 0-10 15,-17 0-13-15,0 0-3 0,0 0-79 0,0 0-61 16,0 0-8-16,0 0-25 0,0 0-95 0,0 0-98 16</inkml:trace>
  <inkml:trace contextRef="#ctx0" brushRef="#br0" timeOffset="78061.8">6044 7839 2857 0,'0'0'91'0,"0"0"-97"15,-1 0-32-15,1 0-15 0,0 0-47 0,0 0 93 16,0 0-6-16,0 0 32 0,1 0-21 0,-1 0-13 16,20-2 7-16,-11 4-6 0,0 0 27 0,3 0 11 15,1 0 2-15,2 0 2 0,1 0 7 0,2-1-13 16,-1 1 1-16,0 0-5 0,1 0 6 0,0 1-6 16,1-1 2-16,-1 0-4 15,0 1-11-15,2-1 2 0,1 0-5 0,2 0 6 0,0 0-7 16,1-1 2-16,-1 1 2 0,-2-2-1 0,0 0-1 15,-2 0 0-15,-1 1-1 0,1-1 0 0,-1-1 0 16,1 0 1-16,-1 0 1 0,1 1 1 0,-4-1 2 16,-1 0-6-16,-3 0 2 0,-1 0-2 0,-1 0 8 15,-1-1-7-15,-2 1 2 0,-6 1-4 0,0 0 3 0,1 0-38 16,0 0-12-16,-1 0-15 0,0 0-82 0,1 0-57 16,-1 0-7-16,0 0-19 0,0-1-37 0</inkml:trace>
  <inkml:trace contextRef="#ctx0" brushRef="#br0" timeOffset="78511.55">5865 7858 1153 0,'0'0'164'0,"-1"0"431"16,1 0 234-16,0 0-685 0,-17-7-134 0,17 7-66 16,0 0 18-16,0 0-26 0,0 0 82 0,1 0-14 15,-1 0 4-15,21 3-9 0,-11-2-8 0,3-1 19 16,3 0-4-16,2-1 10 0,2 0-5 0,0 0 16 16,1-1-5-16,-1 0 7 0,0 0-14 0,0 0-2 15,0 1 0-15,1 0 0 0,2-1 0 0,0 2 1 16,1-1 5-16,-1 1-2 0,1 0 7 0,-1-1-8 15,-1 1 0-15,1 0 0 16,-1-1 11-16,4-1-1 0,3 1-2 0,1-1-1 16,0-1-5-16,0 0 1 0,-3 0 3 0,1-1-2 0,2 1 6 0,0-1-7 15,3 0 0-15,-1 0-4 0,-2 0-4 0,-4 0-3 16,-1 1 0-16,-4 0-2 16,3 1 3-16,-1 1-2 0,2-1 0 0,-1 1-1 0,-1 1-2 15,-3-1 0-15,-2 0 3 0,-1 1-2 16,0 0 3-16,-4 0-8 0,2 0 0 0,-5 0-1 15,1 0 7-15,0 0-7 0,-3 0 3 0,1 0-4 0,-9 0 2 16,0 0-73-16,1 0-3 0,14 0-31 0,-15 0-49 16,0 0-61-16,0 0-10 0,0 0-25 0,0 0-100 15</inkml:trace>
  <inkml:trace contextRef="#ctx0" brushRef="#br0" timeOffset="78827.17">6014 7838 2664 0,'0'0'134'16,"0"-1"-115"-16,1 1-1 0,17-12-40 0,-4 9-27 0,5 2 52 15,3-1-3-15,4 1 21 0,0 1-11 0,3 0-10 16,3 0 0-16,-2 0-3 0,-1 0 4 16,1-1 1-16,-2 0-2 0,1-2 1 0,0 1 3 0,-2-1 6 15,0 0 1-15,-6 0-1 0,-1 0-6 0,-3 0 1 16,-1 0 0-16,-2 0 2 0,2 0 2 0,-2 0-11 16,0 1 5-16,-2 0-7 0,-1 1-1 0,-3 0-163 15,-1 1-2-15,-7 0-72 0,0 0-163 0</inkml:trace>
  <inkml:trace contextRef="#ctx0" brushRef="#br0" timeOffset="79594.76">5820 8628 1600 0,'0'0'122'0,"0"0"293"16,0 0-318-16,0 0-63 0,0 0 15 0,1 0-34 16,0 0 20-16,16-9 2 0,-17 9 1 0,0 0-3 0,20-3-18 15,-20 3 18-15,18 0-1 0,-7-1 6 0,1 0 1 16,0 0-7-16,1 0 3 0,-1 0-4 0,1 1 5 15,-1 0-4-15,1-1 0 0,-2 1 0 0,2-1 4 16,-2 1 0-16,0 0-2 0,0 0 2 16,-2 0-1-16,3 0-7 0,-1 0 2 0,2 0-5 15,0 1-11-15,2-1 2 0,-1 2-3 0,2-1 4 16,-1-1-4-16,0 1-3 0,1-1 5 0,-1 1-5 16,2-1 5-16,0 0-2 0,-2 1-3 0,1-1 1 15,0 0-1-15,0 0-5 0,0-2 3 0,3 1-5 16,0 0 5-16,1 0 8 0,-1 0-5 0,0-1 7 15,-1 1-6-15,-1 1 0 0,0 0 2 0,-1 0-2 16,-1 0-9-16,2 0 11 0,-2 0-7 0,3 1 7 16,-1-1-13-16,-1 0 2 0,1 1 1 0,-3 1-1 0,1-2 1 15,-3 1-2-15,1 0 4 0,-2-2-4 0,0 1 3 16,-1 1-1-16,0 0-5 0,-2 0 3 0,-1 1-3 0,0-1-1 16,0-1 0-16,-1 1-1 0,-6-1 1 0,0 0-3 15,1 0-23-15,-1 0-2 0,17 1-151 0,-17-1-129 16,0 0-57-16</inkml:trace>
  <inkml:trace contextRef="#ctx0" brushRef="#br0" timeOffset="84531.84">5387 9238 1853 0,'0'0'210'0,"0"-1"-41"15,-1 1 88-15,1 0-171 0,0-1-24 0,0 1-46 0,0-1 0 16,0 1-9-16,0-1 9 0,0 1-17 0,0-1-3 16,1-15 4-16,-1 16-3 0,1 0 3 0,-1 0 2 15,0 0 1-15,20-7 1 0,-20 7 2 0,0 0 3 16,0 0 0-16,20-2 2 0,-20 2 9 0,0 0 9 15,22-6-5-15,-13 4 7 0,0 0-5 0,2 0-10 16,0-1 0-16,-1 0-3 0,1 0 3 0,0 1-8 16,0 0 5-16,-2 1-6 0,1-2-5 0,-2 1 3 15,1-1-2-15,-2 0 3 0,-1 2 1 0,-6 1 2 16,1 0-2-16,-1 0 2 0,17-7-13 0,-17 7 4 16,0 0-6-16,0 0 2 0,1 0-41 0,-1 0-28 0,1-1-1 15,-1 1-8-15,1 0 4 0,-1-1 14 16,1 1 2-16,11-18 7 0,-12 18 22 0,0 0 20 0,0 0 1 15,0-1 7-15,0 1 5 0,-1 0 0 16,-14-19 0-16,15 19 0 0,-1 0 4 0,0 0 23 16,-18-10 2-16,19 10 9 0,-1 0 26 0,1 0-9 15,-17-6-4-15,17 6-4 0,0 0-27 0,0 0-2 16,-1 0-1-16,1 0-2 0,0 0-15 0,-1 0 0 16,1 0-6-16,-1 0 4 0,1 0-11 0,0 0-8 15,0 0 7-15,0 0-7 0,0 0 11 0,0 0 8 16,0 1-3-16,18 11 4 0,-18-12 1 0,1 0 9 15,19 7-4-15,-20-7 5 0,0 0-6 0,20 8-2 16,-20-8 4-16,0 0-4 0,1 1-1 0,14 18 1 16,-15-19-2-16,0 0-2 0,0 1-38 0,5 22-151 0,-7-12-17 15,-2 4-70-15,-2 5-307 0</inkml:trace>
  <inkml:trace contextRef="#ctx0" brushRef="#br0" timeOffset="89490.81">6564 7904 1103 0,'0'0'90'0,"0"0"9"0,0 0 57 0,0 0-142 15,0-1-3-15,0 1-1 0,1-17 8 0,-1 17-1 0,0-1-9 16,0 1-3-16,0-1 0 0,0 1-2 0,0 0 13 15,5-17 8-15,-5 17 2 0,0 0 26 0,0 0 19 16,0 0-4-16,0 0 11 0,0 0 10 0,0 0 0 16,0-1 0-16,0 1 0 0,0-1 0 0,0 1-22 15,0-1 3-15,0 1-12 16,0 0-7-16,0 0-22 0,0 0 7 0,0 0-14 16,0 0-4-16,0 0-14 0,0 0-3 0,0 0-3 0,0 1-10 0,8 17 5 15,-8-18-1-15,0 1 3 0,4 16 4 0,-4-16 0 16,0-1 2-16,5 24-1 15,-5-15 7-15,1 0-2 0,0 0 4 0,1 0-2 16,-1-1 10-16,1 2 10 0,-2 0 2 0,2 0 1 16,-1 0-7-16,1-1-10 0,0 0-2 0,-1-1 1 15,1-1 7-15,-1 0-14 0,1 1 4 0,-1-1-7 16,0-1 6-16,0 1-3 0,-1-2 3 0,0 1-3 16,0 0 5-16,0-6-4 0,0 0 2 0,0 0-2 15,-1 17 4-15,1-17-21 0,0 0-1 0,0 0-11 16,0 1-28-16,0-1-37 0,0 1-4 0,0-1-15 0,0 1-58 15,0-1-88-15,0 1-30 0,0-1-54 0,-1 0-497 16</inkml:trace>
  <inkml:trace contextRef="#ctx0" brushRef="#br0" timeOffset="89973.67">6597 7887 2047 0,'0'0'97'0,"0"0"71"16,0 0-116-16,0 0-54 0,-1 0-1 0,1 0-15 16,-1 0 22-16,1 0-9 0,-16 2 8 0,16-2-10 15,-1 0 7-15,1 0-4 0,-21 13 3 0,21-13-2 16,-14 8 21-16,6-4 16 0,0 1 6 0,0 0 3 0,2 0 16 15,0 1-8-15,1-1-6 0,-2-1-1 16,1 1-22-16,0-1-12 0,1 1 3 0,0 0-8 16,0-1-4-16,-1 0-1 0,2 1-2 0,1 1 0 0,-1-1-19 15,1 0-71-15,3-5-3 0,0 0-28 0,0 0-44 16,0 1-27-16,0-1-6 0,0 1-11 0,-6 15-46 16,6-16-89-16,0 0 15 15,0 0-28-15,0 0 149 0,1-1 179 0,18-17 66 16,-19 18 43-16,10-14 309 0,-5 8-71 0,-1 1 6 0,1 0-44 15,-5 5-97-15,1 0-53 0,-1 0-3 0,0 0-18 16,17-7-33-16,-17 7-24 0,1 0 5 0,-1 0-12 16,0 0-5-16,20 0-5 0,-20 0-2 0,1 0 3 15,20 4 19-15,-21-4-16 0,15 2 7 0,-5-1-11 16,0 0 11-16,2 0 0 0,-1 1-2 0,-2 1-1 16,2 0-12-16,-2-1-17 0,-1 1 5 0,0 1-9 15,1-1-1-15,-1 2-2 0,-1-1-2 0,-2-1 0 16,1 2-10-16,0 0-203 0,0 1-22 0,0 3 43 15,-2 0 1211-15</inkml:trace>
  <inkml:trace contextRef="#ctx0" brushRef="#br0" timeOffset="91427.85">7783 7842 770 0,'0'0'434'0,"0"0"243"16,0-1 1-16,-1 1-571 0,0-1-73 0,1 1-69 0,-12-16 5 15,12 16-5-15,0 0 41 0,0-1-3 0,0 1 3 16,0-1-4-16,1 1 3 0,0-1 6 0,16-6 3 16,-17 7 0-16,0 0 12 0,1 0 18 0,20-5-5 0,-21 5 9 15,1 0 1-15,22-6-10 0,-14 3 2 0,3 0-5 16,1 1-4-16,-1-1-1 16,3 1-4-16,0 0 1 0,0-1-14 0,1 1 0 15,1-1-4-15,0 0 2 0,0 2-10 0,3 0 0 0,-1 0 1 16,2 1-1-16,1-1-1 0,2 0 3 0,2 0 1 0,0 1-1 15,1 0-4-15,0 0 0 16,-2 0-1-16,3 1 2 0,-1-1 7 0,4 0-3 16,0 0 3-16,1 0-1 0,-1-1 18 0,0 1 14 15,0 0-2-15,1 0 4 0,1 0-17 0,3 0 3 0,0-2-2 16,-1 2 1-16,0 0-6 0,2-1-8 0,1 1 1 16,0-1-3-16,1 0 1 0,-2 1-6 0,-3 0 0 15,-1 2-2-15,2-1 4 0,-2 0-1 0,0 1 0 0,-3-1-2 16,-1 1-5-16,-4 0 7 0,0 0-2 15,0 0 5-15,0 1-4 0,1-2 2 0,-1 2 1 0,-3-2 0 16,0 0 4-16,-3 1-11 0,-1 0 10 0,-1-1-10 16,-2 0 8-16,1 0-1 15,0 1-8-15,0 0 4 0,1-1-9 0,-3 0-50 16,-1 0-9-16,-3 0-21 0,0 0-84 0,-4 0-69 16,-6-1-11-16,1 0-30 0,-1 0-150 0</inkml:trace>
  <inkml:trace contextRef="#ctx0" brushRef="#br0" timeOffset="92023.13">7976 7751 2033 0,'0'0'99'0,"0"0"87"0,-1 0-135 0,1 0-58 0,0 0 7 15,-1 0-22-15,1 0 37 0,-1 0 8 0,1 0-3 16,0 0 3-16,0 0-11 0,0 0 8 0,0 0 3 16,17-2 1-16,-8 3 7 0,0 1-2 0,1 0 8 15,0-1-4-15,2 0 10 0,0 0 2 0,1 0 0 16,2 0 2-16,1-1 1 0,1 0-8 0,0 0-7 16,2 0 1-16,0 1-13 0,0 0-6 0,3 1 1 15,1-2-4-15,0 0-5 0,4 0 5 0,0 1-3 16,5 1 2-16,0-1-8 0,1-1 2 15,-3 0-1-15,2-1 2 0,3 1 0 0,1 1 0 16,1-1-1-16,0 1 0 0,-2-1-1 0,-1 1 3 16,0 1-1-16,1-1 1 0,1 1-4 0,-1 1 23 15,-3 0-6-15,-1 1 11 0,0 0-6 0,0 0-13 16,1-1 5-16,1 0-7 0,0 0 12 0,0 1-5 16,-2-1 4-16,2-1-5 0,1 1 4 0,1-2-4 15,1 0 3-15,-2-1-3 0,-1 0 3 0,-3 0-1 16,0-1-4-16,1 1 2 0,-2-1-6 0,-1 1-1 15,-3 0-1-15,-4 0 1 0,-1 0-5 0,-1 0-1 16,-4 1 3-16,0 0-3 0,-4 0 4 0,0 0-8 0,-1 0 1 16,-2 1-1-16,0-1 9 0,-2 1-73 0,-6-2-25 15,1 0-30-15,-1 0-212 0,0 0 762 16</inkml:trace>
  <inkml:trace contextRef="#ctx0" brushRef="#br0" timeOffset="95841.75">7684 7781 679 0,'0'0'380'16,"0"-1"-133"-16,0 1 187 0,0 0-352 0,-1-1-12 15,0 1-23-15,1-1 6 0,-1 1-7 0,1-1 8 16,0 1-23-16,-22-20 7 0,22 20 4 0,0 0 0 16,0 0 6-16,0-1-1 0,0 1 0 0,0-1 0 15,-1 1 1-15,0 0-1 0,1-1-6 0,-1 1 3 16,-8-17-10-16,9 17-4 0,0 0 1 0,0 0-2 15,0 0-5-15,0 0-6 0,0 0-2 0,0 0-1 16,0 0-3-16,1-1-4 0,19-8 0 0,-20 9-2 16,0 0-3-16,20-2-1 0,-20 2 0 0,0 0 0 15,25-2 0-15,-17 2 3 0,2 1 2 0,0 0-1 16,-1-1-2-16,-1-2 0 0,2 1 3 16,-1 0-1-16,0-1 12 0,1 1-5 0,-1-1 3 15,2 1-2-15,1 0 6 0,1 1-16 0,1-1 6 16,1 1-8-16,1 0 9 0,-1-1-4 0,1 2-2 15,-1-1-1-15,0 0-8 0,-1 2 7 0,0-1 2 16,-2-1 3-16,1 1-2 0,-1-1 1 0,1 1 2 0,-1 0 1 16,1 0 7-16,0-1-2 0,2 0-3 0,1 1 1 0,0-1-11 15,1 0 5-15,-2 0 0 16,0-1 1-16,1 0-3 0,-2-1 4 0,0 0-4 0,0 2 4 16,-1-1-7-16,0 0 1 0,0 1 3 0,2-2-1 15,0 1 4-15,1 0-5 0,3 1 2 0,-2-1-3 16,2-1 1-16,-1 1-3 0,-2 0 2 0,1 0-1 15,-2 1 6-15,-2-1-2 0,0 1-2 16,1 0 0-16,-1 0-9 0,2-1 8 0,2 1 1 16,0 0 4-16,1 0 5 0,1 2-9 0,1-1 3 15,1 0-3-15,-2 0 9 0,0 0-6 0,-2 0-2 16,1-1 0-16,-1 2 4 0,1-2 0 0,3 2 1 16,1-1-3-16,1 0-5 0,-1 2 0 0,0-1-1 15,-3 1 1-15,0-1 0 0,-1 1 1 0,-2-1 0 16,-1-1 0-16,2 3-2 0,1-3 8 0,0 1-2 15,5-1 3-15,-3 1 2 0,0-1 1 0,0 0-1 16,-3 0 1-16,0-1 5 0,-2 2-10 0,0-1 6 16,-1 0-8-16,0 1 5 0,1-1-2 0,0-1 1 0,1 0-1 15,1 1-3-15,0 1-3 0,-1 0 2 0,-1-2-2 16,-1 2 6-16,-1-1-9 0,1 0 3 0,-3 3-3 16,2-3 6-16,-2 2-4 0,-1 0-2 0,-1-1 1 15,-1 0 1-15,1 0-2 0,-1-1-12 0,1 1-4 16,1 0-106-16,-3 0-150 0,1 2 24 0,1-1-66 15,-2 0-11-15</inkml:trace>
  <inkml:trace contextRef="#ctx0" brushRef="#br0" timeOffset="96494.3">8075 7697 1810 0,'-1'0'132'0,"1"0"-29"0,-1 0 57 16,-15-4-96-16,16 4-13 0,0 0-24 0,0 0 16 15,0 0-7-15,0 0 12 0,0 0-16 0,1 0 3 16,-1 0-8-16,17 10 4 0,-10-9-26 0,2 1-1 15,2 0 2-15,1-1-2 0,1 2 3 0,0-2-7 16,0 2 2-16,1 0-3 0,-2 0 9 0,1-1 11 16,-1 1 2-16,-1-1 4 0,1 0 17 0,0 1-5 15,0-3 2-15,1 3-4 16,0-2-12-16,4-1-1 0,-1 2-7 0,3-1 4 0,1 0-12 16,-2-1 3-16,1 0 0 0,-1-1-1 15,0 1-7-15,-1-1 2 0,0-1-1 0,0 2 1 0,2-2-4 16,0 1 4-16,2 0 0 0,0 1 2 0,-1 0-2 15,0-1 2-15,0 0 1 0,-3 0 1 16,1 1 9-16,-2 1 6 0,0 1-6 0,1-2 6 0,-1 1-3 16,4-1 7-16,-2 0 1 0,2 0 1 0,-1 0-8 15,0 0 2-15,-1-1-4 0,-2 0 3 0,1 0-9 16,-2 0 2-16,-2 0-4 0,1 1 2 0,-2-2-13 0,1 0 7 16,0 2 3-16,0-3-2 0,1 3-6 0,0 1 0 15,-1-1 1-15,0 0 1 0,-1 0 4 0,-2 1-9 16,1 0 5-16,-2 0-4 0,1 0 7 0,-1-1-5 15,-1 1-5-15,0 1-1 0,-2-1-39 16,0 1-185-16,1 1-25 0,0-1-88 0,0 4-436 16</inkml:trace>
  <inkml:trace contextRef="#ctx0" brushRef="#br0" timeOffset="108555.65">9055 7773 1531 0,'-5'-3'299'0,"1"0"-86"0,4 3 137 15,0 0-258-15,-1 0-22 0,1-1-37 0,-16-7 10 0,16 8-4 16,0 0 10-16,0 0-14 0,0 0-1 0,-1 0-4 15,0-1 2-15,1 1-8 0,0-1-10 16,-1 1 0-16,0-1-5 0,1 1-2 0,0 0 6 16,0-1 0-16,0 1 4 0,0-1 7 0,0 1 2 15,19-10-2-15,-10 10 0 0,1-1-10 0,1 1-2 16,-1 0 2-16,2 0-2 0,-1 0-3 0,1 0-4 16,-1 1 0-16,0-1 0 0,1 0 2 0,0-1-3 15,1 0 3-15,1 2-2 0,0-1 1 0,0-2-4 16,0 1 3-16,-1 0-3 0,1 1 6 0,-2-1-4 15,1-1-4-15,-1 2 2 0,1 0 0 0,-1-1 0 0,-1 1 2 16,0-3-2-16,-2 2-2 0,1 1 3 0,-1-1-1 16,-2 0 2-16,1 0 0 0,-2 2 7 15,-1-2-4-15,-5 1 4 0,1 0-11 16,-1 0-32-16,1 0-15 0,-1 0-12 0,17 0-109 0,-17 0-79 16,0 0-2-16,0 0-34 0,0 0-90 0</inkml:trace>
  <inkml:trace contextRef="#ctx0" brushRef="#br0" timeOffset="108987.36">8972 7790 2052 0,'0'0'349'16,"-1"0"-141"-16,0 0 27 0,-15-4-131 0,16 4-125 0,0 0-41 15,0 0 13-15,0 0-15 0,0 0 66 0,0 0-26 16,0 0 7-16,0 0-14 0,0 0 19 0,0 1 19 16,23 9 0-16,-13-8 7 0,1-2 0 0,0 1 13 15,1-1-5-15,1 0 8 0,2-1-1 0,-2-1 2 16,2 1 0-16,-1 0 0 0,0-1 1 0,1 2-7 15,-1-1 1-15,1 0-5 0,0 1-3 0,2 0 7 16,0 0-1-16,0 0 3 0,0 0 4 0,1 0-14 16,-1 0 6-16,1 1-9 0,-1-1 6 15,-1 0-4-15,-1 0-6 0,0 0 2 0,-2 0-6 16,1 1 2-16,0-1 1 0,-2 0 0 0,1 0-7 16,-4 0 5-16,1 0 3 0,-3 1-1 0,1-1-2 15,-3 0 5-15,-5 0-5 0,1 0 5 0,0 0-12 16,-1 0 3-16,16 1-9 0,-16-1 2 0,0 0-57 0,0 0-52 15,0 0-14-15,0 0-16 0,0 0-77 0,0 0-51 16,0 0-26-16,0 0-31 0,0 0-334 0</inkml:trace>
  <inkml:trace contextRef="#ctx0" brushRef="#br0" timeOffset="109443.71">9060 7804 2679 0,'0'0'180'15,"0"0"-129"-15,0 0-29 0,-1-1-21 0,1 1-34 0,0 0 26 0,-1 0-2 16,1 0 10-16,0 0-3 15,0 0 0-15,0 0 0 0,1 0 1 0,-1 0 8 16,20-3-3-16,-12 3 1 0,1 1-2 0,2 0 4 16,0-1 8-16,0 0 4 0,-1-1 0 0,2 0 8 15,-1 0 5-15,2 0-4 0,2 0 4 0,-2 0 0 16,3 1-2-16,-2-1-2 0,0 0-1 0,0 1-19 0,-2-1 7 16,1 0-3-16,-1 1 4 0,0-1-15 0,-3 1 17 15,2-1-7-15,-2 1 11 0,0-1-6 0,1 1-1 16,-3-1 0-16,1 1 0 0,0 0 0 0,0-1-7 15,1 1 5-15,-2-2-5 0,1 2 5 0,-1-1-6 16,0 0-1-16,-1 1-1 0,0-1 2 0,-6 1-7 16,0 0 4-16,1 0-4 0,17-4 6 0,-18 4-6 15,1 0 5-15,-1 0-10 0,0 0-53 0,16-3-55 16,-16 3-13-16,0 0-12 0,0 0-44 0,0 0-17 16,0 0-5-16,0 0-8 0,0 0-62 0,0 0-328 15</inkml:trace>
  <inkml:trace contextRef="#ctx0" brushRef="#br0" timeOffset="111976.45">9022 7803 1533 0,'0'0'82'0,"0"0"-16"0,-1-1 3 0,1 1-43 15,-1-1-29-15,1 1 8 0,0 0-3 0,-1-1 13 16,1 1 13-16,-11-18 6 0,11 18 1 16,0 0 4-16,0 0 30 0,0 0 14 0,0 0 1 0,0 0 2 15,0 0-10-15,1-1-5 0,-1 1-6 0,0-1 2 16,1 1 1-16,16-15-4 0,-17 15 1 0,0 0-5 16,0 0-22-16,0 0 2 0,22-7-6 0,-22 7 3 15,0 0-12-15,22-6 4 0,-14 6-4 0,2-1 4 16,0 1 4-16,1-1-7 0,0-1 5 0,0 2-8 15,1-1 1-15,0 1-1 0,2-1-4 0,2 2 2 16,-1 0-9-16,0-1-7 0,1 1 3 0,-2-1-5 16,-1 0 5-16,0 2-6 0,0-1 1 15,-1 0-2-15,0 1 3 0,1-1-1 0,-2 0 4 16,0 0-3-16,-1 0-1 0,-1-1 3 0,1 0-1 16,0 0 3-16,-3 0-1 0,1 1 2 0,0-1-2 0,0 0 1 15,-2 0-6-15,-1 1-50 0,-5-1-18 16,0 0-18-16,1 0-120 0,-1 0-141 0,1 0-45 0</inkml:trace>
  <inkml:trace contextRef="#ctx0" brushRef="#br0" timeOffset="112371.95">9010 7772 2500 0,'0'0'430'0,"0"0"-345"16,-1 0-1-16,1 0-36 0,0 0-74 0,-1-1-17 0,1 1 13 16,-1-1-9-16,1 1 49 0,0 0-13 0,0 0 1 15,0 0-6-15,1 0 1 0,-1 0 6 0,21-4-2 16,-21 4 3-16,15 2 7 0,-6 0 6 0,0-1 5 15,1 0-1-15,0-1 0 0,0 0 5 0,1 0-1 16,0 0 3-16,-1 1 0 0,1 0-4 0,0-1 0 16,1 0-2-16,1 0-5 0,0-1-1 0,2 1 1 15,0 0 0-15,-1 1-2 0,0-1-1 0,0-1 0 16,-2 1-1-16,0-1-7 0,-1 1 7 0,0-1-4 16,-2 0 5-16,1 1-1 0,-2-2-6 0,-1 2 2 15,1 0-2-15,-1-1 6 0,-2 1-5 0,-5 0 5 16,1 0-5-16,0 0 4 0,19-4-13 0,-20 4-4 0,0 0-7 15,0 0-40-15,0 0-73 0,17-6-9 0,-17 6-26 16,0 0-80-16,0 0-152 0,0 0-82 0</inkml:trace>
  <inkml:trace contextRef="#ctx0" brushRef="#br0" timeOffset="112744.37">9091 7786 2904 0,'0'0'127'0,"0"0"-96"15,0 0-37-15,0 0-5 0,0 0-45 0,0 0 49 0,0 0-1 16,0 0 15-16,0 0-6 0,0 0-12 0,19-2 5 16,-18 2-6-16,17 2 13 0,-7-2-1 0,2 2 0 15,3-1 0-15,-2 0 3 0,2 0 18 0,0-1-10 0,-2 0 14 16,0 0 1-16,0 1 11 0,-2-1-2 0,1 1 3 15,-1-1-7-15,0 0-4 16,0 1 4-16,0-1-6 0,-1 0-6 0,2 0-1 16,0 0-5-16,1 0 3 0,0-1-2 0,2 0-2 15,0-1-2-15,1 2 0 0,0-2-7 0,-2 2 4 0,1-1 1 0,-2 0 0 16,-1 1-2-16,-1-1 2 0,0 1-3 0,-2-1 2 16,0 1-5-16,-2 0 7 0,1-1 2 0,-2 1 0 15,-7 0-3-15,1 0 0 0,16-1-1 0,-17 1 0 16,0 0-4-16,0 0-18 0,17-2-13 0,-17 2-7 15,0 0-93-15,1 0-95 0,-1 0-23 0,16-5-35 16,-16 5-174-16</inkml:trace>
  <inkml:trace contextRef="#ctx0" brushRef="#br0" timeOffset="118541.27">1392 1452 838 0,'0'0'494'0,"0"0"-216"0,0 0 261 0,0 0-503 15,0 0 22-15,0 0 18 0,0 1 34 0,0-1-6 0,0 0 6 16,-3 17-29-16,3-17-17 0,0 0 1 0,0 0-6 15,0 0-2-15,0 0-5 0,0 1 4 0,5 16-5 16,-5-17 4-16,0 0-10 0,2 22 2 0,-2-13-5 16,0 0-8-16,0 2-7 0,0 1-2 0,0-1-2 15,0 1-1-15,-1 0 4 0,1 0-5 0,-1 0 5 16,0-1-6-16,1 1-9 0,-2-1 8 16,0-1-9-16,1 1 2 0,0-1 3 0,-1 1-3 0,1 1 2 15,0 2-3-15,-1-2-6 0,2 0 2 0,2-1-1 16,-1-1 7-16,2-2-13 0,1 0 4 0,1-1-4 15,0-1 9-15,0-1-10 0,2 1 1 16,0-2-4-16,-1 1 4 0,2-1 0 0,0-1 0 0,0-1 0 16,0 0-3-16,2-1 3 0,0 1 0 0,0 0 0 15,2 0 1-15,-3 0-1 0,1-1 1 0,0 2-1 16,-1-2 4-16,-1 1-2 0,-1 1-1 0,-1-1 1 16,-1 1 7-16,-5-3 1 0,0 0 0 0,1 1 0 0,-1-1 2 15,10 17 2-15,-10-17 1 16,0 1 0-16,-7 15 4 0,7-16 2 15,-10 11-1-15,4-4-1 0,-1 0-8 0,-2 2 8 0,-1 0-4 16,0 1 4-16,-3 0-10 0,1 0 1 0,0 0 1 16,0 0-1-16,0 0-4 0,0-2-14 0,0 0 0 15,0-2-7-15,0-1-12 0,-1-1-39 0,0 0-5 16,0-1-15-16,0-1-41 0,0 0-34 0,1-1-17 16,-1-2-12-16,3 0-120 0,2-2-171 0</inkml:trace>
  <inkml:trace contextRef="#ctx0" brushRef="#br0" timeOffset="118783.83">1349 1624 2193 0,'0'0'61'15,"0"0"-14"-15,0 0-25 0,0 0 71 0,0 0-5 16,0 0 28-16,0 1-12 0,0-1-11 0,0 1-7 15,20 15-2-15,-20-16-23 0,1 0-24 0,20 3 1 16,-12-3-11-16,1 1-1 0,0-1-11 0,0 0 3 16,1 0-7-16,-1-1-6 0,2-1 4 0,1-1-5 15,0 2 5-15,2-2-7 0,0-1-94 0,-1 0-27 16,1-3-45-16,-1 0-249 0</inkml:trace>
  <inkml:trace contextRef="#ctx0" brushRef="#br0" timeOffset="119249.63">1779 1661 1891 0,'0'0'312'0,"0"0"-230"0,0 0 64 0,1 0-131 15,-1 0 86-15,22 7-8 0,-22-7 7 0,0 0-11 0,19 1-9 16,-19-1-25-16,1 0-2 15,19 4-8-15,-20-4-8 0,1 0 10 0,19-2 0 16,-20 2 2-16,0 0-4 0,19 2 6 0,-19-2-8 16,1 0 6-16,16 7-16 0,-17-7 1 0,1 0 3 15,0 0-4-15,18 10-10 0,-19-10-3 0,1 0-5 16,-1 1 2-16,15 21-8 0,-15-22-2 0,4 16 4 16,-4-6-3-16,0-1 8 0,-3 2-6 0,0 0 2 15,-2 1-2-15,-2 1 8 0,-1 0 0 0,-1 1-1 0,-2-1 2 16,1 0-1-16,-2-1-7 0,0-1 1 0,1 0-3 15,0 1-3-15,1-2-4 0,0 0 4 0,3 0-2 16,-1-2 0-16,3-1-3 0,-1 0-2 16,3-1 1-16,0 0-6 0,3-6 4 0,0 1-3 0,0-1 2 15,3 17-8-15,-3-17 0 0,1 0 2 0,15 11 0 16,-16-11 9-16,17 4 7 0,-6-3 0 0,2-1 3 16,-1-1 2-16,1-1 4 0,1-1-2 0,1 0 3 15,2-1-6-15,3 1-6 0,-1 1 0 0,-1 0-3 16,-1 0 1-16,-3 2-1 0,0-1-2 0,-3 1 0 15,1 1 0-15,-5 1 0 0,1-1-7 0,-8-1-8 16,0 0-123-16,0 0-252 0,1 0-59 0</inkml:trace>
  <inkml:trace contextRef="#ctx0" brushRef="#br0" timeOffset="121543.45">2276 1122 2250 0,'0'-5'58'0,"0"5"-45"0,0-1 18 0,0 1 37 16,2-17 18-16,-2 17 49 0,0 0 0 0,0 0-2 16,0 0-34-16,0-1-31 0,0 1-2 0,0-1-12 15,0 1-17-15,-2 0-4 0,2 0-2 0,-17 2-1 16,17-2-13-16,-11 13 9 0,5-4-10 0,-3 0 9 15,1 2-18-15,-3 1 4 0,0 2 0 0,-3 0 1 0,-1 2-1 16,0-1-4-16,-1 1 4 0,0 2-5 0,1 1-5 16,1 0 3-16,1 1 1 0,1-3 0 0,2 0-2 15,1-3 1-15,2-2-4 0,4-3 2 0,1-1-11 16,2-8-8-16,0 1-1 0,10 16-4 0,-2-14-11 16,1 2 14-16,3-4-1 0,0-1 6 0,3 1 8 15,-1-2 4-15,3 1 2 0,0-1 0 0,0-1 2 0,-1 1 3 16,-1 0-3-1,-3 1 5-15,-3 0 9 0,-3 4 33 0,-6-4 3 0,0 0 11 16,2 0 13-16,6 17-19 0,-8-16-3 0,-5 15-7 16,-1-5-24-16,-1 2-4 0,-2 1-5 0,-1 1 1 15,0 1-6-15,0 0-2 0,0-1 3 0,0 0-3 16,1-1 3-16,1-1-6 0,2-1-1 0,3-1-3 16,0-2 0-16,1 0-8 0,0-1 3 0,2 0-3 15,0 0 12-15,0-2-4 0,1 0 3 0,3 0-3 16,0 0 8-16,0 2-5 0,0-1 4 0,-1 2-6 15,0 1-2-15,-1 0 8 0,1 2 0 0,0 0 4 16,-1 2 7-16,0 1-4 0,1 1 3 0,-1 0-3 16,-1 2 0-16,0 1 2 0,0-1-5 0,1 1 6 15,-1 0-2-15,0 4-5 0,2 2 1 0,-3 1-4 16,0 1-7-16,0-1 0 0,0 0 0 0,0 0 0 16,0 0 0-16,-3 1 0 0,1-1 0 0,-2 3 0 15,2 1 0-15,0 0 0 0,0-2 0 0,0-1 0 16,-1-1 0-16,3 2 0 0,0 0 0 0,0-1 0 15,2 3 0-15,-1-3 0 0,1 0 0 0,1-2 0 16,0-2 0-16,1 3 0 0,-2-2 0 0,1 3 0 16,0-1 0-16,1-1 0 0,-1-1 0 0,0-3 0 15,1-2 0-15,-1-2 0 0,0-1 0 0,0-3-11 16,0 0-121-16,0-3-366 0,0-1-144 0</inkml:trace>
  <inkml:trace contextRef="#ctx0" brushRef="#br0" timeOffset="122657.7">2620 1112 2142 0,'0'0'58'0,"-1"0"-22"16,0 0 41-16,1 0 63 0,-1 0-20 0,1 0 20 0,0 0-55 15,-1 0-2-15,1 0-10 0,0 0-19 0,0 0-24 16,0 0 0-16,0 0-9 0,0 0-6 0,1 0 0 15,16 7 0-15,-17-7 0 0,1 0-3 0,18 9 2 16,-11-6-3-16,0 1 3 0,-1 1 7 0,0-1 6 16,-1 1 3-16,-1 0 1 0,-1 2 8 0,-1-1 13 15,-2 1 1-15,-1 0 3 0,-1-1-7 0,-2 3-13 16,-2-1-5-16,-1 0-2 0,-2 1-8 0,0 0-2 0,-2 1-3 16,0 0 0-16,-1 1-11 15,0 0 4-15,-1 0-2 0,2 0 2 0,0-1-9 16,-1-2 5-16,3 0-5 0,1 0 5 0,1-2-2 15,0 0-1-15,6-6-2 0,0 0-1 0,0 1-10 0,0-1-11 16,-7 16-3-16,7-16-5 0,0 0-33 16,0 0 1-16,0 0 6 0,1 0-1 0,17 6 29 15,-18-6 12-15,16-1 1 0,-4 0 4 0,0 0 9 16,1-1 5-16,-1 1-3 0,1 0 5 0,-1 0 0 0,0-1 0 16,-1 2 2-16,-1 0-2 0,-1 0 13 0,-1 0 1 15,-1 2 7-15,-7-2-3 0,0 0 19 0,0 1 7 16,1-1 1-16,-1 1 2 0,13 18 0 0,-13-19-11 15,0 1-7-15,-8 21 1 16,3-13-15-16,-2 1-9 0,-1 0 0 0,-2-1-3 0,1 0-4 16,-1 0-26-16,1 1 2 0,1 0-16 0,0 0-31 15,2-1-50-15,0-3-8 0,2 0-22 0,1 0-93 16,3-6-141-16,0 0-33 0</inkml:trace>
  <inkml:trace contextRef="#ctx0" brushRef="#br0" timeOffset="123190.83">2871 1286 788 0,'5'-7'163'15,"0"0"48"-15,-1 0-25 0,0-1 31 0,1 0-45 16,-2 0 3-16,1 1-6 0,-1-1 5 0,0 2-11 0,0 0-25 16,-2-1-1-16,2 1-11 0,-2 1-22 0,0-2-2 15,1 0-8-15,-1 0 2 0,-1-1-24 0,0 0-6 16,0 2 2-16,0 0-4 0,0 6-6 0,0-1-7 15,0 1-6-15,-5-19 1 0,5 19-15 0,0 0 21 16,0-1-5-16,0 1 10 0,-18-17-4 0,18 17-11 0,0 0-8 16,-17 2-3-16,17-2-31 0,-14 8-8 15,5-1 1-15,-1 1-5 0,1 2-1 16,-1 2 9-16,2 1-3 0,-1 1 3 0,2 0-7 0,0 0 3 16,2-1-1-16,1 0 2 0,2-1-4 0,1-2 1 15,2 1-3-15,0-3 0 0,2 0-7 0,0-1-21 16,2-2-2-16,1-1-9 0,1-2-20 0,2-2 32 15,1-1-3-15,1-3 15 0,0 0 12 0,2-3 13 16,-1-1-1-16,1 0 4 0,0-1-2 0,-1 1 2 16,0 0-1-16,-4 1 2 0,-1 1 4 0,-1 1-1 15,-6 5 6-15,0 0-3 0,1 0 8 0,-1 0 18 16,0 0-1-16,1 0 9 0,-1 0 16 0,1-1-13 16,0 1 1-16,-1 0-7 0,0 0-15 0,0 0-8 15,0 0-2-15,0 0-3 0,0 0-6 0,1 17 4 16,-2-7 2-16,1 1 2 0,-2 1 10 0,1 3-5 15,-1 3 0-15,0 2-1 0,0 2 3 16,0 3-9-16,-2-2 5 0,1 2-7 0,0-1 0 16,-1 2-5-16,0 2-2 0,1 0 1 0,-1 0-2 0,2-4 0 15,1-2-1-15,0-5 1 0,1-1 0 0,0-3-1 16,1-4-23-16,-1 0 2 0,2-2-111 0,-2 0-135 16,0-7-34-16,0 0-67 0,0 1-417 0</inkml:trace>
  <inkml:trace contextRef="#ctx0" brushRef="#br0" timeOffset="124008.21">3721 1119 2261 0,'0'0'197'16,"0"1"-91"-16,-1-1 104 0,-9 18-216 0,8-11 29 0,-1 3 16 16,-1 2 26-16,-1 2 0 0,-1 2-6 0,-1-1-23 15,-5 0-13-15,7 5 1 0,-4 2-5 0,1 3-2 16,-3-1 1-16,0 1-6 0,1 0 6 16,-1 0-2-16,1-4-5 0,1-2 6 0,1-2-5 0,-1-4 7 0,3-2-3 15,-1-2 1-15,3-2-4 0,4-7-13 0,-1 0-62 16,0 0-4-16,1 0-25 0,-1 0-54 0,-12-8 17 15,13-4 6 1,3-3 10-16,2-4 60 0,1-1 16 0,1-3 3 0,2-2 5 0,0 0 27 0,0-2 27 16,0 0 1-16,1 2 11 0,0-1 8 15,-1 4 16-15,-1 2-4 0,-1 1 7 0,0 2-12 0,-2 3 3 16,-1 3-4-16,0 1 3 0,1 2-5 0,-2 2 6 16,-3 6-1-16,0 0 1 15,0-1-6-15,0 1 4 0,0-1-4 0,1 1 4 16,-1-1-1-16,1 1 0 0,0 0-1 0,-1 0-2 0,0 0-24 15,15 17-14-15,-12-7 3 0,-1 3-5 16,0 1 2-16,-1 4 3 0,0-1-6 0,0 0 4 16,-1 1-5-16,1 0-2 0,-1 2-1 0,1 1-1 15,2-1-3-15,-2-2 3 0,0-1 1 0,2-2 0 16,1-2-5-16,-1-2 6 0,2-2 3 0,-2-2 1 0,2-2 5 16,-2-1-9-16,-3-4-1 0,1 0-2 15,0 0 8-15,-1 0-5 0,19 2 6 0,-19-2-5 16,1-1 8-16,14-15-13 0,-8 8 5 0,0-1-7 15,0 0 4-15,0-1-1 0,0 0-1 0,-1-2 0 16,0 0 2-16,-1-1-2 0,0-1 2 0,0-1-2 16,1 1 4-16,-1-1-3 0,1 3-3 0,-3 1 0 15,1 1 0-15,-1 1-4 0,1 0 8 0,0-1-6 0,-2-1 4 0,1 1 1 16,0-1-3-16,-2 2 3 16,1 0 2-16,0 1-5 0,-1-1 3 0,0 2-3 15,2 0 4-15,-2 0-2 0,1 2-1 0,-2 5 0 16,0-1 3-16,0 1 0 0,0-1 2 0,4-15-1 15,-4 16 7-15,0 0-8 0,0 0-1 0,0 0-3 0,0 0-23 0,0 0-53 16,0 0-11-16,0 0-23 16,0 0-115-16,0 0-214 0,0 0-91 0</inkml:trace>
  <inkml:trace contextRef="#ctx0" brushRef="#br0" timeOffset="124414.51">4106 1016 2355 0,'0'0'83'0,"0"0"61"15,0 0-133-15,-1 0 81 0,1 1-6 0,-10 17 32 0,10-18 1 16,0 17-25-16,0-6-7 0,0 3-6 0,0 3-31 16,2 0 8-16,-1 4-5 0,0 1 3 0,0 1-14 15,0 0-9-15,0 2 3 0,0 0-6 0,-2 0-10 16,-1 5 1-16,1-1-6 0,-2-1 4 15,2 0-13-15,-1-5 2 0,-1-1 1 0,1-4-1 0,0 0-1 16,1-3-6-16,-2-2-3 0,2-1-5 0,0-4-42 0,1-8-84 16,0 1-14-16,0-1-30 0,0 1-108 15,0-1-32-15,0 1-33 0,9-3-29 16,-5-11-405-16</inkml:trace>
  <inkml:trace contextRef="#ctx0" brushRef="#br0" timeOffset="124665.06">4291 1009 2095 0,'0'0'81'0,"0"0"49"15,0 0-44-15,0 0 78 0,1 0-11 0,-1 0 28 0,0 0-47 16,1 0-22-16,-1 0-6 0,16 21-9 0,-15-12-44 16,0 5-2-16,2 2-8 0,-2 3 4 0,1 2-5 15,0 1-11-15,-2 1 1 0,2-1-6 0,1 0-7 16,-2-2-3-16,1 0 2 0,-1 1-2 0,-1 2-2 15,1-1-4-15,-2 0 0 0,1-1-2 0,1-2 1 0,-1-1-7 16,0 0 3 0,0-5-4-16,0 1 6 0,0-4-48 0,0-1-10 0,0-1-22 15,0-2-91-15,0-6-58 0,0 1-4 0,0-1-23 16,0 1-67-16,0-1-108 0,0 0-136 0</inkml:trace>
  <inkml:trace contextRef="#ctx0" brushRef="#br0" timeOffset="124850.2">4138 1299 2145 0,'0'0'110'0,"0"0"190"0,0 0-300 15,0 0 70-15,0 0-14 0,0 0 35 0,1 0-4 16,22 8-12-16,-15-6-7 0,3-1-2 0,0 1-34 16,3-1-11-16,-1 1-2 0,1 0-4 0,0 1-8 15,-4-2-2-15,1 2 4 0,-2-1-4 0,-1 0 6 16,0 0-11-16,0 1 0 0,0-2-10 0,0 1-54 15,-1-2-236-15,0 0-39 0</inkml:trace>
  <inkml:trace contextRef="#ctx0" brushRef="#br0" timeOffset="125849.7">2483 2169 2270 0,'0'0'78'16,"0"0"-40"-16,0 0 46 0,0 1-55 0,-1-1 13 16,-6 19 17-16,7-11 17 0,0 4 2 0,0 0-1 15,0 3-13-15,-4-1-11 0,5 3-1 0,2 2-3 16,-3-1-4-16,0-1-14 0,0 1 0 0,0 0-6 16,-2 0-8-16,1-2-1 0,0 1-1 0,0-2 1 15,-1-2-1-15,1-3-7 0,0-2-5 0,1-8-4 16,0 0-79-16,0 0-136 0,0 1-15 0,0-1-50 15,0 0-145-15</inkml:trace>
  <inkml:trace contextRef="#ctx0" brushRef="#br0" timeOffset="126235.24">2616 2080 2303 0,'0'0'35'0,"0"0"-11"0,1 0 15 16,18 9-2-16,-19-9 84 0,1 0-4 0,19 11-2 0,-13-7 0 15,1 1-11-15,0-1-24 0,1 0-4 0,-1 0-8 16,0 2-10-16,1 1-6 0,-2 0 8 0,0 0-10 16,0-1-4-16,-1 1-5 0,-2 0-2 0,0-1 1 15,-1 1-3-15,-2 0 6 0,0 1-4 0,-1 0 3 16,0-1-13-16,-1 0 4 0,-2 0-6 0,0 0 5 16,-2 1-16-16,0 0-12 0,-2 1 1 0,-1-1-5 15,1 0-7-15,-1 1-9 0,-2-3 1 0,0 1-5 16,1 0-4-16,0-1 11 0,2 0-7 0,0-1 7 0,2 0-11 15,5-5-10-15,0 0-2 0,0 1-5 16,0-1-24-16,0 0-15 0,-3 16-2 16,3-16-4-16,0 0 7 0,1 0 39 0,22 0 6 15,-14-3 12-15,2 1 19 0,0-1 2 0,-1 0-3 16,0 1 6-16,-1 1 30 0,-1 1 23 0,-1 0 2 16,-1 1 4-16,-6-1-6 0,1 0-1 0,-1 1 6 0,17 10-3 0,-17-11 12 15,0 0-17-15,4 23-6 16,-6-11-5-16,0 0-20 0,-2 2-7 0,0 1-2 15,-1 0-4-15,-2 0-24 0,1-1-132 0,-1 0-22 0,0-3-68 16,1-2-368-16</inkml:trace>
  <inkml:trace contextRef="#ctx0" brushRef="#br0" timeOffset="126770.83">3809 1992 1952 0,'0'0'204'0,"0"0"-95"15,-1 0 111-15,-6 17-192 0,7-17 26 0,0 17 25 16,-1-5 30-16,1 2-2 0,0 2-2 16,0 2-31-16,-4-3-13 0,5 4-2 0,1 1-2 15,0 2 4-15,-2 1-1 0,0 1-2 0,1 3-1 16,0-2-16-16,0-2-16 0,-1-1-1 0,0 0-6 15,1 0-10-15,-2 0 7 0,1 1-5 0,0-4 5 0,-1-1-10 16,1-3 2-16,-1-2-9 0,0-3-1 0,0-1-67 0,1-9-86 16,0 0-12-16,0 1-35 0,0-1-137 0,0 1-144 15</inkml:trace>
  <inkml:trace contextRef="#ctx0" brushRef="#br0" timeOffset="127049.61">4028 2004 2360 0,'0'0'23'16,"0"1"26"-16,-2 15 16 0,2-16 13 0,1 15 98 0,0-6-48 16,-1 1 0-16,2 1-20 0,-2-1-35 0,1 1-18 15,0 1-5-15,0 0-4 0,1 3-11 0,-2 0 10 16,0 2-3-16,0 1 5 0,0 0-7 0,0 3-13 15,0 1-1-15,0 1-5 16,0-1-14-16,0 1 7 0,-1-3-5 0,0 0 6 16,0 1-11-16,1-2-4 0,0 1 5 0,-1-3-4 15,1-2 6-15,-1-1-13 0,1-2-10 0,0-2-5 16,-1-2-58-16,1-8-65 0,0 1-10 0,0-1-25 0,0 1-100 16,0-1-109-16,-1 0-39 0</inkml:trace>
  <inkml:trace contextRef="#ctx0" brushRef="#br0" timeOffset="127267.06">3836 2215 2148 0,'0'0'359'16,"0"0"-309"-16,0 0 18 0,-1 1-45 0,0-1 38 0,1 1 57 16,-6 15-5-16,6-16 16 0,0 0-41 0,0 1-31 15,17 13-4-15,-9-10-9 0,0-2-21 0,1 2 6 16,1-1-9-16,1 0 6 15,2 0-14-15,1 0-1 0,2 1-2 0,-2-3 0 16,1 2 1-16,-3 0-3 0,-1-1 1 0,0 0-3 16,-2 1 2-16,-2 0-130 0,0-2-47 0,-7-1-69 15,1 0-492-15</inkml:trace>
  <inkml:trace contextRef="#ctx0" brushRef="#br0" timeOffset="129087.62">967 2827 3014 0,'0'0'13'15,"0"0"-16"-15,0 0 5 0,0 0-58 0,0 0 14 0,0 0 5 16,0 0 28-16,21 7 3 16,-21-7 3-16,17 3 0 0,-17-3 3 0,0 0-2 15,0 0 2-15,22 6 0 0,-14-4 2 0,1 1 2 16,2 0-1-16,1-1 10 0,0 1 5 0,1-1 4 15,0 0 0-15,1-1 8 0,0 0-5 0,2 0 1 0,0-1-3 0,0-1-1 16,0 0-4-16,1 0-3 16,1 0 0-16,1-1-6 0,2 1 0 0,3 0-1 0,1 0 1 0,0-1-3 15,0 2 4-15,-1-1-3 0,-2 0 3 0,0 1 3 16,0 0 4-16,2 0 0 16,1 0-1-16,2-1-2 0,-1 1 8 0,0-1-2 0,0 1 4 15,-1-1-10-15,-2-1 3 0,2 0 0 0,2-1 0 16,2 1-4-16,1-1-2 0,0 0-5 0,-2 0 3 15,-1 0-4-15,-1-1 0 0,1 1 3 0,1 0-3 16,3 0-1-16,0 0-3 0,-1 0-2 0,-2 0 1 16,-1 1 0-16,0 1 7 0,1-1-5 0,3-1 5 15,0-1-7-15,1-1 1 0,-2 0 6 0,-3 0-2 16,2 1-3-16,2-2 4 0,1 0 0 0,5 2 3 16,-1-2 6-16,-3 1-7 0,-1 0 1 0,0-1-5 15,3 1 0-15,0-1-3 0,1 1 4 0,-2-1-4 16,-2 1 9-16,0 1-10 0,0-2 3 0,3 2-3 15,0 0 9-15,0-1-6 0,-3 2 1 0,1-2-2 16,-2 1-2-16,4 0 7 0,2-1 2 0,2 0 3 16,-2 1 5-16,-2-1-4 15,0 0 3-15,2 0-2 0,1 0 1 0,2 0-7 16,0-1 0-16,-5 2-2 0,-1-1 1 0,4 0 5 0,-2 1-5 16,2-1 3-16,-1 0-10 0,-4 1 8 0,1 0-3 0,-1 1 3 15,3-1-8-15,1-1 5 0,-2 0 2 0,-1 0 0 16,-1 2-6-16,0-2 5 0,1 1-4 0,0-1 4 15,1 0-2-15,-3 0-3 0,-1 3 1 0,-1-2-1 16,-1 1 9-16,3 0-8 0,-2-3 3 0,1 3-5 16,-2 0 4-16,-3 1-2 0,-1 0 0 0,-2 0 0 15,1 1 2-15,1-1-3 0,0 1 1 0,-2 0-1 16,0 0-1-16,-1 1 4 0,-2 2-4 0,-2-2 4 16,0 1-10-16,-1 0 2 15,-1-1-2-15,0 2-5 0,1-2-70 0,0 2-139 16,-2-1-38-16,0 1-52 0,-2-2-324 0</inkml:trace>
  <inkml:trace contextRef="#ctx0" brushRef="#br0" timeOffset="130709.86">4763 1842 6 0,'0'0'895'0,"-1"0"-386"0,1 0 470 15,0 0-942-15,-1 0 31 0,1 0 18 0,-18-5 41 16,18 5-9-16,0 0 3 0,0 0-60 0,0 0-18 16,0 0 2-16,1 0-7 0,-1 1-4 0,1-1-8 15,18 11 0-15,-19-11-1 0,1 0 10 0,19 8 9 16,-10-5-2-16,0-1 4 0,3 0-1 0,0-2-9 0,0 0 1 16,1 1-4-16,1-1-1 0,1 0-12 0,0 0 4 15,-1 1-7-15,2-2 6 0,-1 1-6 0,1 1 3 16,0-2-5-16,1 1 0 0,4 0-2 0,-2 0-3 15,2 1 1-15,-1 1-7 0,0-2 3 0,0 2-4 16,1 1 3-16,-2-2-6 0,2 1 7 0,1-2-3 16,2 0 5-16,2 0 9 0,0 1-3 0,1-1 6 15,-1 1-4-15,0-1-3 0,-2 1 0 0,3-2-4 0,-1 0 3 16,3 0-5-16,-2 0 2 16,0 1-1-16,-3 0 1 0,-1 0-6 0,-3 1 0 15,1-1 0-15,-1 0 0 0,0 0 1 0,1 0-1 16,-1 1 0-16,-2 0 0 0,0 0 0 0,-2-1-1 15,-1 2 0-15,-2-1 0 0,-2-2 0 0,-1 1 4 16,-3 0-4-16,1 0 5 0,0 0-4 0,-2 0 2 16,1 0 1-16,-1-1-2 0,1 2 2 0,-4-1-4 15,-4 0-2-15,1 0-1 0,-1 0-12 0,1 0-20 16,0 0-4-16,14-2-8 0,-15 2-30 0,0 0-27 16,0 0-5-16,0 0-10 0,0 0-38 0,0 0-41 0,0 0-2 15,0 0-16-15,0-1-22 0,0 1-42 0,-14-17-51 16</inkml:trace>
  <inkml:trace contextRef="#ctx0" brushRef="#br0" timeOffset="131013.49">5754 1698 2301 0,'0'0'123'16,"-1"0"198"-16,1 0-290 0,-18 5 13 0,18-5 2 15,0 0 10-15,0 0 36 0,0 1-38 0,0-1 1 16,0 1-16-16,0 17-22 0,0-18-7 0,1 0-1 15,20 9-2-15,-11-7-2 0,3 1 0 0,-1 0 1 16,1 0-2-16,0 0 3 0,-2 1-3 0,-1-1 2 16,1 2-3-16,1-1-2 0,0 1 26 0,3 1-8 15,-1-1 14-15,1 2-13 16,-1 0 10-16,2 0-1 0,-2 1 5 0,1 0 4 0,-2 0-6 16,0 1 7-16,-1 1-6 0,-2 0 1 0,-1-2 9 15,-1 2-3-15,-1-2 7 0,-3 3 2 0,-1 2-22 16,-2 1 4-16,-2 2-10 0,-2 2-4 0,0 1-3 15,-3 1-3-15,-1 1 1 0,-2-1-12 0,0 1-4 16,-1-3-5-16,0-3-3 0,1 0-60 0,0-4-110 16,0 2-32-16,1-3-46 0,0-1-335 0</inkml:trace>
  <inkml:trace contextRef="#ctx0" brushRef="#br0" timeOffset="133456.83">9059 7738 2065 0,'0'0'105'0,"0"0"-15"0,0 0 3 16,0 0-28-16,0 0-38 0,0 0 7 0,0 0-3 0,0 0 7 16,0 1-12-16,0-1-15 0,0 0 2 0,0 0-4 15,0 1 25-15,0-1 2 16,0 1 1-16,7 17-3 0,-7-18-13 0,0 0 12 16,0 0 4-16,1 1 4 0,-1-1 18 0,17 13-3 15,-17-13 2-15,1 0-3 0,-1 0-7 0,19 9-10 16,-19-9-2-16,1 0-2 0,21 9-12 0,-22-9-11 0,1 0 3 15,22 5-5-15,-13-4 1 0,-1 1-7 0,2 0-2 16,0-1 0-16,-1-1 1 0,0 0 0 16,0 0-2-16,0-1 1 0,0 0 2 0,0 0-5 0,0-2 3 15,0 2-2-15,0-2 2 0,1 0-1 0,0 0 2 16,3-2-2-16,-3 0 0 0,1 0 8 0,1 0-3 16,-1-1 5-16,1 1-6 0,-1 0 2 0,0-1 1 15,0 1 1-15,-1-1 3 0,-1-1-2 0,0 0 0 16,-1 0 0-16,1-1 4 0,-2-1-4 0,0-1 5 15,0-2-5-15,1 0 2 0,-2-2-3 0,2 0-3 16,-1-1 2-16,1 0 1 0,0-1-5 0,-2 0 3 16,2-1-3-16,-2 0-1 0,0 2 0 15,0 1 0-15,-1 2 1 0,0 0 1 0,0 1-2 16,-1-2 2-16,0 1-2 0,0-1 1 0,0-1-1 0,0 0-1 16,0 1 1-16,-2-2 7 0,1-1-5 0,-1 0 2 15,0 0-4-15,1-1 3 0,-1 1-1 0,2 2 3 16,-2-3-3-16,2 0-6 0,-1-1 2 15,-1-1-2-15,0 0 2 0,1 0 3 0,-2 0-3 16,1 1 1-16,-2-1-1 0,1 1 0 0,-2 1-2 16,0 2-3-16,0-1 2 0,0 0 1 0,-2-2 2 15,1-2 0-15,-1 2 0 0,-1-1-4 0,0-2 2 16,0 1 1-16,-1-1 1 0,1 1 3 0,-1 2 0 16,0 2-2-16,0 1 0 0,1-1-1 0,-2 0 2 15,1 0 1-15,-1 0 0 0,0 1-5 0,2 1 5 16,-2 0-3-16,-1 0 5 0,0 1-5 0,-1-2-1 15,2 1 1-15,-3 3 0 0,0 0 9 0,-1 0-11 16,0 2 1-16,0-2-4 0,1 1 12 0,0 0-3 16,0-1 6-16,0 2-6 0,0 1-1 0,0 0-3 15,0 0-4-15,0 2 1 0,0-1 1 0,-1 0-4 16,0 0 1-16,-1 1-3 0,0 1-1 0,0-1 5 16,-1 1-4-16,0 0 4 0,-1 0-10 0,2 1 5 0,-2-1 4 15,2 1-1-15,-1 1 9 0,2-1-2 0,-1 1-1 16,0-1 0-16,0 1-11 0,-1 1 6 0,0 0-5 15,0 0 7-15,-1 0 2 0,0 0-17 0,-1 1 8 16,-1 2-12-16,-1 1 7 0,1 0 4 16,-1 1-1-16,0 0 3 0,1 1 1 0,3 0 5 15,-1 1-4-15,2 0 5 0,-2 1-5 0,2 0 5 16,-1-1-1-16,0 2 1 0,0 0-8 0,0 0 5 16,-1 1-1-16,2 0 3 0,-1 1 6 0,0 1-5 15,0 0 3-15,-1 0-3 0,1 1 2 0,0 1-4 16,1-1-1-16,1 1 0 0,0 0-2 0,2 2-1 15,0 2 3-15,-1 2-2 0,1 0 2 0,-1 3 5 16,0 1-8-16,0 0 5 0,1 0-8 0,0-2 14 16,0 0-1-16,1-1 5 0,0 1-7 0,3 3 5 15,-1 0-5-15,2 3 4 0,1-1-4 0,-1 0-2 16,2-1 2-16,0-1-2 0,0-3 2 0,0 2 5 16,2-1-2-16,-1 3 1 0,0 2-10 0,2-1 9 0,-1 0-2 15,1-1 5-15,1-1-4 0,2-1-4 16,-1-1 2-16,2 0-2 0,-1 0 5 0,1 3 0 15,1 0-3-15,-1 0 2 0,1-1-2 0,1-1 1 16,-1-2 0-16,1 0 1 0,0-2 1 0,2 2 8 16,0 2-2-16,2 0 5 0,-1 2-5 0,1 0-2 15,-1-1 1-15,1 0-2 0,-1-2 1 0,1 1-7 16,0-3 3-16,-1 1-3 0,1 1-1 0,-3 0 3 16,1 0-1-16,1-1 1 0,0-1-12 0,2 0-7 15,1-2-46-15,1 0 7 0,0-3-216 0,1 0-221 16,0 3 803-16</inkml:trace>
  <inkml:trace contextRef="#ctx0" brushRef="#br0" timeOffset="142274.32">2446 1847 1113 0,'-4'-7'555'0,"0"2"-217"0,4 5 275 16,0 0-612-16,0 0 7 0,0-1-24 0,0 1 35 16,0-1-3-16,0 1 8 0,0-1 3 0,0-17 5 15,0 18-1-15,0 0 1 0,1 0-15 0,16-2 2 16,-17 2-4-16,0 0 3 0,22-7-9 0,-12 5-2 15,-1-1-3-15,2 0 2 0,1 0 2 0,-2 0 0 16,2 1 1-16,1 0-2 16,0-1 2-16,1 0 3 0,-1 2-4 0,2-2 2 0,0 1-5 15,2 1 3-15,-1-2 0 0,0 1 0 0,1-1-3 16,-1 0 0-16,0 0-2 0,-1 1 2 0,1-1-2 16,-1 1 8-16,-1 1 4 0,2 0 4 0,-1-1 25 0,0 1-12 15,1 0 2-15,-2 0-9 0,1-1-12 0,-2 2 1 16,0-1-2-16,0 0 1 0,-1 1 2 15,-1-1 0-15,0 0 2 0,-2 0-1 0,0 0-1 16,0 0-1-16,0 1-3 0,-1-1 1 0,1 0-7 0,-1-1 0 16,-1 1 4-16,1 1-4 0,-2-1 3 0,0 1 1 15,0-1-3-15,0 1 2 0,-6 0-2 0,0 0-1 16,1 0-1-16,-1 0 1 0,0 0 4 0,17-4-1 16,-17 4 3-16,0 0-3 0,0 0-2 0,0 0 2 15,0-1-3-15,0 1 3 0,0-1-4 0,1 1 6 16,-1-1-5-16,0 1 4 0,0 0-6 0,7-17 3 15,-7 17-2-15,0 0 0 0,0 0-9 0,0 0-21 16,0 0-5-16,0 0-6 0,0-1-24 0,0 1-28 16,0-1 0-16,-1 1-15 0,0-1-55 0,1 1-37 15,-1-1-12-15,-15-9-12 16,16 10-100-16</inkml:trace>
  <inkml:trace contextRef="#ctx0" brushRef="#br0" timeOffset="142656.45">2470 1766 2516 0,'-4'-6'81'0,"4"6"23"0,0 0-153 15,-1 0-14-15,1-1 8 0,0 1-1 0,0-1 69 0,0 1-2 16,1-1 2-16,14-15-4 0,-14 16 0 0,0 0-9 16,21-4 3-16,-13 3-3 0,-1 0 4 0,3 1 1 15,-1 0 1-15,1 0 0 0,2 0 9 0,2 0 6 16,1 0 0-16,3 0 0 0,1 0-8 0,2-3-7 16,1 2 3-16,-2-3-3 0,3 1 12 0,-4-1 3 15,3-1 2-15,1 0-1 0,-1 0 7 0,2-1-10 16,0 1 2-16,-3 1-4 0,-1-2-5 0,-4 2 7 15,0 1-5-15,-5-1 4 0,0 4-6 0,-1-1-6 16,-2 1 1-16,0-1-3 0,-1 1 3 0,-2 0-4 16,2 0 3-16,-3 0-3 0,-5 0 8 0,1 0-91 15,0 0-30-15,-1 0-37 16,0 0-228-16</inkml:trace>
  <inkml:trace contextRef="#ctx0" brushRef="#br0" timeOffset="145672.34">6847 1262 2324 0,'0'0'93'0,"0"0"-33"15,0 0 15-15,0-1 7 0,0 1 11 0,-1-1 40 0,1 1 1 16,0-1-15-16,0 1-62 0,-20-20-14 0,20 20-3 16,0 0-4-16,0 0-10 0,-20-2-2 0,20 2-1 15,-15 5 1-15,7-1-3 0,-1 0-9 16,-2 1 3-16,2 1-5 0,-3 1-8 0,0 2 0 0,1 1-2 16,1 0 1-16,-1 2 0 0,0 0 2 0,0 2-4 15,0 0 1-15,1-1-6 0,-1 0 6 0,2 1-4 16,1-2 4-16,1-1-3 0,1 1 3 0,2-4-1 0,1 1 1 15,1-1-1-15,2-1 1 0,2-1 6 0,2 1-2 16,2-2 17-16,1 0-2 16,2 1 5-16,3-1-4 0,1-1 6 0,1 1-10 15,-1-1 1-15,1 2-5 0,-1-1-6 0,-1 1-1 16,0 1-2-16,-1 0 2 0,1 1-3 0,-2 2-2 0,0-1-5 16,-6 2 1-16,0 0 3 0,-2 1-7 0,-1 1 5 15,-1 2-5-15,-3 2 7 0,-3 0-4 0,-1 2 2 0,-5 1-2 16,1 3 6-16,0 0 1 0,-2 0 1 0,3 0 0 15,-1-1-1-15,1-2-1 0,-1-1 0 0,1-2-1 16,1 0 2-16,0-2 0 16,1-1 4-16,0-1-3 0,1 0 4 0,2 0-4 15,1-2-2-15,0 1 1 0,2 0 5 0,0-1 0 16,2-1-2-16,-1-2 0 0,1 1 0 0,1 1-1 16,-1-2 1-16,2 1-1 0,-1-1-4 0,1 2 5 15,0 1-4-15,1 1 3 0,-1 1 0 0,2 0 5 16,0 2 2-16,1 2 1 0,-1 1 4 0,2 3 12 0,0 0-3 15,-1 2 4-15,1-1-14 0,-1 1-3 0,0-1-1 16,-2 1 0-16,-1 2-2 0,1 2 1 0,-1 0 0 16,-1 0 1-16,1-1-7 0,-2-1 2 0,0-2-3 15,0-3 2-15,0-1-2 0,0 0-2 0,0 0-2 0,0-1-3 16,-1-3-33-16,1-2-109 16,1-1-34-16,-1-3-44 0,-1-1-272 0</inkml:trace>
  <inkml:trace contextRef="#ctx1" brushRef="#br0">9436 3030 0,'0'0'0,"-11"16"0</inkml:trace>
  <inkml:trace contextRef="#ctx0" brushRef="#br0" timeOffset="147742.45">7270 1134 246 0,'-1'0'263'0,"1"0"-84"15,-17 0 145-15,17 0-54 0,0 0-35 0,0 0 12 16,-1 0-98-16,-17 1 3 0,18-1-22 0,0 0-7 0,0 0-6 15,-16 3 1-15,16-3-5 0,0 0-13 0,-1 0-30 16,0 0-1-16,1 1-11 0,0-1-19 0,0 1-2 16,-8 17-4-16,8-18 0 0,1 0-18 0,-1 0 3 15,19 13 2-15,-9-9 1 0,0 0-3 0,0 1 6 16,1-2-7-16,-1 0 7 0,2 1-11 0,-3-1-4 16,2 0 3-16,-4 0-4 0,1 1 1 0,-2-1 8 15,0 1-3-15,-6-4 4 0,0 0-5 0,0 0 14 16,1 1-6-16,-1-1 10 0,8 18-1 0,-8-18-9 15,-7 13 1-15,3-6-6 0,-1 1-11 0,-2-2 7 16,-1 2-8-16,0 0 7 0,-2 1-11 0,-2 1 3 16,2-2 0-16,-3 2 1 15,2 0-7-15,-2 0 2 0,1 0-2 0,1-1 1 16,0 0-6-16,2-1 8 0,1 0 0 0,0-2 1 0,2 0-6 16,6-6 2-16,0 1-6 0,0-1 4 0,0 1-15 15,0-1 1-15,0 1-5 0,0-1 3 0,14 13-4 16,-4-14 14-16,3 1 0 0,0-2 4 0,2 0 3 15,0 0 7-15,0-1-2 0,0 0 4 0,0 1-5 0,-1 0-1 16,-2 0 0-16,0 2 0 0,-1 0 0 0,-2 2 3 16,0 0 0-16,-1-1 2 0,-1 1-4 0,-7-2 6 15,0 0 1-15,1 0 4 0,15 11 12 0,-16-11-2 16,0 1 1-16,3 15-2 0,-3-16-4 0,0 0 0 16,-8 22-3-16,3-10 1 0,-2 2-11 0,-1 2-1 15,-2 1 2-15,-2 1-2 0,1 0 6 0,0 0-11 16,0-2 7-16,2-1-8 0,0-3 4 0,2-2-33 15,0 0-23-15,2-6-8 16,5-4-106-16,0 0-95 0,-2 0 6 0,2 0-43 16,0 0-62-16</inkml:trace>
  <inkml:trace contextRef="#ctx0" brushRef="#br0" timeOffset="148405.77">7635 1358 1472 0,'0'0'110'15,"1"0"16"-15,-1 0-7 0,19-7 28 16,-19 7 62-16,0 0-80 0,16-12 6 0,-16 12-28 0,1 0 12 16,16-19-23-16,-10 13-3 0,-1-2-7 0,0-1-8 15,-1-1 9-15,-1 1 0 0,0-2 2 16,-2 2-2-16,0 1-16 0,-1-2 1 0,-1 3-9 0,-1-1-10 15,-1-1 0-15,0 2-5 0,-2 0 2 16,0 1-18-16,-1 2-5 0,-2-1 2 0,0 2-5 0,1-2-11 16,-2 2-4-16,1 1-8 0,-3 0 4 0,2 2-11 15,-2 0-5-15,-1 2 0 0,3 0-1 0,-2 1 0 0,2 1 3 16,0 0 2-16,0 2-2 16,1 0-4-16,1 1 6 0,0-2-3 0,0 2 5 0,3-1-4 0,-2-2-1 15,1 1-3-15,1 2 1 0,-1-1 0 0,2 1 1 16,2-7 4-16,0 0-3 0,0 17 6 0,0-17-4 15,0 0 0-15,0 0 0 0,11 21 2 0,-11-21 1 16,0 0-2-16,17 15 2 0,-10-10 1 0,1 0 3 16,0 1 1-16,1-1-1 0,-2 1-2 0,2 1 6 15,1-1-2-15,-1 1 4 0,1 1-3 0,-2 0-1 16,1 1 1-16,-2 0-2 16,-1 1-2-16,0-1 3 0,-1 1 1 0,-3-1 1 15,2 0-1-15,-4 1 7 0,0 0-2 0,0 1 3 16,-4 0 1-16,1 3-1 0,-2-1-1 0,-1-1 0 0,-1 1 6 15,-2-2-6-15,0 0 6 0,0-1-6 0,-1-1 5 16,0-1 3-16,1-3 1 0,1 0 2 0,1-2 8 0,-1-2-6 16,2-1 1-16,0-1-3 0,6 1-10 0,-1 0 1 15,1-1-6-15,-15-16 4 0,13 10-9 0,0-4 3 16,4-1-1-16,-1-2 0 0,3-1-10 0,2-1 8 16,1 0-5-16,2 1 5 0,-1-1-9 0,3 2 0 15,1-1 4-15,2 1-2 0,2-1-3 0,3 0 3 16,-1 0 0-16,1 0 3 0,1 0 3 0,-2 1 1 15,-1 0-1-15,-2 1 1 0,-1 1 5 0,-2 2-8 16,-3 0 4-16,0 3-4 0,-2 2 9 0,-1 1-12 16,-6 4-10-16,0 0-5 0,0 0-71 0,0 0-62 15,0 0-30-15,0 0-24 0,0 0-223 0</inkml:trace>
  <inkml:trace contextRef="#ctx0" brushRef="#br0" timeOffset="149625.2">8317 1159 391 0,'0'0'87'0,"0"0"97"16,0 0 39-16,0 0-68 0,0 0 17 0,0 0-93 15,0 0 1-15,0 0-22 0,0 0 18 0,-1 0 17 0,1 0-3 16,0 0 5-16,-1 0-16 0,1 0 7 0,0 0-2 16,0 0 5-16,0 0-2 0,0 0-2 0,0 0 1 15,0 0-1-15,0 1 5 16,4 18-8-16,-4-19-4 0,0 1-3 0,0 19-24 16,-1-12-5-16,-1 1 2 0,0-1-4 0,1 3-5 15,-1 2 1-15,-1 2-2 0,1 2 1 0,0 1 0 0,-3 3-3 16,2-1 2-16,-1 2-2 0,-2-1 5 0,2-1-14 15,-1 0 2-15,1-1-7 0,0-1-9 0,0 0 1 16,2-2-6-16,0-3 4 0,-2-1-5 0,3-3 2 16,-1-2 6-16,2-7-3 0,0 1 9 0,0-1-4 15,0 0-3-15,0 1 0 0,0-1-5 0,0 0-16 16,0 0-3-16,0 0-7 0,0-1-20 0,8-20 4 16,-5 11-3-16,1-1 2 0,0-1-16 0,0-1-27 15,1 0-5-15,0-1-8 0,2 0-30 0,-2-2-14 16,0 0 2-16,0-2-6 0,0 1 1 0,2-1 2 15,-2 0 10-15,1 0 2 0,-1 0 66 0,0 3 35 16,0 0 4-16,-1 2 9 0,-1 1 6 16,0 2 12-16,0-1-4 0,-2 2 12 0,1 0 34 0,-1 1 32 15,-1 1 4-15,0 7 5 0,0 0-1 16,0-1-2-16,2-15 0 0,-2 16-1 0,0 0 5 0,0 0-5 16,0 0-4-16,0 0-2 0,0 0-20 0,0 0-21 15,0 0 1-15,0 0-10 0,0 0-10 0,0 0 6 16,0 0-2-16,0 1 2 0,12 18-11 0,-12-19-2 15,0 1-1-15,8 21 0 0,-5-13-5 0,-1 0-6 16,1 1 4-16,-1 1-3 0,-1 0 6 0,1 1 1 16,0 0-6-16,-1 0 4 0,1 1 3 15,0 0-8-15,-1 0 7 0,1-1-8 0,1 1 6 16,0-2-4-16,0 1 1 0,0 0-2 0,1-2-4 16,0 0 2-16,-1-1 1 0,1 1 0 0,1-3 3 15,-2 1-3-15,1-2 2 0,-1 0-2 0,0 2 4 0,0-2-1 16,0 0 2-16,-3-6 0 0,0 1 5 0,1-1 6 15,-1 0-1-15,16 12 6 0,-16-12 13 0,1 0 20 16,-1 0 0-16,18-8 6 0,-11 2-6 0,0-3-6 16,1 0-8-16,2 0 1 0,0-4-22 0,2 0-6 15,-1-1-3-15,0-4-1 0,0 1-9 0,-1-1-3 16,-2-1 3-16,1 2-2 0,-1 0 4 0,0 2-3 16,-1 1 0-16,-2 1-2 0,1 1-3 0,-2 1-8 15,1 2-4-15,-3 0-2 0,-2 9-15 0,0 0-5 16,0-1 0-16,6-17-6 0,-6 18-37 0,0-1-19 0,0 1-15 15,0 0-2-15,-7-17-67 0,7 17-91 0,0 0-18 16,0 0-44-16,-1-1-237 16</inkml:trace>
  <inkml:trace contextRef="#ctx0" brushRef="#br0" timeOffset="149924.71">8836 1110 1924 0,'0'0'65'15,"0"0"-33"-15,0 1 192 0,0-1-35 0,0 1 24 16,9 16-46-16,-9-17-68 16,0 0-12-16,0 1-8 0,7 20 0 0,-7-20-29 15,4 16-3-15,-3-7-2 0,-1 0 0 0,1 1-5 16,-1-1-12-16,0 2 4 0,-1 2-6 0,1 2 0 15,-1 3-6-15,0 1 0 0,0 0-3 0,1 1-4 16,-1 0-4-16,0-1-4 0,1 0 1 0,0-1-3 16,-2-3 4-16,2-1-2 0,-1-4 1 0,0 0-3 0,0 0-6 15,0-3-6-15,0 0-7 0,-1-1-76 16,2-7-78-16,0 1-6 0,0-1-26 0,0 1-38 16,0-1-39-16,0 1-21 0,0-1-36 0,0 0-370 0</inkml:trace>
  <inkml:trace contextRef="#ctx0" brushRef="#br0" timeOffset="150221.68">9054 1088 1479 0,'4'-6'238'0,"-4"6"-79"16,0 0 108-16,0 0-230 0,0-1 183 0,0 1-65 15,1-1 25-15,-1 1-51 0,0 0-37 0,1 0-30 0,-1 0 4 16,0 0-14-16,2 0-9 0,10 17-5 0,-10-9-6 15,1 2 2 1,-2 0-5-16,2 1-5 0,0 1 4 0,-2 1-5 0,2 1 2 0,-1 2-9 16,0 1 0-16,-1-2-3 0,0 1 0 15,-1 0 0-15,0 2-3 0,-1 1 1 0,1 1-2 16,-1-2-4-16,-1 0 1 0,1-2-1 0,1-1-1 16,0-2 2-16,-1-1 0 0,1-1 0 0,0-2-2 0,0-2-9 15,0-7-7-15,0 1-5 0,0-1-53 0,0 0-38 16,-3 17-7-16,3-17-11 0,0 0-41 0,0 0-30 15,0 0-6-15,0 0-13 0,-1 0-80 0</inkml:trace>
  <inkml:trace contextRef="#ctx0" brushRef="#br0" timeOffset="150457.91">8882 1266 2380 0,'0'0'64'0,"0"0"-27"15,0 0 14-15,0 0 0 0,0 0 97 0,0 0-82 16,0 0 2-16,0 1-29 0,0-1 10 0,0 1-8 16,18 10 7-16,-18-11-8 0,17 1 15 0,-7-1-1 15,1 0 0-15,0 0-2 0,2 0-16 0,0 1-20 16,0 1 0-16,0-2-6 0,-1 2 2 16,-2-2 0-16,-1 0 1 0,-1 0-1 0,0 1 2 0,-2-1-5 15,0 0-10-15,-6 0-4 0,2 0-88 0,-2 0-115 16,0 0-25-16,17-9-55 0,-17 9-327 0</inkml:trace>
  <inkml:trace contextRef="#ctx0" brushRef="#br0" timeOffset="152165.98">9051 7813 2758 0,'0'0'145'0,"0"0"-29"16,0 0-2-16,0 0-33 0,0-1-76 0,0 1-31 0,0-1 3 16,0 1-2-16,0-1 11 0,0 1-24 0,0-1-2 15,0 1-4-15,18-4 26 0,-18 4 17 16,1 0 6-16,19 10 2 0,-11-6 20 0,1-2 11 16,2 2 1-16,1 0 4 0,-1-1-2 0,5 0 6 15,1-1-4-15,4 0 3 0,4 0-8 0,-1-1-15 16,2-1 2-16,-5 1-8 0,1-1-8 0,-3 0-4 15,0 1 0-15,0 0-1 0,0 0-2 0,-1-1-2 16,-2 1 4-16,-3 0-4 0,1 0 2 0,-5 0-1 16,-1 0-14-16,-1 0 3 0,-1-1-64 0,-7 0-36 15,0 0-13-15,1 0-11 0,-1 0-65 0,0 0-100 0,1 0-28 16,-1 0 100-16,0 0 1374 0</inkml:trace>
  <inkml:trace contextRef="#ctx0" brushRef="#br0" timeOffset="152465.57">9070 7890 3501 0,'0'0'81'0,"0"0"-75"0,0 0-8 0,0 0-22 16,0-1-27-16,0 1 43 0,17-10-13 0,-17 10 20 15,16-3-35-15,-4 2-14 16,2 1 7-16,3-2-5 0,3 1 33 0,3 0 7 16,1-1-3-16,1 0 5 0,0 2 4 0,-2-1 1 15,-2 0 2-15,0 1-1 0,-1-1-4 0,0 0 7 16,1 1-2-16,-2 0 5 0,1-1-2 0,-3 1-3 16,-1 0 0-16,-2 0 0 0,-1 1 6 0,-3-1-7 15,-2 0-7-15,-1 0-9 0,-7 0-125 0,0 0-152 16,1 0-28-16,-1 0-66 0,1 0-386 0</inkml:trace>
  <inkml:trace contextRef="#ctx0" brushRef="#br0" timeOffset="152714.02">9142 7892 3385 0,'0'0'110'0,"0"0"13"15,0 0-137-15,0 0-47 0,20 5 15 0,-6-2-18 16,1-1 69-16,2 1-5 16,1 0 4-16,1-1-5 0,-1 0-20 0,2-1-1 15,0-1-6-15,-2 0 5 0,1 1 8 0,0-1 9 16,0 0 4-16,-1 0 0 0,0-1 5 0,-4-1-2 16,1 0 5-16,-3 1-3 0,-3-1 5 0,0 0-6 15,-4 0-7-15,-5 2-4 0,0 0-80 0,0 0-110 16,1 0-23-16,0-1-35 0,-1 1-161 0</inkml:trace>
  <inkml:trace contextRef="#ctx0" brushRef="#br0" timeOffset="152993.88">9140 7905 2945 0,'0'0'261'0,"0"0"-185"16,0 0 11-16,0 0-79 0,0 0-75 0,0 0 34 0,1 0-9 16,16 1 23-16,-16-1 22 0,-1 0-23 0,24 2 0 15,-12-1-11-15,-1-2-6 0,3 0 33 0,-1-1-4 16,0 1 13-16,-1-2 2 0,0 1 8 0,-1-1-5 16,1 1 5-16,-2-1-9 0,1 1 5 15,-2-1 4-15,-1 1-1 0,0-1 1 0,-1 1-11 16,1 0-1-16,-1 0-3 0,-2 1 0 0,-5 1-8 15,1 0-4-15,0 0-8 0,15-3-87 0,-16 3-81 16,1 0-19-16,0 0-23 0,-1 0-94 0,0 0-391 16</inkml:trace>
  <inkml:trace contextRef="#ctx0" brushRef="#br0" timeOffset="153263.91">9274 7917 2221 0,'0'0'509'0,"0"0"-370"15,0 0-45-15,0 0-83 0,1 0-43 0,0 0 8 16,17 5 4-16,-18-5 4 0,0 0 21 0,17 1-33 15,-17-1-5-15,1 0-11 0,23 2-18 0,-15-2 2 16,2-1-16-16,-1-1 3 0,2 0-68 0,-1 0-3 16,0 1-9-16,0-2 2 0,-1 2-38 0,-2-1-46 0,-1 0-33 15</inkml:trace>
  <inkml:trace contextRef="#ctx0" brushRef="#br0" timeOffset="153499.56">9167 7951 3184 0,'0'0'53'0,"0"0"-92"15,1 0-12-15,15 1-22 0,-6 0-4 0,1 0 57 0,1 1-7 16,1-1 22-16,0-1-26 0,0 0-72 0,1 0 11 15,0 0-33-15,0-1-8 0,-1 0-40 0,-1-1 1 16,-1 0-16-16,-1-1-17 0,-1 0-73 16,-1-1-95-16</inkml:trace>
  <inkml:trace contextRef="#ctx0" brushRef="#br0" timeOffset="153775.94">9145 7984 2308 0,'0'0'392'0,"0"0"-206"16,0 0 28-16,0 0-130 0,0 0-117 0,0 0-27 15,0 0 10-15,1 1-10 0,20 10 43 0,-20-11-18 16,15 3-11-16,-6-2-5 0,0-1-54 0,3 0 45 15,1-1-2-15,-1-2 20 0,1 1 25 0,-3 0 4 16,1-2 2-16,-2-1 2 0,0 1 10 0,-2 2-2 16,-1-1 0-16,0 0-7 0,-3 0-53 0,-4 3-119 15,0-1-44-15,0 1-57 0,1 0-504 0</inkml:trace>
  <inkml:trace contextRef="#ctx0" brushRef="#br0" timeOffset="153963.26">9106 7998 3139 0,'0'0'181'16,"0"0"-135"-16,0 0 1 0,0 0-54 0,0 0-66 0,1 0 48 16,20 10-4-16,-12-8 20 0,1-2-5 0,2 1-32 15,1-1 2-15,2-1-13 0,1 0 5 0,1-2-136 16,-1 1-5-16,-1-2-61 0,-1 0-166 0</inkml:trace>
  <inkml:trace contextRef="#ctx0" brushRef="#br0" timeOffset="154192.8">9121 8058 1522 0,'0'0'259'0,"0"0"984"0,0 0-1203 0,0 0-47 16,0 0-3-16,1 0-13 0,17 0 11 0,-9 0 10 16,2 0 1-16,-1-1 1 0,0 1-8 0,1 0-19 15,1-2 1-15,1 1-6 0,-1 0 6 0,-1-2-71 16,0 2 9-16,-2-2-32 0,-1 1-12 0,-1 0-14 16,0-1 8-16,-7 3-8 0,0 0 16 0,0 0-85 15,1-1-48-15</inkml:trace>
  <inkml:trace contextRef="#ctx0" brushRef="#br0" timeOffset="154480.7">9122 8019 2349 0,'0'0'147'0,"0"0"-105"16,1 0-15-16,17-3-21 0,-10 2-6 0,5 0 9 15,1 0-1-15,4 0 5 16,0-2-15-16,2-1-5 0,0 0-1 0,1-1-1 16,0 0 5-16,-1-1 0 0,0 0 0 0,-1-1 0 15,0 1 4-15,1 2 0 0,1-3 3 0,-1 3-2 0,0-1 1 16,-4-2 1-16,0 3-1 0,-3-1 1 0,-2 2-3 15,-2 1 0-15,-2-1-41 0,-1 0 5 0,-2 0-224 0,-4 3 958 16</inkml:trace>
  <inkml:trace contextRef="#ctx0" brushRef="#br0" timeOffset="154763.42">9053 7955 2533 0,'0'0'428'0,"0"0"-201"0,0 0 49 0,0 0-191 16,1 0-133-16,17-1-22 0,-7 2 10 0,2 0-5 0,3 1 69 16,1-1-15-16,0-1-2 0,4-2-8 15,1 0-23-15,2-1 10 0,1 0-2 0,-2-1 7 0,-1 1 15 16,-3-1 12-16,0-1 1 0,-3 1 2 0,-1-1 5 15,-2 2 1-15,-2-1-2 0,-1 1 1 0,-1-1-2 16,-1 0-5-16,-1 1-20 0,-7 3-3 0,0 0-139 0,0 0-121 16,0-1-32-16,1 1-48 0,-1-1-311 0</inkml:trace>
  <inkml:trace contextRef="#ctx0" brushRef="#br0" timeOffset="154963.33">9240 7892 2899 0,'0'0'106'0,"0"0"-88"16,1 0-14-16,21 3-13 0,-12-1 8 0,1 1 17 15,1-1-2-15,0 0 5 0,0-1-18 0,1 0-4 16,2 0 3-16,-2 0-4 16,4-1 10-16,-2-1-6 0,0 0 0 0,1 0-2 15,-2 0 5-15,-1 0-1 0,-1 0-2 0,-3 0 0 16,-1 1-10-16,-2 0-157 0,-6 0-2 0,0 0-74 15,1 0-203-15</inkml:trace>
  <inkml:trace contextRef="#ctx0" brushRef="#br0" timeOffset="156569.32">7191 2027 2327 0,'-4'-4'96'0,"4"4"-45"16,0 0 44-16,0 0-167 0,0 0 28 0,0 0-7 0,0 0 59 15,0 0 12-15,0 0 1 0,0 0-2 0,0 0-8 16,-1 0-3-16,1 1-2 0,-8 17-7 0,8-18 4 16,0 1 2-16,3 19 2 0,-2-9 2 0,0-1 8 15,1 3-2-15,-3-1 4 0,-1 1 1 0,-1 3-7 16,0 0 0-16,0 2-2 15,0 1 1-15,1-1-7 0,-1 1 3 0,0-1-5 16,1-2 1-16,2-1-3 0,-3-1 0 0,3-3-1 16,-1 1 2-16,1-1-7 0,1 0 3 0,-1-1-6 15,3 1 6-15,-3-2 2 0,0 1 0 0,1-3 2 16,-1-1-2-16,0-6 3 0,0 1-4 0,0-1 0 16,0 1-39-16,7 15-53 0,-7-16-7 0,0 0-20 0,0 0-80 15,0 0-165-15</inkml:trace>
  <inkml:trace contextRef="#ctx0" brushRef="#br0" timeOffset="157137.19">7360 1957 3200 0,'0'0'42'0,"0"-1"-129"0,0 1 42 0,0-1-68 16,0 1 75-16,19-7 34 0,-18 7-10 0,14 2 16 16,-6-2-13-16,0 1 4 0,2 1-1 0,-1 0 3 15,2 2 4-15,-1-1-2 0,0 1 1 0,-2 1 0 16,-1 0 0-16,0 1 6 0,-2 0 0 0,-1 1 4 16,0 0 2-16,-2-1 13 0,-1 0-4 0,-1 0 7 15,0 1 1-15,-1 0 8 0,-1 0 2 0,0 0 0 16,-3-1-7-16,0-1 8 0,-2 1-8 0,-2 1 6 15,0 2-20-15,-3 2-16 0,-1-1 4 0,0 1-8 0,-2-2 5 16,1 0-4-16,0 1 3 0,3-1-3 0,0 0 10 16,4-3-14-16,0 0-3 0,6-6-5 0,0 0-11 15,0 1 1-15,0-1 1 0,0 1 1 0,-1-1 22 16,0 1-11-16,1-1 6 0,0 1-8 0,0-1 6 0,-2 17 1 16,2-17-3-16,0 0 2 0,1 0-1 0,-1 0 3 15,20 4 2-15,-20-4-2 16,1 0-1-16,17 3 1 0,-17-3-1 0,14 2 1 0,-6-1 2 15,0 1 1-15,0-1 0 0,0 2 1 0,1 0-1 0,-1 1-4 16,-1 0 2-16,-2 2-2 16,0 0 11-16,-1 1 4 0,-2 0 1 0,0 1-1 15,-1-1 3-15,0 4 10 0,-2-2 1 0,0-1 3 16,-1 3 7-16,-2-2-14 0,2 1 1 0,-2 2-6 16,-1 0 2-16,1 0-5 0,-1 0 2 0,1-2-5 15,-2 1-3-15,1-1 12 0,0 0-5 0,-1-1 6 16,1-1-13-16,0-1 1 0,0-1-2 0,1-1 1 15,3-5 5-15,0 0-30 0,0 1-3 0,-1-1-16 16,0 1-67-16,-16 10-100 0,17-11-9 0,0 0-40 16,0 0-133-16</inkml:trace>
  <inkml:trace contextRef="#ctx0" brushRef="#br0" timeOffset="157998.03">7076 2601 2313 0,'0'0'155'0,"0"0"-78"16,0 0 78-16,0 0-230 0,0 0 44 0,0 0 14 0,0 0 34 15,0 0 1-15,1 0-5 0,0 0-6 0,-1 0-3 16,20 0 4-16,-12 3-4 0,2 0 8 0,-1-1 6 16,1 0 3-16,1 1 1 0,-1-2 7 0,2 0 2 15,2 1-4-15,2-2 3 0,1 0-3 0,1-1-11 16,0 0 3-16,0 0-6 0,0 1 1 0,-3-2-7 16,1 1 0-16,-2 1-2 0,-1-1-2 0,-2 0-3 15,0 1 7-15,-3-1-7 0,-1 0 8 0,1 1-2 16,-1 0-3-16,0 0 3 0,0 1 1 0,-2-1-40 15,-5 0-13-15,0 0-17 0,1 0-119 0,-1 0-128 16,0 0-37-16</inkml:trace>
  <inkml:trace contextRef="#ctx0" brushRef="#br0" timeOffset="158711.06">8212 2084 1546 0,'0'0'263'16,"0"0"-228"-16,0 0 20 0,0 0-64 0,0 0 10 16,-1 0 53-16,1 1-4 0,0-1 17 0,0 1-18 0,-1-1-18 15,0 1 3-15,-7 15-9 0,8-16-1 0,0 0 5 16,0 1 3-16,0 16 1 0,0-17 7 0,0 0-5 16,0 0-1-16,1 22-1 0,-1-22 0 0,0 1-4 15,1 20 0-15,-1-21-2 0,1 16-7 0,-1-6-9 16,1 0 1-16,-1 0-3 0,0 0 2 0,2 2 1 15,-2 0 0-15,2 0 2 0,-1 1 1 0,-1-3-7 16,1 1 4-16,-1 1-4 0,0 1 2 0,0 0-1 16,0 3 1-16,0 0 0 0,-2-2-3 0,2 2 2 15,-1-2-4-15,0-1 2 0,1-1-7 0,0-1 1 16,0-2-3-16,1-1 3 0,-1 0 0 0,1-2-1 16,-1-6 4-16,0 0-4 0,0 1 4 0,0-1-39 15,2 17-6-15,-2-17-16 16,0 0-58-16,0 0-52 0,0 0-7 0,0 0-22 15,0 0-95-15</inkml:trace>
  <inkml:trace contextRef="#ctx0" brushRef="#br0" timeOffset="159167.4">8514 2015 2572 0,'0'0'114'15,"0"0"-168"-15,0 0 21 0,0 0-58 0,0 0 113 16,0 1 0-16,0-1-2 0,0 1-3 0,-6 16-21 0,6-17 9 15,0 1-5-15,0 17 5 0,0-18-2 0,0 0-3 16,0 24 8-16,-1-14-6 0,1-1 11 0,-1 2-7 16,1 0 3-16,0 1-4 0,0 1 6 0,-2 0-10 15,1 0 4-15,-1 0-5 0,2 1 7 0,0-1-6 16,0 2 1-16,0-1-2 0,1 0-2 16,0-2 11-16,-1 2-2 0,2-2 5 0,-1 0-6 15,1 0 5-15,0 1-4 0,-1 1 3 0,1 0-9 0,-1 0 10 16,-1-1-7-16,0-1 7 0,-1 0-11 0,1-2 8 15,1 0-3-15,-1-2 6 0,0 0-3 0,0-2 2 16,0-6 1-16,0 1 0 0,0-1-6 0,0 0-4 16,-2 17-7-16,2-17-1 0,0 0-44 0,0 0-40 15,0 0-4-15,0 0-17 0,0 0-53 0,0-1-18 16,0 1-10-16,-9-17-15 0,9 17-174 16</inkml:trace>
  <inkml:trace contextRef="#ctx0" brushRef="#br0" timeOffset="159467.32">8204 2274 2539 0,'0'0'118'0,"0"0"226"0,0 0-448 16,0 0 69-16,0 0-24 0,0 0 48 0,0 0 22 0,0 0-4 15,1 0 1-15,-1 0-2 0,22 4-2 0,-12-3-7 16,2 0 5-16,-1-1-5 0,0-1 9 0,3 0 0 16,0-1 3-16,3 2 0 0,-2-2 5 0,0 2 14 15,0-1-7-15,-3 0 10 0,1 0-5 0,-2 1-1 16,-1-1 5-16,1 2-3 16,-2-1-4-16,-1 0-13 0,0 1 3 0,-2-1-6 15,-6 0-7-15,1 0 3 0,0 0-3 0,19 5 2 16,-20-5-1-16,0 0-76 0,0 0-18 0,0 0-32 15,1 0-161-15,-1 0-312 0</inkml:trace>
  <inkml:trace contextRef="#ctx0" brushRef="#br0" timeOffset="161306.04">5902 8658 584 0,'0'0'385'0,"0"0"-115"0,0 0 187 0,-20-8-301 0,20 8-36 0,0 0-39 15,0 0-7-15,0 0-2 0,-1 0 9 16,0 0-23-16,-15-8-7 0,16 8-12 0,0 0 3 16,0 0-30-16,0 0-5 0,0 0 3 0,0 0-3 15,0 0 5-15,14-3 4 0,-5 3-1 0,1-1 3 16,3 1 0-16,1-2 15 0,1 1-8 0,3 0 9 16,-1-1-19-16,1 1-3 0,0-1 4 15,0 1-4-15,0 0 3 0,-1-1-8 0,0 1 3 0,0 0-4 16,-1 0 11-16,2-1-1 0,-3 2-1 0,2 1 1 15,-2-1 3-15,0 0-3 0,0 0-3 0,-2-1-1 16,1 1-4-16,-2 1 0 0,-1 0 5 16,-1 0-4-16,0 0 9 0,0-1 0 15,-2 1 0-15,-1-2 0 0,-7 1-4 0,1 0 1 0,-1 0-4 0,21-1 2 16,-21 1-4-16,0 0-8 0,0 0-39 16,1 0-3-16,-1 0-256 0,1 1 825 0</inkml:trace>
  <inkml:trace contextRef="#ctx0" brushRef="#br0" timeOffset="163420.45">7327 1123 1768 0,'0'-10'140'0,"1"1"-21"16,1-1-12-16,-1 2-119 0,3 0-42 0,-1 0 56 16,0 0 7-16,-1-1 14 0,0 0 15 0,-4-5-14 15,3 6 4-15,-1 1-4 0,-1 1 30 0,-2 0-12 16,0-1 0-16,-1 2-7 0,1 0-27 0,-4-1 2 15,2 2-7-15,-2 0 5 0,0 0-11 0,-3 0-2 16,1-1-1-16,-1 3 1 0,-2 0-1 0,-1-1 6 16,0 1 4-16,-2 1 1 0,-2-1 5 0,1 1 1 15,-3 1-8-15,0 0 6 0,0 0-5 16,-2 0 4-16,0 0-2 0,0 1 2 0,0 0 1 0,-2 0 8 16,0 1 11-16,2 0-4 0,-1 0 0 0,4 0-17 15,-2 1-7-15,1 1 0 0,0 1-3 0,1-1 3 16,-1 1 3-16,-1 1 0 0,1 0-2 0,-1 0-1 15,0 0 1-15,2 1-1 0,0 0 1 0,1 1-1 16,2 1-1-16,-2 2 0 0,0-1 0 0,1 2 1 16,-1 1 0-16,-1 0 1 0,1 1 5 0,-2 1-6 15,1-2 0-15,1 1 0 0,1-1 6 0,2-2-5 16,1 1 3-16,0-1-4 0,1-2 10 0,-1 3 7 16,2-1-8-16,1 3 5 0,-1 1-16 0,1 2 4 15,-1 2 1-15,0-1 2 0,1 1 1 0,0 0-6 16,1-1 1-16,0 0-2 0,0 1 1 0,-1-2-1 15,0 3 1-15,1 0-2 0,0 2 0 16,0 3 4-16,3 0-4 0,-2 1 2 0,1-2-4 0,2-1-3 16,-1-1 6-16,2-1-4 0,-1 1 6 15,1 1 2-15,-1 1-3 0,1 2 2 0,2-1-8 0,-2-1 5 16,3-2 1-16,-2-1 0 0,2-1 2 0,0 0-10 16,1 2 1-16,0 3-5 0,2-1 3 0,-1 1 4 15,2-2-3-15,1 0 2 0,0-3-10 0,2-1 11 16,-1-1-7-16,1 0 8 0,-1 3 0 0,2-2 0 15,1 2 4-15,1-1-3 0,-1-1 2 0,2 1-1 16,0-2 0-16,2 0-1 0,-2-1 3 0,2-2-1 16,1 2 1-16,0 1-1 0,1 0-1 0,1 1 0 15,0 0 3-15,1-1-1 0,1 1 8 0,0-2-4 16,0-1-1-16,1 0-1 0,2-2 3 0,4-2-1 16,-1 0 2-16,2-1-1 0,-2-1 11 0,0 2-8 15,-1 1 4-15,0 2-6 0,-2-1-2 0,2 0 2 16,1 1 2-16,1-1-2 0,2 1-4 0,-1-1 2 0,0 0-4 15,-1-1 5 1,-1 0-3-16,1-2-1 0,1 0 0 0,3 0-1 0,-1-1-2 16,5 0 4-16,-2 0-1 0,0-1 4 0,-1-1 1 15,1 1-1-15,1 0-3 0,1-1 1 0,3 1 0 16,-2-2 6-16,2 0 5 0,-4 0-1 0,2-1 3 0,1 0-1 16,0-1-2-16,1 0 2 0,-1 1-3 0,-1 0 6 15,-1-2-2-15,3 1 2 0,1-1-10 0,2-1 1 16,0 0 1-16,-2-1 0 0,2 0 5 0,1 0-4 15,2-2 0-15,2 0-1 0,-3 0-3 0,0-1-4 16,2 0 1-16,0-1-1 0,2 1 5 0,1-1-8 16,-3 0 1-16,0-1-2 0,0 0 9 0,1 0-4 15,-2 0 3-15,-3-1-4 0,0 0 6 0,1 0-4 16,1 1 2-16,-1-2-2 0,0 1 3 0,-5-1 8 16,1 0-4-16,3-2 4 0,0 0-5 0,1-2-5 15,-4 0 3-15,-2-1-3 0,0-2 0 0,4 1 5 16,0 0-4-16,2-1 5 0,-2 2 1 0,-4-2-10 15,-1 0 7-15,2-1-7 16,-1 0 14-16,0-3-8 0,0 0 6 0,-4-2-5 16,-1 0 13-16,-1-1-2 0,1-2-3 0,0 1 1 0,1 0-1 15,-3 1-1-15,0 2 4 0,-3-3-3 0,0-2 1 16,-2-3-6-16,0-1-2 0,0-3 0 0,2 2-6 0,0 0 0 16,0 0 3-16,-1 1-3 0,-2-2 1 0,-1-3-1 15,-1 0-2-15,-2 2 1 0,0-1 3 0,-3 3 1 16,-1 1 1-16,-2-1 0 0,0 0-1 0,0-1 10 15,-2-3 0-15,0 1 4 0,-1 1-3 0,-1 2-5 16,0 2-3-16,-1-3 1 0,-1 0-1 0,-1-3-8 16,0-2 1-16,-2 1-4 0,1 3 6 0,0 1-4 15,-2 0 4-15,0-1-3 0,0 0 10 0,-1-3-13 16,-2 2 6-16,0 3-8 16,-2 0 8-16,-1 3 6 0,0 1-5 0,-2-1 4 15,-1-1-11-15,-1-1-4 0,0 0 0 0,-2 2-2 16,1 2-1-16,-2 3-1 0,0 0 5 0,-2-1-4 15,-2 0-3-15,0-1-10 0,-1 0-5 0,-3-1 2 0,-1 1 13 16,-2 0-15-16,-3 0 11 0,2 2-12 0,-1 2 20 16,2 2-1-16,-3 0 1 0,-4-2-1 0,-1 1-1 0,-4-1-1 15,-1 3 3-15,0-1-2 0,-2 1 6 0,0 1-5 16,-4-1 5-16,0 2-4 0,1 2 5 0,1 0 0 16,2 3-5-16,-3-1 4 15,1 0 7-15,-2 0-6 0,0 0 1 0,2 0-4 16,-4-1 2-16,1 1-1 0,-1 0 3 0,1 0-1 15,0 1 1-15,-4 0-1 0,0 0 1 0,0 1 0 0,0-1 8 16,-1 3-7-16,-1 0 4 0,-2 2-4 16,-2 0-1-16,1 2 3 0,0 0-3 0,-2 1 4 0,0 2-4 15,0 0 0-15,-1 0-2 0,1 1 1 0,1 0 3 0,0 1-2 16,2 0 5-16,0 0-3 0,1 1 4 0,2-1 4 16,-2 1-5-16,2-1 3 0,0 2-3 15,1-1 1-15,1 2 2 0,-1 0-3 0,1 0-3 16,1 0 0-16,0 0 0 0,3 2 1 0,-1 1 4 15,2 1-1-15,2-1 4 0,4 1-4 0,1 1 0 0,1 1-4 16,1 1-3-16,3 0-1 0,3 0-6 0,4-1 8 16,2-1 2-16,1-1 2 0,2-1-6 0,1 1-92 15,2-2 8-15,2 1-42 0,0 0-43 0,1 3-126 16,2 1-18-16,0 4 73 0,2 1 1265 0</inkml:trace>
  <inkml:trace contextRef="#ctx0" brushRef="#br0" timeOffset="167974.33">8259 7681 1463 0,'0'0'210'0,"-1"0"57"15,0 0 2-15,-15-6-168 0,16 6-74 0,0 0-32 16,0 0 5-16,0 0-4 0,0 0 7 0,0 0-3 16,-1 0-2-16,1 0 1 0,0 0 6 0,-1 0 0 15,1 0 3-15,0 0-1 0,-1 0 17 0,0 0 36 16,1 1-2-16,-1-1 15 0,1 0-1 0,0 0-18 15,0 0 1-15,0 0-7 0,0 1-9 0,0-1-10 16,0 1-4-16,1-1-1 0,-1 1-11 0,19 7 1 16,-19-8 3-16,0 0-2 0,22 2-3 0,-12-2 4 15,1 0-1-15,1 0 3 0,1 2-1 16,0-2-8-16,1 1 3 0,-1-1-4 0,0 0 0 0,1 1-2 16,-3-1-1-16,1 0 0 0,0 0 2 0,-2 0 0 15,1 0 0-15,-1-1 0 0,-1 1 5 0,1 1 7 16,-2-1 0-16,1 1 3 0,1-1 9 0,0 1-10 15,0-1 4-15,0 1-7 0,0-1-6 0,-2 1 2 16,1-1-7-16,-1-1 5 0,-2 1 0 0,0-1-3 16,1 1 0-16,-1 0-2 0,-6 0-2 0,0 0-1 15,0 0 1-15,1 0-1 0,16 1 4 16,-17-1-4-16,0 0-2 0,0 0 0 0,0 0 2 16,0 0 3-16,0 0-4 0,0 0-1 0,0 0-39 0,0 0-44 15,0 0-4-15,0 0-18 0,0 0-53 0,0 0-34 16,0-1-18-16,-16-11-12 0,8 10-143 0</inkml:trace>
  <inkml:trace contextRef="#ctx0" brushRef="#br0" timeOffset="168271.74">8187 7736 2130 0,'0'0'327'15,"0"0"-182"-15,0 0 3 0,-1 0-70 0,1 0-61 0,-1 0 2 16,1 0 3-16,-1 0 1 0,1 0 11 0,0 0-31 16,0 0 3-16,0 0-10 0,0 0 11 0,17 3-8 15,-7 0 7-15,1-1-6 0,1 1 10 0,3 0 7 16,-1-2-1-16,2-1 4 0,2-1 4 0,1 0 1 16,3 1-4-16,-1 0 3 0,-1 0-6 0,-1-2 0 15,0 1-3-15,-2-2 2 0,1 2 2 0,-2 1-8 16,1-2 9-16,-1 1-10 0,1 0 5 15,2 1 1-15,-1 0 0 0,-2 0 2 0,-1 0 1 0,-1 0-6 16,-1 0-6-16,-2 0 1 0,-1 1-8 0,-1 1 2 16,-1 0 1-16,0 1-1 0,-2-1-1 0,-6-2-23 15,0 0-33-15,1 1-11 0,-1-1-258 0,1 1-304 16</inkml:trace>
  <inkml:trace contextRef="#ctx0" brushRef="#br0" timeOffset="172050.2">7059 1784 1575 0,'-5'-4'88'0,"1"0"-42"0,-1 1-4 0,5 3-24 16,0 0-43-16,-1 0 16 16,0 0 0-16,1-1 3 0,0 1 16 0,0-1-2 0,-15-15 6 15,15 16-5-15,0 0 7 0,0 0 15 0,0 0-3 16,0 0 8-16,0 0 1 0,0-1 7 15,0 1-2-15,1-1 3 0,-1 1-5 0,1-1 10 16,-1 1-1-16,19-13 3 0,-19 13-2 0,0 0-11 0,0 0 1 16,1 0-6-16,14-7-13 0,-15 7 4 0,1 0-6 15,-1 0 4-15,17-6-5 0,-17 6-10 0,1 0 3 16,-1 0-8-16,21-4-10 0,-21 4 7 0,0 0-5 16,18 0 6-16,-18 0 0 0,1 0-4 0,20-2 5 0,-20 2-3 15,-1 0 5-15,22 0 1 16,-14 0 2-16,2 0 0 0,0-1 13 0,0 0-9 0,3 0-1 15,-1-1-4-15,1 0 0 0,0 0 0 0,-1 0 2 16,2 0-3-16,0-1-5 0,-1 1 5 0,-1 0-4 16,-1 0 5-16,0 2-4 0,0-1 0 0,-1 0 3 15,0 0-2-15,-1 0 4 0,1 1-3 16,1 0 1-16,-2 0-1 0,2 0 0 0,1 0 1 16,-1 0 1-16,1 0 0 0,0-1 1 0,1-1 6 15,-1 1 1-15,1-1 3 0,-1-1 21 0,0 1-17 16,1 0 3-16,-1 1-10 0,-1-1-7 0,0 1-2 15,0-1 1-15,2 1-2 0,-2 0-8 0,-1 0 10 16,2 1-4-16,-3-2 7 0,0 2-5 0,1 0 6 16,-3 0 2-16,1-1 1 0,-1-2 2 0,-1 1-2 0,0 1-12 15,-6 1 2-15,1 0-77 0,-1 0-78 0,0-1-13 0,1 1-25 16,16-13-83-16,-17 13-175 0</inkml:trace>
  <inkml:trace contextRef="#ctx0" brushRef="#br0" timeOffset="174215.21">8092 8123 1113 0,'0'0'561'0,"0"0"-208"0,-1-1 282 16,1 1-543-16,-14-18-36 0,14 18-36 0,0 0-4 16,0 0-5-16,0 0 12 0,0-1-19 0,0 1-6 15,0-1-5-15,0 1 2 0,0-1-1 0,0 1 7 16,0-1 1-16,1 1 2 0,17-12 2 0,-18 12 1 16,13-1 1-16,-4 2-2 0,1 1 9 0,-1-1-3 15,2 1 2-15,-2 0-2 0,2 1 0 0,-2-1-3 16,1 0 2-16,0 1-2 0,0 0 2 0,-2 1-5 15,1-1 3-15,-1 0-4 0,0 0 1 0,0 0 10 16,-2 1-5-16,1-2 8 0,-2 1 3 0,-5-3-3 16,0 0 4-16,1 1-3 0,-1-1-3 0,1 1-10 15,10 16 0-15,-11-17-3 0,0 0-5 0,0 1-8 16,0-1-3-16,-2 16 1 0,2-16 0 0,0 1 4 16,0-1 0-16,-1 0 1 0,-12 18 4 0,13-18 2 0,-1 0 3 15,1 1-2-15,-21 14-1 16,14-11 0-16,-1-1 0 0,-1 0 2 0,2 1-2 15,-1-1-2-15,-1 1 1 0,0 0-2 0,-1 0 4 0,0 0-2 16,1 0-2-16,1-1 1 0,0 0 2 0,2 1-2 16,6-4 2-16,-1 0-3 0,1 0 3 0,0 1-11 15,0-1 6-15,-1 1-8 0,0-1 11 0,1 0-2 16,-1 18-3-16,1-18 3 0,0 0 2 0,1 0 2 16,20 10 2-16,-21-10 0 0,1 0-4 0,19 10 6 15,-20-10-4-15,1 0 5 0,21 11-5 0,-21-11 2 16,15 6-2-16,-8-3 2 0,0 1-1 0,0 0-1 15,0 0 2-15,0 0-1 0,0 0 8 0,-3-1 1 0,-5-3-1 16,0 1 1-16,1-1 6 16,-1 1-7-16,16 16 2 0,-16-17-4 0,0 1 3 15,0-1-7-15,-3 19 2 0,3-18-4 0,-9 13-1 16,3-6-3-16,-1 1 1 0,-2-1-1 0,1 1 3 16,0 1 0-16,0-2 4 0,1 0-2 0,1 0-2 0,2-3 0 15,4-5-4-15,0 0 1 0,0 0-20 0,0 1-83 16,0-1-3-16,0 1-34 0,0-1-79 0,0 1-214 15</inkml:trace>
  <inkml:trace contextRef="#ctx0" brushRef="#br0" timeOffset="175020.07">8580 8274 1325 0,'0'0'684'0,"0"0"-494"15,0 0-92-15,0 0-73 0,-1 0-28 0,1 0 3 16,-1 0-2-16,1 0 4 0,0 0 2 0,-1 0-18 16,0 0 5-16,1 0-7 0,0 0 38 0,-8-20 17 15,8 20-2-15,3-15 4 0,0 5-5 0,1-1-3 16,0 0 3-16,0-1-3 0,1 0 7 0,-2 3 14 15,1-2 4-15,-1 1 3 0,-1 2 7 0,-1-2-7 16,0 3-5-16,-1-1 1 0,0 1-8 0,-1 1 2 16,-1-1 3-16,0 0-1 0,0 1-4 0,-1 0-11 15,0 1-2-15,0 0-3 0,0 0-10 0,0 0-7 16,3 5-2-16,0 0-2 0,-1-1-12 0,0 1-4 16,-16-14 0-16,17 14-2 0,0 0-1 0,0 0-5 15,-21-5 1-15,21 5-2 0,0 0 5 0,-17 0 2 16,17 0 2-16,0 0 0 0,0 0 2 0,-21 6-2 15,21-6-2-15,0 0 0 16,-1 0-7-16,1 0 5 0,-1 1-2 0,-17 16 2 16,18-17-5-16,0 0 3 0,0 1 2 0,-7 16 0 15,7-17 7-15,0 0-4 0,-1 1 3 0,-9 18-4 16,10-19 4-16,0 1 2 0,0-1-4 0,-4 19 4 0,4-19-1 16,0 0-1-16,0 1 3 0,7 16-1 0,-7-17 1 15,1 1-3-15,-1-1 0 0,19 21-1 0,-11-16 10 0,0 1-8 16,-1-2 2-16,3 3-3 0,0-2 7 0,0 2-3 15,2-1 2-15,-3 0-3 0,1 1 0 0,-1-2 1 16,1 1 2-16,-2 0-2 0,1 0-2 0,-1 0 2 16,0 0-1-16,-1 0 1 0,-1 2-2 0,-1-2 5 15,-1 1-1-15,-1-1 3 0,1 1-5 0,-3 0 1 16,1-1-1-16,-2 0 1 0,0-6 4 0,0 1-1 16,0 15 2-16,0-16 0 0,0 1 4 0,-5 15-9 15,5-16 4-15,-1 0-6 0,0 0 11 0,-14 13 0 16,15-13 2-16,-1 0-1 0,-16 4-1 0,17-4 3 15,0 0-1-15,-21 1 2 0,20-1 3 0,1 0 4 16,-20-3 3-16,20 3-1 0,0-1 0 0,-17-10-6 16,17 11 0-16,-1-1-2 15,1 1 0-15,-12-18 5 0,12 18-9 0,0 0 5 16,-1-17-15-16,1 16-6 0,6-14 3 0,-1 6-6 16,2-1 4-16,1 0 4 0,-1 0 2 0,1 0 1 15,1 1-4-15,0 0-2 0,0 0-2 0,-1 2-1 16,1-1-2-16,-1 2 5 0,-1-1-1 0,0 3 1 0,0 0-6 15,-1 0 1-15,-1 3-2 0,-5 1 2 0,0 0-3 16,1 0-46-16,-1-1 6 0,19-7-23 0,-19 8-26 16,0 0-62-16,0 0-5 0,1 0-22 0,-1 0-58 0,1 0-87 15,16 3-30-15</inkml:trace>
  <inkml:trace contextRef="#ctx0" brushRef="#br0" timeOffset="175481.52">7923 8652 2479 0,'0'0'101'0,"0"0"31"16,0 0-94-16,0 0-68 0,0 0 9 0,0 0-25 15,0 0 39-15,0 1 4 0,19 8 0 0,-18-9 2 16,16 1 7-16,-7 0 7 0,1-1 3 0,3 1 0 16,-1-1 7-16,3-1 36 0,1 0-6 0,2 0 17 15,0-1-2-15,4 1-3 0,1 0-2 0,2-2-2 16,0 1-16-16,-1-1-18 0,1 1 1 0,1 0-9 15,-1 1-13-15,2 0 7 0,1 0 0 0,-1-1 5 0,0 0 17 16,-2 2-11-16,-1-1 7 0,1 0-9 0,-1 1-3 16,2-1-1-16,1 1-5 0,-2 0 3 0,0 1-7 15,-3-1-1-15,-1 1 0 0,-3 0 1 0,-2-1 3 0,-1 0-9 16,-2 1 6-16,1-1-6 0,-1 1 14 0,-1 0-8 16,-1 0 0-16,-1-1-3 0,-1 0-1 15,0 0-2-15,-2 0-5 0,-3 0-3 0,-5 0-50 0,1 0-74 16,0 0-10-16,-1 0-26 0,0 0-87 0,1 0-92 15,-1 0-44-15</inkml:trace>
  <inkml:trace contextRef="#ctx0" brushRef="#br0" timeOffset="176074.62">8309 8792 2238 0,'0'0'382'0,"0"0"-219"0,-1 0 32 0,0 0-97 0,1 0-82 0,-16-1-22 15,16 1-7-15,0 0 0 0,0 0 7 0,0 0-4 16,0 0-3-16,0 0 2 0,0 1-8 0,0-1 14 16,0 1-3-16,0-1 8 0,2 17 10 0,-2-17-2 15,0 0 7-15,0 1-5 0,0-1 11 0,-10 19-5 16,10-19 2-16,0 0-3 16,0 1 1-16,-6 20-5 0,6-21 1 0,0 1-1 15,-2 18 0-15,2-19-7 0,0 0-1 0,4 18-2 0,-4-18-1 16,0 0 0-16,8 17 2 0,-8-17-2 0,1 0 2 15,0 1 3-15,14 20-3 0,-15-21 3 0,1 0-6 16,-1 1 6-16,19 19-3 0,-19-20 5 0,0 0 2 0,1 1-3 16,20 17 3-16,-21-18-4 0,0 0 1 0,20 14 2 15,-13-9 2-15,1 1-1 0,0-1 0 0,-1-1 1 16,0 2-1-16,-1-3 1 0,1 2-1 0,-1 0-9 16,-1 0 7-16,-5-5-6 0,0 1 10 15,0-1-6-15,1 1-2 0,10 16 1 16,-11-17-2-16,0 0 8 0,0 0 3 0,0 0 1 15,0 1 3-15,-7 15-2 0,7-16-2 0,0 1 1 16,-1-1-2-16,-16 15-4 0,9-11-3 0,-2-1 1 16,0 1-12-16,-3-2 2 0,-1 2-1 0,-2-2 2 15,-2 0 7-15,0-1-3 0,1 0 2 0,0-1-3 16,1 0-3-16,3-2-13 0,-1 0 3 0,1-1-7 16,2-1-10-16,0-1-31 0,1 0-7 0,2-1-13 15,-1 1-61-15,1-1-86 0,1 0-21 0,1-2-49 0,0-5-367 16</inkml:trace>
  <inkml:trace contextRef="#ctx0" brushRef="#br0" timeOffset="176345.4">8291 8747 2485 0,'0'0'210'0,"0"0"-91"0,0 0-42 0,0 0-5 15,0 0-102-15,0 0 35 0,1 1-14 0,-1-1 21 16,0 1-17-16,14 16 2 0,-14-17 3 0,0 0-2 16,0 0 4-16,0 1 13 0,18 12 1 0,-18-13 3 0,0 0 5 15,18 7 6-15,-18-7-3 0,0 0 6 16,20 2 4-16,-20-2-12 0,1 0 5 0,21 3-9 0,-22-3-8 16,16 0-3-16,-15 0-5 0,15 0 4 0,-16 0-4 15,1 0-7-15,22 2 2 0,-23-2-4 0,1 0 8 0,20 1-81 16,-21-1-4-16,0 0-37 15,1 0-101-15,18 1-136 0,-19-1-78 0</inkml:trace>
  <inkml:trace contextRef="#ctx0" brushRef="#br0" timeOffset="176659.4">8680 8814 2980 0,'0'0'134'0,"0"0"53"16,0 0-91-16,0 0-87 0,0 0 11 0,0 1-33 0,-5 16 13 16,5-17-22-16,0 0 0 0,-2 19-6 0,1-10 4 15,0 2 11-15,1-1-1 0,-1 2 3 0,1 0 3 16,-1 0 8-16,0 2 5 0,1 1 1 0,-2 1 11 16,0 1 13-16,1 1-8 0,-2 2 9 15,2-1-16-15,0 2-7 0,-2 1 0 16,1-1-4-16,1 2 0 0,0-1 3 0,0-2-3 15,1 0 2-15,-1-2-9 0,1-1 11 0,0-2 0 0,1-3 4 16,0 2-1-16,-1-4 6 0,0 2-4 0,1-1 5 16,-1-3-1-16,1 0-6 0,-1-8 2 0,0 1-6 15,0-1-17-15,0 18-58 0,0-18-18 0,0 0-24 16,0 0-175-16,0 0-441 0</inkml:trace>
  <inkml:trace contextRef="#ctx0" brushRef="#br0" timeOffset="177771.2">6999 1722 17 0,'0'0'108'0,"0"0"-92"0,0 0 73 16,-1 0-185-16,1 0 30 0,0 0 40 0,0 0 25 16,-1 0-1-16,0 0-1 0,1 0-8 0</inkml:trace>
  <inkml:trace contextRef="#ctx0" brushRef="#br0" timeOffset="177843.66">6978 1718 366 0,'0'0'229'0,"0"0"-142"0,0 0-4 15,0 0-47-15,-1 0-23 0,0 0-13 0,1 0 3 0,-1 0-5 16,1 0 2-16,-1 0-13 15,1 0-4-15,0 0-19 0,-1 0-206 0</inkml:trace>
  <inkml:trace contextRef="#ctx0" brushRef="#br0" timeOffset="178741.7">7114 2643 1130 0,'0'0'86'0,"0"0"-18"0,0 0-2 0,-1 0-61 0,1-1-22 0,0 1 36 16,-1-1 0-16,0 1 8 0,1-1 8 0,-20-11 1 16,20 12-6-16,0 0 2 0,0 0-15 0,0 0 7 15,0 0 5-15,0 0 1 16,0 0 23-16,0 0-5 0,0 0-5 0,0 0-1 16,1 0-24-16,15 6 1 0,-16-6 1 0,0 0 0 15,22 4 6-15,-14-2-6 0,0 0 5 0,0 0-6 16,1 1-2-16,1-1 7 0,1 2-5 0,2-1 6 0,-1 1-5 0,1-2-3 15,0 1 3-15,0-1-3 16,1 0 0-16,-1 0 3 0,2 1-4 0,-1-1 3 16,0-1-13-16,0 0 11 0,-2-1-3 0,2 0 5 15,0 0-6-15,-3 0-4 0,2 0 2 0,-3 0-1 16,0 1 5-16,1-1-8 0,-1 0 3 0,0 0-5 16,-1 0 1-16,-1-1 7 0,0 1-2 0,-3 0 4 0,-5 0 2 15,0 0-4-15,2 0-1 0,16-3-2 0,-18 3 1 16,0 0-11-16,0 0-16 0,0 0-2 0,0 0-72 15,0 0-34-15,0-1 1 0,0 1-16 0,0 0-38 16,-2-20 26-16,2 20-92 0</inkml:trace>
  <inkml:trace contextRef="#ctx0" brushRef="#br0" timeOffset="179269.62">7075 2661 2317 0,'-4'-5'422'0,"4"5"-415"0,0 0-19 16,0 0-112-16,0-1 14 0,0 1 52 0,0-1-5 0,1 1 23 15,0-1 7-15,19-3 14 0,-20 4 0 0,0 0 5 16,25 5 8-16,-15-3 8 0,1 1-3 0,0-1 5 16,-1 0 1-16,1-1-5 0,1 0 3 0,0 0-3 15,0 0 11-15,1 0 25 0,-2 0 1 0,2-1 6 16,-1 0-18-16,0 0-7 0,2 0-7 0,-2 0 2 16,1 0-4-16,-1 0 0 0,1-1 0 0,0 0-1 15,1 0 1-15,-1 0 0 0,0 0 1 0,2-1-1 16,-2 1-2-16,3-1 4 0,-2 1-6 0,-1 0 6 15,0 1-6-15,-2-1 10 0,1 0-3 0,-2 0 5 16,1 0-4-16,-2 0 0 0,-1 0-2 0,0 0 1 16,0 0-6-16,0 1-1 0,0-1 3 0,-1 0-4 0,0 0 0 15,-1 0 6-15,0 0-4 16,-6 1 3-16,0 0-3 0,1 0-1 0,19-4 3 16,-20 4-2-16,0 0 0 0,0 0 1 0,0 0-3 15,0 0 2-15,1 0-1 0,0 0-5 0,-1 0 2 16,0 0-2-16,1 0 5 0,-1 0-2 0,1 0 2 0,-1 0-3 15,0-1-15-15,1 1-19 0,-1-1-7 0,1 1-3 16,-1-1-19-16,0 1-33 0,3-17 0 0,-3 17-14 16,0 0-37-16,-1 0-15 0,1 0-13 0,0-1-2 15,-16-16-60-15</inkml:trace>
  <inkml:trace contextRef="#ctx0" brushRef="#br0" timeOffset="179657.74">7168 2665 1460 0,'0'0'195'15,"0"0"833"-15,0-1-1169 0,-1 1 28 0,0-1-7 0,1 1 25 16,-1 0 58-16,1 0 9 0,0 0 5 0,16 4 1 16,-6 0 17-16,4-1 11 0,0 0 0 0,2 0 4 15,0-1 7-15,0-1-9 0,0 1 5 0,0-2-5 16,-1 1 7-16,1 0 6 0,-1-1 2 0,0 0 3 16,0 0 30-16,0 0-2 0,0-1 3 0,2 1-5 15,-1-1-13-15,0-1-3 0,0 2-5 0,-1-1 2 16,0 1-14-16,-1-1-9 0,-1 1 5 0,0 0-7 15,0 0 0-15,-1 1-7 0,0-1 4 0,0 1-3 16,-2-1 12-16,-1 0-9 16,0 1 2-16,0-1-3 0,0-1 9 0,-1 0-25 0,0 0-8 15,-2-1-13-15,0-1-88 0,0 1-113 0,-1-1-37 16</inkml:trace>
  <inkml:trace contextRef="#ctx0" brushRef="#br0" timeOffset="181168.48">7020 1738 1653 0,'-2'-4'106'0,"2"4"-38"0,0 0-6 0,0-1-51 0,0 1-49 15,0-1 25-15,0 1-4 0,0-1 8 0,0 1-8 16,0 0 9-16,0-1-3 0,0 1 4 0,0-1-8 15,0 1-1-15,1-1 7 0,18-7-3 0,-19 8 22 16,1 0 15-16,-1 0 3 0,19 5 4 0,-19-5 9 16,0 0 10-16,1 0 1 0,18-1 4 0,-19 1 0 15,0 0-10-15,21 0-7 0,-21 0-1 0,16-1-12 16,-6 0-15-16,1 0 3 0,1 0-8 0,-1 0 2 0,0 1-3 16,2-1 2-16,1 1-3 0,0 0-2 0,2 1 3 15,-1 0-1-15,0 0 2 0,0-1 1 0,0 1 14 16,0-1 0-16,0 0 5 0,1 0 5 0,-1-1-7 15,1 1 4-15,1-1-5 0,1 0-4 0,1-2-1 16,1 1-5-16,1-1 3 16,-1 0-2-16,-2-1-3 0,2 0 0 0,-3 1-1 15,-2 0-3-15,0 2-4 0,-1-2-1 0,-1 1 0 16,0 2 0-16,-1-2 0 0,-1 1 3 0,1 0-2 16,0-2 8-16,-1 2-8 0,1 0 1 0,-2 0-4 15,2 0 3-15,-3 0-1 0,0 1 1 0,0 0-1 16,-1 2 3-16,-1-2-1 0,0-1 0 0,-1 1 0 15,-6 0 1-15,0 0-4 0,1 0 0 0,17-1-1 0,-18 1 6 16,0 0-1-16,1 0 2 0,-1 0-1 0,0 0-2 16,0 0-3-16,17 2 4 0,-17-2-3 0,0 0 9 0,0 0-7 15,0 0 4-15,0 0-5 0,0 0 10 0,0 0 1 16,0 0 1-16,0 0-1 16,0 0 0-16,0 0-8 0,0 0 0 0,0 0-3 15,0 0-3-15,0 0 0 0,0 0-4 0,0-1 4 16,0 1-4-16,0 0-2 0,0-1 2 0,0 1-2 15,-1-1-1-15,0 1-1 0,1-1-4 0,-1 1 0 16,1-1-19-16,-1 1-7 0,1 0-2 0,-1-1-1 16,1 1-12-16,0-1-8 0,0 1-6 0,-1-1 0 15,0 1-28-15,-12-16-59 0,13 16-9 0,0 0-27 16,0 0-120-16</inkml:trace>
  <inkml:trace contextRef="#ctx0" brushRef="#br0" timeOffset="184829.11">7769 8293 419 0,'0'0'114'16,"0"0"-44"-16,0 0 55 0,0 0-132 0,0 0 21 0,0 0-1 15,0 0 67-15,0 0-1 0,0 0 13 0,0 0-15 16,0 0-1-16,0 0-1 0,0 0 0 0,0 0-5 16,0 0 3-16,0 0-4 0,0 0 3 0,0 0-10 0,0 0 2 15,0 0-7-15,0 0 3 0,0 0-19 0,0 0-10 16,0 0 1-16,17 4-4 0,-17-4-11 0,0 0 1 15,21 0 1-15,-20 0 0 0,-1 0 2 0,21 0-1 16,-21 0 1-16,0 0 0 16,24-1 5-16,-17 1-14 0,2-1 1 15,0 1-6-15,-2 0-12 0,1-1 8 0,0 1-4 0,-1-1 6 16,-1 1-5-16,0-1 3 0,-6 1 1 16,0 0 0-16,0 0-8 0,18-5-42 0,-18 5-8 0,0 0-15 15,2 0-51-15,-2-1-31 0,0 1-4 0,0 0-12 16,13-18-38-16,-13 18-127 0,0 0 8 0</inkml:trace>
  <inkml:trace contextRef="#ctx0" brushRef="#br0" timeOffset="184981.19">7933 8234 1001 0,'0'0'277'0,"0"0"-129"0,0 0-6 0,0 0-44 16,0 0-52-16,0 0-25 0,0 0-2 0,0 0-7 16,0 1-8-16,0-1 1 0,17 13 1 0,-17-13 0 15,0 0 4-15,16 10-6 0,-16-10 6 0,1 0-4 16,-1 1 20-16,18 17 12 0,-18-18-10 0,0 0 3 15,5 20-90-15,-8-10-93 0,-1 1-62 0</inkml:trace>
  <inkml:trace contextRef="#ctx0" brushRef="#br0" timeOffset="186270.05">7963 8672 279 0,'0'0'231'15,"0"0"170"-15,-1 0 24 0,1 0-153 0,-19-14-89 0,19 14-85 16,0 0-3-16,-1-1-2 0,1 1-10 0,-1-1-15 16,-13-16 0-16,14 17-7 0,0 0-13 0,0 0-13 15,0 0 3-15,0-1-5 0,0 1-5 0,0-1 8 16,1 1-10-16,-1-1 9 0,0 1-8 0,21-12 8 16,-21 12-1-16,1 0 3 0,20 0 1 0,-11-1-7 15,1 1 6-15,-1 1-8 16,2-2-2-16,1 2 7 0,2 2-7 0,1-2 7 15,1 1-12-15,2-1-2 0,0-1 0 0,1 2-2 16,1 0-6-16,-2 0 3 0,0 0-7 0,0-1 5 16,0 1-5-16,3 0-7 0,-1-1 8 0,5 1-8 15,1-1 1-15,3 0 3 0,-2 0 1 0,0-1 0 16,-1-1 1-16,-1 1-1 0,2-1 2 0,0 0-1 0,2 0-1 16,-3 0-1-16,0 0 0 0,-4 0 0 0,-3 1-2 0,0 0 3 15,-4 0-5-15,0 2 4 0,-1-1-2 0,0 0-1 16,1 0 2-16,-1 1-2 15,-1-1-2-15,-2 0 5 0,0 1-5 0,-3 0 3 16,0-1-6-16,-1 1-21 0,-1-1-15 0,-1-1-8 16,-6 0-100-16,0 0-102 0,1 0-16 0,0 0-49 15,16 0-257-15</inkml:trace>
  <inkml:trace contextRef="#ctx0" brushRef="#br0" timeOffset="186718.53">8041 8592 2547 0,'0'0'215'0,"0"0"-138"0,0 0-44 0,0 0-14 16,0-1-65-16,0 1 42 0,19-8-13 0,-9 7 22 0,2 1-8 16,3 0-7-16,1 0 8 0,3 0-7 0,-2 0 19 15,1-1-4-15,0 1 8 0,1 0-5 0,-1 0 21 16,0 0 3-16,3 0 3 0,0 0 2 15,1 3 17-15,1-1-9 0,-1-1 2 0,1 1-4 0,-1-1-7 16,-3-1-4-16,0 0-4 0,0 0 1 0,-2 0-1 16,1 1-16-16,1 1 9 0,0-2-12 0,1 1 7 15,0-1-11-15,-1 2 5 0,-1-2-7 0,-3 2 6 16,0 1-4-16,-1-2-1 0,-1 0 0 0,-1 0 4 0,-2-1-6 16,0 1 1-16,-2 0-2 0,-1-1 0 0,1 0 2 15,-1 0-2-15,-1 0-2 0,-6 0-60 0,0 0-98 16,1 0-13-16,18 3-35 0,-19-3-107 0,0 0-225 15</inkml:trace>
  <inkml:trace contextRef="#ctx0" brushRef="#br0" timeOffset="187095.79">8553 8487 1370 0,'0'0'186'15</inkml:trace>
  <inkml:trace contextRef="#ctx0" brushRef="#br0" timeOffset="188954.25">8414 9279 1057 0,'0'0'329'0,"0"0"200"0,0 0 17 0,0 0-305 16,0 0-102-16,0 0-118 0,-17-8-6 0,17 8-5 0,0 0-9 16,0 0-14-16,0 0 0 0,0 0-7 0,0 0-29 15,0 0-11-15,0 0-2 16,0 0-6-16,0 0-48 0,0 0-367 0</inkml:trace>
  <inkml:trace contextRef="#ctx0" brushRef="#br0" timeOffset="190845.92">7656 7665 2778 0,'-5'-5'151'0,"0"1"-24"0,0-1-5 16,1 1-42-16,4 4-85 0,0 0-19 0,0 0-1 16,0 0 13-16,0-1 12 0,-1 1-10 0,1-1-2 15,0 1 0-15,0-1 9 0,0 1-3 0,0-1 3 16,0 1-3-16,0 0 6 0,0 0 0 0,22 1 3 15,-21-1 1-15,13 6 9 0,-5-4 7 0,2 1 0 16,-1-1 2-16,0 0-2 0,1 0 2 0,1 0-3 16,0 0 1-16,0 0-13 0,1-1 5 0,-1 2-6 15,1-2 6-15,1 2-10 0,0-1 3 0,1 0-5 0,2 1 4 16,0-1-3-16,1 0 0 0,1 1 3 0,1 1-3 16,-2-1-2-16,1 1 1 0,-1 0 3 0,-1-2-1 15,-1 0-2-15,2 2 0 0,-1 0 0 0,4 0 2 16,1 1 2-16,0-2-4 0,1-1 1 0,-1 0-1 15,-1 0 3-15,0 2 1 0,-1-2-2 16,0 1 2-16,0 1 3 0,2-4-1 0,0 4 4 16,2-2-4-16,0 1-4 0,-2 0 4 0,1 1-1 15,-3-1 1-15,0 1-4 0,-1-2 0 0,1 0-2 0,1 0 4 16,1 0 14-16,3 0-4 0,-1 0 4 0,-1-1-5 16,0 0 0-16,-1-1-2 0,-2 0-1 0,1 2 1 15,-2-2-3-15,3 0 0 16,0 1-5-16,0-1 3 0,1 0-3 0,0 0-2 15,-2 0 6-15,-1 2-5 0,-1-2 1 0,1 2-2 16,-2 0-1-16,3-1 0 0,-1 0 2 0,2 0-2 16,1 0 4-16,-1 1-4 0,1 0 2 0,-3-2-1 15,-1 2 1-15,0 0 0 0,-2-1-1 0,1 0 1 16,1 0-1-16,1 0 2 0,1-1-2 0,0 2-3 16,-2-1 2-16,-2 0-2 0,0 0 3 0,0 0 4 0,-2 1-4 15,0-1 3-15,0 0-3 0,-1-1-1 0,0 1 3 16,1-1-3-16,2 1 5 0,0-1-1 0,1 0-4 15,-3-1 3-15,1-1-1 0,-2 1 4 0,-1 0-2 16,-1-1 2-16,1 1-6 0,1-2 3 0,-3 0 4 16,0 0-3-16,2 0 1 0,-3 0-4 0,0 0-1 15,1 0 1-15,-2-1 5 0,2 1-6 0,0 0 7 16,0 0-7-16,-1-2 5 0,1 2-1 0,-2-2-1 0,0 0 1 16,-1 1 7-16,-1-2-4 0,0 2 1 0,0-1-3 15,1 1-3-15,-1-1 3 16,0-1 3-16,-1-1 1 0,0-2 3 0,1 1 1 15,-2-1-6-15,1-1 4 0,0 2-1 0,-1-2-3 0,0-1-1 16,0 1-1-16,0 0-5 0,0-1 2 0,-1 0 3 16,0-1-2-16,-2 0 1 0,3-1-2 0,0 0 2 15,-2 0-1-15,1 0 1 0,-1-1-3 0,0 1 0 0,1 0-1 16,0-1 0-16,1-1 2 0,-1-1-2 0,0-1 1 16,0 0 5-16,-1-1-4 0,2 0-1 0,-1 0-1 15,1-2 1-15,0 3-2 0,0-1 1 0,0 2-4 16,0-1 1-16,0 1 6 15,-1-1 2-15,0-1 1 0,0 2-4 0,0-2-2 16,-1 1 0-16,0 0 0 0,-2-1-4 0,1 1 9 16,-1 0-4-16,-1 3 6 0,0-1-7 0,-1 1-3 15,-1-1 3-15,-1-2-3 0,1 1 7 0,-2-3-7 16,0 2 1-16,-1-1-4 0,0-1 4 0,-2 0 3 16,0 0-1-16,-2 1 1 0,0 0-2 0,-1 2-2 15,0 0 0-15,0 1 0 0,0 0 1 0,1 0 2 16,-2 0 0-16,1 0 0 0,-1 1-11 0,-1 1 9 15,0-1-4-15,0 2 4 0,0-2-9 0,0 3 1 0,-2-1-2 16,0 1 0-16,-2 1-11 0,-1 0-13 16,-1 2 9-16,-2 0-9 0,3 0 13 0,-1-1 0 15,-1 1-1-15,-1 0 3 0,-2-1 7 0,-1 1 8 0,1 0-2 16,-4 1 4-16,1-1-1 0,-1 1 4 0,0 0-1 16,2 0 2-16,0 0-1 0,0-1-2 0,0 2 1 15,-1-1-2-15,-1 1 3 0,-2 0-5 0,1 1 1 16,0 1-1-16,2-2 4 0,0 2-5 15,-2 0 4-15,0-1-5 0,-3 2 9 0,0-1-4 16,0 0 1-16,0 2-5 0,2 0 1 0,-1 0 5 16,0 1 3-16,-1-1 1 0,-1 0 1 0,1 2-1 15,1-3-5-15,1 1 2 0,2 0 10 0,-1 0-3 16,1-1 2-16,-2 2-4 0,-1-1 3 0,2 1-2 16,0 1 2-16,2-1-3 0,1 1 1 0,0 0-2 0,-2 0 1 15,0 0-2-15,-1 0-1 0,-2 3-2 0,2-1 1 16,1 2-2-16,1-2 3 0,-2 0 2 15,1 1-4-15,-1 0 0 0,-2 1-7 0,1 1 5 16,1 0 2-16,1 1 0 0,4-1 7 0,-1 1-5 16,1-1-2-16,1 0 0 0,0 2-2 0,0-1 4 15,0 1 3-15,4 0 1 0,-1 0 7 0,3 0-8 16,1 1-1-16,0 0-3 0,2 2 1 0,0 1-2 16,1 1-2-16,-1 1-1 0,0 1-4 0,1 0 1 0,-1 2 3 15,0 1-3-15,1 2 4 0,0 3-2 0,1 1 0 16,2 2-2-16,1 1-7 0,1-2 7 0,1 0-3 15,3-2 3-15,-1-1 0 0,2 2 0 0,1 1 3 16,1 2-3-16,2 2-4 16,1-1 8-16,0 0-6 0,0-2 6 0,1-1 1 0,-1-1-1 15,2 2 3-15,0 1-2 0,0 1 1 0,1 1-3 16,-1-2 0-16,1-1-1 0,-1-3 0 0,1 0 4 16,1 0-4-16,0 2 4 0,0 2-7 0,0-2-1 15,0 0 0-15,1-1-3 0,0-2-10 16,2-2-5-16,1-1 4 0,1 0-12 0,2 0-91 0,1 4-154 15,4 0-56-15</inkml:trace>
  <inkml:trace contextRef="#ctx0" brushRef="#br0" timeOffset="192786.67">9919 8594 3449 0,'-4'-3'154'0,"-1"-1"-46"0,1 2-10 0,4 2-70 0,0 0-71 0,-1 0-16 16,0 0-5-16,1 0 16 0,0 0-6 15,0 0-44-15,0-1-7 0,-1 1-15 0,0-1-71 16,1 1-210-16,0 0-62 0</inkml:trace>
  <inkml:trace contextRef="#ctx0" brushRef="#br0" timeOffset="194799.05">9885 1815 1222 0,'0'0'28'0,"0"0"29"0,0 0 39 15,-1 0 43-15,1 0 33 0,0 0-59 0,0 0 9 0,-1 0-20 16,1 1 17-16,-1-1-22 0,1 0-4 0,-1 1-6 16,1-1-13-16,0 1-2 15,0-1 2-15,0 0-3 0,10 17-6 0,-10-17-6 16,0 0 1-16,18 4-3 0,-18-4-1 0,0 0-3 16,20 3-2-16,-20-3 0 0,0 0-10 0,23 2-8 15,-23-2 0-15,18 1-2 0,-9-2 4 0,0 0-10 16,2 1 2-16,-1-1-6 0,1 0 1 0,0 1-12 15,1-3 7-15,1 2-9 0,1 1 2 0,-1-2-3 16,2 2 0-16,-1 1 0 0,-2-1 0 0,1 1-1 16,-2 0-5-16,-1 0 4 0,0 1-2 0,-1-1 1 0,-1-1 2 15,0 2-1-15,-1-1 1 0,-1 1-4 0,1-1-1 16,0-1-1-16,-1 2 5 0,0-1 1 0,-6-1-3 16,1 0 2-16,-1 0 2 0,19-1-1 0,-19 1 6 15,1 0-6-15,-1 0 1 0,0 0-4 0,18-8-16 16,-18 8 1-16,0 0-65 0,0-1-32 0,0 1 2 0,0-17-15 15,0 17-25-15,0 0-22 0,-11-16 10 0,6 8-9 16,-2 0 47-16,2-1 27 0,0 0 8 0,0 0 10 16,1-2 52-16,0 1 19 15,1 1-2-15,-1 0 7 0,1 2 14 0,3 7 29 16,0-1 6-16,0 1 8 0,-4-19 25 0,4 19-1 16,0 0-9-16,0 0 2 0,0 0-36 0,0 0-7 0,0 0 0 15,0 0-4-15,0 0-5 0,0 0 9 0,0 0 4 0,19 3 2 16,-19-3 15-16,0 0-1 0,15 16-4 15,-10-9 3-15,2 1-1 0,-2 1 4 0,0 1-4 0,1 2 1 16,1 0-22-16,-2 1 1 0,0 1-1 0,-1 1 1 16,-3 0-2-16,0 1-5 15,-1-1 2-15,-2 4-3 0,-2 1-8 0,-1 1 1 16,-2 3-3-16,0 0 3 0,-1-2-13 0,1-2-184 16,0 1-37-16,-1-4-89 0,2 2-448 0</inkml:trace>
  <inkml:trace contextRef="#ctx0" brushRef="#br0" timeOffset="196067.28">12107 7930 2646 0,'-5'-4'159'0,"-1"0"-30"0,0 1 0 0,1 0-47 16,5 3-76-16,0 0-5 0,-1 0-3 0,1-1 5 15,0 1 6-15,-17-14 4 0,17 14 4 0,0 0-1 16,0 0 14-16,0 0-26 15,0-1 3-15,0 1-11 0,0 0-5 0,1-1 4 16,-1 1 5-16,19-16 0 0,-10 15 2 0,-1-1 3 0,3 1-6 16,0 0 3-16,0 1-7 0,1-1 9 15,1 1-4-15,-1 0 5 0,1 0 2 0,0 1-6 16,0-1 7-16,1 1-6 0,0-1 7 0,4 1 2 0,-1-1-2 16,1 1 3-16,-1 0-1 0,-2-1 0 0,0 0 2 15,-2 0-3-15,-1-1-1 0,-2 1 1 0,0 0-3 0,-3 0 3 16,0 0-3-16,-1 0 0 0,-6 0 6 0,0 0-4 15,1 0 8-15,-1 0-17 0,0 0 4 0,1 0-7 16,-1 0 3-16,1 0 6 0,-1 0-6 16,1 0 2-16,0 0-22 0,-1 0-4 0,0 0 0 15,0 0-2-15,-1 0-3 0,-21-4-1 0,12 2-4 16,-2 1 2-16,-2 0-3 0,0 0 28 0,0 1 4 16,1-1 7-16,0 1 21 0,2 1-7 0,3 0 1 15,0-1-2-15,1 2-2 0,1-2 1 0,6 0 0 16,0 0 1-16,-1 0 3 0,1 0-6 0,-1 0-3 15,1 0-1-15,-1 0-4 0,1 0-5 0,0 0-1 0,0 0-1 16,0 1-2-16,0-1 0 0,19 11 4 0,-9-10-1 16,2 0 8-16,-1 0 16 0,3 0 1 0,-1 0 4 15,2 0-5-15,-1 0 0 0,1 1-7 0,0-1 5 16,-1 0-16-16,-1 0 2 0,0 1-1 0,-2-1 1 16,-1 1-4-16,1-1-4 0,0 1-13 15,-1 0-3-15,2-1-105 0,-4 2-176 0,1 0-65 16</inkml:trace>
  <inkml:trace contextRef="#ctx0" brushRef="#br0" timeOffset="197785.07">11025 1130 934 0,'-1'-5'257'15,"0"-2"-107"-15,1 2 144 0,0-1-166 0,0 6-5 16,0 0 20-16,0-1-21 0,0 1-3 0,3-18-3 16,-3 18-25-16,0 0-15 0,0-1 0 0,0 1-7 15,0-1-19-15,0 1-13 0,0-1-2 0,-1 1-4 16,1 0 5-16,0 0-4 0,-1 0 3 0,-17 8-3 0,18-8-2 15,0 1-2-15,-17 16-3 0,9-10 0 16,0 1-10-16,-2-1-3 0,0 1 1 0,-2 0-3 0,0 0 1 16,0 1-7-16,-1 0 4 0,2 0-5 0,0-1-1 15,0 0-2-15,0 1 0 0,0 0 0 0,1 1 0 0,0-1 0 16,2 1-1-16,0 1 0 0,1-1-3 0,2 0-5 16,2-1 0-16,1-2-2 15,2 0-9-15,0 0-1 0,2 0-5 0,1-1 3 16,2 0-14-16,0-1-10 0,1 0 9 0,2-1-5 15,-1-1 28-15,1 0 9 0,0 0-4 0,0 0 6 16,-1 0 3-16,-2 1 0 0,1-1 2 0,-2 2-1 16,0-1 6-16,-1 2 13 0,-1 1-2 0,-2 0 6 15,0 2-1-15,-1 1-12 0,-3 0 6 0,0 2-9 16,-3 1 2-16,2 2-5 0,-2 0-2 0,2 1 0 0,-2-1 7 16,1-2-8-16,1-1 3 0,0 0-4 0,0-1 0 15,2-2 1-15,-1-1 0 0,1 0-1 0,0-2-1 16,1 1 0-16,1-1-1 0,0 2 1 15,1-2-4-15,0 1 2 0,1 1 1 0,0 0 1 16,1 0 3-16,0 2-4 0,1 1 2 0,0 2-3 16,-1 0 5-16,1 2-1 0,0 0-1 0,-1 1 0 15,1 2 0-15,0 0 3 0,1 2 4 0,-1 1 1 16,1 0 17-16,-1 1-7 0,0 1 6 0,0 3-7 16,-1 0 1-16,1 4 5 0,-2 1-5 0,1-1 6 15,0 0-2-15,-1-2-1 0,-1 0-6 0,0 1 3 16,0 0-11-16,1 0-2 0,1-2 3 0,-1 0-4 0,0-4 0 15,1-3 1-15,-1 0-3 0,-1-3 1 0,2 1-4 16,-2 0 2-16,0 0-1 0,0-2 2 16,2 0 1-16,-1-2 0 0,-1-1 3 0,1-1-2 15,0-1 2-15,-1 0-73 0,0-3-14 0,0 1-38 16,0-1-191-16,0-8-329 0</inkml:trace>
  <inkml:trace contextRef="#ctx0" brushRef="#br0" timeOffset="199526.23">11367 1066 566 0,'-7'-3'227'16,"1"3"125"-16,6 0 28 0,0 0-253 0,0 0 3 0,0 0-19 15,-1 0 5-15,1 0-27 0,-1 0-32 0,-17 0-27 16,18 0 1-16,0 0-11 0,0 0-5 0,1 0 6 16,-1 0-4-16,1 0 4 0,20 17-3 0,-21-17 0 15,0 0 3-15,21 10-4 0,-14-7-1 0,1 0 10 16,0 1-6-16,-2 0 7 15,1 1-2-15,-1-1 6 0,-1 1 2 0,-5-5 2 16,0 0 14-16,1 1-5 0,0-1 5 0,7 17-5 16,-8-17-1-16,0 1-9 0,-1-1-2 0,1 1-2 0,-19 19-11 15,11-15 2-15,-1 1-7 0,-2 0 4 0,1-1-8 16,0 1-5-16,0-1 2 0,2 0-4 0,-1 0-1 16,3-1-1-16,-1 0 3 0,1 0-3 0,0 0 1 15,3 0-4-15,3-4 1 0,0 0-3 0,-1 0-1 16,1 1-1-16,-1-1-2 0,-7 18 1 0,8-18-7 15,0 0 3-15,0 1-3 0,0-1 3 0,0 0-2 0,17 15-4 16,-17-15 6-16,1 0-6 0,19 0 8 0,-11-2 3 16,1 1-4-16,2 1 5 0,1 0-1 0,-2 0 6 15,1 1 0-15,-1-1 2 0,-2 0-2 0,-1 2 0 16,-1 0-1-16,0 1 1 0,-2 0 0 0,0 1 2 16,0 0 1-16,-5-4 1 0,0 1 8 0,5 16-1 15,-5-17 2-15,0 0-2 0,-4 22-1 0,0-13-2 16,0 0 3-16,-2 0-3 0,-1 1-2 0,-1-1 4 15,0 0-6-15,-1-1 6 0,0 0-6 0,1-1-1 16,0-2-6-16,1-2-4 0,7-3-72 0,0 0-76 16,-1 0-16-16,-16 2-28 15,17-2-130-15</inkml:trace>
  <inkml:trace contextRef="#ctx0" brushRef="#br0" timeOffset="199882.76">11499 955 1812 0,'0'0'54'0,"0"0"-68"0,0 1 139 15,0-1-46-15,0 1 20 0,-5 19-30 16,5-20 22-16,0 0-28 0,0 1 5 0,5 18-18 0,-5-19-17 16,0 0-19-16,1 0 1 0,16 9-7 0,-17-9 9 15,0 0-8-15,21 10 5 0,-12-8-6 0,0 0 4 16,1 0-2-16,1-2 2 0,0 1-3 0,-1-1 2 15,0 0-5-15,-1 2 4 0,0 1-3 0,-2-1 17 16,-1 2 25-16,-1 0-6 0,-1-2 13 0,1 5-16 0,-2 0-11 16,0 0 2-16,-1 3-5 0,-1-2 2 0,0 3-8 15,0 1 1-15,-1 1-4 0,0 1 3 0,-1 0 1 16,0 0-1-16,0 1 0 0,-1 0-7 0,-1 1 1 16,1 0-1-16,-1 2 0 0,-1 2-9 0,0 2 7 15,0-1-8-15,0 2 7 0,0-1-2 0,0-1-5 16,0-2 2-16,0-1-3 15,1-1 3-15,0-1-5 0,-1-2 6 0,1 2-6 16,0-3 5-16,-1 1 8 0,1 0-5 0,-1-5 5 16,1 0-6-16,1-1-101 0,0-2-8 0,2-6-50 0,0 1-163 0,0-1-283 15</inkml:trace>
  <inkml:trace contextRef="#ctx0" brushRef="#br0" timeOffset="200550.71">12122 1156 1774 0,'-3'-4'275'0,"3"4"-115"0,0 0-32 0,0-1 7 15,0 1 32-15,0-1-65 0,-1 1-3 0,1 0-19 0,-1-1-18 16,0 1-39-16,1-1-4 0,0 1-12 0,-1 0-22 15,-12 10 6-15,8 0 0 0,1 2 4 0,-2 0 5 16,-2 3-2-16,1-1 0 0,-3 2 1 0,0 3 4 0,0 1 2 16,1 1-1-16,1 0 0 0,0-3 1 15,1-1-4-15,2-3 6 0,1-4-5 0,0 0 4 16,2-3-2-16,2-7-2 0,0 0 3 0,0 1 11 16,0-1-3-16,0 0 6 0,0 1-4 0,0-1 4 0,0 1-14 15,0-1 3-15,0 0-7 0,0-1 3 0,6-17-3 16,-3 8 0-16,2-2 0 0,-2-1 8 0,3-1-6 15,1-1 3-15,0 0-3 0,1-1 3 0,0-1-4 16,1 1 4-16,-2 2-5 0,2 3-1 0,-1-1 5 16,0 2-4-16,0 0 5 15,0 0-9-15,1 2 1 0,-1 1 2 0,0 1-1 16,0 0 6-16,-2 2-5 0,2 1-1 0,-2 2-1 16,-6 1-1-16,0 0-1 0,1 0 2 0,15 0 0 15,-16 0 7-15,0 1-3 0,0-1 2 0,14 19-3 16,-10-10 7-16,-1 0-1 0,-1 1-1 0,-1 4 0 0,0 0-4 15,1 4 7-15,-1 2-5 0,0 1 5 0,-1 2-3 16,0-1-6-16,-1-2 7 0,1-2-7 0,-1-1 2 16,1-2 4-16,0-2-9 0,1-4 7 0,0 0-1 15,0-3-2-15,1 0-6 0,-2-6-6 0,0 1-83 16,0-1-48-16,0 1-14 0,0-1-15 0,0 1-97 16,0-1-36-16,0 0-43 0</inkml:trace>
  <inkml:trace contextRef="#ctx0" brushRef="#br0" timeOffset="201217.83">12388 1117 1356 0,'0'0'181'0,"0"0"-39"15,0 0-22-15,0 0 17 0,0-1 24 0,0 1-65 16,0 0-3-16,0 0-19 15,0 0-10-15,0 0-18 0,0 0 1 0,0 0-7 16,-1 1-12-16,0-1-5 0,-6 20-4 0,7-20 1 16,0 1-13-16,-1 16 7 0,1-17-3 0,0 1 4 15,2 18 3-15,-2-19-10 0,0 0 7 0,0 18-9 0,0-18 5 16,0 0-1-16,1 19-4 0,-1-19 4 0,0 0-6 0,0 17 5 16,0-17-4-16,0 1 4 0,-1 16-7 15,1-17 2-15,0 1 5 0,0-1-2 0,0 20 11 16,0-20 13-16,0 1-3 0,0-1 6 0,0 1-3 15,0-1-16-15,2 17 4 0,-2-17-8 0,0 0 2 0,0 1-4 16,0-1 2-16,0 1-2 0,1 17 0 0,-1-18 1 16,0 0-3-16,0 0 2 0,0 1-9 0,0 15 8 15,0-16-6-15,0 0 7 0,0 1-10 0,0-1 1 16,0 1 1-16,0-1 1 0,0 1 2 0,0-1 4 16,0 1 2-16,0-1 1 0,0 0 1 0,0 0-6 15,0 0-3-15,0 0 1 0,0 0 1 0,0-1-1 16,0 1 0-16,0-1-2 0,0 1-5 0,0-1 5 15,0 1 1-15,0-1 2 16,0 1 1-16,0 0-6 0,0-1 2 0,0 1-2 16,0-1 3-16,0 1-2 0,0-1-1 0,0 1-1 15,0-1 1-15,0 1 0 0,0 0 0 0,0-1-2 0,0 1-2 16,0 0-2-16,0 0 2 0,0 0-3 0,0 0 3 16,0 0-2-16,0 1 1 0,0-1-2 0,0 0 6 15,-1 18-5-15,1-18 8 0,0 1-5 0,0-1 9 16,0 1-5-16,0 17 1 0,0-18-2 0,0 0 0 15,0 1 0-15,0-1 2 0,-3 17 0 0,3-17 5 16,0 0-7-16,0 1 0 0,0-1-2 0,-5 17 2 0,5-17 1 16,0 0-1-16,0 0 2 0,0 1-6 0,0-1 1 15,0 0 1-15,0 17 1 0,0-17 2 0,0 0-1 16,0 0-1-16,0 0 0 0,0 0 5 0,0 0 0 16,0 1 3-16,0-1-2 0,0 1 13 0,0-1-29 15,0 0-12-15,0 0-13 0,0 0-89 0,0 0-39 16,0-1-10-16,0 1-13 0,-1-21-69 0,1 21-123 15,0 0-162-15</inkml:trace>
  <inkml:trace contextRef="#ctx0" brushRef="#br0" timeOffset="201606.2">12516 1100 430 0,'0'0'496'0,"0"0"-265"0,0 0-85 0,0 0 5 0,0 0 29 15,0 0-68-15,0 0 2 0,1 0-23 0,0 0 5 0,-1 0-23 16,17 9-2-16,-17-9-6 0,0 0-4 0,0 1-3 16,6 16 2-16,-6-17-3 0,0 1 1 0,4 16-19 15,-4-17 6-15,0 1-9 0,1 21 9 0,-1-22 0 16,2 17-3-16,-2-7 0 0,2 0-11 0,-1 0-10 15,0 0 0-15,0 1-4 0,-1-1-8 16,1 2 6-16,0 0-7 0,0 1 5 0,-1 0-13 0,0 1 5 16,0 0 0-16,0-1 2 0,0-1 2 0,-1 0-5 15,1-2 0-15,-1 1-2 0,1-1 5 0,0-1-3 16,-1-1 1-16,1-8-4 0,0 1 2 0,0-1 6 16,-1 18 3-16,1-18 1 0,0 0 3 0,0 1-53 15,0-1-6-15,0 1-23 0,0-1-56 0,0 0-28 16,0 0-4-16,0 0-11 15,-1 0-29-15,1 0-66 0,-1 0-30 0,1-1-46 16,-14-15-420-16</inkml:trace>
  <inkml:trace contextRef="#ctx0" brushRef="#br0" timeOffset="201806.96">12452 1273 1685 0,'0'0'89'0,"-1"0"52"15,1 0-23-15,0 0 31 0,0 0-61 0,0 0-39 16,0 0-2-16,0 0-11 15,0 0-5-15,0 0-2 0,0 0-2 0,0 0 2 16,0 0 2-16,0 1-4 0,19 11 2 0,-11-10-4 0,0 0-7 16,0 0-9-16,1-1-2 0,-1 0-2 15,1 0 0-15,-1-1-3 0,-1 1 6 0,-2-1-5 16,-5 0 0-16,1 0 5 0,-1 0-30 0,18 1 2 16,-18-1-190-16,0 0-143 0,0 0-101 0</inkml:trace>
  <inkml:trace contextRef="#ctx0" brushRef="#br0" timeOffset="203933.89">11249 2050 2022 0,'0'0'31'15,"0"0"-27"-15,0 0 34 0,0 0 74 0,0 1-18 0,-2 16 29 16,2-16-45-16,0-1-4 0,2 26-2 15,-1-13-13-15,-5-4 8 0,5 5-1 0,0 0 4 0,-1 1-3 16,-1 3 0-16,-1 0-7 0,-1 0 2 0,0 1-19 16,-1-1-16-16,0-2 4 0,-1 0-9 0,1 0-3 15,-2-4-4-15,1 0 1 0,0-1-1 0,0-1 0 16,1-1-20-16,-1-2-13 0,5-7-9 0,0 0-91 0,0 1-73 16,0-1-15-16,-1 0-24 0,1 0-98 0,-8-6-193 15</inkml:trace>
  <inkml:trace contextRef="#ctx0" brushRef="#br0" timeOffset="204351.19">11312 2045 1732 0,'6'2'-6'0,"-1"-2"118"16,-5 0-20-16,0 0 55 0,1 0-28 0,18 3-15 16,-19-3-7-16,0 0 0 0,22 7-11 0,-13-4-24 15,-1-1 3-15,2-1-9 0,0 1 1 0,-2 1-9 16,1 1 5-16,-1 0-6 0,-1 0 12 0,0-1-10 15,-7-3 2-15,0 0-5 0,0 0-1 0,1 1 0 16,16 19-4-16,-17-20 2 0,0 1-10 16,0-1-8-16,-4 21 5 0,4-21-5 0,0 1 3 15,-14 18-10-15,8-12 1 0,-2 0-4 0,1 0-2 0,-2 0-5 16,1-1-3-16,-1 0 0 0,0 0-5 0,2 1-6 16,-2 0 2-16,1-1-4 0,1 1-1 0,0-2-1 15,2 0-2-15,5-5-1 0,0 1-12 16,0-1 6-16,-1 1-2 0,-8 17 2 0,9-18-6 0,0 0-1 15,0 0-2-15,0 0 1 0,18 7-3 0,-11-7 5 16,3 2 0-16,2-2 2 0,-1 0 1 0,3 0 13 16,-2 0-1-16,0 1 7 0,-1 1 3 0,-2 0 4 15,1 1 2-15,-2 1 2 0,-1 0 9 0,-7-4 15 16,1 0-3-16,-1 1 6 0,12 15-7 0,-12-16-5 16,0 0-2-16,2 19-1 0,-2-18-5 0,-4 17-7 15,0-9 4-15,-2 2-5 0,1 2 0 0,-4-2-15 16,1 2-30-16,0-3-3 0,0 0-156 0,1-1-216 15,-1-2-118-15</inkml:trace>
  <inkml:trace contextRef="#ctx0" brushRef="#br0" timeOffset="205032.92">12190 1934 2173 0,'0'0'13'0,"-1"0"87"15,1 0-20-15,0 1 43 0,-19 18-22 0,19-19-16 16,-6 15-2-16,3-6-10 0,0 3-35 0,-1 1-7 16,2 2-3-16,-1 3 1 0,0 0-7 0,1 1 6 15,1 1-5-15,-1 2 7 0,0 1 8 0,0 2-4 16,-1 0 2-16,-1 2-5 16,-1 0-4-16,0-2 2 0,0 0 3 0,-2-1-3 15,2 1 0-15,-1 1-6 0,0 0-6 0,0-3 1 16,1-3-12-16,1-1 1 0,0-3 0 0,0-2 0 15,1-2 0-15,0-2-7 0,1-2 4 0,1-2-4 0,1-6-1 16,0 0-1-16,0 0-2 0,0 1 0 0,0-1-14 16,0 1-7-16,0-1 1 0,0 0-2 0,0 0 7 15,0 0 3-15,0 0-4 0,0 0 5 0,0-1 7 0,0 1 8 16,1-1 5-16,-1 1 0 0,1-1-3 0,9-17-2 16,-10 18-2-16,0 0-2 0,0 0-7 0,0-1-3 15,0 1 0-15,0-1-1 0,6-16-8 0,-6 17-33 16,0 0 5-16,0 0-11 0,0-1 34 0,10-15-17 15,-10 16 3-15,0 0-13 0,0-1-29 0,0 1 5 16,7-17-4-16,-7 17 6 0,0 0 15 0,0 0-5 16,0 0-2-16,0-1-5 0,0 1-46 0,0-1-40 15,0 1-11-15,0-1-9 0,0 1-34 0,0-17-103 16</inkml:trace>
  <inkml:trace contextRef="#ctx0" brushRef="#br0" timeOffset="205468.25">12092 2340 816 0,'0'0'130'0,"0"0"53"16,0 0 59-16,0 0-114 0,0-1 68 0,0 1-41 15,0-1 8-15,0 1-20 0,0-1-1 0,0 1-29 16,0 0-3-16,9-17-11 0,-9 17-32 0,0 0-14 16,1 0-2-16,-1 0-4 0,17-11-3 0,-17 11 2 15,13-9 1-15,-6 3-1 16,1 0-7-16,-1 1-15 0,1 0 3 0,0 1-8 0,0-1-1 0,-2 1-8 16,1 1-1-16,-2 1 0 15,0 1 4-15,-5 1 0 0,1 0-1 0,-1 0 0 16,17 10-6-16,-17-10 2 0,0 1-3 0,9 18 2 15,-7-10-5-15,1 1 7 0,0 1 0 0,-2 0 2 16,-1 1-3-16,2 2-2 0,-1 1 2 0,0 1-3 0,1 1 4 16,-1 0 1-16,-1 1-1 0,2-1 2 15,1 0 0-15,-1-2 3 0,1 0 1 0,2-3 0 0,0-1 2 16,1 1-3-16,1-3 0 0,0 0-1 0,-1 0-9 0,0-3 1 16,1 1-2-16,-2-3 3 0,-5-4 0 0,1 0-6 15,-1 0-1-15,1 1-7 0,15 8-53 0,-16-9-116 16,0 0-36-16,0 0-44 0,0 0-264 0</inkml:trace>
  <inkml:trace contextRef="#ctx0" brushRef="#br0" timeOffset="207824.57">9931 8623 1419 0,'0'0'152'0,"0"0"48"16,0 0 5-16,0 0-89 0,-6-18-61 0,6 18-31 15,0 0 2-15,0 0 1 0,0-1 5 0,-8-16-4 16,8 17 4-16,0 0-3 0,0 0 8 0,0 0 9 16,0-1-10-16,0 1 9 0,0-1-19 0,0 1-17 15,0 0 1-15,0 0-8 0,0 0-9 0,-1 0-16 16,1 0 0-16,-1 0-6 0,1 0 1 0,-1 1 16 16,-7 17 1-16,8-18 6 0,0 1 15 0,0-1 3 15,0 1 5-15,0-1-3 0,3 17 5 0,-3-17 9 0,0 0 3 16,0 0 2-16,0 0 7 0,0 0-4 15,0 0-1-15,0 0 1 0,1 0 4 0,0-1-10 0,12-15 4 16,-13 16-5-16,0-1 2 0,0 1-9 16,0-1-2-16,4-17-2 0,-4 18-2 0,0 0-12 15,0 0 2-15,0-1-5 0,-1 1-3 0,1 0-3 16,-1 0 1-16,-18-2-1 0,19 2-4 0,-1 0 4 0,-15 10-6 16,16-10 4-16,-1 0-7 15,-17 15 10-15,18-15 0 0,0 1 3 0,-12 15 1 0,12-16 0 16,0 1 1-16,-5 15-1 0,5-16 3 0,0 0 7 15,0 0-3-15,0 1 4 0,0-1 1 0,0 0 5 16,0 0 6-16,0 0-1 0,17 1 35 16,-17-1-3-16,1 0 2 0,-1-1-5 0,18-11-20 15,-18 12-3-15,0-1-3 0,0 1 0 0,1-1-9 16,9-16-1-16,-10 17-4 0,0 0 2 0,0 0-8 16,0-1-8-16,0 1 0 0,0-1-8 0,0 1-42 0,0 0-143 15,0-1-32-15,0 1-56 0,0-1-300 16</inkml:trace>
  <inkml:trace contextRef="#ctx0" brushRef="#br0" timeOffset="212063.3">10659 8172 2391 0,'-4'-5'118'0,"4"5"-16"0,0-1-4 0,0 1-86 0,0 0-24 0,0-1-6 15,0 1-5-15,0-1 6 0,0 1-18 0,-2-19-1 16,2 19 2-16,0 0 1 0,1 0 20 0,-1 0 14 16,18-3 1-16,-18 3 5 0,0 0 18 0,1 0-8 15,17-1 4-15,-18 1-7 16,0 0-5-16,20 7-8 0,-20-7 0 0,1 0-1 16,19 8 6-16,-20-8-6 0,0 0 3 0,19 10-4 15,-19-10 3-15,0 0 3 0,1 0-1 0,16 13 3 16,-17-13 4-16,0 0 1 0,1 1 4 0,-1-1-2 15,11 19 1-15,-11-19 6 0,0 0-7 0,0 1 7 16,0-1-10-16,0 1-12 0,-5 16 2 0,5-17-5 16,-1 0-1-16,0 1-7 0,-15 14 0 0,16-15-2 15,-14 9-2-15,6-4 12 0,1-1-2 0,-1 0 6 16,0 0 2-16,1 0 0 0,1-1 3 0,0 0-2 16,1 1 5-16,5-4-7 0,0 0 5 0,0 0-5 15,-1 0 4-15,-17 12 1 0,18-12-5 0,0 0 5 0,0 0-7 16,0 0 8-16,0 0-2 0,-1 0 4 15,1 1-5-15,0-1 4 0,-1 1-5 0,1-1 4 16,0 1-7-16,0-1 4 0,0 1 1 0,0-1 0 16,0 0-1-16,1 1 8 0,17 11-4 0,-18-12 5 15,1 0-1-15,22 5-6 0,-15-2 0 0,2-2-3 16,-3 1-3-16,1 0 1 0,0 1-1 0,0 0 2 16,-2 0 0-16,0 0-4 0,-1 1 3 0,-5-4-3 15,0 0 0-15,1 1 2 0,0-1 3 0,11 18 2 0,-12-18 12 16,0 0 8-16,0 0 1 0,0 1 3 0,0-1 1 15,-7 18-4-15,7-18-3 0,0 0-1 0,-17 12-11 0,9-8-5 16,-2-1-1-16,0 0-1 0,-2 1-4 0,-1 0-5 16,2 1 2-1,1 1-4-15,1-2 8 0,0 1-1 0,2-1-2 0,0-1-2 16,2 1-18-16,-1-3-74 0,0 0-6 0,1 0-31 0,5-1-87 0,0 0-96 16,0 0-59-16</inkml:trace>
  <inkml:trace contextRef="#ctx0" brushRef="#br0" timeOffset="212483.63">10898 8115 2370 0,'0'0'164'0,"0"0"460"0,0 0-635 16,0 0-41-16,0 0 6 0,0 0-16 0,0 0 23 0,0 0 17 15,0 0 1 1,0 0 5-16,0 1 5 0,0-1 14 0,20 15-2 0,-20-15 6 16,0 0-7-16,22 5 5 0,-13-4-1 0,0 0 4 15,1-1 3-15,-1 1-3 0,0-1-2 0,0 0 0 16,0 0 1-16,-1-1 0 0,0 1 1 0,-2 0 0 16,1 0-1-16,-1 1-5 0,-6-1 4 15,1 0-5-15,-1 0 0 0,17 4 15 0,-17-4-10 0,0 0 13 16,1 0-10-16,-1 0-2 0,0 1 7 15,0-1-7-15,1 1 1 0,-1-1 2 0,6 19-5 16,-6-19 4-16,0 0-10 0,0 0 1 0,0 1 0 16,-8 19 0-16,8-20-1 0,0 1 1 0,-7 19 4 15,6-11-1-15,-2 0 1 0,2 2-3 0,-1 0-2 16,0 0 1-16,1 1-10 0,-2 1 10 0,2 0-3 16,0 1 5-16,-1-1 0 0,1 0-2 0,-1 0-1 0,0 1-2 15,-1-1-1-15,2 0 3 0,-2 0-4 0,2-1 3 16,-1 1-11-16,0 0-71 0,0-2-7 0,1-1-29 15,0-1-94-15,1-1-55 0,-1 2-19 16,0-2-25-16,1-1-202 0</inkml:trace>
  <inkml:trace contextRef="#ctx0" brushRef="#br0" timeOffset="212865.95">10382 8609 2947 0,'0'0'109'16,"0"0"118"-16,0 0-252 0,0 0-38 0,0 0 14 15,0 0-17-15,0 0 57 0,20 1 5 0,-10 1 4 16,2 1-2-16,1 0 7 0,5-2 13 0,2 2-1 15,5-3 4-15,2-2-1 0,1 2 2 0,1-2-3 16,1 0 3-16,-1 1-4 0,2-1-10 0,0 1 4 16,0 0-7-16,1 0 4 0,-1 1-5 0,-1-1 1 15,-1 0-3-15,-1 1 9 0,0 1-5 0,1 0 6 16,-1 0-5-16,0-1 10 0,-2 2-2 0,-2-2 1 16,-4 2-2-16,-1 0-6 0,-2-1 1 0,-1 1-3 15,0 0 2-15,-2 0-3 0,0 0 0 0,-2 0-2 16,-1-1 2-16,-1 1-5 0,-2 1 3 0,-2-2-7 15,-6-1-1-15,0 0-61 0,1 0-69 0,-1 0-24 16,1 0-20-16,0 0-138 0,-1 0-250 0</inkml:trace>
  <inkml:trace contextRef="#ctx0" brushRef="#br0" timeOffset="213356.14">10675 8784 2620 0,'0'0'448'0,"0"0"-346"0,-1 0 53 16,-17 1-151-16,18-1-30 0,0 0-3 0,0 0 0 0,0 0 2 15,0 0 14-15,0 1-21 0,0-1 9 16,-2 16-12-16,2-16 30 0,0 0 6 0,0 1 1 15,0-1 1-15,0 1-1 0,13 15 0 0,-13-16 0 0,0 0 0 0,1 1 0 16,-1-1 2 0,11 18-2-16,-11-18 1 0,0 1-3 0,0-1 3 0,3 21-1 15,-3-21 3-15,0 0 6 0,4 21-5 0,-4-21 3 16,0 0-4-16,9 20 4 0,-9-20-4 0,10 13 0 16,-4-6-2-16,0 0-4 0,2 0 4 0,-1-1 2 15,2 2 1-15,-1-2-4 0,0 1 2 0,-1 0-2 0,1-1 4 16,1 1 0-16,-3-1-5 0,0 0 4 0,0 1-4 15,-1 1 7-15,0-1-2 0,-1 1 0 0,0-2 1 16,0-1 4-16,-2 2 1 0,-2-7 2 0,0 1 0 16,0-1 8-16,6 19-1 0,-6-19 3 0,0 1-3 15,0-1-4-15,-4 20 0 0,4-20-7 16,0 0 4-16,-1 1-8 0,-16 18 1 0,17-19 3 16,-15 8-3-16,5-3-10 0,-1-2-3 0,-1 0-8 0,-1-1 5 15,-1 0-12-15,-1-1 1 0,0 0-7 16,2-2 3-16,0 0-24 0,1-2-33 0,-1-2-1 0,2 0-15 15,0-2-45-15,0-2-155 0,-1-3-65 0</inkml:trace>
  <inkml:trace contextRef="#ctx0" brushRef="#br0" timeOffset="213594.45">10631 8724 2581 0,'0'0'208'0,"0"0"-140"0,0 0-41 0,0 0-11 15,0 0-18-15,18-3 3 0,-18 3 3 0,1 0-1 16,20 4-3-16,-21-4-2 0,1 0-2 0,21 7 1 16,-12-4 3-16,0 1-3 0,-1 1 2 0,2-1-1 15,-2 0 8-15,1 1-3 0,1-1 0 0,-1 0-1 16,2 0 0-16,-2 0-2 0,0-1 3 0,0 1-3 16,0-1 4-16,0-1 0 0,0 1-4 0,0-2 2 15,1 1-10-15,0 0-71 16,-2-2 1-16,2 1-31 0,0 1-55 0,1-1-55 15,1 2-15-15,2-1-21 0,-1 0-131 0</inkml:trace>
  <inkml:trace contextRef="#ctx0" brushRef="#br0" timeOffset="213959.3">11089 8918 1631 0,'0'0'728'0,"0"0"-521"0,-1 0-52 0,1 1-115 15,-13 17-2-15,13-18 6 0,0 0 1 0,-10 20 2 16,5-12-11-16,3 2-30 0,-1 0-1 0,1 0-8 16,1-1-2-16,1 0-2 0,0-1 2 0,1 1-2 15,1 0 1-15,1-1-2 0,1 1 2 0,0-2-1 16,1 0 17-16,2-2 8 0,0 1 5 0,-1-3 2 16,1 1 19-16,1-2 3 0,-1-2-1 0,1-1 3 15,1 0 16-15,-1-1-4 0,3-1 0 0,0-1-3 16,-1-1-19-16,1-4-3 15,-1 3-2-15,-2-1-1 0,1 1-10 0,-2 0 2 0,-2 0 1 16,-1-3 0-16,0-1 7 0,-2 0-4 0,-2-3 1 16,0 2-2-16,-2 1 0 0,-1-1 6 0,-2 1-4 0,0 1 5 15,-3 0-6-15,-2 2-2 0,-1 0-6 16,-2 2 1-16,0 0-25 0,-2 1-3 0,3 1-4 0,1 2 1 16,1 1-10-16,3 0-8 0,-2 1 5 0,1 2-10 15,2-1-26-15,-1 2-107 0,2-1-13 0,0 1-45 16,0 1-176-16,0 0 858 0</inkml:trace>
  <inkml:trace contextRef="#ctx0" brushRef="#br0" timeOffset="-214068.6">11232 7962 1470 0,'0'0'282'0,"0"0"-124"0,0 0 147 16,0-1-304-16,0 1-5 0,0-1-3 0,0 1 7 15,3-17-5-15,-3 17 7 0,0 0-11 0,0 0 13 16,0-1-3-16,0 1 10 0,0 0 23 0,4-17 34 16,-4 17 5-16,0 0 8 0,0 0 11 0,0 0-26 15,0 0 3-15,0 0-13 0,1 0-13 0,-1-1-13 16,17-6 0-16,-17 7-6 16,0 0-9-16,20-2-5 0,-12 2-2 0,2 0-1 15,0 2-3-15,0-2-4 0,2 0 3 0,0 0-3 16,1 0 6-16,2 0-1 0,0 1-3 0,3 0 3 0,1-1 1 15,-1 0-6-15,0 0 5 0,1 1-5 0,1 0 10 16,0 0-4-16,0 0 4 0,1-2-1 0,0 1 24 16,1 0-15-16,2-1 1 0,2 2-7 0,-1-1-8 15,0 1-2-15,0 0 2 0,1 0 0 0,0-1 5 16,0 1-4-16,3-1-1 0,0 0 0 0,0 0 1 0,-2 0 7 16,-2-1-2-16,-2 0 3 0,2 1-8 0,-1 0 9 15,0 0-4-15,0 0 5 0,-2-2-9 0,-2 2 31 16,-1-1-13-16,-1 1 17 0,-2 0-30 0,-2 0 1 15,1-1-3-15,-3 1 3 0,0-1-3 0,-2 1-5 16,0-1 3-16,-1 0-4 0,0 1 3 0,-1 0-4 16,-1-1-2-16,-1 1-3 0,-6 0-45 0,0 0-47 15,1 0-10-15,0 0-15 0,-1 0-70 0,0 0-97 16,1 0-43-16,-1 0 109 0,0 0 1349 0</inkml:trace>
  <inkml:trace contextRef="#ctx0" brushRef="#br0" timeOffset="-213616.08">11377 7926 2943 0,'0'0'102'0,"0"0"63"0,0-1-177 0,0 1-43 15,0 0 14-15,0-1-20 0,1 1 46 0,17-16-6 16,-18 16 3-16,16-1-3 0,-6 1 12 0,2 1 6 16,2-1-3-16,0 0 4 0,1-1 2 0,2 1 22 15,0 0 5-15,1 0 5 16,1 1 4-16,0 0-3 0,3 0-1 0,0 1 1 15,2 0 7-15,0 0 0 0,1-2 0 0,-2 2 1 16,0 0-5-16,1-1-1 0,0 2-6 0,3-2 3 16,1-1-7-16,3 1-2 0,0-1 1 0,-3 0-2 15,1 0-5-15,1 0-4 0,-1-2 0 0,2 0-2 16,1 0 3-16,-2-1-6 0,1 0 4 0,-4 1-5 16,-1-1 3-16,-2 0-4 0,-2 1 2 0,0 0-2 0,0 0 4 15,-1 1 1-15,0-1-7 0,-4 1 5 0,0-1-3 16,-3 1-5-16,-2 0 5 0,-1 0-5 0,-1 0 0 15,1 1-5-15,-2 0 4 0,-2 0-5 0,-7 0-19 16,1 0-113-16,-1 0-11 0,17 0-44 0,-17 0-114 16,0 0-189-16,0 0 824 0</inkml:trace>
  <inkml:trace contextRef="#ctx0" brushRef="#br0" timeOffset="-207942.8">10541 9286 1393 0,'0'0'282'16,"0"0"-109"-16,0 0 139 0,0 0-312 0,0 0-11 0,0-1-22 15,0 1 21-15,0-1-1 0,0 1 10 0,0 0-6 0,0 0 7 16,1 0-2-16,-1 0 4 0,0-1 7 0,1 1 25 15,-1 0 2-15,1 0 11 0,15-4 39 0,-16 4 9 16,0 0 4-16,0 0-2 0,0 0-1 0,0 0-22 16,0 0-5-16,1 0-6 0,0 0-21 0,-1 0-11 15,17 4-1-15,-17-4-4 0,0 0-8 0,0 0-8 16,0 0-1-16,1 0-2 0,18 4-7 0,-19-4 3 16,1 0 1-16,-1 0 2 0,20 5 2 0,-20-5-5 15,0 0 2-15,19 5-2 0,-19-5-3 16,0 0 14-16,17 4-9 0,-17-4 12 0,1 0-6 15,19 0 4-15,-19 0 5 0,14 1-3 0,-6 1 5 0,1 0 3 16,0 0 0-16,0-1 1 0,0 0-8 0,2 0-3 16,-2 1-3-16,2 1 1 0,-2-2-9 0,0 2 0 15,0 0 1-15,0-2 1 0,0 2 5 0,-1 0-9 16,0-1 2-16,0 0-4 0,1 1 3 0,1-1 6 16,-1 0-4-16,2-1 6 0,-1 0 4 0,1 0-3 15,2 0 2-15,0-1-2 16,2 1 5-16,-1-1-10 0,0 0 5 0,0 0-6 15,-1 0 0-15,-1 0 4 0,1 0-1 0,-2 1 3 16,1-1-6-16,-1 0 4 0,-1 1-3 0,0 0 3 16,1-1 1-16,-2 1-3 0,2 0-3 0,1 0 0 15,0 0 1-15,0 0 5 0,1 0 2 0,-1 1 0 16,-1-2 8-16,0 0-5 0,-1 0 4 0,1 0-5 0,-1 0 2 16,0 0-9-16,-1 0 2 0,0 0-4 0,-2 0 11 15,1 0-6-15,-1 0 2 0,-1 0-4 0,0 0 5 16,-1 0-8-16,1 1 3 0,0-1-4 0,0 0 8 15,-1 0-1-15,0 1 0 0,1 0 0 0,0-1-3 16,-2 0-7-16,2 2 6 0,-1-2-6 0,-1 1 1 16,-5-1 6-16,0 0-8 0,1 0 6 0,15 4-6 0,-16-4-1 15,0 0-8-15,1 0-3 0,-1 0-62 0,1 0-52 16,15 0-5-16,-16 0-20 16,0 0-53-16,0 0-60 0,0 0-10 0,0 0-24 0,0 0-112 0</inkml:trace>
  <inkml:trace contextRef="#ctx0" brushRef="#br0" timeOffset="-207237.44">10564 9320 1072 0,'0'0'296'0,"0"0"-164"0,0 0-18 0,-1 0-43 16,1-1-37-16,-1 1 18 0,1-1 3 0,0 1 4 15,-18-15 9-15,18 15-2 0,0 0 1 0,0 0-3 0,0 0-7 16,0 0 1-16,-1-1 5 0,1 1-1 0,-1-1 17 15,1 1 4-15,0-1 1 0,-1 1 2 16,0-1-4-16,1 1-15 0,-1 0-4 0,1 0-4 0,0 0-16 16,0 0-15-16,0-1 1 0,0 1-5 0,0 0 2 15,0 0 1-15,1 0-1 0,21 0 1 0,-22 0 3 16,0 0-11-16,20 3 5 0,-10-1-9 0,0-1-1 16,0 1-8-16,2-1 1 0,0-1-3 0,1 0-2 15,2 0 7-15,-2 0-7 0,4 1 7 0,0 0-9 0,2 2 8 16,0-1-2-16,0-1 4 0,1 1-6 0,-2 0 13 15,-1 0-2-15,1 1 7 0,0 0 0 0,-2 0 2 16,2 0-1-16,2 1 1 0,0-1-2 0,4 1-6 16,-1-2 8-16,2 1-6 0,-1 0 2 0,-2-1 0 15,0 1-4-15,-3-1 2 0,1 0-5 0,-1 0-3 16,2 0 2-16,1 0-3 0,-1-2 8 0,-1 0-10 16,-2 1 5-16,-2-1-7 0,0 1 8 0,-3 0-4 15,-1-1-4-15,-3 0 3 16,1 0-4-16,-2-2 4 0,0 2-5 0,-1 0 4 15,0-1-2-15,-2 1-1 0,-5 0 2 0,0 0-3 16,1 0-2-16,16 0-20 0,-17 0-9 0,1 0-10 16,0 0-99-16,-1 0-114 0,18 1-38 0,-18-1-48 15,0 0-311-15</inkml:trace>
  <inkml:trace contextRef="#ctx0" brushRef="#br0" timeOffset="-205417.69">10625 9340 1888 0,'0'0'121'0,"0"0"0"0,0 0-5 0,0 0-74 16,0 0-38-16,0 0 4 0,0 0-2 0,0 0 8 16,0 0-8-16,1 0 5 0,-1 0-3 0,1 0 5 0,19 1 17 15,-20-1 5-15,0 0 6 0,1 0-1 0,17-3 10 16,-18 3 9-16,0 0-1 0,1 0 1 0,19-1-7 15,-20 1 1-15,0 0 0 0,19-1-2 0,-19 1-17 16,16 0-3-16,-7 0-3 16,2 0 1-16,-1 0-5 0,2-1-4 0,0-1 2 0,1 1-3 15,1 0 3-15,-1 0 9 0,1 0-8 0,-1 0 8 16,1 0-11-16,0 0-7 0,-2 0 5 0,3 1-7 16,0 0 1-16,1 0-2 0,3-1 0 0,-2 0-2 15,1 0-4-15,-2-1 10 0,0 1-2 0,-1 0 7 16,-1 0 7-16,-1 1-1 0,-1 0 0 0,-2 0 0 15,2 0 0-15,-3-1-4 0,1 1 5 0,0-1-5 16,-1 0-4-16,2 2-6 0,-1 0 2 0,2-1-2 16,1 0 3-16,-2 0-11 0,0 1-1 0,-1 0-2 15,-1-1 3-15,-1 1 0 0,0 0 3 0,-3-1-3 0,1 2-3 16,0-1 0-16,-6-1-3 16,0 0 0-16,1 0-18 0,-1 0-63 0,18 3-12 15,-18-3-23-15,0 0-102 0,0 0-152 0,1 0-50 16</inkml:trace>
  <inkml:trace contextRef="#ctx0" brushRef="#br0" timeOffset="-203535.21">10343 8527 574 0,'0'0'202'15,"0"0"104"-15,0 0 8 0,-1 0-181 0,1 0-61 0,-19-8-27 16,19 8 5-16,0 0-2 0,0 0 21 0,0 0-1 15,0 0 0-15,0 0 0 0,0 0 2 0,0 0-2 16,0 0 2-16,0 0-2 0,0 0 5 0,0 0 4 16,0 0-2-16,0 0 1 0,0 0-8 0,0 0 1 15,0 0 1-15,0 0-1 16,0 0-5-16,0 0-11 0,0 0-4 0,0 0-1 16,0 0-13-16,0 0-7 0,1 0 0 0,0 0-3 15,14-5-5-15,-15 5-10 0,1 0 6 0,-1 0-6 16,1 0 5-16,18 2-6 0,-19-2-2 0,1 0-2 0,-1 0 0 15,20-1 4-15,-20 1-2 0,0 0 2 0,19 0-4 16,-19 0 2-16,1 0 4 0,19 1-1 0,-20-1 5 0,0 0 4 16,20 1-5-16,-20-1 5 0,1 0-9 0,21 0 7 15,-22 0-3-15,17 0 3 0,-7-1-10 0,0 1 4 16,2 1-3-16,-1-1 3 0,2-1-4 0,-1 1-4 16,0 0 4-16,-1 0-3 0,-1 0 6 0,1 0 0 15,-1 0 4-15,0 0-1 0,-2 0 15 0,1 0-7 16,0 1-3-16,1-1 0 15,-1 0-5-15,-1 0-3 0,1 1 0 0,-1-1-1 0,1 0 1 0,2 0-8 16,-2 0 3-16,2 1-5 0,1-1 1 0,-1 0 8 16,1 0-3-16,-1 0 3 0,0 0-3 0,-1 0-5 15,0 1 0-15,-1-1-1 0,0 1 4 0,1 0 9 16,-1 0-3-16,1-1 5 16,-2 1-7-16,1 0 5 0,0-1-5 0,0 1 3 15,0 0-8-15,-1-1-1 0,2 1 6 0,1 1-5 16,0-1 4-16,0 0-6 0,1 0-3 0,0 0 1 15,0-1 1-15,1 1 2 0,-2 0 3 0,0-1-3 16,0 0 0-16,0 1 2 0,-1-1 1 0,0 0 1 0,0 0 2 16,-1 0-3-16,0 0 2 0,0 1-3 0,-1-1-6 15,1 1 4-15,-2 0-2 0,1-1 4 0,0 0 0 16,0 0-4-16,1 1 0 0,1 1-1 0,-2-2 7 0,2 2-8 16,-1-2 2-16,-1 2-6 0,2-1-24 0,-4 1-145 15,1 0-26-15,-1 1-60 0,2 1-281 0</inkml:trace>
  <inkml:trace contextRef="#ctx0" brushRef="#br0" timeOffset="-200067.47">10507 8619 1102 0,'0'0'378'0,"0"-1"-130"0,0 1 183 15,-1 0-371-15,1-1-27 0,-18-14-34 0,18 15-7 16,0 0-11-16,0 0 13 0,0-1-7 0,-8-18 5 16,8 19 7-16,0 0-2 0,0-1 9 0,0 1 0 15,0 0-1-15,0-1 2 0,0 1 18 0,9-16 22 16,-9 16 4-16,0 0 7 15,0 0 21-15,1 0-5 0,-1-1-1 0,20-6-4 16,-20 7-19-16,0 0-14 0,21 2 1 0,-12-1-6 16,1-1-13-16,2 0-1 0,0 1-6 0,3-1 3 15,0 1-7-15,0 1-6 0,2-1 3 0,1-1-3 16,-2 2 8-16,3-1-3 0,-2-1-1 0,3 1-1 16,-1-1-2-16,0 1 5 0,-1-1 0 0,-2 0 3 15,-1 0 15-15,0 2 10 0,0-2 3 0,-2 1 2 0,0 0 6 16,-2-1-10-16,-2 0-3 0,2 2-3 0,0-1-17 15,-1 1 4-15,1-2 0 0,-1 1 2 0,1-2-9 16,-1 1-2-16,-2 0-4 0,1 0 1 0,-1 1 0 16,-3-1-2-16,-5 0 1 0,1 0-2 0,-1 0-2 0,16 1-9 15,-16-1-12-15,0 0-3 0,0 0-78 0,0 0-74 16,1 0-10-16,-1 0-25 0,0 0-66 0,0 0-136 16</inkml:trace>
  <inkml:trace contextRef="#ctx0" brushRef="#br0" timeOffset="-199469.29">10397 8582 1586 0,'0'0'268'0,"0"0"-133"0,0 0 26 0,0 0-106 15,0 0-74-15,0 0-2 0,0 0 2 0,0 0 4 16,0 0 39-16,0 0 3 0,0 0 5 0,0 0-2 16,0 0 16-16,1 0 13 0,-1 0-2 0,0 0 5 15,17-5 0-15,-17 5 9 0,0 0-4 0,0 0 5 16,20 3-11-16,-20-3-14 0,0 0 7 0,20 0-12 16,-20 0-8-16,1 0-16 0,21 1-1 0,-10 1-4 15,-1-1 4-15,2 0-1 0,-1-1 0 0,1 0-2 0,2 0-2 16,-2-2 8-16,1 2-9 0,1 0 8 15,-1-1-9-15,1 0-2 0,0-1 6 0,0 1-4 0,-1 0 5 16,2 1 3-16,0 0 0 0,2 0 0 0,0 0 3 16,1 0-4-16,1 0 2 0,-3 0-3 0,1 0-7 0,-3 1 6 15,1 0-3 1,-1 0 5-16,-1-1 6 0,-2 2 4 0,-1-2 0 0,0 2 1 16,0 0-1-16,1 0-5 0,-2 0-2 0,2-1-1 15,-1-1-10-15,1 1-2 0,-2 1 3 0,1-1-4 16,-1 1-2-16,-1-1 1 0,1 0-5 0,-2 0 4 15,-1 1 0-15,1-1-4 0,-1 0 1 0,0 0-1 16,-7-1 4-16,0 0-4 0,0 0 0 0,17 1-3 16,-17-1-19-16,0 0-50 0,1 0-8 0,-1 0-19 15,0 0-78-15,1 0-77 0,-1 0-8 0,1 0-29 16,-1 0-90-16</inkml:trace>
  <inkml:trace contextRef="#ctx0" brushRef="#br0" timeOffset="-198999.42">10609 8590 2252 0,'0'0'278'0,"0"0"-205"0,0 0 6 0,0 0-80 16,0 0-61-16,0 0 36 0,0 0-2 0,0 0 16 16,0 0 16-16,1 0-7 0,19-4 1 0,-19 4-2 15,15 3 14-15,-8-1 2 0,1 0-1 0,3-1 0 16,-1 0-5-16,3 2 12 0,0-2-2 0,0 1 5 15,1-1 1-15,1 0 6 0,0 1 1 0,0 0 2 16,-1 0 6-16,-1-1-1 0,1 1 1 0,0-1-2 16,-2 0 1-16,1 0 5 0,2 0 0 0,1 1 1 15,0-2-13-15,1 0-2 0,2-1-7 0,-2-1 3 16,1 1-11-16,-2 0-5 0,0 1 1 0,-3 0-3 16,0-1-1-16,-1 1 1 0,-1 0-1 0,-1 0 1 0,-1 0 4 15,-1 1-1-15,-1 0-1 0,-1-1 1 0,1 2-2 16,-2-2 1-16,0-1 1 0,-6 1-2 0,1 0-7 15,-1 0 4-15,19 0-3 0,-19 0-1 0,0 0-65 16,0 0-114-16,1 0-19 0,0 0-36 16,-1 0-122-16,16 1 1047 0</inkml:trace>
  <inkml:trace contextRef="#ctx0" brushRef="#br0" timeOffset="-197295.53">10584 9441 2002 0,'0'0'233'0,"0"0"67"0,0 0 0 0,-18-3-142 0,18 3-102 16,-1 0-69-16,1-1 3 0,-1 1-5 0,1-1 14 15,-16-14 4-15,16 15 2 0,0 0 2 0,0 0 4 0,0-1 6 16,0 1-2-16,0 0 4 0,0-1-1 0,1 1 1 16,9-17 1-16,-10 17 1 0,1 0 7 0,-1-1 22 15,19-10-6-15,-19 11 9 0,0 0-14 0,18-8-2 16,-18 8-2-16,17-4-1 0,-7 3-7 0,0-2-4 16,1 1 1-16,2-1-2 15,-1 0-1-15,4 0-7 0,-1 0 2 0,5 1-4 0,1 0-3 16,2-1-4-16,3 1 3 0,-3-1-3 0,1 1 1 0,0 1-3 15,0-2-1-15,1 3 1 16,-1-2-1-16,4 0 2 0,-1 0 1 0,-1 0 1 0,-1 1 2 16,-2 0-6-16,-2 0 0 0,-1 0-1 0,-2 1 1 15,0-1 1-15,-1 2-1 0,2 1 2 0,-1-1-4 0,-2-1 3 16,1 2 1-16,-3-2 0 0,0 2-2 16,0-2-4-16,-1 1-13 0,1 1-3 0,-2-1-97 0,2-1-160 15,2 0-35-15,5-1-68 0,5-2-399 0</inkml:trace>
  <inkml:trace contextRef="#ctx0" brushRef="#br0" timeOffset="-195045.96">7481 8512 1888 0,'0'0'96'0,"0"0"-7"0,0 0-5 0,-1-1-56 16,1 1-29-16,-1 0-10 0,1-1-3 0,0 1 8 16,-2 0-9-16,-15-10-13 0,17 10-1 0,0 0-4 15,0 0-4-15,0 0 6 0,0 0 6 0,0 0 0 16,0 0 30-16,0 0 2 0,0 0 5 0,0 0-2 0,0 1 12 15,-1-1 14-15,1 0 2 0,0 1 7 0,-1-1 30 16,-16 8-4-16,17-8 10 0,0 0-6 0,-1 0 10 16,1 0-18-16,-1 0-1 0,1 0-5 0,0 0-4 15,-17 2-16-15,17-2 3 0,0 0-8 0,0 0-3 16,0 0-13-16,-1 0-1 0,0 0-3 0,1 0 2 16,-1 0-6-16,-16 7 3 0,17-7-4 0,0 0 17 15,0 0-15-15,0 0 3 16,0 0-8-16,0 0-8 0,0 0 0 0,0 0-2 0,0 0 1 15,0 0-3-15,1 0 5 0,0 0 0 0,-1 0 1 0,0-1 4 16,1 1 0-16,-1-1 3 0,17-13-1 16,-17 14 7-16,0 0-2 0,0 0-1 0,0 0 0 15,0-1-6-15,0 1 2 0,0 0 0 0,0-1 0 16,0 1-10-16,0-1 4 0,0 1-2 0,0-1 1 16,0 1-14-16,0 0 0 0,0 0-1 0,0 0 1 15,0 0-3-15,-8 18 6 0,7-9 3 0,0 1 1 16,-1-1 6-16,1 1 3 0,-1-1-3 0,2-2 4 15,0 0-1-15,0-7-3 0,0 0 0 0,0 1-1 0,0-1 5 16,11 17-8-16,-11-17 6 0,0 0-6 0,0 0 4 16,1 0 9-16,17-10-5 0,-18 10 6 0,0-1-3 15,16-17 9-15,-10 9 1 0,-1 0 3 0,0-2 9 0,-2 1 4 16,1 1 2 0,-1-1 1-16,-1 1 8 0,-2 0-3 0,0 1 0 0,-1 2-1 15,-2 1-1-15,3 5-10 0,0-1-3 0,0 1-4 16,0-1-21-16,-21-10-23 0,21 11-2 0,0 0-8 15,-22 3 0-15,12 1 11 0,1 1 1 0,1 1 3 16,0 1 5-16,2-1 11 0,1 1-5 0,-1 0 6 16,2-1 0-16,1 0 5 0,0 0 4 0,3-6-1 15,0 0 3-15,0 1-4 0,0-1 0 0,0 0 0 16,0 1 7-16,0-1-2 0,0 1-2 0,0-1-1 16,0 1-10-16,0-1 1 0,0 1-1 0,0-1 3 15,1 0-2-15,-1 1-68 0,1-1-31 0,-1 1-31 16,0-1-279-16</inkml:trace>
  <inkml:trace contextRef="#ctx0" brushRef="#br0" timeOffset="-194553.9">9833 8682 3114 0,'0'0'146'0,"0"0"-36"0,0-1-18 0,-1 1-79 16,1 0-62-16,-1-1-1 15,1 1-5-15,-1-1 16 0,1 1-7 0,0-1-57 16,0 1-8-16,-1-1-21 0,1 1-72 0,0 0-93 0,0 0-15 16,0 0-45-16,0 0-250 0</inkml:trace>
  <inkml:trace contextRef="#ctx0" brushRef="#br0" timeOffset="-176149.97">7886 9316 1265 0,'0'0'111'0,"0"0"20"0,0 0-2 0,-1 0-57 16,1 0-55-16,0 0-23 0,-1 0 2 0,0 0 3 15,1-1 5-15,0 1 12 0,0-1 1 0,-1 1 7 16,0 0 30-16,1 0 20 0,-1 0 0 0,1 0 8 15,0-1 10-15,-1 1-4 0,1-1-4 0,-1 1-2 16,1 0-27-16,0-1 0 0,-1 1-5 0,0 0 2 0,1 0-10 16,0-1-6-16,-1 1 1 0,1-1-4 0,0 1-5 15,0 0 0-15,0 0 0 0,0 0-1 0,0 0-5 16,0 0-4-16,0 0-1 0,0 0 0 16,1 0 1-16,-1 0-3 0,0 0 5 0,1 0-4 0,17 3 5 15,-18-3-4-15,0 0-2 0,0 0 1 0,1 0-1 16,-1 0-7-16,0 0 4 0,18 3-5 0,-18-3 6 15,0 0 13-15,1 0-6 0,-1 0 8 0,0 0-2 16,1 0-5-16,15 4 6 0,-16-4-7 0,0 0-6 16,1 0 1-16,-1 0-2 0,0 0 1 0,19 5-6 15,-19-5-1-15,0 0-4 16,1 0 3-16,-1 0-4 0,17 3 0 0,-17-3 1 16,1 0-2-16,-1 0 6 0,1 0-7 0,17 5 3 15,-18-5-4-15,0 0 11 0,1 0 1 0,-1 0 3 16,17 5-1-16,-17-5 9 0,1 0-9 0,0 0 2 15,-1 0-4-15,17 3 2 0,-17-3-3 0,0 0-2 0,0 0 0 16,16 1-4-16,-16-1-1 0,0 0 3 0,1 0-3 16,0 0 0-16,19 1 1 0,-20-1-3 0,0 0 3 15,0 0-2-15,20 3 0 0,-20-3 1 0,0 0 1 16,0 0 8-16,20 2-5 0,-20-2 6 0,1 0-5 0,0 0 8 16,19 3-8-16,-20-3 3 15,0 0-5-15,16 2 2 0,-16-2-5 0,0 0 2 16,17 3-2-16,-17-3-3 0,0 0 4 0,18 2-5 15,-18-2 5-15,1 0-2 0,17 1-5 0,-18-1 5 0,0 0-5 16,19 4 6-16,-19-4 3 0,1 0-4 0,17 3 3 0,-18-3-2 16,1 0-3-16,19 4 3 0,-20-4-3 0,1 0 0 15,19 2 0-15,-20-2 1 16,16 1-1-16,-9 0 2 0,3 0 2 0,-1 0-4 16,2 0 2-16,1-1-3 0,-1 0 5 0,0 0 0 15,-2-2 2-15,2 2-1 0,-1 0-1 0,-2 0 2 16,1 0-2-16,1 0 5 0,-1 0-4 0,0-1 0 15,-1 1-1-15,-1 0 1 0,0 0 0 0,1 0-2 16,0 0 0-16,0 0-7 0,1 0 10 0,0 0-4 16,1 0 7-16,-1 0-4 0,0 0 2 0,1 0-3 0,2-1 2 15,-1 0-7-15,-2 0 8 0,2 0 1 0,-1 0 2 16,0 0-5-16,-1 1-2 0,1 0-1 16,-3-1-1-16,2 1 2 0,-1 0-3 0,0 0 3 0,0-1-3 15,0 1 0-15,0 1 1 0,-2-1 1 0,-6 0 1 16,0 0 6-16,18 1-8 0,-18-1 0 0,0 0-1 15,23 0 9-15,-23 0-3 0,16-1 5 16,-7 1-5-16,-1 0 5 0,0 0-2 0,0 0-2 0,0 1-1 16,-1-1-9-16,0 1 7 0,-1-1-2 0,1 1 6 15,-2 0-6-15,1-1-1 0,-6 0 0 0,0 0-1 16,1 0 2-16,17 2 0 0,-18-2 3 0,1 0-2 16,-1 0-3-16,1 0 1 0,16 3 0 0,-17-3 1 15,0 0-3-15,0 0-47 0,1 0-14 0,-1 0-16 16,1 0-105-16,0 0-86 0,-1 0-9 0,0 0-32 15,1 0-104-15</inkml:trace>
  <inkml:trace contextRef="#ctx0" brushRef="#br0" timeOffset="-175434.93">7958 9378 1450 0,'0'0'442'0,"0"0"-231"16,-1 0-25-16,1 0-67 0,-1 0-107 0,1 0 9 0,-1 0 5 0,1 0 6 16,0 0 39-16,-1 0-21 0,1 0 1 0,-1 0-9 15,1 0 4-15,0 0-3 0,0 0 4 0,0 0-5 16,0 0-2-16,0 0-8 0,0 0-2 0,1 0 0 15,19-3 0-15,-20 3 2 0,0 0-1 16,19-3 0-16,-19 3-5 0,0 0-10 0,20-4 1 16,-11 2-4-16,-2-1-5 0,3 1 3 0,-2 0-1 0,-1 2 1 15,2 0-4-15,0 0 3 0,1-1 2 0,2 1 0 16,-1 0 13-16,0 0-10 0,1 0 1 0,0 0-4 16,0 0-3-16,0 0 1 0,1 0-3 0,-1 0 3 15,1 0 2-15,0 0-2 0,0 0 9 0,1-1-7 16,0 1 3-16,-1-1 1 0,2-1-5 0,-1 1 5 15,1 0-8-15,0 0 2 0,1 0-3 0,-1 0 4 16,-1 1 0-16,1 0-2 0,-2 0 4 0,0 1-5 16,1-1-2-16,-2 0-1 15,1 0 6-15,0 1-4 0,-1-1 3 0,2-1 3 16,0 0-5-16,1 0 7 0,0 0-4 0,0 0 1 16,2 0-2-16,-2 0 2 0,-1-1-3 0,0 1 1 15,0 0-2-15,-1 0 1 0,-1 1-4 0,-1-1-3 16,0 1 3-16,-1 0-3 0,-1 0 7 0,0 0-9 0,-1 1 5 15,0-1-5-15,2 2 5 0,-1-2-2 0,-1 0-2 16,1 1 1-16,-2 0 5 0,1 0-6 0,0 0 6 0,-2 0-6 16,0 0 2-16,-6-1-4 0,1 0 0 0,-1 0-2 15,18 3 5-15,-18-3 2 0,0 0-7 0,1 0 1 16,-1 0-45-16,1 0-53 0,-1 0-7 0,0 0-20 16,1 1-62-16,-1-1-25 0,1 1-10 0,14 16-9 15,-15-17-50-15,0 0-213 0</inkml:trace>
  <inkml:trace contextRef="#ctx0" brushRef="#br0" timeOffset="-174671.71">7929 9387 1439 0,'0'0'511'0,"0"0"-262"16,-1 0-44-16,-17-4-61 0,18 4-126 0,0 0-6 0,-1 0 1 16,0 0 2-16,1 0 18 0,0 0-13 0,0 0-3 15,0 0-1-15,0-1 5 0,0 1-5 0,0 0 4 16,0-1-4-16,0 1 6 0,0-1 9 0,20-16 2 16,-20 17 3-16,0 0 7 0,17-5-4 0,-17 5 3 15,0 0-4-15,17-1 11 0,-17 1-10 0,0 0 1 16,20-1-5-16,-19 1-6 0,-1 0-11 0,22-3 1 15,-13 3-4-15,-1 0-2 0,2 0-4 0,-2-1-1 0,1 1-1 16,3 1-4-16,-1-1-1 0,2 0 2 0,1 0-1 16,-1 0 4-16,1 0-1 0,0 1 0 0,-2 0 1 15,1 0 11-15,0 0 3 0,-1-1 2 0,2 1-1 16,-1-1-1-16,0 0-1 0,-1 1-3 0,1-1 1 16,-1 0-2-16,3 0 0 15,-2 0-2-15,4 0 1 0,0 0-10 0,0 0-3 16,0 0 2-16,-1 2-3 0,-1-2 6 0,1 2-5 15,0 0 3-15,-1-2-4 0,0 2 3 0,-3-1-1 16,1-1-1-16,2 1 0 0,-1-1-2 0,2 1 13 16,1-1-1-16,-2 0 6 0,1 1-5 0,-1-1-4 15,0 0 2-15,0 0-1 0,-1 0 10 0,0 1-10 0,-3-1-2 0,1 1-2 16,0-1-4-16,-2 1 3 0,1-1 0 0,-1 1 0 16,-1-1-4-16,1 1 5 15,-1-1-4-15,0 1 5 0,1-1-4 0,0 0-1 16,0 1 1-16,-2-1 0 0,0 0 8 0,-1 0-5 15,0 1 4-15,-1-1-5 0,0 0 1 0,-6 0-1 0,0 0 0 16,0 0 1-16,18 1 4 0,-18-1-7 0,0 0 1 16,1 0-4-16,-1 0 0 0,1 0 5 0,-1 0-3 0,0 0 4 15,17 1-3-15,-17-1-3 0,0 0 4 16,0 0-3-16,0 0 1 0,0 0-21 0,0 0-10 0,0 0-7 16,0 0-59-16,0 0-57 0,1 0-10 0,-1 0-21 15,1 0-101-15,0 0-111 0,-1 0-76 16</inkml:trace>
  <inkml:trace contextRef="#ctx0" brushRef="#br0" timeOffset="-173817.54">7988 9353 1331 0,'-5'-2'218'0,"-1"0"149"0,0 1 39 0,1-1-162 16,-1 1-164-16,6 1-57 0,0 0 0 0,0 0-15 15,-17-4 21-15,17 4 11 16,0 0-3-16,-1 0 6 0,1 0-6 0,-1 0 7 15,1 0 1-15,0 0 0 0,-1 0-11 0,1 0-6 0,0 0-7 16,0 0 2-16,0 0-5 0,0 0-1 0,0 0 8 16,1 0-6-16,-1 0 8 0,20 1-7 0,-20-1-5 15,0 0 0-15,22 0-7 0,-12 1 4 16,0 0 0-16,1 0 1 0,0 0-9 0,0-1 3 0,1 1-4 16,0 0 3-16,0 0-5 0,2 1 1 0,0 0 4 0,1-1-5 15,0 2 0-15,-1-3 2 0,-1 3-3 16,0-1 3-16,1 0 7 0,-1 0 20 0,-1-1-2 15,1 0 9-15,0 0 5 0,0 0-15 0,-1 0 6 16,0 0-12-16,0-1-1 0,2 0-7 0,1 0 5 0,1 0-6 16,1 0 5-16,-2 0-8 15,0 0-6-15,-2 0 1 0,1 0-3 0,-1 0 4 16,1 0-1-16,-2 0 1 0,2 0-5 0,-4 0 2 16,1 0 2-16,-1 0-1 0,1 0 1 0,1-1-1 15,0 1 0-15,1 0 0 0,-3 0 1 0,0 0 4 16,0-1-5-16,-2 1 5 0,0 0-3 0,0 0-5 15,-1 0 6-15,0 1-4 0,-1-1-1 0,0 1 3 16,0-1-5-16,-6 0 3 0,1 0-1 0,-1 0 1 0,18 2 0 16,-18-2-1-16,0 0-2 0,0 0-27 0,1 0-8 15,-1 0-10-15,1 0-60 0,0 0-58 0,-1 0-10 16,0 0-20-16,0 0-73 0,1 0-101 0,0 0-41 16</inkml:trace>
  <inkml:trace contextRef="#ctx0" brushRef="#br0" timeOffset="-173114.43">8012 9342 1431 0,'-4'-1'155'16,"4"1"355"-16,0 0-356 0,-1 0-107 0,0 0 7 15,-15-3-43-15,16 3-4 0,0 0 27 0,0 0 0 0,0 0 7 16,0 0-8-16,0 0-6 15,0 0-4-15,0 0 2 0,0 0 2 0,0 0 5 16,1 0-3-16,-1 0 2 0,19-3-6 0,-19 3 5 16,1 0 2-16,16-1 1 0,-17 1 9 0,0 0-7 15,20 0 1-15,-20 0-3 0,1 0 3 0,20 2-2 16,-21-2 0-16,17 1-2 0,-7 0-8 0,0-1 1 16,1 1 0-16,1 1-1 0,0-2-4 0,0 0-11 15,1 0 4-15,0 0-6 0,0 0 4 0,1 0 1 16,-1 0-3-16,1 0 3 0,-1 0 2 0,-1 0-3 15,3 0 0-15,0 1-1 0,0 0 6 0,1 0 2 16,0-1 6-16,0 1-4 0,1-1-1 0,-2 1-6 0,0 1 1 16,0-1-3-16,0 0 5 0,-1 1 0 0,1-1 0 15,-1 0 1-15,1 1-2 0,1-2 0 0,0 0-4 16,0 1 3-16,1-1-3 0,-1 0 3 16,-1 0 0-16,0 0 0 0,-2 0 7 0,0 0-5 15,0 0 2-15,-1 0-3 0,0 0 0 0,-2 0-5 16,-1 0-1-16,0 0-2 0,-1 0 3 0,1 0 0 15,0 0 1-15,1 0-2 0,-2 0-7 0,-1 0 1 16,1 0 1-16,-1 0 0 0,1 0 2 0,-2 0-1 16,0 0-1-16,0 0 1 0,-6 0 1 0,0 0 1 15,1 0-2-15,17 0 1 0,-18 0 0 0,0 0-3 16,0 0 5-16,0 0-5 0,0 0 1 0,1 0-1 16,0 0-3-16,15-2 3 0,-16 2 1 0,0 0-5 15,0 0 1-15,0 0-4 0,0 0 3 0,1 0-3 16,0 0-7-16,-1 0 0 0,0 0-37 0,1 0-28 0,-1 0-6 15,1 0-8-15,-1 0-40 0,0 0-29 0,1 0-9 16,-1 0-11-16,1 0-66 0,0 0-97 0,-1 0-69 16</inkml:trace>
  <inkml:trace contextRef="#ctx0" brushRef="#br0" timeOffset="-170243.04">7723 9340 1726 0,'0'0'147'16,"0"0"40"-16,0 0 8 0,-18-3-37 0,18 3-78 0,-1 0-23 16,1 0 0-16,-1 0 15 0,1 0 19 15,0 0-27-15,-1 0-5 0,0 0-10 0,1 0-29 0,0-1-12 16,-1 1 2-16,1 0-6 0,0 0 0 0,0 0-4 16,0 0 0-16,0 0 0 0,18-6 5 0,-18 6 2 15,0 0 5-15,21 6-3 0,-21-6 4 16,2 0 17-16,19 7-6 0,-20-7 12 0,14 6 9 0,-7-2-1 15,2-1-3-15,-1 1-1 0,0 0-11 0,2 0-11 16,1 0 10-16,1-3-11 0,2 1 1 0,3 0-10 16,-1-2-1-16,3 1-2 15,0-1 8-15,-1 0-8 0,1 0 3 0,-2 0-5 16,-2 0 1-16,1 1 4 0,-1-1-7 0,2 0 5 16,2 2-1-16,1 0 3 0,1 2 6 0,-1-1-4 15,0 1 10-15,-1 0-3 0,0-1 0 0,-1 0-2 16,0 1-2-16,0-1 8 0,1 1 3 0,0 2-1 15,3-2-8-15,1 3 0 0,-1-2-5 0,-3 1 4 16,0-1 1-16,-3-3-8 0,1 3-1 0,-3-3-3 0,0-3 0 16,1 3 1-16,-1 1 4 0,2-3-4 0,0 3-4 15,-2 1 4-15,0-3-4 0,0-2 5 0,-1 1-3 16,-1-1 1-16,-2 1 0 0,0 4-1 0,0-1-2 0,-2-3 3 16,1 3 2-16,-2-2 1 0,-1-1-2 0,0 4 0 15,-1-8-4-15,1 4 2 0,-7 0-3 0,0 0-17 16,0 0-7-16,16 5-8 15,-16-5-63-15,0 0-61 0,0 0-2 0,1 0-25 16,-1 1-52-16,1-1-76 0,13 3-31 0,-14-11-42 16,0 8-405-16</inkml:trace>
  <inkml:trace contextRef="#ctx0" brushRef="#br0" timeOffset="-169259.38">7700 7655 2012 0,'0'0'177'0,"-1"0"-48"0,1 0 80 0,-1-1-144 0,1 1-17 15,0-1-25-15,-1 1 11 0,0-1-4 0,1 1 9 16,0-1-27-16,0 1 1 0,0 0-3 0,0 0 2 15,0 0-6-15,0 0 4 0,0 0 0 0,17 0 2 16,-17 0 10-16,1 0 15 0,23 6 2 0,-14-4 3 16,0-1 0-16,0 0-3 0,0 0-2 0,0 0 0 15,2 0-10-15,-3 0-2 0,2 0-3 0,1 1 0 16,-1-1-10-16,4 2 1 0,0-1-3 0,0 1 2 16,2 0-3-16,0 1 9 15,-1-1-1-15,1-1 3 0,-1 1 1 0,1 1-8 16,-2-1 0-16,2 0-3 0,-2-1 7 0,2 0 2 15,1-1 2-15,2 0-2 0,1 0-5 0,0-1 1 16,2 2 1-16,-3-1-1 0,0 0 4 0,-1-1-4 0,-1 1-6 16,-1 0 2-16,1-1-1 0,2 1 0 15,0 0 7-15,3 0-5 0,1 0 1 0,-2 1 4 0,1-1-10 16,-1 0 9-16,-1-1-12 0,0-1 2 0,0 2 6 16,4-1-5-16,1 2-3 0,2-1 0 0,-2-1-1 15,0 0 2-15,-2 0-1 0,0 2-4 0,-4 0 0 16,2 0 0-16,1 0 4 0,2 0-2 0,1-1 1 15,-2 0-1-15,0 1 8 0,-1-1-8 0,-1 1 1 16,-2 1-3-16,1-1 8 0,1 1 3 0,2-1 1 16,1-1 0-16,0 0-6 0,0 2-1 0,-4-2 1 0,-1 3-1 15,-2-2-1-15,-1 1 0 0,-2 1-2 0,-1-2 2 16,1 1-4-16,0-1 4 0,0 2-1 0,0 0 2 16,-2-1-7-16,-1 0 5 0,0 0-3 0,-1 0 5 15,-1 0-5-15,-1 0-16 0,-3 0-4 0,-6-3-8 16,1 0-63-16,-1 0-72 0,0 0-11 0,17 3-23 15,-17-3-73-15,0 0-66 16,0 0-35-16</inkml:trace>
  <inkml:trace contextRef="#ctx0" brushRef="#br0" timeOffset="-168541.96">7903 7688 2519 0,'-10'-1'122'0,"3"-1"-91"0,1 2-25 16,6 0-13-16,-1 0-62 0,1 0 64 0,-1 0-8 15,1 0 25-15,0 0-13 0,0 1-8 0,0-1 0 16,0 1 2-16,5 15 15 0,2-12-3 0,1-2 3 0,2 1-2 16,1 1 7-16,0-2 6 0,2 1 1 15,-1 2 3-15,3-2 15 0,-2-1 6 0,2 2-2 16,1-3 4-16,-1 1 8 0,4 1-10 0,0 0 5 0,4 0-8 15,0-1-6-15,3 0 9 0,-1-1-1 16,0 1 4-16,-2-1-14 0,1 1 3 16,1-1-6-16,3 0 6 0,0-2-13 0,2 1-13 0,0 0 2 15,-1-1-6-15,-3 2 1 0,-1-1 1 0,1 0-4 0,-1 0 4 16,2 0-6-16,2 0-1 0,-1 1 5 16,-2 0-3-16,-1-1 14 0,-2 0-1 0,-1 1 1 15,3 0 0-15,0 0-1 0,2 1-3 0,1 0-1 0,-2-1 1 16,-2 0 1-16,-1 1-2 0,-2-1-4 0,-2 0 2 15,0 1-3-15,3-1 7 0,0 1 0 0,1-1 2 16,0 0 0-16,-2 0-8 0,-2-1 0 0,-2 1-3 16,0 1 10-16,-4-2-7 0,0 1 6 15,1-1-6-15,-3-1 5 0,3 1 0 0,-1 0-6 16,2 0 3-16,-1 0-10 0,1 0 8 0,0-2 0 16,-3 1 1-16,1 1-9 0,-1 0 5 0,-2-1-2 15,0 1 3-15,0 0-2 0,-2 0-3 0,0 0 3 16,1 1-4-16,-3-1 1 0,1 0 1 0,-1 0 0 15,-6 0 2-15,1 0-2 0,-1 0 6 0,16 1-9 0,-16-1 6 16,0 0-8-16,1 0 4 0,0 0 7 0,-1 0-3 16,17 1 2-16,-17-1-3 15,0 0-1-15,0 0 1 0,0 0 1 0,0 0-5 16,0 0-2-16,0 0-2 0,0 0-18 0,0 0-29 16,0 0-8-16,0 0-11 0,0 0-59 0,0 0-67 15,0 0-17-15,0 0-24 0,0 0-130 0,0-1 954 16</inkml:trace>
  <inkml:trace contextRef="#ctx0" brushRef="#br0" timeOffset="-166810.26">7989 9367 2239 0,'0'0'169'0,"-1"0"-40"15,1 1 73-15,-17 9-163 0,17-10-18 0,0 0-36 16,0 0 27-16,0 0-8 16,0 0 17-16,0 0-17 0,0 0 4 0,15 6 5 15,-6-6-2-15,2-1 4 0,-1 0-5 0,2 0-2 16,1-1 0-16,2 0-4 0,5 0 2 0,1 0 1 16,2-1-1-16,2-1-6 0,-3 2 6 0,0 0-4 15,0 2 7-15,-2 0 2 0,-2 2 18 0,2 0-1 0,2 1 8 16,1 1 2-16,-1-1-2 0,2 0-2 0,0 0 0 15,-2 1-12-15,0 0 4 0,-2-1-4 0,0 1 3 16,3 1-7-16,0-1-5 0,4-1 3 0,0 3-5 16,-1 0-3-16,-1 0-1 0,-1 2-3 0,-1-3 2 15,-1-1-2-15,-1 1 4 0,3-1-2 0,0 0 2 16,1 2-2-16,1-3-4 0,-3 0 5 0,-2-2-5 16,-1-2 3-16,-2 0 23 15,-1-2-13-15,1-2 15 0,-1-5-21 0,3 3-3 0,0-2 1 16,-2 0-3-16,1 3-9 0,-3-3 10 0,-1-2-3 15,-2 2 7-15,-2-3 2 0,-1 1-1 0,-2 0 1 16,1-1-1-16,-3 1-3 0,2-2-5 0,-2 0 4 16,0-1-3-16,1-1 4 0,-2-2-7 0,1-2-1 15,0-1-1-15,-1-2-3 0,0-2 0 0,1 1 1 16,-1 0 0-16,-1 2 0 0,-2 0 1 0,-1 0 0 0,-1 0 1 16,0-4 3-16,-1 1-1 0,-2 0 4 15,1-1-4-15,-1 2 3 0,-1 0-3 0,0 0 3 0,0 2-2 16,0-1 5-16,1 0-6 0,-1-1 0 0,1 0-2 15,-1 0 3-15,0 0 4 0,0 2-3 0,0 0 3 16,0 1-6-16,-1 0-3 0,1 1 6 0,-2 0-3 16,1-1 6-16,0-2 0 0,-3 2-4 0,1 0 3 15,-1 0-4-15,-1 1 4 16,-1 0-2-16,-1-1 3 0,0 0-6 0,0 0 6 0,-1 0-3 16,0-1 5-16,-1 0-4 0,1-1 3 0,-1 0-5 0,0 1 4 15,2 1-6-15,0 1 7 16,1 0 2-16,0 3 3 0,-1 0 2 0,-1 1-5 15,0-1-1-15,-1 2-2 0,-1-2-8 0,-1 2 3 16,0 0 2-16,-3 0 2 0,-1 0 0 0,1 2-3 16,-2 0-2-16,1 1 1 0,3-1 4 0,-1 0-5 15,4 0 0-15,-3 2-4 0,-1 1 4 0,-2 0-5 0,-1 1 0 16,-2-1-2-16,-1 2-5 0,-2 0 0 0,0-1 3 16,0 2-1-16,1 1 14 0,1 0-9 0,-2 1 5 15,0 1-7-15,-2 1 11 0,-2 0-1 0,1 2 1 16,3 0 0-16,2 1 4 0,3 1-8 0,2 1 1 15,-1 0-5-15,-1 1 0 0,-3 1-5 0,1 1-2 16,-2 2-3-16,0 2-15 0,1 2 13 0,1 1-2 0,0 3 8 16,1 2-1-16,-1 2 5 0,-2 2-4 0,2 1 4 15,-3 2 1-15,2 1-3 0,1-1 5 0,2 0-2 16,3 1 7-16,2 2-4 0,1 2-1 0,1 2-2 16,2-1 3-16,-1 1 6 15,2 1-1-15,0 1 3 0,0 1-3 0,4 3-6 0,1 0 0 16,2-1-2-16,2 1 1 0,1 0 6 0,2 1-1 15,3 1 1-15,1-1-1 0,3-3-1 0,1 0-2 0,1-3 0 16,2 1 2-16,-1-3-8 0,1 1 5 0,1-2-6 16,1-3 0-16,2-2 2 0,1-1 0 0,4-1 1 15,0-1 3-15,1 0-1 0,-1-1-4 0,0-2 3 16,-1 1-5-16,1-4 0 0,1 2-30 0,4-1-4 16,0 1-227-16,6 0-148 0,1-2-44 0</inkml:trace>
  <inkml:trace contextRef="#ctx0" brushRef="#br0" timeOffset="-166238.85">10662 4178 2799 0,'-8'-7'84'0,"-1"2"-69"0,3 1-10 0,6 4-49 15,-1 0-22-15,0 0-12 0,1 0 13 0,-1 0-3 0,-15 10 61 16,16-10-4-16,-10 11 6 0,6 1-4 0,0 3 16 16,-1 1-2-16,0 2 1 0,0 5 0 0,-1 3 9 15,2 2 13-15,-2 4 1 0,3-1 5 0,-1 2 15 16,0 0-18-16,0 2 0 0,0 3-8 0,0 2-14 16,0-2-8-16,2-2 2 0,-2-3-2 0,1-1 8 0,0-1-4 15,0 1 2-15,-1-4-2 0,2-3 9 0,-1-4-1 16,1-4 2-16,-1-3-4 0,0-2-7 0,-1-4-20 15,1 1-11-15,0-4-7 0,1 1-77 0,2-6-60 16,0 0-10-16,-1 0-20 0,1 0-69 16,0 0-205-16</inkml:trace>
  <inkml:trace contextRef="#ctx0" brushRef="#br0" timeOffset="-165911.23">10564 4200 2268 0,'0'0'-19'0,"0"0"-11"0,1 0-6 0,18 4 13 16,-9 0 47-16,3-1-18 0,2 2 1 0,2-1-7 0,-1 0 5 16,1 2 7-16,2-1-5 0,-1 1 4 0,2-1-12 15,0 1 3-15,-1 0-1 0,-3 2 2 0,0 0-6 16,-3 0 3-16,0 1 2 0,-3-1 2 0,-1 0 0 15,-1-1 9-15,-2-1 2 0,1 0 5 0,-4-1 21 16,-3-5 24-16,0 0-2 0,0 1 10 0,6 18-2 16,-6-19 2-16,0 0-5 0,-8 20 3 0,2-12-21 15,-2 2-14-15,-3 1 2 0,-2 0-8 0,-3 1-16 16,-2-1-25-16,-3 2 2 0,-2-1-10 0,0 0 10 0,1-1 7 16,3-1-2-16,4-2 1 0,3 0-38 0,1 1-47 15,1-1-10 1,1 0-10-16,1-2-18 0,1 1-25 0,0 0 0 0,1 0-14 0,0-1-41 0,2 0-116 15</inkml:trace>
  <inkml:trace contextRef="#ctx0" brushRef="#br0" timeOffset="-165574.25">11156 4250 1283 0,'-3'-5'1551'0,"3"5"-1189"0,0 0-344 0,0 0-59 16,0 0-35-16,0 0 53 0,-1 0-7 0,1 0 23 16,-12 11 1-16,9-1 6 0,-1 2 7 0,-1 3-2 15,-1 1-1-15,0 2-3 0,-1 2-2 0,-1 2 1 16,2 0 2-16,-3 0 2 0,1-1-4 0,-2 1 1 15,0 1-6-15,1 3 2 0,0 2 2 0,0 2-1 0,1 1 2 16,-1-3-3-16,3 0 1 0,-2-2-2 0,2 1-5 16,1-1 3-16,1 2-4 0,2-4 4 0,0-2-4 15,2-4-85-15,0-3 5 0,2-4-38 0,0-1-48 16,1-5-52-16,-3-5-5 16,0 0-25-16,1 0-114 0</inkml:trace>
  <inkml:trace contextRef="#ctx0" brushRef="#br0" timeOffset="-165311.16">11436 4181 2147 0,'0'0'77'0,"0"0"-80"0,0 0-5 0,0 0-15 15,4 23 32-15,-3-9 11 0,0 0 1 0,-1 5 4 16,-1 3 11-16,0 3-4 0,0 3 0 0,-3 3-1 15,1 0-8-15,-3-2-1 0,-1 2-5 0,0 3 3 16,-1 1-5-16,-2 1 0 0,2 2-2 0,-1-7 0 16,-1-1-4-16,0-2 8 0,2-2-2 0,-1-1 3 15,3-2 3-15,-1-3-3 0,0-3 5 0,2-4-6 16,1-2-3-16,-1-4-36 0,2-2-6 0,3-5-15 16,-1 0-49-16,1 0-55 0,0 0 8 0,-1 0-28 15,0 0-24-15</inkml:trace>
  <inkml:trace contextRef="#ctx0" brushRef="#br0" timeOffset="-164855.22">11419 4215 1789 0,'0'0'306'0,"0"0"-238"0,0 0 22 0,0 0-68 15,0 0-8-15,0 0 11 0,0 0-4 0,0 0 5 16,0 0-21-16,1 0-4 0,21 10 1 0,-13-5-2 16,1 4 2-16,1 0-3 0,1 1-3 0,-2 4 1 15,2 0 4-15,-2 1-1 0,1 0 1 0,-1-1-2 16,-1 0 1-16,1 1 29 0,-2 0 0 0,0 0 13 16,1 0 29-16,0 1-13 0,-1-2-5 0,2 2-4 15,0 1-22-15,-1 2-16 0,0 2 10 16,-1 2-13-16,0 0-1 0,-1 0 4 0,0-2-7 0,0-2 6 15,-2-1-3-15,1-2-1 16,-2-3 5-16,-1-2-3 0,-1 0 5 0,1-2-12 16,-1 1-10-16,0-1-2 0,-1-2-63 0,1 0-49 15,-2-7-9-15,0 1-20 0,0-1-84 0,0 1-155 16</inkml:trace>
  <inkml:trace contextRef="#ctx0" brushRef="#br0" timeOffset="-164555.38">11439 4470 2888 0,'0'0'498'0,"0"0"-472"0,0-1 11 16,0 1-59-16,0-1-56 0,0 1 15 0,0-1-3 0,0 1 9 15,0 0 3-15,0-1 12 0,1 1-2 0,20-2 5 16,-13 5 4-16,3 0 15 0,0 0-3 0,2 2 8 16,-1-2 2-16,1 1 12 0,0 0-2 15,0-2 4-15,0-1-1 0,-2-1-1 0,2-1 0 16,0 0-1-16,-2-1 2 0,1-1-1 0,-1 2 0 16,1 0-1-16,-3 0-7 0,0 1-108 0,0 0-5 15,-2 0-46-15,0 1-124 0</inkml:trace>
  <inkml:trace contextRef="#ctx0" brushRef="#br0" timeOffset="-164139.18">11733 4522 2496 0,'0'0'431'0,"0"0"-417"15,0 0 37-15,17-6-95 0,-5 5 37 0,4 1 10 16,2-2 6-16,1 3-2 0,1-2-2 0,0 2 4 16,0 1-2-16,-3 0 1 0,-2 2-5 0,-2 1-3 15,-3 0 3-15,-1 0-2 0,-2 0 11 0,-1 0-1 16,0 0 6-16,-6-5-5 0,0 0 12 0,0 1 20 0,0-1-4 16,8 19 11-16,-8-19 4 0,0 0 8 15,-1 0-11-15,1 1 4 0,-19 18-52 0,11-14-13 0,-1 1 0 16,-5 0-5-16,-1 0 0 0,-1 0 8 0,-3 0-2 0,1 0 5 15,2 0 11-15,3-1-10 16,1 0 2-16,4-2-8 0,1-1-15 0,4 3-14 16,0 0-1-16,3-5-4 0,0 0 1 0,0 1 9 15,0-1 8-15,0 1 0 0,6 16 18 0,2-14 8 16,2 2-6-16,2-2 7 0,2 1-3 0,1-1-2 16,1 2 2-16,1-1-1 0,0-2 1 0,-1 3-5 0,2-2 4 15,-2-2-4-15,0 1-3 0,-1-2-99 0,-2 0-13 16,1 1-36-16,-2-1-80 0,-2 0 25 0,1-1-1 15,-4-2 8-15,-1-2 3 0,-2-2-31 0,-1-2-67 0</inkml:trace>
  <inkml:trace contextRef="#ctx0" brushRef="#br0" timeOffset="-163873.08">12110 4277 2464 0,'6'8'22'0,"2"3"-14"16,2 2-11-16,2 4 9 0,0 0 14 0,1 4-6 15,0 1 6-15,-3 1-1 0,3 1 44 0,-4 0-16 16,2 2 6-16,-1 2-12 0,-3 2-8 0,2 2-6 16,-1 0-4-16,-2-1 1 0,1-2-2 0,-4 2 20 0,-1 0 2 15,-2 3 6-15,-1 0 11 0,-3-1-11 0,-3-3 5 16,-2 1-7-16,-2 3 0 0,-2 2-11 0,-2 3-7 15,-2-3-3-15,-1-1-52 0,-2 0-161 16,-2 0-28-16,-3 3-72 0,-5 3-368 0</inkml:trace>
  <inkml:trace contextRef="#ctx0" brushRef="#br0" timeOffset="-163325.95">8024 9287 2931 0,'0'0'87'0,"0"0"-25"0,0 0 31 0,0 1-148 0,7 15 8 16,4-9-23-16,3 0 65 0,2 2-3 0,2-1 16 15,0 1-8-15,-4-2 9 0,7 0-1 0,3 0 4 16,-1-1 2-16,1-1-7 0,1-1-4 0,-2-1-1 0,1 0-9 16,1-2 6-16,0 1-2 0,1 0 3 0,-2-2 1 15,-4 1-2-15,-3 3 2 0,-1-3-11 0,-2 1-103 16,-3 1-208-16,2-3-38 0</inkml:trace>
  <inkml:trace contextRef="#ctx0" brushRef="#br0" timeOffset="-162440.94">8788 7662 2342 0,'0'0'160'0,"0"0"18"0,0 0 8 0,-16-1-64 16,16 1-68-16,0 0-30 0,0 0-7 0,0 0 9 15,0 1-14-15,0-1-4 0,-15 21-6 0,14-11 2 16,2 0-5-16,-1 2 6 0,2-1-3 0,-1 2 6 16,-1 1-1-16,0 0 4 0,0 3 8 0,-1 1-3 15,1-1 17-15,-1 1 5 0,-2 0-2 0,1 0 4 16,0 1-5-16,-1-4-13 0,0 1 2 0,0-1-5 15,1 1-6-15,-1 1-5 0,0 0-2 0,0-1-1 16,-1-1 0-16,2 0-1 0,0-1-1 0,0-1 0 16,1-1-3-16,0-1 0 15,-1-1-6-15,2-1 0 0,0-1-67 0,0-8-60 16,0 0-7-16,0 1-19 0,0-1-48 0,0 0-10 0,0 0-6 16,0 0-4-16,0 0-59 0,3-12-97 0</inkml:trace>
  <inkml:trace contextRef="#ctx0" brushRef="#br0" timeOffset="-162225.21">8813 7663 2093 0,'0'0'134'0,"0"0"149"0,0 0-115 0,0 0-78 0,0 0 10 0,-1 0-35 16,1 0 4-16,-17 3-21 0,17-3 3 0,-14 11-10 15,5-4-6-15,0 2-4 0,-4-1-1 0,-2 4-1 16,1 0-15-16,-1-1 1 0,1 3-4 0,0-1 4 15,1 0-2-15,-1 1-7 0,1-1 4 0,2 0-5 16,-2-1-1-16,0 0-2 0,1-2-2 0,-1 0 0 16,3-1-30-16,0-1-109 0,0-1-18 0,2-1-45 15,1-1-194-15</inkml:trace>
  <inkml:trace contextRef="#ctx0" brushRef="#br0" timeOffset="-161994.57">8741 7755 2874 0,'0'0'91'15,"0"1"-4"-15,18 14-66 0,-7-6-18 0,2 0 8 0,1 1-7 16,1 0 53-16,-2 1-28 0,0 0 11 0,0 0-20 16,-1 0-12-16,0 0-4 0,0-1-4 0,-1 0 1 15,-1-1 4-15,-1-1-5 16,-1 0 4-16,-1-1-4 0,0 0 4 0,-1-2-18 15,-2 0-6-15,-4-5-8 0,0 0-43 0,0 1-33 16,0-1-10-16,0 1-11 0,0-1-73 0,0 1-97 0,0-1-22 16</inkml:trace>
  <inkml:trace contextRef="#ctx0" brushRef="#br0" timeOffset="-160477.63">7754 7744 1311 0,'-5'-2'399'0,"-1"0"-152"0,1 0 201 0,5 2-393 16,-1 0-18-16,1 0-22 0,-1 0 5 15,1 0-6-15,0 0 9 0,0 0-12 0,0 0 1 0,0 0 3 16,0 0-1-16,0 0 3 0,0 0 5 0,19 0-2 16,-11 2 4-16,2-2 2 0,-2 0-2 0,3 1 4 15,1 0-3-15,-2 0 2 0,4 1-4 0,-2-2-3 0,2 1 1 16,1 0-9-16,1-2 2 0,3 0 2 0,1-1-1 16,1 2-3-16,0 0-5 0,0 0-1 0,0 1-1 15,0-2-1-15,2 1-1 0,2-1-2 0,0-1 1 16,1 0-2-16,0 1 3 0,-2 0-1 0,-2 1 2 15,0 0 3-15,0 0-5 0,0 1 2 0,3 0-4 16,0 0 2-16,3 0 0 0,0 1 6 0,-3 0-4 16,0-1 9-16,-3 1 2 15,1 0-5-15,1 0 4 0,1 0-6 0,2 0-3 0,2 2 0 16,-1-1-2-16,-3-2 1 0,-2 1-1 0,0-1 2 16,-1 0 0-16,2 1-3 0,1-2 0 0,2-1 0 15,0 0 1-15,-1 0-1 0,-1-1 5 0,-3 1-5 16,-3 0 5-16,2 0-5 0,-1 0 4 0,1 0-6 15,1 1 4-15,-1-1-3 0,0 1 2 0,-2 0 4 16,-1-1-2-16,0 0 4 0,-3 1-7 0,0-1 3 16,-1-1-5-16,0 2 5 0,0-3 4 0,1 1-1 0,0-1 3 15,1-1 7-15,0 0-1 0,1-1 3 0,-1-1-3 16,-1 0-7-16,-2 1-2 0,-1-2-1 0,0 1 1 16,-2-2 5-16,1 2 6 0,-1-1-5 0,-1 1 5 15,-1-1-5-15,1 0-7 0,-1 0 3 0,2 0-4 16,0 0 1-16,0-1-1 0,2-1 3 0,-1 0-4 15,2-1-1-15,1 0-4 0,0-2-1 0,-1-2 1 16,2 1 0-16,-3 0 2 0,1 0 3 0,-2 1-2 16,-1-1-3-16,0-1 5 0,-2-1-7 0,-1 0 8 15,2-1-2-15,-4 0 9 0,1 0-1 0,0 1 3 16,-1-2 3-16,-1 1-4 0,1 0 3 0,-1-1-4 16,1 2 8-16,1-3-15 15,0 1 6-15,0-1-10 0,0-1 2 0,0-1 3 16,0 0-5-16,-1 0 5 0,-1-1-2 0,-1 2-1 15,1 0 3-15,-3 1-2 0,1 3 7 0,-2 1 0 16,-3-1 1-16,0 1-1 0,-1-1 2 0,0 1-3 16,-2 0 4-16,2 0-3 0,-2 1 6 0,0-2-12 15,0 1 2-15,0 1-5 0,-1-1 6 0,2 0-9 16,1 0 0-16,-1 1-1 0,1 0 1 0,-2-1 1 16,-1 1 2-16,0-3-1 0,0 2-2 0,-1-2 3 15,-2 1-3-15,0 0 4 0,-2 0 3 0,-1-1-4 0,-1 1 4 16,-3 1-4-16,1-1 8 0,-2 2-8 0,0 1 0 15,0 0-3-15,3 2 2 0,-1-1 0 0,3 2 3 16,0-1-4-16,0 0-6 0,-2 1 1 0,1-2 4 16,0 2 0-16,-3-2-1 0,0 0 5 0,-1 1-9 0,-2-1 8 15,-2 1-11-15,0-2 8 0,1 3-2 0,0 0 2 16,0 0-6-16,1 1-3 0,-2 1-2 0,-1 0 0 16,-3-1 0-16,0 4 11 0,1-1-2 0,2 2 4 15,2-1-5-15,1 0 1 16,1 1 2-16,0 0 0 0,0 1-2 0,-1 0 2 0,-1 1 0 15,-1-1 1-15,-1 0-1 0,1 1-6 0,-1 1 3 16,2 0-5-16,1 1-1 0,-2 0 2 0,0 1-3 16,-2 1 3-16,-1-1 3 0,-2 0 3 0,1 1 0 0,1 1 0 15,1-2-6-15,2 0 13 0,1 0-6 16,-3 0 7-16,2 1-10 0,-2 1 0 0,-2-1 1 16,0 0 0-16,3 1-2 0,1-2 7 0,2 2-2 15,-1-1 4-15,-1 2-11 0,0-1 6 0,-2 2-6 16,-1-1 6-16,-1 2-2 0,2-1 2 0,0 2-1 15,4 0-1-15,0 0-11 0,1 0 5 0,0 1 3 16,0 0 0-16,0 0 3 0,-1 0-6 0,3 1 0 16,-1-1 0-16,1 0 5 0,2-1-4 0,2 0 2 0,0 0-2 15,0 1-2-15,2 0 7 0,-2-1-1 0,1 3 3 16,0-1-2-16,-1 2 4 16,1 2 1-16,-1-2 3 0,0 0 4 0,2 0-10 15,0 0 1-15,2 1-4 0,1 0 3 0,0 0-11 16,1-1 3-16,1 0-5 0,0-1 3 0,1 1-7 15,2 0 0-15,0-1-3 0,-1 1 3 0,2-1 9 16,0 4 0-16,-1 1 2 0,2 2 3 0,-1 0-2 16,0 0 1-16,1 0-1 0,1 0 7 0,0 1 2 0,0-1 0 15,1-2-2-15,0 1-10 0,2-2 1 0,1 2-1 16,2 1 1-16,1 2-7 0,1 0 4 0,2-1-2 16,2 0 3-16,0-1 9 0,2 0-1 0,1-2 1 15,1-1 0-15,0-2-4 0,0 1 4 0,0 0 0 0,-1 0 3 16,0 2 9-16,-1-1-6 15,0 0-3-15,2 0 0 0,0-1-2 0,1-1 0 16,-1 1 1-16,-1-1-1 0,0 0 4 0,0 0-6 16,-1-1 5-16,0-2-5 0,-2 0 6 0,1 1-5 15,0-2-16-15,0 2-20 0,2 0-315 0</inkml:trace>
  <inkml:trace contextRef="#ctx0" brushRef="#br0" timeOffset="-158426.93">8962 6754 1325 0,'-6'-3'36'0,"0"0"-18"16,6 3 1-16,0 0 0 0,0 0-9 0,0 0-10 15,0 0-1-15,0 0 0 0,0 0-8 0,0-1-5 16,0 1 1-16,0-1-3 0,0 1-3 0,0 0-26 16,0-1 0-16,-1 1-12 0,1-1-36 0,-1 1-192 15,1-1 2-15</inkml:trace>
  <inkml:trace contextRef="#ctx0" brushRef="#br0" timeOffset="-157641.54">9029 6697 1179 0,'0'0'41'0,"0"0"-20"16,0-1-1-16,-1 1-18 0,-16-12-14 0,17 12-16 0,0 0-22 15,-1 0 2-15,1 0-116 0,-21-7-188 0,21 7 103 16</inkml:trace>
  <inkml:trace contextRef="#ctx0" brushRef="#br0" timeOffset="-157193.02">8952 6682 267 0,'0'0'201'0,"0"0"-21"0,-1-1-11 16,0 1-3-16,1-1-48 0,-16-13-30 16,16 14-4-16,0 0-9 0,0 0-18 0,0 0-15 15,-1 0-2-15,1 0-5 0,-1 0-15 0,1 0-2 16,0 0 3-16,-1 0-2 0,0 0 12 0,1 0-8 15,-1 0-4-15,1 0 0 0,0 0-5 0,-1 1-6 16,-8 20 5-16,9-20-6 0,0 14 9 0,-1-5 8 16,1 0-4-16,0 1 4 0,0 0 1 0,-1 2 12 15,-1 1-2-15,1 1 4 0,-1 0-24 0,0-1 53 16,0 2-25-16,-1-2 31 0,1 1-51 0,1 1-5 16,-1 0 3-16,0 1-2 0,0 0 19 0,0 1-11 15,0 0 1-15,1 1-8 0,0 1-14 0,-1 0 1 0,2 0-4 16,-1 1 1-16,0-1-4 0,0 2 3 0,0 1 0 15,0 1 2-15,1 1-5 0,0-1 7 0,-1 0-6 16,0-1 4-16,-1 0-7 0,1-1 3 16,0 0 5-16,-1 1-2 0,-1 0 0 0,0 0 7 15,1-2-6-15,-2 0 10 0,1-1 45 0,1-2-24 16,-1 0 12-16,1-3-23 0,1 1-20 0,0 0 9 16,1 1-7-16,-1-1 7 0,1-1-9 0,0 0 1 15,0-1 3-15,1-1-2 0,0-1 0 0,-1 0-1 16,0-1 1-16,0-1 1 0,0 0 2 0,0-1-1 15,0 1-3-15,0-2 1 0,0 0 0 0,-2-2 3 16,2 1-1-16,-2 0 1 0,1-3-6 0,1-4 5 16,0 1 1-16,0-1 0 0,0 1-1 0,-5 17-16 0,5-18 1 15,0 0-8-15,0 0-5 0,0 1-13 0,0-1-5 16,0 0-4-16,0 1-38 0,0-1-96 16,0 1-35-16,0-1-54 0,0 1-475 0</inkml:trace>
  <inkml:trace contextRef="#ctx0" brushRef="#br0" timeOffset="-153816.2">3629 1624 1256 0,'-7'-2'29'0,"2"1"-37"16,-1 1-2-16,6 0-20 0,-1 0 8 0,1 0 22 16,-16 5 2-16,16-5 3 0,0 0 22 0,-1 0 19 15,0 0-6-15,1 0 8 0,0 0-17 0,0 0-2 16,-1-1 8-16,0 1-5 0,1-1 20 0,0 1-12 15,0-1 1-15,0 1-6 0,0 0-2 0,0-1 2 16,0 1 1-16,1-1 2 0,16-12 12 0,-17 13-5 0,1 0-1 16,15 2-3-16,-16-2-9 0,0 0 7 0,21 3-4 15,-11-2 3-15,0 0-16 0,2-1-4 0,1 1-6 16,2-1 4-16,1-1-2 16,2 1-6-16,-1-1 3 0,0 0-5 0,1-1-2 0,-1 1 0 15,1 0 2-15,-1 0 0 0,0 0 0 0,-2 1 3 16,2-1-5-16,-1 1 6 0,1 0 7 0,0 0 9 15,-1 1 5-15,0-1-2 0,0 1 0 0,-1 0-5 16,-1-1-1-16,1 1 0 0,0 0-11 0,-2 0 3 16,2 0-4-16,-1-1 3 0,0 0-11 0,2 0 5 15,-1 1-4-15,1 0 4 0,0 0-6 0,-2 0 0 16,1 1 3-16,-1-1-1 0,-1 2 1 0,-1-3 17 16,1 1-6-16,-1 0 10 0,-2 1-2 0,-1-1-7 15,-1 0 2-15,0 0-3 0,-1-1 5 0,1 1-9 16,-8-1 2-16,0 0-5 0,19 0 6 0,-19 0-3 15,0 0 1-15,20 2-1 0,-20-2 1 0,1 0-8 16,16-1 6-16,-17 1-6 0,0 0 4 0,0 0-1 0,20 2-6 16,-20-2 4-16,0 0-6 0,0 0 3 15,0 0 3-15,17 0-1 0,-17 0-1 0,0 0-41 16,0 0-16-16,0 0-15 0,0 0-118 0,0 0-64 16,0 0-35-16,0 0-30 0,0 0-355 0</inkml:trace>
  <inkml:trace contextRef="#ctx0" brushRef="#br0" timeOffset="-149477.75">8236 9326 242 0,'-4'-2'151'0,"-1"-1"136"0,-1 1 44 0,0-1-55 16,0 2-31-16,-4-1-83 0,10 2 3 0,0 0-24 15,-1 0-32-15,-18-1-35 0,19 1-3 16,-1 0-14-16,1 0-37 0,-1 0-6 0,-15-1-6 15,16 1 3-15,0 0 1 0,0 0 10 0,0 0 1 16,0 0 4-16,0 0 5 0,0 0 1 0,0 0 4 16,0 0-1-16,0 0 10 0,0 0 18 0,0 0-3 15,0 0 7-15,0 0-9 0,0 1-12 0,0-1-3 16,0 0-4-16,0 1-11 0,0-1-9 0,16 18-4 16,-16-18-1-16,0 0-6 0,22 9 1 0,-14-5 4 15,2-1-3-15,-2 0-5 0,2 1 5 0,1-1 1 16,0 1 2-16,0-1-2 0,0 1 6 0,2 0-8 15,1-2 8-15,0 1 0 0,2-2-1 0,0 1 4 0,-2 0-3 16,1 0 3-16,0 0-4 0,-1 0 0 0,-1-1-1 16,0 1 7-16,0 0-11 0,-3 0 5 0,2 1-6 15,-2-2 10-15,2 2-8 0,1-2-4 0,-1 1-1 16,2 0-4-16,-1 1-3 0,1 0 4 0,-1 2-3 16,1-3 4-16,0 2 0 15,-1 0-3-15,0-2 2 0,-1 2 1 0,0-3-4 16,-2 3 4-16,0-4-3 0,0 1 1 0,-1 2-3 15,0-5 2-15,-1 2-3 0,-1 0 1 0,0 2 1 16,-2-1 0-16,-5-1 1 0,1 0 6 0,-1 0-9 0,18 5 0 16,-18-5-6-16,0 0-9 0,0 0-139 15,1 0-1-15,15-2-63 0,-16 2-133 0,11-9-315 16</inkml:trace>
  <inkml:trace contextRef="#ctx0" brushRef="#br0" timeOffset="-140870.05">4660 1891 1291 0,'-4'-3'105'0,"4"3"-30"0,-1 0 47 15,1-1-99-15,-1 1-6 0,1-1-16 16,0 1-21-16,-1-1 4 0,1 1-9 0,0 0 18 0,0 0 2 15,0 0 5-15,0-1-2 0,0 1 8 0,0 0 8 16,21-6-3-16,-21 6 5 0,17 0-2 0,-9 1 3 16,1 1-3-16,1-2 5 0,-2 0 1 0,1 1 9 15,-1 1-1-15,-1-1 2 0,1 1 1 16,0-1 4-16,1 0 1 0,1-1-1 0,1 2-12 0,1 0-6 16,0-1 0-16,0 1-2 0,1-1-2 0,2-1-1 15,0 0-1-15,2 0 0 0,-1-2 4 16,0 0-6-16,0 1 3 0,1-1-5 0,0 0-2 0,1 0-2 15,3 0 0-15,-1 0-1 0,-1 1 1 0,-1 0-1 16,0-1 0-16,-2 2 1 0,0-1 6 0,0 1 12 16,-2 0-5-16,2 0 7 0,-2 0-9 15,1 1-9-15,1-1 3 0,1-1-5 0,2 1 3 16,1 0-6-16,0-1 4 0,0 1-4 0,-1-1 11 0,1 0 4 16,-3 1 1-16,1-1 2 0,-1 0 4 15,1 1-6-15,-1 0 1 0,1-1-3 0,-1 0-5 0,1 0 1 16,-1 1-3-16,0 0 2 0,-2 1-4 0,2 0 1 15,-2 1-2-15,1 1 1 0,0 0-5 0,-2 0 3 16,1 1-1-16,0 0 1 16,0-1-2-16,2-1 3 0,-2 0 0 0,1 1 2 15,0-2 1-15,-3 2-4 0,1-1 6 0,-2-1-5 0,0 1 12 16,-2-2-8-16,-1 1 8 0,-1 0-5 16,0 0 34-16,-1 0-12 0,-7-1 0 0,0 0-5 0,1 0-6 0,18-2-12 15,-19 2 6-15,0 0-7 0,1 0 8 0,0 0-2 16,-1 0 0-16,0 0 0 0,0-1-7 0,1 1 6 15,0 0-4-15,14-13 5 0,-15 13 7 0,0 0-7 16,0 0 5-16,0 0-6 0,0 0 4 0,0-1-20 16,-10-19 0-16,5 14-7 0,-1-2-2 0,-2 0-8 15,0-2 6-15,0 1-5 0,-2-1 11 0,0 0 4 16,0 0 2-16,1-2 0 0,-2-2-5 0,2 0 8 16,1 1-8-16,0 0 7 0,1 1-9 0,1 0-4 15,0 2 6-15,-1 1-5 16,3 1 0-16,0 2 7 0,0 1-10 0,0 0 7 15,4 5-20-15,0 0-3 0,0-1 2 0,-1 1-4 0,-15-10 2 0,16 10-7 16,0 0 1-16,0 0-2 16,0 0 13-16,-1 0 5 0,0 0 5 0,1 0-2 15,-10 17 19-15,10-17 0 0,0 0 2 0,0 0-1 16,0 1 1-16,0-1-1 0,12 17 0 0,-12-17-1 0,11 9 5 16,-2-4-8-16,-1 1 1 0,1 0-1 0,1 0 2 0,-1 0 1 15,0 0-3-15,1 0 1 0,0 1-6 0,0 0 5 16,0-1 2-16,1 1 1 0,0-1-1 0,1 0-1 15,-1-1-1-15,1 0-1 0,-1 0 3 0,0-1 3 16,2-1 0-16,0 0 2 0,0 1 2 0,0-1-4 16,-1 0-3-16,0-1 1 0,-1-1-2 0,0 0 0 15,-1 1 4-15,-1 1-3 16,1-1 8-16,-1 1-7 0,-1-1 4 0,0 0-4 16,-1-1 2-16,-1 2 1 0,-6-3-1 0,0 0 2 15,0 0 6-15,17 9-3 0,-17-9 1 0,0 0-2 16,0 1 10-16,0-1 4 0,0 0 8 0,6 16-4 15,-6-16 3-15,0 0-13 0,0 1-4 0,-8 15-1 16,8-16-2-16,0 0-3 0,-10 18 1 0,10-18-1 0,0 0-4 16,-13 17 0-16,13-17-1 0,0 0 0 0,-14 19 2 15,14-19-1-15,-1 1 4 0,-14 16-3 0,15-17 6 16,0 1-4-16,-12 15 0 0,12-16-1 0,-1 0 5 16,-13 16-5-16,14-16 1 0,0 1-2 0,0-1 4 15,-20 18-5-15,20-18 0 0,0 0-2 0,0 0 6 0,-18 13-8 16,18-13 4-16,0 0-4 0,-1 0 3 0,1 1 6 15,-16 12-2-15,16-13 3 0,0 0-1 0,-1 0-3 16,1 0-2-16,-1 0 0 0,1 1-5 0,0-1 6 16,-1 1-1-16,0-1 3 15,-15 11-2-15,16-11-3 0,0 0 0 0,0 0-2 16,0 0 6-16,0 0-4 0,0 0 2 0,0 0-2 16,0 0 1-16,0 0-4 0,0 1 4 0,0-1-4 0,0 1 9 15,0-1-2-15,0 0-1 0,0 1 1 16,0-1 3-16,0 1-6 0,0-1 0 0,0 1-1 0,0-1-4 0,0 1-29 15,0-1-2-15,0 0-15 16,0 1-53-16,0-1-69 0,0 1-8 0,0-1-29 16,0 0-126-16</inkml:trace>
  <inkml:trace contextRef="#ctx0" brushRef="#br0" timeOffset="-137292.29">8994 7837 1474 0,'0'0'190'0,"0"0"57"0,0 0 2 0,0 0-140 15,0 0-74-15,0 0-40 0,0 0 1 0,0 0 1 16,0 0 10-16,-1-1-5 0,1 1 5 0,0-1-2 15,0 1 18-15,1-1 6 0,-1 1-3 0,18-8 4 16,-18 8-2-16,1 0 14 0,18-1-6 0,-19 1 9 16,0 0-10-16,22 0-3 0,-22 0 6 0,17 1-6 15,-8 0 1-15,1 0-9 0,1 1-5 0,-1 0 0 16,1-1-7-16,1 0 0 16,0 1 1-16,1-1 0 0,0 1 6 0,1-1 1 15,1 0-1-15,0 0 0 0,0-1-6 0,0 0 9 0,-2 0-4 16,1 0 6-16,1 0-3 0,-2 0-2 0,0-1 3 15,0 1-3-15,-1-1 1 0,-2 0-4 0,0 0-5 16,0 1 2-16,-1 0-6 0,1 0-3 0,0 0 2 16,0-1-2-16,-1 1-4 0,-1 0 3 0,0 1-1 15,-1-1 2-15,1 0 0 0,-3 0-4 0,-5 0 5 16,1 0-4-16,0 0 7 0,16 1-11 16,-17-1-6-16,0 0-6 0,0 0-55 0,1 0-33 0,-1 0-9 15,0 0-9-15,0 0-56 0,0 0-59 0,0 0-38 16,0 0 117-16,0 0 1328 0</inkml:trace>
  <inkml:trace contextRef="#ctx0" brushRef="#br0" timeOffset="-136824.98">8959 7811 2374 0,'0'0'174'16,"0"-1"438"-16,0 1-560 0,0-1-71 0,0 1-4 15,0 0-24-15,0-1 8 0,0 1 24 0,0-1 10 0,0 1-2 16,23-10-6-16,-13 10 16 0,3 1-5 0,1 1 9 15,1-1-3-15,0-1 5 0,2 0 0 0,0 0 2 16,1 0 3-16,0-1-3 0,-2 0 0 16,2 0-1-16,0-1-4 0,0 1 1 0,0 0-1 15,-1 0 0-15,-1 0-5 0,-2 0 7 0,-1-1-2 0,-1 1 4 16,-1-1 3-16,0 1 3 0,-2 0-1 0,0 0 3 16,-2 0 8-16,1 0 0 0,-2 0 1 15,-6 1-3-15,1 0-8 0,-1 0-8 0,18-1 4 16,-18 1-4-16,0 0-1 0,1 0-3 0,15-3-2 0,-16 3 0 15,0 0-2-15,1 0 5 0,0 0-5 0,16-3 5 16,-17 3-8-16,0 0-12 0,0 0-13 0,0 0-1 16,1 0-62-16,-1 0-26 0,1 0 0 0,16 5-12 15,-17-5-30-15,0 0-28 0,0 0-7 16,0 0-11-16,0 0-71 0,0 0-296 0</inkml:trace>
  <inkml:trace contextRef="#ctx0" brushRef="#br0" timeOffset="-136389.39">9166 7780 2268 0,'0'0'346'0,"0"0"-246"0,0 0-5 15,0 0-82-15,0-1-53 0,0 1-13 0,0-1 4 16,0 1-4-16,0-1 21 0,0 1 3 0,0-1 0 16,0 1 3-16,0 0 25 0,0-1 9 0,0 1 2 15,1-1 3-15,16-9 13 0,-17 10 14 0,0 0-2 0,1 0 4 16,0 0-3-16,-1 0 2 0,17 0-3 0,-17 0 2 15,0 0-1-15,1 0-8 0,19 0 4 16,-20 0-6-16,0 0-2 0,20 0-10 0,-20 0 5 16,1 0-6-16,21 2 7 0,-21-2-14 15,15-1 3-15,-7 1-7 0,0-1 7 0,0 1-10 0,1 0 6 16,-1 0-6-16,0 0 1 0,0 0 3 16,-1 1-5-16,0-2 5 0,0 1-8 0,0 0 4 15,1-1 0-15,0 1 1 0,1 0-2 0,-1 1-2 16,0 1-2-16,-1-1 0 0,0 0 1 0,-1-1-55 0,-1 1-14 15,0 0-22-15,1 0-126 0,-2 0-102 0,2-1-41 16</inkml:trace>
  <inkml:trace contextRef="#ctx0" brushRef="#br0" timeOffset="-130095.26">2440 1787 11 0,'0'0'9'0,"0"0"43"0,0 0 26 0,-1 0 28 15,0 0 19-15,-15 4-24 0,16-4-2 0,0 0-5 16,0 0-11-16,0 0-9 0,-1 0-2 0,1 0-2 0,-18 0-8 16,18 0-2-16,0 0 8 0,0 0-5 0,0 0 14 15,0 0-8-15,0 0-3 0,0 0-2 0,0 0-19 16,-1 0-18-16,0 0-5 0,1 0-3 0,0 0-2 15,0 0 6-15,0 0 2 0,0 0-1 0,0 0 1 16,0 0 5-16,0 0-1 0,1 0 2 0,0-1-4 16,15-7-9-16,-16 8-1 0,1 0-2 0,-1 0-4 15,18-3 9-15,-18 3-3 0,0 0 5 0,16-1-7 16,-16 1-3-16,1 0 3 0,18-2-4 0,-18 2 7 16,-1 0 1-16,22-2 2 0,-22 2-1 15,16-1-3-15,-7 0 1 0,-1 1 0 0,0-1 2 16,1 0 2-16,0 0-11 0,1-1 1 0,-1 1-4 15,3 0-4-15,-1 1 8 0,1 0-3 0,0 0 5 16,0-1-1-16,0 1-1 0,-1 0-2 0,1 0-1 16,1 0-5-16,-3 1 4 0,2-1 0 0,-1 0 1 15,0 0-9-15,0 0 8 0,-1-1-4 0,0 0 7 16,-1 0-2-16,2 0-4 0,-1 0 3 0,2 1-2 0,-1-2 1 16,-1 0 5-16,0 0 2 0,-1 1 0 0,1 0-1 15,-2 0 1-15,1 0-3 16,-1-1 3-16,-1 0-1 0,-2 0-8 0,1 1 5 15,-1 0-6-15,-5 1 12 0,1 0-4 0,0 0-1 0,-1 0 0 16,17-3 7-16,-17 3-7 0,0 0 3 0,0 0-6 16,0 0 1-16,0 0-2 0,1 0 3 0,-1 0-4 15,1 0 5-15,0 0-3 0,-1 0-1 0,0 0-1 16,0 0 9-16,1 0 2 0,-1 0-1 0,0 0 1 16,0 0-8-16,0 0 5 0,0 0-7 0,0-1 5 15,0 1-12-15,0-1 2 0,-1 1 3 0,1-1-3 16,-16-8 7-16,16 9-12 0,-1 0 4 0,-15-1-8 15,15 1 0-15,1 0 4 0,-23-1-6 0,14 1 5 16,0 0-9-16,-3 0 4 0,1 1 2 0,-1-1 0 0,2 0 4 16,-2 1-5-16,1 0 3 0,1 1-4 15,0-1 0-15,-1-1 5 0,0 2-4 0,-1 0 5 16,2-1-7-16,-3 2 4 0,1-1 0 0,-2 1 2 16,2 1-4-16,0-1 8 0,0 0 0 0,0 0 2 0,0-1 2 15,2 1-1-15,-1-1-2 16,3 1 1-16,1-1 3 0,-3 0-3 0,3-1 2 15,0 0-2-15,0 0 2 0,2 0-4 0,5-1 4 16,-1 0-4-16,1 0 6 0,-18 4-6 0,18-4 0 16,-1 0-2-16,1 0 3 0,-1 0-4 0,1 0 4 15,0 0-4-15,-1 0 3 0,0 0-5 0,1 0-1 16,-1 0-1-16,1 0 3 0,0 0-5 0,0 0 2 16,0 0-4-16,0 0 0 0,0 0 5 0,0 0-1 0,19 6 3 15,-11-6-1-15,1 0 4 0,0 0-5 0,1 0 5 16,2 0 3-16,2-1-7 0,1 0 9 0,1-1-10 15,-1 1 6-15,1 0 0 0,0-1 0 0,0 1 1 16,-1-1 0-16,0 0-1 0,0 0 0 0,-2 0 0 0,2 0-1 16,-1 0 2-16,2 0-1 0,-1 0 2 0,1 0 4 15,0 1-6-15,-1 0 0 16,-1-1-3-16,-1 1 7 0,0 0-3 0,-1 0 1 16,-2 0-2-16,0 0 2 0,-3 0 2 0,1 0 2 15,-8 1 0-15,0 0 5 0,0 0 1 0,17-4 1 16,-17 4 0-16,0 0 0 0,1 0 1 0,-1 0 2 15,1 0 2-15,-1 0 12 0,0 0-7 0,0-1 1 0,0 1-3 16,0-1-4-16,0 1-9 0,0-1 0 0,0 1-4 16,0-1-3-16,-1 1-2 0,-20-12-1 0,12 12-2 15,-2-1-3-15,-2 0 4 0,-1 1-2 0,0-1 3 16,-1 1 0-16,-1 0 2 0,-1 0-2 0,2 0 2 16,0 0 0-16,-1 0-5 15,2 1 1-15,-1 0-2 0,2 0 5 0,-1 1-6 0,0 0 1 16,0 0-3-16,-2 0-2 0,0 1 7 0,0 0 2 15,2 1 2-15,0 0-1 0,0-1 5 0,2 1-4 16,-1-1 5-16,3 1-9 0,0-1 7 0,1-1-4 16,1 1 5-16,1-1-4 0,1 1 0 0,6-3 0 15,0 0 0-15,0 0-2 0,-1 0-1 0,1 0-2 16,-1 1 0-16,1-1-4 0,0 0-6 0,-1 1 3 16,1-1-4-16,-1 17 3 0,1-17 6 0,0 0 1 15,21 7 1-15,-11-5 3 0,1 0 0 0,3-2 0 0,1 2 0 16,1-2 5-16,1 1-4 0,0 0 5 15,1-2-6-15,-1 0 1 0,-1 0 2 0,0 0-1 16,-1 1 2-16,-1 0 0 0,2-1-1 0,0 0-1 0,1-1 0 16,1 0 4-16,0 0 4 0,0 0-4 0,-1 1 3 15,-1-1-7-15,-1 0 6 0,-2 0-1 0,-1 1 2 16,-1-1 4-16,-2 1-8 0,0 1 11 0,-2 0-10 16,-1-1 6-16,-6 1-4 15,1 0 0-15,-1 0 1 0,19 0 2 0,-19 0-1 16,0 0-2-16,1 0 2 0,-1 0 8 0,1 0-5 15,-1 0 4-15,1 0-3 0,-1 0 3 0,0 0 3 0,0 0-1 16,1 0 2-16,0 0-6 0,-1 0-27 0,0 0-10 16,0 0-10-16,0 0-75 0,0 0-80 0,0-1-15 15,0 1-36-15,0-1-206 0</inkml:trace>
  <inkml:trace contextRef="#ctx0" brushRef="#br0" timeOffset="-128386.54">2505 1814 1120 0,'0'0'20'0,"0"-1"-15"15,0 1 13-15,-1-1-30 0,1 1-4 0,-1-1-1 0,1 1-10 16,-1-1 5-16,1 1-4 0,0 0 8 0,-1 0-4 15,0-1 10-15,1 1-3 0,0-1 37 0,0 1 19 16,-1 0-1-16,0 0 8 0,1 0 9 0,0-1 7 16,0 1 6-16,0-1-2 15,0 1 1-15,0 0 2 0,0 0-4 0,1 0 3 16,0 0-13-16,-1-1-34 0,18-6 4 0,-18 7-12 16,0 0 6-16,17 0-18 0,-17 0 3 0,0 0-6 15,23 1 11-15,-13-1-11 0,0-1 6 0,1 1-7 16,0 0 5-16,1-1 20 0,1 0 3 0,-1 0 5 15,-1-1 5-15,0 0 3 0,-1 0-4 0,0 0 4 16,1 0-7-16,-2-1-7 0,1 1-1 0,-2 0-2 16,1-1-5-16,0 1-3 0,0 0 2 0,-1-1-2 0,2-1-6 15,-2 2 4-15,0-1-8 0,3 0 6 16,-2 1-5-16,0-1-4 0,0 1 2 0,0 0-1 0,0 0 6 16,-2 1-1-16,1 0 3 0,-3 0-3 0,-5 1-4 0,1 0 7 15,0 0-4-15,17-3 4 0,-18 3-2 0,0 0 3 16,0 0-5-16,0 0 3 15,0 0-7-15,1 0-98 0,0 0-19 0,-1 0-53 16,0 0-295-16</inkml:trace>
  <inkml:trace contextRef="#ctx0" brushRef="#br0" timeOffset="-123740.07">7119 1802 2597 0,'-2'-7'114'0,"2"7"-63"15,0-1 54-15,0 1-247 0,0-1 13 0,0 1-16 0,0 0 81 16,1 0 3-16,-1 0 21 0,19 2 7 0,-14-5 8 16,3 8-2-16,2 0 7 0,3-2 21 0,1-1 10 15,4-1 4-15,2 0 3 0,1-1 12 0,2-1 3 16,4-1-3-16,0-2 4 0,2 1-4 0,0-2-9 15,1 0-2-15,2 0-3 0,-1-1 0 0,0 0-1 16,-1 0 1-16,-1 1-1 0,-2 0 5 0,-2 1-3 16,0 0 2-16,-1 0-4 0,-1-1-9 0,-2 2 4 15,0 1-4-15,-4 0 2 0,-2 1-5 0,-2 1 3 16,-2-1 0-16,-2 0 1 0,0 0 9 0,-5 1-3 16,-4 0 3-16,1 0-2 0,-1 0 13 0,1 0 2 15,-1 0 6-15,1 0-4 0,-1 0-8 0,0-1-25 16,0 1-2-16,0 0-8 0,-15-20-17 0,4 15 4 15,-1 1-2-15,-2-1 6 0,-2 1 9 0,-2-2 9 16,-1 1-6-16,-2 2 7 0,1 1-3 0,-1 1-2 16,1 1 6-16,1-2-5 0,0 0 4 0,2 0-2 15,0 2-3-15,1 1 2 0,1-1-6 0,-1 0 5 16,0 0 1-16,1 0 2 0,0 1 7 0,-2 1-7 16,0 1 2-16,2 0-4 0,-2-1-1 0,1 1 6 15,-1 0-4-15,1-1 4 0,-1 2-1 0,2-1 1 16,-2-1 1-16,2 1 1 0,-1 1-2 0,2-2 0 15,2 2 2-15,0-1-2 0,2-1 1 0,1 0-1 16,0-1-4-16,3 1 3 0,6-2 3 0,-1 0 16 16,1 0-2-16,-1 0 3 0,1 0-29 0,0 0-6 15,0 0-6-15,0 0 3 0,0 1 1 0,13 10 5 0,-3-9 3 16,2-1 0-16,3 1 4 0,-1-1-5 0,1 0 1 16,3-1 0-16,-2 1 10 15,2-1-7-15,0-1 9 0,0 1-6 0,1-2 9 16,1 0-5-16,2 0 0 0,0-2 0 0,2 1 4 0,-1-1-4 15,0 0 1-15,-2 0-1 0,-1 0 10 0,-1 1-3 16,-2-1-2-16,0-1 0 0,-3 1-3 0,0 0 5 16,-1 2 4-16,-3-1-2 0,-2 1 2 0,-1 1 5 15,-7 1-4-15,1 0 5 0,-1 0 7 16,0 0-4-16,0 0 10 0,1 0-9 0,-1 0 5 16,0 0-2-16,0 0-7 0,0 0 5 0,-1 0-9 0,-15-5 0 15,8 6-5-15,-3-2 1 0,1 0-17 0,0 0 1 16,-1 0 2-16,-3 0-1 0,0 0 4 0,-2 0 2 15,-1 0 1-15,-1 0 1 0,0 1 2 0,-1 0-4 16,-1 0-3-16,-1 2 1 0,0-2 4 0,2 1-4 16,0 0 2-16,5 0-4 0,1 0 2 0,2 2-5 15,0-2 5-15,2 2-5 0,1-1 1 0,2 0 2 16,6-2-4-16,-1 0 4 0,0 0 0 0,0 0-20 16,1 0 9-16,0 0-11 0,0 0 16 0,-1 1-4 15,1-1 1-15,-1 0-2 0,1 1-2 0,0-1 9 16,0 1-5-16,12 14 7 0,-1-12-3 0,-1-2 5 15,3 1 1-15,3-1 2 0,0 0 6 0,4-1-5 16,3 0 3-16,0-2-4 0,2 0 3 0,0 0-3 16,0 0 2-16,-2 0-1 0,0 0 7 0,0-1-7 15,0 2-1-15,0-2-2 0,0 0 4 0,-1 0 1 16,-2 1 1-16,-2-1 0 16,-1 2-1-16,-2-1 8 0,-2 1-1 0,-2-1 5 0,-1 0 8 15,-2 1 2-15,-1 0 1 0,-7 1-1 0,1 0-8 16,-1 0-3-16,1 0 4 0,0 0-2 0,15-3 10 0,-16 3 1 15,0 0-4-15,0 0 2 0,0 0-11 0,0 0 0 16,0-1-1-16,0 1 0 0,-1-1-2 0,-14-8-2 16,15 9-1-16,-1 0-1 0,0 0-4 15,-19-4-2-15,20 4 0 0,0 0-2 0,-18 0-3 16,18 0 1-16,0 0-2 0,0 0 2 0,-20 1-8 0,20-1 8 16,-1 0-2-16,0 0 4 0,-16 4 0 0,17-4 0 15,-1 0 0-15,1 0-1 0,-1 0 1 0,1 0 1 16,-18 10-2-16,18-10 1 0,0 0-9 0,0 0 7 15,-1 1-1-15,1-1 3 0,0 1 1 0,-1-1-11 16,1 0-15-16,0 1-3 0,0-1-103 0,0 1-131 16,0 16-23-16,0-17-57 0,0 0-297 0</inkml:trace>
  <inkml:trace contextRef="#ctx0" brushRef="#br0" timeOffset="-122534.74">2469 1865 1711 0,'-4'-4'119'0,"2"-1"-48"16,2 5 56-16,0 0-145 0,0 0-10 0,0-1-11 0,0 1-14 16,0-1 0-16,0 1 1 0,0-1 31 0,0 1 21 15,0-1 0-15,20-10 5 0,-11 12-4 0,0-2 0 16,2 1 1-16,0-1 0 0,1 1-1 0,1-1 4 16,1 1-5-16,1 0 5 0,0 0 9 0,1 1-2 15,1-1 6-15,0 0-5 0,0 0 9 0,-2-1 2 16,0 2 1-16,0-1-1 0,0 1-2 0,-2 1-9 15,-1-2 0-15,-2 0-3 0,1 0-6 0,-1 0 4 16,-1 1 0-16,-1 0 3 16,1 0-2-16,-1-1 4 0,-1 0-1 0,-7 0 4 15,0 0 14-15,1 0 36 0,-1 0-3 0,17-5 13 16,-17 5-13-16,0 0-8 0,0 0-5 0,0-1 0 0,0 1-15 0,-1-1-13 16,-15-11 3-16,15 12-9 0,-15-6-10 0,6 3-4 15,-1 1-2-15,0 0 0 0,0 1 0 0,-2-1 2 16,-1 1 0-16,0 0 4 0,1 1 5 0,-1-1-8 15,2 1 1-15,2 0-4 0,0 0-7 0,10 0-4 16,0 0-5-16,0 0 1 0,-1 0-23 0,0 0-12 16,1 0 4-16,-1 0-6 0,1 0 24 0,0 1-3 15,1-1 2-15,17 12-1 0,-7-9 5 0,2 0 15 16,0-1 0-16,1 1 5 0,1-2 0 0,0 1 5 16,2-2-1-16,1 0 2 15,1 0 8-15,0-1-4 0,0-1 7 0,1 0-5 16,-1-1 9-16,-1-2-75 0,1 1-23 0,-1 0-33 15,-1-2-221-15</inkml:trace>
  <inkml:trace contextRef="#ctx0" brushRef="#br0" timeOffset="-117899.6">9957 8585 1463 0,'-3'-3'310'0,"3"3"-106"0,0 0 149 0,-1 0-288 15,0-1-21-15,-15-16-26 0,16 17 11 0,0 0-8 16,-1-1 13-16,0 1-19 0,-15-15 0 0,16 15-8 0,0 0 6 16,0 0-9-16,0 0-10 0,0 0 1 15,0 0-7-15,-1 0-13 0,1 0-16 0,0 0-2 0,0 0-5 16,0 0-13-16,0 0-91 0,0 0 35 0,0 0-63 15,0 0-109-15</inkml:trace>
  <inkml:trace contextRef="#ctx0" brushRef="#br0" timeOffset="-117204.55">10823 8502 1344 0,'0'0'275'0,"0"0"-208"0,0 0-14 0,0 0-56 15,0 0-28-15,0 0 9 0,0 0 2 0,0 0 4 16,0 0 16-16,0 0 3 0,0 0-1 0,0 1 3 16,0-1 1-16,0 1 17 0,0-1 5 0,0 1 7 15,1-1 46-15,0 1 17 0,-1-1-1 0,1 0 5 16,-1 1-18-16,0-1-15 0,0 0-2 0,1 0-6 16,-1 0-13-16,1 0-24 0,-1 0 5 0,1 0-10 0,-1 0 5 15,1 0-10-15,-1 0 0 0,1 0-3 16,14 5 7-16,-15-5-7 15,0 0 2-15,0 0-4 0,1 0-3 0,0 0 2 0,-1 0-3 16,0 0 3-16,1 0-4 0,-1 0 5 0,1 0-2 16,0 0 1-16,15-6-9 0,-16 6 10 15,0 0-3-15,0 0 6 0,0 0-10 0,0 0-2 0,0 0 0 16,0 0-2-16,0 0-4 0,0 0-94 0,0 0-13 16,0 0-42-16,0 0-195 0</inkml:trace>
  <inkml:trace contextRef="#ctx0" brushRef="#br0" timeOffset="-115565.06">8481 8506 1166 0,'0'0'238'15,"0"0"-93"-15,0 0 118 0,0 0-267 0,0 0-28 16,-17-4-27-16,17 4-4 0,0 0-21 0,0 0 9 0,0 0-138 16,0 0-262-16</inkml:trace>
  <inkml:trace contextRef="#ctx0" brushRef="#br0" timeOffset="-115130.9">8624 8471 898 0,'0'0'-495'0</inkml:trace>
  <inkml:trace contextRef="#ctx0" brushRef="#br0" timeOffset="-113867.55">10591 9292 417 0,'0'0'316'0,"0"0"183"15,0 0 16-15,0 0-280 0,0 0-111 0,-1 0-88 16,1 0 3-16,0 0-11 0,0 0 0 0,0 0 2 16,0-1-3-16,0 1 3 0,0 0-2 0,0-1 2 15,0 1-7-15,1-1 4 0,18-11-20 0,-12 9 3 16,2-2 1-16,0 5 0 0,1-3-1 0,1 1 6 16,-1 2 2-16,2-2 1 0,0-1 4 0,2 4-2 15,1-2-4-15,1 0 1 0,1 4 2 0,-1-3-11 16,1 2 4-16,-1 0-6 0,-1-2-1 15,0 2-3-15,0-2-2 0,-2 3 0 0,-1-1 2 0,0 1-3 16,-3 1-12-16,-1-1-6 0,0 0-121 0,-2-1-159 16,1 0-72-16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27T20:14:10.227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5999 4851 1682 0,'-3'-4'100'0,"3"4"-43"0,0 0 50 0,0-1-127 0,0 1 8 16,0-1-5-16,0 1 20 0,0 0 2 0,0-1 1 15,0 1-7-15,0-1-5 16,0 1 1-16,1-1-2 0,16-3 0 0,-17 4 7 0,0 0 1 15,0 0 6-15,1 1 13 0,17 10 7 16,-18-11 4-16,1 0 0 0,15 9 8 0,-15-9 0 0,15 6 1 16,-7-5 1-16,3 2 6 0,-1-3-6 15,4-1-3-15,2 0-1 0,-2 0 0 0,4 1-4 16,0-2 1-16,0 2-4 0,1-2-13 0,-1 0-6 16,1 2-4-16,-1-1 0 0,2 0-4 0,2 1-2 15,-1 0 2-15,2 1-3 0,1 1-2 0,-3-1 7 16,1 2-4-16,-1-1 8 0,0-1 0 0,2 1-5 15,1 1 1-15,4-1-4 0,0 1 2 0,0-1 0 0,-1-1 2 16,-1 1-1-16,1 1-2 0,2 0 6 0,-1-1 1 16,4 2 4-16,-2-3 9 0,0-1 1 0,0 3-1 15,-2-2 1-15,1 2-1 0,0-1 5 0,2-1-3 0,-1 3 2 16,1-2-11-16,-2 2 6 0,-1-1-1 16,0-1 3-16,1 1 2 0,0-1-10 0,1 0 3 0,0 2-5 15,-1 0 0-15,-2 0 0 0,-1-1-3 0,-1 1 3 16,0 0-6-16,1-2 5 0,0 2 2 15,-1-1 0-15,-1 1 1 0,-3 0-6 0,0-1 2 16,-2 0-2-16,0 0 10 0,1 0-7 0,-2-1 1 16,0 1-2-16,0-2 2 0,-3 0 1 0,-1 2 0 15,-1-2 0-15,0 1-10 0,-2 0 3 0,-1-1-2 16,-2 1 3-16,1 0-7 0,-3 0 5 0,0 0-4 16,0 1 3-16,0-1-2 0,-2 1-5 0,-5-3-5 15,0 0-13-15,0 0-149 0,1 1-254 0,17 14-151 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71639" y="62407"/>
            <a:ext cx="2866821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ts val="670"/>
              </a:lnSpc>
            </a:pPr>
            <a:fld id="{81D60167-4931-47E6-BA6A-407CBD079E47}" type="slidenum">
              <a:rPr spc="-25" dirty="0"/>
              <a:t>‹#›</a:t>
            </a:fld>
            <a:r>
              <a:rPr spc="-25" dirty="0"/>
              <a:t>/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ts val="670"/>
              </a:lnSpc>
            </a:pPr>
            <a:fld id="{81D60167-4931-47E6-BA6A-407CBD079E47}" type="slidenum">
              <a:rPr spc="-25" dirty="0"/>
              <a:t>‹#›</a:t>
            </a:fld>
            <a:r>
              <a:rPr spc="-25" dirty="0"/>
              <a:t>/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ts val="670"/>
              </a:lnSpc>
            </a:pPr>
            <a:fld id="{81D60167-4931-47E6-BA6A-407CBD079E47}" type="slidenum">
              <a:rPr spc="-25" dirty="0"/>
              <a:t>‹#›</a:t>
            </a:fld>
            <a:r>
              <a:rPr spc="-25" dirty="0"/>
              <a:t>/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ts val="670"/>
              </a:lnSpc>
            </a:pPr>
            <a:fld id="{81D60167-4931-47E6-BA6A-407CBD079E47}" type="slidenum">
              <a:rPr spc="-25" dirty="0"/>
              <a:t>‹#›</a:t>
            </a:fld>
            <a:r>
              <a:rPr spc="-25" dirty="0"/>
              <a:t>/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ts val="670"/>
              </a:lnSpc>
            </a:pPr>
            <a:fld id="{81D60167-4931-47E6-BA6A-407CBD079E47}" type="slidenum">
              <a:rPr spc="-25" dirty="0"/>
              <a:t>‹#›</a:t>
            </a:fld>
            <a:r>
              <a:rPr spc="-25" dirty="0"/>
              <a:t>/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355600"/>
          </a:xfrm>
          <a:custGeom>
            <a:avLst/>
            <a:gdLst/>
            <a:ahLst/>
            <a:cxnLst/>
            <a:rect l="l" t="t" r="r" b="b"/>
            <a:pathLst>
              <a:path w="4608195" h="355600">
                <a:moveTo>
                  <a:pt x="4608004" y="0"/>
                </a:moveTo>
                <a:lnTo>
                  <a:pt x="0" y="0"/>
                </a:lnTo>
                <a:lnTo>
                  <a:pt x="0" y="355180"/>
                </a:lnTo>
                <a:lnTo>
                  <a:pt x="4608004" y="355180"/>
                </a:lnTo>
                <a:lnTo>
                  <a:pt x="4608004" y="0"/>
                </a:lnTo>
                <a:close/>
              </a:path>
            </a:pathLst>
          </a:custGeom>
          <a:solidFill>
            <a:srgbClr val="525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1639" y="62407"/>
            <a:ext cx="2866821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5844" y="945400"/>
            <a:ext cx="4181475" cy="1592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529" y="3352708"/>
            <a:ext cx="1245870" cy="1035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447650" y="3353670"/>
            <a:ext cx="190560" cy="101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ts val="670"/>
              </a:lnSpc>
            </a:pPr>
            <a:fld id="{81D60167-4931-47E6-BA6A-407CBD079E47}" type="slidenum">
              <a:rPr spc="-25" dirty="0"/>
              <a:t>‹#›</a:t>
            </a:fld>
            <a:r>
              <a:rPr spc="-25" dirty="0"/>
              <a:t>/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57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slide" Target="slide4.xml"/><Relationship Id="rId18" Type="http://schemas.openxmlformats.org/officeDocument/2006/relationships/slide" Target="slide40.xml"/><Relationship Id="rId3" Type="http://schemas.openxmlformats.org/officeDocument/2006/relationships/image" Target="../media/image2.png"/><Relationship Id="rId21" Type="http://schemas.openxmlformats.org/officeDocument/2006/relationships/customXml" Target="../ink/ink1.xml"/><Relationship Id="rId7" Type="http://schemas.openxmlformats.org/officeDocument/2006/relationships/image" Target="../media/image6.png"/><Relationship Id="rId12" Type="http://schemas.openxmlformats.org/officeDocument/2006/relationships/slide" Target="slide2.xml"/><Relationship Id="rId17" Type="http://schemas.openxmlformats.org/officeDocument/2006/relationships/slide" Target="slide34.xml"/><Relationship Id="rId2" Type="http://schemas.openxmlformats.org/officeDocument/2006/relationships/image" Target="../media/image1.png"/><Relationship Id="rId16" Type="http://schemas.openxmlformats.org/officeDocument/2006/relationships/slide" Target="slide25.xml"/><Relationship Id="rId20" Type="http://schemas.openxmlformats.org/officeDocument/2006/relationships/slide" Target="slide5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slide" Target="slide24.xml"/><Relationship Id="rId10" Type="http://schemas.openxmlformats.org/officeDocument/2006/relationships/image" Target="../media/image9.png"/><Relationship Id="rId19" Type="http://schemas.openxmlformats.org/officeDocument/2006/relationships/slide" Target="slide46.xml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slide" Target="slide22.xml"/><Relationship Id="rId22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57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customXml" Target="../ink/ink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customXml" Target="../ink/ink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customXml" Target="../ink/ink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customXml" Target="../ink/ink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customXml" Target="../ink/ink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744" y="692351"/>
            <a:ext cx="4483735" cy="767715"/>
            <a:chOff x="87743" y="790702"/>
            <a:chExt cx="4483735" cy="767715"/>
          </a:xfrm>
        </p:grpSpPr>
        <p:sp>
          <p:nvSpPr>
            <p:cNvPr id="3" name="object 3"/>
            <p:cNvSpPr/>
            <p:nvPr/>
          </p:nvSpPr>
          <p:spPr>
            <a:xfrm>
              <a:off x="87743" y="790702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6" y="8238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525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8544" y="853960"/>
              <a:ext cx="4432935" cy="704215"/>
            </a:xfrm>
            <a:custGeom>
              <a:avLst/>
              <a:gdLst/>
              <a:ahLst/>
              <a:cxnLst/>
              <a:rect l="l" t="t" r="r" b="b"/>
              <a:pathLst>
                <a:path w="4432935" h="704215">
                  <a:moveTo>
                    <a:pt x="4432566" y="0"/>
                  </a:moveTo>
                  <a:lnTo>
                    <a:pt x="0" y="0"/>
                  </a:lnTo>
                  <a:lnTo>
                    <a:pt x="0" y="703961"/>
                  </a:lnTo>
                  <a:lnTo>
                    <a:pt x="4432566" y="703961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743" y="835126"/>
              <a:ext cx="4432935" cy="672465"/>
            </a:xfrm>
            <a:custGeom>
              <a:avLst/>
              <a:gdLst/>
              <a:ahLst/>
              <a:cxnLst/>
              <a:rect l="l" t="t" r="r" b="b"/>
              <a:pathLst>
                <a:path w="4432935" h="672465">
                  <a:moveTo>
                    <a:pt x="4432566" y="0"/>
                  </a:moveTo>
                  <a:lnTo>
                    <a:pt x="0" y="0"/>
                  </a:lnTo>
                  <a:lnTo>
                    <a:pt x="0" y="621195"/>
                  </a:lnTo>
                  <a:lnTo>
                    <a:pt x="4008" y="640919"/>
                  </a:lnTo>
                  <a:lnTo>
                    <a:pt x="14922" y="657072"/>
                  </a:lnTo>
                  <a:lnTo>
                    <a:pt x="31075" y="667986"/>
                  </a:lnTo>
                  <a:lnTo>
                    <a:pt x="50800" y="671995"/>
                  </a:lnTo>
                  <a:lnTo>
                    <a:pt x="4381766" y="671995"/>
                  </a:lnTo>
                  <a:lnTo>
                    <a:pt x="4401491" y="667986"/>
                  </a:lnTo>
                  <a:lnTo>
                    <a:pt x="4417644" y="657072"/>
                  </a:lnTo>
                  <a:lnTo>
                    <a:pt x="4428558" y="640919"/>
                  </a:lnTo>
                  <a:lnTo>
                    <a:pt x="4432566" y="621195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525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8544" y="853960"/>
            <a:ext cx="4432935" cy="70421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R="93980" algn="ctr">
              <a:lnSpc>
                <a:spcPct val="100000"/>
              </a:lnSpc>
              <a:spcBef>
                <a:spcPts val="520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CS</a:t>
            </a:r>
            <a:r>
              <a:rPr sz="1400" spc="1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355/555</a:t>
            </a:r>
            <a:endParaRPr sz="1400">
              <a:latin typeface="Times New Roman"/>
              <a:cs typeface="Times New Roman"/>
            </a:endParaRPr>
          </a:p>
          <a:p>
            <a:pPr marR="34925" algn="ctr">
              <a:lnSpc>
                <a:spcPct val="100000"/>
              </a:lnSpc>
              <a:spcBef>
                <a:spcPts val="114"/>
              </a:spcBef>
            </a:pPr>
            <a:r>
              <a:rPr sz="1400" spc="55" dirty="0">
                <a:solidFill>
                  <a:srgbClr val="FFFFFF"/>
                </a:solidFill>
                <a:latin typeface="Times New Roman"/>
                <a:cs typeface="Times New Roman"/>
              </a:rPr>
              <a:t>Probability</a:t>
            </a:r>
            <a:r>
              <a:rPr sz="14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4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Statistics</a:t>
            </a:r>
            <a:r>
              <a:rPr sz="14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4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65" dirty="0">
                <a:solidFill>
                  <a:srgbClr val="FFFFFF"/>
                </a:solidFill>
                <a:latin typeface="Times New Roman"/>
                <a:cs typeface="Times New Roman"/>
              </a:rPr>
              <a:t>Computer</a:t>
            </a:r>
            <a:r>
              <a:rPr sz="14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Scientists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21535" y="1715668"/>
            <a:ext cx="1165225" cy="4699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7150">
              <a:lnSpc>
                <a:spcPct val="100000"/>
              </a:lnSpc>
              <a:spcBef>
                <a:spcPts val="90"/>
              </a:spcBef>
            </a:pPr>
            <a:r>
              <a:rPr lang="en-US" sz="1100" spc="-10" dirty="0">
                <a:latin typeface="Georgia"/>
                <a:cs typeface="Georgia"/>
              </a:rPr>
              <a:t>B</a:t>
            </a:r>
            <a:r>
              <a:rPr lang="en-US" altLang="zh-CN" sz="1100" spc="-10" dirty="0">
                <a:latin typeface="Georgia"/>
                <a:cs typeface="Georgia"/>
              </a:rPr>
              <a:t>aocheng Geng</a:t>
            </a:r>
            <a:endParaRPr sz="11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5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lang="en-US" sz="800" dirty="0">
                <a:latin typeface="Century"/>
                <a:cs typeface="Century"/>
              </a:rPr>
              <a:t>Lecture 5, 01/27/2024</a:t>
            </a:r>
            <a:endParaRPr sz="800" dirty="0">
              <a:latin typeface="Century"/>
              <a:cs typeface="Century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9777"/>
            <a:ext cx="4608195" cy="106680"/>
            <a:chOff x="0" y="3349777"/>
            <a:chExt cx="4608195" cy="106680"/>
          </a:xfrm>
        </p:grpSpPr>
        <p:sp>
          <p:nvSpPr>
            <p:cNvPr id="9" name="object 9"/>
            <p:cNvSpPr/>
            <p:nvPr/>
          </p:nvSpPr>
          <p:spPr>
            <a:xfrm>
              <a:off x="0" y="3349777"/>
              <a:ext cx="1383030" cy="106680"/>
            </a:xfrm>
            <a:custGeom>
              <a:avLst/>
              <a:gdLst/>
              <a:ahLst/>
              <a:cxnLst/>
              <a:rect l="l" t="t" r="r" b="b"/>
              <a:pathLst>
                <a:path w="1383030" h="106679">
                  <a:moveTo>
                    <a:pt x="1382420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382420" y="106222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292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382420" y="3349777"/>
              <a:ext cx="3225800" cy="106680"/>
            </a:xfrm>
            <a:custGeom>
              <a:avLst/>
              <a:gdLst/>
              <a:ahLst/>
              <a:cxnLst/>
              <a:rect l="l" t="t" r="r" b="b"/>
              <a:pathLst>
                <a:path w="3225800" h="106679">
                  <a:moveTo>
                    <a:pt x="0" y="106222"/>
                  </a:moveTo>
                  <a:lnTo>
                    <a:pt x="3225584" y="106222"/>
                  </a:lnTo>
                  <a:lnTo>
                    <a:pt x="3225584" y="0"/>
                  </a:lnTo>
                  <a:lnTo>
                    <a:pt x="0" y="0"/>
                  </a:lnTo>
                  <a:lnTo>
                    <a:pt x="0" y="106222"/>
                  </a:lnTo>
                  <a:close/>
                </a:path>
              </a:pathLst>
            </a:custGeom>
            <a:solidFill>
              <a:srgbClr val="3E3E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73156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44244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74330" y="605218"/>
            <a:ext cx="14592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Georgia"/>
                <a:cs typeface="Georgia"/>
              </a:rPr>
              <a:t>Conditional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</a:t>
            </a:r>
            <a:endParaRPr sz="110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830" y="934542"/>
            <a:ext cx="155092" cy="15509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830" y="1187323"/>
            <a:ext cx="155092" cy="15509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830" y="1440103"/>
            <a:ext cx="155092" cy="15509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8790" y="1436344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solidFill>
                  <a:srgbClr val="EDEDE5"/>
                </a:solidFill>
                <a:latin typeface="Century"/>
                <a:cs typeface="Century"/>
              </a:rPr>
              <a:t>3</a:t>
            </a:r>
            <a:endParaRPr sz="800">
              <a:latin typeface="Century"/>
              <a:cs typeface="Century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3918" y="1662277"/>
            <a:ext cx="63233" cy="6323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830" y="1864957"/>
            <a:ext cx="155092" cy="15509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28790" y="1861197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solidFill>
                  <a:srgbClr val="EDEDE5"/>
                </a:solidFill>
                <a:latin typeface="Century"/>
                <a:cs typeface="Century"/>
              </a:rPr>
              <a:t>4</a:t>
            </a:r>
            <a:endParaRPr sz="800">
              <a:latin typeface="Century"/>
              <a:cs typeface="Century"/>
            </a:endParaRP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3918" y="2087130"/>
            <a:ext cx="63233" cy="6323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13918" y="2259203"/>
            <a:ext cx="63233" cy="6323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13918" y="2431275"/>
            <a:ext cx="63233" cy="63233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13918" y="2603360"/>
            <a:ext cx="63233" cy="63233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0830" y="2978099"/>
            <a:ext cx="155092" cy="155092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28790" y="812812"/>
            <a:ext cx="1620520" cy="2320379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73355" indent="-161290">
              <a:lnSpc>
                <a:spcPct val="100000"/>
              </a:lnSpc>
              <a:spcBef>
                <a:spcPts val="770"/>
              </a:spcBef>
              <a:buClr>
                <a:srgbClr val="EDEDE5"/>
              </a:buClr>
              <a:buSzPct val="72727"/>
              <a:buFont typeface="Century"/>
              <a:buAutoNum type="arabicPlain"/>
              <a:tabLst>
                <a:tab pos="173990" algn="l"/>
              </a:tabLst>
            </a:pPr>
            <a:r>
              <a:rPr sz="1100" spc="-10" dirty="0">
                <a:solidFill>
                  <a:srgbClr val="525200"/>
                </a:solidFill>
                <a:latin typeface="Georgia"/>
                <a:cs typeface="Georgia"/>
                <a:hlinkClick r:id="rId12" action="ppaction://hlinksldjump"/>
              </a:rPr>
              <a:t>Introduction</a:t>
            </a:r>
            <a:endParaRPr sz="1100" dirty="0">
              <a:latin typeface="Georgia"/>
              <a:cs typeface="Georgia"/>
            </a:endParaRPr>
          </a:p>
          <a:p>
            <a:pPr marL="173355" marR="5080" indent="-161290">
              <a:lnSpc>
                <a:spcPct val="150800"/>
              </a:lnSpc>
              <a:buClr>
                <a:srgbClr val="EDEDE5"/>
              </a:buClr>
              <a:buSzPct val="72727"/>
              <a:buFont typeface="Century"/>
              <a:buAutoNum type="arabicPlain"/>
              <a:tabLst>
                <a:tab pos="173990" algn="l"/>
              </a:tabLst>
            </a:pPr>
            <a:r>
              <a:rPr sz="1100" spc="-10" dirty="0">
                <a:solidFill>
                  <a:srgbClr val="525200"/>
                </a:solidFill>
                <a:latin typeface="Georgia"/>
                <a:cs typeface="Georgia"/>
                <a:hlinkClick r:id="rId13" action="ppaction://hlinksldjump"/>
              </a:rPr>
              <a:t>Conditional</a:t>
            </a:r>
            <a:r>
              <a:rPr sz="1100" spc="35" dirty="0">
                <a:solidFill>
                  <a:srgbClr val="525200"/>
                </a:solidFill>
                <a:latin typeface="Georgia"/>
                <a:cs typeface="Georgia"/>
                <a:hlinkClick r:id="rId13" action="ppaction://hlinksldjump"/>
              </a:rPr>
              <a:t> </a:t>
            </a:r>
            <a:r>
              <a:rPr sz="1100" spc="-10" dirty="0">
                <a:solidFill>
                  <a:srgbClr val="525200"/>
                </a:solidFill>
                <a:latin typeface="Georgia"/>
                <a:cs typeface="Georgia"/>
                <a:hlinkClick r:id="rId13" action="ppaction://hlinksldjump"/>
              </a:rPr>
              <a:t>Probability</a:t>
            </a:r>
            <a:r>
              <a:rPr sz="1100" spc="-10" dirty="0">
                <a:solidFill>
                  <a:srgbClr val="525200"/>
                </a:solidFill>
                <a:latin typeface="Georgia"/>
                <a:cs typeface="Georgia"/>
              </a:rPr>
              <a:t> </a:t>
            </a:r>
            <a:r>
              <a:rPr sz="1100" spc="-10" dirty="0">
                <a:solidFill>
                  <a:srgbClr val="525200"/>
                </a:solidFill>
                <a:latin typeface="Georgia"/>
                <a:cs typeface="Georgia"/>
                <a:hlinkClick r:id="rId14" action="ppaction://hlinksldjump"/>
              </a:rPr>
              <a:t>Examples</a:t>
            </a:r>
            <a:endParaRPr sz="1100" dirty="0">
              <a:latin typeface="Georgia"/>
              <a:cs typeface="Georgia"/>
            </a:endParaRPr>
          </a:p>
          <a:p>
            <a:pPr marL="307975">
              <a:lnSpc>
                <a:spcPct val="100000"/>
              </a:lnSpc>
              <a:spcBef>
                <a:spcPts val="35"/>
              </a:spcBef>
            </a:pPr>
            <a:r>
              <a:rPr sz="1100" spc="-10" dirty="0">
                <a:latin typeface="Georgia"/>
                <a:cs typeface="Georgia"/>
                <a:hlinkClick r:id="rId14" action="ppaction://hlinksldjump"/>
              </a:rPr>
              <a:t>Example</a:t>
            </a:r>
            <a:r>
              <a:rPr sz="1100" spc="35" dirty="0">
                <a:latin typeface="Georgia"/>
                <a:cs typeface="Georgia"/>
                <a:hlinkClick r:id="rId14" action="ppaction://hlinksldjump"/>
              </a:rPr>
              <a:t> </a:t>
            </a:r>
            <a:r>
              <a:rPr sz="1100" spc="-25" dirty="0">
                <a:latin typeface="Georgia"/>
                <a:cs typeface="Georgia"/>
                <a:hlinkClick r:id="rId14" action="ppaction://hlinksldjump"/>
              </a:rPr>
              <a:t>1.6</a:t>
            </a:r>
            <a:endParaRPr sz="1100" dirty="0">
              <a:latin typeface="Georgia"/>
              <a:cs typeface="Georgia"/>
            </a:endParaRPr>
          </a:p>
          <a:p>
            <a:pPr marL="307975" marR="255270" indent="-134620">
              <a:lnSpc>
                <a:spcPct val="102699"/>
              </a:lnSpc>
              <a:spcBef>
                <a:spcPts val="635"/>
              </a:spcBef>
            </a:pPr>
            <a:r>
              <a:rPr sz="1100" spc="-10" dirty="0">
                <a:solidFill>
                  <a:srgbClr val="525200"/>
                </a:solidFill>
                <a:latin typeface="Georgia"/>
                <a:cs typeface="Georgia"/>
                <a:hlinkClick r:id="rId15" action="ppaction://hlinksldjump"/>
              </a:rPr>
              <a:t>Multiplication</a:t>
            </a:r>
            <a:r>
              <a:rPr sz="1100" spc="25" dirty="0">
                <a:solidFill>
                  <a:srgbClr val="525200"/>
                </a:solidFill>
                <a:latin typeface="Georgia"/>
                <a:cs typeface="Georgia"/>
                <a:hlinkClick r:id="rId15" action="ppaction://hlinksldjump"/>
              </a:rPr>
              <a:t> </a:t>
            </a:r>
            <a:r>
              <a:rPr sz="1100" spc="-20" dirty="0">
                <a:solidFill>
                  <a:srgbClr val="525200"/>
                </a:solidFill>
                <a:latin typeface="Georgia"/>
                <a:cs typeface="Georgia"/>
                <a:hlinkClick r:id="rId15" action="ppaction://hlinksldjump"/>
              </a:rPr>
              <a:t>Rule</a:t>
            </a:r>
            <a:r>
              <a:rPr sz="1100" spc="-20" dirty="0">
                <a:solidFill>
                  <a:srgbClr val="525200"/>
                </a:solidFill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  <a:hlinkClick r:id="rId16" action="ppaction://hlinksldjump"/>
              </a:rPr>
              <a:t>Example</a:t>
            </a:r>
            <a:r>
              <a:rPr sz="1100" spc="35" dirty="0">
                <a:latin typeface="Georgia"/>
                <a:cs typeface="Georgia"/>
                <a:hlinkClick r:id="rId16" action="ppaction://hlinksldjump"/>
              </a:rPr>
              <a:t> </a:t>
            </a:r>
            <a:r>
              <a:rPr sz="1100" spc="-25" dirty="0">
                <a:latin typeface="Georgia"/>
                <a:cs typeface="Georgia"/>
                <a:hlinkClick r:id="rId16" action="ppaction://hlinksldjump"/>
              </a:rPr>
              <a:t>1.7</a:t>
            </a:r>
            <a:endParaRPr sz="1100" dirty="0">
              <a:latin typeface="Georgia"/>
              <a:cs typeface="Georgia"/>
            </a:endParaRPr>
          </a:p>
          <a:p>
            <a:pPr marL="307975">
              <a:lnSpc>
                <a:spcPct val="100000"/>
              </a:lnSpc>
              <a:spcBef>
                <a:spcPts val="35"/>
              </a:spcBef>
            </a:pPr>
            <a:r>
              <a:rPr sz="1100" spc="-10" dirty="0">
                <a:latin typeface="Georgia"/>
                <a:cs typeface="Georgia"/>
                <a:hlinkClick r:id="rId17" action="ppaction://hlinksldjump"/>
              </a:rPr>
              <a:t>Example</a:t>
            </a:r>
            <a:r>
              <a:rPr sz="1100" spc="35" dirty="0">
                <a:latin typeface="Georgia"/>
                <a:cs typeface="Georgia"/>
                <a:hlinkClick r:id="rId17" action="ppaction://hlinksldjump"/>
              </a:rPr>
              <a:t> </a:t>
            </a:r>
            <a:r>
              <a:rPr sz="1100" spc="-25" dirty="0">
                <a:latin typeface="Georgia"/>
                <a:cs typeface="Georgia"/>
                <a:hlinkClick r:id="rId17" action="ppaction://hlinksldjump"/>
              </a:rPr>
              <a:t>1.8</a:t>
            </a:r>
            <a:endParaRPr sz="1100" dirty="0">
              <a:latin typeface="Georgia"/>
              <a:cs typeface="Georgia"/>
            </a:endParaRPr>
          </a:p>
          <a:p>
            <a:pPr marL="307975">
              <a:lnSpc>
                <a:spcPct val="100000"/>
              </a:lnSpc>
              <a:spcBef>
                <a:spcPts val="35"/>
              </a:spcBef>
            </a:pPr>
            <a:r>
              <a:rPr sz="1100" spc="-10" dirty="0">
                <a:latin typeface="Georgia"/>
                <a:cs typeface="Georgia"/>
                <a:hlinkClick r:id="rId18" action="ppaction://hlinksldjump"/>
              </a:rPr>
              <a:t>Example</a:t>
            </a:r>
            <a:r>
              <a:rPr sz="1100" spc="35" dirty="0">
                <a:latin typeface="Georgia"/>
                <a:cs typeface="Georgia"/>
                <a:hlinkClick r:id="rId18" action="ppaction://hlinksldjump"/>
              </a:rPr>
              <a:t> </a:t>
            </a:r>
            <a:r>
              <a:rPr sz="1100" spc="-25" dirty="0">
                <a:latin typeface="Georgia"/>
                <a:cs typeface="Georgia"/>
                <a:hlinkClick r:id="rId18" action="ppaction://hlinksldjump"/>
              </a:rPr>
              <a:t>1.9</a:t>
            </a:r>
            <a:endParaRPr sz="1100" dirty="0">
              <a:latin typeface="Georgia"/>
              <a:cs typeface="Georgia"/>
            </a:endParaRPr>
          </a:p>
          <a:p>
            <a:pPr marL="307975" marR="59055">
              <a:lnSpc>
                <a:spcPct val="102600"/>
              </a:lnSpc>
            </a:pPr>
            <a:r>
              <a:rPr sz="1100" spc="-10" dirty="0">
                <a:latin typeface="Georgia"/>
                <a:cs typeface="Georgia"/>
                <a:hlinkClick r:id="rId19" action="ppaction://hlinksldjump"/>
              </a:rPr>
              <a:t>Example</a:t>
            </a:r>
            <a:r>
              <a:rPr sz="1100" spc="35" dirty="0">
                <a:latin typeface="Georgia"/>
                <a:cs typeface="Georgia"/>
                <a:hlinkClick r:id="rId19" action="ppaction://hlinksldjump"/>
              </a:rPr>
              <a:t> </a:t>
            </a:r>
            <a:r>
              <a:rPr sz="1100" spc="-20" dirty="0">
                <a:latin typeface="Georgia"/>
                <a:cs typeface="Georgia"/>
                <a:hlinkClick r:id="rId19" action="ppaction://hlinksldjump"/>
              </a:rPr>
              <a:t>1.10</a:t>
            </a:r>
            <a:endParaRPr lang="en-US" sz="1100" spc="500" dirty="0">
              <a:latin typeface="Georgia"/>
              <a:cs typeface="Georgia"/>
            </a:endParaRPr>
          </a:p>
          <a:p>
            <a:pPr marL="307975" marR="59055">
              <a:lnSpc>
                <a:spcPct val="102600"/>
              </a:lnSpc>
            </a:pPr>
            <a:endParaRPr lang="en-US" sz="110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lang="en-US" sz="1200" baseline="3472" dirty="0">
                <a:solidFill>
                  <a:srgbClr val="EDEDE5"/>
                </a:solidFill>
                <a:latin typeface="Century"/>
                <a:cs typeface="Century"/>
              </a:rPr>
              <a:t>5</a:t>
            </a:r>
            <a:r>
              <a:rPr lang="en-US" sz="1200" spc="270" baseline="3472" dirty="0">
                <a:solidFill>
                  <a:srgbClr val="EDEDE5"/>
                </a:solidFill>
                <a:latin typeface="Century"/>
                <a:cs typeface="Century"/>
              </a:rPr>
              <a:t>  </a:t>
            </a:r>
            <a:r>
              <a:rPr lang="en-US" sz="1100" dirty="0">
                <a:solidFill>
                  <a:srgbClr val="525200"/>
                </a:solidFill>
                <a:latin typeface="Georgia"/>
                <a:cs typeface="Georgia"/>
                <a:hlinkClick r:id="rId20" action="ppaction://hlinksldjump"/>
              </a:rPr>
              <a:t>Next</a:t>
            </a:r>
            <a:r>
              <a:rPr lang="en-US" sz="1100" spc="90" dirty="0">
                <a:solidFill>
                  <a:srgbClr val="525200"/>
                </a:solidFill>
                <a:latin typeface="Georgia"/>
                <a:cs typeface="Georgia"/>
                <a:hlinkClick r:id="rId20" action="ppaction://hlinksldjump"/>
              </a:rPr>
              <a:t> </a:t>
            </a:r>
            <a:r>
              <a:rPr lang="en-US" sz="1100" spc="-20" dirty="0">
                <a:solidFill>
                  <a:srgbClr val="525200"/>
                </a:solidFill>
                <a:latin typeface="Georgia"/>
                <a:cs typeface="Georgia"/>
                <a:hlinkClick r:id="rId20" action="ppaction://hlinksldjump"/>
              </a:rPr>
              <a:t>Time</a:t>
            </a:r>
            <a:endParaRPr lang="en-US" sz="1100" dirty="0">
              <a:latin typeface="Georgia"/>
              <a:cs typeface="Georgi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73156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0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0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0" action="ppaction://hlinksldjump"/>
              </a:rPr>
              <a:t>355/555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0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0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0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0" action="ppaction://hlinksldjump"/>
              </a:rPr>
              <a:t>and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0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0" action="ppaction://hlinksldjump"/>
              </a:rPr>
              <a:t>Statistics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0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0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0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0" action="ppaction://hlinksldjump"/>
              </a:rPr>
              <a:t>Computer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0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0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960">
              <a:lnSpc>
                <a:spcPts val="670"/>
              </a:lnSpc>
            </a:pPr>
            <a:fld id="{81D60167-4931-47E6-BA6A-407CBD079E47}" type="slidenum">
              <a:rPr spc="-25" dirty="0"/>
              <a:t>2</a:t>
            </a:fld>
            <a:r>
              <a:rPr spc="-25" dirty="0"/>
              <a:t>/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87E3CDB-DD9C-2EF1-E581-B7639E9ECF60}"/>
                  </a:ext>
                </a:extLst>
              </p14:cNvPr>
              <p14:cNvContentPartPr/>
              <p14:nvPr/>
            </p14:nvContentPartPr>
            <p14:xfrm>
              <a:off x="322920" y="1306800"/>
              <a:ext cx="1532160" cy="950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87E3CDB-DD9C-2EF1-E581-B7639E9ECF60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13560" y="1297440"/>
                <a:ext cx="1550880" cy="113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14680">
              <a:lnSpc>
                <a:spcPct val="100000"/>
              </a:lnSpc>
              <a:spcBef>
                <a:spcPts val="135"/>
              </a:spcBef>
            </a:pPr>
            <a:r>
              <a:rPr spc="45" dirty="0"/>
              <a:t>Copyright</a:t>
            </a:r>
            <a:r>
              <a:rPr spc="125" dirty="0"/>
              <a:t> </a:t>
            </a:r>
            <a:r>
              <a:rPr spc="60" dirty="0"/>
              <a:t>Statement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1215326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1"/>
                </a:lnTo>
                <a:lnTo>
                  <a:pt x="4432566" y="19836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22615" y="1245003"/>
            <a:ext cx="136334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Copyright</a:t>
            </a:r>
            <a:r>
              <a:rPr sz="1200" spc="2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Statement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1423301"/>
            <a:ext cx="4432935" cy="7080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9209" marR="123825" indent="-635" algn="ctr">
              <a:lnSpc>
                <a:spcPct val="102600"/>
              </a:lnSpc>
              <a:spcBef>
                <a:spcPts val="55"/>
              </a:spcBef>
            </a:pPr>
            <a:r>
              <a:rPr sz="1100" spc="-10" dirty="0">
                <a:latin typeface="Georgia"/>
                <a:cs typeface="Georgia"/>
              </a:rPr>
              <a:t>Materials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prepared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for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and/or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included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in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this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course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protected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by </a:t>
            </a:r>
            <a:r>
              <a:rPr sz="1100" spc="-10" dirty="0">
                <a:latin typeface="Georgia"/>
                <a:cs typeface="Georgia"/>
              </a:rPr>
              <a:t>copyright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law.</a:t>
            </a:r>
            <a:r>
              <a:rPr sz="1100" spc="1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They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intended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used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only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by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students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enrolled </a:t>
            </a:r>
            <a:r>
              <a:rPr sz="1100" dirty="0">
                <a:latin typeface="Georgia"/>
                <a:cs typeface="Georgia"/>
              </a:rPr>
              <a:t>in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this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course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during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current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term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should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not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further </a:t>
            </a:r>
            <a:r>
              <a:rPr sz="1100" spc="-30" dirty="0">
                <a:latin typeface="Georgia"/>
                <a:cs typeface="Georgia"/>
              </a:rPr>
              <a:t>disseminated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without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prior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permission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from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course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instructor.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73156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960">
              <a:lnSpc>
                <a:spcPts val="670"/>
              </a:lnSpc>
            </a:pPr>
            <a:fld id="{81D60167-4931-47E6-BA6A-407CBD079E47}" type="slidenum">
              <a:rPr spc="-25" dirty="0"/>
              <a:t>3</a:t>
            </a:fld>
            <a:r>
              <a:rPr spc="-25" dirty="0"/>
              <a:t>/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871639" y="62407"/>
            <a:ext cx="2866821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9270">
              <a:lnSpc>
                <a:spcPct val="100000"/>
              </a:lnSpc>
              <a:spcBef>
                <a:spcPts val="135"/>
              </a:spcBef>
            </a:pPr>
            <a:r>
              <a:rPr lang="en-US" dirty="0"/>
              <a:t>Birthday Problem in This Class</a:t>
            </a:r>
            <a:endParaRPr spc="4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31568" y="3353670"/>
            <a:ext cx="257365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96405" y="3353670"/>
            <a:ext cx="11874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4/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0801AA-9B23-55C3-4897-0182BF2CA350}"/>
              </a:ext>
            </a:extLst>
          </p:cNvPr>
          <p:cNvSpPr txBox="1"/>
          <p:nvPr/>
        </p:nvSpPr>
        <p:spPr>
          <a:xfrm>
            <a:off x="247649" y="434975"/>
            <a:ext cx="4114800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latin typeface="+mn-lt"/>
              </a:rPr>
              <a:t>At </a:t>
            </a:r>
            <a:r>
              <a:rPr lang="en-US" sz="1100" dirty="0">
                <a:latin typeface="+mn-lt"/>
              </a:rPr>
              <a:t>least one student has birthday in this week, or I will take attendance.</a:t>
            </a:r>
          </a:p>
          <a:p>
            <a:pPr marL="171450" lvl="3" indent="-171450">
              <a:buFont typeface="Arial" panose="020B0604020202020204" pitchFamily="34" charset="0"/>
              <a:buChar char="•"/>
            </a:pPr>
            <a:endParaRPr lang="en-US" sz="1100" dirty="0">
              <a:latin typeface="+mn-lt"/>
            </a:endParaRPr>
          </a:p>
          <a:p>
            <a:pPr marL="171450" lvl="3" indent="-171450">
              <a:buFont typeface="Arial" panose="020B0604020202020204" pitchFamily="34" charset="0"/>
              <a:buChar char="•"/>
            </a:pPr>
            <a:endParaRPr lang="en-US" sz="1100" dirty="0">
              <a:latin typeface="+mn-lt"/>
            </a:endParaRPr>
          </a:p>
          <a:p>
            <a:pPr marL="171450" lvl="3" indent="-171450">
              <a:buFont typeface="Arial" panose="020B0604020202020204" pitchFamily="34" charset="0"/>
              <a:buChar char="•"/>
            </a:pPr>
            <a:endParaRPr lang="en-US" sz="1100" dirty="0">
              <a:latin typeface="+mn-lt"/>
            </a:endParaRPr>
          </a:p>
          <a:p>
            <a:pPr marL="171450" lvl="3" indent="-171450">
              <a:buFont typeface="Arial" panose="020B0604020202020204" pitchFamily="34" charset="0"/>
              <a:buChar char="•"/>
            </a:pPr>
            <a:endParaRPr lang="en-US" sz="1100" dirty="0">
              <a:latin typeface="+mn-lt"/>
            </a:endParaRPr>
          </a:p>
          <a:p>
            <a:pPr marL="171450" lvl="3" indent="-171450">
              <a:buFont typeface="Arial" panose="020B0604020202020204" pitchFamily="34" charset="0"/>
              <a:buChar char="•"/>
            </a:pPr>
            <a:endParaRPr lang="en-US" sz="1100" dirty="0">
              <a:latin typeface="+mn-lt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871639" y="62407"/>
            <a:ext cx="2866821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9270">
              <a:lnSpc>
                <a:spcPct val="100000"/>
              </a:lnSpc>
              <a:spcBef>
                <a:spcPts val="135"/>
              </a:spcBef>
            </a:pPr>
            <a:r>
              <a:rPr lang="en-US" dirty="0"/>
              <a:t>Birthday Problem in This Class</a:t>
            </a:r>
            <a:endParaRPr spc="4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31568" y="3353670"/>
            <a:ext cx="257365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96405" y="3353670"/>
            <a:ext cx="11874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4/</a:t>
            </a:r>
            <a:endParaRPr sz="600">
              <a:latin typeface="Bookman Old Style"/>
              <a:cs typeface="Bookman Old Styl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C0801AA-9B23-55C3-4897-0182BF2CA350}"/>
                  </a:ext>
                </a:extLst>
              </p:cNvPr>
              <p:cNvSpPr txBox="1"/>
              <p:nvPr/>
            </p:nvSpPr>
            <p:spPr>
              <a:xfrm>
                <a:off x="247649" y="434975"/>
                <a:ext cx="4114800" cy="16860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+mn-lt"/>
                  </a:rPr>
                  <a:t>I claim that at least one student has birthday in this week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+mn-lt"/>
                  </a:rPr>
                  <a:t>Denote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1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100" dirty="0">
                    <a:latin typeface="+mn-lt"/>
                  </a:rPr>
                  <a:t> to be the event that at least one out of </a:t>
                </a:r>
                <a:r>
                  <a:rPr lang="en-US" sz="1100" dirty="0" err="1">
                    <a:latin typeface="+mn-lt"/>
                  </a:rPr>
                  <a:t>i</a:t>
                </a:r>
                <a:r>
                  <a:rPr lang="en-US" sz="1100" dirty="0">
                    <a:latin typeface="+mn-lt"/>
                  </a:rPr>
                  <a:t> people has birthday in this week</a:t>
                </a: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r>
                  <a:rPr lang="en-US" sz="1100" dirty="0"/>
                  <a:t>      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1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1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1100" i="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100" i="0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1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100" i="0" dirty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sz="1100" i="0" dirty="0">
                            <a:latin typeface="Cambria Math" panose="02040503050406030204" pitchFamily="18" charset="0"/>
                          </a:rPr>
                          <m:t>365</m:t>
                        </m:r>
                      </m:den>
                    </m:f>
                    <m:r>
                      <a:rPr lang="en-US" sz="1100" i="0" dirty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100" b="0" i="1" dirty="0" smtClean="0">
                        <a:latin typeface="Cambria Math" panose="02040503050406030204" pitchFamily="18" charset="0"/>
                      </a:rPr>
                      <m:t>0.01</m:t>
                    </m:r>
                    <m:r>
                      <a:rPr lang="en-US" sz="1100" i="0" dirty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endParaRPr lang="en-US" sz="1100" dirty="0">
                  <a:latin typeface="+mn-l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C0801AA-9B23-55C3-4897-0182BF2CA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49" y="434975"/>
                <a:ext cx="4114800" cy="1686039"/>
              </a:xfrm>
              <a:prstGeom prst="rect">
                <a:avLst/>
              </a:prstGeom>
              <a:blipFill>
                <a:blip r:embed="rId3"/>
                <a:stretch>
                  <a:fillRect t="-3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35B08FF-9079-325D-FE54-2920FE70F7FD}"/>
                  </a:ext>
                </a:extLst>
              </p14:cNvPr>
              <p14:cNvContentPartPr/>
              <p14:nvPr/>
            </p14:nvContentPartPr>
            <p14:xfrm>
              <a:off x="793080" y="810000"/>
              <a:ext cx="3508200" cy="521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35B08FF-9079-325D-FE54-2920FE70F7F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3720" y="800640"/>
                <a:ext cx="3526920" cy="540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01535261"/>
      </p:ext>
    </p:extLst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871639" y="62407"/>
            <a:ext cx="2866821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9270">
              <a:lnSpc>
                <a:spcPct val="100000"/>
              </a:lnSpc>
              <a:spcBef>
                <a:spcPts val="135"/>
              </a:spcBef>
            </a:pPr>
            <a:r>
              <a:rPr lang="en-US" dirty="0"/>
              <a:t>Birthday Problem in This Class</a:t>
            </a:r>
            <a:endParaRPr spc="4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31568" y="3353670"/>
            <a:ext cx="257365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96405" y="3353670"/>
            <a:ext cx="11874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4/</a:t>
            </a:r>
            <a:endParaRPr sz="600">
              <a:latin typeface="Bookman Old Style"/>
              <a:cs typeface="Bookman Old Styl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C0801AA-9B23-55C3-4897-0182BF2CA350}"/>
                  </a:ext>
                </a:extLst>
              </p:cNvPr>
              <p:cNvSpPr txBox="1"/>
              <p:nvPr/>
            </p:nvSpPr>
            <p:spPr>
              <a:xfrm>
                <a:off x="247649" y="434975"/>
                <a:ext cx="4114800" cy="19393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+mn-lt"/>
                  </a:rPr>
                  <a:t>I claim that at least one student has birthday in this week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+mn-lt"/>
                  </a:rPr>
                  <a:t>Denote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1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100" dirty="0">
                    <a:latin typeface="+mn-lt"/>
                  </a:rPr>
                  <a:t> to be the event that at least one out of </a:t>
                </a:r>
                <a:r>
                  <a:rPr lang="en-US" sz="1100" dirty="0" err="1">
                    <a:latin typeface="+mn-lt"/>
                  </a:rPr>
                  <a:t>i</a:t>
                </a:r>
                <a:r>
                  <a:rPr lang="en-US" sz="1100" dirty="0">
                    <a:latin typeface="+mn-lt"/>
                  </a:rPr>
                  <a:t> people has birthday in this week</a:t>
                </a: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r>
                  <a:rPr lang="en-US" sz="1100" dirty="0"/>
                  <a:t>      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1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1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1100" i="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100" i="0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1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100" i="0" dirty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sz="1100" i="0" dirty="0">
                            <a:latin typeface="Cambria Math" panose="02040503050406030204" pitchFamily="18" charset="0"/>
                          </a:rPr>
                          <m:t>365</m:t>
                        </m:r>
                      </m:den>
                    </m:f>
                    <m:r>
                      <a:rPr lang="en-US" sz="1100" i="0" dirty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100" b="0" i="1" dirty="0" smtClean="0">
                        <a:latin typeface="Cambria Math" panose="02040503050406030204" pitchFamily="18" charset="0"/>
                      </a:rPr>
                      <m:t>0.01</m:t>
                    </m:r>
                    <m:r>
                      <a:rPr lang="en-US" sz="1100" i="0" dirty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+mn-lt"/>
                  </a:rPr>
                  <a:t>       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1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1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1100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1100" i="0" dirty="0">
                        <a:latin typeface="Cambria Math" panose="02040503050406030204" pitchFamily="18" charset="0"/>
                      </a:rPr>
                      <m:t>=1−</m:t>
                    </m:r>
                    <m:d>
                      <m:dPr>
                        <m:ctrlPr>
                          <a:rPr lang="en-US" sz="11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i="0" dirty="0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sz="11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100" i="0" dirty="0"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US" sz="1100" i="0" dirty="0">
                                <a:latin typeface="Cambria Math" panose="02040503050406030204" pitchFamily="18" charset="0"/>
                              </a:rPr>
                              <m:t>365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sz="11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i="0" dirty="0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sz="11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100" i="0" dirty="0"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US" sz="1100" i="0" dirty="0">
                                <a:latin typeface="Cambria Math" panose="02040503050406030204" pitchFamily="18" charset="0"/>
                              </a:rPr>
                              <m:t>365</m:t>
                            </m:r>
                          </m:den>
                        </m:f>
                      </m:e>
                    </m:d>
                    <m:r>
                      <a:rPr lang="en-US" sz="1100" i="0" dirty="0">
                        <a:latin typeface="Cambria Math" panose="02040503050406030204" pitchFamily="18" charset="0"/>
                      </a:rPr>
                      <m:t>≈0.0</m:t>
                    </m:r>
                    <m:r>
                      <a:rPr lang="en-US" sz="1100" b="0" i="0" dirty="0" smtClean="0">
                        <a:latin typeface="Cambria Math" panose="02040503050406030204" pitchFamily="18" charset="0"/>
                      </a:rPr>
                      <m:t>38</m:t>
                    </m:r>
                  </m:oMath>
                </a14:m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endParaRPr lang="en-US" sz="1100" dirty="0">
                  <a:latin typeface="+mn-l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C0801AA-9B23-55C3-4897-0182BF2CA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49" y="434975"/>
                <a:ext cx="4114800" cy="1939377"/>
              </a:xfrm>
              <a:prstGeom prst="rect">
                <a:avLst/>
              </a:prstGeom>
              <a:blipFill>
                <a:blip r:embed="rId3"/>
                <a:stretch>
                  <a:fillRect t="-3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0E594D1-C46F-849A-418E-01CC9545AA2B}"/>
                  </a:ext>
                </a:extLst>
              </p14:cNvPr>
              <p14:cNvContentPartPr/>
              <p14:nvPr/>
            </p14:nvContentPartPr>
            <p14:xfrm>
              <a:off x="308160" y="1454760"/>
              <a:ext cx="3922560" cy="1604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0E594D1-C46F-849A-418E-01CC9545AA2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8800" y="1445400"/>
                <a:ext cx="3941280" cy="1622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22776612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871639" y="62407"/>
            <a:ext cx="2866821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9270">
              <a:lnSpc>
                <a:spcPct val="100000"/>
              </a:lnSpc>
              <a:spcBef>
                <a:spcPts val="135"/>
              </a:spcBef>
            </a:pPr>
            <a:r>
              <a:rPr lang="en-US" dirty="0"/>
              <a:t>Birthday Problem in This Class</a:t>
            </a:r>
            <a:endParaRPr spc="4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31568" y="3353670"/>
            <a:ext cx="257365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96405" y="3353670"/>
            <a:ext cx="11874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4/</a:t>
            </a:r>
            <a:endParaRPr sz="600">
              <a:latin typeface="Bookman Old Style"/>
              <a:cs typeface="Bookman Old Styl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C0801AA-9B23-55C3-4897-0182BF2CA350}"/>
                  </a:ext>
                </a:extLst>
              </p:cNvPr>
              <p:cNvSpPr txBox="1"/>
              <p:nvPr/>
            </p:nvSpPr>
            <p:spPr>
              <a:xfrm>
                <a:off x="247649" y="434975"/>
                <a:ext cx="4114800" cy="23954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+mn-lt"/>
                  </a:rPr>
                  <a:t>I claim that at least one student has birthday in this week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+mn-lt"/>
                  </a:rPr>
                  <a:t>Denote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1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100" dirty="0">
                    <a:latin typeface="+mn-lt"/>
                  </a:rPr>
                  <a:t> to be the event that at least one out of </a:t>
                </a:r>
                <a:r>
                  <a:rPr lang="en-US" sz="1100" dirty="0" err="1">
                    <a:latin typeface="+mn-lt"/>
                  </a:rPr>
                  <a:t>i</a:t>
                </a:r>
                <a:r>
                  <a:rPr lang="en-US" sz="1100" dirty="0">
                    <a:latin typeface="+mn-lt"/>
                  </a:rPr>
                  <a:t> people has birthday in this week</a:t>
                </a: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r>
                  <a:rPr lang="en-US" sz="1100" dirty="0"/>
                  <a:t>      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1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1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1100" i="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100" i="0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1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100" i="0" dirty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sz="1100" i="0" dirty="0">
                            <a:latin typeface="Cambria Math" panose="02040503050406030204" pitchFamily="18" charset="0"/>
                          </a:rPr>
                          <m:t>365</m:t>
                        </m:r>
                      </m:den>
                    </m:f>
                    <m:r>
                      <a:rPr lang="en-US" sz="1100" i="0" dirty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100" b="0" i="1" dirty="0" smtClean="0">
                        <a:latin typeface="Cambria Math" panose="02040503050406030204" pitchFamily="18" charset="0"/>
                      </a:rPr>
                      <m:t>0.01</m:t>
                    </m:r>
                    <m:r>
                      <a:rPr lang="en-US" sz="1100" i="0" dirty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+mn-lt"/>
                  </a:rPr>
                  <a:t>       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1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1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1100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1100" i="0" dirty="0">
                        <a:latin typeface="Cambria Math" panose="02040503050406030204" pitchFamily="18" charset="0"/>
                      </a:rPr>
                      <m:t>=1−</m:t>
                    </m:r>
                    <m:d>
                      <m:dPr>
                        <m:ctrlPr>
                          <a:rPr lang="en-US" sz="11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i="0" dirty="0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sz="11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100" i="0" dirty="0"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US" sz="1100" i="0" dirty="0">
                                <a:latin typeface="Cambria Math" panose="02040503050406030204" pitchFamily="18" charset="0"/>
                              </a:rPr>
                              <m:t>365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sz="11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i="0" dirty="0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sz="11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100" i="0" dirty="0"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US" sz="1100" i="0" dirty="0">
                                <a:latin typeface="Cambria Math" panose="02040503050406030204" pitchFamily="18" charset="0"/>
                              </a:rPr>
                              <m:t>365</m:t>
                            </m:r>
                          </m:den>
                        </m:f>
                      </m:e>
                    </m:d>
                    <m:r>
                      <a:rPr lang="en-US" sz="1100" i="0" dirty="0">
                        <a:latin typeface="Cambria Math" panose="02040503050406030204" pitchFamily="18" charset="0"/>
                      </a:rPr>
                      <m:t>≈0.0</m:t>
                    </m:r>
                    <m:r>
                      <a:rPr lang="en-US" sz="1100" b="0" i="0" dirty="0" smtClean="0">
                        <a:latin typeface="Cambria Math" panose="02040503050406030204" pitchFamily="18" charset="0"/>
                      </a:rPr>
                      <m:t>38</m:t>
                    </m:r>
                  </m:oMath>
                </a14:m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+mn-lt"/>
                  </a:rPr>
                  <a:t>       </a:t>
                </a:r>
                <a14:m>
                  <m:oMath xmlns:m="http://schemas.openxmlformats.org/officeDocument/2006/math">
                    <m:r>
                      <a:rPr lang="en-US" sz="11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1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1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dirty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1100" i="0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sz="1100" i="0" dirty="0">
                        <a:latin typeface="Cambria Math" panose="02040503050406030204" pitchFamily="18" charset="0"/>
                      </a:rPr>
                      <m:t>=1−</m:t>
                    </m:r>
                    <m:sSup>
                      <m:sSupPr>
                        <m:ctrlPr>
                          <a:rPr lang="en-US" sz="11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1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0" dirty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sz="11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100" i="0" dirty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num>
                              <m:den>
                                <m:r>
                                  <a:rPr lang="en-US" sz="1100" i="0" dirty="0">
                                    <a:latin typeface="Cambria Math" panose="02040503050406030204" pitchFamily="18" charset="0"/>
                                  </a:rPr>
                                  <m:t>365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1100" i="0" dirty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1100" i="0" dirty="0">
                        <a:latin typeface="Cambria Math" panose="02040503050406030204" pitchFamily="18" charset="0"/>
                      </a:rPr>
                      <m:t>=0.056</m:t>
                    </m:r>
                  </m:oMath>
                </a14:m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endParaRPr lang="en-US" sz="1100" dirty="0">
                  <a:latin typeface="+mn-l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C0801AA-9B23-55C3-4897-0182BF2CA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49" y="434975"/>
                <a:ext cx="4114800" cy="2395464"/>
              </a:xfrm>
              <a:prstGeom prst="rect">
                <a:avLst/>
              </a:prstGeom>
              <a:blipFill>
                <a:blip r:embed="rId3"/>
                <a:stretch>
                  <a:fillRect t="-2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34BFFA3-E708-B033-B527-139DEA64530C}"/>
                  </a:ext>
                </a:extLst>
              </p14:cNvPr>
              <p14:cNvContentPartPr/>
              <p14:nvPr/>
            </p14:nvContentPartPr>
            <p14:xfrm>
              <a:off x="788760" y="1428840"/>
              <a:ext cx="1961280" cy="4215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34BFFA3-E708-B033-B527-139DEA64530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9400" y="1419480"/>
                <a:ext cx="1980000" cy="440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27678318"/>
      </p:ext>
    </p:extLst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871639" y="62407"/>
            <a:ext cx="2866821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9270">
              <a:lnSpc>
                <a:spcPct val="100000"/>
              </a:lnSpc>
              <a:spcBef>
                <a:spcPts val="135"/>
              </a:spcBef>
            </a:pPr>
            <a:r>
              <a:rPr lang="en-US" dirty="0"/>
              <a:t>Birthday Problem in This Class</a:t>
            </a:r>
            <a:endParaRPr spc="4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31568" y="3353670"/>
            <a:ext cx="257365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96405" y="3353670"/>
            <a:ext cx="11874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4/</a:t>
            </a:r>
            <a:endParaRPr sz="600">
              <a:latin typeface="Bookman Old Style"/>
              <a:cs typeface="Bookman Old Styl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C0801AA-9B23-55C3-4897-0182BF2CA350}"/>
                  </a:ext>
                </a:extLst>
              </p:cNvPr>
              <p:cNvSpPr txBox="1"/>
              <p:nvPr/>
            </p:nvSpPr>
            <p:spPr>
              <a:xfrm>
                <a:off x="247649" y="434975"/>
                <a:ext cx="4114800" cy="31944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+mn-lt"/>
                  </a:rPr>
                  <a:t>I claim that at least one student has birthday in this week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+mn-lt"/>
                  </a:rPr>
                  <a:t>Denote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1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100" dirty="0">
                    <a:latin typeface="+mn-lt"/>
                  </a:rPr>
                  <a:t> to be the event that at least one out of n people has birthday in this week</a:t>
                </a: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r>
                  <a:rPr lang="en-US" sz="1100" dirty="0"/>
                  <a:t>      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1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1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1100" i="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100" i="0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1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100" i="0" dirty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sz="1100" i="0" dirty="0">
                            <a:latin typeface="Cambria Math" panose="02040503050406030204" pitchFamily="18" charset="0"/>
                          </a:rPr>
                          <m:t>365</m:t>
                        </m:r>
                      </m:den>
                    </m:f>
                    <m:r>
                      <a:rPr lang="en-US" sz="1100" i="0" dirty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100" b="0" i="1" dirty="0" smtClean="0">
                        <a:latin typeface="Cambria Math" panose="02040503050406030204" pitchFamily="18" charset="0"/>
                      </a:rPr>
                      <m:t>0.01</m:t>
                    </m:r>
                    <m:r>
                      <a:rPr lang="en-US" sz="1100" i="0" dirty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+mn-lt"/>
                  </a:rPr>
                  <a:t>       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1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1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1100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1100" i="0" dirty="0">
                        <a:latin typeface="Cambria Math" panose="02040503050406030204" pitchFamily="18" charset="0"/>
                      </a:rPr>
                      <m:t>=1−</m:t>
                    </m:r>
                    <m:d>
                      <m:dPr>
                        <m:ctrlPr>
                          <a:rPr lang="en-US" sz="11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i="0" dirty="0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sz="11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100" i="0" dirty="0"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US" sz="1100" i="0" dirty="0">
                                <a:latin typeface="Cambria Math" panose="02040503050406030204" pitchFamily="18" charset="0"/>
                              </a:rPr>
                              <m:t>365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sz="11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i="0" dirty="0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sz="11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100" i="0" dirty="0"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US" sz="1100" i="0" dirty="0">
                                <a:latin typeface="Cambria Math" panose="02040503050406030204" pitchFamily="18" charset="0"/>
                              </a:rPr>
                              <m:t>365</m:t>
                            </m:r>
                          </m:den>
                        </m:f>
                      </m:e>
                    </m:d>
                    <m:r>
                      <a:rPr lang="en-US" sz="1100" i="0" dirty="0">
                        <a:latin typeface="Cambria Math" panose="02040503050406030204" pitchFamily="18" charset="0"/>
                      </a:rPr>
                      <m:t>≈0.0</m:t>
                    </m:r>
                    <m:r>
                      <a:rPr lang="en-US" sz="1100" b="0" i="0" dirty="0" smtClean="0">
                        <a:latin typeface="Cambria Math" panose="02040503050406030204" pitchFamily="18" charset="0"/>
                      </a:rPr>
                      <m:t>38</m:t>
                    </m:r>
                  </m:oMath>
                </a14:m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+mn-lt"/>
                  </a:rPr>
                  <a:t>       </a:t>
                </a:r>
                <a14:m>
                  <m:oMath xmlns:m="http://schemas.openxmlformats.org/officeDocument/2006/math">
                    <m:r>
                      <a:rPr lang="en-US" sz="11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1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1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dirty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1100" i="0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sz="1100" i="0" dirty="0">
                        <a:latin typeface="Cambria Math" panose="02040503050406030204" pitchFamily="18" charset="0"/>
                      </a:rPr>
                      <m:t>=1−</m:t>
                    </m:r>
                    <m:sSup>
                      <m:sSupPr>
                        <m:ctrlPr>
                          <a:rPr lang="en-US" sz="11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1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0" dirty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sz="11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100" i="0" dirty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num>
                              <m:den>
                                <m:r>
                                  <a:rPr lang="en-US" sz="1100" i="0" dirty="0">
                                    <a:latin typeface="Cambria Math" panose="02040503050406030204" pitchFamily="18" charset="0"/>
                                  </a:rPr>
                                  <m:t>365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1100" i="0" dirty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1100" i="0" dirty="0">
                        <a:latin typeface="Cambria Math" panose="02040503050406030204" pitchFamily="18" charset="0"/>
                      </a:rPr>
                      <m:t>=0.056</m:t>
                    </m:r>
                  </m:oMath>
                </a14:m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+mn-lt"/>
                  </a:rPr>
                  <a:t>…..</a:t>
                </a: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100" b="0" i="1" dirty="0" smtClean="0">
                        <a:latin typeface="Cambria Math" panose="02040503050406030204" pitchFamily="18" charset="0"/>
                      </a:rPr>
                      <m:t>        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1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1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1100" i="0" dirty="0">
                                <a:latin typeface="Cambria Math" panose="02040503050406030204" pitchFamily="18" charset="0"/>
                              </a:rPr>
                              <m:t>102</m:t>
                            </m:r>
                          </m:sub>
                        </m:sSub>
                      </m:e>
                    </m:d>
                    <m:r>
                      <a:rPr lang="en-US" sz="1100" i="0" dirty="0">
                        <a:latin typeface="Cambria Math" panose="02040503050406030204" pitchFamily="18" charset="0"/>
                      </a:rPr>
                      <m:t>=1−</m:t>
                    </m:r>
                    <m:sSup>
                      <m:sSupPr>
                        <m:ctrlPr>
                          <a:rPr lang="en-US" sz="11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1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0" dirty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sz="11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100" i="0" dirty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num>
                              <m:den>
                                <m:r>
                                  <a:rPr lang="en-US" sz="1100" i="0" dirty="0">
                                    <a:latin typeface="Cambria Math" panose="02040503050406030204" pitchFamily="18" charset="0"/>
                                  </a:rPr>
                                  <m:t>365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1100" i="0" dirty="0">
                            <a:latin typeface="Cambria Math" panose="02040503050406030204" pitchFamily="18" charset="0"/>
                          </a:rPr>
                          <m:t>102</m:t>
                        </m:r>
                      </m:sup>
                    </m:sSup>
                    <m:r>
                      <a:rPr lang="en-US" sz="1100" i="0" dirty="0">
                        <a:latin typeface="Cambria Math" panose="02040503050406030204" pitchFamily="18" charset="0"/>
                      </a:rPr>
                      <m:t>≈0.86</m:t>
                    </m:r>
                  </m:oMath>
                </a14:m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endParaRPr lang="en-US" sz="1100" dirty="0">
                  <a:latin typeface="+mn-l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C0801AA-9B23-55C3-4897-0182BF2CA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49" y="434975"/>
                <a:ext cx="4114800" cy="3194401"/>
              </a:xfrm>
              <a:prstGeom prst="rect">
                <a:avLst/>
              </a:prstGeom>
              <a:blipFill>
                <a:blip r:embed="rId3"/>
                <a:stretch>
                  <a:fillRect t="-1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812E561-CD18-30B0-443C-EA2920F11E9C}"/>
                  </a:ext>
                </a:extLst>
              </p14:cNvPr>
              <p14:cNvContentPartPr/>
              <p14:nvPr/>
            </p14:nvContentPartPr>
            <p14:xfrm>
              <a:off x="1439280" y="1784880"/>
              <a:ext cx="1521360" cy="1022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812E561-CD18-30B0-443C-EA2920F11E9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29920" y="1775520"/>
                <a:ext cx="1540080" cy="1041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65216713"/>
      </p:ext>
    </p:extLst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9270">
              <a:lnSpc>
                <a:spcPct val="100000"/>
              </a:lnSpc>
              <a:spcBef>
                <a:spcPts val="135"/>
              </a:spcBef>
            </a:pPr>
            <a:r>
              <a:rPr dirty="0"/>
              <a:t>Conditional</a:t>
            </a:r>
            <a:r>
              <a:rPr spc="145" dirty="0"/>
              <a:t>  </a:t>
            </a:r>
            <a:r>
              <a:rPr spc="45" dirty="0"/>
              <a:t>Probability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1003465"/>
            <a:ext cx="3623945" cy="5441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I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flip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four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coins.</a:t>
            </a:r>
            <a:r>
              <a:rPr sz="1100" spc="114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At least o</a:t>
            </a:r>
            <a:r>
              <a:rPr sz="1100" dirty="0">
                <a:latin typeface="Georgia"/>
                <a:cs typeface="Georgia"/>
              </a:rPr>
              <a:t>ne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them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tail.</a:t>
            </a:r>
            <a:endParaRPr sz="11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What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there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exactly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three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heads?</a:t>
            </a:r>
            <a:endParaRPr sz="1100" dirty="0">
              <a:latin typeface="Georgia"/>
              <a:cs typeface="Georg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31568" y="3353670"/>
            <a:ext cx="257365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96405" y="3353670"/>
            <a:ext cx="11874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4/</a:t>
            </a:r>
            <a:endParaRPr sz="600">
              <a:latin typeface="Bookman Old Style"/>
              <a:cs typeface="Bookman Old Style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04DA909-1144-8D60-E4AB-BD2803A991BA}"/>
                  </a:ext>
                </a:extLst>
              </p14:cNvPr>
              <p14:cNvContentPartPr/>
              <p14:nvPr/>
            </p14:nvContentPartPr>
            <p14:xfrm>
              <a:off x="139320" y="1172520"/>
              <a:ext cx="3583440" cy="474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04DA909-1144-8D60-E4AB-BD2803A991B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9960" y="1163160"/>
                <a:ext cx="3602160" cy="493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87259601"/>
      </p:ext>
    </p:extLst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9270">
              <a:lnSpc>
                <a:spcPct val="100000"/>
              </a:lnSpc>
              <a:spcBef>
                <a:spcPts val="135"/>
              </a:spcBef>
            </a:pPr>
            <a:r>
              <a:rPr dirty="0"/>
              <a:t>Conditional</a:t>
            </a:r>
            <a:r>
              <a:rPr spc="145" dirty="0"/>
              <a:t>  </a:t>
            </a:r>
            <a:r>
              <a:rPr spc="45" dirty="0"/>
              <a:t>Probability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1003465"/>
            <a:ext cx="3623945" cy="14204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I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flip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four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coins.</a:t>
            </a:r>
            <a:r>
              <a:rPr sz="1100" spc="114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At least o</a:t>
            </a:r>
            <a:r>
              <a:rPr sz="1100" dirty="0">
                <a:latin typeface="Georgia"/>
                <a:cs typeface="Georgia"/>
              </a:rPr>
              <a:t>ne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them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tail.</a:t>
            </a:r>
            <a:endParaRPr sz="1100" dirty="0">
              <a:latin typeface="Georgia"/>
              <a:cs typeface="Georgia"/>
            </a:endParaRPr>
          </a:p>
          <a:p>
            <a:pPr marL="12700" marR="5080">
              <a:lnSpc>
                <a:spcPct val="210000"/>
              </a:lnSpc>
            </a:pPr>
            <a:r>
              <a:rPr sz="1100" dirty="0">
                <a:latin typeface="Georgia"/>
                <a:cs typeface="Georgia"/>
              </a:rPr>
              <a:t>What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there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exactly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three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heads? </a:t>
            </a:r>
            <a:r>
              <a:rPr sz="1100" dirty="0">
                <a:latin typeface="Georgia"/>
                <a:cs typeface="Georgia"/>
              </a:rPr>
              <a:t>Let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70" dirty="0">
                <a:latin typeface="Georgia"/>
                <a:cs typeface="Georgia"/>
              </a:rPr>
              <a:t>A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Exactly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three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heads</a:t>
            </a:r>
            <a:endParaRPr sz="110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Georgia"/>
                <a:cs typeface="Georgia"/>
              </a:rPr>
              <a:t>Let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50" dirty="0">
                <a:latin typeface="Georgia"/>
                <a:cs typeface="Georgia"/>
              </a:rPr>
              <a:t>B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At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least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one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lang="en-US" sz="1100" spc="75" dirty="0">
                <a:latin typeface="Georgia"/>
                <a:cs typeface="Georgia"/>
              </a:rPr>
              <a:t>tail</a:t>
            </a:r>
            <a:endParaRPr sz="11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What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70" dirty="0">
                <a:latin typeface="Georgia"/>
                <a:cs typeface="Georgia"/>
              </a:rPr>
              <a:t>A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given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B?</a:t>
            </a:r>
            <a:endParaRPr sz="1100" dirty="0">
              <a:latin typeface="Georgia"/>
              <a:cs typeface="Georg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31568" y="3353670"/>
            <a:ext cx="257365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96405" y="3353670"/>
            <a:ext cx="11874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4/</a:t>
            </a:r>
            <a:endParaRPr sz="600">
              <a:latin typeface="Bookman Old Style"/>
              <a:cs typeface="Bookman Old Style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F4D762E-DAD5-DBA9-FD67-DA8C5AFFA74E}"/>
                  </a:ext>
                </a:extLst>
              </p14:cNvPr>
              <p14:cNvContentPartPr/>
              <p14:nvPr/>
            </p14:nvContentPartPr>
            <p14:xfrm>
              <a:off x="184320" y="1824120"/>
              <a:ext cx="2231280" cy="6447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F4D762E-DAD5-DBA9-FD67-DA8C5AFFA74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4960" y="1814760"/>
                <a:ext cx="2250000" cy="663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68348" y="62407"/>
            <a:ext cx="18713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Conditional</a:t>
            </a:r>
            <a:r>
              <a:rPr sz="1400" spc="14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400" spc="45" dirty="0">
                <a:solidFill>
                  <a:srgbClr val="FFFFFF"/>
                </a:solidFill>
                <a:latin typeface="Times New Roman"/>
                <a:cs typeface="Times New Roman"/>
              </a:rPr>
              <a:t>Probability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880859"/>
            <a:ext cx="4432935" cy="215265"/>
          </a:xfrm>
          <a:custGeom>
            <a:avLst/>
            <a:gdLst/>
            <a:ahLst/>
            <a:cxnLst/>
            <a:rect l="l" t="t" r="r" b="b"/>
            <a:pathLst>
              <a:path w="4432935" h="21526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5239"/>
                </a:lnTo>
                <a:lnTo>
                  <a:pt x="4432566" y="215239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050834" y="918956"/>
            <a:ext cx="50673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b="0" i="1" dirty="0">
                <a:solidFill>
                  <a:srgbClr val="FFFFFF"/>
                </a:solidFill>
                <a:latin typeface="Bookman Old Style"/>
                <a:cs typeface="Bookman Old Style"/>
              </a:rPr>
              <a:t>P</a:t>
            </a:r>
            <a:r>
              <a:rPr sz="1200" b="0" i="1" spc="-175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1200" b="0" i="1" spc="-10" dirty="0">
                <a:solidFill>
                  <a:srgbClr val="FFFFFF"/>
                </a:solidFill>
                <a:latin typeface="Bookman Old Style"/>
                <a:cs typeface="Bookman Old Style"/>
              </a:rPr>
              <a:t>A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|</a:t>
            </a:r>
            <a:r>
              <a:rPr sz="1200" b="0" i="1" spc="-10" dirty="0">
                <a:solidFill>
                  <a:srgbClr val="FFFFFF"/>
                </a:solidFill>
                <a:latin typeface="Bookman Old Style"/>
                <a:cs typeface="Bookman Old Style"/>
              </a:rPr>
              <a:t>B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33295" y="1145959"/>
            <a:ext cx="11391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95" dirty="0">
                <a:latin typeface="Georgia"/>
                <a:cs typeface="Georgia"/>
              </a:rPr>
              <a:t> </a:t>
            </a:r>
            <a:r>
              <a:rPr sz="1200" b="0" i="1" u="sng" spc="75" baseline="38194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P</a:t>
            </a:r>
            <a:r>
              <a:rPr sz="1200" b="0" i="1" u="sng" spc="-172" baseline="38194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 </a:t>
            </a:r>
            <a:r>
              <a:rPr sz="1200" u="sng" spc="52" baseline="38194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(</a:t>
            </a:r>
            <a:r>
              <a:rPr sz="1200" b="0" i="1" u="sng" spc="52" baseline="38194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A</a:t>
            </a:r>
            <a:r>
              <a:rPr sz="1200" i="1" u="sng" spc="52" baseline="38194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∩</a:t>
            </a:r>
            <a:r>
              <a:rPr sz="1200" b="0" i="1" u="sng" spc="52" baseline="38194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B</a:t>
            </a:r>
            <a:r>
              <a:rPr sz="1200" u="sng" spc="52" baseline="38194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)</a:t>
            </a:r>
            <a:endParaRPr sz="1200" baseline="38194">
              <a:latin typeface="Century"/>
              <a:cs typeface="Century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05113" y="1232878"/>
            <a:ext cx="26606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b="0" i="1" spc="50" dirty="0">
                <a:latin typeface="Bookman Old Style"/>
                <a:cs typeface="Bookman Old Style"/>
              </a:rPr>
              <a:t>P</a:t>
            </a:r>
            <a:r>
              <a:rPr sz="800" b="0" i="1" spc="-125" dirty="0">
                <a:latin typeface="Bookman Old Style"/>
                <a:cs typeface="Bookman Old Style"/>
              </a:rPr>
              <a:t> </a:t>
            </a:r>
            <a:r>
              <a:rPr sz="800" spc="45" dirty="0">
                <a:latin typeface="Century"/>
                <a:cs typeface="Century"/>
              </a:rPr>
              <a:t>(</a:t>
            </a:r>
            <a:r>
              <a:rPr sz="800" b="0" i="1" spc="45" dirty="0">
                <a:latin typeface="Bookman Old Style"/>
                <a:cs typeface="Bookman Old Style"/>
              </a:rPr>
              <a:t>B</a:t>
            </a:r>
            <a:r>
              <a:rPr sz="800" spc="45" dirty="0">
                <a:latin typeface="Century"/>
                <a:cs typeface="Century"/>
              </a:rPr>
              <a:t>)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731568" y="3353670"/>
            <a:ext cx="257365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96405" y="3353670"/>
            <a:ext cx="11874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5/</a:t>
            </a:r>
            <a:endParaRPr sz="600">
              <a:latin typeface="Bookman Old Style"/>
              <a:cs typeface="Bookman Old Style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104CAE8-233E-9965-4837-BE30991F49BB}"/>
                  </a:ext>
                </a:extLst>
              </p14:cNvPr>
              <p14:cNvContentPartPr/>
              <p14:nvPr/>
            </p14:nvContentPartPr>
            <p14:xfrm>
              <a:off x="1757520" y="555120"/>
              <a:ext cx="2397600" cy="8906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104CAE8-233E-9965-4837-BE30991F49B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48160" y="545760"/>
                <a:ext cx="2416320" cy="909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9270">
              <a:lnSpc>
                <a:spcPct val="100000"/>
              </a:lnSpc>
              <a:spcBef>
                <a:spcPts val="135"/>
              </a:spcBef>
            </a:pPr>
            <a:r>
              <a:rPr dirty="0"/>
              <a:t>Conditional</a:t>
            </a:r>
            <a:r>
              <a:rPr spc="145" dirty="0"/>
              <a:t>  </a:t>
            </a:r>
            <a:r>
              <a:rPr spc="45" dirty="0"/>
              <a:t>Probability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880859"/>
            <a:ext cx="4432935" cy="215265"/>
          </a:xfrm>
          <a:custGeom>
            <a:avLst/>
            <a:gdLst/>
            <a:ahLst/>
            <a:cxnLst/>
            <a:rect l="l" t="t" r="r" b="b"/>
            <a:pathLst>
              <a:path w="4432935" h="21526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5239"/>
                </a:lnTo>
                <a:lnTo>
                  <a:pt x="4432566" y="215239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050834" y="918956"/>
            <a:ext cx="50673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b="0" i="1" dirty="0">
                <a:solidFill>
                  <a:srgbClr val="FFFFFF"/>
                </a:solidFill>
                <a:latin typeface="Bookman Old Style"/>
                <a:cs typeface="Bookman Old Style"/>
              </a:rPr>
              <a:t>P</a:t>
            </a:r>
            <a:r>
              <a:rPr sz="1200" b="0" i="1" spc="-175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1200" b="0" i="1" spc="-10" dirty="0">
                <a:solidFill>
                  <a:srgbClr val="FFFFFF"/>
                </a:solidFill>
                <a:latin typeface="Bookman Old Style"/>
                <a:cs typeface="Bookman Old Style"/>
              </a:rPr>
              <a:t>A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|</a:t>
            </a:r>
            <a:r>
              <a:rPr sz="1200" b="0" i="1" spc="-10" dirty="0">
                <a:solidFill>
                  <a:srgbClr val="FFFFFF"/>
                </a:solidFill>
                <a:latin typeface="Bookman Old Style"/>
                <a:cs typeface="Bookman Old Style"/>
              </a:rPr>
              <a:t>B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33295" y="1145959"/>
            <a:ext cx="11391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95" dirty="0">
                <a:latin typeface="Georgia"/>
                <a:cs typeface="Georgia"/>
              </a:rPr>
              <a:t> </a:t>
            </a:r>
            <a:r>
              <a:rPr sz="1200" b="0" i="1" u="sng" spc="75" baseline="38194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P</a:t>
            </a:r>
            <a:r>
              <a:rPr sz="1200" b="0" i="1" u="sng" spc="-172" baseline="38194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 </a:t>
            </a:r>
            <a:r>
              <a:rPr sz="1200" u="sng" spc="52" baseline="38194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(</a:t>
            </a:r>
            <a:r>
              <a:rPr sz="1200" b="0" i="1" u="sng" spc="52" baseline="38194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A</a:t>
            </a:r>
            <a:r>
              <a:rPr sz="1200" i="1" u="sng" spc="52" baseline="38194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∩</a:t>
            </a:r>
            <a:r>
              <a:rPr sz="1200" b="0" i="1" u="sng" spc="52" baseline="38194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B</a:t>
            </a:r>
            <a:r>
              <a:rPr sz="1200" u="sng" spc="52" baseline="38194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)</a:t>
            </a:r>
            <a:endParaRPr sz="1200" baseline="38194">
              <a:latin typeface="Century"/>
              <a:cs typeface="Century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05113" y="1232878"/>
            <a:ext cx="26606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b="0" i="1" spc="50" dirty="0">
                <a:latin typeface="Bookman Old Style"/>
                <a:cs typeface="Bookman Old Style"/>
              </a:rPr>
              <a:t>P</a:t>
            </a:r>
            <a:r>
              <a:rPr sz="800" b="0" i="1" spc="-125" dirty="0">
                <a:latin typeface="Bookman Old Style"/>
                <a:cs typeface="Bookman Old Style"/>
              </a:rPr>
              <a:t> </a:t>
            </a:r>
            <a:r>
              <a:rPr sz="800" spc="45" dirty="0">
                <a:latin typeface="Century"/>
                <a:cs typeface="Century"/>
              </a:rPr>
              <a:t>(</a:t>
            </a:r>
            <a:r>
              <a:rPr sz="800" b="0" i="1" spc="45" dirty="0">
                <a:latin typeface="Bookman Old Style"/>
                <a:cs typeface="Bookman Old Style"/>
              </a:rPr>
              <a:t>B</a:t>
            </a:r>
            <a:r>
              <a:rPr sz="800" spc="45" dirty="0">
                <a:latin typeface="Century"/>
                <a:cs typeface="Century"/>
              </a:rPr>
              <a:t>)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5844" y="1488008"/>
            <a:ext cx="3623945" cy="5441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I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flip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four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coins.</a:t>
            </a:r>
            <a:r>
              <a:rPr sz="1100" spc="114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At least o</a:t>
            </a:r>
            <a:r>
              <a:rPr sz="1100" dirty="0">
                <a:latin typeface="Georgia"/>
                <a:cs typeface="Georgia"/>
              </a:rPr>
              <a:t>ne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them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tail.</a:t>
            </a:r>
            <a:endParaRPr sz="11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What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there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exactly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three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heads?</a:t>
            </a:r>
            <a:endParaRPr sz="1100" dirty="0">
              <a:latin typeface="Georgia"/>
              <a:cs typeface="Georgi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731568" y="3353670"/>
            <a:ext cx="257365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96405" y="3353670"/>
            <a:ext cx="11874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5/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9270">
              <a:lnSpc>
                <a:spcPct val="100000"/>
              </a:lnSpc>
              <a:spcBef>
                <a:spcPts val="135"/>
              </a:spcBef>
            </a:pPr>
            <a:r>
              <a:rPr dirty="0"/>
              <a:t>Conditional</a:t>
            </a:r>
            <a:r>
              <a:rPr spc="145" dirty="0"/>
              <a:t>  </a:t>
            </a:r>
            <a:r>
              <a:rPr spc="45" dirty="0"/>
              <a:t>Probability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880859"/>
            <a:ext cx="4432935" cy="215265"/>
          </a:xfrm>
          <a:custGeom>
            <a:avLst/>
            <a:gdLst/>
            <a:ahLst/>
            <a:cxnLst/>
            <a:rect l="l" t="t" r="r" b="b"/>
            <a:pathLst>
              <a:path w="4432935" h="21526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5239"/>
                </a:lnTo>
                <a:lnTo>
                  <a:pt x="4432566" y="215239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050834" y="918956"/>
            <a:ext cx="50673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b="0" i="1" dirty="0">
                <a:solidFill>
                  <a:srgbClr val="FFFFFF"/>
                </a:solidFill>
                <a:latin typeface="Bookman Old Style"/>
                <a:cs typeface="Bookman Old Style"/>
              </a:rPr>
              <a:t>P</a:t>
            </a:r>
            <a:r>
              <a:rPr sz="1200" b="0" i="1" spc="-175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1200" b="0" i="1" spc="-10" dirty="0">
                <a:solidFill>
                  <a:srgbClr val="FFFFFF"/>
                </a:solidFill>
                <a:latin typeface="Bookman Old Style"/>
                <a:cs typeface="Bookman Old Style"/>
              </a:rPr>
              <a:t>A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|</a:t>
            </a:r>
            <a:r>
              <a:rPr sz="1200" b="0" i="1" spc="-10" dirty="0">
                <a:solidFill>
                  <a:srgbClr val="FFFFFF"/>
                </a:solidFill>
                <a:latin typeface="Bookman Old Style"/>
                <a:cs typeface="Bookman Old Style"/>
              </a:rPr>
              <a:t>B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33295" y="1145959"/>
            <a:ext cx="11391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95" dirty="0">
                <a:latin typeface="Georgia"/>
                <a:cs typeface="Georgia"/>
              </a:rPr>
              <a:t> </a:t>
            </a:r>
            <a:r>
              <a:rPr sz="1200" b="0" i="1" u="sng" spc="75" baseline="38194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P</a:t>
            </a:r>
            <a:r>
              <a:rPr sz="1200" b="0" i="1" u="sng" spc="-172" baseline="38194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 </a:t>
            </a:r>
            <a:r>
              <a:rPr sz="1200" u="sng" spc="52" baseline="38194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(</a:t>
            </a:r>
            <a:r>
              <a:rPr sz="1200" b="0" i="1" u="sng" spc="52" baseline="38194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A</a:t>
            </a:r>
            <a:r>
              <a:rPr sz="1200" i="1" u="sng" spc="52" baseline="38194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∩</a:t>
            </a:r>
            <a:r>
              <a:rPr sz="1200" b="0" i="1" u="sng" spc="52" baseline="38194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B</a:t>
            </a:r>
            <a:r>
              <a:rPr sz="1200" u="sng" spc="52" baseline="38194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)</a:t>
            </a:r>
            <a:endParaRPr sz="1200" baseline="38194">
              <a:latin typeface="Century"/>
              <a:cs typeface="Century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05113" y="1232878"/>
            <a:ext cx="26606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b="0" i="1" spc="50" dirty="0">
                <a:latin typeface="Bookman Old Style"/>
                <a:cs typeface="Bookman Old Style"/>
              </a:rPr>
              <a:t>P</a:t>
            </a:r>
            <a:r>
              <a:rPr sz="800" b="0" i="1" spc="-125" dirty="0">
                <a:latin typeface="Bookman Old Style"/>
                <a:cs typeface="Bookman Old Style"/>
              </a:rPr>
              <a:t> </a:t>
            </a:r>
            <a:r>
              <a:rPr sz="800" spc="45" dirty="0">
                <a:latin typeface="Century"/>
                <a:cs typeface="Century"/>
              </a:rPr>
              <a:t>(</a:t>
            </a:r>
            <a:r>
              <a:rPr sz="800" b="0" i="1" spc="45" dirty="0">
                <a:latin typeface="Bookman Old Style"/>
                <a:cs typeface="Bookman Old Style"/>
              </a:rPr>
              <a:t>B</a:t>
            </a:r>
            <a:r>
              <a:rPr sz="800" spc="45" dirty="0">
                <a:latin typeface="Century"/>
                <a:cs typeface="Century"/>
              </a:rPr>
              <a:t>)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5844" y="1488008"/>
            <a:ext cx="3623945" cy="12401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I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flip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four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coins.</a:t>
            </a:r>
            <a:r>
              <a:rPr sz="1100" spc="114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At least o</a:t>
            </a:r>
            <a:r>
              <a:rPr sz="1100" dirty="0">
                <a:latin typeface="Georgia"/>
                <a:cs typeface="Georgia"/>
              </a:rPr>
              <a:t>ne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them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tail.</a:t>
            </a:r>
            <a:endParaRPr sz="1100" dirty="0">
              <a:latin typeface="Georgia"/>
              <a:cs typeface="Georgia"/>
            </a:endParaRPr>
          </a:p>
          <a:p>
            <a:pPr marL="12700" marR="5080">
              <a:lnSpc>
                <a:spcPct val="210000"/>
              </a:lnSpc>
            </a:pPr>
            <a:r>
              <a:rPr sz="1100" dirty="0">
                <a:latin typeface="Georgia"/>
                <a:cs typeface="Georgia"/>
              </a:rPr>
              <a:t>What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there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exactly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three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heads? </a:t>
            </a:r>
            <a:r>
              <a:rPr sz="1100" spc="-25" dirty="0">
                <a:latin typeface="Georgia"/>
                <a:cs typeface="Georgia"/>
              </a:rPr>
              <a:t>Define</a:t>
            </a:r>
            <a:r>
              <a:rPr sz="110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some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events:</a:t>
            </a:r>
            <a:endParaRPr sz="1100" dirty="0">
              <a:latin typeface="Georgia"/>
              <a:cs typeface="Georgia"/>
            </a:endParaRPr>
          </a:p>
          <a:p>
            <a:pPr marL="12700" marR="1224280">
              <a:lnSpc>
                <a:spcPct val="102699"/>
              </a:lnSpc>
            </a:pPr>
            <a:r>
              <a:rPr sz="1100" dirty="0">
                <a:latin typeface="Georgia"/>
                <a:cs typeface="Georgia"/>
              </a:rPr>
              <a:t>A: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Exactly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three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heads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out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four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flips </a:t>
            </a:r>
            <a:r>
              <a:rPr sz="1100" dirty="0">
                <a:latin typeface="Georgia"/>
                <a:cs typeface="Georgia"/>
              </a:rPr>
              <a:t>B: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At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least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one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tail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out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four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flips</a:t>
            </a:r>
            <a:endParaRPr sz="1100" dirty="0">
              <a:latin typeface="Georgia"/>
              <a:cs typeface="Georgi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731568" y="3353670"/>
            <a:ext cx="257365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96405" y="3353670"/>
            <a:ext cx="11874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5/</a:t>
            </a:r>
            <a:endParaRPr sz="600">
              <a:latin typeface="Bookman Old Style"/>
              <a:cs typeface="Bookman Old Style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9299C54-2734-A923-06B5-4988BE0C6870}"/>
                  </a:ext>
                </a:extLst>
              </p14:cNvPr>
              <p14:cNvContentPartPr/>
              <p14:nvPr/>
            </p14:nvContentPartPr>
            <p14:xfrm>
              <a:off x="84600" y="1365840"/>
              <a:ext cx="2149920" cy="14173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9299C54-2734-A923-06B5-4988BE0C687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240" y="1356480"/>
                <a:ext cx="2168640" cy="1436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9270">
              <a:lnSpc>
                <a:spcPct val="100000"/>
              </a:lnSpc>
              <a:spcBef>
                <a:spcPts val="135"/>
              </a:spcBef>
            </a:pPr>
            <a:r>
              <a:rPr dirty="0"/>
              <a:t>Conditional</a:t>
            </a:r>
            <a:r>
              <a:rPr spc="145" dirty="0"/>
              <a:t>  </a:t>
            </a:r>
            <a:r>
              <a:rPr spc="45" dirty="0"/>
              <a:t>Probability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688936"/>
            <a:ext cx="3623945" cy="5441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I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flip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four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coins.</a:t>
            </a:r>
            <a:r>
              <a:rPr sz="1100" spc="114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At least o</a:t>
            </a:r>
            <a:r>
              <a:rPr sz="1100" dirty="0">
                <a:latin typeface="Georgia"/>
                <a:cs typeface="Georgia"/>
              </a:rPr>
              <a:t>ne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them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tail.</a:t>
            </a:r>
            <a:endParaRPr sz="11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What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there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exactly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three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heads?</a:t>
            </a:r>
            <a:endParaRPr sz="1100" dirty="0">
              <a:latin typeface="Georgia"/>
              <a:cs typeface="Georg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03350" y="1345717"/>
          <a:ext cx="1023616" cy="1412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9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580487" y="1345717"/>
          <a:ext cx="1019807" cy="1412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2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9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73156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960">
              <a:lnSpc>
                <a:spcPts val="670"/>
              </a:lnSpc>
            </a:pPr>
            <a:r>
              <a:rPr spc="-25" dirty="0"/>
              <a:t>6/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2E9EB07-16A3-0A09-8A71-AD25874ADD95}"/>
                  </a:ext>
                </a:extLst>
              </p14:cNvPr>
              <p14:cNvContentPartPr/>
              <p14:nvPr/>
            </p14:nvContentPartPr>
            <p14:xfrm>
              <a:off x="595440" y="970920"/>
              <a:ext cx="3682440" cy="17895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2E9EB07-16A3-0A09-8A71-AD25874ADD9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6080" y="961560"/>
                <a:ext cx="3701160" cy="1808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9270">
              <a:lnSpc>
                <a:spcPct val="100000"/>
              </a:lnSpc>
              <a:spcBef>
                <a:spcPts val="135"/>
              </a:spcBef>
            </a:pPr>
            <a:r>
              <a:rPr dirty="0"/>
              <a:t>Conditional</a:t>
            </a:r>
            <a:r>
              <a:rPr spc="145" dirty="0"/>
              <a:t>  </a:t>
            </a:r>
            <a:r>
              <a:rPr spc="45" dirty="0"/>
              <a:t>Probability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823176"/>
            <a:ext cx="3623945" cy="5441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I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flip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four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coins.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What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there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exactly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three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heads?</a:t>
            </a:r>
            <a:endParaRPr sz="1100">
              <a:latin typeface="Georgia"/>
              <a:cs typeface="Georg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789988" y="1479956"/>
          <a:ext cx="1023616" cy="706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9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0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0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0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69850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2344839" y="2468460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12366" y="2351849"/>
            <a:ext cx="8451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24535" algn="l"/>
              </a:tabLst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66772" y="2258123"/>
            <a:ext cx="4140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31470" algn="l"/>
              </a:tabLst>
            </a:pPr>
            <a:r>
              <a:rPr sz="1100" spc="-50" dirty="0">
                <a:latin typeface="Georgia"/>
                <a:cs typeface="Georgia"/>
              </a:rPr>
              <a:t>4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20" dirty="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98470" y="2468460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332139" y="2446883"/>
            <a:ext cx="44830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65760" algn="l"/>
              </a:tabLst>
            </a:pPr>
            <a:r>
              <a:rPr sz="1100" spc="-25" dirty="0">
                <a:latin typeface="Georgia"/>
                <a:cs typeface="Georgia"/>
              </a:rPr>
              <a:t>16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-50" dirty="0">
                <a:latin typeface="Georgia"/>
                <a:cs typeface="Georgia"/>
              </a:rPr>
              <a:t>4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73156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960">
              <a:lnSpc>
                <a:spcPts val="670"/>
              </a:lnSpc>
            </a:pPr>
            <a:r>
              <a:rPr spc="-25" dirty="0"/>
              <a:t>7/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BB7860A-151C-D959-59BC-5B43AD7D6226}"/>
                  </a:ext>
                </a:extLst>
              </p14:cNvPr>
              <p14:cNvContentPartPr/>
              <p14:nvPr/>
            </p14:nvContentPartPr>
            <p14:xfrm>
              <a:off x="1850400" y="2552760"/>
              <a:ext cx="969480" cy="1724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BB7860A-151C-D959-59BC-5B43AD7D622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41040" y="2543400"/>
                <a:ext cx="988200" cy="191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9270">
              <a:lnSpc>
                <a:spcPct val="100000"/>
              </a:lnSpc>
              <a:spcBef>
                <a:spcPts val="135"/>
              </a:spcBef>
            </a:pPr>
            <a:r>
              <a:rPr dirty="0"/>
              <a:t>Conditional</a:t>
            </a:r>
            <a:r>
              <a:rPr spc="145" dirty="0"/>
              <a:t>  </a:t>
            </a:r>
            <a:r>
              <a:rPr spc="45" dirty="0"/>
              <a:t>Probability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539750"/>
            <a:ext cx="3623945" cy="5441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I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flip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four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coins.</a:t>
            </a:r>
            <a:r>
              <a:rPr sz="1100" spc="114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At least o</a:t>
            </a:r>
            <a:r>
              <a:rPr sz="1100" dirty="0">
                <a:latin typeface="Georgia"/>
                <a:cs typeface="Georgia"/>
              </a:rPr>
              <a:t>ne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them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tail.</a:t>
            </a:r>
            <a:endParaRPr sz="11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What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there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exactly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three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heads?</a:t>
            </a:r>
            <a:endParaRPr sz="1100" dirty="0">
              <a:latin typeface="Georgia"/>
              <a:cs typeface="Georg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03350" y="1285113"/>
          <a:ext cx="1023616" cy="12357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9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580487" y="1196543"/>
          <a:ext cx="1019807" cy="1412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2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9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950491" y="2776982"/>
            <a:ext cx="4997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130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491079" y="2893580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478379" y="2660749"/>
            <a:ext cx="164465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spc="-25" dirty="0">
                <a:latin typeface="Georgia"/>
                <a:cs typeface="Georgia"/>
              </a:rPr>
              <a:t>15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100" spc="-25" dirty="0">
                <a:latin typeface="Georgia"/>
                <a:cs typeface="Georgia"/>
              </a:rPr>
              <a:t>16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73156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960">
              <a:lnSpc>
                <a:spcPts val="670"/>
              </a:lnSpc>
            </a:pPr>
            <a:r>
              <a:rPr spc="-25" dirty="0"/>
              <a:t>8/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32E5183-056E-827D-796B-D16EE6D61CC8}"/>
                  </a:ext>
                </a:extLst>
              </p14:cNvPr>
              <p14:cNvContentPartPr/>
              <p14:nvPr/>
            </p14:nvContentPartPr>
            <p14:xfrm>
              <a:off x="780480" y="1071000"/>
              <a:ext cx="2721600" cy="20408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32E5183-056E-827D-796B-D16EE6D61CC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1120" y="1061640"/>
                <a:ext cx="2740320" cy="2059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9270">
              <a:lnSpc>
                <a:spcPct val="100000"/>
              </a:lnSpc>
              <a:spcBef>
                <a:spcPts val="135"/>
              </a:spcBef>
            </a:pPr>
            <a:r>
              <a:rPr dirty="0"/>
              <a:t>Conditional</a:t>
            </a:r>
            <a:r>
              <a:rPr spc="145" dirty="0"/>
              <a:t>  </a:t>
            </a:r>
            <a:r>
              <a:rPr spc="45" dirty="0"/>
              <a:t>Probability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55648" y="970851"/>
            <a:ext cx="6419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25941" y="877125"/>
            <a:ext cx="6115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b="0" i="1" spc="-5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38641" y="1087462"/>
            <a:ext cx="586105" cy="0"/>
          </a:xfrm>
          <a:custGeom>
            <a:avLst/>
            <a:gdLst/>
            <a:ahLst/>
            <a:cxnLst/>
            <a:rect l="l" t="t" r="r" b="b"/>
            <a:pathLst>
              <a:path w="586105">
                <a:moveTo>
                  <a:pt x="0" y="0"/>
                </a:moveTo>
                <a:lnTo>
                  <a:pt x="58583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454859" y="1065885"/>
            <a:ext cx="3536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Georgia"/>
                <a:cs typeface="Georgia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5844" y="1291628"/>
            <a:ext cx="3623945" cy="5441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I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flip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four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coins.</a:t>
            </a:r>
            <a:r>
              <a:rPr sz="1100" spc="114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At least o</a:t>
            </a:r>
            <a:r>
              <a:rPr sz="1100" dirty="0">
                <a:latin typeface="Georgia"/>
                <a:cs typeface="Georgia"/>
              </a:rPr>
              <a:t>ne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them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tail.</a:t>
            </a:r>
            <a:endParaRPr sz="11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What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there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exactly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three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heads?</a:t>
            </a:r>
            <a:endParaRPr sz="1100" dirty="0">
              <a:latin typeface="Georgia"/>
              <a:cs typeface="Georgi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731568" y="3353670"/>
            <a:ext cx="257365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96405" y="3353670"/>
            <a:ext cx="11874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9/</a:t>
            </a:r>
            <a:endParaRPr sz="600">
              <a:latin typeface="Bookman Old Style"/>
              <a:cs typeface="Bookman Old Style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DB942CD-03F4-BCCB-B99A-2004C30985C7}"/>
                  </a:ext>
                </a:extLst>
              </p14:cNvPr>
              <p14:cNvContentPartPr/>
              <p14:nvPr/>
            </p14:nvContentPartPr>
            <p14:xfrm>
              <a:off x="2367360" y="1034640"/>
              <a:ext cx="590400" cy="342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DB942CD-03F4-BCCB-B99A-2004C30985C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58000" y="1025280"/>
                <a:ext cx="609120" cy="52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9270">
              <a:lnSpc>
                <a:spcPct val="100000"/>
              </a:lnSpc>
              <a:spcBef>
                <a:spcPts val="135"/>
              </a:spcBef>
            </a:pPr>
            <a:r>
              <a:rPr dirty="0"/>
              <a:t>Conditional</a:t>
            </a:r>
            <a:r>
              <a:rPr spc="145" dirty="0"/>
              <a:t>  </a:t>
            </a:r>
            <a:r>
              <a:rPr spc="45" dirty="0"/>
              <a:t>Probability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55648" y="970851"/>
            <a:ext cx="6419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25941" y="877125"/>
            <a:ext cx="6115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b="0" i="1" spc="-5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38641" y="1087462"/>
            <a:ext cx="586105" cy="0"/>
          </a:xfrm>
          <a:custGeom>
            <a:avLst/>
            <a:gdLst/>
            <a:ahLst/>
            <a:cxnLst/>
            <a:rect l="l" t="t" r="r" b="b"/>
            <a:pathLst>
              <a:path w="586105">
                <a:moveTo>
                  <a:pt x="0" y="0"/>
                </a:moveTo>
                <a:lnTo>
                  <a:pt x="58583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454859" y="1065885"/>
            <a:ext cx="3536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Georgia"/>
                <a:cs typeface="Georgia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5844" y="1291628"/>
            <a:ext cx="3623945" cy="10887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I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flip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four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coins.</a:t>
            </a:r>
            <a:r>
              <a:rPr sz="1100" spc="114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At least o</a:t>
            </a:r>
            <a:r>
              <a:rPr sz="1100" dirty="0">
                <a:latin typeface="Georgia"/>
                <a:cs typeface="Georgia"/>
              </a:rPr>
              <a:t>ne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them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tail.</a:t>
            </a:r>
            <a:endParaRPr sz="11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What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there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exactly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three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heads?</a:t>
            </a:r>
            <a:endParaRPr sz="11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11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50" dirty="0">
              <a:latin typeface="Georgia"/>
              <a:cs typeface="Georgia"/>
            </a:endParaRPr>
          </a:p>
          <a:p>
            <a:pPr marL="1848485">
              <a:lnSpc>
                <a:spcPct val="100000"/>
              </a:lnSpc>
            </a:pP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b="0" i="1" spc="-75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8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b="0" i="1" spc="55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b="0" i="1" spc="-50" dirty="0">
                <a:latin typeface="Bookman Old Style"/>
                <a:cs typeface="Bookman Old Style"/>
              </a:rPr>
              <a:t>A</a:t>
            </a:r>
            <a:endParaRPr sz="1100" dirty="0">
              <a:latin typeface="Bookman Old Style"/>
              <a:cs typeface="Bookman Old Sty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03908" y="2445766"/>
            <a:ext cx="12623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b="0" i="1" spc="-5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6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906941" y="2562364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894241" y="2329533"/>
            <a:ext cx="95250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spc="70" dirty="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100" spc="-80" dirty="0">
                <a:latin typeface="Georgia"/>
                <a:cs typeface="Georgia"/>
              </a:rPr>
              <a:t>4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731568" y="3353670"/>
            <a:ext cx="257365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96405" y="3353670"/>
            <a:ext cx="11874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9/</a:t>
            </a:r>
            <a:endParaRPr sz="600">
              <a:latin typeface="Bookman Old Style"/>
              <a:cs typeface="Bookman Old Style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05FF9FC-FAA0-384A-8C01-3E72871A32DA}"/>
                  </a:ext>
                </a:extLst>
              </p14:cNvPr>
              <p14:cNvContentPartPr/>
              <p14:nvPr/>
            </p14:nvContentPartPr>
            <p14:xfrm>
              <a:off x="1499760" y="566280"/>
              <a:ext cx="2790360" cy="22870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05FF9FC-FAA0-384A-8C01-3E72871A32D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90400" y="556920"/>
                <a:ext cx="2809080" cy="2305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9270">
              <a:lnSpc>
                <a:spcPct val="100000"/>
              </a:lnSpc>
              <a:spcBef>
                <a:spcPts val="135"/>
              </a:spcBef>
            </a:pPr>
            <a:r>
              <a:rPr dirty="0"/>
              <a:t>Conditional</a:t>
            </a:r>
            <a:r>
              <a:rPr spc="145" dirty="0"/>
              <a:t>  </a:t>
            </a:r>
            <a:r>
              <a:rPr spc="45" dirty="0"/>
              <a:t>Probability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1108380"/>
            <a:ext cx="3623945" cy="5441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I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flip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four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coins.</a:t>
            </a:r>
            <a:r>
              <a:rPr sz="1100" spc="114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At least o</a:t>
            </a:r>
            <a:r>
              <a:rPr sz="1100" dirty="0">
                <a:latin typeface="Georgia"/>
                <a:cs typeface="Georgia"/>
              </a:rPr>
              <a:t>ne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them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tail.</a:t>
            </a:r>
            <a:endParaRPr sz="11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What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there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exactly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three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heads?</a:t>
            </a:r>
            <a:endParaRPr sz="1100" dirty="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5816" y="1866760"/>
            <a:ext cx="6419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96110" y="1773034"/>
            <a:ext cx="6115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b="0" i="1" spc="-5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08810" y="1983371"/>
            <a:ext cx="586105" cy="0"/>
          </a:xfrm>
          <a:custGeom>
            <a:avLst/>
            <a:gdLst/>
            <a:ahLst/>
            <a:cxnLst/>
            <a:rect l="l" t="t" r="r" b="b"/>
            <a:pathLst>
              <a:path w="586105">
                <a:moveTo>
                  <a:pt x="0" y="0"/>
                </a:moveTo>
                <a:lnTo>
                  <a:pt x="58583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925040" y="1961807"/>
            <a:ext cx="3536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Georgia"/>
                <a:cs typeface="Georgia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39110" y="1747735"/>
            <a:ext cx="4591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38455" algn="l"/>
              </a:tabLst>
            </a:pPr>
            <a:r>
              <a:rPr sz="800" u="sng" spc="-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1</a:t>
            </a:r>
            <a:r>
              <a:rPr sz="800" dirty="0">
                <a:latin typeface="Century"/>
                <a:cs typeface="Century"/>
              </a:rPr>
              <a:t>	</a:t>
            </a:r>
            <a:r>
              <a:rPr sz="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800" u="sng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4</a:t>
            </a:r>
            <a:r>
              <a:rPr sz="800" u="sng" spc="50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 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12224" y="1954085"/>
            <a:ext cx="486409" cy="2495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885"/>
              </a:lnSpc>
              <a:spcBef>
                <a:spcPts val="95"/>
              </a:spcBef>
              <a:tabLst>
                <a:tab pos="365125" algn="l"/>
              </a:tabLst>
            </a:pPr>
            <a:r>
              <a:rPr sz="800" u="sng" spc="-25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15</a:t>
            </a:r>
            <a:r>
              <a:rPr sz="800" dirty="0">
                <a:latin typeface="Century"/>
                <a:cs typeface="Century"/>
              </a:rPr>
              <a:t>	</a:t>
            </a:r>
            <a:r>
              <a:rPr sz="800" u="sng" spc="-25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15</a:t>
            </a:r>
            <a:endParaRPr sz="800">
              <a:latin typeface="Century"/>
              <a:cs typeface="Century"/>
            </a:endParaRPr>
          </a:p>
          <a:p>
            <a:pPr marL="12700">
              <a:lnSpc>
                <a:spcPts val="885"/>
              </a:lnSpc>
              <a:tabLst>
                <a:tab pos="365125" algn="l"/>
              </a:tabLst>
            </a:pPr>
            <a:r>
              <a:rPr sz="800" spc="-25" dirty="0">
                <a:latin typeface="Century"/>
                <a:cs typeface="Century"/>
              </a:rPr>
              <a:t>16</a:t>
            </a:r>
            <a:r>
              <a:rPr sz="800" dirty="0">
                <a:latin typeface="Century"/>
                <a:cs typeface="Century"/>
              </a:rPr>
              <a:t>	</a:t>
            </a:r>
            <a:r>
              <a:rPr sz="800" spc="-25" dirty="0">
                <a:latin typeface="Century"/>
                <a:cs typeface="Century"/>
              </a:rPr>
              <a:t>16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10218" y="1812734"/>
            <a:ext cx="89026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spc="195" baseline="-22727" dirty="0">
                <a:latin typeface="Georgia"/>
                <a:cs typeface="Georgia"/>
              </a:rPr>
              <a:t>=</a:t>
            </a:r>
            <a:r>
              <a:rPr sz="1650" spc="209" baseline="-22727" dirty="0">
                <a:latin typeface="Georgia"/>
                <a:cs typeface="Georgia"/>
              </a:rPr>
              <a:t> </a:t>
            </a:r>
            <a:r>
              <a:rPr sz="800" u="sng" spc="1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800" u="sng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4</a:t>
            </a:r>
            <a:r>
              <a:rPr sz="800" u="sng" spc="95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 </a:t>
            </a:r>
            <a:r>
              <a:rPr sz="800" spc="190" dirty="0">
                <a:latin typeface="Century"/>
                <a:cs typeface="Century"/>
              </a:rPr>
              <a:t> </a:t>
            </a:r>
            <a:r>
              <a:rPr sz="1650" spc="195" baseline="-22727" dirty="0">
                <a:latin typeface="Georgia"/>
                <a:cs typeface="Georgia"/>
              </a:rPr>
              <a:t>=</a:t>
            </a:r>
            <a:r>
              <a:rPr sz="1650" spc="217" baseline="-22727" dirty="0">
                <a:latin typeface="Georgia"/>
                <a:cs typeface="Georgia"/>
              </a:rPr>
              <a:t> </a:t>
            </a:r>
            <a:r>
              <a:rPr sz="800" u="sng" spc="-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800" u="sng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16</a:t>
            </a:r>
            <a:r>
              <a:rPr sz="800" spc="305" dirty="0">
                <a:latin typeface="Century"/>
                <a:cs typeface="Century"/>
              </a:rPr>
              <a:t> </a:t>
            </a:r>
            <a:r>
              <a:rPr sz="1650" spc="120" baseline="-22727" dirty="0">
                <a:latin typeface="Georgia"/>
                <a:cs typeface="Georgia"/>
              </a:rPr>
              <a:t>=</a:t>
            </a:r>
            <a:endParaRPr sz="1650" baseline="-22727">
              <a:latin typeface="Georgia"/>
              <a:cs typeface="Georgi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315754" y="1983371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303054" y="1750514"/>
            <a:ext cx="164465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265"/>
              </a:spcBef>
            </a:pPr>
            <a:r>
              <a:rPr sz="1100" spc="-80" dirty="0">
                <a:latin typeface="Georgia"/>
                <a:cs typeface="Georgia"/>
              </a:rPr>
              <a:t>4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100" spc="-25" dirty="0">
                <a:latin typeface="Georgia"/>
                <a:cs typeface="Georgia"/>
              </a:rPr>
              <a:t>15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25" dirty="0"/>
              <a:t>10/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8DCA78D-8D86-F9A7-0AE1-C95C0C0E9750}"/>
                  </a:ext>
                </a:extLst>
              </p14:cNvPr>
              <p14:cNvContentPartPr/>
              <p14:nvPr/>
            </p14:nvContentPartPr>
            <p14:xfrm>
              <a:off x="1091520" y="692280"/>
              <a:ext cx="3306960" cy="15512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8DCA78D-8D86-F9A7-0AE1-C95C0C0E975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82160" y="682920"/>
                <a:ext cx="3325680" cy="1569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68348" y="62407"/>
            <a:ext cx="18713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Conditional</a:t>
            </a:r>
            <a:r>
              <a:rPr sz="1400" spc="14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400" spc="45" dirty="0">
                <a:solidFill>
                  <a:srgbClr val="FFFFFF"/>
                </a:solidFill>
                <a:latin typeface="Times New Roman"/>
                <a:cs typeface="Times New Roman"/>
              </a:rPr>
              <a:t>Probability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59496" y="1233424"/>
            <a:ext cx="6381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8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(Ω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25941" y="1139698"/>
            <a:ext cx="6076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0" dirty="0">
                <a:latin typeface="Bookman Old Style"/>
                <a:cs typeface="Bookman Old Style"/>
              </a:rPr>
              <a:t> </a:t>
            </a:r>
            <a:r>
              <a:rPr sz="1100" spc="-30" dirty="0">
                <a:latin typeface="Georgia"/>
                <a:cs typeface="Georgia"/>
              </a:rPr>
              <a:t>(Ω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38641" y="1350022"/>
            <a:ext cx="582295" cy="0"/>
          </a:xfrm>
          <a:custGeom>
            <a:avLst/>
            <a:gdLst/>
            <a:ahLst/>
            <a:cxnLst/>
            <a:rect l="l" t="t" r="r" b="b"/>
            <a:pathLst>
              <a:path w="582294">
                <a:moveTo>
                  <a:pt x="0" y="0"/>
                </a:moveTo>
                <a:lnTo>
                  <a:pt x="58199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325941" y="1305557"/>
            <a:ext cx="480695" cy="40386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27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Georgia"/>
                <a:cs typeface="Georgia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Georgia"/>
                <a:cs typeface="Georgia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64511" y="1611338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4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38641" y="1727949"/>
            <a:ext cx="328295" cy="0"/>
          </a:xfrm>
          <a:custGeom>
            <a:avLst/>
            <a:gdLst/>
            <a:ahLst/>
            <a:cxnLst/>
            <a:rect l="l" t="t" r="r" b="b"/>
            <a:pathLst>
              <a:path w="328294">
                <a:moveTo>
                  <a:pt x="0" y="0"/>
                </a:moveTo>
                <a:lnTo>
                  <a:pt x="32799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325941" y="1706372"/>
            <a:ext cx="3536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Georgia"/>
                <a:cs typeface="Georgia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64511" y="1912073"/>
            <a:ext cx="2413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20" dirty="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73055" y="3353670"/>
            <a:ext cx="16510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11/</a:t>
            </a:r>
            <a:endParaRPr sz="600">
              <a:latin typeface="Bookman Old Style"/>
              <a:cs typeface="Bookman Old Style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9101581-8D10-0EC7-6A93-56439244D477}"/>
                  </a:ext>
                </a:extLst>
              </p14:cNvPr>
              <p14:cNvContentPartPr/>
              <p14:nvPr/>
            </p14:nvContentPartPr>
            <p14:xfrm>
              <a:off x="1786320" y="1305720"/>
              <a:ext cx="1063800" cy="8758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9101581-8D10-0EC7-6A93-56439244D47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76960" y="1296360"/>
                <a:ext cx="1082520" cy="894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9270">
              <a:lnSpc>
                <a:spcPct val="100000"/>
              </a:lnSpc>
              <a:spcBef>
                <a:spcPts val="135"/>
              </a:spcBef>
            </a:pPr>
            <a:r>
              <a:rPr dirty="0"/>
              <a:t>Conditional</a:t>
            </a:r>
            <a:r>
              <a:rPr spc="145" dirty="0"/>
              <a:t>  </a:t>
            </a:r>
            <a:r>
              <a:rPr spc="45" dirty="0"/>
              <a:t>Probability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59496" y="1233424"/>
            <a:ext cx="6381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8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(Ω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25941" y="1139698"/>
            <a:ext cx="6076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0" dirty="0">
                <a:latin typeface="Bookman Old Style"/>
                <a:cs typeface="Bookman Old Style"/>
              </a:rPr>
              <a:t> </a:t>
            </a:r>
            <a:r>
              <a:rPr sz="1100" spc="-30" dirty="0">
                <a:latin typeface="Georgia"/>
                <a:cs typeface="Georgia"/>
              </a:rPr>
              <a:t>(Ω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38641" y="1350022"/>
            <a:ext cx="582295" cy="0"/>
          </a:xfrm>
          <a:custGeom>
            <a:avLst/>
            <a:gdLst/>
            <a:ahLst/>
            <a:cxnLst/>
            <a:rect l="l" t="t" r="r" b="b"/>
            <a:pathLst>
              <a:path w="582294">
                <a:moveTo>
                  <a:pt x="0" y="0"/>
                </a:moveTo>
                <a:lnTo>
                  <a:pt x="58199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325941" y="1305557"/>
            <a:ext cx="480695" cy="40386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27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Georgia"/>
                <a:cs typeface="Georgia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Georgia"/>
                <a:cs typeface="Georgia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64511" y="1611338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4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38641" y="1727949"/>
            <a:ext cx="328295" cy="0"/>
          </a:xfrm>
          <a:custGeom>
            <a:avLst/>
            <a:gdLst/>
            <a:ahLst/>
            <a:cxnLst/>
            <a:rect l="l" t="t" r="r" b="b"/>
            <a:pathLst>
              <a:path w="328294">
                <a:moveTo>
                  <a:pt x="0" y="0"/>
                </a:moveTo>
                <a:lnTo>
                  <a:pt x="32799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325941" y="1706372"/>
            <a:ext cx="3536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Georgia"/>
                <a:cs typeface="Georgia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0"/>
              <p:cNvSpPr txBox="1"/>
              <p:nvPr/>
            </p:nvSpPr>
            <p:spPr>
              <a:xfrm>
                <a:off x="125844" y="1912073"/>
                <a:ext cx="3474606" cy="509114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2051050">
                  <a:lnSpc>
                    <a:spcPct val="100000"/>
                  </a:lnSpc>
                  <a:spcBef>
                    <a:spcPts val="90"/>
                  </a:spcBef>
                </a:pPr>
                <a:r>
                  <a:rPr lang="en-US" sz="1100" spc="130" dirty="0">
                    <a:latin typeface="Georgia"/>
                    <a:cs typeface="Georgia"/>
                  </a:rPr>
                  <a:t>=</a:t>
                </a:r>
                <a:r>
                  <a:rPr lang="en-US" sz="1100" spc="35" dirty="0">
                    <a:latin typeface="Georgia"/>
                    <a:cs typeface="Georgia"/>
                  </a:rPr>
                  <a:t> </a:t>
                </a:r>
                <a:r>
                  <a:rPr lang="en-US" sz="1100" spc="20" dirty="0">
                    <a:latin typeface="Georgia"/>
                    <a:cs typeface="Georgia"/>
                  </a:rPr>
                  <a:t>1</a:t>
                </a:r>
                <a:endParaRPr lang="en-US" sz="1100" dirty="0">
                  <a:latin typeface="Georgia"/>
                  <a:cs typeface="Georgia"/>
                </a:endParaRPr>
              </a:p>
              <a:p>
                <a:pPr>
                  <a:lnSpc>
                    <a:spcPct val="100000"/>
                  </a:lnSpc>
                  <a:spcBef>
                    <a:spcPts val="50"/>
                  </a:spcBef>
                </a:pPr>
                <a:endParaRPr lang="en-US" sz="950" dirty="0">
                  <a:latin typeface="Georgia"/>
                  <a:cs typeface="Georgia"/>
                </a:endParaRPr>
              </a:p>
              <a:p>
                <a:pPr marL="12700">
                  <a:lnSpc>
                    <a:spcPct val="100000"/>
                  </a:lnSpc>
                </a:pPr>
                <a:r>
                  <a:rPr lang="en-US" sz="1100" dirty="0">
                    <a:latin typeface="Georgia"/>
                    <a:cs typeface="Georgia"/>
                  </a:rPr>
                  <a:t>Note</a:t>
                </a:r>
                <a:r>
                  <a:rPr lang="en-US" sz="1100" spc="65" dirty="0">
                    <a:latin typeface="Georgia"/>
                    <a:cs typeface="Georgia"/>
                  </a:rPr>
                  <a:t> </a:t>
                </a:r>
                <a:r>
                  <a:rPr lang="en-US" sz="1100" dirty="0">
                    <a:latin typeface="Georgia"/>
                    <a:cs typeface="Georgia"/>
                  </a:rPr>
                  <a:t>the</a:t>
                </a:r>
                <a:r>
                  <a:rPr lang="en-US" sz="1100" spc="80" dirty="0">
                    <a:latin typeface="Georgia"/>
                    <a:cs typeface="Georgia"/>
                  </a:rPr>
                  <a:t> </a:t>
                </a:r>
                <a:r>
                  <a:rPr lang="en-US" sz="1100" spc="-25" dirty="0">
                    <a:latin typeface="Georgia"/>
                    <a:cs typeface="Georgia"/>
                  </a:rPr>
                  <a:t>assumption</a:t>
                </a:r>
                <a:r>
                  <a:rPr lang="en-US" sz="1100" spc="75" dirty="0">
                    <a:latin typeface="Georgia"/>
                    <a:cs typeface="Georgia"/>
                  </a:rPr>
                  <a:t> </a:t>
                </a:r>
                <a:r>
                  <a:rPr lang="en-US" sz="1100" dirty="0">
                    <a:latin typeface="Georgia"/>
                    <a:cs typeface="Georgia"/>
                  </a:rPr>
                  <a:t>in</a:t>
                </a:r>
                <a:r>
                  <a:rPr lang="en-US" sz="1100" spc="75" dirty="0">
                    <a:latin typeface="Georgia"/>
                    <a:cs typeface="Georgia"/>
                  </a:rPr>
                  <a:t> </a:t>
                </a:r>
                <a:r>
                  <a:rPr lang="en-US" sz="1100" dirty="0">
                    <a:latin typeface="Georgia"/>
                    <a:cs typeface="Georgia"/>
                  </a:rPr>
                  <a:t>the</a:t>
                </a:r>
                <a:r>
                  <a:rPr lang="en-US" sz="1100" spc="80" dirty="0">
                    <a:latin typeface="Georgia"/>
                    <a:cs typeface="Georgia"/>
                  </a:rPr>
                  <a:t> </a:t>
                </a:r>
                <a:r>
                  <a:rPr lang="en-US" sz="1100" spc="-25" dirty="0">
                    <a:latin typeface="Georgia"/>
                    <a:cs typeface="Georgia"/>
                  </a:rPr>
                  <a:t>formula</a:t>
                </a:r>
                <a:r>
                  <a:rPr lang="en-US" sz="1100" spc="75" dirty="0">
                    <a:latin typeface="Georgia"/>
                    <a:cs typeface="Georgia"/>
                  </a:rPr>
                  <a:t> </a:t>
                </a:r>
                <a:r>
                  <a:rPr lang="en-US" sz="1100" dirty="0">
                    <a:latin typeface="Georgia"/>
                    <a:cs typeface="Georgia"/>
                  </a:rPr>
                  <a:t>that</a:t>
                </a:r>
                <a:r>
                  <a:rPr lang="en-US" sz="1100" spc="75" dirty="0">
                    <a:latin typeface="Georgia"/>
                    <a:cs typeface="Georgia"/>
                  </a:rPr>
                  <a:t> </a:t>
                </a:r>
                <a:r>
                  <a:rPr lang="en-US" sz="1100" b="0" i="1" dirty="0">
                    <a:latin typeface="Bookman Old Style"/>
                    <a:cs typeface="Bookman Old Style"/>
                  </a:rPr>
                  <a:t>P</a:t>
                </a:r>
                <a:r>
                  <a:rPr lang="en-US" sz="1100" b="0" i="1" spc="-180" dirty="0">
                    <a:latin typeface="Bookman Old Style"/>
                    <a:cs typeface="Bookman Old Style"/>
                  </a:rPr>
                  <a:t> </a:t>
                </a:r>
                <a:r>
                  <a:rPr lang="en-US" sz="1100" dirty="0">
                    <a:latin typeface="Georgia"/>
                    <a:cs typeface="Georgia"/>
                  </a:rPr>
                  <a:t>(</a:t>
                </a:r>
                <a:r>
                  <a:rPr lang="en-US" sz="1100" b="0" i="1" dirty="0">
                    <a:latin typeface="Bookman Old Style"/>
                    <a:cs typeface="Bookman Old Style"/>
                  </a:rPr>
                  <a:t>B</a:t>
                </a:r>
                <a:r>
                  <a:rPr lang="en-US" sz="1100" dirty="0">
                    <a:latin typeface="Georgia"/>
                    <a:cs typeface="Georgia"/>
                  </a:rPr>
                  <a:t>)</a:t>
                </a:r>
                <a:r>
                  <a:rPr lang="en-US" sz="1100" spc="20" dirty="0">
                    <a:latin typeface="Georgia"/>
                    <a:cs typeface="Georgia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100" spc="-25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1100" b="0" i="0" spc="-25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100" spc="-25" dirty="0">
                    <a:latin typeface="Georgia"/>
                    <a:cs typeface="Georgia"/>
                  </a:rPr>
                  <a:t>.</a:t>
                </a:r>
                <a:endParaRPr sz="1100" dirty="0">
                  <a:latin typeface="Georgia"/>
                  <a:cs typeface="Georgia"/>
                </a:endParaRPr>
              </a:p>
            </p:txBody>
          </p:sp>
        </mc:Choice>
        <mc:Fallback xmlns="">
          <p:sp>
            <p:nvSpPr>
              <p:cNvPr id="10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44" y="1912073"/>
                <a:ext cx="3474606" cy="509114"/>
              </a:xfrm>
              <a:prstGeom prst="rect">
                <a:avLst/>
              </a:prstGeom>
              <a:blipFill>
                <a:blip r:embed="rId2"/>
                <a:stretch>
                  <a:fillRect l="-2281" t="-8434" b="-168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73055" y="3353670"/>
            <a:ext cx="16510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11/</a:t>
            </a:r>
            <a:endParaRPr sz="600">
              <a:latin typeface="Bookman Old Style"/>
              <a:cs typeface="Bookman Old Style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15576C1-A808-3E79-8356-D9B5FFFC4DF4}"/>
                  </a:ext>
                </a:extLst>
              </p14:cNvPr>
              <p14:cNvContentPartPr/>
              <p14:nvPr/>
            </p14:nvContentPartPr>
            <p14:xfrm>
              <a:off x="2414520" y="1342440"/>
              <a:ext cx="928800" cy="11588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15576C1-A808-3E79-8356-D9B5FFFC4DF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05160" y="1333080"/>
                <a:ext cx="947520" cy="1177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47419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Example</a:t>
            </a:r>
            <a:r>
              <a:rPr spc="135" dirty="0"/>
              <a:t> </a:t>
            </a:r>
            <a:r>
              <a:rPr spc="-25" dirty="0"/>
              <a:t>1.6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616988"/>
            <a:ext cx="4096385" cy="53403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259715" algn="ctr">
              <a:lnSpc>
                <a:spcPct val="100000"/>
              </a:lnSpc>
              <a:spcBef>
                <a:spcPts val="785"/>
              </a:spcBef>
            </a:pPr>
            <a:r>
              <a:rPr sz="1100" dirty="0">
                <a:latin typeface="Georgia"/>
                <a:cs typeface="Georgia"/>
              </a:rPr>
              <a:t>Ω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{</a:t>
            </a:r>
            <a:r>
              <a:rPr sz="1100" dirty="0">
                <a:latin typeface="Georgia"/>
                <a:cs typeface="Georgia"/>
              </a:rPr>
              <a:t>Three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coin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tosses</a:t>
            </a:r>
            <a:r>
              <a:rPr sz="1100" spc="-10" dirty="0">
                <a:latin typeface="Lucida Sans Unicode"/>
                <a:cs typeface="Lucida Sans Unicode"/>
              </a:rPr>
              <a:t>}</a:t>
            </a:r>
            <a:endParaRPr sz="11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100" dirty="0">
                <a:latin typeface="Georgia"/>
                <a:cs typeface="Georgia"/>
              </a:rPr>
              <a:t>What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P(more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heads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lang="en-US" sz="1100" spc="25" dirty="0">
                <a:latin typeface="Georgia"/>
                <a:cs typeface="Georgia"/>
              </a:rPr>
              <a:t>in </a:t>
            </a:r>
            <a:r>
              <a:rPr lang="en-US" sz="1100" dirty="0">
                <a:latin typeface="Georgia"/>
                <a:cs typeface="Georgia"/>
              </a:rPr>
              <a:t>three </a:t>
            </a:r>
            <a:r>
              <a:rPr sz="1100" spc="-20" dirty="0">
                <a:latin typeface="Georgia"/>
                <a:cs typeface="Georgia"/>
              </a:rPr>
              <a:t>tosses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if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first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toss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H)?</a:t>
            </a:r>
            <a:endParaRPr sz="1100" dirty="0">
              <a:latin typeface="Georgia"/>
              <a:cs typeface="Georg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917865" y="1271778"/>
          <a:ext cx="767712" cy="1412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25844" y="2765412"/>
            <a:ext cx="3329940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70" dirty="0">
                <a:latin typeface="Georgia"/>
                <a:cs typeface="Georgia"/>
              </a:rPr>
              <a:t>A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more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heads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than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tails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HHH,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HHT,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HTH,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THH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50" dirty="0">
                <a:latin typeface="Georgia"/>
                <a:cs typeface="Georgia"/>
              </a:rPr>
              <a:t>B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first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toss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heads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HHH,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HHT,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HTH,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HTT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25" dirty="0"/>
              <a:t>12/</a:t>
            </a: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9270">
              <a:lnSpc>
                <a:spcPct val="100000"/>
              </a:lnSpc>
              <a:spcBef>
                <a:spcPts val="135"/>
              </a:spcBef>
            </a:pPr>
            <a:r>
              <a:rPr dirty="0"/>
              <a:t>Conditional</a:t>
            </a:r>
            <a:r>
              <a:rPr spc="145" dirty="0"/>
              <a:t>  </a:t>
            </a:r>
            <a:r>
              <a:rPr spc="45" dirty="0"/>
              <a:t>Probability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670648"/>
            <a:ext cx="3581400" cy="6750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70" dirty="0">
                <a:latin typeface="Georgia"/>
                <a:cs typeface="Georgia"/>
              </a:rPr>
              <a:t>A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more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heads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than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tails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HHH,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HHT,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HTH,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THH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50" dirty="0">
                <a:latin typeface="Georgia"/>
                <a:cs typeface="Georgia"/>
              </a:rPr>
              <a:t>B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first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toss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heads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HHH,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HHT,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HTH,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HTT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50">
              <a:latin typeface="Georgia"/>
              <a:cs typeface="Georgia"/>
            </a:endParaRPr>
          </a:p>
          <a:p>
            <a:pPr marL="1635125">
              <a:lnSpc>
                <a:spcPct val="100000"/>
              </a:lnSpc>
            </a:pP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b="0" i="1" spc="-8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b="0" i="1" spc="50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85" dirty="0">
                <a:latin typeface="Lucida Sans Unicode"/>
                <a:cs typeface="Lucida Sans Unicode"/>
              </a:rPr>
              <a:t>{</a:t>
            </a:r>
            <a:r>
              <a:rPr sz="1100" b="0" i="1" spc="85" dirty="0">
                <a:latin typeface="Bookman Old Style"/>
                <a:cs typeface="Bookman Old Style"/>
              </a:rPr>
              <a:t>HHH,</a:t>
            </a:r>
            <a:r>
              <a:rPr sz="1100" b="0" i="1" spc="50" dirty="0">
                <a:latin typeface="Bookman Old Style"/>
                <a:cs typeface="Bookman Old Style"/>
              </a:rPr>
              <a:t> </a:t>
            </a:r>
            <a:r>
              <a:rPr sz="1100" b="0" i="1" spc="60" dirty="0">
                <a:latin typeface="Bookman Old Style"/>
                <a:cs typeface="Bookman Old Style"/>
              </a:rPr>
              <a:t>HHT,</a:t>
            </a:r>
            <a:r>
              <a:rPr sz="1100" b="0" i="1" spc="55" dirty="0">
                <a:latin typeface="Bookman Old Style"/>
                <a:cs typeface="Bookman Old Style"/>
              </a:rPr>
              <a:t> </a:t>
            </a:r>
            <a:r>
              <a:rPr sz="1100" b="0" i="1" spc="110" dirty="0">
                <a:latin typeface="Bookman Old Style"/>
                <a:cs typeface="Bookman Old Style"/>
              </a:rPr>
              <a:t>HTH</a:t>
            </a:r>
            <a:r>
              <a:rPr sz="1100" spc="110" dirty="0">
                <a:latin typeface="Lucida Sans Unicode"/>
                <a:cs typeface="Lucida Sans Unicode"/>
              </a:rPr>
              <a:t>}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48524" y="1439214"/>
            <a:ext cx="7575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b="0" i="1" spc="-4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5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46973" y="1555826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034273" y="1322982"/>
            <a:ext cx="95250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spc="-65" dirty="0">
                <a:latin typeface="Georgia"/>
                <a:cs typeface="Georgia"/>
              </a:rPr>
              <a:t>3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100" spc="-114" dirty="0">
                <a:latin typeface="Georgia"/>
                <a:cs typeface="Georgia"/>
              </a:rPr>
              <a:t>8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31339" y="1884476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790738" y="1767878"/>
            <a:ext cx="7842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62940" algn="l"/>
              </a:tabLst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130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18639" y="1674152"/>
            <a:ext cx="3790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96545" algn="l"/>
              </a:tabLst>
            </a:pPr>
            <a:r>
              <a:rPr sz="1100" spc="-50" dirty="0">
                <a:latin typeface="Georgia"/>
                <a:cs typeface="Georgia"/>
              </a:rPr>
              <a:t>4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20" dirty="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615704" y="1884476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318639" y="1862912"/>
            <a:ext cx="3790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96545" algn="l"/>
              </a:tabLst>
            </a:pPr>
            <a:r>
              <a:rPr sz="1100" spc="-50" dirty="0">
                <a:latin typeface="Georgia"/>
                <a:cs typeface="Georgia"/>
              </a:rPr>
              <a:t>8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-50" dirty="0">
                <a:latin typeface="Georgia"/>
                <a:cs typeface="Georgia"/>
              </a:rPr>
              <a:t>2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01293" y="2111159"/>
            <a:ext cx="6419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80555" y="2017433"/>
            <a:ext cx="640235" cy="180819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b="0" i="1" spc="-5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b="0" i="1" spc="-50" dirty="0">
                <a:latin typeface="Bookman Old Style"/>
                <a:cs typeface="Bookman Old Style"/>
              </a:rPr>
              <a:t>B</a:t>
            </a:r>
            <a:r>
              <a:rPr lang="en-US" sz="1100" i="1" spc="-50" dirty="0">
                <a:latin typeface="Bookman Old Style"/>
                <a:cs typeface="Bookman Old Style"/>
              </a:rPr>
              <a:t>)</a:t>
            </a:r>
            <a:endParaRPr sz="1100" dirty="0">
              <a:latin typeface="Bookman Old Style"/>
              <a:cs typeface="Bookman Old Style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584286" y="2227757"/>
            <a:ext cx="532130" cy="0"/>
          </a:xfrm>
          <a:custGeom>
            <a:avLst/>
            <a:gdLst/>
            <a:ahLst/>
            <a:cxnLst/>
            <a:rect l="l" t="t" r="r" b="b"/>
            <a:pathLst>
              <a:path w="532130">
                <a:moveTo>
                  <a:pt x="0" y="0"/>
                </a:moveTo>
                <a:lnTo>
                  <a:pt x="53195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673567" y="2206193"/>
            <a:ext cx="3536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Georgia"/>
                <a:cs typeface="Georgia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331339" y="2605684"/>
            <a:ext cx="208279" cy="0"/>
          </a:xfrm>
          <a:custGeom>
            <a:avLst/>
            <a:gdLst/>
            <a:ahLst/>
            <a:cxnLst/>
            <a:rect l="l" t="t" r="r" b="b"/>
            <a:pathLst>
              <a:path w="208280">
                <a:moveTo>
                  <a:pt x="0" y="0"/>
                </a:moveTo>
                <a:lnTo>
                  <a:pt x="20782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157209" y="2489073"/>
            <a:ext cx="5562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34975" algn="l"/>
              </a:tabLst>
            </a:pPr>
            <a:r>
              <a:rPr sz="1100" spc="80" dirty="0">
                <a:latin typeface="Georgia"/>
                <a:cs typeface="Georgia"/>
              </a:rPr>
              <a:t>=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18639" y="2395347"/>
            <a:ext cx="51815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34975" algn="l"/>
              </a:tabLst>
            </a:pPr>
            <a:r>
              <a:rPr sz="1100" spc="-25" dirty="0">
                <a:latin typeface="Georgia"/>
                <a:cs typeface="Georgia"/>
              </a:rPr>
              <a:t>3</a:t>
            </a:r>
            <a:r>
              <a:rPr sz="1100" b="0" i="1" spc="-25" dirty="0">
                <a:latin typeface="Bookman Old Style"/>
                <a:cs typeface="Bookman Old Style"/>
              </a:rPr>
              <a:t>/</a:t>
            </a:r>
            <a:r>
              <a:rPr sz="1100" spc="-25" dirty="0">
                <a:latin typeface="Georgia"/>
                <a:cs typeface="Georgia"/>
              </a:rPr>
              <a:t>8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-50" dirty="0">
                <a:latin typeface="Georgia"/>
                <a:cs typeface="Georgia"/>
              </a:rPr>
              <a:t>3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754248" y="2605684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318639" y="2584107"/>
            <a:ext cx="51815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34975" algn="l"/>
              </a:tabLst>
            </a:pPr>
            <a:r>
              <a:rPr sz="1100" spc="-25" dirty="0">
                <a:latin typeface="Georgia"/>
                <a:cs typeface="Georgia"/>
              </a:rPr>
              <a:t>4</a:t>
            </a:r>
            <a:r>
              <a:rPr sz="1100" b="0" i="1" spc="-25" dirty="0">
                <a:latin typeface="Bookman Old Style"/>
                <a:cs typeface="Bookman Old Style"/>
              </a:rPr>
              <a:t>/</a:t>
            </a:r>
            <a:r>
              <a:rPr sz="1100" spc="-25" dirty="0">
                <a:latin typeface="Georgia"/>
                <a:cs typeface="Georgia"/>
              </a:rPr>
              <a:t>8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-50" dirty="0">
                <a:latin typeface="Georgia"/>
                <a:cs typeface="Georgia"/>
              </a:rPr>
              <a:t>4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25" dirty="0"/>
              <a:t>13/</a:t>
            </a: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9435" y="62407"/>
            <a:ext cx="15494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45" dirty="0">
                <a:solidFill>
                  <a:srgbClr val="FFFFFF"/>
                </a:solidFill>
                <a:latin typeface="Times New Roman"/>
                <a:cs typeface="Times New Roman"/>
              </a:rPr>
              <a:t>Multiplication</a:t>
            </a:r>
            <a:r>
              <a:rPr sz="14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Rule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1335798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1"/>
                </a:lnTo>
                <a:lnTo>
                  <a:pt x="4432566" y="19836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69110" y="1365475"/>
            <a:ext cx="127000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Multiplication</a:t>
            </a:r>
            <a:r>
              <a:rPr sz="1200" spc="4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Times New Roman"/>
                <a:cs typeface="Times New Roman"/>
              </a:rPr>
              <a:t>Rule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3144" y="1751114"/>
            <a:ext cx="44837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93980" algn="ctr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5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dirty="0">
                <a:latin typeface="Lucida Sans Unicode"/>
                <a:cs typeface="Lucida Sans Unicode"/>
              </a:rPr>
              <a:t>∩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="0" i="1" baseline="-10416" dirty="0">
                <a:latin typeface="Bookman Old Style"/>
                <a:cs typeface="Bookman Old Style"/>
              </a:rPr>
              <a:t>i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2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3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200" spc="179" baseline="-10416" dirty="0">
                <a:latin typeface="Century"/>
                <a:cs typeface="Century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6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2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55" dirty="0">
                <a:latin typeface="Georgia"/>
                <a:cs typeface="Georgia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.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.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b="0" i="1" spc="-50" dirty="0">
                <a:latin typeface="Bookman Old Style"/>
                <a:cs typeface="Bookman Old Style"/>
              </a:rPr>
              <a:t>.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25" dirty="0"/>
              <a:t>14/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EC040F8-DD04-B0DA-CC6E-9AD6D2235004}"/>
                  </a:ext>
                </a:extLst>
              </p14:cNvPr>
              <p14:cNvContentPartPr/>
              <p14:nvPr/>
            </p14:nvContentPartPr>
            <p14:xfrm>
              <a:off x="257760" y="378000"/>
              <a:ext cx="4366800" cy="27518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EC040F8-DD04-B0DA-CC6E-9AD6D223500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8400" y="368640"/>
                <a:ext cx="4385520" cy="2770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12140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Example</a:t>
            </a:r>
            <a:r>
              <a:rPr spc="135" dirty="0"/>
              <a:t> </a:t>
            </a:r>
            <a:r>
              <a:rPr dirty="0"/>
              <a:t>1.7</a:t>
            </a:r>
            <a:r>
              <a:rPr spc="140" dirty="0"/>
              <a:t> </a:t>
            </a:r>
            <a:r>
              <a:rPr spc="50" dirty="0"/>
              <a:t>Page</a:t>
            </a:r>
            <a:r>
              <a:rPr spc="140" dirty="0"/>
              <a:t> </a:t>
            </a:r>
            <a:r>
              <a:rPr spc="-25" dirty="0"/>
              <a:t>21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1003465"/>
            <a:ext cx="4126229" cy="10680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70" dirty="0">
                <a:latin typeface="Georgia"/>
                <a:cs typeface="Georgia"/>
              </a:rPr>
              <a:t>A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fair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4-</a:t>
            </a:r>
            <a:r>
              <a:rPr sz="1100" spc="-25" dirty="0">
                <a:latin typeface="Georgia"/>
                <a:cs typeface="Georgia"/>
              </a:rPr>
              <a:t>sided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die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rolled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twice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all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outcomes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equally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likely. </a:t>
            </a:r>
            <a:r>
              <a:rPr sz="1100" dirty="0">
                <a:latin typeface="Georgia"/>
                <a:cs typeface="Georgia"/>
              </a:rPr>
              <a:t>Let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Y</a:t>
            </a:r>
            <a:r>
              <a:rPr sz="1100" b="0" i="1" spc="17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result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first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second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rolls.</a:t>
            </a:r>
            <a:endParaRPr sz="1100">
              <a:latin typeface="Georgia"/>
              <a:cs typeface="Georgia"/>
            </a:endParaRPr>
          </a:p>
          <a:p>
            <a:pPr marL="12700" marR="310515">
              <a:lnSpc>
                <a:spcPct val="210000"/>
              </a:lnSpc>
            </a:pPr>
            <a:r>
              <a:rPr sz="1100" dirty="0">
                <a:latin typeface="Georgia"/>
                <a:cs typeface="Georgia"/>
              </a:rPr>
              <a:t>Let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b="0" i="1" spc="2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event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minimum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roll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two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dice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2. </a:t>
            </a:r>
            <a:r>
              <a:rPr sz="1100" dirty="0">
                <a:latin typeface="Georgia"/>
                <a:cs typeface="Georgia"/>
              </a:rPr>
              <a:t>What</a:t>
            </a:r>
            <a:r>
              <a:rPr sz="1100" spc="1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14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dirty="0">
                <a:latin typeface="Lucida Sans Unicode"/>
                <a:cs typeface="Lucida Sans Unicode"/>
              </a:rPr>
              <a:t>{</a:t>
            </a:r>
            <a:r>
              <a:rPr sz="1100" b="0" i="1" dirty="0">
                <a:latin typeface="Bookman Old Style"/>
                <a:cs typeface="Bookman Old Style"/>
              </a:rPr>
              <a:t>max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X,</a:t>
            </a:r>
            <a:r>
              <a:rPr sz="1100" b="0" i="1" spc="-130" dirty="0">
                <a:latin typeface="Bookman Old Style"/>
                <a:cs typeface="Bookman Old Style"/>
              </a:rPr>
              <a:t> </a:t>
            </a:r>
            <a:r>
              <a:rPr sz="1100" b="0" i="1" spc="-100" dirty="0">
                <a:latin typeface="Bookman Old Style"/>
                <a:cs typeface="Bookman Old Style"/>
              </a:rPr>
              <a:t>Y</a:t>
            </a:r>
            <a:r>
              <a:rPr sz="1100" b="0" i="1" spc="-6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b="0" i="1" spc="-10" dirty="0">
                <a:latin typeface="Bookman Old Style"/>
                <a:cs typeface="Bookman Old Style"/>
              </a:rPr>
              <a:t>m</a:t>
            </a:r>
            <a:r>
              <a:rPr sz="1100" spc="-10" dirty="0">
                <a:latin typeface="Lucida Sans Unicode"/>
                <a:cs typeface="Lucida Sans Unicode"/>
              </a:rPr>
              <a:t>}|</a:t>
            </a:r>
            <a:r>
              <a:rPr sz="1100" b="0" i="1" spc="-10" dirty="0">
                <a:latin typeface="Bookman Old Style"/>
                <a:cs typeface="Bookman Old Style"/>
              </a:rPr>
              <a:t>B</a:t>
            </a:r>
            <a:r>
              <a:rPr sz="1100" spc="-10" dirty="0">
                <a:latin typeface="Georgia"/>
                <a:cs typeface="Georgia"/>
              </a:rPr>
              <a:t>)?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73055" y="3353670"/>
            <a:ext cx="16510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15/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12140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Example</a:t>
            </a:r>
            <a:r>
              <a:rPr spc="135" dirty="0"/>
              <a:t> </a:t>
            </a:r>
            <a:r>
              <a:rPr dirty="0"/>
              <a:t>1.7</a:t>
            </a:r>
            <a:r>
              <a:rPr spc="140" dirty="0"/>
              <a:t> </a:t>
            </a:r>
            <a:r>
              <a:rPr spc="50" dirty="0"/>
              <a:t>Page</a:t>
            </a:r>
            <a:r>
              <a:rPr spc="140" dirty="0"/>
              <a:t> </a:t>
            </a:r>
            <a:r>
              <a:rPr spc="-25" dirty="0"/>
              <a:t>21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1003465"/>
            <a:ext cx="4126229" cy="142049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70" dirty="0">
                <a:latin typeface="Georgia"/>
                <a:cs typeface="Georgia"/>
              </a:rPr>
              <a:t>A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fair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4-</a:t>
            </a:r>
            <a:r>
              <a:rPr sz="1100" spc="-25" dirty="0">
                <a:latin typeface="Georgia"/>
                <a:cs typeface="Georgia"/>
              </a:rPr>
              <a:t>sided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die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rolled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twice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all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outcomes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equally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likely. </a:t>
            </a:r>
            <a:r>
              <a:rPr sz="1100" dirty="0">
                <a:latin typeface="Georgia"/>
                <a:cs typeface="Georgia"/>
              </a:rPr>
              <a:t>Let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Y</a:t>
            </a:r>
            <a:r>
              <a:rPr sz="1100" b="0" i="1" spc="17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result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first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second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rolls.</a:t>
            </a:r>
            <a:endParaRPr sz="1100">
              <a:latin typeface="Georgia"/>
              <a:cs typeface="Georgia"/>
            </a:endParaRPr>
          </a:p>
          <a:p>
            <a:pPr marL="12700" marR="310515">
              <a:lnSpc>
                <a:spcPct val="210000"/>
              </a:lnSpc>
            </a:pPr>
            <a:r>
              <a:rPr sz="1100" dirty="0">
                <a:latin typeface="Georgia"/>
                <a:cs typeface="Georgia"/>
              </a:rPr>
              <a:t>Let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b="0" i="1" spc="2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event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minimum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roll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two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dice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2. </a:t>
            </a:r>
            <a:r>
              <a:rPr sz="1100" dirty="0">
                <a:latin typeface="Georgia"/>
                <a:cs typeface="Georgia"/>
              </a:rPr>
              <a:t>What</a:t>
            </a:r>
            <a:r>
              <a:rPr sz="1100" spc="1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14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dirty="0">
                <a:latin typeface="Lucida Sans Unicode"/>
                <a:cs typeface="Lucida Sans Unicode"/>
              </a:rPr>
              <a:t>{</a:t>
            </a:r>
            <a:r>
              <a:rPr sz="1100" b="0" i="1" dirty="0">
                <a:latin typeface="Bookman Old Style"/>
                <a:cs typeface="Bookman Old Style"/>
              </a:rPr>
              <a:t>max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X,</a:t>
            </a:r>
            <a:r>
              <a:rPr sz="1100" b="0" i="1" spc="-130" dirty="0">
                <a:latin typeface="Bookman Old Style"/>
                <a:cs typeface="Bookman Old Style"/>
              </a:rPr>
              <a:t> </a:t>
            </a:r>
            <a:r>
              <a:rPr sz="1100" b="0" i="1" spc="-100" dirty="0">
                <a:latin typeface="Bookman Old Style"/>
                <a:cs typeface="Bookman Old Style"/>
              </a:rPr>
              <a:t>Y</a:t>
            </a:r>
            <a:r>
              <a:rPr sz="1100" b="0" i="1" spc="-6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b="0" i="1" spc="-10" dirty="0">
                <a:latin typeface="Bookman Old Style"/>
                <a:cs typeface="Bookman Old Style"/>
              </a:rPr>
              <a:t>m</a:t>
            </a:r>
            <a:r>
              <a:rPr sz="1100" spc="-10" dirty="0">
                <a:latin typeface="Lucida Sans Unicode"/>
                <a:cs typeface="Lucida Sans Unicode"/>
              </a:rPr>
              <a:t>}|</a:t>
            </a:r>
            <a:r>
              <a:rPr sz="1100" b="0" i="1" spc="-10" dirty="0">
                <a:latin typeface="Bookman Old Style"/>
                <a:cs typeface="Bookman Old Style"/>
              </a:rPr>
              <a:t>B</a:t>
            </a:r>
            <a:r>
              <a:rPr sz="1100" spc="-10" dirty="0">
                <a:latin typeface="Georgia"/>
                <a:cs typeface="Georgia"/>
              </a:rPr>
              <a:t>)?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100" b="0" i="1" dirty="0">
                <a:latin typeface="Bookman Old Style"/>
                <a:cs typeface="Bookman Old Style"/>
              </a:rPr>
              <a:t>m</a:t>
            </a:r>
            <a:r>
              <a:rPr sz="1100" b="0" i="1" spc="-20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1</a:t>
            </a:r>
            <a:r>
              <a:rPr sz="1100" b="0" i="1" dirty="0">
                <a:latin typeface="Bookman Old Style"/>
                <a:cs typeface="Bookman Old Style"/>
              </a:rPr>
              <a:t>,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spc="-60" dirty="0">
                <a:latin typeface="Georgia"/>
                <a:cs typeface="Georgia"/>
              </a:rPr>
              <a:t>2</a:t>
            </a:r>
            <a:r>
              <a:rPr sz="1100" b="0" i="1" spc="-60" dirty="0">
                <a:latin typeface="Bookman Old Style"/>
                <a:cs typeface="Bookman Old Style"/>
              </a:rPr>
              <a:t>,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55" dirty="0">
                <a:latin typeface="Georgia"/>
                <a:cs typeface="Georgia"/>
              </a:rPr>
              <a:t>3</a:t>
            </a:r>
            <a:r>
              <a:rPr sz="1100" b="0" i="1" spc="-55" dirty="0">
                <a:latin typeface="Bookman Old Style"/>
                <a:cs typeface="Bookman Old Style"/>
              </a:rPr>
              <a:t>,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spc="-50" dirty="0">
                <a:latin typeface="Georgia"/>
                <a:cs typeface="Georgia"/>
              </a:rPr>
              <a:t>4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73055" y="3353670"/>
            <a:ext cx="16510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15/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12140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Example</a:t>
            </a:r>
            <a:r>
              <a:rPr spc="135" dirty="0"/>
              <a:t> </a:t>
            </a:r>
            <a:r>
              <a:rPr dirty="0"/>
              <a:t>1.7</a:t>
            </a:r>
            <a:r>
              <a:rPr spc="140" dirty="0"/>
              <a:t> </a:t>
            </a:r>
            <a:r>
              <a:rPr spc="50" dirty="0"/>
              <a:t>Page</a:t>
            </a:r>
            <a:r>
              <a:rPr spc="140" dirty="0"/>
              <a:t> </a:t>
            </a:r>
            <a:r>
              <a:rPr spc="-25" dirty="0"/>
              <a:t>21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044" y="1003312"/>
            <a:ext cx="3461385" cy="141287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63500" marR="1851660">
              <a:lnSpc>
                <a:spcPct val="102600"/>
              </a:lnSpc>
              <a:spcBef>
                <a:spcPts val="55"/>
              </a:spcBef>
            </a:pPr>
            <a:r>
              <a:rPr sz="1100" spc="-10" dirty="0">
                <a:latin typeface="Georgia"/>
                <a:cs typeface="Georgia"/>
              </a:rPr>
              <a:t>Four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sided</a:t>
            </a:r>
            <a:r>
              <a:rPr sz="1100" dirty="0">
                <a:latin typeface="Georgia"/>
                <a:cs typeface="Georgia"/>
              </a:rPr>
              <a:t> die, roll </a:t>
            </a:r>
            <a:r>
              <a:rPr sz="1100" spc="-20" dirty="0">
                <a:latin typeface="Georgia"/>
                <a:cs typeface="Georgia"/>
              </a:rPr>
              <a:t>twice, </a:t>
            </a:r>
            <a:r>
              <a:rPr sz="1100" spc="80" dirty="0">
                <a:latin typeface="Georgia"/>
                <a:cs typeface="Georgia"/>
              </a:rPr>
              <a:t>X=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first,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spc="135" dirty="0">
                <a:latin typeface="Georgia"/>
                <a:cs typeface="Georgia"/>
              </a:rPr>
              <a:t>Y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second</a:t>
            </a:r>
            <a:endParaRPr sz="1100">
              <a:latin typeface="Georgia"/>
              <a:cs typeface="Georgia"/>
            </a:endParaRPr>
          </a:p>
          <a:p>
            <a:pPr marL="635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Georgia"/>
                <a:cs typeface="Georgia"/>
              </a:rPr>
              <a:t>For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integer</a:t>
            </a:r>
            <a:r>
              <a:rPr sz="1100" spc="11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m</a:t>
            </a:r>
            <a:r>
              <a:rPr sz="1100" b="0" i="1" spc="-15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35" dirty="0">
                <a:latin typeface="Lucida Sans Unicode"/>
                <a:cs typeface="Lucida Sans Unicode"/>
              </a:rPr>
              <a:t> </a:t>
            </a:r>
            <a:r>
              <a:rPr sz="1100" spc="70" dirty="0">
                <a:latin typeface="Lucida Sans Unicode"/>
                <a:cs typeface="Lucida Sans Unicode"/>
              </a:rPr>
              <a:t>{</a:t>
            </a:r>
            <a:r>
              <a:rPr sz="1100" spc="70" dirty="0">
                <a:latin typeface="Georgia"/>
                <a:cs typeface="Georgia"/>
              </a:rPr>
              <a:t>1</a:t>
            </a:r>
            <a:r>
              <a:rPr sz="1100" b="0" i="1" spc="70" dirty="0">
                <a:latin typeface="Bookman Old Style"/>
                <a:cs typeface="Bookman Old Style"/>
              </a:rPr>
              <a:t>,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spc="-60" dirty="0">
                <a:latin typeface="Georgia"/>
                <a:cs typeface="Georgia"/>
              </a:rPr>
              <a:t>2</a:t>
            </a:r>
            <a:r>
              <a:rPr sz="1100" b="0" i="1" spc="-60" dirty="0">
                <a:latin typeface="Bookman Old Style"/>
                <a:cs typeface="Bookman Old Style"/>
              </a:rPr>
              <a:t>,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55" dirty="0">
                <a:latin typeface="Georgia"/>
                <a:cs typeface="Georgia"/>
              </a:rPr>
              <a:t>3</a:t>
            </a:r>
            <a:r>
              <a:rPr sz="1100" b="0" i="1" spc="-55" dirty="0">
                <a:latin typeface="Bookman Old Style"/>
                <a:cs typeface="Bookman Old Style"/>
              </a:rPr>
              <a:t>,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4</a:t>
            </a:r>
            <a:r>
              <a:rPr sz="1100" dirty="0">
                <a:latin typeface="Lucida Sans Unicode"/>
                <a:cs typeface="Lucida Sans Unicode"/>
              </a:rPr>
              <a:t>}</a:t>
            </a:r>
            <a:r>
              <a:rPr sz="1100" dirty="0">
                <a:latin typeface="Georgia"/>
                <a:cs typeface="Georgia"/>
              </a:rPr>
              <a:t>,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="0" i="1" baseline="-10416" dirty="0">
                <a:latin typeface="Bookman Old Style"/>
                <a:cs typeface="Bookman Old Style"/>
              </a:rPr>
              <a:t>m</a:t>
            </a:r>
            <a:r>
              <a:rPr sz="1200" b="0" i="1" spc="187" baseline="-10416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max(</a:t>
            </a:r>
            <a:r>
              <a:rPr sz="1100" b="0" i="1" dirty="0">
                <a:latin typeface="Bookman Old Style"/>
                <a:cs typeface="Bookman Old Style"/>
              </a:rPr>
              <a:t>X,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b="0" i="1" spc="-100" dirty="0">
                <a:latin typeface="Bookman Old Style"/>
                <a:cs typeface="Bookman Old Style"/>
              </a:rPr>
              <a:t>Y</a:t>
            </a:r>
            <a:r>
              <a:rPr sz="1100" b="0" i="1" spc="-8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110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.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50">
              <a:latin typeface="Georgia"/>
              <a:cs typeface="Georgia"/>
            </a:endParaRPr>
          </a:p>
          <a:p>
            <a:pPr marL="996315" algn="ctr">
              <a:lnSpc>
                <a:spcPct val="100000"/>
              </a:lnSpc>
            </a:pP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="0" i="1" baseline="-10416" dirty="0">
                <a:latin typeface="Bookman Old Style"/>
                <a:cs typeface="Bookman Old Style"/>
              </a:rPr>
              <a:t>m</a:t>
            </a:r>
            <a:r>
              <a:rPr sz="1200" b="0" i="1" spc="232" baseline="-10416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{</a:t>
            </a:r>
            <a:r>
              <a:rPr sz="1100" b="0" i="1" dirty="0">
                <a:latin typeface="Bookman Old Style"/>
                <a:cs typeface="Bookman Old Style"/>
              </a:rPr>
              <a:t>max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X,</a:t>
            </a:r>
            <a:r>
              <a:rPr sz="1100" b="0" i="1" spc="-125" dirty="0">
                <a:latin typeface="Bookman Old Style"/>
                <a:cs typeface="Bookman Old Style"/>
              </a:rPr>
              <a:t> </a:t>
            </a:r>
            <a:r>
              <a:rPr sz="1100" b="0" i="1" spc="-100" dirty="0">
                <a:latin typeface="Bookman Old Style"/>
                <a:cs typeface="Bookman Old Style"/>
              </a:rPr>
              <a:t>Y</a:t>
            </a:r>
            <a:r>
              <a:rPr sz="1100" b="0" i="1" spc="-6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m,</a:t>
            </a:r>
            <a:r>
              <a:rPr sz="1100" b="0" i="1" spc="-125" dirty="0">
                <a:latin typeface="Bookman Old Style"/>
                <a:cs typeface="Bookman Old Styl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m</a:t>
            </a:r>
            <a:r>
              <a:rPr sz="1100" b="0" i="1" spc="10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1</a:t>
            </a:r>
            <a:r>
              <a:rPr sz="1100" b="0" i="1" dirty="0">
                <a:latin typeface="Bookman Old Style"/>
                <a:cs typeface="Bookman Old Style"/>
              </a:rPr>
              <a:t>,</a:t>
            </a:r>
            <a:r>
              <a:rPr sz="1100" b="0" i="1" spc="-125" dirty="0">
                <a:latin typeface="Bookman Old Style"/>
                <a:cs typeface="Bookman Old Style"/>
              </a:rPr>
              <a:t> </a:t>
            </a:r>
            <a:r>
              <a:rPr sz="1100" spc="-60" dirty="0">
                <a:latin typeface="Georgia"/>
                <a:cs typeface="Georgia"/>
              </a:rPr>
              <a:t>2</a:t>
            </a:r>
            <a:r>
              <a:rPr sz="1100" b="0" i="1" spc="-60" dirty="0">
                <a:latin typeface="Bookman Old Style"/>
                <a:cs typeface="Bookman Old Style"/>
              </a:rPr>
              <a:t>,</a:t>
            </a:r>
            <a:r>
              <a:rPr sz="1100" b="0" i="1" spc="-125" dirty="0">
                <a:latin typeface="Bookman Old Style"/>
                <a:cs typeface="Bookman Old Style"/>
              </a:rPr>
              <a:t> </a:t>
            </a:r>
            <a:r>
              <a:rPr sz="1100" spc="-55" dirty="0">
                <a:latin typeface="Georgia"/>
                <a:cs typeface="Georgia"/>
              </a:rPr>
              <a:t>3</a:t>
            </a:r>
            <a:r>
              <a:rPr sz="1100" b="0" i="1" spc="-55" dirty="0">
                <a:latin typeface="Bookman Old Style"/>
                <a:cs typeface="Bookman Old Style"/>
              </a:rPr>
              <a:t>,</a:t>
            </a:r>
            <a:r>
              <a:rPr sz="1100" b="0" i="1" spc="-130" dirty="0">
                <a:latin typeface="Bookman Old Style"/>
                <a:cs typeface="Bookman Old Style"/>
              </a:rPr>
              <a:t> </a:t>
            </a:r>
            <a:r>
              <a:rPr sz="1100" spc="25" dirty="0">
                <a:latin typeface="Georgia"/>
                <a:cs typeface="Georgia"/>
              </a:rPr>
              <a:t>4</a:t>
            </a:r>
            <a:r>
              <a:rPr sz="1100" spc="25" dirty="0">
                <a:latin typeface="Lucida Sans Unicode"/>
                <a:cs typeface="Lucida Sans Unicode"/>
              </a:rPr>
              <a:t>}</a:t>
            </a:r>
            <a:endParaRPr sz="11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700">
              <a:latin typeface="Lucida Sans Unicode"/>
              <a:cs typeface="Lucida Sans Unicode"/>
            </a:endParaRPr>
          </a:p>
          <a:p>
            <a:pPr marL="996315" algn="ctr">
              <a:lnSpc>
                <a:spcPct val="100000"/>
              </a:lnSpc>
            </a:pP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b="0" i="1" spc="75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{</a:t>
            </a:r>
            <a:r>
              <a:rPr sz="1100" dirty="0">
                <a:latin typeface="Georgia"/>
                <a:cs typeface="Georgia"/>
              </a:rPr>
              <a:t>min(</a:t>
            </a:r>
            <a:r>
              <a:rPr sz="1100" b="0" i="1" dirty="0">
                <a:latin typeface="Bookman Old Style"/>
                <a:cs typeface="Bookman Old Style"/>
              </a:rPr>
              <a:t>X,</a:t>
            </a:r>
            <a:r>
              <a:rPr sz="1100" b="0" i="1" spc="-125" dirty="0">
                <a:latin typeface="Bookman Old Style"/>
                <a:cs typeface="Bookman Old Style"/>
              </a:rPr>
              <a:t> </a:t>
            </a:r>
            <a:r>
              <a:rPr sz="1100" b="0" i="1" spc="-100" dirty="0">
                <a:latin typeface="Bookman Old Style"/>
                <a:cs typeface="Bookman Old Style"/>
              </a:rPr>
              <a:t>Y</a:t>
            </a:r>
            <a:r>
              <a:rPr sz="1100" b="0" i="1" spc="-5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25" dirty="0">
                <a:latin typeface="Georgia"/>
                <a:cs typeface="Georgia"/>
              </a:rPr>
              <a:t>2</a:t>
            </a:r>
            <a:r>
              <a:rPr sz="1100" spc="25" dirty="0">
                <a:latin typeface="Lucida Sans Unicode"/>
                <a:cs typeface="Lucida Sans Unicode"/>
              </a:rPr>
              <a:t>}</a:t>
            </a:r>
            <a:endParaRPr sz="1100">
              <a:latin typeface="Lucida Sans Unicode"/>
              <a:cs typeface="Lucida Sans Unicode"/>
            </a:endParaRPr>
          </a:p>
          <a:p>
            <a:pPr marL="62865">
              <a:lnSpc>
                <a:spcPct val="100000"/>
              </a:lnSpc>
              <a:spcBef>
                <a:spcPts val="685"/>
              </a:spcBef>
            </a:pPr>
            <a:r>
              <a:rPr sz="1100" dirty="0">
                <a:latin typeface="Georgia"/>
                <a:cs typeface="Georgia"/>
              </a:rPr>
              <a:t>Want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="0" i="1" baseline="-10416" dirty="0">
                <a:latin typeface="Bookman Old Style"/>
                <a:cs typeface="Bookman Old Style"/>
              </a:rPr>
              <a:t>m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for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m</a:t>
            </a:r>
            <a:r>
              <a:rPr sz="1100" b="0" i="1" spc="-30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1</a:t>
            </a:r>
            <a:r>
              <a:rPr sz="1100" b="0" i="1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spc="-60" dirty="0">
                <a:latin typeface="Georgia"/>
                <a:cs typeface="Georgia"/>
              </a:rPr>
              <a:t>2</a:t>
            </a:r>
            <a:r>
              <a:rPr sz="1100" b="0" i="1" spc="-60" dirty="0">
                <a:latin typeface="Bookman Old Style"/>
                <a:cs typeface="Bookman Old Style"/>
              </a:rPr>
              <a:t>,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55" dirty="0">
                <a:latin typeface="Georgia"/>
                <a:cs typeface="Georgia"/>
              </a:rPr>
              <a:t>3</a:t>
            </a:r>
            <a:r>
              <a:rPr sz="1100" b="0" i="1" spc="-5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spc="-50" dirty="0">
                <a:latin typeface="Georgia"/>
                <a:cs typeface="Georgia"/>
              </a:rPr>
              <a:t>4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25" dirty="0"/>
              <a:t>16/</a:t>
            </a:r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06917" y="62407"/>
            <a:ext cx="9944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sz="14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1.7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86432" y="1119302"/>
            <a:ext cx="6419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56726" y="1025575"/>
            <a:ext cx="542925" cy="180819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10" dirty="0">
                <a:latin typeface="Georgia"/>
                <a:cs typeface="Georgia"/>
              </a:rPr>
              <a:t>(</a:t>
            </a:r>
            <a:r>
              <a:rPr sz="1100" b="0" i="1" spc="-10" dirty="0">
                <a:latin typeface="Bookman Old Style"/>
                <a:cs typeface="Bookman Old Style"/>
              </a:rPr>
              <a:t>A</a:t>
            </a:r>
            <a:r>
              <a:rPr sz="1100" spc="-10" dirty="0">
                <a:latin typeface="Lucida Sans Unicode"/>
                <a:cs typeface="Lucida Sans Unicode"/>
              </a:rPr>
              <a:t>∩</a:t>
            </a:r>
            <a:r>
              <a:rPr sz="1100" b="0" i="1" spc="-10" dirty="0">
                <a:latin typeface="Bookman Old Style"/>
                <a:cs typeface="Bookman Old Style"/>
              </a:rPr>
              <a:t>B</a:t>
            </a:r>
            <a:r>
              <a:rPr lang="en-US" sz="1100" i="1" spc="-10" dirty="0">
                <a:latin typeface="Bookman Old Style"/>
                <a:cs typeface="Bookman Old Style"/>
              </a:rPr>
              <a:t>)</a:t>
            </a:r>
            <a:endParaRPr sz="1100" dirty="0">
              <a:latin typeface="Bookman Old Style"/>
              <a:cs typeface="Bookman Old Styl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69426" y="1235913"/>
            <a:ext cx="524510" cy="0"/>
          </a:xfrm>
          <a:custGeom>
            <a:avLst/>
            <a:gdLst/>
            <a:ahLst/>
            <a:cxnLst/>
            <a:rect l="l" t="t" r="r" b="b"/>
            <a:pathLst>
              <a:path w="524510">
                <a:moveTo>
                  <a:pt x="0" y="0"/>
                </a:moveTo>
                <a:lnTo>
                  <a:pt x="52425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454859" y="1214335"/>
            <a:ext cx="3536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Georgia"/>
                <a:cs typeface="Georgia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736064" y="1524228"/>
          <a:ext cx="1130296" cy="905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9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9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66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ts val="117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3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marR="4445"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3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25" dirty="0"/>
              <a:t>17/</a:t>
            </a: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06917" y="62407"/>
            <a:ext cx="9944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sz="14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1.7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82584" y="737704"/>
            <a:ext cx="6419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52878" y="643979"/>
            <a:ext cx="64198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0" dirty="0">
                <a:latin typeface="Bookman Old Style"/>
                <a:cs typeface="Bookman Old Style"/>
              </a:rPr>
              <a:t> </a:t>
            </a:r>
            <a:r>
              <a:rPr lang="en-US"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b="0" i="1" spc="-5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b="0" i="1" spc="-50" dirty="0">
                <a:latin typeface="Bookman Old Style"/>
                <a:cs typeface="Bookman Old Style"/>
              </a:rPr>
              <a:t>B</a:t>
            </a:r>
            <a:r>
              <a:rPr lang="en-US" sz="1100" b="0" i="1" spc="-50" dirty="0">
                <a:latin typeface="Bookman Old Style"/>
                <a:cs typeface="Bookman Old Style"/>
              </a:rPr>
              <a:t>)</a:t>
            </a:r>
            <a:endParaRPr sz="1100" dirty="0">
              <a:latin typeface="Bookman Old Style"/>
              <a:cs typeface="Bookman Old Styl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65578" y="854303"/>
            <a:ext cx="532130" cy="0"/>
          </a:xfrm>
          <a:custGeom>
            <a:avLst/>
            <a:gdLst/>
            <a:ahLst/>
            <a:cxnLst/>
            <a:rect l="l" t="t" r="r" b="b"/>
            <a:pathLst>
              <a:path w="532130">
                <a:moveTo>
                  <a:pt x="0" y="0"/>
                </a:moveTo>
                <a:lnTo>
                  <a:pt x="53195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454859" y="832739"/>
            <a:ext cx="3536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Georgia"/>
                <a:cs typeface="Georgia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724520" y="1142619"/>
          <a:ext cx="1153158" cy="880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39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3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a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b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b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b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3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b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b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950491" y="2189111"/>
            <a:ext cx="4997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130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491079" y="2305723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478379" y="2072878"/>
            <a:ext cx="164465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265"/>
              </a:spcBef>
            </a:pPr>
            <a:r>
              <a:rPr sz="1100" spc="-40" dirty="0">
                <a:latin typeface="Georgia"/>
                <a:cs typeface="Georgia"/>
              </a:rPr>
              <a:t>5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100" spc="-25" dirty="0">
                <a:latin typeface="Georgia"/>
                <a:cs typeface="Georgia"/>
              </a:rPr>
              <a:t>16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12302" y="2482951"/>
            <a:ext cx="9836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55" dirty="0">
                <a:latin typeface="Georgia"/>
                <a:cs typeface="Georgia"/>
              </a:rPr>
              <a:t>#(</a:t>
            </a:r>
            <a:r>
              <a:rPr sz="1100" b="0" i="1" spc="55" dirty="0">
                <a:latin typeface="Bookman Old Style"/>
                <a:cs typeface="Bookman Old Style"/>
              </a:rPr>
              <a:t>A</a:t>
            </a:r>
            <a:r>
              <a:rPr sz="1200" spc="82" baseline="-10416" dirty="0">
                <a:latin typeface="Century"/>
                <a:cs typeface="Century"/>
              </a:rPr>
              <a:t>1</a:t>
            </a:r>
            <a:r>
              <a:rPr sz="1200" spc="142" baseline="-10416" dirty="0">
                <a:latin typeface="Century"/>
                <a:cs typeface="Century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0</a:t>
            </a:r>
            <a:endParaRPr sz="1100" dirty="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87269" y="2701760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30" dirty="0">
                <a:latin typeface="Georgia"/>
                <a:cs typeface="Georgia"/>
              </a:rPr>
              <a:t>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465336" y="2912097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696847" y="2795498"/>
            <a:ext cx="12147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85" dirty="0">
                <a:latin typeface="Georgia"/>
                <a:cs typeface="Georgia"/>
              </a:rPr>
              <a:t> </a:t>
            </a:r>
            <a:r>
              <a:rPr sz="1650" baseline="-37878" dirty="0">
                <a:latin typeface="Georgia"/>
                <a:cs typeface="Georgia"/>
              </a:rPr>
              <a:t>16</a:t>
            </a:r>
            <a:r>
              <a:rPr sz="1650" spc="270" baseline="-37878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25" dirty="0"/>
              <a:t>18/</a:t>
            </a:r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06917" y="62407"/>
            <a:ext cx="9944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sz="14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1.7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82584" y="620928"/>
            <a:ext cx="6419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52878" y="527202"/>
            <a:ext cx="64198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b="0" i="1" spc="-5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b="0" i="1" spc="-50" dirty="0">
                <a:latin typeface="Bookman Old Style"/>
                <a:cs typeface="Bookman Old Style"/>
              </a:rPr>
              <a:t>B</a:t>
            </a:r>
            <a:r>
              <a:rPr lang="en-US" sz="1100" b="0" i="1" spc="-50" dirty="0">
                <a:latin typeface="Bookman Old Style"/>
                <a:cs typeface="Bookman Old Style"/>
              </a:rPr>
              <a:t>)</a:t>
            </a:r>
            <a:endParaRPr sz="1100" dirty="0">
              <a:latin typeface="Bookman Old Style"/>
              <a:cs typeface="Bookman Old Styl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65578" y="737539"/>
            <a:ext cx="532130" cy="0"/>
          </a:xfrm>
          <a:custGeom>
            <a:avLst/>
            <a:gdLst/>
            <a:ahLst/>
            <a:cxnLst/>
            <a:rect l="l" t="t" r="r" b="b"/>
            <a:pathLst>
              <a:path w="532130">
                <a:moveTo>
                  <a:pt x="0" y="0"/>
                </a:moveTo>
                <a:lnTo>
                  <a:pt x="53195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454859" y="715975"/>
            <a:ext cx="3536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Georgia"/>
                <a:cs typeface="Georgia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689874" y="1009738"/>
          <a:ext cx="1222373" cy="880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8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39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ts val="117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3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a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a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ab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b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b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3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b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b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950491" y="2052764"/>
            <a:ext cx="4997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130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491079" y="2169375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478379" y="1936531"/>
            <a:ext cx="164465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265"/>
              </a:spcBef>
            </a:pPr>
            <a:r>
              <a:rPr sz="1100" spc="-40" dirty="0">
                <a:latin typeface="Georgia"/>
                <a:cs typeface="Georgia"/>
              </a:rPr>
              <a:t>5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100" spc="-25" dirty="0">
                <a:latin typeface="Georgia"/>
                <a:cs typeface="Georgia"/>
              </a:rPr>
              <a:t>16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12302" y="2258552"/>
            <a:ext cx="983615" cy="692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indent="132715">
              <a:lnSpc>
                <a:spcPct val="145900"/>
              </a:lnSpc>
              <a:spcBef>
                <a:spcPts val="100"/>
              </a:spcBef>
            </a:pPr>
            <a:r>
              <a:rPr sz="1100" spc="55" dirty="0">
                <a:latin typeface="Georgia"/>
                <a:cs typeface="Georgia"/>
              </a:rPr>
              <a:t>#(</a:t>
            </a:r>
            <a:r>
              <a:rPr sz="1100" b="0" i="1" spc="55" dirty="0">
                <a:latin typeface="Bookman Old Style"/>
                <a:cs typeface="Bookman Old Style"/>
              </a:rPr>
              <a:t>A</a:t>
            </a:r>
            <a:r>
              <a:rPr sz="1200" spc="82" baseline="-10416" dirty="0">
                <a:latin typeface="Century"/>
                <a:cs typeface="Century"/>
              </a:rPr>
              <a:t>2</a:t>
            </a:r>
            <a:r>
              <a:rPr sz="1100" spc="55" dirty="0">
                <a:latin typeface="Georgia"/>
                <a:cs typeface="Georgia"/>
              </a:rPr>
              <a:t>)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60" dirty="0">
                <a:latin typeface="Georgia"/>
                <a:cs typeface="Georgia"/>
              </a:rPr>
              <a:t>3 </a:t>
            </a:r>
            <a:r>
              <a:rPr sz="1100" spc="55" dirty="0">
                <a:latin typeface="Georgia"/>
                <a:cs typeface="Georgia"/>
              </a:rPr>
              <a:t>#(</a:t>
            </a:r>
            <a:r>
              <a:rPr sz="1100" b="0" i="1" spc="55" dirty="0">
                <a:latin typeface="Bookman Old Style"/>
                <a:cs typeface="Bookman Old Style"/>
              </a:rPr>
              <a:t>A</a:t>
            </a:r>
            <a:r>
              <a:rPr sz="1200" spc="82" baseline="-10416" dirty="0">
                <a:latin typeface="Century"/>
                <a:cs typeface="Century"/>
              </a:rPr>
              <a:t>2</a:t>
            </a:r>
            <a:r>
              <a:rPr sz="1200" spc="142" baseline="-10416" dirty="0">
                <a:latin typeface="Century"/>
                <a:cs typeface="Century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20" dirty="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  <a:p>
            <a:pPr marL="652780">
              <a:lnSpc>
                <a:spcPct val="100000"/>
              </a:lnSpc>
              <a:spcBef>
                <a:spcPts val="439"/>
              </a:spcBef>
            </a:pPr>
            <a:r>
              <a:rPr sz="800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800" u="sng" spc="-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1</a:t>
            </a:r>
            <a:r>
              <a:rPr sz="800" u="sng" spc="50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 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52954" y="3010344"/>
            <a:ext cx="133350" cy="2495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885"/>
              </a:lnSpc>
              <a:spcBef>
                <a:spcPts val="95"/>
              </a:spcBef>
            </a:pPr>
            <a:r>
              <a:rPr sz="800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800" u="sng" spc="-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5</a:t>
            </a:r>
            <a:r>
              <a:rPr sz="800" u="sng" spc="50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 </a:t>
            </a:r>
            <a:endParaRPr sz="800">
              <a:latin typeface="Century"/>
              <a:cs typeface="Century"/>
            </a:endParaRPr>
          </a:p>
          <a:p>
            <a:pPr marL="12700">
              <a:lnSpc>
                <a:spcPts val="885"/>
              </a:lnSpc>
            </a:pPr>
            <a:r>
              <a:rPr sz="800" spc="-25" dirty="0">
                <a:latin typeface="Century"/>
                <a:cs typeface="Century"/>
              </a:rPr>
              <a:t>16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81975" y="2923032"/>
            <a:ext cx="11061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2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70" dirty="0">
                <a:latin typeface="Georgia"/>
                <a:cs typeface="Georgia"/>
              </a:rPr>
              <a:t> </a:t>
            </a:r>
            <a:r>
              <a:rPr sz="1200" u="sng" spc="-120" baseline="312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u="sng" baseline="312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16</a:t>
            </a:r>
            <a:r>
              <a:rPr sz="1200" spc="509" baseline="31250" dirty="0">
                <a:latin typeface="Century"/>
                <a:cs typeface="Century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803474" y="3039643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790774" y="2806799"/>
            <a:ext cx="95250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spc="70" dirty="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100" spc="-40" dirty="0">
                <a:latin typeface="Georgia"/>
                <a:cs typeface="Georgia"/>
              </a:rPr>
              <a:t>5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25" dirty="0"/>
              <a:t>19/</a:t>
            </a:r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06917" y="62407"/>
            <a:ext cx="9944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sz="14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1.7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82584" y="620928"/>
            <a:ext cx="6419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52878" y="527202"/>
            <a:ext cx="64198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b="0" i="1" spc="-5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b="0" i="1" spc="-50" dirty="0">
                <a:latin typeface="Bookman Old Style"/>
                <a:cs typeface="Bookman Old Style"/>
              </a:rPr>
              <a:t>B</a:t>
            </a:r>
            <a:r>
              <a:rPr lang="en-US" sz="1100" b="0" i="1" spc="-50" dirty="0">
                <a:latin typeface="Bookman Old Style"/>
                <a:cs typeface="Bookman Old Style"/>
              </a:rPr>
              <a:t>)</a:t>
            </a:r>
            <a:endParaRPr sz="1100" dirty="0">
              <a:latin typeface="Bookman Old Style"/>
              <a:cs typeface="Bookman Old Styl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65578" y="737539"/>
            <a:ext cx="532130" cy="0"/>
          </a:xfrm>
          <a:custGeom>
            <a:avLst/>
            <a:gdLst/>
            <a:ahLst/>
            <a:cxnLst/>
            <a:rect l="l" t="t" r="r" b="b"/>
            <a:pathLst>
              <a:path w="532130">
                <a:moveTo>
                  <a:pt x="0" y="0"/>
                </a:moveTo>
                <a:lnTo>
                  <a:pt x="53195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454859" y="715975"/>
            <a:ext cx="3536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Georgia"/>
                <a:cs typeface="Georgia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632153" y="1009738"/>
          <a:ext cx="1337942" cy="880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8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8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39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7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3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ts val="117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a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b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ba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b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3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a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ab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a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b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950491" y="2052764"/>
            <a:ext cx="4997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130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491079" y="2169375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478379" y="1936531"/>
            <a:ext cx="164465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265"/>
              </a:spcBef>
            </a:pPr>
            <a:r>
              <a:rPr sz="1100" spc="-40" dirty="0">
                <a:latin typeface="Georgia"/>
                <a:cs typeface="Georgia"/>
              </a:rPr>
              <a:t>5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100" spc="-25" dirty="0">
                <a:latin typeface="Georgia"/>
                <a:cs typeface="Georgia"/>
              </a:rPr>
              <a:t>16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81975" y="2258552"/>
            <a:ext cx="1113790" cy="856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8275" marR="30480" indent="132715">
              <a:lnSpc>
                <a:spcPct val="145900"/>
              </a:lnSpc>
              <a:spcBef>
                <a:spcPts val="100"/>
              </a:spcBef>
            </a:pPr>
            <a:r>
              <a:rPr sz="1100" spc="55" dirty="0">
                <a:latin typeface="Georgia"/>
                <a:cs typeface="Georgia"/>
              </a:rPr>
              <a:t>#(</a:t>
            </a:r>
            <a:r>
              <a:rPr sz="1100" b="0" i="1" spc="55" dirty="0">
                <a:latin typeface="Bookman Old Style"/>
                <a:cs typeface="Bookman Old Style"/>
              </a:rPr>
              <a:t>A</a:t>
            </a:r>
            <a:r>
              <a:rPr sz="1200" spc="82" baseline="-10416" dirty="0">
                <a:latin typeface="Century"/>
                <a:cs typeface="Century"/>
              </a:rPr>
              <a:t>3</a:t>
            </a:r>
            <a:r>
              <a:rPr sz="1100" spc="55" dirty="0">
                <a:latin typeface="Georgia"/>
                <a:cs typeface="Georgia"/>
              </a:rPr>
              <a:t>)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5 </a:t>
            </a:r>
            <a:r>
              <a:rPr sz="1100" spc="55" dirty="0">
                <a:latin typeface="Georgia"/>
                <a:cs typeface="Georgia"/>
              </a:rPr>
              <a:t>#(</a:t>
            </a:r>
            <a:r>
              <a:rPr sz="1100" b="0" i="1" spc="55" dirty="0">
                <a:latin typeface="Bookman Old Style"/>
                <a:cs typeface="Bookman Old Style"/>
              </a:rPr>
              <a:t>A</a:t>
            </a:r>
            <a:r>
              <a:rPr sz="1200" spc="82" baseline="-10416" dirty="0">
                <a:latin typeface="Century"/>
                <a:cs typeface="Century"/>
              </a:rPr>
              <a:t>3</a:t>
            </a:r>
            <a:r>
              <a:rPr sz="1200" spc="142" baseline="-10416" dirty="0">
                <a:latin typeface="Century"/>
                <a:cs typeface="Century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80" dirty="0">
                <a:latin typeface="Georgia"/>
                <a:cs typeface="Georgia"/>
              </a:rPr>
              <a:t>2</a:t>
            </a:r>
            <a:endParaRPr sz="1100">
              <a:latin typeface="Georgia"/>
              <a:cs typeface="Georgia"/>
            </a:endParaRPr>
          </a:p>
          <a:p>
            <a:pPr marR="214629" algn="r">
              <a:lnSpc>
                <a:spcPts val="944"/>
              </a:lnSpc>
              <a:spcBef>
                <a:spcPts val="439"/>
              </a:spcBef>
            </a:pPr>
            <a:r>
              <a:rPr sz="800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800" u="sng" spc="-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2</a:t>
            </a:r>
            <a:r>
              <a:rPr sz="800" u="sng" spc="50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 </a:t>
            </a:r>
            <a:endParaRPr sz="800">
              <a:latin typeface="Century"/>
              <a:cs typeface="Century"/>
            </a:endParaRPr>
          </a:p>
          <a:p>
            <a:pPr marL="38100">
              <a:lnSpc>
                <a:spcPts val="1305"/>
              </a:lnSpc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3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70" dirty="0">
                <a:latin typeface="Georgia"/>
                <a:cs typeface="Georgia"/>
              </a:rPr>
              <a:t> </a:t>
            </a:r>
            <a:r>
              <a:rPr sz="1200" u="sng" spc="-120" baseline="312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u="sng" baseline="312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16</a:t>
            </a:r>
            <a:r>
              <a:rPr sz="1200" spc="509" baseline="31250" dirty="0">
                <a:latin typeface="Century"/>
                <a:cs typeface="Century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90774" y="2829306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70" dirty="0">
                <a:latin typeface="Georgia"/>
                <a:cs typeface="Georgia"/>
              </a:rPr>
              <a:t>2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803474" y="3039643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452954" y="3021365"/>
            <a:ext cx="133350" cy="24384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ts val="885"/>
              </a:lnSpc>
              <a:spcBef>
                <a:spcPts val="10"/>
              </a:spcBef>
            </a:pPr>
            <a:r>
              <a:rPr sz="800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800" u="sng" spc="-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5</a:t>
            </a:r>
            <a:r>
              <a:rPr sz="800" u="sng" spc="50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 </a:t>
            </a:r>
            <a:endParaRPr sz="800">
              <a:latin typeface="Century"/>
              <a:cs typeface="Century"/>
            </a:endParaRPr>
          </a:p>
          <a:p>
            <a:pPr marL="12700">
              <a:lnSpc>
                <a:spcPts val="885"/>
              </a:lnSpc>
            </a:pPr>
            <a:r>
              <a:rPr sz="800" spc="-25" dirty="0">
                <a:latin typeface="Century"/>
                <a:cs typeface="Century"/>
              </a:rPr>
              <a:t>16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790774" y="3052702"/>
            <a:ext cx="95250" cy="1644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40"/>
              </a:lnSpc>
            </a:pPr>
            <a:r>
              <a:rPr sz="1100" spc="-40" dirty="0">
                <a:latin typeface="Georgia"/>
                <a:cs typeface="Georgia"/>
              </a:rPr>
              <a:t>5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25" dirty="0"/>
              <a:t>20/</a:t>
            </a:r>
          </a:p>
        </p:txBody>
      </p: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06917" y="62407"/>
            <a:ext cx="9944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sz="14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1.7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82584" y="620928"/>
            <a:ext cx="6419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52878" y="527202"/>
            <a:ext cx="64198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b="0" i="1" spc="-5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b="0" i="1" spc="-50" dirty="0">
                <a:latin typeface="Bookman Old Style"/>
                <a:cs typeface="Bookman Old Style"/>
              </a:rPr>
              <a:t>B</a:t>
            </a:r>
            <a:r>
              <a:rPr lang="en-US" sz="1100" b="0" i="1" spc="-50" dirty="0">
                <a:latin typeface="Bookman Old Style"/>
                <a:cs typeface="Bookman Old Style"/>
              </a:rPr>
              <a:t>)</a:t>
            </a:r>
            <a:endParaRPr sz="1100" dirty="0">
              <a:latin typeface="Bookman Old Style"/>
              <a:cs typeface="Bookman Old Styl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65578" y="737539"/>
            <a:ext cx="532130" cy="0"/>
          </a:xfrm>
          <a:custGeom>
            <a:avLst/>
            <a:gdLst/>
            <a:ahLst/>
            <a:cxnLst/>
            <a:rect l="l" t="t" r="r" b="b"/>
            <a:pathLst>
              <a:path w="532130">
                <a:moveTo>
                  <a:pt x="0" y="0"/>
                </a:moveTo>
                <a:lnTo>
                  <a:pt x="53195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454859" y="715975"/>
            <a:ext cx="3536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Georgia"/>
                <a:cs typeface="Georgia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585975" y="1009738"/>
          <a:ext cx="1430653" cy="880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1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39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7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3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a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b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b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0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a</a:t>
                      </a:r>
                      <a:r>
                        <a:rPr sz="1100" spc="8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100" spc="-60" dirty="0">
                          <a:latin typeface="Georgia"/>
                          <a:cs typeface="Georgia"/>
                        </a:rPr>
                        <a:t>b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3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b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a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a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a</a:t>
                      </a:r>
                      <a:r>
                        <a:rPr sz="1100" spc="8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100" spc="-60" dirty="0">
                          <a:latin typeface="Georgia"/>
                          <a:cs typeface="Georgia"/>
                        </a:rPr>
                        <a:t>b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a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a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950491" y="2052764"/>
            <a:ext cx="4997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130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491079" y="2169375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478379" y="1936531"/>
            <a:ext cx="164465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265"/>
              </a:spcBef>
            </a:pPr>
            <a:r>
              <a:rPr sz="1100" spc="-40" dirty="0">
                <a:latin typeface="Georgia"/>
                <a:cs typeface="Georgia"/>
              </a:rPr>
              <a:t>5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100" spc="-25" dirty="0">
                <a:latin typeface="Georgia"/>
                <a:cs typeface="Georgia"/>
              </a:rPr>
              <a:t>16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81975" y="2258552"/>
            <a:ext cx="1113790" cy="856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8275" marR="30480" indent="132715">
              <a:lnSpc>
                <a:spcPct val="145900"/>
              </a:lnSpc>
              <a:spcBef>
                <a:spcPts val="100"/>
              </a:spcBef>
            </a:pPr>
            <a:r>
              <a:rPr sz="1100" spc="55" dirty="0">
                <a:latin typeface="Georgia"/>
                <a:cs typeface="Georgia"/>
              </a:rPr>
              <a:t>#(</a:t>
            </a:r>
            <a:r>
              <a:rPr sz="1100" b="0" i="1" spc="55" dirty="0">
                <a:latin typeface="Bookman Old Style"/>
                <a:cs typeface="Bookman Old Style"/>
              </a:rPr>
              <a:t>A</a:t>
            </a:r>
            <a:r>
              <a:rPr sz="1200" spc="82" baseline="-10416" dirty="0">
                <a:latin typeface="Century"/>
                <a:cs typeface="Century"/>
              </a:rPr>
              <a:t>4</a:t>
            </a:r>
            <a:r>
              <a:rPr sz="1100" spc="55" dirty="0">
                <a:latin typeface="Georgia"/>
                <a:cs typeface="Georgia"/>
              </a:rPr>
              <a:t>)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5 </a:t>
            </a:r>
            <a:r>
              <a:rPr sz="1100" spc="55" dirty="0">
                <a:latin typeface="Georgia"/>
                <a:cs typeface="Georgia"/>
              </a:rPr>
              <a:t>#(</a:t>
            </a:r>
            <a:r>
              <a:rPr sz="1100" b="0" i="1" spc="55" dirty="0">
                <a:latin typeface="Bookman Old Style"/>
                <a:cs typeface="Bookman Old Style"/>
              </a:rPr>
              <a:t>A</a:t>
            </a:r>
            <a:r>
              <a:rPr sz="1200" spc="82" baseline="-10416" dirty="0">
                <a:latin typeface="Century"/>
                <a:cs typeface="Century"/>
              </a:rPr>
              <a:t>4</a:t>
            </a:r>
            <a:r>
              <a:rPr sz="1200" spc="142" baseline="-10416" dirty="0">
                <a:latin typeface="Century"/>
                <a:cs typeface="Century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80" dirty="0">
                <a:latin typeface="Georgia"/>
                <a:cs typeface="Georgia"/>
              </a:rPr>
              <a:t>2</a:t>
            </a:r>
            <a:endParaRPr sz="1100">
              <a:latin typeface="Georgia"/>
              <a:cs typeface="Georgia"/>
            </a:endParaRPr>
          </a:p>
          <a:p>
            <a:pPr marR="214629" algn="r">
              <a:lnSpc>
                <a:spcPts val="944"/>
              </a:lnSpc>
              <a:spcBef>
                <a:spcPts val="439"/>
              </a:spcBef>
            </a:pPr>
            <a:r>
              <a:rPr sz="800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800" u="sng" spc="-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2</a:t>
            </a:r>
            <a:r>
              <a:rPr sz="800" u="sng" spc="50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 </a:t>
            </a:r>
            <a:endParaRPr sz="800">
              <a:latin typeface="Century"/>
              <a:cs typeface="Century"/>
            </a:endParaRPr>
          </a:p>
          <a:p>
            <a:pPr marL="38100">
              <a:lnSpc>
                <a:spcPts val="1305"/>
              </a:lnSpc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4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70" dirty="0">
                <a:latin typeface="Georgia"/>
                <a:cs typeface="Georgia"/>
              </a:rPr>
              <a:t> </a:t>
            </a:r>
            <a:r>
              <a:rPr sz="1200" u="sng" spc="-120" baseline="312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u="sng" baseline="312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16</a:t>
            </a:r>
            <a:r>
              <a:rPr sz="1200" spc="509" baseline="31250" dirty="0">
                <a:latin typeface="Century"/>
                <a:cs typeface="Century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90774" y="2829306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70" dirty="0">
                <a:latin typeface="Georgia"/>
                <a:cs typeface="Georgia"/>
              </a:rPr>
              <a:t>2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803474" y="3039643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452954" y="3021365"/>
            <a:ext cx="133350" cy="24384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ts val="885"/>
              </a:lnSpc>
              <a:spcBef>
                <a:spcPts val="10"/>
              </a:spcBef>
            </a:pPr>
            <a:r>
              <a:rPr sz="800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800" u="sng" spc="-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5</a:t>
            </a:r>
            <a:r>
              <a:rPr sz="800" u="sng" spc="50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 </a:t>
            </a:r>
            <a:endParaRPr sz="800">
              <a:latin typeface="Century"/>
              <a:cs typeface="Century"/>
            </a:endParaRPr>
          </a:p>
          <a:p>
            <a:pPr marL="12700">
              <a:lnSpc>
                <a:spcPts val="885"/>
              </a:lnSpc>
            </a:pPr>
            <a:r>
              <a:rPr sz="800" spc="-25" dirty="0">
                <a:latin typeface="Century"/>
                <a:cs typeface="Century"/>
              </a:rPr>
              <a:t>16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790774" y="3052702"/>
            <a:ext cx="95250" cy="1644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40"/>
              </a:lnSpc>
            </a:pPr>
            <a:r>
              <a:rPr sz="1100" spc="-40" dirty="0">
                <a:latin typeface="Georgia"/>
                <a:cs typeface="Georgia"/>
              </a:rPr>
              <a:t>5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25" dirty="0"/>
              <a:t>21/</a:t>
            </a:r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42771" y="62407"/>
            <a:ext cx="25215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sz="14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1.7</a:t>
            </a:r>
            <a:r>
              <a:rPr sz="1400" spc="1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14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Check</a:t>
            </a:r>
            <a:r>
              <a:rPr sz="14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4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results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667076" y="1668653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36049" y="1668653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654376" y="1458315"/>
            <a:ext cx="6330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81305" algn="l"/>
                <a:tab pos="550545" algn="l"/>
              </a:tabLst>
            </a:pPr>
            <a:r>
              <a:rPr sz="1100" spc="20" dirty="0">
                <a:latin typeface="Georgia"/>
                <a:cs typeface="Georgia"/>
              </a:rPr>
              <a:t>1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-50" dirty="0">
                <a:latin typeface="Georgia"/>
                <a:cs typeface="Georgia"/>
              </a:rPr>
              <a:t>2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-50" dirty="0">
                <a:latin typeface="Georgia"/>
                <a:cs typeface="Georgia"/>
              </a:rPr>
              <a:t>2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205022" y="1668653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26426" y="1552041"/>
            <a:ext cx="25552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200" spc="104" baseline="-10416" dirty="0">
                <a:latin typeface="Century"/>
                <a:cs typeface="Century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2</a:t>
            </a:r>
            <a:r>
              <a:rPr sz="1200" spc="104" baseline="-10416" dirty="0">
                <a:latin typeface="Century"/>
                <a:cs typeface="Century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3</a:t>
            </a:r>
            <a:r>
              <a:rPr sz="1200" spc="112" baseline="-10416" dirty="0">
                <a:latin typeface="Century"/>
                <a:cs typeface="Century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4</a:t>
            </a:r>
            <a:r>
              <a:rPr sz="1200" spc="187" baseline="-10416" dirty="0">
                <a:latin typeface="Century"/>
                <a:cs typeface="Century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45" dirty="0">
                <a:latin typeface="Georgia"/>
                <a:cs typeface="Georgia"/>
              </a:rPr>
              <a:t>0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650" baseline="-37878" dirty="0">
                <a:latin typeface="Georgia"/>
                <a:cs typeface="Georgia"/>
              </a:rPr>
              <a:t>5</a:t>
            </a:r>
            <a:r>
              <a:rPr sz="1650" spc="142" baseline="-37878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650" baseline="-37878" dirty="0">
                <a:latin typeface="Georgia"/>
                <a:cs typeface="Georgia"/>
              </a:rPr>
              <a:t>5</a:t>
            </a:r>
            <a:r>
              <a:rPr sz="1650" spc="142" baseline="-37878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650" baseline="-37878" dirty="0">
                <a:latin typeface="Georgia"/>
                <a:cs typeface="Georgia"/>
              </a:rPr>
              <a:t>5</a:t>
            </a:r>
            <a:r>
              <a:rPr sz="1650" spc="232" baseline="-37878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20" dirty="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25" dirty="0"/>
              <a:t>22/</a:t>
            </a:r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47419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Example</a:t>
            </a:r>
            <a:r>
              <a:rPr spc="135" dirty="0"/>
              <a:t> </a:t>
            </a:r>
            <a:r>
              <a:rPr spc="-25" dirty="0"/>
              <a:t>1.8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1438503"/>
            <a:ext cx="63233" cy="6323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648536"/>
            <a:ext cx="63233" cy="6323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1858568"/>
            <a:ext cx="63233" cy="632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3133" y="2068601"/>
            <a:ext cx="63233" cy="6323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7744" y="798842"/>
            <a:ext cx="4307840" cy="1687195"/>
          </a:xfrm>
          <a:prstGeom prst="rect">
            <a:avLst/>
          </a:prstGeom>
        </p:spPr>
        <p:txBody>
          <a:bodyPr vert="horz" wrap="square" lIns="0" tIns="6985" rIns="0" bIns="0" rtlCol="0" anchor="t">
            <a:spAutoFit/>
          </a:bodyPr>
          <a:lstStyle/>
          <a:p>
            <a:pPr marL="50800" marR="316865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Georgia"/>
                <a:cs typeface="Georgia"/>
              </a:rPr>
              <a:t>There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two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groups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students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in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355,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labeled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75" dirty="0">
                <a:latin typeface="Georgia"/>
                <a:cs typeface="Georgia"/>
              </a:rPr>
              <a:t>C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N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for conservative</a:t>
            </a:r>
            <a:r>
              <a:rPr sz="1200" spc="-37" baseline="27777" dirty="0">
                <a:latin typeface="Century"/>
                <a:cs typeface="Century"/>
              </a:rPr>
              <a:t>1</a:t>
            </a:r>
            <a:r>
              <a:rPr sz="1200" spc="179" baseline="27777" dirty="0">
                <a:latin typeface="Century"/>
                <a:cs typeface="Century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innovative.</a:t>
            </a:r>
            <a:endParaRPr sz="1100">
              <a:latin typeface="Georgia"/>
              <a:cs typeface="Georgia"/>
            </a:endParaRPr>
          </a:p>
          <a:p>
            <a:pPr marL="508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Georgia"/>
                <a:cs typeface="Georgia"/>
              </a:rPr>
              <a:t>They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given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assignments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write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programs.</a:t>
            </a:r>
            <a:r>
              <a:rPr sz="1100" spc="1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Based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on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experience:</a:t>
            </a:r>
            <a:endParaRPr sz="1100">
              <a:latin typeface="Georgia"/>
              <a:cs typeface="Georgia"/>
            </a:endParaRPr>
          </a:p>
          <a:p>
            <a:pPr marL="327660" marR="2628265">
              <a:lnSpc>
                <a:spcPct val="125299"/>
              </a:lnSpc>
            </a:pPr>
            <a:r>
              <a:rPr sz="1100" spc="50" dirty="0">
                <a:latin typeface="Georgia"/>
                <a:cs typeface="Georgia"/>
              </a:rPr>
              <a:t>P(C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successful)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2/3 </a:t>
            </a:r>
            <a:r>
              <a:rPr sz="1100" dirty="0">
                <a:latin typeface="Georgia"/>
                <a:cs typeface="Georgia"/>
              </a:rPr>
              <a:t>P(N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successful)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1/2</a:t>
            </a:r>
            <a:endParaRPr sz="1100">
              <a:latin typeface="Georgia"/>
              <a:cs typeface="Georgia"/>
            </a:endParaRPr>
          </a:p>
          <a:p>
            <a:pPr marL="32766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latin typeface="Georgia"/>
                <a:cs typeface="Georgia"/>
              </a:rPr>
              <a:t>P(at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least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one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successful)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3/4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b="1" spc="200" dirty="0">
                <a:latin typeface="Georgia"/>
                <a:cs typeface="Georgia"/>
              </a:rPr>
              <a:t>=</a:t>
            </a:r>
            <a:r>
              <a:rPr sz="1100" b="1" spc="90" dirty="0">
                <a:latin typeface="Georgia"/>
                <a:cs typeface="Georgia"/>
              </a:rPr>
              <a:t> </a:t>
            </a:r>
            <a:r>
              <a:rPr sz="1100" b="1" spc="85" dirty="0">
                <a:latin typeface="Georgia"/>
                <a:cs typeface="Georgia"/>
              </a:rPr>
              <a:t>1</a:t>
            </a:r>
            <a:r>
              <a:rPr sz="1100" b="1" spc="90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-</a:t>
            </a:r>
            <a:r>
              <a:rPr sz="1100" b="1" spc="90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P(no</a:t>
            </a:r>
            <a:r>
              <a:rPr sz="1100" b="1" spc="90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team</a:t>
            </a:r>
            <a:r>
              <a:rPr sz="1100" b="1" spc="90" dirty="0">
                <a:latin typeface="Georgia"/>
                <a:cs typeface="Georgia"/>
              </a:rPr>
              <a:t> </a:t>
            </a:r>
            <a:r>
              <a:rPr sz="1100" b="1" spc="-10" dirty="0">
                <a:latin typeface="Georgia"/>
                <a:cs typeface="Georgia"/>
              </a:rPr>
              <a:t>successful)</a:t>
            </a:r>
            <a:endParaRPr sz="1100">
              <a:latin typeface="Georgia"/>
              <a:cs typeface="Georgia"/>
            </a:endParaRPr>
          </a:p>
          <a:p>
            <a:pPr marL="327660">
              <a:spcBef>
                <a:spcPts val="334"/>
              </a:spcBef>
            </a:pPr>
            <a:r>
              <a:rPr sz="1100" dirty="0">
                <a:latin typeface="Georgia"/>
                <a:cs typeface="Georgia"/>
              </a:rPr>
              <a:t>Find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P(N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successful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if</a:t>
            </a:r>
            <a:r>
              <a:rPr lang="en-US" sz="1100" spc="40" dirty="0">
                <a:latin typeface="Georgia"/>
                <a:cs typeface="Georgia"/>
              </a:rPr>
              <a:t> at least one program is produced</a:t>
            </a:r>
            <a:r>
              <a:rPr sz="1100" spc="-10" dirty="0">
                <a:latin typeface="Georgia"/>
                <a:cs typeface="Georgia"/>
              </a:rPr>
              <a:t>)</a:t>
            </a:r>
            <a:endParaRPr sz="11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50">
              <a:latin typeface="Georgia"/>
              <a:cs typeface="Georgia"/>
            </a:endParaRPr>
          </a:p>
          <a:p>
            <a:pPr marL="1830070">
              <a:lnSpc>
                <a:spcPct val="100000"/>
              </a:lnSpc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14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NS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NS</a:t>
            </a:r>
            <a:r>
              <a:rPr sz="1100" b="0" i="1" spc="11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∪</a:t>
            </a:r>
            <a:r>
              <a:rPr sz="1100" dirty="0">
                <a:latin typeface="Lucida Sans Unicode"/>
                <a:cs typeface="Lucida Sans Unicode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CS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8544" y="3166313"/>
            <a:ext cx="1732914" cy="0"/>
          </a:xfrm>
          <a:custGeom>
            <a:avLst/>
            <a:gdLst/>
            <a:ahLst/>
            <a:cxnLst/>
            <a:rect l="l" t="t" r="r" b="b"/>
            <a:pathLst>
              <a:path w="1732914">
                <a:moveTo>
                  <a:pt x="0" y="0"/>
                </a:moveTo>
                <a:lnTo>
                  <a:pt x="173234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58394" y="3172599"/>
            <a:ext cx="228536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900" b="0" baseline="37037" dirty="0">
                <a:latin typeface="Bookman Old Style"/>
                <a:cs typeface="Bookman Old Style"/>
              </a:rPr>
              <a:t>1</a:t>
            </a:r>
            <a:r>
              <a:rPr sz="900" dirty="0">
                <a:latin typeface="Book Antiqua"/>
                <a:cs typeface="Book Antiqua"/>
              </a:rPr>
              <a:t>This</a:t>
            </a:r>
            <a:r>
              <a:rPr sz="900" spc="80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is</a:t>
            </a:r>
            <a:r>
              <a:rPr sz="900" spc="85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about</a:t>
            </a:r>
            <a:r>
              <a:rPr sz="900" spc="85" dirty="0">
                <a:latin typeface="Book Antiqua"/>
                <a:cs typeface="Book Antiqua"/>
              </a:rPr>
              <a:t> </a:t>
            </a:r>
            <a:r>
              <a:rPr sz="900" spc="-10" dirty="0">
                <a:latin typeface="Book Antiqua"/>
                <a:cs typeface="Book Antiqua"/>
              </a:rPr>
              <a:t>program</a:t>
            </a:r>
            <a:r>
              <a:rPr sz="900" spc="85" dirty="0">
                <a:latin typeface="Book Antiqua"/>
                <a:cs typeface="Book Antiqua"/>
              </a:rPr>
              <a:t> </a:t>
            </a:r>
            <a:r>
              <a:rPr sz="900" spc="-10" dirty="0">
                <a:latin typeface="Book Antiqua"/>
                <a:cs typeface="Book Antiqua"/>
              </a:rPr>
              <a:t>design,</a:t>
            </a:r>
            <a:r>
              <a:rPr sz="900" spc="80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not</a:t>
            </a:r>
            <a:r>
              <a:rPr sz="900" spc="85" dirty="0">
                <a:latin typeface="Book Antiqua"/>
                <a:cs typeface="Book Antiqua"/>
              </a:rPr>
              <a:t> </a:t>
            </a:r>
            <a:r>
              <a:rPr sz="900" spc="-10" dirty="0">
                <a:latin typeface="Book Antiqua"/>
                <a:cs typeface="Book Antiqua"/>
              </a:rPr>
              <a:t>politics</a:t>
            </a:r>
            <a:endParaRPr sz="900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25" dirty="0"/>
              <a:t>23/</a:t>
            </a:r>
          </a:p>
        </p:txBody>
      </p: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47419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Example</a:t>
            </a:r>
            <a:r>
              <a:rPr spc="135" dirty="0"/>
              <a:t> </a:t>
            </a:r>
            <a:r>
              <a:rPr spc="-25" dirty="0"/>
              <a:t>1.8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834732"/>
            <a:ext cx="63233" cy="6323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705470"/>
            <a:ext cx="3398520" cy="120020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marR="1824355">
              <a:lnSpc>
                <a:spcPct val="125299"/>
              </a:lnSpc>
              <a:spcBef>
                <a:spcPts val="100"/>
              </a:spcBef>
            </a:pPr>
            <a:r>
              <a:rPr sz="1100" b="1" spc="60" dirty="0">
                <a:latin typeface="Georgia"/>
                <a:cs typeface="Georgia"/>
              </a:rPr>
              <a:t>P(C</a:t>
            </a:r>
            <a:r>
              <a:rPr sz="1100" b="1" spc="114" dirty="0">
                <a:latin typeface="Georgia"/>
                <a:cs typeface="Georgia"/>
              </a:rPr>
              <a:t> </a:t>
            </a:r>
            <a:r>
              <a:rPr sz="1100" b="1" spc="-40" dirty="0">
                <a:latin typeface="Georgia"/>
                <a:cs typeface="Georgia"/>
              </a:rPr>
              <a:t>successful)</a:t>
            </a:r>
            <a:r>
              <a:rPr sz="1100" b="1" spc="114" dirty="0">
                <a:latin typeface="Georgia"/>
                <a:cs typeface="Georgia"/>
              </a:rPr>
              <a:t> </a:t>
            </a:r>
            <a:r>
              <a:rPr sz="1100" b="1" spc="200" dirty="0">
                <a:latin typeface="Georgia"/>
                <a:cs typeface="Georgia"/>
              </a:rPr>
              <a:t>=</a:t>
            </a:r>
            <a:r>
              <a:rPr sz="1100" b="1" spc="114" dirty="0">
                <a:latin typeface="Georgia"/>
                <a:cs typeface="Georgia"/>
              </a:rPr>
              <a:t> </a:t>
            </a:r>
            <a:r>
              <a:rPr sz="1100" b="1" spc="-25" dirty="0">
                <a:latin typeface="Georgia"/>
                <a:cs typeface="Georgia"/>
              </a:rPr>
              <a:t>2/3 </a:t>
            </a:r>
            <a:r>
              <a:rPr sz="1100" b="1" dirty="0">
                <a:latin typeface="Georgia"/>
                <a:cs typeface="Georgia"/>
              </a:rPr>
              <a:t>P(N</a:t>
            </a:r>
            <a:r>
              <a:rPr sz="1100" b="1" spc="155" dirty="0">
                <a:latin typeface="Georgia"/>
                <a:cs typeface="Georgia"/>
              </a:rPr>
              <a:t> </a:t>
            </a:r>
            <a:r>
              <a:rPr sz="1100" b="1" spc="-40" dirty="0">
                <a:latin typeface="Georgia"/>
                <a:cs typeface="Georgia"/>
              </a:rPr>
              <a:t>successful)</a:t>
            </a:r>
            <a:r>
              <a:rPr sz="1100" b="1" spc="160" dirty="0">
                <a:latin typeface="Georgia"/>
                <a:cs typeface="Georgia"/>
              </a:rPr>
              <a:t> </a:t>
            </a:r>
            <a:r>
              <a:rPr sz="1100" b="1" spc="200" dirty="0">
                <a:latin typeface="Georgia"/>
                <a:cs typeface="Georgia"/>
              </a:rPr>
              <a:t>=</a:t>
            </a:r>
            <a:r>
              <a:rPr sz="1100" b="1" spc="155" dirty="0">
                <a:latin typeface="Georgia"/>
                <a:cs typeface="Georgia"/>
              </a:rPr>
              <a:t> </a:t>
            </a:r>
            <a:r>
              <a:rPr sz="1100" b="1" spc="-25" dirty="0">
                <a:latin typeface="Georgia"/>
                <a:cs typeface="Georgia"/>
              </a:rPr>
              <a:t>1/2</a:t>
            </a:r>
            <a:endParaRPr sz="1100">
              <a:latin typeface="Georgia"/>
              <a:cs typeface="Georgia"/>
            </a:endParaRP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sz="1100" b="1" dirty="0">
                <a:latin typeface="Georgia"/>
                <a:cs typeface="Georgia"/>
              </a:rPr>
              <a:t>P(at</a:t>
            </a:r>
            <a:r>
              <a:rPr sz="1100" b="1" spc="90" dirty="0">
                <a:latin typeface="Georgia"/>
                <a:cs typeface="Georgia"/>
              </a:rPr>
              <a:t> </a:t>
            </a:r>
            <a:r>
              <a:rPr sz="1100" b="1" spc="-10" dirty="0">
                <a:latin typeface="Georgia"/>
                <a:cs typeface="Georgia"/>
              </a:rPr>
              <a:t>least</a:t>
            </a:r>
            <a:r>
              <a:rPr sz="1100" b="1" spc="95" dirty="0">
                <a:latin typeface="Georgia"/>
                <a:cs typeface="Georgia"/>
              </a:rPr>
              <a:t> </a:t>
            </a:r>
            <a:r>
              <a:rPr sz="1100" b="1" spc="-30" dirty="0">
                <a:latin typeface="Georgia"/>
                <a:cs typeface="Georgia"/>
              </a:rPr>
              <a:t>one</a:t>
            </a:r>
            <a:r>
              <a:rPr sz="1100" b="1" spc="95" dirty="0">
                <a:latin typeface="Georgia"/>
                <a:cs typeface="Georgia"/>
              </a:rPr>
              <a:t> </a:t>
            </a:r>
            <a:r>
              <a:rPr sz="1100" b="1" spc="-40" dirty="0">
                <a:latin typeface="Georgia"/>
                <a:cs typeface="Georgia"/>
              </a:rPr>
              <a:t>successful)</a:t>
            </a:r>
            <a:r>
              <a:rPr sz="1100" b="1" spc="4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3/4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b="1" spc="200" dirty="0">
                <a:latin typeface="Georgia"/>
                <a:cs typeface="Georgia"/>
              </a:rPr>
              <a:t>=</a:t>
            </a:r>
            <a:r>
              <a:rPr sz="1100" b="1" spc="95" dirty="0">
                <a:latin typeface="Georgia"/>
                <a:cs typeface="Georgia"/>
              </a:rPr>
              <a:t> </a:t>
            </a:r>
            <a:r>
              <a:rPr sz="1100" b="1" spc="85" dirty="0">
                <a:latin typeface="Georgia"/>
                <a:cs typeface="Georgia"/>
              </a:rPr>
              <a:t>1</a:t>
            </a:r>
            <a:r>
              <a:rPr sz="1100" b="1" spc="95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-</a:t>
            </a:r>
            <a:r>
              <a:rPr sz="1100" b="1" spc="95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P(no</a:t>
            </a:r>
            <a:r>
              <a:rPr sz="1100" b="1" spc="90" dirty="0">
                <a:latin typeface="Georgia"/>
                <a:cs typeface="Georgia"/>
              </a:rPr>
              <a:t> </a:t>
            </a:r>
            <a:r>
              <a:rPr sz="1100" b="1" spc="-20" dirty="0">
                <a:latin typeface="Georgia"/>
                <a:cs typeface="Georgia"/>
              </a:rPr>
              <a:t>team </a:t>
            </a:r>
            <a:r>
              <a:rPr sz="1100" b="1" spc="-10" dirty="0">
                <a:latin typeface="Georgia"/>
                <a:cs typeface="Georgia"/>
              </a:rPr>
              <a:t>successful)</a:t>
            </a:r>
            <a:endParaRPr sz="1100">
              <a:latin typeface="Georgia"/>
              <a:cs typeface="Georgia"/>
            </a:endParaRPr>
          </a:p>
          <a:p>
            <a:pPr marL="12700">
              <a:spcBef>
                <a:spcPts val="334"/>
              </a:spcBef>
            </a:pPr>
            <a:r>
              <a:rPr sz="1100" dirty="0">
                <a:latin typeface="Georgia"/>
                <a:cs typeface="Georgia"/>
              </a:rPr>
              <a:t>Find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P(N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successful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if</a:t>
            </a:r>
            <a:r>
              <a:rPr lang="en-US" sz="1100" spc="40" dirty="0">
                <a:latin typeface="Georgia"/>
                <a:cs typeface="Georgia"/>
              </a:rPr>
              <a:t> at least </a:t>
            </a:r>
            <a:r>
              <a:rPr lang="en-US" sz="1100" spc="-10" dirty="0">
                <a:latin typeface="Georgia"/>
                <a:cs typeface="Georgia"/>
              </a:rPr>
              <a:t>one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them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successful)</a:t>
            </a:r>
            <a:endParaRPr sz="1100">
              <a:latin typeface="Georgia"/>
              <a:cs typeface="Georgi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044765"/>
            <a:ext cx="63233" cy="632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1254798"/>
            <a:ext cx="63233" cy="6323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3133" y="1636903"/>
            <a:ext cx="63233" cy="63233"/>
          </a:xfrm>
          <a:prstGeom prst="rect">
            <a:avLst/>
          </a:prstGeom>
        </p:spPr>
      </p:pic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531150"/>
              </p:ext>
            </p:extLst>
          </p:nvPr>
        </p:nvGraphicFramePr>
        <p:xfrm>
          <a:off x="1522096" y="2023147"/>
          <a:ext cx="1303653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2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3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CS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35" dirty="0">
                          <a:latin typeface="Georgia"/>
                          <a:cs typeface="Georgia"/>
                        </a:rPr>
                        <a:t>CF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NS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5588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31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3937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NF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4318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885"/>
                        </a:lnSpc>
                        <a:spcBef>
                          <a:spcPts val="21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R="4445" algn="ctr">
                        <a:lnSpc>
                          <a:spcPts val="88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4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266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31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2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5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3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393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25" dirty="0"/>
              <a:t>24/</a:t>
            </a:r>
          </a:p>
        </p:txBody>
      </p: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06917" y="62407"/>
            <a:ext cx="9944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sz="14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1.8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652028" y="1144625"/>
          <a:ext cx="1303653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2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3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CS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35" dirty="0">
                          <a:latin typeface="Georgia"/>
                          <a:cs typeface="Georgia"/>
                        </a:rPr>
                        <a:t>CF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NS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5588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31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3937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NF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4318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885"/>
                        </a:lnSpc>
                        <a:spcBef>
                          <a:spcPts val="21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R="4445" algn="ctr">
                        <a:lnSpc>
                          <a:spcPts val="88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4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266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21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8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2667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31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2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5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3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393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885"/>
                        </a:lnSpc>
                        <a:spcBef>
                          <a:spcPts val="31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R="4445" algn="ctr">
                        <a:lnSpc>
                          <a:spcPts val="85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3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393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25" dirty="0"/>
              <a:t>25/</a:t>
            </a:r>
          </a:p>
        </p:txBody>
      </p: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06917" y="62407"/>
            <a:ext cx="9944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sz="14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1.8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652028" y="1144625"/>
          <a:ext cx="1303653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2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3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CS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35" dirty="0">
                          <a:latin typeface="Georgia"/>
                          <a:cs typeface="Georgia"/>
                        </a:rPr>
                        <a:t>CF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NS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5588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ts val="885"/>
                        </a:lnSpc>
                        <a:spcBef>
                          <a:spcPts val="310"/>
                        </a:spcBef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 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16839">
                        <a:lnSpc>
                          <a:spcPts val="875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12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393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31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3937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NF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4318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21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8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4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266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885"/>
                        </a:lnSpc>
                        <a:spcBef>
                          <a:spcPts val="21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R="4445" algn="ctr">
                        <a:lnSpc>
                          <a:spcPts val="88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4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266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21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8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2667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31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2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5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3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393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885"/>
                        </a:lnSpc>
                        <a:spcBef>
                          <a:spcPts val="31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R="4445" algn="ctr">
                        <a:lnSpc>
                          <a:spcPts val="85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3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393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25" dirty="0"/>
              <a:t>26/</a:t>
            </a:r>
          </a:p>
        </p:txBody>
      </p: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06917" y="62407"/>
            <a:ext cx="9944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sz="14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1.8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652028" y="956906"/>
          <a:ext cx="1303653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2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3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CS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35" dirty="0">
                          <a:latin typeface="Georgia"/>
                          <a:cs typeface="Georgia"/>
                        </a:rPr>
                        <a:t>CF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NS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5588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ts val="885"/>
                        </a:lnSpc>
                        <a:spcBef>
                          <a:spcPts val="310"/>
                        </a:spcBef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5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 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3189">
                        <a:lnSpc>
                          <a:spcPts val="875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12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393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885"/>
                        </a:lnSpc>
                        <a:spcBef>
                          <a:spcPts val="31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R="4445" algn="ctr">
                        <a:lnSpc>
                          <a:spcPts val="8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393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31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3937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NF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4318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21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8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4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266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885"/>
                        </a:lnSpc>
                        <a:spcBef>
                          <a:spcPts val="21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R="4445" algn="ctr">
                        <a:lnSpc>
                          <a:spcPts val="88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4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266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21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8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2667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31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2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5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3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393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885"/>
                        </a:lnSpc>
                        <a:spcBef>
                          <a:spcPts val="31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R="4445" algn="ctr">
                        <a:lnSpc>
                          <a:spcPts val="85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3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393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73055" y="3353670"/>
            <a:ext cx="16510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27/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06917" y="62407"/>
            <a:ext cx="9944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sz="14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1.8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652028" y="956906"/>
          <a:ext cx="1303653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2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3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CS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35" dirty="0">
                          <a:latin typeface="Georgia"/>
                          <a:cs typeface="Georgia"/>
                        </a:rPr>
                        <a:t>CF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NS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5588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ts val="885"/>
                        </a:lnSpc>
                        <a:spcBef>
                          <a:spcPts val="310"/>
                        </a:spcBef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5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 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3189">
                        <a:lnSpc>
                          <a:spcPts val="875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12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393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885"/>
                        </a:lnSpc>
                        <a:spcBef>
                          <a:spcPts val="31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R="4445" algn="ctr">
                        <a:lnSpc>
                          <a:spcPts val="8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393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31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3937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NF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4318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21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8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4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266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885"/>
                        </a:lnSpc>
                        <a:spcBef>
                          <a:spcPts val="21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R="4445" algn="ctr">
                        <a:lnSpc>
                          <a:spcPts val="88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4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266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21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8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2667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31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2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5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3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393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885"/>
                        </a:lnSpc>
                        <a:spcBef>
                          <a:spcPts val="31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R="4445" algn="ctr">
                        <a:lnSpc>
                          <a:spcPts val="85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3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393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953677" y="2321979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spc="-10" dirty="0">
                <a:latin typeface="Bookman Old Style"/>
                <a:cs typeface="Bookman Old Style"/>
              </a:rPr>
              <a:t>1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66377" y="2426678"/>
            <a:ext cx="46990" cy="0"/>
          </a:xfrm>
          <a:custGeom>
            <a:avLst/>
            <a:gdLst/>
            <a:ahLst/>
            <a:cxnLst/>
            <a:rect l="l" t="t" r="r" b="b"/>
            <a:pathLst>
              <a:path w="46989">
                <a:moveTo>
                  <a:pt x="0" y="0"/>
                </a:moveTo>
                <a:lnTo>
                  <a:pt x="46393" y="0"/>
                </a:lnTo>
              </a:path>
            </a:pathLst>
          </a:custGeom>
          <a:ln w="4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938500" y="2403056"/>
            <a:ext cx="8699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600" b="0" u="sng" spc="-50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2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966377" y="2573299"/>
            <a:ext cx="46990" cy="0"/>
          </a:xfrm>
          <a:custGeom>
            <a:avLst/>
            <a:gdLst/>
            <a:ahLst/>
            <a:cxnLst/>
            <a:rect l="l" t="t" r="r" b="b"/>
            <a:pathLst>
              <a:path w="46989">
                <a:moveTo>
                  <a:pt x="0" y="0"/>
                </a:moveTo>
                <a:lnTo>
                  <a:pt x="46393" y="0"/>
                </a:lnTo>
              </a:path>
            </a:pathLst>
          </a:custGeom>
          <a:ln w="4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953677" y="2468600"/>
            <a:ext cx="72390" cy="198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680"/>
              </a:lnSpc>
              <a:spcBef>
                <a:spcPts val="95"/>
              </a:spcBef>
            </a:pPr>
            <a:r>
              <a:rPr sz="600" b="0" spc="-10" dirty="0">
                <a:latin typeface="Bookman Old Style"/>
                <a:cs typeface="Bookman Old Style"/>
              </a:rPr>
              <a:t>3</a:t>
            </a:r>
            <a:endParaRPr sz="600">
              <a:latin typeface="Bookman Old Style"/>
              <a:cs typeface="Bookman Old Style"/>
            </a:endParaRPr>
          </a:p>
          <a:p>
            <a:pPr marL="12700">
              <a:lnSpc>
                <a:spcPts val="680"/>
              </a:lnSpc>
            </a:pPr>
            <a:r>
              <a:rPr sz="600" b="0" spc="-10" dirty="0">
                <a:latin typeface="Bookman Old Style"/>
                <a:cs typeface="Bookman Old Style"/>
              </a:rPr>
              <a:t>4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0209" y="2401295"/>
            <a:ext cx="3520542" cy="180819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/>
          <a:p>
            <a:pPr marL="12700">
              <a:spcBef>
                <a:spcPts val="90"/>
              </a:spcBef>
              <a:tabLst>
                <a:tab pos="2955290" algn="l"/>
              </a:tabLst>
            </a:pPr>
            <a:r>
              <a:rPr sz="1100" dirty="0">
                <a:latin typeface="Georgia"/>
                <a:cs typeface="Georgia"/>
              </a:rPr>
              <a:t>P(N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successful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if</a:t>
            </a:r>
            <a:r>
              <a:rPr lang="en-US" sz="1100" dirty="0">
                <a:latin typeface="Georgia"/>
                <a:cs typeface="Georgia"/>
              </a:rPr>
              <a:t> at least</a:t>
            </a:r>
            <a:r>
              <a:rPr lang="en-US" sz="1100" spc="35" dirty="0">
                <a:latin typeface="Georgia"/>
                <a:cs typeface="Georgia"/>
              </a:rPr>
              <a:t> </a:t>
            </a:r>
            <a:r>
              <a:rPr lang="en-US" sz="1100" spc="-10" dirty="0">
                <a:latin typeface="Georgia"/>
                <a:cs typeface="Georgia"/>
              </a:rPr>
              <a:t>one</a:t>
            </a:r>
            <a:r>
              <a:rPr lang="en-US" sz="1100" dirty="0">
                <a:latin typeface="Georgia"/>
                <a:cs typeface="Georgia"/>
              </a:rPr>
              <a:t> 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successful)</a:t>
            </a:r>
            <a:r>
              <a:rPr lang="en-US" sz="1100" spc="35" dirty="0">
                <a:latin typeface="Georgia"/>
                <a:cs typeface="Georgia"/>
              </a:rPr>
              <a:t> =</a:t>
            </a:r>
            <a:endParaRPr sz="1100" spc="80" dirty="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88780" y="2397513"/>
            <a:ext cx="79375" cy="2495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885"/>
              </a:lnSpc>
              <a:spcBef>
                <a:spcPts val="95"/>
              </a:spcBef>
            </a:pPr>
            <a:r>
              <a:rPr sz="800" u="sng" spc="-25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2</a:t>
            </a:r>
            <a:endParaRPr sz="800">
              <a:latin typeface="Century"/>
              <a:cs typeface="Century"/>
            </a:endParaRPr>
          </a:p>
          <a:p>
            <a:pPr marL="12700">
              <a:lnSpc>
                <a:spcPts val="885"/>
              </a:lnSpc>
            </a:pPr>
            <a:r>
              <a:rPr sz="800" spc="-25" dirty="0">
                <a:latin typeface="Century"/>
                <a:cs typeface="Century"/>
              </a:rPr>
              <a:t>3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694937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73055" y="3353670"/>
            <a:ext cx="16510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27/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674148-CD0C-7E19-BF13-7609EF61B54C}"/>
              </a:ext>
            </a:extLst>
          </p:cNvPr>
          <p:cNvSpPr txBox="1"/>
          <p:nvPr/>
        </p:nvSpPr>
        <p:spPr>
          <a:xfrm>
            <a:off x="3183443" y="2359846"/>
            <a:ext cx="218055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100" dirty="0">
                <a:latin typeface="Calibri"/>
                <a:cs typeface="Arial"/>
              </a:rPr>
              <a:t>=</a:t>
            </a:r>
          </a:p>
        </p:txBody>
      </p:sp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47419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Example</a:t>
            </a:r>
            <a:r>
              <a:rPr spc="135" dirty="0"/>
              <a:t> </a:t>
            </a:r>
            <a:r>
              <a:rPr spc="-25" dirty="0"/>
              <a:t>1.9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934720"/>
            <a:ext cx="4307840" cy="15843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191135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Georgia"/>
                <a:cs typeface="Georgia"/>
              </a:rPr>
              <a:t>There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radar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system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generates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alarm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when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detects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an </a:t>
            </a:r>
            <a:r>
              <a:rPr sz="1100" spc="-10" dirty="0">
                <a:latin typeface="Georgia"/>
                <a:cs typeface="Georgia"/>
              </a:rPr>
              <a:t>airplane.</a:t>
            </a:r>
            <a:endParaRPr sz="1100">
              <a:latin typeface="Georgia"/>
              <a:cs typeface="Georgia"/>
            </a:endParaRPr>
          </a:p>
          <a:p>
            <a:pPr marL="12700" marR="5080">
              <a:lnSpc>
                <a:spcPct val="102600"/>
              </a:lnSpc>
            </a:pPr>
            <a:r>
              <a:rPr sz="1100" dirty="0">
                <a:latin typeface="Georgia"/>
                <a:cs typeface="Georgia"/>
              </a:rPr>
              <a:t>If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aircraft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present,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it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generates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alarm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99%.</a:t>
            </a:r>
            <a:r>
              <a:rPr sz="1100" spc="1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If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aircraft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not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present,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generates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false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alarm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 </a:t>
            </a:r>
            <a:r>
              <a:rPr sz="1100" dirty="0">
                <a:latin typeface="Georgia"/>
                <a:cs typeface="Georgia"/>
              </a:rPr>
              <a:t>10%.</a:t>
            </a:r>
            <a:r>
              <a:rPr sz="1100" spc="1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there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being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aircraft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present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5%.</a:t>
            </a:r>
            <a:endParaRPr sz="1100">
              <a:latin typeface="Georgia"/>
              <a:cs typeface="Georgia"/>
            </a:endParaRPr>
          </a:p>
          <a:p>
            <a:pPr marL="12700" marR="1711325">
              <a:lnSpc>
                <a:spcPct val="210000"/>
              </a:lnSpc>
            </a:pPr>
            <a:r>
              <a:rPr sz="1100" dirty="0">
                <a:latin typeface="Georgia"/>
                <a:cs typeface="Georgia"/>
              </a:rPr>
              <a:t>What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P(no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aircraft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alarm)? </a:t>
            </a:r>
            <a:r>
              <a:rPr sz="1100" dirty="0">
                <a:latin typeface="Georgia"/>
                <a:cs typeface="Georgia"/>
              </a:rPr>
              <a:t>What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P(aircraft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present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no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alarm)?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25" dirty="0"/>
              <a:t>28/</a:t>
            </a:r>
          </a:p>
        </p:txBody>
      </p:sp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47419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Example</a:t>
            </a:r>
            <a:r>
              <a:rPr spc="135" dirty="0"/>
              <a:t> </a:t>
            </a:r>
            <a:r>
              <a:rPr spc="-25" dirty="0"/>
              <a:t>1.9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044" y="649897"/>
            <a:ext cx="2712085" cy="19443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What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P(no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aircraft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alarm)?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Georgia"/>
              <a:cs typeface="Georgia"/>
            </a:endParaRPr>
          </a:p>
          <a:p>
            <a:pPr marL="63500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What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P(Aircraft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present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no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alarm)?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Georgia"/>
              <a:cs typeface="Georgia"/>
            </a:endParaRPr>
          </a:p>
          <a:p>
            <a:pPr marL="63500">
              <a:lnSpc>
                <a:spcPct val="100000"/>
              </a:lnSpc>
              <a:spcBef>
                <a:spcPts val="5"/>
              </a:spcBef>
            </a:pPr>
            <a:r>
              <a:rPr sz="1100" spc="70" dirty="0">
                <a:latin typeface="Georgia"/>
                <a:cs typeface="Georgia"/>
              </a:rPr>
              <a:t>A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aircraft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present</a:t>
            </a:r>
            <a:endParaRPr sz="1100">
              <a:latin typeface="Georgia"/>
              <a:cs typeface="Georgia"/>
            </a:endParaRPr>
          </a:p>
          <a:p>
            <a:pPr marL="63500">
              <a:lnSpc>
                <a:spcPct val="100000"/>
              </a:lnSpc>
              <a:spcBef>
                <a:spcPts val="35"/>
              </a:spcBef>
            </a:pPr>
            <a:r>
              <a:rPr sz="1100" spc="50" dirty="0">
                <a:latin typeface="Georgia"/>
                <a:cs typeface="Georgia"/>
              </a:rPr>
              <a:t>B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Radar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generates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alarm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Georgia"/>
              <a:cs typeface="Georgia"/>
            </a:endParaRPr>
          </a:p>
          <a:p>
            <a:pPr marL="63500">
              <a:lnSpc>
                <a:spcPct val="100000"/>
              </a:lnSpc>
            </a:pP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="0" i="1" baseline="27777" dirty="0">
                <a:latin typeface="Bookman Old Style"/>
                <a:cs typeface="Bookman Old Style"/>
              </a:rPr>
              <a:t>C</a:t>
            </a:r>
            <a:r>
              <a:rPr sz="1200" b="0" i="1" spc="262" baseline="27777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No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aircraft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present</a:t>
            </a:r>
            <a:endParaRPr sz="1100">
              <a:latin typeface="Georgia"/>
              <a:cs typeface="Georgia"/>
            </a:endParaRPr>
          </a:p>
          <a:p>
            <a:pPr marL="63500">
              <a:lnSpc>
                <a:spcPct val="100000"/>
              </a:lnSpc>
              <a:spcBef>
                <a:spcPts val="35"/>
              </a:spcBef>
            </a:pPr>
            <a:r>
              <a:rPr sz="1100" b="0" i="1" spc="50" dirty="0">
                <a:latin typeface="Bookman Old Style"/>
                <a:cs typeface="Bookman Old Style"/>
              </a:rPr>
              <a:t>B</a:t>
            </a:r>
            <a:r>
              <a:rPr sz="1200" b="0" i="1" spc="75" baseline="27777" dirty="0">
                <a:latin typeface="Bookman Old Style"/>
                <a:cs typeface="Bookman Old Style"/>
              </a:rPr>
              <a:t>C</a:t>
            </a:r>
            <a:r>
              <a:rPr sz="1200" b="0" i="1" spc="247" baseline="27777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Radar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does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not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generate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alarm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Georgia"/>
              <a:cs typeface="Georgia"/>
            </a:endParaRPr>
          </a:p>
          <a:p>
            <a:pPr marL="63500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P(no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aircraft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alarm)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8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="0" i="1" baseline="27777" dirty="0">
                <a:latin typeface="Bookman Old Style"/>
                <a:cs typeface="Bookman Old Style"/>
              </a:rPr>
              <a:t>C</a:t>
            </a:r>
            <a:r>
              <a:rPr sz="1200" b="0" i="1" spc="120" baseline="27777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73055" y="3353670"/>
            <a:ext cx="16510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29/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47419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Example</a:t>
            </a:r>
            <a:r>
              <a:rPr spc="135" dirty="0"/>
              <a:t> </a:t>
            </a:r>
            <a:r>
              <a:rPr spc="-25" dirty="0"/>
              <a:t>1.9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344" y="649897"/>
            <a:ext cx="3020060" cy="22967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What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P(no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aircraft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alarm)?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Georgia"/>
              <a:cs typeface="Georgia"/>
            </a:endParaRPr>
          </a:p>
          <a:p>
            <a:pPr marL="76200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What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P(Aircraft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present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no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alarm)?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Georgia"/>
              <a:cs typeface="Georgia"/>
            </a:endParaRPr>
          </a:p>
          <a:p>
            <a:pPr marL="76200">
              <a:lnSpc>
                <a:spcPct val="100000"/>
              </a:lnSpc>
              <a:spcBef>
                <a:spcPts val="5"/>
              </a:spcBef>
            </a:pPr>
            <a:r>
              <a:rPr sz="1100" spc="70" dirty="0">
                <a:latin typeface="Georgia"/>
                <a:cs typeface="Georgia"/>
              </a:rPr>
              <a:t>A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aircraft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present</a:t>
            </a:r>
            <a:endParaRPr sz="1100">
              <a:latin typeface="Georgia"/>
              <a:cs typeface="Georgia"/>
            </a:endParaRPr>
          </a:p>
          <a:p>
            <a:pPr marL="76200">
              <a:lnSpc>
                <a:spcPct val="100000"/>
              </a:lnSpc>
              <a:spcBef>
                <a:spcPts val="35"/>
              </a:spcBef>
            </a:pPr>
            <a:r>
              <a:rPr sz="1100" spc="50" dirty="0">
                <a:latin typeface="Georgia"/>
                <a:cs typeface="Georgia"/>
              </a:rPr>
              <a:t>B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Radar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generates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alarm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Georgia"/>
              <a:cs typeface="Georgia"/>
            </a:endParaRPr>
          </a:p>
          <a:p>
            <a:pPr marL="76200">
              <a:lnSpc>
                <a:spcPct val="100000"/>
              </a:lnSpc>
            </a:pP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="0" i="1" baseline="27777" dirty="0">
                <a:latin typeface="Bookman Old Style"/>
                <a:cs typeface="Bookman Old Style"/>
              </a:rPr>
              <a:t>C</a:t>
            </a:r>
            <a:r>
              <a:rPr sz="1200" b="0" i="1" spc="262" baseline="27777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No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aircraft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present</a:t>
            </a:r>
            <a:endParaRPr sz="1100">
              <a:latin typeface="Georgia"/>
              <a:cs typeface="Georgia"/>
            </a:endParaRPr>
          </a:p>
          <a:p>
            <a:pPr marL="76200">
              <a:lnSpc>
                <a:spcPct val="100000"/>
              </a:lnSpc>
              <a:spcBef>
                <a:spcPts val="35"/>
              </a:spcBef>
            </a:pPr>
            <a:r>
              <a:rPr sz="1100" b="0" i="1" spc="50" dirty="0">
                <a:latin typeface="Bookman Old Style"/>
                <a:cs typeface="Bookman Old Style"/>
              </a:rPr>
              <a:t>B</a:t>
            </a:r>
            <a:r>
              <a:rPr sz="1200" b="0" i="1" spc="75" baseline="27777" dirty="0">
                <a:latin typeface="Bookman Old Style"/>
                <a:cs typeface="Bookman Old Style"/>
              </a:rPr>
              <a:t>C</a:t>
            </a:r>
            <a:r>
              <a:rPr sz="1200" b="0" i="1" spc="247" baseline="27777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Radar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does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not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generate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alarm</a:t>
            </a:r>
            <a:endParaRPr sz="1100">
              <a:latin typeface="Georgia"/>
              <a:cs typeface="Georgia"/>
            </a:endParaRPr>
          </a:p>
          <a:p>
            <a:pPr marL="76200" marR="43180">
              <a:lnSpc>
                <a:spcPct val="210000"/>
              </a:lnSpc>
            </a:pPr>
            <a:r>
              <a:rPr sz="1100" dirty="0">
                <a:latin typeface="Georgia"/>
                <a:cs typeface="Georgia"/>
              </a:rPr>
              <a:t>P(no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aircraft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alarm)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8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="0" i="1" baseline="27777" dirty="0">
                <a:latin typeface="Bookman Old Style"/>
                <a:cs typeface="Bookman Old Style"/>
              </a:rPr>
              <a:t>C</a:t>
            </a:r>
            <a:r>
              <a:rPr sz="1200" b="0" i="1" spc="120" baseline="27777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 </a:t>
            </a:r>
            <a:r>
              <a:rPr sz="1100" dirty="0">
                <a:latin typeface="Georgia"/>
                <a:cs typeface="Georgia"/>
              </a:rPr>
              <a:t>P(Aircraft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present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no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alarm)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8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b="0" i="1" spc="-9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b="0" i="1" spc="50" dirty="0">
                <a:latin typeface="Bookman Old Style"/>
                <a:cs typeface="Bookman Old Style"/>
              </a:rPr>
              <a:t>B</a:t>
            </a:r>
            <a:r>
              <a:rPr sz="1200" b="0" i="1" spc="75" baseline="27777" dirty="0">
                <a:latin typeface="Bookman Old Style"/>
                <a:cs typeface="Bookman Old Style"/>
              </a:rPr>
              <a:t>C</a:t>
            </a:r>
            <a:r>
              <a:rPr sz="1200" b="0" i="1" spc="-202" baseline="27777" dirty="0">
                <a:latin typeface="Bookman Old Style"/>
                <a:cs typeface="Bookman Old Style"/>
              </a:rPr>
              <a:t> </a:t>
            </a:r>
            <a:r>
              <a:rPr sz="1100" spc="-50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73055" y="3353670"/>
            <a:ext cx="16510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29/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47419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Example</a:t>
            </a:r>
            <a:r>
              <a:rPr spc="135" dirty="0"/>
              <a:t> </a:t>
            </a:r>
            <a:r>
              <a:rPr spc="-25" dirty="0"/>
              <a:t>1.9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744" y="1003554"/>
            <a:ext cx="4358640" cy="106045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50800" marR="177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Georgia"/>
                <a:cs typeface="Georgia"/>
              </a:rPr>
              <a:t>If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aircraft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present,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it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generates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alarm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99%.</a:t>
            </a:r>
            <a:r>
              <a:rPr sz="1100" spc="1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If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aircraft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not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present,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generates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false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alarm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 </a:t>
            </a:r>
            <a:r>
              <a:rPr sz="1100" dirty="0">
                <a:latin typeface="Georgia"/>
                <a:cs typeface="Georgia"/>
              </a:rPr>
              <a:t>10%.</a:t>
            </a:r>
            <a:r>
              <a:rPr sz="1100" spc="1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there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being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aircraft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present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5%.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Georgia"/>
              <a:cs typeface="Georgia"/>
            </a:endParaRPr>
          </a:p>
          <a:p>
            <a:pPr marL="50800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P(no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aircraft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alarm)</a:t>
            </a:r>
            <a:endParaRPr sz="1100">
              <a:latin typeface="Georgia"/>
              <a:cs typeface="Georgia"/>
            </a:endParaRPr>
          </a:p>
          <a:p>
            <a:pPr marL="50800">
              <a:lnSpc>
                <a:spcPct val="100000"/>
              </a:lnSpc>
              <a:spcBef>
                <a:spcPts val="35"/>
              </a:spcBef>
            </a:pPr>
            <a:r>
              <a:rPr sz="1100" spc="85" dirty="0">
                <a:latin typeface="Georgia"/>
                <a:cs typeface="Georgia"/>
              </a:rPr>
              <a:t>=</a:t>
            </a:r>
            <a:r>
              <a:rPr sz="1100" b="0" i="1" spc="85" dirty="0">
                <a:latin typeface="Bookman Old Style"/>
                <a:cs typeface="Bookman Old Style"/>
              </a:rPr>
              <a:t>P</a:t>
            </a:r>
            <a:r>
              <a:rPr sz="1100" b="0" i="1" spc="-16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="0" i="1" baseline="27777" dirty="0">
                <a:latin typeface="Bookman Old Style"/>
                <a:cs typeface="Bookman Old Style"/>
              </a:rPr>
              <a:t>C</a:t>
            </a:r>
            <a:r>
              <a:rPr sz="1200" b="0" i="1" spc="225" baseline="27777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7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="0" i="1" baseline="27777" dirty="0">
                <a:latin typeface="Bookman Old Style"/>
                <a:cs typeface="Bookman Old Style"/>
              </a:rPr>
              <a:t>C</a:t>
            </a:r>
            <a:r>
              <a:rPr sz="1200" b="0" i="1" spc="-179" baseline="27777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="0" i="1" baseline="27777" dirty="0">
                <a:latin typeface="Bookman Old Style"/>
                <a:cs typeface="Bookman Old Style"/>
              </a:rPr>
              <a:t>C</a:t>
            </a:r>
            <a:r>
              <a:rPr sz="1200" b="0" i="1" spc="-179" baseline="27777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b="0" i="1" spc="-55" dirty="0">
                <a:latin typeface="Bookman Old Style"/>
                <a:cs typeface="Bookman Old Style"/>
              </a:rPr>
              <a:t>.</a:t>
            </a:r>
            <a:r>
              <a:rPr sz="1100" spc="-55" dirty="0">
                <a:latin typeface="Georgia"/>
                <a:cs typeface="Georgia"/>
              </a:rPr>
              <a:t>95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7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.</a:t>
            </a:r>
            <a:r>
              <a:rPr sz="1100" dirty="0">
                <a:latin typeface="Georgia"/>
                <a:cs typeface="Georgia"/>
              </a:rPr>
              <a:t>1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b="0" i="1" spc="-20" dirty="0">
                <a:latin typeface="Bookman Old Style"/>
                <a:cs typeface="Bookman Old Style"/>
              </a:rPr>
              <a:t>.</a:t>
            </a:r>
            <a:r>
              <a:rPr sz="1100" spc="-20" dirty="0">
                <a:latin typeface="Georgia"/>
                <a:cs typeface="Georgia"/>
              </a:rPr>
              <a:t>095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73055" y="3353670"/>
            <a:ext cx="16510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30/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47419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Example</a:t>
            </a:r>
            <a:r>
              <a:rPr spc="135" dirty="0"/>
              <a:t> </a:t>
            </a:r>
            <a:r>
              <a:rPr spc="-25" dirty="0"/>
              <a:t>1.9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044" y="1003554"/>
            <a:ext cx="4384040" cy="14122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63500" marR="304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Georgia"/>
                <a:cs typeface="Georgia"/>
              </a:rPr>
              <a:t>If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aircraft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present,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it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generates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alarm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99%.</a:t>
            </a:r>
            <a:r>
              <a:rPr sz="1100" spc="1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If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aircraft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not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present,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generates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false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alarm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 </a:t>
            </a:r>
            <a:r>
              <a:rPr sz="1100" dirty="0">
                <a:latin typeface="Georgia"/>
                <a:cs typeface="Georgia"/>
              </a:rPr>
              <a:t>10%.</a:t>
            </a:r>
            <a:r>
              <a:rPr sz="1100" spc="1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there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being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aircraft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present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5%.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Georgia"/>
              <a:cs typeface="Georgia"/>
            </a:endParaRPr>
          </a:p>
          <a:p>
            <a:pPr marL="63500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P(no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aircraft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alarm)</a:t>
            </a:r>
            <a:endParaRPr sz="1100">
              <a:latin typeface="Georgia"/>
              <a:cs typeface="Georgia"/>
            </a:endParaRPr>
          </a:p>
          <a:p>
            <a:pPr marL="63500">
              <a:lnSpc>
                <a:spcPct val="100000"/>
              </a:lnSpc>
              <a:spcBef>
                <a:spcPts val="35"/>
              </a:spcBef>
            </a:pPr>
            <a:r>
              <a:rPr sz="1100" spc="85" dirty="0">
                <a:latin typeface="Georgia"/>
                <a:cs typeface="Georgia"/>
              </a:rPr>
              <a:t>=</a:t>
            </a:r>
            <a:r>
              <a:rPr sz="1100" b="0" i="1" spc="85" dirty="0">
                <a:latin typeface="Bookman Old Style"/>
                <a:cs typeface="Bookman Old Style"/>
              </a:rPr>
              <a:t>P</a:t>
            </a:r>
            <a:r>
              <a:rPr sz="1100" b="0" i="1" spc="-16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="0" i="1" baseline="27777" dirty="0">
                <a:latin typeface="Bookman Old Style"/>
                <a:cs typeface="Bookman Old Style"/>
              </a:rPr>
              <a:t>C</a:t>
            </a:r>
            <a:r>
              <a:rPr sz="1200" b="0" i="1" spc="225" baseline="27777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7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="0" i="1" baseline="27777" dirty="0">
                <a:latin typeface="Bookman Old Style"/>
                <a:cs typeface="Bookman Old Style"/>
              </a:rPr>
              <a:t>C</a:t>
            </a:r>
            <a:r>
              <a:rPr sz="1200" b="0" i="1" spc="-179" baseline="27777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="0" i="1" baseline="27777" dirty="0">
                <a:latin typeface="Bookman Old Style"/>
                <a:cs typeface="Bookman Old Style"/>
              </a:rPr>
              <a:t>C</a:t>
            </a:r>
            <a:r>
              <a:rPr sz="1200" b="0" i="1" spc="-179" baseline="27777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b="0" i="1" spc="-55" dirty="0">
                <a:latin typeface="Bookman Old Style"/>
                <a:cs typeface="Bookman Old Style"/>
              </a:rPr>
              <a:t>.</a:t>
            </a:r>
            <a:r>
              <a:rPr sz="1100" spc="-55" dirty="0">
                <a:latin typeface="Georgia"/>
                <a:cs typeface="Georgia"/>
              </a:rPr>
              <a:t>95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7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.</a:t>
            </a:r>
            <a:r>
              <a:rPr sz="1100" dirty="0">
                <a:latin typeface="Georgia"/>
                <a:cs typeface="Georgia"/>
              </a:rPr>
              <a:t>1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b="0" i="1" spc="-20" dirty="0">
                <a:latin typeface="Bookman Old Style"/>
                <a:cs typeface="Bookman Old Style"/>
              </a:rPr>
              <a:t>.</a:t>
            </a:r>
            <a:r>
              <a:rPr sz="1100" spc="-20" dirty="0">
                <a:latin typeface="Georgia"/>
                <a:cs typeface="Georgia"/>
              </a:rPr>
              <a:t>095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50">
              <a:latin typeface="Georgia"/>
              <a:cs typeface="Georgia"/>
            </a:endParaRPr>
          </a:p>
          <a:p>
            <a:pPr marL="63500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P(Aircraft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present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no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alarm)=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8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8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b="0" i="1" baseline="27777" dirty="0">
                <a:latin typeface="Bookman Old Style"/>
                <a:cs typeface="Bookman Old Style"/>
              </a:rPr>
              <a:t>C</a:t>
            </a:r>
            <a:r>
              <a:rPr sz="1200" b="0" i="1" spc="-202" baseline="27777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b="0" i="1" spc="-75" dirty="0">
                <a:latin typeface="Bookman Old Style"/>
                <a:cs typeface="Bookman Old Style"/>
              </a:rPr>
              <a:t>.</a:t>
            </a:r>
            <a:r>
              <a:rPr sz="1100" spc="-75" dirty="0">
                <a:latin typeface="Georgia"/>
                <a:cs typeface="Georgia"/>
              </a:rPr>
              <a:t>05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.</a:t>
            </a:r>
            <a:r>
              <a:rPr sz="1100" dirty="0">
                <a:latin typeface="Georgia"/>
                <a:cs typeface="Georgia"/>
              </a:rPr>
              <a:t>01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b="0" i="1" spc="-10" dirty="0">
                <a:latin typeface="Bookman Old Style"/>
                <a:cs typeface="Bookman Old Style"/>
              </a:rPr>
              <a:t>.</a:t>
            </a:r>
            <a:r>
              <a:rPr sz="1100" spc="-10" dirty="0">
                <a:latin typeface="Georgia"/>
                <a:cs typeface="Georgia"/>
              </a:rPr>
              <a:t>0005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73055" y="3353670"/>
            <a:ext cx="16510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30/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47419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Example</a:t>
            </a:r>
            <a:r>
              <a:rPr spc="135" dirty="0"/>
              <a:t> </a:t>
            </a:r>
            <a:r>
              <a:rPr spc="-25" dirty="0"/>
              <a:t>1.9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1875" y="1491767"/>
            <a:ext cx="4794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80" dirty="0">
                <a:latin typeface="Georgia"/>
                <a:cs typeface="Georgia"/>
              </a:rPr>
              <a:t>100,000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6830" y="649744"/>
            <a:ext cx="2569845" cy="450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28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Book Antiqua"/>
                <a:cs typeface="Book Antiqua"/>
              </a:rPr>
              <a:t>4950</a:t>
            </a:r>
            <a:r>
              <a:rPr sz="900" spc="65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Plane</a:t>
            </a:r>
            <a:r>
              <a:rPr sz="900" spc="70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present</a:t>
            </a:r>
            <a:r>
              <a:rPr sz="900" spc="70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and</a:t>
            </a:r>
            <a:r>
              <a:rPr sz="900" spc="70" dirty="0">
                <a:latin typeface="Book Antiqua"/>
                <a:cs typeface="Book Antiqua"/>
              </a:rPr>
              <a:t> </a:t>
            </a:r>
            <a:r>
              <a:rPr sz="900" spc="-10" dirty="0">
                <a:latin typeface="Book Antiqua"/>
                <a:cs typeface="Book Antiqua"/>
              </a:rPr>
              <a:t>alarm</a:t>
            </a:r>
            <a:endParaRPr sz="9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9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latin typeface="Book Antiqua"/>
                <a:cs typeface="Book Antiqua"/>
              </a:rPr>
              <a:t>5000</a:t>
            </a:r>
            <a:r>
              <a:rPr sz="900" spc="114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Plane</a:t>
            </a:r>
            <a:r>
              <a:rPr sz="900" spc="120" dirty="0">
                <a:latin typeface="Book Antiqua"/>
                <a:cs typeface="Book Antiqua"/>
              </a:rPr>
              <a:t> </a:t>
            </a:r>
            <a:r>
              <a:rPr sz="900" spc="-10" dirty="0">
                <a:latin typeface="Book Antiqua"/>
                <a:cs typeface="Book Antiqua"/>
              </a:rPr>
              <a:t>present</a:t>
            </a:r>
            <a:endParaRPr sz="900">
              <a:latin typeface="Book Antiqua"/>
              <a:cs typeface="Book Antiq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2459" y="1801723"/>
            <a:ext cx="2660015" cy="7385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4445" algn="ctr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Book Antiqua"/>
                <a:cs typeface="Book Antiqua"/>
              </a:rPr>
              <a:t>9500</a:t>
            </a:r>
            <a:r>
              <a:rPr sz="900" spc="35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No</a:t>
            </a:r>
            <a:r>
              <a:rPr sz="900" spc="40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plane,</a:t>
            </a:r>
            <a:r>
              <a:rPr sz="900" spc="35" dirty="0">
                <a:latin typeface="Book Antiqua"/>
                <a:cs typeface="Book Antiqua"/>
              </a:rPr>
              <a:t> </a:t>
            </a:r>
            <a:r>
              <a:rPr sz="900" spc="-10" dirty="0">
                <a:latin typeface="Book Antiqua"/>
                <a:cs typeface="Book Antiqua"/>
              </a:rPr>
              <a:t>alarm</a:t>
            </a:r>
            <a:endParaRPr sz="900" dirty="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950" dirty="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latin typeface="Book Antiqua"/>
                <a:cs typeface="Book Antiqua"/>
              </a:rPr>
              <a:t>95000</a:t>
            </a:r>
            <a:r>
              <a:rPr sz="900" spc="40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No</a:t>
            </a:r>
            <a:r>
              <a:rPr sz="900" spc="40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plane</a:t>
            </a: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950" dirty="0">
              <a:latin typeface="Book Antiqua"/>
              <a:cs typeface="Book Antiqua"/>
            </a:endParaRPr>
          </a:p>
          <a:p>
            <a:pPr marL="1274445" algn="ctr">
              <a:lnSpc>
                <a:spcPct val="100000"/>
              </a:lnSpc>
            </a:pPr>
            <a:r>
              <a:rPr sz="900" dirty="0">
                <a:latin typeface="Book Antiqua"/>
                <a:cs typeface="Book Antiqua"/>
              </a:rPr>
              <a:t>89550</a:t>
            </a:r>
            <a:r>
              <a:rPr sz="900" spc="50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No</a:t>
            </a:r>
            <a:r>
              <a:rPr sz="900" spc="55" dirty="0">
                <a:latin typeface="Book Antiqua"/>
                <a:cs typeface="Book Antiqua"/>
              </a:rPr>
              <a:t> </a:t>
            </a:r>
            <a:r>
              <a:rPr sz="900" spc="-20" dirty="0">
                <a:latin typeface="Book Antiqua"/>
                <a:cs typeface="Book Antiqua"/>
              </a:rPr>
              <a:t>plane</a:t>
            </a:r>
            <a:r>
              <a:rPr lang="en-US" sz="900" spc="-20" dirty="0">
                <a:latin typeface="Book Antiqua"/>
                <a:cs typeface="Book Antiqua"/>
              </a:rPr>
              <a:t>, no alarm</a:t>
            </a:r>
            <a:endParaRPr sz="900" dirty="0">
              <a:latin typeface="Book Antiqua"/>
              <a:cs typeface="Book Antiq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14117" y="1225740"/>
            <a:ext cx="13716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Book Antiqua"/>
                <a:cs typeface="Book Antiqua"/>
              </a:rPr>
              <a:t>50</a:t>
            </a:r>
            <a:r>
              <a:rPr sz="900" spc="60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Plane</a:t>
            </a:r>
            <a:r>
              <a:rPr sz="900" spc="65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present</a:t>
            </a:r>
            <a:r>
              <a:rPr sz="900" spc="65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no</a:t>
            </a:r>
            <a:r>
              <a:rPr sz="900" spc="65" dirty="0">
                <a:latin typeface="Book Antiqua"/>
                <a:cs typeface="Book Antiqua"/>
              </a:rPr>
              <a:t> </a:t>
            </a:r>
            <a:r>
              <a:rPr sz="900" spc="-10" dirty="0">
                <a:latin typeface="Book Antiqua"/>
                <a:cs typeface="Book Antiqua"/>
              </a:rPr>
              <a:t>alarm</a:t>
            </a:r>
            <a:endParaRPr sz="900">
              <a:latin typeface="Book Antiqua"/>
              <a:cs typeface="Book Antiqu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248563" y="1146777"/>
            <a:ext cx="273685" cy="361315"/>
            <a:chOff x="1248563" y="1146777"/>
            <a:chExt cx="273685" cy="361315"/>
          </a:xfrm>
        </p:grpSpPr>
        <p:sp>
          <p:nvSpPr>
            <p:cNvPr id="8" name="object 8"/>
            <p:cNvSpPr/>
            <p:nvPr/>
          </p:nvSpPr>
          <p:spPr>
            <a:xfrm>
              <a:off x="1253624" y="1162359"/>
              <a:ext cx="255270" cy="340360"/>
            </a:xfrm>
            <a:custGeom>
              <a:avLst/>
              <a:gdLst/>
              <a:ahLst/>
              <a:cxnLst/>
              <a:rect l="l" t="t" r="r" b="b"/>
              <a:pathLst>
                <a:path w="255269" h="340359">
                  <a:moveTo>
                    <a:pt x="0" y="340118"/>
                  </a:moveTo>
                  <a:lnTo>
                    <a:pt x="255143" y="0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467976" y="1151838"/>
              <a:ext cx="48895" cy="55244"/>
            </a:xfrm>
            <a:custGeom>
              <a:avLst/>
              <a:gdLst/>
              <a:ahLst/>
              <a:cxnLst/>
              <a:rect l="l" t="t" r="r" b="b"/>
              <a:pathLst>
                <a:path w="48894" h="55244">
                  <a:moveTo>
                    <a:pt x="0" y="29264"/>
                  </a:moveTo>
                  <a:lnTo>
                    <a:pt x="15339" y="26894"/>
                  </a:lnTo>
                  <a:lnTo>
                    <a:pt x="25989" y="30258"/>
                  </a:lnTo>
                  <a:lnTo>
                    <a:pt x="32199" y="39542"/>
                  </a:lnTo>
                  <a:lnTo>
                    <a:pt x="34215" y="54931"/>
                  </a:lnTo>
                  <a:lnTo>
                    <a:pt x="36567" y="38900"/>
                  </a:lnTo>
                  <a:lnTo>
                    <a:pt x="39723" y="24627"/>
                  </a:lnTo>
                  <a:lnTo>
                    <a:pt x="43743" y="11773"/>
                  </a:lnTo>
                  <a:lnTo>
                    <a:pt x="48688" y="0"/>
                  </a:lnTo>
                  <a:lnTo>
                    <a:pt x="38768" y="8041"/>
                  </a:lnTo>
                  <a:lnTo>
                    <a:pt x="27553" y="15497"/>
                  </a:lnTo>
                  <a:lnTo>
                    <a:pt x="14733" y="22520"/>
                  </a:lnTo>
                  <a:lnTo>
                    <a:pt x="0" y="292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67976" y="1151838"/>
              <a:ext cx="48895" cy="55244"/>
            </a:xfrm>
            <a:custGeom>
              <a:avLst/>
              <a:gdLst/>
              <a:ahLst/>
              <a:cxnLst/>
              <a:rect l="l" t="t" r="r" b="b"/>
              <a:pathLst>
                <a:path w="48894" h="55244">
                  <a:moveTo>
                    <a:pt x="48688" y="0"/>
                  </a:moveTo>
                  <a:lnTo>
                    <a:pt x="38768" y="8041"/>
                  </a:lnTo>
                  <a:lnTo>
                    <a:pt x="27553" y="15497"/>
                  </a:lnTo>
                  <a:lnTo>
                    <a:pt x="14733" y="22520"/>
                  </a:lnTo>
                  <a:lnTo>
                    <a:pt x="0" y="29264"/>
                  </a:lnTo>
                  <a:lnTo>
                    <a:pt x="15339" y="26894"/>
                  </a:lnTo>
                  <a:lnTo>
                    <a:pt x="25989" y="30258"/>
                  </a:lnTo>
                  <a:lnTo>
                    <a:pt x="32199" y="39542"/>
                  </a:lnTo>
                  <a:lnTo>
                    <a:pt x="34215" y="54931"/>
                  </a:lnTo>
                  <a:lnTo>
                    <a:pt x="36567" y="38900"/>
                  </a:lnTo>
                  <a:lnTo>
                    <a:pt x="39723" y="24627"/>
                  </a:lnTo>
                  <a:lnTo>
                    <a:pt x="43743" y="11773"/>
                  </a:lnTo>
                  <a:lnTo>
                    <a:pt x="48688" y="0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428991" y="1216939"/>
            <a:ext cx="2101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Georgia"/>
                <a:cs typeface="Georgia"/>
              </a:rPr>
              <a:t>5%</a:t>
            </a:r>
            <a:endParaRPr sz="1100">
              <a:latin typeface="Georgia"/>
              <a:cs typeface="Georgi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248563" y="1716127"/>
            <a:ext cx="273685" cy="361315"/>
            <a:chOff x="1248563" y="1716127"/>
            <a:chExt cx="273685" cy="361315"/>
          </a:xfrm>
        </p:grpSpPr>
        <p:sp>
          <p:nvSpPr>
            <p:cNvPr id="13" name="object 13"/>
            <p:cNvSpPr/>
            <p:nvPr/>
          </p:nvSpPr>
          <p:spPr>
            <a:xfrm>
              <a:off x="1253624" y="1721187"/>
              <a:ext cx="255270" cy="340360"/>
            </a:xfrm>
            <a:custGeom>
              <a:avLst/>
              <a:gdLst/>
              <a:ahLst/>
              <a:cxnLst/>
              <a:rect l="l" t="t" r="r" b="b"/>
              <a:pathLst>
                <a:path w="255269" h="340360">
                  <a:moveTo>
                    <a:pt x="0" y="0"/>
                  </a:moveTo>
                  <a:lnTo>
                    <a:pt x="255143" y="340118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467976" y="2016896"/>
              <a:ext cx="48895" cy="55244"/>
            </a:xfrm>
            <a:custGeom>
              <a:avLst/>
              <a:gdLst/>
              <a:ahLst/>
              <a:cxnLst/>
              <a:rect l="l" t="t" r="r" b="b"/>
              <a:pathLst>
                <a:path w="48894" h="55244">
                  <a:moveTo>
                    <a:pt x="34215" y="0"/>
                  </a:moveTo>
                  <a:lnTo>
                    <a:pt x="32199" y="15389"/>
                  </a:lnTo>
                  <a:lnTo>
                    <a:pt x="25989" y="24673"/>
                  </a:lnTo>
                  <a:lnTo>
                    <a:pt x="15339" y="28037"/>
                  </a:lnTo>
                  <a:lnTo>
                    <a:pt x="0" y="25667"/>
                  </a:lnTo>
                  <a:lnTo>
                    <a:pt x="14733" y="32411"/>
                  </a:lnTo>
                  <a:lnTo>
                    <a:pt x="27553" y="39434"/>
                  </a:lnTo>
                  <a:lnTo>
                    <a:pt x="38768" y="46889"/>
                  </a:lnTo>
                  <a:lnTo>
                    <a:pt x="48688" y="54931"/>
                  </a:lnTo>
                  <a:lnTo>
                    <a:pt x="43743" y="43158"/>
                  </a:lnTo>
                  <a:lnTo>
                    <a:pt x="39723" y="30304"/>
                  </a:lnTo>
                  <a:lnTo>
                    <a:pt x="36567" y="16031"/>
                  </a:lnTo>
                  <a:lnTo>
                    <a:pt x="342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467976" y="2016896"/>
              <a:ext cx="48895" cy="55244"/>
            </a:xfrm>
            <a:custGeom>
              <a:avLst/>
              <a:gdLst/>
              <a:ahLst/>
              <a:cxnLst/>
              <a:rect l="l" t="t" r="r" b="b"/>
              <a:pathLst>
                <a:path w="48894" h="55244">
                  <a:moveTo>
                    <a:pt x="48688" y="54931"/>
                  </a:moveTo>
                  <a:lnTo>
                    <a:pt x="43743" y="43158"/>
                  </a:lnTo>
                  <a:lnTo>
                    <a:pt x="39723" y="30304"/>
                  </a:lnTo>
                  <a:lnTo>
                    <a:pt x="36567" y="16031"/>
                  </a:lnTo>
                  <a:lnTo>
                    <a:pt x="34215" y="0"/>
                  </a:lnTo>
                  <a:lnTo>
                    <a:pt x="32199" y="15389"/>
                  </a:lnTo>
                  <a:lnTo>
                    <a:pt x="25989" y="24673"/>
                  </a:lnTo>
                  <a:lnTo>
                    <a:pt x="15339" y="28037"/>
                  </a:lnTo>
                  <a:lnTo>
                    <a:pt x="0" y="25667"/>
                  </a:lnTo>
                  <a:lnTo>
                    <a:pt x="14733" y="32411"/>
                  </a:lnTo>
                  <a:lnTo>
                    <a:pt x="27553" y="39434"/>
                  </a:lnTo>
                  <a:lnTo>
                    <a:pt x="38768" y="46889"/>
                  </a:lnTo>
                  <a:lnTo>
                    <a:pt x="48688" y="54931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2056814" y="838974"/>
            <a:ext cx="372745" cy="100330"/>
            <a:chOff x="2056814" y="838974"/>
            <a:chExt cx="372745" cy="100330"/>
          </a:xfrm>
        </p:grpSpPr>
        <p:sp>
          <p:nvSpPr>
            <p:cNvPr id="17" name="object 17"/>
            <p:cNvSpPr/>
            <p:nvPr/>
          </p:nvSpPr>
          <p:spPr>
            <a:xfrm>
              <a:off x="2061875" y="856353"/>
              <a:ext cx="349885" cy="78105"/>
            </a:xfrm>
            <a:custGeom>
              <a:avLst/>
              <a:gdLst/>
              <a:ahLst/>
              <a:cxnLst/>
              <a:rect l="l" t="t" r="r" b="b"/>
              <a:pathLst>
                <a:path w="349885" h="78105">
                  <a:moveTo>
                    <a:pt x="0" y="77609"/>
                  </a:moveTo>
                  <a:lnTo>
                    <a:pt x="349377" y="0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368090" y="844035"/>
              <a:ext cx="56515" cy="41910"/>
            </a:xfrm>
            <a:custGeom>
              <a:avLst/>
              <a:gdLst/>
              <a:ahLst/>
              <a:cxnLst/>
              <a:rect l="l" t="t" r="r" b="b"/>
              <a:pathLst>
                <a:path w="56514" h="41909">
                  <a:moveTo>
                    <a:pt x="0" y="0"/>
                  </a:moveTo>
                  <a:lnTo>
                    <a:pt x="13188" y="8182"/>
                  </a:lnTo>
                  <a:lnTo>
                    <a:pt x="19086" y="17667"/>
                  </a:lnTo>
                  <a:lnTo>
                    <a:pt x="17759" y="28756"/>
                  </a:lnTo>
                  <a:lnTo>
                    <a:pt x="9274" y="41753"/>
                  </a:lnTo>
                  <a:lnTo>
                    <a:pt x="21493" y="31112"/>
                  </a:lnTo>
                  <a:lnTo>
                    <a:pt x="33177" y="22329"/>
                  </a:lnTo>
                  <a:lnTo>
                    <a:pt x="44594" y="15186"/>
                  </a:lnTo>
                  <a:lnTo>
                    <a:pt x="56010" y="9465"/>
                  </a:lnTo>
                  <a:lnTo>
                    <a:pt x="43245" y="9115"/>
                  </a:lnTo>
                  <a:lnTo>
                    <a:pt x="29878" y="7477"/>
                  </a:lnTo>
                  <a:lnTo>
                    <a:pt x="15574" y="4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368090" y="844035"/>
              <a:ext cx="56515" cy="41910"/>
            </a:xfrm>
            <a:custGeom>
              <a:avLst/>
              <a:gdLst/>
              <a:ahLst/>
              <a:cxnLst/>
              <a:rect l="l" t="t" r="r" b="b"/>
              <a:pathLst>
                <a:path w="56514" h="41909">
                  <a:moveTo>
                    <a:pt x="56010" y="9465"/>
                  </a:moveTo>
                  <a:lnTo>
                    <a:pt x="43245" y="9115"/>
                  </a:lnTo>
                  <a:lnTo>
                    <a:pt x="29878" y="7477"/>
                  </a:lnTo>
                  <a:lnTo>
                    <a:pt x="15574" y="4467"/>
                  </a:lnTo>
                  <a:lnTo>
                    <a:pt x="0" y="0"/>
                  </a:lnTo>
                  <a:lnTo>
                    <a:pt x="13188" y="8182"/>
                  </a:lnTo>
                  <a:lnTo>
                    <a:pt x="19086" y="17667"/>
                  </a:lnTo>
                  <a:lnTo>
                    <a:pt x="17759" y="28756"/>
                  </a:lnTo>
                  <a:lnTo>
                    <a:pt x="9274" y="41753"/>
                  </a:lnTo>
                  <a:lnTo>
                    <a:pt x="21493" y="31112"/>
                  </a:lnTo>
                  <a:lnTo>
                    <a:pt x="33177" y="22329"/>
                  </a:lnTo>
                  <a:lnTo>
                    <a:pt x="44594" y="15186"/>
                  </a:lnTo>
                  <a:lnTo>
                    <a:pt x="56010" y="9465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2056918" y="1132607"/>
            <a:ext cx="372745" cy="100330"/>
            <a:chOff x="2056918" y="1132607"/>
            <a:chExt cx="372745" cy="100330"/>
          </a:xfrm>
        </p:grpSpPr>
        <p:sp>
          <p:nvSpPr>
            <p:cNvPr id="21" name="object 21"/>
            <p:cNvSpPr/>
            <p:nvPr/>
          </p:nvSpPr>
          <p:spPr>
            <a:xfrm>
              <a:off x="2061979" y="1137668"/>
              <a:ext cx="349885" cy="78105"/>
            </a:xfrm>
            <a:custGeom>
              <a:avLst/>
              <a:gdLst/>
              <a:ahLst/>
              <a:cxnLst/>
              <a:rect l="l" t="t" r="r" b="b"/>
              <a:pathLst>
                <a:path w="349885" h="78105">
                  <a:moveTo>
                    <a:pt x="0" y="0"/>
                  </a:moveTo>
                  <a:lnTo>
                    <a:pt x="349275" y="77609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368089" y="1185838"/>
              <a:ext cx="56515" cy="41910"/>
            </a:xfrm>
            <a:custGeom>
              <a:avLst/>
              <a:gdLst/>
              <a:ahLst/>
              <a:cxnLst/>
              <a:rect l="l" t="t" r="r" b="b"/>
              <a:pathLst>
                <a:path w="56514" h="41909">
                  <a:moveTo>
                    <a:pt x="9277" y="0"/>
                  </a:moveTo>
                  <a:lnTo>
                    <a:pt x="17760" y="12997"/>
                  </a:lnTo>
                  <a:lnTo>
                    <a:pt x="19087" y="24086"/>
                  </a:lnTo>
                  <a:lnTo>
                    <a:pt x="13189" y="33571"/>
                  </a:lnTo>
                  <a:lnTo>
                    <a:pt x="0" y="41753"/>
                  </a:lnTo>
                  <a:lnTo>
                    <a:pt x="15575" y="37286"/>
                  </a:lnTo>
                  <a:lnTo>
                    <a:pt x="29879" y="34277"/>
                  </a:lnTo>
                  <a:lnTo>
                    <a:pt x="43246" y="32640"/>
                  </a:lnTo>
                  <a:lnTo>
                    <a:pt x="56011" y="32291"/>
                  </a:lnTo>
                  <a:lnTo>
                    <a:pt x="44595" y="26569"/>
                  </a:lnTo>
                  <a:lnTo>
                    <a:pt x="33179" y="19425"/>
                  </a:lnTo>
                  <a:lnTo>
                    <a:pt x="21495" y="10641"/>
                  </a:lnTo>
                  <a:lnTo>
                    <a:pt x="9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368089" y="1185838"/>
              <a:ext cx="56515" cy="41910"/>
            </a:xfrm>
            <a:custGeom>
              <a:avLst/>
              <a:gdLst/>
              <a:ahLst/>
              <a:cxnLst/>
              <a:rect l="l" t="t" r="r" b="b"/>
              <a:pathLst>
                <a:path w="56514" h="41909">
                  <a:moveTo>
                    <a:pt x="56011" y="32291"/>
                  </a:moveTo>
                  <a:lnTo>
                    <a:pt x="44595" y="26569"/>
                  </a:lnTo>
                  <a:lnTo>
                    <a:pt x="33179" y="19425"/>
                  </a:lnTo>
                  <a:lnTo>
                    <a:pt x="21495" y="10641"/>
                  </a:lnTo>
                  <a:lnTo>
                    <a:pt x="9277" y="0"/>
                  </a:lnTo>
                  <a:lnTo>
                    <a:pt x="17760" y="12997"/>
                  </a:lnTo>
                  <a:lnTo>
                    <a:pt x="19087" y="24086"/>
                  </a:lnTo>
                  <a:lnTo>
                    <a:pt x="13189" y="33571"/>
                  </a:lnTo>
                  <a:lnTo>
                    <a:pt x="0" y="41753"/>
                  </a:lnTo>
                  <a:lnTo>
                    <a:pt x="15575" y="37286"/>
                  </a:lnTo>
                  <a:lnTo>
                    <a:pt x="29879" y="34277"/>
                  </a:lnTo>
                  <a:lnTo>
                    <a:pt x="43246" y="32640"/>
                  </a:lnTo>
                  <a:lnTo>
                    <a:pt x="56011" y="32291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2056918" y="1991014"/>
            <a:ext cx="372745" cy="100330"/>
            <a:chOff x="2056918" y="1991014"/>
            <a:chExt cx="372745" cy="100330"/>
          </a:xfrm>
        </p:grpSpPr>
        <p:sp>
          <p:nvSpPr>
            <p:cNvPr id="25" name="object 25"/>
            <p:cNvSpPr/>
            <p:nvPr/>
          </p:nvSpPr>
          <p:spPr>
            <a:xfrm>
              <a:off x="2061979" y="2008388"/>
              <a:ext cx="349885" cy="78105"/>
            </a:xfrm>
            <a:custGeom>
              <a:avLst/>
              <a:gdLst/>
              <a:ahLst/>
              <a:cxnLst/>
              <a:rect l="l" t="t" r="r" b="b"/>
              <a:pathLst>
                <a:path w="349885" h="78105">
                  <a:moveTo>
                    <a:pt x="0" y="77609"/>
                  </a:moveTo>
                  <a:lnTo>
                    <a:pt x="349275" y="0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368089" y="1996074"/>
              <a:ext cx="56515" cy="41910"/>
            </a:xfrm>
            <a:custGeom>
              <a:avLst/>
              <a:gdLst/>
              <a:ahLst/>
              <a:cxnLst/>
              <a:rect l="l" t="t" r="r" b="b"/>
              <a:pathLst>
                <a:path w="56514" h="41910">
                  <a:moveTo>
                    <a:pt x="0" y="0"/>
                  </a:moveTo>
                  <a:lnTo>
                    <a:pt x="13189" y="8181"/>
                  </a:lnTo>
                  <a:lnTo>
                    <a:pt x="19087" y="17666"/>
                  </a:lnTo>
                  <a:lnTo>
                    <a:pt x="17760" y="28755"/>
                  </a:lnTo>
                  <a:lnTo>
                    <a:pt x="9277" y="41753"/>
                  </a:lnTo>
                  <a:lnTo>
                    <a:pt x="21495" y="31111"/>
                  </a:lnTo>
                  <a:lnTo>
                    <a:pt x="33179" y="22327"/>
                  </a:lnTo>
                  <a:lnTo>
                    <a:pt x="44595" y="15183"/>
                  </a:lnTo>
                  <a:lnTo>
                    <a:pt x="56011" y="9461"/>
                  </a:lnTo>
                  <a:lnTo>
                    <a:pt x="43246" y="9112"/>
                  </a:lnTo>
                  <a:lnTo>
                    <a:pt x="29879" y="7475"/>
                  </a:lnTo>
                  <a:lnTo>
                    <a:pt x="15575" y="44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368089" y="1996074"/>
              <a:ext cx="56515" cy="41910"/>
            </a:xfrm>
            <a:custGeom>
              <a:avLst/>
              <a:gdLst/>
              <a:ahLst/>
              <a:cxnLst/>
              <a:rect l="l" t="t" r="r" b="b"/>
              <a:pathLst>
                <a:path w="56514" h="41910">
                  <a:moveTo>
                    <a:pt x="56011" y="9461"/>
                  </a:moveTo>
                  <a:lnTo>
                    <a:pt x="43246" y="9112"/>
                  </a:lnTo>
                  <a:lnTo>
                    <a:pt x="29879" y="7475"/>
                  </a:lnTo>
                  <a:lnTo>
                    <a:pt x="15575" y="4466"/>
                  </a:lnTo>
                  <a:lnTo>
                    <a:pt x="0" y="0"/>
                  </a:lnTo>
                  <a:lnTo>
                    <a:pt x="13189" y="8181"/>
                  </a:lnTo>
                  <a:lnTo>
                    <a:pt x="19087" y="17666"/>
                  </a:lnTo>
                  <a:lnTo>
                    <a:pt x="17760" y="28755"/>
                  </a:lnTo>
                  <a:lnTo>
                    <a:pt x="9277" y="41753"/>
                  </a:lnTo>
                  <a:lnTo>
                    <a:pt x="21495" y="31111"/>
                  </a:lnTo>
                  <a:lnTo>
                    <a:pt x="33179" y="22327"/>
                  </a:lnTo>
                  <a:lnTo>
                    <a:pt x="44595" y="15183"/>
                  </a:lnTo>
                  <a:lnTo>
                    <a:pt x="56011" y="9461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2056507" y="2284642"/>
            <a:ext cx="384810" cy="102870"/>
            <a:chOff x="2056507" y="2284642"/>
            <a:chExt cx="384810" cy="102870"/>
          </a:xfrm>
        </p:grpSpPr>
        <p:sp>
          <p:nvSpPr>
            <p:cNvPr id="29" name="object 29"/>
            <p:cNvSpPr/>
            <p:nvPr/>
          </p:nvSpPr>
          <p:spPr>
            <a:xfrm>
              <a:off x="2061568" y="2289703"/>
              <a:ext cx="361950" cy="80645"/>
            </a:xfrm>
            <a:custGeom>
              <a:avLst/>
              <a:gdLst/>
              <a:ahLst/>
              <a:cxnLst/>
              <a:rect l="l" t="t" r="r" b="b"/>
              <a:pathLst>
                <a:path w="361950" h="80644">
                  <a:moveTo>
                    <a:pt x="0" y="0"/>
                  </a:moveTo>
                  <a:lnTo>
                    <a:pt x="361721" y="80429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380122" y="2340687"/>
              <a:ext cx="56515" cy="41910"/>
            </a:xfrm>
            <a:custGeom>
              <a:avLst/>
              <a:gdLst/>
              <a:ahLst/>
              <a:cxnLst/>
              <a:rect l="l" t="t" r="r" b="b"/>
              <a:pathLst>
                <a:path w="56514" h="41910">
                  <a:moveTo>
                    <a:pt x="9283" y="0"/>
                  </a:moveTo>
                  <a:lnTo>
                    <a:pt x="17764" y="12998"/>
                  </a:lnTo>
                  <a:lnTo>
                    <a:pt x="19089" y="24088"/>
                  </a:lnTo>
                  <a:lnTo>
                    <a:pt x="13190" y="33571"/>
                  </a:lnTo>
                  <a:lnTo>
                    <a:pt x="0" y="41751"/>
                  </a:lnTo>
                  <a:lnTo>
                    <a:pt x="15575" y="37287"/>
                  </a:lnTo>
                  <a:lnTo>
                    <a:pt x="29880" y="34279"/>
                  </a:lnTo>
                  <a:lnTo>
                    <a:pt x="43247" y="32644"/>
                  </a:lnTo>
                  <a:lnTo>
                    <a:pt x="56012" y="32297"/>
                  </a:lnTo>
                  <a:lnTo>
                    <a:pt x="44597" y="26574"/>
                  </a:lnTo>
                  <a:lnTo>
                    <a:pt x="33182" y="19428"/>
                  </a:lnTo>
                  <a:lnTo>
                    <a:pt x="21499" y="10643"/>
                  </a:lnTo>
                  <a:lnTo>
                    <a:pt x="928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380122" y="2340687"/>
              <a:ext cx="56515" cy="41910"/>
            </a:xfrm>
            <a:custGeom>
              <a:avLst/>
              <a:gdLst/>
              <a:ahLst/>
              <a:cxnLst/>
              <a:rect l="l" t="t" r="r" b="b"/>
              <a:pathLst>
                <a:path w="56514" h="41910">
                  <a:moveTo>
                    <a:pt x="56012" y="32297"/>
                  </a:moveTo>
                  <a:lnTo>
                    <a:pt x="44597" y="26574"/>
                  </a:lnTo>
                  <a:lnTo>
                    <a:pt x="33182" y="19428"/>
                  </a:lnTo>
                  <a:lnTo>
                    <a:pt x="21499" y="10643"/>
                  </a:lnTo>
                  <a:lnTo>
                    <a:pt x="9283" y="0"/>
                  </a:lnTo>
                  <a:lnTo>
                    <a:pt x="17764" y="12998"/>
                  </a:lnTo>
                  <a:lnTo>
                    <a:pt x="19089" y="24088"/>
                  </a:lnTo>
                  <a:lnTo>
                    <a:pt x="13190" y="33571"/>
                  </a:lnTo>
                  <a:lnTo>
                    <a:pt x="0" y="41751"/>
                  </a:lnTo>
                  <a:lnTo>
                    <a:pt x="15575" y="37287"/>
                  </a:lnTo>
                  <a:lnTo>
                    <a:pt x="29880" y="34279"/>
                  </a:lnTo>
                  <a:lnTo>
                    <a:pt x="43247" y="32644"/>
                  </a:lnTo>
                  <a:lnTo>
                    <a:pt x="56012" y="32297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2368295" y="2792412"/>
            <a:ext cx="1023619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41045" algn="l"/>
              </a:tabLst>
            </a:pPr>
            <a:r>
              <a:rPr sz="800" spc="-10" dirty="0">
                <a:latin typeface="Century"/>
                <a:cs typeface="Century"/>
              </a:rPr>
              <a:t>4950+9500</a:t>
            </a:r>
            <a:r>
              <a:rPr sz="800" dirty="0">
                <a:latin typeface="Century"/>
                <a:cs typeface="Century"/>
              </a:rPr>
              <a:t>	</a:t>
            </a:r>
            <a:r>
              <a:rPr sz="800" spc="-10" dirty="0">
                <a:latin typeface="Century"/>
                <a:cs typeface="Century"/>
              </a:rPr>
              <a:t>14450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0444" y="2707309"/>
            <a:ext cx="377062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2794000" algn="l"/>
              </a:tabLst>
            </a:pPr>
            <a:r>
              <a:rPr sz="1100" spc="-20" dirty="0">
                <a:latin typeface="Georgia"/>
                <a:cs typeface="Georgia"/>
              </a:rPr>
              <a:t>Suppose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alarm:</a:t>
            </a:r>
            <a:r>
              <a:rPr sz="1100" spc="19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80" dirty="0">
                <a:latin typeface="Bookman Old Style"/>
                <a:cs typeface="Bookman Old Style"/>
              </a:rPr>
              <a:t> </a:t>
            </a:r>
            <a:r>
              <a:rPr sz="1100" spc="-60" dirty="0">
                <a:latin typeface="Georgia"/>
                <a:cs typeface="Georgia"/>
              </a:rPr>
              <a:t>(</a:t>
            </a:r>
            <a:r>
              <a:rPr sz="1100" b="0" i="1" spc="-60" dirty="0">
                <a:latin typeface="Bookman Old Style"/>
                <a:cs typeface="Bookman Old Style"/>
              </a:rPr>
              <a:t>plane</a:t>
            </a:r>
            <a:r>
              <a:rPr sz="1100" b="0" i="1" spc="-30" dirty="0"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present</a:t>
            </a:r>
            <a:r>
              <a:rPr sz="1100" spc="-35" dirty="0">
                <a:latin typeface="Georgia"/>
                <a:cs typeface="Georgia"/>
              </a:rPr>
              <a:t>)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 </a:t>
            </a:r>
            <a:r>
              <a:rPr sz="1200" u="sng" spc="532" baseline="312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200" u="sng" spc="-30" baseline="312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4950</a:t>
            </a:r>
            <a:r>
              <a:rPr sz="1200" u="sng" baseline="312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	</a:t>
            </a:r>
            <a:r>
              <a:rPr sz="1200" spc="270" baseline="31250" dirty="0">
                <a:latin typeface="Century"/>
                <a:cs typeface="Century"/>
              </a:rPr>
              <a:t> </a:t>
            </a:r>
            <a:r>
              <a:rPr sz="1100" spc="130" dirty="0">
                <a:latin typeface="Georgia"/>
                <a:cs typeface="Georgia"/>
              </a:rPr>
              <a:t>= </a:t>
            </a:r>
            <a:r>
              <a:rPr sz="1200" u="sng" spc="-7" baseline="312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u="sng" baseline="312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4950</a:t>
            </a:r>
            <a:r>
              <a:rPr sz="1200" u="sng" spc="-37" baseline="312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 </a:t>
            </a:r>
            <a:r>
              <a:rPr sz="1200" spc="270" baseline="31250" dirty="0">
                <a:latin typeface="Century"/>
                <a:cs typeface="Century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34%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799549" y="2983166"/>
            <a:ext cx="24066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0" dirty="0">
                <a:latin typeface="Century"/>
                <a:cs typeface="Century"/>
              </a:rPr>
              <a:t>9550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0444" y="2898063"/>
            <a:ext cx="35267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Georgia"/>
                <a:cs typeface="Georgia"/>
              </a:rPr>
              <a:t>Suppose</a:t>
            </a:r>
            <a:r>
              <a:rPr sz="1100" dirty="0">
                <a:latin typeface="Georgia"/>
                <a:cs typeface="Georgia"/>
              </a:rPr>
              <a:t> no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alarm:</a:t>
            </a:r>
            <a:r>
              <a:rPr sz="1100" spc="17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80" dirty="0">
                <a:latin typeface="Bookman Old Style"/>
                <a:cs typeface="Bookman Old Style"/>
              </a:rPr>
              <a:t> </a:t>
            </a:r>
            <a:r>
              <a:rPr sz="1100" spc="-60" dirty="0">
                <a:latin typeface="Georgia"/>
                <a:cs typeface="Georgia"/>
              </a:rPr>
              <a:t>(</a:t>
            </a:r>
            <a:r>
              <a:rPr sz="1100" b="0" i="1" spc="-60" dirty="0">
                <a:latin typeface="Bookman Old Style"/>
                <a:cs typeface="Bookman Old Style"/>
              </a:rPr>
              <a:t>plane</a:t>
            </a:r>
            <a:r>
              <a:rPr sz="1100" b="0" i="1" spc="-30" dirty="0">
                <a:latin typeface="Bookman Old Style"/>
                <a:cs typeface="Bookman Old Style"/>
              </a:rPr>
              <a:t> </a:t>
            </a:r>
            <a:r>
              <a:rPr sz="1100" b="0" i="1" spc="-20" dirty="0">
                <a:latin typeface="Bookman Old Style"/>
                <a:cs typeface="Bookman Old Style"/>
              </a:rPr>
              <a:t>not</a:t>
            </a:r>
            <a:r>
              <a:rPr sz="1100" b="0" i="1" spc="-65" dirty="0"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present</a:t>
            </a:r>
            <a:r>
              <a:rPr sz="1100" spc="-35" dirty="0">
                <a:latin typeface="Georgia"/>
                <a:cs typeface="Georgia"/>
              </a:rPr>
              <a:t>)</a:t>
            </a:r>
            <a:r>
              <a:rPr sz="110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10" dirty="0">
                <a:latin typeface="Georgia"/>
                <a:cs typeface="Georgia"/>
              </a:rPr>
              <a:t> </a:t>
            </a:r>
            <a:r>
              <a:rPr sz="1200" u="sng" baseline="312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9500</a:t>
            </a:r>
            <a:r>
              <a:rPr sz="1200" spc="225" baseline="31250" dirty="0">
                <a:latin typeface="Century"/>
                <a:cs typeface="Century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99</a:t>
            </a:r>
            <a:r>
              <a:rPr sz="1100" b="0" i="1" spc="-10" dirty="0">
                <a:latin typeface="Bookman Old Style"/>
                <a:cs typeface="Bookman Old Style"/>
              </a:rPr>
              <a:t>.</a:t>
            </a:r>
            <a:r>
              <a:rPr sz="1100" spc="-10" dirty="0">
                <a:latin typeface="Georgia"/>
                <a:cs typeface="Georgia"/>
              </a:rPr>
              <a:t>5%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25" dirty="0"/>
              <a:t>31/</a:t>
            </a:r>
          </a:p>
        </p:txBody>
      </p:sp>
    </p:spTree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02969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Example</a:t>
            </a:r>
            <a:r>
              <a:rPr spc="135" dirty="0"/>
              <a:t> </a:t>
            </a:r>
            <a:r>
              <a:rPr spc="-20" dirty="0"/>
              <a:t>1.10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945400"/>
            <a:ext cx="4011929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sz="1100" dirty="0">
                <a:latin typeface="Georgia"/>
                <a:cs typeface="Georgia"/>
              </a:rPr>
              <a:t>Three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cards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drawn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from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52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card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deck,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without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replacement. </a:t>
            </a:r>
            <a:r>
              <a:rPr sz="1100" dirty="0">
                <a:latin typeface="Georgia"/>
                <a:cs typeface="Georgia"/>
              </a:rPr>
              <a:t>What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none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cards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heart?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73055" y="3353670"/>
            <a:ext cx="16510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32/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02969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Example</a:t>
            </a:r>
            <a:r>
              <a:rPr spc="135" dirty="0"/>
              <a:t> </a:t>
            </a:r>
            <a:r>
              <a:rPr spc="-20" dirty="0"/>
              <a:t>1.10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945400"/>
            <a:ext cx="4011929" cy="7162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sz="1100" dirty="0">
                <a:latin typeface="Georgia"/>
                <a:cs typeface="Georgia"/>
              </a:rPr>
              <a:t>Three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cards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drawn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from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52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card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deck,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without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replacement. </a:t>
            </a:r>
            <a:r>
              <a:rPr sz="1100" dirty="0">
                <a:latin typeface="Georgia"/>
                <a:cs typeface="Georgia"/>
              </a:rPr>
              <a:t>What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none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cards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heart?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At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each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draw,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each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card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equally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likely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drawn.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73055" y="3353670"/>
            <a:ext cx="16510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32/</a:t>
            </a:r>
            <a:endParaRPr sz="600">
              <a:latin typeface="Bookman Old Style"/>
              <a:cs typeface="Bookman Old Style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3DED208-15CF-DD78-149F-3C9B2ABEDA2D}"/>
                  </a:ext>
                </a:extLst>
              </p14:cNvPr>
              <p14:cNvContentPartPr/>
              <p14:nvPr/>
            </p14:nvContentPartPr>
            <p14:xfrm>
              <a:off x="127440" y="245160"/>
              <a:ext cx="4394160" cy="3170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3DED208-15CF-DD78-149F-3C9B2ABEDA2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8080" y="235800"/>
                <a:ext cx="4412880" cy="3189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02969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Example</a:t>
            </a:r>
            <a:r>
              <a:rPr spc="135" dirty="0"/>
              <a:t> </a:t>
            </a:r>
            <a:r>
              <a:rPr spc="-20" dirty="0"/>
              <a:t>1.10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173990">
              <a:lnSpc>
                <a:spcPct val="102699"/>
              </a:lnSpc>
              <a:spcBef>
                <a:spcPts val="55"/>
              </a:spcBef>
            </a:pPr>
            <a:r>
              <a:rPr dirty="0"/>
              <a:t>Three</a:t>
            </a:r>
            <a:r>
              <a:rPr spc="10" dirty="0"/>
              <a:t> </a:t>
            </a:r>
            <a:r>
              <a:rPr spc="-10" dirty="0"/>
              <a:t>cards</a:t>
            </a:r>
            <a:r>
              <a:rPr spc="15" dirty="0"/>
              <a:t> </a:t>
            </a:r>
            <a:r>
              <a:rPr dirty="0"/>
              <a:t>are</a:t>
            </a:r>
            <a:r>
              <a:rPr spc="10" dirty="0"/>
              <a:t> </a:t>
            </a:r>
            <a:r>
              <a:rPr spc="-10" dirty="0"/>
              <a:t>drawn</a:t>
            </a:r>
            <a:r>
              <a:rPr spc="15" dirty="0"/>
              <a:t> </a:t>
            </a:r>
            <a:r>
              <a:rPr spc="-20" dirty="0"/>
              <a:t>from</a:t>
            </a:r>
            <a:r>
              <a:rPr spc="15" dirty="0"/>
              <a:t> </a:t>
            </a:r>
            <a:r>
              <a:rPr dirty="0"/>
              <a:t>a</a:t>
            </a:r>
            <a:r>
              <a:rPr spc="10" dirty="0"/>
              <a:t> </a:t>
            </a:r>
            <a:r>
              <a:rPr dirty="0"/>
              <a:t>52</a:t>
            </a:r>
            <a:r>
              <a:rPr spc="15" dirty="0"/>
              <a:t> </a:t>
            </a:r>
            <a:r>
              <a:rPr dirty="0"/>
              <a:t>card</a:t>
            </a:r>
            <a:r>
              <a:rPr spc="15" dirty="0"/>
              <a:t> </a:t>
            </a:r>
            <a:r>
              <a:rPr spc="-10" dirty="0"/>
              <a:t>deck,</a:t>
            </a:r>
            <a:r>
              <a:rPr spc="10" dirty="0"/>
              <a:t> </a:t>
            </a:r>
            <a:r>
              <a:rPr dirty="0"/>
              <a:t>without</a:t>
            </a:r>
            <a:r>
              <a:rPr spc="15" dirty="0"/>
              <a:t> </a:t>
            </a:r>
            <a:r>
              <a:rPr spc="-25" dirty="0"/>
              <a:t>replacement. </a:t>
            </a:r>
            <a:r>
              <a:rPr dirty="0"/>
              <a:t>What</a:t>
            </a:r>
            <a:r>
              <a:rPr spc="50" dirty="0"/>
              <a:t> </a:t>
            </a:r>
            <a:r>
              <a:rPr dirty="0"/>
              <a:t>is</a:t>
            </a:r>
            <a:r>
              <a:rPr spc="55" dirty="0"/>
              <a:t> </a:t>
            </a:r>
            <a:r>
              <a:rPr dirty="0"/>
              <a:t>the</a:t>
            </a:r>
            <a:r>
              <a:rPr spc="50" dirty="0"/>
              <a:t> </a:t>
            </a:r>
            <a:r>
              <a:rPr spc="-10" dirty="0"/>
              <a:t>probability</a:t>
            </a:r>
            <a:r>
              <a:rPr spc="55" dirty="0"/>
              <a:t> </a:t>
            </a:r>
            <a:r>
              <a:rPr dirty="0"/>
              <a:t>that</a:t>
            </a:r>
            <a:r>
              <a:rPr spc="55" dirty="0"/>
              <a:t> </a:t>
            </a:r>
            <a:r>
              <a:rPr spc="-25" dirty="0"/>
              <a:t>none</a:t>
            </a:r>
            <a:r>
              <a:rPr spc="55" dirty="0"/>
              <a:t> </a:t>
            </a:r>
            <a:r>
              <a:rPr dirty="0"/>
              <a:t>of</a:t>
            </a:r>
            <a:r>
              <a:rPr spc="55" dirty="0"/>
              <a:t> </a:t>
            </a:r>
            <a:r>
              <a:rPr dirty="0"/>
              <a:t>the</a:t>
            </a:r>
            <a:r>
              <a:rPr spc="50" dirty="0"/>
              <a:t> </a:t>
            </a:r>
            <a:r>
              <a:rPr spc="-10" dirty="0"/>
              <a:t>cards</a:t>
            </a:r>
            <a:r>
              <a:rPr spc="55" dirty="0"/>
              <a:t> </a:t>
            </a:r>
            <a:r>
              <a:rPr dirty="0"/>
              <a:t>is</a:t>
            </a:r>
            <a:r>
              <a:rPr spc="50" dirty="0"/>
              <a:t> </a:t>
            </a:r>
            <a:r>
              <a:rPr dirty="0"/>
              <a:t>a</a:t>
            </a:r>
            <a:r>
              <a:rPr spc="55" dirty="0"/>
              <a:t> </a:t>
            </a:r>
            <a:r>
              <a:rPr spc="-10" dirty="0"/>
              <a:t>heart?</a:t>
            </a: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/>
          </a:p>
          <a:p>
            <a:pPr marL="12700">
              <a:lnSpc>
                <a:spcPct val="100000"/>
              </a:lnSpc>
            </a:pPr>
            <a:r>
              <a:rPr dirty="0"/>
              <a:t>At</a:t>
            </a:r>
            <a:r>
              <a:rPr spc="35" dirty="0"/>
              <a:t> </a:t>
            </a:r>
            <a:r>
              <a:rPr spc="-10" dirty="0"/>
              <a:t>each</a:t>
            </a:r>
            <a:r>
              <a:rPr spc="30" dirty="0"/>
              <a:t> </a:t>
            </a:r>
            <a:r>
              <a:rPr dirty="0"/>
              <a:t>draw,</a:t>
            </a:r>
            <a:r>
              <a:rPr spc="30" dirty="0"/>
              <a:t> </a:t>
            </a:r>
            <a:r>
              <a:rPr spc="-10" dirty="0"/>
              <a:t>each</a:t>
            </a:r>
            <a:r>
              <a:rPr spc="30" dirty="0"/>
              <a:t> </a:t>
            </a:r>
            <a:r>
              <a:rPr dirty="0"/>
              <a:t>card</a:t>
            </a:r>
            <a:r>
              <a:rPr spc="35" dirty="0"/>
              <a:t> </a:t>
            </a:r>
            <a:r>
              <a:rPr dirty="0"/>
              <a:t>is</a:t>
            </a:r>
            <a:r>
              <a:rPr spc="30" dirty="0"/>
              <a:t> </a:t>
            </a:r>
            <a:r>
              <a:rPr spc="-10" dirty="0"/>
              <a:t>equally</a:t>
            </a:r>
            <a:r>
              <a:rPr spc="30" dirty="0"/>
              <a:t> </a:t>
            </a:r>
            <a:r>
              <a:rPr dirty="0"/>
              <a:t>likely</a:t>
            </a:r>
            <a:r>
              <a:rPr spc="35" dirty="0"/>
              <a:t> </a:t>
            </a:r>
            <a:r>
              <a:rPr dirty="0"/>
              <a:t>to</a:t>
            </a:r>
            <a:r>
              <a:rPr spc="30" dirty="0"/>
              <a:t> </a:t>
            </a:r>
            <a:r>
              <a:rPr dirty="0"/>
              <a:t>be</a:t>
            </a:r>
            <a:r>
              <a:rPr spc="30" dirty="0"/>
              <a:t> </a:t>
            </a:r>
            <a:r>
              <a:rPr spc="-10" dirty="0"/>
              <a:t>drawn.</a:t>
            </a: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/>
          </a:p>
          <a:p>
            <a:pPr marL="12700" marR="5080">
              <a:lnSpc>
                <a:spcPct val="102699"/>
              </a:lnSpc>
            </a:pPr>
            <a:r>
              <a:rPr spc="-10" dirty="0"/>
              <a:t>Approach</a:t>
            </a:r>
            <a:r>
              <a:rPr spc="5" dirty="0"/>
              <a:t> </a:t>
            </a:r>
            <a:r>
              <a:rPr spc="-10" dirty="0"/>
              <a:t>one:</a:t>
            </a:r>
            <a:r>
              <a:rPr spc="95" dirty="0"/>
              <a:t> </a:t>
            </a:r>
            <a:r>
              <a:rPr dirty="0"/>
              <a:t>list</a:t>
            </a:r>
            <a:r>
              <a:rPr spc="5" dirty="0"/>
              <a:t> </a:t>
            </a:r>
            <a:r>
              <a:rPr spc="-10" dirty="0"/>
              <a:t>each</a:t>
            </a:r>
            <a:r>
              <a:rPr spc="5" dirty="0"/>
              <a:t> </a:t>
            </a:r>
            <a:r>
              <a:rPr spc="-20" dirty="0"/>
              <a:t>possible</a:t>
            </a:r>
            <a:r>
              <a:rPr spc="5" dirty="0"/>
              <a:t> </a:t>
            </a:r>
            <a:r>
              <a:rPr spc="-10" dirty="0"/>
              <a:t>three</a:t>
            </a:r>
            <a:r>
              <a:rPr spc="5" dirty="0"/>
              <a:t> </a:t>
            </a:r>
            <a:r>
              <a:rPr dirty="0"/>
              <a:t>card</a:t>
            </a:r>
            <a:r>
              <a:rPr spc="5" dirty="0"/>
              <a:t> </a:t>
            </a:r>
            <a:r>
              <a:rPr dirty="0"/>
              <a:t>draw,</a:t>
            </a:r>
            <a:r>
              <a:rPr spc="5" dirty="0"/>
              <a:t> </a:t>
            </a:r>
            <a:r>
              <a:rPr spc="-10" dirty="0"/>
              <a:t>count</a:t>
            </a:r>
            <a:r>
              <a:rPr spc="10" dirty="0"/>
              <a:t> </a:t>
            </a:r>
            <a:r>
              <a:rPr dirty="0"/>
              <a:t>them,</a:t>
            </a:r>
            <a:r>
              <a:rPr spc="5" dirty="0"/>
              <a:t> </a:t>
            </a:r>
            <a:r>
              <a:rPr spc="-10" dirty="0"/>
              <a:t>count </a:t>
            </a:r>
            <a:r>
              <a:rPr dirty="0"/>
              <a:t>the</a:t>
            </a:r>
            <a:r>
              <a:rPr spc="15" dirty="0"/>
              <a:t> </a:t>
            </a:r>
            <a:r>
              <a:rPr spc="-30" dirty="0"/>
              <a:t>number</a:t>
            </a:r>
            <a:r>
              <a:rPr spc="15" dirty="0"/>
              <a:t> </a:t>
            </a:r>
            <a:r>
              <a:rPr dirty="0"/>
              <a:t>of</a:t>
            </a:r>
            <a:r>
              <a:rPr spc="15" dirty="0"/>
              <a:t> </a:t>
            </a:r>
            <a:r>
              <a:rPr spc="-10" dirty="0"/>
              <a:t>draws</a:t>
            </a:r>
            <a:r>
              <a:rPr spc="15" dirty="0"/>
              <a:t> </a:t>
            </a:r>
            <a:r>
              <a:rPr dirty="0"/>
              <a:t>with</a:t>
            </a:r>
            <a:r>
              <a:rPr spc="15" dirty="0"/>
              <a:t> </a:t>
            </a:r>
            <a:r>
              <a:rPr dirty="0"/>
              <a:t>no</a:t>
            </a:r>
            <a:r>
              <a:rPr spc="15" dirty="0"/>
              <a:t> </a:t>
            </a:r>
            <a:r>
              <a:rPr spc="-10" dirty="0"/>
              <a:t>hearts,</a:t>
            </a:r>
            <a:r>
              <a:rPr spc="15" dirty="0"/>
              <a:t> </a:t>
            </a:r>
            <a:r>
              <a:rPr dirty="0"/>
              <a:t>and</a:t>
            </a:r>
            <a:r>
              <a:rPr spc="20" dirty="0"/>
              <a:t> </a:t>
            </a:r>
            <a:r>
              <a:rPr spc="-10" dirty="0"/>
              <a:t>divide.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73055" y="3353670"/>
            <a:ext cx="16510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32/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02969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Example</a:t>
            </a:r>
            <a:r>
              <a:rPr spc="135" dirty="0"/>
              <a:t> </a:t>
            </a:r>
            <a:r>
              <a:rPr spc="-20" dirty="0"/>
              <a:t>1.10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173990">
              <a:lnSpc>
                <a:spcPct val="102699"/>
              </a:lnSpc>
              <a:spcBef>
                <a:spcPts val="55"/>
              </a:spcBef>
            </a:pPr>
            <a:r>
              <a:rPr dirty="0"/>
              <a:t>Three</a:t>
            </a:r>
            <a:r>
              <a:rPr spc="10" dirty="0"/>
              <a:t> </a:t>
            </a:r>
            <a:r>
              <a:rPr spc="-10" dirty="0"/>
              <a:t>cards</a:t>
            </a:r>
            <a:r>
              <a:rPr spc="15" dirty="0"/>
              <a:t> </a:t>
            </a:r>
            <a:r>
              <a:rPr dirty="0"/>
              <a:t>are</a:t>
            </a:r>
            <a:r>
              <a:rPr spc="10" dirty="0"/>
              <a:t> </a:t>
            </a:r>
            <a:r>
              <a:rPr spc="-10" dirty="0"/>
              <a:t>drawn</a:t>
            </a:r>
            <a:r>
              <a:rPr spc="15" dirty="0"/>
              <a:t> </a:t>
            </a:r>
            <a:r>
              <a:rPr spc="-20" dirty="0"/>
              <a:t>from</a:t>
            </a:r>
            <a:r>
              <a:rPr spc="15" dirty="0"/>
              <a:t> </a:t>
            </a:r>
            <a:r>
              <a:rPr dirty="0"/>
              <a:t>a</a:t>
            </a:r>
            <a:r>
              <a:rPr spc="10" dirty="0"/>
              <a:t> </a:t>
            </a:r>
            <a:r>
              <a:rPr dirty="0"/>
              <a:t>52</a:t>
            </a:r>
            <a:r>
              <a:rPr spc="15" dirty="0"/>
              <a:t> </a:t>
            </a:r>
            <a:r>
              <a:rPr dirty="0"/>
              <a:t>card</a:t>
            </a:r>
            <a:r>
              <a:rPr spc="15" dirty="0"/>
              <a:t> </a:t>
            </a:r>
            <a:r>
              <a:rPr spc="-10" dirty="0"/>
              <a:t>deck,</a:t>
            </a:r>
            <a:r>
              <a:rPr spc="10" dirty="0"/>
              <a:t> </a:t>
            </a:r>
            <a:r>
              <a:rPr dirty="0"/>
              <a:t>without</a:t>
            </a:r>
            <a:r>
              <a:rPr spc="15" dirty="0"/>
              <a:t> </a:t>
            </a:r>
            <a:r>
              <a:rPr spc="-25" dirty="0"/>
              <a:t>replacement. </a:t>
            </a:r>
            <a:r>
              <a:rPr dirty="0"/>
              <a:t>What</a:t>
            </a:r>
            <a:r>
              <a:rPr spc="50" dirty="0"/>
              <a:t> </a:t>
            </a:r>
            <a:r>
              <a:rPr dirty="0"/>
              <a:t>is</a:t>
            </a:r>
            <a:r>
              <a:rPr spc="55" dirty="0"/>
              <a:t> </a:t>
            </a:r>
            <a:r>
              <a:rPr dirty="0"/>
              <a:t>the</a:t>
            </a:r>
            <a:r>
              <a:rPr spc="50" dirty="0"/>
              <a:t> </a:t>
            </a:r>
            <a:r>
              <a:rPr spc="-10" dirty="0"/>
              <a:t>probability</a:t>
            </a:r>
            <a:r>
              <a:rPr spc="55" dirty="0"/>
              <a:t> </a:t>
            </a:r>
            <a:r>
              <a:rPr dirty="0"/>
              <a:t>that</a:t>
            </a:r>
            <a:r>
              <a:rPr spc="55" dirty="0"/>
              <a:t> </a:t>
            </a:r>
            <a:r>
              <a:rPr spc="-25" dirty="0"/>
              <a:t>none</a:t>
            </a:r>
            <a:r>
              <a:rPr spc="55" dirty="0"/>
              <a:t> </a:t>
            </a:r>
            <a:r>
              <a:rPr dirty="0"/>
              <a:t>of</a:t>
            </a:r>
            <a:r>
              <a:rPr spc="55" dirty="0"/>
              <a:t> </a:t>
            </a:r>
            <a:r>
              <a:rPr dirty="0"/>
              <a:t>the</a:t>
            </a:r>
            <a:r>
              <a:rPr spc="50" dirty="0"/>
              <a:t> </a:t>
            </a:r>
            <a:r>
              <a:rPr spc="-10" dirty="0"/>
              <a:t>cards</a:t>
            </a:r>
            <a:r>
              <a:rPr spc="55" dirty="0"/>
              <a:t> </a:t>
            </a:r>
            <a:r>
              <a:rPr dirty="0"/>
              <a:t>is</a:t>
            </a:r>
            <a:r>
              <a:rPr spc="50" dirty="0"/>
              <a:t> </a:t>
            </a:r>
            <a:r>
              <a:rPr dirty="0"/>
              <a:t>a</a:t>
            </a:r>
            <a:r>
              <a:rPr spc="55" dirty="0"/>
              <a:t> </a:t>
            </a:r>
            <a:r>
              <a:rPr spc="-10" dirty="0"/>
              <a:t>heart?</a:t>
            </a: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 dirty="0"/>
          </a:p>
          <a:p>
            <a:pPr marL="12700">
              <a:lnSpc>
                <a:spcPct val="100000"/>
              </a:lnSpc>
            </a:pPr>
            <a:r>
              <a:rPr dirty="0"/>
              <a:t>At</a:t>
            </a:r>
            <a:r>
              <a:rPr spc="35" dirty="0"/>
              <a:t> </a:t>
            </a:r>
            <a:r>
              <a:rPr spc="-10" dirty="0"/>
              <a:t>each</a:t>
            </a:r>
            <a:r>
              <a:rPr spc="30" dirty="0"/>
              <a:t> </a:t>
            </a:r>
            <a:r>
              <a:rPr dirty="0"/>
              <a:t>draw,</a:t>
            </a:r>
            <a:r>
              <a:rPr spc="30" dirty="0"/>
              <a:t> </a:t>
            </a:r>
            <a:r>
              <a:rPr spc="-10" dirty="0"/>
              <a:t>each</a:t>
            </a:r>
            <a:r>
              <a:rPr spc="30" dirty="0"/>
              <a:t> </a:t>
            </a:r>
            <a:r>
              <a:rPr dirty="0"/>
              <a:t>card</a:t>
            </a:r>
            <a:r>
              <a:rPr spc="35" dirty="0"/>
              <a:t> </a:t>
            </a:r>
            <a:r>
              <a:rPr dirty="0"/>
              <a:t>is</a:t>
            </a:r>
            <a:r>
              <a:rPr spc="30" dirty="0"/>
              <a:t> </a:t>
            </a:r>
            <a:r>
              <a:rPr spc="-10" dirty="0"/>
              <a:t>equally</a:t>
            </a:r>
            <a:r>
              <a:rPr spc="30" dirty="0"/>
              <a:t> </a:t>
            </a:r>
            <a:r>
              <a:rPr dirty="0"/>
              <a:t>likely</a:t>
            </a:r>
            <a:r>
              <a:rPr spc="35" dirty="0"/>
              <a:t> </a:t>
            </a:r>
            <a:r>
              <a:rPr dirty="0"/>
              <a:t>to</a:t>
            </a:r>
            <a:r>
              <a:rPr spc="30" dirty="0"/>
              <a:t> </a:t>
            </a:r>
            <a:r>
              <a:rPr dirty="0"/>
              <a:t>be</a:t>
            </a:r>
            <a:r>
              <a:rPr spc="30" dirty="0"/>
              <a:t> </a:t>
            </a:r>
            <a:r>
              <a:rPr spc="-10" dirty="0"/>
              <a:t>drawn.</a:t>
            </a: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 dirty="0"/>
          </a:p>
          <a:p>
            <a:pPr marL="12700" marR="5080">
              <a:lnSpc>
                <a:spcPct val="102699"/>
              </a:lnSpc>
            </a:pPr>
            <a:r>
              <a:rPr spc="-10" dirty="0"/>
              <a:t>Approach</a:t>
            </a:r>
            <a:r>
              <a:rPr spc="5" dirty="0"/>
              <a:t> </a:t>
            </a:r>
            <a:r>
              <a:rPr spc="-10" dirty="0"/>
              <a:t>one:</a:t>
            </a:r>
            <a:r>
              <a:rPr spc="95" dirty="0"/>
              <a:t> </a:t>
            </a:r>
            <a:r>
              <a:rPr dirty="0"/>
              <a:t>list</a:t>
            </a:r>
            <a:r>
              <a:rPr spc="5" dirty="0"/>
              <a:t> </a:t>
            </a:r>
            <a:r>
              <a:rPr spc="-10" dirty="0"/>
              <a:t>each</a:t>
            </a:r>
            <a:r>
              <a:rPr spc="5" dirty="0"/>
              <a:t> </a:t>
            </a:r>
            <a:r>
              <a:rPr spc="-20" dirty="0"/>
              <a:t>possible</a:t>
            </a:r>
            <a:r>
              <a:rPr spc="5" dirty="0"/>
              <a:t> </a:t>
            </a:r>
            <a:r>
              <a:rPr spc="-10" dirty="0"/>
              <a:t>three</a:t>
            </a:r>
            <a:r>
              <a:rPr spc="5" dirty="0"/>
              <a:t> </a:t>
            </a:r>
            <a:r>
              <a:rPr dirty="0"/>
              <a:t>card</a:t>
            </a:r>
            <a:r>
              <a:rPr spc="5" dirty="0"/>
              <a:t> </a:t>
            </a:r>
            <a:r>
              <a:rPr dirty="0"/>
              <a:t>draw,</a:t>
            </a:r>
            <a:r>
              <a:rPr spc="5" dirty="0"/>
              <a:t> </a:t>
            </a:r>
            <a:r>
              <a:rPr spc="-10" dirty="0"/>
              <a:t>count</a:t>
            </a:r>
            <a:r>
              <a:rPr spc="10" dirty="0"/>
              <a:t> </a:t>
            </a:r>
            <a:r>
              <a:rPr dirty="0"/>
              <a:t>them,</a:t>
            </a:r>
            <a:r>
              <a:rPr spc="5" dirty="0"/>
              <a:t> </a:t>
            </a:r>
            <a:r>
              <a:rPr spc="-10" dirty="0"/>
              <a:t>count </a:t>
            </a:r>
            <a:r>
              <a:rPr dirty="0"/>
              <a:t>the</a:t>
            </a:r>
            <a:r>
              <a:rPr spc="15" dirty="0"/>
              <a:t> </a:t>
            </a:r>
            <a:r>
              <a:rPr spc="-30" dirty="0"/>
              <a:t>number</a:t>
            </a:r>
            <a:r>
              <a:rPr spc="15" dirty="0"/>
              <a:t> </a:t>
            </a:r>
            <a:r>
              <a:rPr dirty="0"/>
              <a:t>of</a:t>
            </a:r>
            <a:r>
              <a:rPr spc="15" dirty="0"/>
              <a:t> </a:t>
            </a:r>
            <a:r>
              <a:rPr spc="-10" dirty="0"/>
              <a:t>draws</a:t>
            </a:r>
            <a:r>
              <a:rPr spc="15" dirty="0"/>
              <a:t> </a:t>
            </a:r>
            <a:r>
              <a:rPr dirty="0"/>
              <a:t>with</a:t>
            </a:r>
            <a:r>
              <a:rPr spc="15" dirty="0"/>
              <a:t> </a:t>
            </a:r>
            <a:r>
              <a:rPr dirty="0"/>
              <a:t>no</a:t>
            </a:r>
            <a:r>
              <a:rPr spc="15" dirty="0"/>
              <a:t> </a:t>
            </a:r>
            <a:r>
              <a:rPr spc="-10" dirty="0"/>
              <a:t>hearts,</a:t>
            </a:r>
            <a:r>
              <a:rPr spc="15" dirty="0"/>
              <a:t> </a:t>
            </a:r>
            <a:r>
              <a:rPr dirty="0"/>
              <a:t>and</a:t>
            </a:r>
            <a:r>
              <a:rPr spc="20" dirty="0"/>
              <a:t> </a:t>
            </a:r>
            <a:r>
              <a:rPr spc="-10" dirty="0"/>
              <a:t>divide.</a:t>
            </a: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 dirty="0"/>
          </a:p>
          <a:p>
            <a:pPr marL="12700">
              <a:lnSpc>
                <a:spcPct val="100000"/>
              </a:lnSpc>
            </a:pPr>
            <a:r>
              <a:rPr dirty="0"/>
              <a:t>No.</a:t>
            </a:r>
            <a:r>
              <a:rPr spc="135" dirty="0"/>
              <a:t> </a:t>
            </a:r>
            <a:r>
              <a:rPr dirty="0"/>
              <a:t>Too</a:t>
            </a:r>
            <a:r>
              <a:rPr spc="35" dirty="0"/>
              <a:t> </a:t>
            </a:r>
            <a:r>
              <a:rPr spc="-10" dirty="0"/>
              <a:t>hard.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73055" y="3353670"/>
            <a:ext cx="16510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32/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62315" y="62407"/>
            <a:ext cx="10833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sz="14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1.10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0444" y="1350873"/>
            <a:ext cx="4301675" cy="180819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/>
          <a:p>
            <a:pPr marL="38100">
              <a:spcBef>
                <a:spcPts val="90"/>
              </a:spcBef>
            </a:pP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Let</a:t>
            </a:r>
            <a:r>
              <a:rPr sz="1100" spc="6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b="0" i="1" spc="50" dirty="0">
                <a:solidFill>
                  <a:srgbClr val="000000"/>
                </a:solidFill>
                <a:latin typeface="Bookman Old Style"/>
                <a:cs typeface="Bookman Old Style"/>
              </a:rPr>
              <a:t>A</a:t>
            </a:r>
            <a:r>
              <a:rPr sz="1200" b="0" i="1" spc="75" baseline="-10416" dirty="0">
                <a:solidFill>
                  <a:srgbClr val="000000"/>
                </a:solidFill>
                <a:latin typeface="Bookman Old Style"/>
                <a:cs typeface="Bookman Old Style"/>
              </a:rPr>
              <a:t>i</a:t>
            </a:r>
            <a:r>
              <a:rPr sz="1200" b="0" i="1" spc="225" baseline="-10416" dirty="0">
                <a:solidFill>
                  <a:srgbClr val="000000"/>
                </a:solidFill>
                <a:latin typeface="Bookman Old Style"/>
                <a:cs typeface="Bookman Old Style"/>
              </a:rPr>
              <a:t> </a:t>
            </a: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be</a:t>
            </a:r>
            <a:r>
              <a:rPr sz="1100" spc="8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the</a:t>
            </a:r>
            <a:r>
              <a:rPr sz="1100" spc="8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Georgia"/>
                <a:cs typeface="Georgia"/>
              </a:rPr>
              <a:t>probability</a:t>
            </a:r>
            <a:r>
              <a:rPr sz="1100" spc="8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that</a:t>
            </a:r>
            <a:r>
              <a:rPr sz="1100" spc="8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the</a:t>
            </a:r>
            <a:r>
              <a:rPr sz="1100" spc="8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b="0" i="1" dirty="0" err="1">
                <a:solidFill>
                  <a:srgbClr val="000000"/>
                </a:solidFill>
                <a:latin typeface="Bookman Old Style"/>
                <a:cs typeface="Bookman Old Style"/>
              </a:rPr>
              <a:t>i</a:t>
            </a:r>
            <a:r>
              <a:rPr sz="1200" b="0" i="1" baseline="27777" dirty="0" err="1">
                <a:solidFill>
                  <a:srgbClr val="000000"/>
                </a:solidFill>
                <a:latin typeface="Bookman Old Style"/>
                <a:cs typeface="Bookman Old Style"/>
              </a:rPr>
              <a:t>th</a:t>
            </a:r>
            <a:r>
              <a:rPr sz="1200" b="0" i="1" spc="217" baseline="27777" dirty="0">
                <a:solidFill>
                  <a:srgbClr val="000000"/>
                </a:solidFill>
                <a:latin typeface="Bookman Old Style"/>
                <a:cs typeface="Bookman Old Style"/>
              </a:rPr>
              <a:t> </a:t>
            </a: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card</a:t>
            </a:r>
            <a:r>
              <a:rPr sz="1100" spc="8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is</a:t>
            </a:r>
            <a:r>
              <a:rPr lang="en-US" sz="1100" dirty="0">
                <a:solidFill>
                  <a:srgbClr val="000000"/>
                </a:solidFill>
                <a:latin typeface="Georgia"/>
                <a:cs typeface="Georgia"/>
              </a:rPr>
              <a:t> NOT</a:t>
            </a:r>
            <a:r>
              <a:rPr sz="1100" spc="8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a</a:t>
            </a:r>
            <a:r>
              <a:rPr sz="1100" spc="8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heart,</a:t>
            </a:r>
            <a:r>
              <a:rPr sz="1100" spc="8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b="0" i="1" spc="60" dirty="0">
                <a:solidFill>
                  <a:srgbClr val="000000"/>
                </a:solidFill>
                <a:latin typeface="Bookman Old Style"/>
                <a:cs typeface="Bookman Old Style"/>
              </a:rPr>
              <a:t>i</a:t>
            </a:r>
            <a:r>
              <a:rPr sz="1100" b="0" i="1" spc="-40" dirty="0">
                <a:solidFill>
                  <a:srgbClr val="000000"/>
                </a:solidFill>
                <a:latin typeface="Bookman Old Style"/>
                <a:cs typeface="Bookman Old Style"/>
              </a:rPr>
              <a:t> </a:t>
            </a:r>
            <a:r>
              <a:rPr sz="1100" spc="130" dirty="0">
                <a:solidFill>
                  <a:srgbClr val="000000"/>
                </a:solidFill>
                <a:latin typeface="Georgia"/>
                <a:cs typeface="Georgia"/>
              </a:rPr>
              <a:t>=</a:t>
            </a:r>
            <a:r>
              <a:rPr sz="1100" spc="2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1</a:t>
            </a:r>
            <a:r>
              <a:rPr sz="1100" b="0" i="1" dirty="0">
                <a:solidFill>
                  <a:srgbClr val="000000"/>
                </a:solidFill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solidFill>
                  <a:srgbClr val="000000"/>
                </a:solidFill>
                <a:latin typeface="Bookman Old Style"/>
                <a:cs typeface="Bookman Old Style"/>
              </a:rPr>
              <a:t> </a:t>
            </a:r>
            <a:r>
              <a:rPr sz="1100" spc="-60" dirty="0">
                <a:solidFill>
                  <a:srgbClr val="000000"/>
                </a:solidFill>
                <a:latin typeface="Georgia"/>
                <a:cs typeface="Georgia"/>
              </a:rPr>
              <a:t>2</a:t>
            </a:r>
            <a:r>
              <a:rPr sz="1100" b="0" i="1" spc="-60" dirty="0">
                <a:solidFill>
                  <a:srgbClr val="000000"/>
                </a:solidFill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solidFill>
                  <a:srgbClr val="000000"/>
                </a:solidFill>
                <a:latin typeface="Bookman Old Style"/>
                <a:cs typeface="Bookman Old Style"/>
              </a:rPr>
              <a:t> </a:t>
            </a:r>
            <a:r>
              <a:rPr sz="1100" spc="-50" dirty="0">
                <a:solidFill>
                  <a:srgbClr val="000000"/>
                </a:solidFill>
                <a:latin typeface="Georgia"/>
                <a:cs typeface="Georgia"/>
              </a:rPr>
              <a:t>3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73055" y="3353670"/>
            <a:ext cx="16510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33/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02969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Example</a:t>
            </a:r>
            <a:r>
              <a:rPr spc="135" dirty="0"/>
              <a:t> </a:t>
            </a:r>
            <a:r>
              <a:rPr spc="-20" dirty="0"/>
              <a:t>1.10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744" y="1350873"/>
            <a:ext cx="4179085" cy="542456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/>
          <a:p>
            <a:pPr marL="50800"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Let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b="0" i="1" spc="50" dirty="0">
                <a:latin typeface="Bookman Old Style"/>
                <a:cs typeface="Bookman Old Style"/>
              </a:rPr>
              <a:t>A</a:t>
            </a:r>
            <a:r>
              <a:rPr sz="1200" b="0" i="1" spc="75" baseline="-10416" dirty="0">
                <a:latin typeface="Bookman Old Style"/>
                <a:cs typeface="Bookman Old Style"/>
              </a:rPr>
              <a:t>i</a:t>
            </a:r>
            <a:r>
              <a:rPr sz="1200" b="0" i="1" spc="225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b="0" i="1" dirty="0" err="1">
                <a:latin typeface="Bookman Old Style"/>
                <a:cs typeface="Bookman Old Style"/>
              </a:rPr>
              <a:t>i</a:t>
            </a:r>
            <a:r>
              <a:rPr sz="1200" b="0" i="1" baseline="27777" dirty="0" err="1">
                <a:latin typeface="Bookman Old Style"/>
                <a:cs typeface="Bookman Old Style"/>
              </a:rPr>
              <a:t>th</a:t>
            </a:r>
            <a:r>
              <a:rPr sz="1200" b="0" i="1" spc="217" baseline="27777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card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lang="en-US" sz="1100" dirty="0">
                <a:latin typeface="Georgia"/>
                <a:cs typeface="Georgia"/>
              </a:rPr>
              <a:t> not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heart,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b="0" i="1" spc="60" dirty="0">
                <a:latin typeface="Bookman Old Style"/>
                <a:cs typeface="Bookman Old Style"/>
              </a:rPr>
              <a:t>i</a:t>
            </a:r>
            <a:r>
              <a:rPr sz="1100" b="0" i="1" spc="-40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1</a:t>
            </a:r>
            <a:r>
              <a:rPr sz="1100" b="0" i="1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spc="-60" dirty="0">
                <a:latin typeface="Georgia"/>
                <a:cs typeface="Georgia"/>
              </a:rPr>
              <a:t>2</a:t>
            </a:r>
            <a:r>
              <a:rPr sz="1100" b="0" i="1" spc="-60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spc="-50" dirty="0">
                <a:latin typeface="Georgia"/>
                <a:cs typeface="Georgia"/>
              </a:rPr>
              <a:t>3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Georgia"/>
              <a:cs typeface="Georgia"/>
            </a:endParaRPr>
          </a:p>
          <a:p>
            <a:pPr marL="50800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We</a:t>
            </a:r>
            <a:r>
              <a:rPr sz="1100" spc="1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want</a:t>
            </a:r>
            <a:r>
              <a:rPr sz="1100" spc="12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200" spc="135" baseline="-10416" dirty="0">
                <a:latin typeface="Century"/>
                <a:cs typeface="Century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2</a:t>
            </a:r>
            <a:r>
              <a:rPr sz="1200" spc="135" baseline="-10416" dirty="0">
                <a:latin typeface="Century"/>
                <a:cs typeface="Century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8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3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2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3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200" spc="135" baseline="-10416" dirty="0">
                <a:latin typeface="Century"/>
                <a:cs typeface="Century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85" dirty="0">
                <a:latin typeface="Lucida Sans Unicode"/>
                <a:cs typeface="Lucida Sans Unicode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A</a:t>
            </a:r>
            <a:r>
              <a:rPr sz="1200" spc="-37" baseline="-10416" dirty="0">
                <a:latin typeface="Century"/>
                <a:cs typeface="Century"/>
              </a:rPr>
              <a:t>2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73055" y="3353670"/>
            <a:ext cx="16510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33/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62315" y="62407"/>
            <a:ext cx="10833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sz="14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1.10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74887" y="722922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62187" y="512584"/>
            <a:ext cx="4489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65760" algn="l"/>
              </a:tabLst>
            </a:pPr>
            <a:r>
              <a:rPr sz="1100" spc="-25" dirty="0">
                <a:latin typeface="Georgia"/>
                <a:cs typeface="Georgia"/>
              </a:rPr>
              <a:t>39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-50" dirty="0">
                <a:latin typeface="Georgia"/>
                <a:cs typeface="Georgia"/>
              </a:rPr>
              <a:t>3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28531" y="722922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756917" y="606310"/>
            <a:ext cx="10795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8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65" dirty="0">
                <a:latin typeface="Georgia"/>
                <a:cs typeface="Georgia"/>
              </a:rPr>
              <a:t> </a:t>
            </a:r>
            <a:r>
              <a:rPr sz="1650" baseline="-37878" dirty="0">
                <a:latin typeface="Georgia"/>
                <a:cs typeface="Georgia"/>
              </a:rPr>
              <a:t>52</a:t>
            </a:r>
            <a:r>
              <a:rPr sz="1650" spc="240" baseline="-37878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65" dirty="0">
                <a:latin typeface="Georgia"/>
                <a:cs typeface="Georgia"/>
              </a:rPr>
              <a:t> </a:t>
            </a:r>
            <a:r>
              <a:rPr sz="1650" spc="-75" baseline="-37878" dirty="0">
                <a:latin typeface="Georgia"/>
                <a:cs typeface="Georgia"/>
              </a:rPr>
              <a:t>4</a:t>
            </a:r>
            <a:endParaRPr sz="1650" baseline="-37878">
              <a:latin typeface="Georgia"/>
              <a:cs typeface="Georgi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73055" y="3353670"/>
            <a:ext cx="16510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34/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62315" y="62407"/>
            <a:ext cx="10833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sz="14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1.10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74887" y="722922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62187" y="512584"/>
            <a:ext cx="4489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65760" algn="l"/>
              </a:tabLst>
            </a:pPr>
            <a:r>
              <a:rPr sz="1100" spc="-25" dirty="0">
                <a:latin typeface="Georgia"/>
                <a:cs typeface="Georgia"/>
              </a:rPr>
              <a:t>39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-50" dirty="0">
                <a:latin typeface="Georgia"/>
                <a:cs typeface="Georgia"/>
              </a:rPr>
              <a:t>3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28531" y="722922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756917" y="606310"/>
            <a:ext cx="10795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8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65" dirty="0">
                <a:latin typeface="Georgia"/>
                <a:cs typeface="Georgia"/>
              </a:rPr>
              <a:t> </a:t>
            </a:r>
            <a:r>
              <a:rPr sz="1650" baseline="-37878" dirty="0">
                <a:latin typeface="Georgia"/>
                <a:cs typeface="Georgia"/>
              </a:rPr>
              <a:t>52</a:t>
            </a:r>
            <a:r>
              <a:rPr sz="1650" spc="240" baseline="-37878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65" dirty="0">
                <a:latin typeface="Georgia"/>
                <a:cs typeface="Georgia"/>
              </a:rPr>
              <a:t> </a:t>
            </a:r>
            <a:r>
              <a:rPr sz="1650" spc="-75" baseline="-37878" dirty="0">
                <a:latin typeface="Georgia"/>
                <a:cs typeface="Georgia"/>
              </a:rPr>
              <a:t>4</a:t>
            </a:r>
            <a:endParaRPr sz="1650" baseline="-37878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05620" y="1104607"/>
            <a:ext cx="164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65" dirty="0">
                <a:latin typeface="Georgia"/>
                <a:cs typeface="Georgia"/>
              </a:rPr>
              <a:t>38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18320" y="1314945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797850" y="1198334"/>
            <a:ext cx="9975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2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200" dirty="0">
                <a:latin typeface="Georgia"/>
                <a:cs typeface="Georgia"/>
              </a:rPr>
              <a:t> </a:t>
            </a:r>
            <a:r>
              <a:rPr sz="1650" spc="-37" baseline="-37878" dirty="0">
                <a:latin typeface="Georgia"/>
                <a:cs typeface="Georgia"/>
              </a:rPr>
              <a:t>51</a:t>
            </a:r>
            <a:endParaRPr sz="1650" baseline="-37878">
              <a:latin typeface="Georgia"/>
              <a:cs typeface="Georgi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73055" y="3353670"/>
            <a:ext cx="16510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34/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62315" y="62407"/>
            <a:ext cx="10833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sz="14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1.10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74887" y="722922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62187" y="512584"/>
            <a:ext cx="4489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65760" algn="l"/>
              </a:tabLst>
            </a:pPr>
            <a:r>
              <a:rPr sz="1100" spc="-25" dirty="0">
                <a:latin typeface="Georgia"/>
                <a:cs typeface="Georgia"/>
              </a:rPr>
              <a:t>39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-50" dirty="0">
                <a:latin typeface="Georgia"/>
                <a:cs typeface="Georgia"/>
              </a:rPr>
              <a:t>3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28531" y="722922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756917" y="606310"/>
            <a:ext cx="10795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8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65" dirty="0">
                <a:latin typeface="Georgia"/>
                <a:cs typeface="Georgia"/>
              </a:rPr>
              <a:t> </a:t>
            </a:r>
            <a:r>
              <a:rPr sz="1650" baseline="-37878" dirty="0">
                <a:latin typeface="Georgia"/>
                <a:cs typeface="Georgia"/>
              </a:rPr>
              <a:t>52</a:t>
            </a:r>
            <a:r>
              <a:rPr sz="1650" spc="240" baseline="-37878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65" dirty="0">
                <a:latin typeface="Georgia"/>
                <a:cs typeface="Georgia"/>
              </a:rPr>
              <a:t> </a:t>
            </a:r>
            <a:r>
              <a:rPr sz="1650" spc="-75" baseline="-37878" dirty="0">
                <a:latin typeface="Georgia"/>
                <a:cs typeface="Georgia"/>
              </a:rPr>
              <a:t>4</a:t>
            </a:r>
            <a:endParaRPr sz="1650" baseline="-37878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05620" y="1104607"/>
            <a:ext cx="164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65" dirty="0">
                <a:latin typeface="Georgia"/>
                <a:cs typeface="Georgia"/>
              </a:rPr>
              <a:t>38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18320" y="1314945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797850" y="1198334"/>
            <a:ext cx="9975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2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200" dirty="0">
                <a:latin typeface="Georgia"/>
                <a:cs typeface="Georgia"/>
              </a:rPr>
              <a:t> </a:t>
            </a:r>
            <a:r>
              <a:rPr sz="1650" spc="-37" baseline="-37878" dirty="0">
                <a:latin typeface="Georgia"/>
                <a:cs typeface="Georgia"/>
              </a:rPr>
              <a:t>51</a:t>
            </a:r>
            <a:endParaRPr sz="1650" baseline="-37878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64586" y="1696631"/>
            <a:ext cx="164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Georgia"/>
                <a:cs typeface="Georgia"/>
              </a:rPr>
              <a:t>37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777286" y="1906968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638884" y="1790357"/>
            <a:ext cx="13150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3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200" spc="150" baseline="-10416" dirty="0">
                <a:latin typeface="Century"/>
                <a:cs typeface="Century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8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2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95" dirty="0">
                <a:latin typeface="Georgia"/>
                <a:cs typeface="Georgia"/>
              </a:rPr>
              <a:t> </a:t>
            </a:r>
            <a:r>
              <a:rPr sz="1650" spc="-37" baseline="-37878" dirty="0">
                <a:latin typeface="Georgia"/>
                <a:cs typeface="Georgia"/>
              </a:rPr>
              <a:t>50</a:t>
            </a:r>
            <a:endParaRPr sz="1650" baseline="-37878">
              <a:latin typeface="Georgia"/>
              <a:cs typeface="Georgi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73055" y="3353670"/>
            <a:ext cx="16510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34/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02969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Example</a:t>
            </a:r>
            <a:r>
              <a:rPr spc="135" dirty="0"/>
              <a:t> </a:t>
            </a:r>
            <a:r>
              <a:rPr spc="-20" dirty="0"/>
              <a:t>1.10</a:t>
            </a:r>
          </a:p>
        </p:txBody>
      </p:sp>
      <p:sp>
        <p:nvSpPr>
          <p:cNvPr id="3" name="object 3"/>
          <p:cNvSpPr/>
          <p:nvPr/>
        </p:nvSpPr>
        <p:spPr>
          <a:xfrm>
            <a:off x="2374887" y="722922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62187" y="512584"/>
            <a:ext cx="4489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65760" algn="l"/>
              </a:tabLst>
            </a:pPr>
            <a:r>
              <a:rPr sz="1100" spc="-25" dirty="0">
                <a:latin typeface="Georgia"/>
                <a:cs typeface="Georgia"/>
              </a:rPr>
              <a:t>39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-50" dirty="0">
                <a:latin typeface="Georgia"/>
                <a:cs typeface="Georgia"/>
              </a:rPr>
              <a:t>3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28531" y="722922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756917" y="606310"/>
            <a:ext cx="10795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8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65" dirty="0">
                <a:latin typeface="Georgia"/>
                <a:cs typeface="Georgia"/>
              </a:rPr>
              <a:t> </a:t>
            </a:r>
            <a:r>
              <a:rPr sz="1650" baseline="-37878" dirty="0">
                <a:latin typeface="Georgia"/>
                <a:cs typeface="Georgia"/>
              </a:rPr>
              <a:t>52</a:t>
            </a:r>
            <a:r>
              <a:rPr sz="1650" spc="240" baseline="-37878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65" dirty="0">
                <a:latin typeface="Georgia"/>
                <a:cs typeface="Georgia"/>
              </a:rPr>
              <a:t> </a:t>
            </a:r>
            <a:r>
              <a:rPr sz="1650" spc="-75" baseline="-37878" dirty="0">
                <a:latin typeface="Georgia"/>
                <a:cs typeface="Georgia"/>
              </a:rPr>
              <a:t>4</a:t>
            </a:r>
            <a:endParaRPr sz="1650" baseline="-37878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05620" y="1104607"/>
            <a:ext cx="164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65" dirty="0">
                <a:latin typeface="Georgia"/>
                <a:cs typeface="Georgia"/>
              </a:rPr>
              <a:t>38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18320" y="1314945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797850" y="1198334"/>
            <a:ext cx="9975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2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200" dirty="0">
                <a:latin typeface="Georgia"/>
                <a:cs typeface="Georgia"/>
              </a:rPr>
              <a:t> </a:t>
            </a:r>
            <a:r>
              <a:rPr sz="1650" spc="-37" baseline="-37878" dirty="0">
                <a:latin typeface="Georgia"/>
                <a:cs typeface="Georgia"/>
              </a:rPr>
              <a:t>51</a:t>
            </a:r>
            <a:endParaRPr sz="1650" baseline="-37878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64586" y="1696631"/>
            <a:ext cx="164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Georgia"/>
                <a:cs typeface="Georgia"/>
              </a:rPr>
              <a:t>37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777286" y="1906968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638884" y="1790357"/>
            <a:ext cx="13150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3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200" spc="150" baseline="-10416" dirty="0">
                <a:latin typeface="Century"/>
                <a:cs typeface="Century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8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2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95" dirty="0">
                <a:latin typeface="Georgia"/>
                <a:cs typeface="Georgia"/>
              </a:rPr>
              <a:t> </a:t>
            </a:r>
            <a:r>
              <a:rPr sz="1650" spc="-37" baseline="-37878" dirty="0">
                <a:latin typeface="Georgia"/>
                <a:cs typeface="Georgia"/>
              </a:rPr>
              <a:t>50</a:t>
            </a:r>
            <a:endParaRPr sz="1650" baseline="-37878">
              <a:latin typeface="Georgia"/>
              <a:cs typeface="Georgi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413101" y="2747124"/>
            <a:ext cx="244475" cy="5715"/>
            <a:chOff x="2413101" y="2747124"/>
            <a:chExt cx="244475" cy="5715"/>
          </a:xfrm>
        </p:grpSpPr>
        <p:sp>
          <p:nvSpPr>
            <p:cNvPr id="14" name="object 14"/>
            <p:cNvSpPr/>
            <p:nvPr/>
          </p:nvSpPr>
          <p:spPr>
            <a:xfrm>
              <a:off x="2415959" y="2749981"/>
              <a:ext cx="69850" cy="0"/>
            </a:xfrm>
            <a:custGeom>
              <a:avLst/>
              <a:gdLst/>
              <a:ahLst/>
              <a:cxnLst/>
              <a:rect l="l" t="t" r="r" b="b"/>
              <a:pathLst>
                <a:path w="69850">
                  <a:moveTo>
                    <a:pt x="0" y="0"/>
                  </a:moveTo>
                  <a:lnTo>
                    <a:pt x="69278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515590" y="2749981"/>
              <a:ext cx="139065" cy="0"/>
            </a:xfrm>
            <a:custGeom>
              <a:avLst/>
              <a:gdLst/>
              <a:ahLst/>
              <a:cxnLst/>
              <a:rect l="l" t="t" r="r" b="b"/>
              <a:pathLst>
                <a:path w="139064">
                  <a:moveTo>
                    <a:pt x="0" y="0"/>
                  </a:moveTo>
                  <a:lnTo>
                    <a:pt x="138544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34199" y="2344176"/>
            <a:ext cx="3140075" cy="38735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200" spc="179" baseline="-10416" dirty="0">
                <a:latin typeface="Century"/>
                <a:cs typeface="Century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2</a:t>
            </a:r>
            <a:r>
              <a:rPr sz="1200" spc="179" baseline="-10416" dirty="0">
                <a:latin typeface="Century"/>
                <a:cs typeface="Century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7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3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2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3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200" spc="172" baseline="-10416" dirty="0">
                <a:latin typeface="Century"/>
                <a:cs typeface="Century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A</a:t>
            </a:r>
            <a:r>
              <a:rPr sz="1200" spc="-37" baseline="-10416" dirty="0">
                <a:latin typeface="Century"/>
                <a:cs typeface="Century"/>
              </a:rPr>
              <a:t>2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630555" algn="ctr">
              <a:lnSpc>
                <a:spcPct val="100000"/>
              </a:lnSpc>
              <a:spcBef>
                <a:spcPts val="105"/>
              </a:spcBef>
            </a:pPr>
            <a:r>
              <a:rPr sz="1100" spc="-70" dirty="0">
                <a:latin typeface="Georgia"/>
                <a:cs typeface="Georgia"/>
              </a:rPr>
              <a:t>3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95" dirty="0">
                <a:latin typeface="Georgia"/>
                <a:cs typeface="Georgia"/>
              </a:rPr>
              <a:t>38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37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684500" y="2749981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62088" y="2633370"/>
            <a:ext cx="22840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200" spc="112" baseline="-10416" dirty="0">
                <a:latin typeface="Century"/>
                <a:cs typeface="Century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2</a:t>
            </a:r>
            <a:r>
              <a:rPr sz="1200" spc="120" baseline="-10416" dirty="0">
                <a:latin typeface="Century"/>
                <a:cs typeface="Century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3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65" dirty="0">
                <a:latin typeface="Georgia"/>
                <a:cs typeface="Georgia"/>
              </a:rPr>
              <a:t> </a:t>
            </a:r>
            <a:r>
              <a:rPr sz="1650" spc="-135" baseline="-37878" dirty="0">
                <a:latin typeface="Georgia"/>
                <a:cs typeface="Georgia"/>
              </a:rPr>
              <a:t>4</a:t>
            </a:r>
            <a:r>
              <a:rPr sz="1650" spc="-30" baseline="-37878" dirty="0">
                <a:latin typeface="Georgia"/>
                <a:cs typeface="Georgia"/>
              </a:rPr>
              <a:t> </a:t>
            </a:r>
            <a:r>
              <a:rPr sz="1650" baseline="-37878" dirty="0">
                <a:latin typeface="Georgia"/>
                <a:cs typeface="Georgia"/>
              </a:rPr>
              <a:t>51</a:t>
            </a:r>
            <a:r>
              <a:rPr sz="1650" spc="-30" baseline="-37878" dirty="0">
                <a:latin typeface="Georgia"/>
                <a:cs typeface="Georgia"/>
              </a:rPr>
              <a:t> 50</a:t>
            </a:r>
            <a:r>
              <a:rPr sz="1650" spc="247" baseline="-37878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0</a:t>
            </a:r>
            <a:r>
              <a:rPr sz="1100" b="0" i="1" spc="-10" dirty="0">
                <a:latin typeface="Bookman Old Style"/>
                <a:cs typeface="Bookman Old Style"/>
              </a:rPr>
              <a:t>.</a:t>
            </a:r>
            <a:r>
              <a:rPr sz="1100" spc="-10" dirty="0">
                <a:latin typeface="Georgia"/>
                <a:cs typeface="Georgia"/>
              </a:rPr>
              <a:t>4135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473055" y="3353670"/>
            <a:ext cx="16510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34/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02969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Example</a:t>
            </a:r>
            <a:r>
              <a:rPr spc="135" dirty="0"/>
              <a:t> </a:t>
            </a:r>
            <a:r>
              <a:rPr spc="-20" dirty="0"/>
              <a:t>1.10</a:t>
            </a:r>
          </a:p>
        </p:txBody>
      </p:sp>
      <p:sp>
        <p:nvSpPr>
          <p:cNvPr id="3" name="object 3"/>
          <p:cNvSpPr/>
          <p:nvPr/>
        </p:nvSpPr>
        <p:spPr>
          <a:xfrm>
            <a:off x="2374887" y="722922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62187" y="512584"/>
            <a:ext cx="4489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65760" algn="l"/>
              </a:tabLst>
            </a:pPr>
            <a:r>
              <a:rPr sz="1100" spc="-25" dirty="0">
                <a:latin typeface="Georgia"/>
                <a:cs typeface="Georgia"/>
              </a:rPr>
              <a:t>39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-50" dirty="0">
                <a:latin typeface="Georgia"/>
                <a:cs typeface="Georgia"/>
              </a:rPr>
              <a:t>3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28531" y="722922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756917" y="606310"/>
            <a:ext cx="10795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8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65" dirty="0">
                <a:latin typeface="Georgia"/>
                <a:cs typeface="Georgia"/>
              </a:rPr>
              <a:t> </a:t>
            </a:r>
            <a:r>
              <a:rPr sz="1650" baseline="-37878" dirty="0">
                <a:latin typeface="Georgia"/>
                <a:cs typeface="Georgia"/>
              </a:rPr>
              <a:t>52</a:t>
            </a:r>
            <a:r>
              <a:rPr sz="1650" spc="240" baseline="-37878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65" dirty="0">
                <a:latin typeface="Georgia"/>
                <a:cs typeface="Georgia"/>
              </a:rPr>
              <a:t> </a:t>
            </a:r>
            <a:r>
              <a:rPr sz="1650" spc="-75" baseline="-37878" dirty="0">
                <a:latin typeface="Georgia"/>
                <a:cs typeface="Georgia"/>
              </a:rPr>
              <a:t>4</a:t>
            </a:r>
            <a:endParaRPr sz="1650" baseline="-37878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05620" y="1104607"/>
            <a:ext cx="164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65" dirty="0">
                <a:latin typeface="Georgia"/>
                <a:cs typeface="Georgia"/>
              </a:rPr>
              <a:t>38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18320" y="1314945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797850" y="1198334"/>
            <a:ext cx="9975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2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200" dirty="0">
                <a:latin typeface="Georgia"/>
                <a:cs typeface="Georgia"/>
              </a:rPr>
              <a:t> </a:t>
            </a:r>
            <a:r>
              <a:rPr sz="1650" spc="-37" baseline="-37878" dirty="0">
                <a:latin typeface="Georgia"/>
                <a:cs typeface="Georgia"/>
              </a:rPr>
              <a:t>51</a:t>
            </a:r>
            <a:endParaRPr sz="1650" baseline="-37878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64586" y="1696631"/>
            <a:ext cx="164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Georgia"/>
                <a:cs typeface="Georgia"/>
              </a:rPr>
              <a:t>37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777286" y="1906968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638884" y="1790357"/>
            <a:ext cx="13150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3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200" spc="150" baseline="-10416" dirty="0">
                <a:latin typeface="Century"/>
                <a:cs typeface="Century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8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2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95" dirty="0">
                <a:latin typeface="Georgia"/>
                <a:cs typeface="Georgia"/>
              </a:rPr>
              <a:t> </a:t>
            </a:r>
            <a:r>
              <a:rPr sz="1650" spc="-37" baseline="-37878" dirty="0">
                <a:latin typeface="Georgia"/>
                <a:cs typeface="Georgia"/>
              </a:rPr>
              <a:t>50</a:t>
            </a:r>
            <a:endParaRPr sz="1650" baseline="-37878">
              <a:latin typeface="Georgia"/>
              <a:cs typeface="Georgi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413101" y="2747124"/>
            <a:ext cx="244475" cy="5715"/>
            <a:chOff x="2413101" y="2747124"/>
            <a:chExt cx="244475" cy="5715"/>
          </a:xfrm>
        </p:grpSpPr>
        <p:sp>
          <p:nvSpPr>
            <p:cNvPr id="14" name="object 14"/>
            <p:cNvSpPr/>
            <p:nvPr/>
          </p:nvSpPr>
          <p:spPr>
            <a:xfrm>
              <a:off x="2415959" y="2749981"/>
              <a:ext cx="69850" cy="0"/>
            </a:xfrm>
            <a:custGeom>
              <a:avLst/>
              <a:gdLst/>
              <a:ahLst/>
              <a:cxnLst/>
              <a:rect l="l" t="t" r="r" b="b"/>
              <a:pathLst>
                <a:path w="69850">
                  <a:moveTo>
                    <a:pt x="0" y="0"/>
                  </a:moveTo>
                  <a:lnTo>
                    <a:pt x="69278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515590" y="2749981"/>
              <a:ext cx="139065" cy="0"/>
            </a:xfrm>
            <a:custGeom>
              <a:avLst/>
              <a:gdLst/>
              <a:ahLst/>
              <a:cxnLst/>
              <a:rect l="l" t="t" r="r" b="b"/>
              <a:pathLst>
                <a:path w="139064">
                  <a:moveTo>
                    <a:pt x="0" y="0"/>
                  </a:moveTo>
                  <a:lnTo>
                    <a:pt x="138544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34199" y="2344176"/>
            <a:ext cx="3140075" cy="38735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200" spc="179" baseline="-10416" dirty="0">
                <a:latin typeface="Century"/>
                <a:cs typeface="Century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2</a:t>
            </a:r>
            <a:r>
              <a:rPr sz="1200" spc="179" baseline="-10416" dirty="0">
                <a:latin typeface="Century"/>
                <a:cs typeface="Century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7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3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2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3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200" spc="172" baseline="-10416" dirty="0">
                <a:latin typeface="Century"/>
                <a:cs typeface="Century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A</a:t>
            </a:r>
            <a:r>
              <a:rPr sz="1200" spc="-37" baseline="-10416" dirty="0">
                <a:latin typeface="Century"/>
                <a:cs typeface="Century"/>
              </a:rPr>
              <a:t>2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630555" algn="ctr">
              <a:lnSpc>
                <a:spcPct val="100000"/>
              </a:lnSpc>
              <a:spcBef>
                <a:spcPts val="105"/>
              </a:spcBef>
            </a:pPr>
            <a:r>
              <a:rPr sz="1100" spc="-70" dirty="0">
                <a:latin typeface="Georgia"/>
                <a:cs typeface="Georgia"/>
              </a:rPr>
              <a:t>3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95" dirty="0">
                <a:latin typeface="Georgia"/>
                <a:cs typeface="Georgia"/>
              </a:rPr>
              <a:t>38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37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684500" y="2749981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62088" y="2633370"/>
            <a:ext cx="22840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200" spc="112" baseline="-10416" dirty="0">
                <a:latin typeface="Century"/>
                <a:cs typeface="Century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2</a:t>
            </a:r>
            <a:r>
              <a:rPr sz="1200" spc="120" baseline="-10416" dirty="0">
                <a:latin typeface="Century"/>
                <a:cs typeface="Century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3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65" dirty="0">
                <a:latin typeface="Georgia"/>
                <a:cs typeface="Georgia"/>
              </a:rPr>
              <a:t> </a:t>
            </a:r>
            <a:r>
              <a:rPr sz="1650" spc="-135" baseline="-37878" dirty="0">
                <a:latin typeface="Georgia"/>
                <a:cs typeface="Georgia"/>
              </a:rPr>
              <a:t>4</a:t>
            </a:r>
            <a:r>
              <a:rPr sz="1650" spc="-30" baseline="-37878" dirty="0">
                <a:latin typeface="Georgia"/>
                <a:cs typeface="Georgia"/>
              </a:rPr>
              <a:t> </a:t>
            </a:r>
            <a:r>
              <a:rPr sz="1650" baseline="-37878" dirty="0">
                <a:latin typeface="Georgia"/>
                <a:cs typeface="Georgia"/>
              </a:rPr>
              <a:t>51</a:t>
            </a:r>
            <a:r>
              <a:rPr sz="1650" spc="-30" baseline="-37878" dirty="0">
                <a:latin typeface="Georgia"/>
                <a:cs typeface="Georgia"/>
              </a:rPr>
              <a:t> 50</a:t>
            </a:r>
            <a:r>
              <a:rPr sz="1650" spc="247" baseline="-37878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0</a:t>
            </a:r>
            <a:r>
              <a:rPr sz="1100" b="0" i="1" spc="-10" dirty="0">
                <a:latin typeface="Bookman Old Style"/>
                <a:cs typeface="Bookman Old Style"/>
              </a:rPr>
              <a:t>.</a:t>
            </a:r>
            <a:r>
              <a:rPr sz="1100" spc="-10" dirty="0">
                <a:latin typeface="Georgia"/>
                <a:cs typeface="Georgia"/>
              </a:rPr>
              <a:t>4135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76311" y="3110623"/>
            <a:ext cx="12553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Figure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1.11,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page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26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473055" y="3353670"/>
            <a:ext cx="16510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34/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69122" y="62407"/>
            <a:ext cx="8699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5" dirty="0">
                <a:solidFill>
                  <a:srgbClr val="FFFFFF"/>
                </a:solidFill>
                <a:latin typeface="Times New Roman"/>
                <a:cs typeface="Times New Roman"/>
              </a:rPr>
              <a:t>Next</a:t>
            </a:r>
            <a:r>
              <a:rPr sz="14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12633" y="1517548"/>
            <a:ext cx="19824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Read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Chapter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1,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1.4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ppg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28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-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34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73050" y="3353670"/>
            <a:ext cx="16510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37/</a:t>
            </a:r>
            <a:endParaRPr sz="600">
              <a:latin typeface="Bookman Old Style"/>
              <a:cs typeface="Bookman Old Style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B18DB5B-DEAC-42BF-4807-940D465A1167}"/>
                  </a:ext>
                </a:extLst>
              </p14:cNvPr>
              <p14:cNvContentPartPr/>
              <p14:nvPr/>
            </p14:nvContentPartPr>
            <p14:xfrm>
              <a:off x="2158560" y="1741680"/>
              <a:ext cx="664200" cy="687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B18DB5B-DEAC-42BF-4807-940D465A116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49200" y="1732320"/>
                <a:ext cx="682920" cy="87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c01506f5-305e-4c16-814a-34df78f45099" xsi:nil="true"/>
    <lcf76f155ced4ddcb4097134ff3c332f xmlns="89fcee1f-ef3f-45b6-92f6-d5fcc1f0d356">
      <Terms xmlns="http://schemas.microsoft.com/office/infopath/2007/PartnerControls"/>
    </lcf76f155ced4ddcb4097134ff3c332f>
    <_ip_UnifiedCompliancePolicyProperties xmlns="http://schemas.microsoft.com/sharepoint/v3" xsi:nil="true"/>
    <_dlc_DocId xmlns="c01506f5-305e-4c16-814a-34df78f45099">M2AVRSERJEAQ-585345103-43122</_dlc_DocId>
    <_dlc_DocIdUrl xmlns="c01506f5-305e-4c16-814a-34df78f45099">
      <Url>https://uab365.sharepoint.com/sites/provost/cas/departments/cis/_layouts/15/DocIdRedir.aspx?ID=M2AVRSERJEAQ-585345103-43122</Url>
      <Description>M2AVRSERJEAQ-585345103-43122</Description>
    </_dlc_DocIdUrl>
  </documentManagement>
</p:properti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1541AA9D2DF54EAD9E3EC334D2D1DF" ma:contentTypeVersion="389" ma:contentTypeDescription="Create a new document." ma:contentTypeScope="" ma:versionID="ee9d5b04bdbfe709e97b1d67d5c11c54">
  <xsd:schema xmlns:xsd="http://www.w3.org/2001/XMLSchema" xmlns:xs="http://www.w3.org/2001/XMLSchema" xmlns:p="http://schemas.microsoft.com/office/2006/metadata/properties" xmlns:ns1="http://schemas.microsoft.com/sharepoint/v3" xmlns:ns2="c01506f5-305e-4c16-814a-34df78f45099" xmlns:ns3="89fcee1f-ef3f-45b6-92f6-d5fcc1f0d356" xmlns:ns4="62eb5de7-a296-4932-8c46-6bd9a6968804" targetNamespace="http://schemas.microsoft.com/office/2006/metadata/properties" ma:root="true" ma:fieldsID="f257ade738029761462c5025b24c41f5" ns1:_="" ns2:_="" ns3:_="" ns4:_="">
    <xsd:import namespace="http://schemas.microsoft.com/sharepoint/v3"/>
    <xsd:import namespace="c01506f5-305e-4c16-814a-34df78f45099"/>
    <xsd:import namespace="89fcee1f-ef3f-45b6-92f6-d5fcc1f0d356"/>
    <xsd:import namespace="62eb5de7-a296-4932-8c46-6bd9a6968804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1:_ip_UnifiedCompliancePolicyProperties" minOccurs="0"/>
                <xsd:element ref="ns1:_ip_UnifiedCompliancePolicyUIAction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1506f5-305e-4c16-814a-34df78f45099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28" nillable="true" ma:displayName="Taxonomy Catch All Column" ma:hidden="true" ma:list="{bfc68881-a71c-43b4-810a-1656967a577f}" ma:internalName="TaxCatchAll" ma:showField="CatchAllData" ma:web="c01506f5-305e-4c16-814a-34df78f4509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cee1f-ef3f-45b6-92f6-d5fcc1f0d3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7" nillable="true" ma:taxonomy="true" ma:internalName="lcf76f155ced4ddcb4097134ff3c332f" ma:taxonomyFieldName="MediaServiceImageTags" ma:displayName="Image Tags" ma:readOnly="false" ma:fieldId="{5cf76f15-5ced-4ddc-b409-7134ff3c332f}" ma:taxonomyMulti="true" ma:sspId="ecb661bd-580e-4f87-9e86-f3e9db1d3ba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9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eb5de7-a296-4932-8c46-6bd9a6968804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3CCD97F-9E7F-468B-A799-F2CCBBBE531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c01506f5-305e-4c16-814a-34df78f45099"/>
    <ds:schemaRef ds:uri="89fcee1f-ef3f-45b6-92f6-d5fcc1f0d356"/>
  </ds:schemaRefs>
</ds:datastoreItem>
</file>

<file path=customXml/itemProps2.xml><?xml version="1.0" encoding="utf-8"?>
<ds:datastoreItem xmlns:ds="http://schemas.openxmlformats.org/officeDocument/2006/customXml" ds:itemID="{27DFF7C6-8591-4E87-893A-D1262380290E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9AE35A7B-24CB-4755-8BD3-E5043F04A9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c01506f5-305e-4c16-814a-34df78f45099"/>
    <ds:schemaRef ds:uri="89fcee1f-ef3f-45b6-92f6-d5fcc1f0d356"/>
    <ds:schemaRef ds:uri="62eb5de7-a296-4932-8c46-6bd9a69688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C07A097A-1D21-4F4D-B446-27494ED3824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Words>3943</Words>
  <Application>Microsoft Office PowerPoint</Application>
  <PresentationFormat>Custom</PresentationFormat>
  <Paragraphs>896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7" baseType="lpstr">
      <vt:lpstr>Arial</vt:lpstr>
      <vt:lpstr>Book Antiqua</vt:lpstr>
      <vt:lpstr>Bookman Old Style</vt:lpstr>
      <vt:lpstr>Calibri</vt:lpstr>
      <vt:lpstr>Cambria Math</vt:lpstr>
      <vt:lpstr>Century</vt:lpstr>
      <vt:lpstr>Georgia</vt:lpstr>
      <vt:lpstr>Lucida Sans Unicode</vt:lpstr>
      <vt:lpstr>Times New Roman</vt:lpstr>
      <vt:lpstr>Office Theme</vt:lpstr>
      <vt:lpstr>PowerPoint Presentation</vt:lpstr>
      <vt:lpstr>Introduction</vt:lpstr>
      <vt:lpstr>Copyright Statement</vt:lpstr>
      <vt:lpstr>Birthday Problem in This Class</vt:lpstr>
      <vt:lpstr>Birthday Problem in This Class</vt:lpstr>
      <vt:lpstr>Birthday Problem in This Class</vt:lpstr>
      <vt:lpstr>Birthday Problem in This Class</vt:lpstr>
      <vt:lpstr>Birthday Problem in This Class</vt:lpstr>
      <vt:lpstr>Conditional  Probability</vt:lpstr>
      <vt:lpstr>Conditional  Probability</vt:lpstr>
      <vt:lpstr>PowerPoint Presentation</vt:lpstr>
      <vt:lpstr>Conditional  Probability</vt:lpstr>
      <vt:lpstr>Conditional  Probability</vt:lpstr>
      <vt:lpstr>Conditional  Probability</vt:lpstr>
      <vt:lpstr>Conditional  Probability</vt:lpstr>
      <vt:lpstr>Conditional  Probability</vt:lpstr>
      <vt:lpstr>Conditional  Probability</vt:lpstr>
      <vt:lpstr>Conditional  Probability</vt:lpstr>
      <vt:lpstr>Conditional  Probability</vt:lpstr>
      <vt:lpstr>PowerPoint Presentation</vt:lpstr>
      <vt:lpstr>Conditional  Probability</vt:lpstr>
      <vt:lpstr>Example 1.6</vt:lpstr>
      <vt:lpstr>Conditional  Probability</vt:lpstr>
      <vt:lpstr>PowerPoint Presentation</vt:lpstr>
      <vt:lpstr>Example 1.7 Page 21</vt:lpstr>
      <vt:lpstr>Example 1.7 Page 21</vt:lpstr>
      <vt:lpstr>Example 1.7 Page 21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1.8</vt:lpstr>
      <vt:lpstr>Example 1.8</vt:lpstr>
      <vt:lpstr>PowerPoint Presentation</vt:lpstr>
      <vt:lpstr>PowerPoint Presentation</vt:lpstr>
      <vt:lpstr>PowerPoint Presentation</vt:lpstr>
      <vt:lpstr>PowerPoint Presentation</vt:lpstr>
      <vt:lpstr>Example 1.9</vt:lpstr>
      <vt:lpstr>Example 1.9</vt:lpstr>
      <vt:lpstr>Example 1.9</vt:lpstr>
      <vt:lpstr>Example 1.9</vt:lpstr>
      <vt:lpstr>Example 1.9</vt:lpstr>
      <vt:lpstr>Example 1.9</vt:lpstr>
      <vt:lpstr>Example 1.10</vt:lpstr>
      <vt:lpstr>Example 1.10</vt:lpstr>
      <vt:lpstr>Example 1.10</vt:lpstr>
      <vt:lpstr>Example 1.10</vt:lpstr>
      <vt:lpstr>Let Ai be the probability that the ith card is NOT a heart, i = 1, 2, 3</vt:lpstr>
      <vt:lpstr>Example 1.10</vt:lpstr>
      <vt:lpstr>PowerPoint Presentation</vt:lpstr>
      <vt:lpstr>PowerPoint Presentation</vt:lpstr>
      <vt:lpstr>PowerPoint Presentation</vt:lpstr>
      <vt:lpstr>Example 1.10</vt:lpstr>
      <vt:lpstr>Example 1.10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355/555  Probability and Statistics for Computer Scientists</dc:title>
  <dc:creator>Ivan H. Mann III</dc:creator>
  <cp:lastModifiedBy>Geng, Baocheng</cp:lastModifiedBy>
  <cp:revision>51</cp:revision>
  <dcterms:created xsi:type="dcterms:W3CDTF">2023-01-17T21:15:58Z</dcterms:created>
  <dcterms:modified xsi:type="dcterms:W3CDTF">2025-01-27T20:30:15Z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2022-12-02T00:00:00Z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2023-01-17T00:00:00Z</vt:filetime>
  </property>
  <property fmtid="{D5CDD505-2E9C-101B-9397-08002B2CF9AE}" pid="5" name="PTEX.Fullbanner">
    <vt:lpwstr>This is pdfTeX, Version 3.141592653-2.6-1.40.22 (TeX Live 2022/dev/Debian) kpathsea version 6.3.4/dev</vt:lpwstr>
  </property>
  <property fmtid="{D5CDD505-2E9C-101B-9397-08002B2CF9AE}" pid="6" name="Producer">
    <vt:lpwstr>pdfTeX-1.40.22</vt:lpwstr>
  </property>
  <property fmtid="{D5CDD505-2E9C-101B-9397-08002B2CF9AE}" pid="7" name="ContentTypeId">
    <vt:lpwstr>0x0101005E1541AA9D2DF54EAD9E3EC334D2D1DF</vt:lpwstr>
  </property>
  <property fmtid="{D5CDD505-2E9C-101B-9397-08002B2CF9AE}" pid="8" name="_dlc_DocIdItemGuid">
    <vt:lpwstr>5da96808-6a54-41b6-b254-4385d26c3087</vt:lpwstr>
  </property>
  <property fmtid="{D5CDD505-2E9C-101B-9397-08002B2CF9AE}" pid="9" name="MSIP_Label_ae7542bc-63e5-412b-b0a0-d9586028a7d0_Enabled">
    <vt:lpwstr>true</vt:lpwstr>
  </property>
  <property fmtid="{D5CDD505-2E9C-101B-9397-08002B2CF9AE}" pid="10" name="MSIP_Label_ae7542bc-63e5-412b-b0a0-d9586028a7d0_SetDate">
    <vt:lpwstr>2025-01-27T20:30:13Z</vt:lpwstr>
  </property>
  <property fmtid="{D5CDD505-2E9C-101B-9397-08002B2CF9AE}" pid="11" name="MSIP_Label_ae7542bc-63e5-412b-b0a0-d9586028a7d0_Method">
    <vt:lpwstr>Standard</vt:lpwstr>
  </property>
  <property fmtid="{D5CDD505-2E9C-101B-9397-08002B2CF9AE}" pid="12" name="MSIP_Label_ae7542bc-63e5-412b-b0a0-d9586028a7d0_Name">
    <vt:lpwstr>Sensitive</vt:lpwstr>
  </property>
  <property fmtid="{D5CDD505-2E9C-101B-9397-08002B2CF9AE}" pid="13" name="MSIP_Label_ae7542bc-63e5-412b-b0a0-d9586028a7d0_SiteId">
    <vt:lpwstr>d8999fe4-76af-40b3-b435-1d8977abc08c</vt:lpwstr>
  </property>
  <property fmtid="{D5CDD505-2E9C-101B-9397-08002B2CF9AE}" pid="14" name="MSIP_Label_ae7542bc-63e5-412b-b0a0-d9586028a7d0_ActionId">
    <vt:lpwstr>f65d9631-6e1e-48b2-a9a6-0bbc2c43c931</vt:lpwstr>
  </property>
  <property fmtid="{D5CDD505-2E9C-101B-9397-08002B2CF9AE}" pid="15" name="MSIP_Label_ae7542bc-63e5-412b-b0a0-d9586028a7d0_ContentBits">
    <vt:lpwstr>0</vt:lpwstr>
  </property>
</Properties>
</file>