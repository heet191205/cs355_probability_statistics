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5"/>
  </p:sldMasterIdLst>
  <p:notesMasterIdLst>
    <p:notesMasterId r:id="rId11"/>
  </p:notesMasterIdLst>
  <p:handoutMasterIdLst>
    <p:handoutMasterId r:id="rId12"/>
  </p:handoutMasterIdLst>
  <p:sldIdLst>
    <p:sldId id="256" r:id="rId6"/>
    <p:sldId id="355" r:id="rId7"/>
    <p:sldId id="352" r:id="rId8"/>
    <p:sldId id="353" r:id="rId9"/>
    <p:sldId id="354" r:id="rId10"/>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04CABD-C115-25F8-9D19-A87FF9E1AD3A}" v="4" dt="2024-01-11T02:34:51.87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75" d="100"/>
          <a:sy n="175" d="100"/>
        </p:scale>
        <p:origin x="1286" y="72"/>
      </p:cViewPr>
      <p:guideLst>
        <p:guide orient="horz" pos="2880"/>
        <p:guide pos="2160"/>
      </p:guideLst>
    </p:cSldViewPr>
  </p:slideViewPr>
  <p:notesTextViewPr>
    <p:cViewPr>
      <p:scale>
        <a:sx n="100" d="100"/>
        <a:sy n="100" d="100"/>
      </p:scale>
      <p:origin x="0" y="0"/>
    </p:cViewPr>
  </p:notesTextViewPr>
  <p:notesViewPr>
    <p:cSldViewPr>
      <p:cViewPr varScale="1">
        <p:scale>
          <a:sx n="221" d="100"/>
          <a:sy n="221" d="100"/>
        </p:scale>
        <p:origin x="2502" y="1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1.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ng, Baocheng" userId="S::bgeng@uab.edu::b4253f3e-c40b-4a70-8207-93818653a34c" providerId="AD" clId="Web-{2E8C0063-79F5-21FA-770B-DD130B1A779A}"/>
    <pc:docChg chg="modSld">
      <pc:chgData name="Geng, Baocheng" userId="S::bgeng@uab.edu::b4253f3e-c40b-4a70-8207-93818653a34c" providerId="AD" clId="Web-{2E8C0063-79F5-21FA-770B-DD130B1A779A}" dt="2023-01-11T17:57:35.932" v="27" actId="1076"/>
      <pc:docMkLst>
        <pc:docMk/>
      </pc:docMkLst>
      <pc:sldChg chg="modSp">
        <pc:chgData name="Geng, Baocheng" userId="S::bgeng@uab.edu::b4253f3e-c40b-4a70-8207-93818653a34c" providerId="AD" clId="Web-{2E8C0063-79F5-21FA-770B-DD130B1A779A}" dt="2023-01-11T17:56:08.567" v="15" actId="20577"/>
        <pc:sldMkLst>
          <pc:docMk/>
          <pc:sldMk cId="0" sldId="334"/>
        </pc:sldMkLst>
        <pc:spChg chg="mod">
          <ac:chgData name="Geng, Baocheng" userId="S::bgeng@uab.edu::b4253f3e-c40b-4a70-8207-93818653a34c" providerId="AD" clId="Web-{2E8C0063-79F5-21FA-770B-DD130B1A779A}" dt="2023-01-11T17:56:08.567" v="15" actId="20577"/>
          <ac:spMkLst>
            <pc:docMk/>
            <pc:sldMk cId="0" sldId="334"/>
            <ac:spMk id="3" creationId="{00000000-0000-0000-0000-000000000000}"/>
          </ac:spMkLst>
        </pc:spChg>
      </pc:sldChg>
      <pc:sldChg chg="modSp">
        <pc:chgData name="Geng, Baocheng" userId="S::bgeng@uab.edu::b4253f3e-c40b-4a70-8207-93818653a34c" providerId="AD" clId="Web-{2E8C0063-79F5-21FA-770B-DD130B1A779A}" dt="2023-01-11T17:57:15.962" v="26" actId="20577"/>
        <pc:sldMkLst>
          <pc:docMk/>
          <pc:sldMk cId="0" sldId="335"/>
        </pc:sldMkLst>
        <pc:spChg chg="mod">
          <ac:chgData name="Geng, Baocheng" userId="S::bgeng@uab.edu::b4253f3e-c40b-4a70-8207-93818653a34c" providerId="AD" clId="Web-{2E8C0063-79F5-21FA-770B-DD130B1A779A}" dt="2023-01-11T17:57:15.962" v="26" actId="20577"/>
          <ac:spMkLst>
            <pc:docMk/>
            <pc:sldMk cId="0" sldId="335"/>
            <ac:spMk id="9" creationId="{00000000-0000-0000-0000-000000000000}"/>
          </ac:spMkLst>
        </pc:spChg>
      </pc:sldChg>
      <pc:sldChg chg="modSp">
        <pc:chgData name="Geng, Baocheng" userId="S::bgeng@uab.edu::b4253f3e-c40b-4a70-8207-93818653a34c" providerId="AD" clId="Web-{2E8C0063-79F5-21FA-770B-DD130B1A779A}" dt="2023-01-11T17:57:35.932" v="27" actId="1076"/>
        <pc:sldMkLst>
          <pc:docMk/>
          <pc:sldMk cId="0" sldId="337"/>
        </pc:sldMkLst>
        <pc:spChg chg="mod">
          <ac:chgData name="Geng, Baocheng" userId="S::bgeng@uab.edu::b4253f3e-c40b-4a70-8207-93818653a34c" providerId="AD" clId="Web-{2E8C0063-79F5-21FA-770B-DD130B1A779A}" dt="2023-01-11T17:57:35.932" v="27" actId="1076"/>
          <ac:spMkLst>
            <pc:docMk/>
            <pc:sldMk cId="0" sldId="337"/>
            <ac:spMk id="8" creationId="{00000000-0000-0000-0000-000000000000}"/>
          </ac:spMkLst>
        </pc:spChg>
      </pc:sldChg>
    </pc:docChg>
  </pc:docChgLst>
  <pc:docChgLst>
    <pc:chgData name="Geng, Baocheng" userId="S::bgeng@uab.edu::b4253f3e-c40b-4a70-8207-93818653a34c" providerId="AD" clId="Web-{A204CABD-C115-25F8-9D19-A87FF9E1AD3A}"/>
    <pc:docChg chg="modSld">
      <pc:chgData name="Geng, Baocheng" userId="S::bgeng@uab.edu::b4253f3e-c40b-4a70-8207-93818653a34c" providerId="AD" clId="Web-{A204CABD-C115-25F8-9D19-A87FF9E1AD3A}" dt="2024-01-11T02:34:50.671" v="0" actId="20577"/>
      <pc:docMkLst>
        <pc:docMk/>
      </pc:docMkLst>
      <pc:sldChg chg="modSp">
        <pc:chgData name="Geng, Baocheng" userId="S::bgeng@uab.edu::b4253f3e-c40b-4a70-8207-93818653a34c" providerId="AD" clId="Web-{A204CABD-C115-25F8-9D19-A87FF9E1AD3A}" dt="2024-01-11T02:34:50.671" v="0" actId="20577"/>
        <pc:sldMkLst>
          <pc:docMk/>
          <pc:sldMk cId="0" sldId="257"/>
        </pc:sldMkLst>
        <pc:spChg chg="mod">
          <ac:chgData name="Geng, Baocheng" userId="S::bgeng@uab.edu::b4253f3e-c40b-4a70-8207-93818653a34c" providerId="AD" clId="Web-{A204CABD-C115-25F8-9D19-A87FF9E1AD3A}" dt="2024-01-11T02:34:50.671" v="0" actId="20577"/>
          <ac:spMkLst>
            <pc:docMk/>
            <pc:sldMk cId="0" sldId="257"/>
            <ac:spMk id="2" creationId="{00000000-0000-0000-0000-000000000000}"/>
          </ac:spMkLst>
        </pc:spChg>
      </pc:sldChg>
    </pc:docChg>
  </pc:docChgLst>
  <pc:docChgLst>
    <pc:chgData name="Geng, Baocheng" userId="b4253f3e-c40b-4a70-8207-93818653a34c" providerId="ADAL" clId="{677A44AB-1884-4FF9-BB2F-9430C9EDD900}"/>
    <pc:docChg chg="undo custSel delSld modSld sldOrd modMainMaster">
      <pc:chgData name="Geng, Baocheng" userId="b4253f3e-c40b-4a70-8207-93818653a34c" providerId="ADAL" clId="{677A44AB-1884-4FF9-BB2F-9430C9EDD900}" dt="2023-01-11T16:30:21.525" v="189"/>
      <pc:docMkLst>
        <pc:docMk/>
      </pc:docMkLst>
      <pc:sldChg chg="addSp delSp modSp mod">
        <pc:chgData name="Geng, Baocheng" userId="b4253f3e-c40b-4a70-8207-93818653a34c" providerId="ADAL" clId="{677A44AB-1884-4FF9-BB2F-9430C9EDD900}" dt="2023-01-11T16:09:49.185" v="105" actId="20577"/>
        <pc:sldMkLst>
          <pc:docMk/>
          <pc:sldMk cId="0" sldId="256"/>
        </pc:sldMkLst>
        <pc:spChg chg="mod">
          <ac:chgData name="Geng, Baocheng" userId="b4253f3e-c40b-4a70-8207-93818653a34c" providerId="ADAL" clId="{677A44AB-1884-4FF9-BB2F-9430C9EDD900}" dt="2023-01-11T16:09:49.185" v="105" actId="20577"/>
          <ac:spMkLst>
            <pc:docMk/>
            <pc:sldMk cId="0" sldId="256"/>
            <ac:spMk id="7" creationId="{00000000-0000-0000-0000-000000000000}"/>
          </ac:spMkLst>
        </pc:spChg>
        <pc:spChg chg="mod">
          <ac:chgData name="Geng, Baocheng" userId="b4253f3e-c40b-4a70-8207-93818653a34c" providerId="ADAL" clId="{677A44AB-1884-4FF9-BB2F-9430C9EDD900}" dt="2023-01-09T21:54:07.133" v="1" actId="20577"/>
          <ac:spMkLst>
            <pc:docMk/>
            <pc:sldMk cId="0" sldId="256"/>
            <ac:spMk id="11" creationId="{00000000-0000-0000-0000-000000000000}"/>
          </ac:spMkLst>
        </pc:spChg>
        <pc:spChg chg="mod">
          <ac:chgData name="Geng, Baocheng" userId="b4253f3e-c40b-4a70-8207-93818653a34c" providerId="ADAL" clId="{677A44AB-1884-4FF9-BB2F-9430C9EDD900}" dt="2023-01-11T16:08:48.871" v="90"/>
          <ac:spMkLst>
            <pc:docMk/>
            <pc:sldMk cId="0" sldId="256"/>
            <ac:spMk id="12" creationId="{1A4BE40B-711E-0145-32A9-42AAC630FE18}"/>
          </ac:spMkLst>
        </pc:spChg>
        <pc:spChg chg="del">
          <ac:chgData name="Geng, Baocheng" userId="b4253f3e-c40b-4a70-8207-93818653a34c" providerId="ADAL" clId="{677A44AB-1884-4FF9-BB2F-9430C9EDD900}" dt="2023-01-11T16:09:12.681" v="94" actId="478"/>
          <ac:spMkLst>
            <pc:docMk/>
            <pc:sldMk cId="0" sldId="256"/>
            <ac:spMk id="13" creationId="{00000000-0000-0000-0000-000000000000}"/>
          </ac:spMkLst>
        </pc:spChg>
        <pc:spChg chg="add mod">
          <ac:chgData name="Geng, Baocheng" userId="b4253f3e-c40b-4a70-8207-93818653a34c" providerId="ADAL" clId="{677A44AB-1884-4FF9-BB2F-9430C9EDD900}" dt="2023-01-09T22:13:34.616" v="69"/>
          <ac:spMkLst>
            <pc:docMk/>
            <pc:sldMk cId="0" sldId="256"/>
            <ac:spMk id="14" creationId="{5DD95879-20CB-D4C0-9ADA-479382E36FDE}"/>
          </ac:spMkLst>
        </pc:spChg>
        <pc:spChg chg="mod">
          <ac:chgData name="Geng, Baocheng" userId="b4253f3e-c40b-4a70-8207-93818653a34c" providerId="ADAL" clId="{677A44AB-1884-4FF9-BB2F-9430C9EDD900}" dt="2023-01-11T16:08:48.871" v="90"/>
          <ac:spMkLst>
            <pc:docMk/>
            <pc:sldMk cId="0" sldId="256"/>
            <ac:spMk id="14" creationId="{814DAFFB-72A5-7B12-C534-B25AF0C7B754}"/>
          </ac:spMkLst>
        </pc:spChg>
        <pc:spChg chg="add mod">
          <ac:chgData name="Geng, Baocheng" userId="b4253f3e-c40b-4a70-8207-93818653a34c" providerId="ADAL" clId="{677A44AB-1884-4FF9-BB2F-9430C9EDD900}" dt="2023-01-11T16:09:02.732" v="93"/>
          <ac:spMkLst>
            <pc:docMk/>
            <pc:sldMk cId="0" sldId="256"/>
            <ac:spMk id="15" creationId="{40D20321-2922-AFDC-A821-EFC6D4C1F4D3}"/>
          </ac:spMkLst>
        </pc:spChg>
        <pc:spChg chg="add mod">
          <ac:chgData name="Geng, Baocheng" userId="b4253f3e-c40b-4a70-8207-93818653a34c" providerId="ADAL" clId="{677A44AB-1884-4FF9-BB2F-9430C9EDD900}" dt="2023-01-09T22:13:59.653" v="70"/>
          <ac:spMkLst>
            <pc:docMk/>
            <pc:sldMk cId="0" sldId="256"/>
            <ac:spMk id="15" creationId="{DC1432EA-A773-B93B-6757-D971F9637E9D}"/>
          </ac:spMkLst>
        </pc:spChg>
        <pc:spChg chg="add mod">
          <ac:chgData name="Geng, Baocheng" userId="b4253f3e-c40b-4a70-8207-93818653a34c" providerId="ADAL" clId="{677A44AB-1884-4FF9-BB2F-9430C9EDD900}" dt="2023-01-11T16:09:14.101" v="95"/>
          <ac:spMkLst>
            <pc:docMk/>
            <pc:sldMk cId="0" sldId="256"/>
            <ac:spMk id="16" creationId="{8F0FA5BD-CF40-8F58-E125-36DE3A7B2608}"/>
          </ac:spMkLst>
        </pc:spChg>
        <pc:grpChg chg="add del mod">
          <ac:chgData name="Geng, Baocheng" userId="b4253f3e-c40b-4a70-8207-93818653a34c" providerId="ADAL" clId="{677A44AB-1884-4FF9-BB2F-9430C9EDD900}" dt="2023-01-11T16:08:53.424" v="92" actId="478"/>
          <ac:grpSpMkLst>
            <pc:docMk/>
            <pc:sldMk cId="0" sldId="256"/>
            <ac:grpSpMk id="11" creationId="{DA98A981-F525-12A6-AEAB-62CC7EAF3FB5}"/>
          </ac:grpSpMkLst>
        </pc:grpChg>
      </pc:sldChg>
      <pc:sldChg chg="delSp modSp mod">
        <pc:chgData name="Geng, Baocheng" userId="b4253f3e-c40b-4a70-8207-93818653a34c" providerId="ADAL" clId="{677A44AB-1884-4FF9-BB2F-9430C9EDD900}" dt="2023-01-09T21:58:32.706" v="29" actId="478"/>
        <pc:sldMkLst>
          <pc:docMk/>
          <pc:sldMk cId="0" sldId="257"/>
        </pc:sldMkLst>
        <pc:spChg chg="del mod">
          <ac:chgData name="Geng, Baocheng" userId="b4253f3e-c40b-4a70-8207-93818653a34c" providerId="ADAL" clId="{677A44AB-1884-4FF9-BB2F-9430C9EDD900}" dt="2023-01-09T21:55:04.497" v="3" actId="478"/>
          <ac:spMkLst>
            <pc:docMk/>
            <pc:sldMk cId="0" sldId="257"/>
            <ac:spMk id="17" creationId="{00000000-0000-0000-0000-000000000000}"/>
          </ac:spMkLst>
        </pc:spChg>
        <pc:spChg chg="del">
          <ac:chgData name="Geng, Baocheng" userId="b4253f3e-c40b-4a70-8207-93818653a34c" providerId="ADAL" clId="{677A44AB-1884-4FF9-BB2F-9430C9EDD900}" dt="2023-01-09T21:58:32.706" v="29" actId="478"/>
          <ac:spMkLst>
            <pc:docMk/>
            <pc:sldMk cId="0" sldId="257"/>
            <ac:spMk id="21" creationId="{7CAB7BEF-249B-909C-1E23-566CA4AF24DE}"/>
          </ac:spMkLst>
        </pc:spChg>
      </pc:sldChg>
      <pc:sldChg chg="addSp delSp mod">
        <pc:chgData name="Geng, Baocheng" userId="b4253f3e-c40b-4a70-8207-93818653a34c" providerId="ADAL" clId="{677A44AB-1884-4FF9-BB2F-9430C9EDD900}" dt="2023-01-09T22:14:19.194" v="72" actId="478"/>
        <pc:sldMkLst>
          <pc:docMk/>
          <pc:sldMk cId="0" sldId="258"/>
        </pc:sldMkLst>
        <pc:spChg chg="add del">
          <ac:chgData name="Geng, Baocheng" userId="b4253f3e-c40b-4a70-8207-93818653a34c" providerId="ADAL" clId="{677A44AB-1884-4FF9-BB2F-9430C9EDD900}" dt="2023-01-09T22:14:19.194" v="72" actId="478"/>
          <ac:spMkLst>
            <pc:docMk/>
            <pc:sldMk cId="0" sldId="258"/>
            <ac:spMk id="16" creationId="{52A8AF7F-D226-BA1C-3247-B10B89E339D2}"/>
          </ac:spMkLst>
        </pc:spChg>
      </pc:sldChg>
      <pc:sldChg chg="addSp delSp modSp mod">
        <pc:chgData name="Geng, Baocheng" userId="b4253f3e-c40b-4a70-8207-93818653a34c" providerId="ADAL" clId="{677A44AB-1884-4FF9-BB2F-9430C9EDD900}" dt="2023-01-11T16:11:03.643" v="114" actId="20577"/>
        <pc:sldMkLst>
          <pc:docMk/>
          <pc:sldMk cId="0" sldId="259"/>
        </pc:sldMkLst>
        <pc:spChg chg="mod">
          <ac:chgData name="Geng, Baocheng" userId="b4253f3e-c40b-4a70-8207-93818653a34c" providerId="ADAL" clId="{677A44AB-1884-4FF9-BB2F-9430C9EDD900}" dt="2023-01-11T16:11:03.643" v="114" actId="20577"/>
          <ac:spMkLst>
            <pc:docMk/>
            <pc:sldMk cId="0" sldId="259"/>
            <ac:spMk id="9" creationId="{00000000-0000-0000-0000-000000000000}"/>
          </ac:spMkLst>
        </pc:spChg>
        <pc:spChg chg="mod">
          <ac:chgData name="Geng, Baocheng" userId="b4253f3e-c40b-4a70-8207-93818653a34c" providerId="ADAL" clId="{677A44AB-1884-4FF9-BB2F-9430C9EDD900}" dt="2023-01-09T22:14:12.128" v="71" actId="1076"/>
          <ac:spMkLst>
            <pc:docMk/>
            <pc:sldMk cId="0" sldId="259"/>
            <ac:spMk id="15" creationId="{00000000-0000-0000-0000-000000000000}"/>
          </ac:spMkLst>
        </pc:spChg>
        <pc:spChg chg="add del mod">
          <ac:chgData name="Geng, Baocheng" userId="b4253f3e-c40b-4a70-8207-93818653a34c" providerId="ADAL" clId="{677A44AB-1884-4FF9-BB2F-9430C9EDD900}" dt="2023-01-09T22:14:23.614" v="74" actId="478"/>
          <ac:spMkLst>
            <pc:docMk/>
            <pc:sldMk cId="0" sldId="259"/>
            <ac:spMk id="17" creationId="{577741C1-8265-3604-5E62-CA5595D5E027}"/>
          </ac:spMkLst>
        </pc:spChg>
      </pc:sldChg>
      <pc:sldChg chg="addSp delSp modSp mod">
        <pc:chgData name="Geng, Baocheng" userId="b4253f3e-c40b-4a70-8207-93818653a34c" providerId="ADAL" clId="{677A44AB-1884-4FF9-BB2F-9430C9EDD900}" dt="2023-01-11T16:11:10.828" v="123" actId="20577"/>
        <pc:sldMkLst>
          <pc:docMk/>
          <pc:sldMk cId="0" sldId="260"/>
        </pc:sldMkLst>
        <pc:spChg chg="mod">
          <ac:chgData name="Geng, Baocheng" userId="b4253f3e-c40b-4a70-8207-93818653a34c" providerId="ADAL" clId="{677A44AB-1884-4FF9-BB2F-9430C9EDD900}" dt="2023-01-11T16:11:10.828" v="123" actId="20577"/>
          <ac:spMkLst>
            <pc:docMk/>
            <pc:sldMk cId="0" sldId="260"/>
            <ac:spMk id="9" creationId="{00000000-0000-0000-0000-000000000000}"/>
          </ac:spMkLst>
        </pc:spChg>
        <pc:spChg chg="add del">
          <ac:chgData name="Geng, Baocheng" userId="b4253f3e-c40b-4a70-8207-93818653a34c" providerId="ADAL" clId="{677A44AB-1884-4FF9-BB2F-9430C9EDD900}" dt="2023-01-09T22:14:32.097" v="75" actId="478"/>
          <ac:spMkLst>
            <pc:docMk/>
            <pc:sldMk cId="0" sldId="260"/>
            <ac:spMk id="17" creationId="{0051FE4C-2510-EA37-0706-19ADC43A9A82}"/>
          </ac:spMkLst>
        </pc:spChg>
      </pc:sldChg>
      <pc:sldChg chg="addSp delSp modSp mod">
        <pc:chgData name="Geng, Baocheng" userId="b4253f3e-c40b-4a70-8207-93818653a34c" providerId="ADAL" clId="{677A44AB-1884-4FF9-BB2F-9430C9EDD900}" dt="2023-01-11T16:11:15.257" v="132" actId="20577"/>
        <pc:sldMkLst>
          <pc:docMk/>
          <pc:sldMk cId="0" sldId="261"/>
        </pc:sldMkLst>
        <pc:spChg chg="mod">
          <ac:chgData name="Geng, Baocheng" userId="b4253f3e-c40b-4a70-8207-93818653a34c" providerId="ADAL" clId="{677A44AB-1884-4FF9-BB2F-9430C9EDD900}" dt="2023-01-11T16:11:15.257" v="132" actId="20577"/>
          <ac:spMkLst>
            <pc:docMk/>
            <pc:sldMk cId="0" sldId="261"/>
            <ac:spMk id="9" creationId="{00000000-0000-0000-0000-000000000000}"/>
          </ac:spMkLst>
        </pc:spChg>
        <pc:spChg chg="add del">
          <ac:chgData name="Geng, Baocheng" userId="b4253f3e-c40b-4a70-8207-93818653a34c" providerId="ADAL" clId="{677A44AB-1884-4FF9-BB2F-9430C9EDD900}" dt="2023-01-09T22:15:13.088" v="76" actId="478"/>
          <ac:spMkLst>
            <pc:docMk/>
            <pc:sldMk cId="0" sldId="261"/>
            <ac:spMk id="17" creationId="{CD016347-D9B5-F3B8-FF93-20D9848A76EE}"/>
          </ac:spMkLst>
        </pc:spChg>
      </pc:sldChg>
      <pc:sldChg chg="addSp modSp mod">
        <pc:chgData name="Geng, Baocheng" userId="b4253f3e-c40b-4a70-8207-93818653a34c" providerId="ADAL" clId="{677A44AB-1884-4FF9-BB2F-9430C9EDD900}" dt="2023-01-11T16:11:19.276" v="141" actId="20577"/>
        <pc:sldMkLst>
          <pc:docMk/>
          <pc:sldMk cId="0" sldId="262"/>
        </pc:sldMkLst>
        <pc:spChg chg="mod">
          <ac:chgData name="Geng, Baocheng" userId="b4253f3e-c40b-4a70-8207-93818653a34c" providerId="ADAL" clId="{677A44AB-1884-4FF9-BB2F-9430C9EDD900}" dt="2023-01-11T16:11:19.276" v="141" actId="20577"/>
          <ac:spMkLst>
            <pc:docMk/>
            <pc:sldMk cId="0" sldId="262"/>
            <ac:spMk id="9" creationId="{00000000-0000-0000-0000-000000000000}"/>
          </ac:spMkLst>
        </pc:spChg>
        <pc:spChg chg="add">
          <ac:chgData name="Geng, Baocheng" userId="b4253f3e-c40b-4a70-8207-93818653a34c" providerId="ADAL" clId="{677A44AB-1884-4FF9-BB2F-9430C9EDD900}" dt="2023-01-09T22:13:34.616" v="69"/>
          <ac:spMkLst>
            <pc:docMk/>
            <pc:sldMk cId="0" sldId="262"/>
            <ac:spMk id="17" creationId="{7CD88B57-0E4C-D1D0-59C1-3451113D9A5D}"/>
          </ac:spMkLst>
        </pc:spChg>
      </pc:sldChg>
      <pc:sldChg chg="addSp delSp modSp mod">
        <pc:chgData name="Geng, Baocheng" userId="b4253f3e-c40b-4a70-8207-93818653a34c" providerId="ADAL" clId="{677A44AB-1884-4FF9-BB2F-9430C9EDD900}" dt="2023-01-11T16:11:24.416" v="150" actId="20577"/>
        <pc:sldMkLst>
          <pc:docMk/>
          <pc:sldMk cId="0" sldId="263"/>
        </pc:sldMkLst>
        <pc:spChg chg="mod">
          <ac:chgData name="Geng, Baocheng" userId="b4253f3e-c40b-4a70-8207-93818653a34c" providerId="ADAL" clId="{677A44AB-1884-4FF9-BB2F-9430C9EDD900}" dt="2023-01-11T16:11:24.416" v="150" actId="20577"/>
          <ac:spMkLst>
            <pc:docMk/>
            <pc:sldMk cId="0" sldId="263"/>
            <ac:spMk id="9" creationId="{00000000-0000-0000-0000-000000000000}"/>
          </ac:spMkLst>
        </pc:spChg>
        <pc:spChg chg="add">
          <ac:chgData name="Geng, Baocheng" userId="b4253f3e-c40b-4a70-8207-93818653a34c" providerId="ADAL" clId="{677A44AB-1884-4FF9-BB2F-9430C9EDD900}" dt="2023-01-09T22:13:34.616" v="69"/>
          <ac:spMkLst>
            <pc:docMk/>
            <pc:sldMk cId="0" sldId="263"/>
            <ac:spMk id="17" creationId="{AA6A1867-7510-C96C-E62B-DDBE475CFFDD}"/>
          </ac:spMkLst>
        </pc:spChg>
        <pc:grpChg chg="del">
          <ac:chgData name="Geng, Baocheng" userId="b4253f3e-c40b-4a70-8207-93818653a34c" providerId="ADAL" clId="{677A44AB-1884-4FF9-BB2F-9430C9EDD900}" dt="2023-01-09T21:57:59.591" v="27" actId="478"/>
          <ac:grpSpMkLst>
            <pc:docMk/>
            <pc:sldMk cId="0" sldId="263"/>
            <ac:grpSpMk id="10" creationId="{00000000-0000-0000-0000-000000000000}"/>
          </ac:grpSpMkLst>
        </pc:grpChg>
      </pc:sldChg>
      <pc:sldChg chg="addSp delSp modSp mod">
        <pc:chgData name="Geng, Baocheng" userId="b4253f3e-c40b-4a70-8207-93818653a34c" providerId="ADAL" clId="{677A44AB-1884-4FF9-BB2F-9430C9EDD900}" dt="2023-01-11T16:11:30.390" v="159" actId="20577"/>
        <pc:sldMkLst>
          <pc:docMk/>
          <pc:sldMk cId="0" sldId="264"/>
        </pc:sldMkLst>
        <pc:spChg chg="mod">
          <ac:chgData name="Geng, Baocheng" userId="b4253f3e-c40b-4a70-8207-93818653a34c" providerId="ADAL" clId="{677A44AB-1884-4FF9-BB2F-9430C9EDD900}" dt="2023-01-11T16:11:30.390" v="159" actId="20577"/>
          <ac:spMkLst>
            <pc:docMk/>
            <pc:sldMk cId="0" sldId="264"/>
            <ac:spMk id="9" creationId="{00000000-0000-0000-0000-000000000000}"/>
          </ac:spMkLst>
        </pc:spChg>
        <pc:spChg chg="del mod">
          <ac:chgData name="Geng, Baocheng" userId="b4253f3e-c40b-4a70-8207-93818653a34c" providerId="ADAL" clId="{677A44AB-1884-4FF9-BB2F-9430C9EDD900}" dt="2023-01-09T21:56:03.770" v="7" actId="478"/>
          <ac:spMkLst>
            <pc:docMk/>
            <pc:sldMk cId="0" sldId="264"/>
            <ac:spMk id="16" creationId="{9542549C-ED1E-DECF-D1F6-5F9112E48D0E}"/>
          </ac:spMkLst>
        </pc:spChg>
        <pc:spChg chg="add">
          <ac:chgData name="Geng, Baocheng" userId="b4253f3e-c40b-4a70-8207-93818653a34c" providerId="ADAL" clId="{677A44AB-1884-4FF9-BB2F-9430C9EDD900}" dt="2023-01-09T22:13:34.616" v="69"/>
          <ac:spMkLst>
            <pc:docMk/>
            <pc:sldMk cId="0" sldId="264"/>
            <ac:spMk id="17" creationId="{139C2EF9-5EEE-3437-4918-3086073C7B11}"/>
          </ac:spMkLst>
        </pc:spChg>
      </pc:sldChg>
      <pc:sldChg chg="addSp">
        <pc:chgData name="Geng, Baocheng" userId="b4253f3e-c40b-4a70-8207-93818653a34c" providerId="ADAL" clId="{677A44AB-1884-4FF9-BB2F-9430C9EDD900}" dt="2023-01-09T22:13:34.616" v="69"/>
        <pc:sldMkLst>
          <pc:docMk/>
          <pc:sldMk cId="0" sldId="265"/>
        </pc:sldMkLst>
        <pc:spChg chg="add">
          <ac:chgData name="Geng, Baocheng" userId="b4253f3e-c40b-4a70-8207-93818653a34c" providerId="ADAL" clId="{677A44AB-1884-4FF9-BB2F-9430C9EDD900}" dt="2023-01-09T22:13:34.616" v="69"/>
          <ac:spMkLst>
            <pc:docMk/>
            <pc:sldMk cId="0" sldId="265"/>
            <ac:spMk id="16" creationId="{FA87812B-C202-CF9C-964C-D4538CB06939}"/>
          </ac:spMkLst>
        </pc:spChg>
      </pc:sldChg>
      <pc:sldChg chg="addSp delSp modSp mod">
        <pc:chgData name="Geng, Baocheng" userId="b4253f3e-c40b-4a70-8207-93818653a34c" providerId="ADAL" clId="{677A44AB-1884-4FF9-BB2F-9430C9EDD900}" dt="2023-01-09T22:16:19.211" v="77" actId="478"/>
        <pc:sldMkLst>
          <pc:docMk/>
          <pc:sldMk cId="0" sldId="266"/>
        </pc:sldMkLst>
        <pc:spChg chg="add del mod">
          <ac:chgData name="Geng, Baocheng" userId="b4253f3e-c40b-4a70-8207-93818653a34c" providerId="ADAL" clId="{677A44AB-1884-4FF9-BB2F-9430C9EDD900}" dt="2023-01-09T22:16:19.211" v="77" actId="478"/>
          <ac:spMkLst>
            <pc:docMk/>
            <pc:sldMk cId="0" sldId="266"/>
            <ac:spMk id="24" creationId="{DC1A054E-3813-D8D5-CCD6-B73913EDBC94}"/>
          </ac:spMkLst>
        </pc:spChg>
      </pc:sldChg>
      <pc:sldChg chg="addSp">
        <pc:chgData name="Geng, Baocheng" userId="b4253f3e-c40b-4a70-8207-93818653a34c" providerId="ADAL" clId="{677A44AB-1884-4FF9-BB2F-9430C9EDD900}" dt="2023-01-09T22:13:34.616" v="69"/>
        <pc:sldMkLst>
          <pc:docMk/>
          <pc:sldMk cId="0" sldId="267"/>
        </pc:sldMkLst>
        <pc:spChg chg="add">
          <ac:chgData name="Geng, Baocheng" userId="b4253f3e-c40b-4a70-8207-93818653a34c" providerId="ADAL" clId="{677A44AB-1884-4FF9-BB2F-9430C9EDD900}" dt="2023-01-09T22:13:34.616" v="69"/>
          <ac:spMkLst>
            <pc:docMk/>
            <pc:sldMk cId="0" sldId="267"/>
            <ac:spMk id="32" creationId="{DC503E84-1A90-68D3-FAB4-0351BCA6BC9D}"/>
          </ac:spMkLst>
        </pc:spChg>
      </pc:sldChg>
      <pc:sldChg chg="addSp delSp mod">
        <pc:chgData name="Geng, Baocheng" userId="b4253f3e-c40b-4a70-8207-93818653a34c" providerId="ADAL" clId="{677A44AB-1884-4FF9-BB2F-9430C9EDD900}" dt="2023-01-09T22:16:24.937" v="78" actId="478"/>
        <pc:sldMkLst>
          <pc:docMk/>
          <pc:sldMk cId="0" sldId="268"/>
        </pc:sldMkLst>
        <pc:spChg chg="add del">
          <ac:chgData name="Geng, Baocheng" userId="b4253f3e-c40b-4a70-8207-93818653a34c" providerId="ADAL" clId="{677A44AB-1884-4FF9-BB2F-9430C9EDD900}" dt="2023-01-09T22:16:24.937" v="78" actId="478"/>
          <ac:spMkLst>
            <pc:docMk/>
            <pc:sldMk cId="0" sldId="268"/>
            <ac:spMk id="16" creationId="{CD9FE336-700F-5B92-683C-564E2A818C19}"/>
          </ac:spMkLst>
        </pc:spChg>
      </pc:sldChg>
      <pc:sldChg chg="addSp delSp mod">
        <pc:chgData name="Geng, Baocheng" userId="b4253f3e-c40b-4a70-8207-93818653a34c" providerId="ADAL" clId="{677A44AB-1884-4FF9-BB2F-9430C9EDD900}" dt="2023-01-09T22:16:28.885" v="79" actId="478"/>
        <pc:sldMkLst>
          <pc:docMk/>
          <pc:sldMk cId="0" sldId="269"/>
        </pc:sldMkLst>
        <pc:spChg chg="add del">
          <ac:chgData name="Geng, Baocheng" userId="b4253f3e-c40b-4a70-8207-93818653a34c" providerId="ADAL" clId="{677A44AB-1884-4FF9-BB2F-9430C9EDD900}" dt="2023-01-09T22:16:28.885" v="79" actId="478"/>
          <ac:spMkLst>
            <pc:docMk/>
            <pc:sldMk cId="0" sldId="269"/>
            <ac:spMk id="17" creationId="{2CDAE290-627C-1DFC-4A22-EE3AF6803986}"/>
          </ac:spMkLst>
        </pc:spChg>
      </pc:sldChg>
      <pc:sldChg chg="addSp">
        <pc:chgData name="Geng, Baocheng" userId="b4253f3e-c40b-4a70-8207-93818653a34c" providerId="ADAL" clId="{677A44AB-1884-4FF9-BB2F-9430C9EDD900}" dt="2023-01-09T22:13:34.616" v="69"/>
        <pc:sldMkLst>
          <pc:docMk/>
          <pc:sldMk cId="0" sldId="270"/>
        </pc:sldMkLst>
        <pc:spChg chg="add">
          <ac:chgData name="Geng, Baocheng" userId="b4253f3e-c40b-4a70-8207-93818653a34c" providerId="ADAL" clId="{677A44AB-1884-4FF9-BB2F-9430C9EDD900}" dt="2023-01-09T22:13:34.616" v="69"/>
          <ac:spMkLst>
            <pc:docMk/>
            <pc:sldMk cId="0" sldId="270"/>
            <ac:spMk id="24" creationId="{10D9D494-EFE0-B7CD-165F-6414453C5D67}"/>
          </ac:spMkLst>
        </pc:spChg>
      </pc:sldChg>
      <pc:sldChg chg="addSp">
        <pc:chgData name="Geng, Baocheng" userId="b4253f3e-c40b-4a70-8207-93818653a34c" providerId="ADAL" clId="{677A44AB-1884-4FF9-BB2F-9430C9EDD900}" dt="2023-01-09T22:13:34.616" v="69"/>
        <pc:sldMkLst>
          <pc:docMk/>
          <pc:sldMk cId="0" sldId="271"/>
        </pc:sldMkLst>
        <pc:spChg chg="add">
          <ac:chgData name="Geng, Baocheng" userId="b4253f3e-c40b-4a70-8207-93818653a34c" providerId="ADAL" clId="{677A44AB-1884-4FF9-BB2F-9430C9EDD900}" dt="2023-01-09T22:13:34.616" v="69"/>
          <ac:spMkLst>
            <pc:docMk/>
            <pc:sldMk cId="0" sldId="271"/>
            <ac:spMk id="18" creationId="{1D2F950D-8C04-2B8C-8A8E-1ECEDEBC565F}"/>
          </ac:spMkLst>
        </pc:spChg>
      </pc:sldChg>
      <pc:sldChg chg="addSp">
        <pc:chgData name="Geng, Baocheng" userId="b4253f3e-c40b-4a70-8207-93818653a34c" providerId="ADAL" clId="{677A44AB-1884-4FF9-BB2F-9430C9EDD900}" dt="2023-01-09T22:13:34.616" v="69"/>
        <pc:sldMkLst>
          <pc:docMk/>
          <pc:sldMk cId="0" sldId="272"/>
        </pc:sldMkLst>
        <pc:spChg chg="add">
          <ac:chgData name="Geng, Baocheng" userId="b4253f3e-c40b-4a70-8207-93818653a34c" providerId="ADAL" clId="{677A44AB-1884-4FF9-BB2F-9430C9EDD900}" dt="2023-01-09T22:13:34.616" v="69"/>
          <ac:spMkLst>
            <pc:docMk/>
            <pc:sldMk cId="0" sldId="272"/>
            <ac:spMk id="18" creationId="{4FB383DA-78F4-3327-415F-BA74FEED5627}"/>
          </ac:spMkLst>
        </pc:spChg>
      </pc:sldChg>
      <pc:sldChg chg="addSp">
        <pc:chgData name="Geng, Baocheng" userId="b4253f3e-c40b-4a70-8207-93818653a34c" providerId="ADAL" clId="{677A44AB-1884-4FF9-BB2F-9430C9EDD900}" dt="2023-01-09T22:13:34.616" v="69"/>
        <pc:sldMkLst>
          <pc:docMk/>
          <pc:sldMk cId="0" sldId="273"/>
        </pc:sldMkLst>
        <pc:spChg chg="add">
          <ac:chgData name="Geng, Baocheng" userId="b4253f3e-c40b-4a70-8207-93818653a34c" providerId="ADAL" clId="{677A44AB-1884-4FF9-BB2F-9430C9EDD900}" dt="2023-01-09T22:13:34.616" v="69"/>
          <ac:spMkLst>
            <pc:docMk/>
            <pc:sldMk cId="0" sldId="273"/>
            <ac:spMk id="10" creationId="{61930E40-8E5B-2623-C255-8DB8E7F05E99}"/>
          </ac:spMkLst>
        </pc:spChg>
      </pc:sldChg>
      <pc:sldChg chg="addSp">
        <pc:chgData name="Geng, Baocheng" userId="b4253f3e-c40b-4a70-8207-93818653a34c" providerId="ADAL" clId="{677A44AB-1884-4FF9-BB2F-9430C9EDD900}" dt="2023-01-09T22:13:34.616" v="69"/>
        <pc:sldMkLst>
          <pc:docMk/>
          <pc:sldMk cId="0" sldId="274"/>
        </pc:sldMkLst>
        <pc:spChg chg="add">
          <ac:chgData name="Geng, Baocheng" userId="b4253f3e-c40b-4a70-8207-93818653a34c" providerId="ADAL" clId="{677A44AB-1884-4FF9-BB2F-9430C9EDD900}" dt="2023-01-09T22:13:34.616" v="69"/>
          <ac:spMkLst>
            <pc:docMk/>
            <pc:sldMk cId="0" sldId="274"/>
            <ac:spMk id="13" creationId="{45E61695-A9E4-8FAD-605A-DB25B061447D}"/>
          </ac:spMkLst>
        </pc:spChg>
      </pc:sldChg>
      <pc:sldChg chg="addSp modSp mod">
        <pc:chgData name="Geng, Baocheng" userId="b4253f3e-c40b-4a70-8207-93818653a34c" providerId="ADAL" clId="{677A44AB-1884-4FF9-BB2F-9430C9EDD900}" dt="2023-01-09T22:20:19.277" v="89" actId="14100"/>
        <pc:sldMkLst>
          <pc:docMk/>
          <pc:sldMk cId="0" sldId="275"/>
        </pc:sldMkLst>
        <pc:spChg chg="mod">
          <ac:chgData name="Geng, Baocheng" userId="b4253f3e-c40b-4a70-8207-93818653a34c" providerId="ADAL" clId="{677A44AB-1884-4FF9-BB2F-9430C9EDD900}" dt="2023-01-09T22:20:19.277" v="89" actId="14100"/>
          <ac:spMkLst>
            <pc:docMk/>
            <pc:sldMk cId="0" sldId="275"/>
            <ac:spMk id="5" creationId="{00000000-0000-0000-0000-000000000000}"/>
          </ac:spMkLst>
        </pc:spChg>
        <pc:spChg chg="add">
          <ac:chgData name="Geng, Baocheng" userId="b4253f3e-c40b-4a70-8207-93818653a34c" providerId="ADAL" clId="{677A44AB-1884-4FF9-BB2F-9430C9EDD900}" dt="2023-01-09T22:13:34.616" v="69"/>
          <ac:spMkLst>
            <pc:docMk/>
            <pc:sldMk cId="0" sldId="275"/>
            <ac:spMk id="15" creationId="{9710A4B9-98AA-1BC9-5B9D-BCDA4CCDEB98}"/>
          </ac:spMkLst>
        </pc:spChg>
      </pc:sldChg>
      <pc:sldChg chg="addSp">
        <pc:chgData name="Geng, Baocheng" userId="b4253f3e-c40b-4a70-8207-93818653a34c" providerId="ADAL" clId="{677A44AB-1884-4FF9-BB2F-9430C9EDD900}" dt="2023-01-09T22:13:34.616" v="69"/>
        <pc:sldMkLst>
          <pc:docMk/>
          <pc:sldMk cId="0" sldId="276"/>
        </pc:sldMkLst>
        <pc:spChg chg="add">
          <ac:chgData name="Geng, Baocheng" userId="b4253f3e-c40b-4a70-8207-93818653a34c" providerId="ADAL" clId="{677A44AB-1884-4FF9-BB2F-9430C9EDD900}" dt="2023-01-09T22:13:34.616" v="69"/>
          <ac:spMkLst>
            <pc:docMk/>
            <pc:sldMk cId="0" sldId="276"/>
            <ac:spMk id="16" creationId="{6944DB71-C340-A805-70F2-2F765F90AF37}"/>
          </ac:spMkLst>
        </pc:spChg>
      </pc:sldChg>
      <pc:sldChg chg="addSp">
        <pc:chgData name="Geng, Baocheng" userId="b4253f3e-c40b-4a70-8207-93818653a34c" providerId="ADAL" clId="{677A44AB-1884-4FF9-BB2F-9430C9EDD900}" dt="2023-01-09T22:13:34.616" v="69"/>
        <pc:sldMkLst>
          <pc:docMk/>
          <pc:sldMk cId="0" sldId="277"/>
        </pc:sldMkLst>
        <pc:spChg chg="add">
          <ac:chgData name="Geng, Baocheng" userId="b4253f3e-c40b-4a70-8207-93818653a34c" providerId="ADAL" clId="{677A44AB-1884-4FF9-BB2F-9430C9EDD900}" dt="2023-01-09T22:13:34.616" v="69"/>
          <ac:spMkLst>
            <pc:docMk/>
            <pc:sldMk cId="0" sldId="277"/>
            <ac:spMk id="16" creationId="{640A69C9-0BEB-D6DA-1034-9A4B9D29DF6B}"/>
          </ac:spMkLst>
        </pc:spChg>
      </pc:sldChg>
      <pc:sldChg chg="addSp modSp mod">
        <pc:chgData name="Geng, Baocheng" userId="b4253f3e-c40b-4a70-8207-93818653a34c" providerId="ADAL" clId="{677A44AB-1884-4FF9-BB2F-9430C9EDD900}" dt="2023-01-11T16:20:20.861" v="165" actId="20577"/>
        <pc:sldMkLst>
          <pc:docMk/>
          <pc:sldMk cId="0" sldId="278"/>
        </pc:sldMkLst>
        <pc:spChg chg="mod">
          <ac:chgData name="Geng, Baocheng" userId="b4253f3e-c40b-4a70-8207-93818653a34c" providerId="ADAL" clId="{677A44AB-1884-4FF9-BB2F-9430C9EDD900}" dt="2023-01-11T16:20:20.861" v="165" actId="20577"/>
          <ac:spMkLst>
            <pc:docMk/>
            <pc:sldMk cId="0" sldId="278"/>
            <ac:spMk id="10" creationId="{00000000-0000-0000-0000-000000000000}"/>
          </ac:spMkLst>
        </pc:spChg>
        <pc:spChg chg="add">
          <ac:chgData name="Geng, Baocheng" userId="b4253f3e-c40b-4a70-8207-93818653a34c" providerId="ADAL" clId="{677A44AB-1884-4FF9-BB2F-9430C9EDD900}" dt="2023-01-09T22:13:34.616" v="69"/>
          <ac:spMkLst>
            <pc:docMk/>
            <pc:sldMk cId="0" sldId="278"/>
            <ac:spMk id="19" creationId="{8DE10B19-35C8-95C1-1624-5DFB5F45749B}"/>
          </ac:spMkLst>
        </pc:spChg>
      </pc:sldChg>
      <pc:sldChg chg="addSp modSp mod">
        <pc:chgData name="Geng, Baocheng" userId="b4253f3e-c40b-4a70-8207-93818653a34c" providerId="ADAL" clId="{677A44AB-1884-4FF9-BB2F-9430C9EDD900}" dt="2023-01-11T16:20:27.242" v="171" actId="20577"/>
        <pc:sldMkLst>
          <pc:docMk/>
          <pc:sldMk cId="0" sldId="279"/>
        </pc:sldMkLst>
        <pc:spChg chg="mod">
          <ac:chgData name="Geng, Baocheng" userId="b4253f3e-c40b-4a70-8207-93818653a34c" providerId="ADAL" clId="{677A44AB-1884-4FF9-BB2F-9430C9EDD900}" dt="2023-01-11T16:20:27.242" v="171" actId="20577"/>
          <ac:spMkLst>
            <pc:docMk/>
            <pc:sldMk cId="0" sldId="279"/>
            <ac:spMk id="10" creationId="{00000000-0000-0000-0000-000000000000}"/>
          </ac:spMkLst>
        </pc:spChg>
        <pc:spChg chg="mod">
          <ac:chgData name="Geng, Baocheng" userId="b4253f3e-c40b-4a70-8207-93818653a34c" providerId="ADAL" clId="{677A44AB-1884-4FF9-BB2F-9430C9EDD900}" dt="2023-01-09T22:20:05.300" v="88"/>
          <ac:spMkLst>
            <pc:docMk/>
            <pc:sldMk cId="0" sldId="279"/>
            <ac:spMk id="11" creationId="{00000000-0000-0000-0000-000000000000}"/>
          </ac:spMkLst>
        </pc:spChg>
        <pc:spChg chg="add">
          <ac:chgData name="Geng, Baocheng" userId="b4253f3e-c40b-4a70-8207-93818653a34c" providerId="ADAL" clId="{677A44AB-1884-4FF9-BB2F-9430C9EDD900}" dt="2023-01-09T22:13:34.616" v="69"/>
          <ac:spMkLst>
            <pc:docMk/>
            <pc:sldMk cId="0" sldId="279"/>
            <ac:spMk id="19" creationId="{3180C286-9571-DD14-8A3F-3D95D035548A}"/>
          </ac:spMkLst>
        </pc:spChg>
      </pc:sldChg>
      <pc:sldChg chg="addSp modSp mod">
        <pc:chgData name="Geng, Baocheng" userId="b4253f3e-c40b-4a70-8207-93818653a34c" providerId="ADAL" clId="{677A44AB-1884-4FF9-BB2F-9430C9EDD900}" dt="2023-01-11T16:20:36.516" v="177" actId="20577"/>
        <pc:sldMkLst>
          <pc:docMk/>
          <pc:sldMk cId="0" sldId="280"/>
        </pc:sldMkLst>
        <pc:spChg chg="mod">
          <ac:chgData name="Geng, Baocheng" userId="b4253f3e-c40b-4a70-8207-93818653a34c" providerId="ADAL" clId="{677A44AB-1884-4FF9-BB2F-9430C9EDD900}" dt="2023-01-11T16:20:36.516" v="177" actId="20577"/>
          <ac:spMkLst>
            <pc:docMk/>
            <pc:sldMk cId="0" sldId="280"/>
            <ac:spMk id="10" creationId="{00000000-0000-0000-0000-000000000000}"/>
          </ac:spMkLst>
        </pc:spChg>
        <pc:spChg chg="mod">
          <ac:chgData name="Geng, Baocheng" userId="b4253f3e-c40b-4a70-8207-93818653a34c" providerId="ADAL" clId="{677A44AB-1884-4FF9-BB2F-9430C9EDD900}" dt="2023-01-09T22:19:32.357" v="86" actId="20577"/>
          <ac:spMkLst>
            <pc:docMk/>
            <pc:sldMk cId="0" sldId="280"/>
            <ac:spMk id="11" creationId="{00000000-0000-0000-0000-000000000000}"/>
          </ac:spMkLst>
        </pc:spChg>
        <pc:spChg chg="add">
          <ac:chgData name="Geng, Baocheng" userId="b4253f3e-c40b-4a70-8207-93818653a34c" providerId="ADAL" clId="{677A44AB-1884-4FF9-BB2F-9430C9EDD900}" dt="2023-01-09T22:13:34.616" v="69"/>
          <ac:spMkLst>
            <pc:docMk/>
            <pc:sldMk cId="0" sldId="280"/>
            <ac:spMk id="20" creationId="{B061C337-F7A5-3E5B-E211-F04CE4C6312E}"/>
          </ac:spMkLst>
        </pc:spChg>
      </pc:sldChg>
      <pc:sldChg chg="addSp delSp mod">
        <pc:chgData name="Geng, Baocheng" userId="b4253f3e-c40b-4a70-8207-93818653a34c" providerId="ADAL" clId="{677A44AB-1884-4FF9-BB2F-9430C9EDD900}" dt="2023-01-09T22:18:12.841" v="83" actId="478"/>
        <pc:sldMkLst>
          <pc:docMk/>
          <pc:sldMk cId="0" sldId="281"/>
        </pc:sldMkLst>
        <pc:spChg chg="add">
          <ac:chgData name="Geng, Baocheng" userId="b4253f3e-c40b-4a70-8207-93818653a34c" providerId="ADAL" clId="{677A44AB-1884-4FF9-BB2F-9430C9EDD900}" dt="2023-01-09T22:13:34.616" v="69"/>
          <ac:spMkLst>
            <pc:docMk/>
            <pc:sldMk cId="0" sldId="281"/>
            <ac:spMk id="17" creationId="{EED100D9-B1CF-2588-318B-C063FDE095D9}"/>
          </ac:spMkLst>
        </pc:spChg>
        <pc:grpChg chg="del">
          <ac:chgData name="Geng, Baocheng" userId="b4253f3e-c40b-4a70-8207-93818653a34c" providerId="ADAL" clId="{677A44AB-1884-4FF9-BB2F-9430C9EDD900}" dt="2023-01-09T22:18:12.841" v="83" actId="478"/>
          <ac:grpSpMkLst>
            <pc:docMk/>
            <pc:sldMk cId="0" sldId="281"/>
            <ac:grpSpMk id="10" creationId="{00000000-0000-0000-0000-000000000000}"/>
          </ac:grpSpMkLst>
        </pc:grpChg>
      </pc:sldChg>
      <pc:sldChg chg="addSp">
        <pc:chgData name="Geng, Baocheng" userId="b4253f3e-c40b-4a70-8207-93818653a34c" providerId="ADAL" clId="{677A44AB-1884-4FF9-BB2F-9430C9EDD900}" dt="2023-01-09T22:13:34.616" v="69"/>
        <pc:sldMkLst>
          <pc:docMk/>
          <pc:sldMk cId="0" sldId="282"/>
        </pc:sldMkLst>
        <pc:spChg chg="add">
          <ac:chgData name="Geng, Baocheng" userId="b4253f3e-c40b-4a70-8207-93818653a34c" providerId="ADAL" clId="{677A44AB-1884-4FF9-BB2F-9430C9EDD900}" dt="2023-01-09T22:13:34.616" v="69"/>
          <ac:spMkLst>
            <pc:docMk/>
            <pc:sldMk cId="0" sldId="282"/>
            <ac:spMk id="25" creationId="{01D8A808-50F0-E802-E143-772E861002DB}"/>
          </ac:spMkLst>
        </pc:spChg>
      </pc:sldChg>
      <pc:sldChg chg="addSp">
        <pc:chgData name="Geng, Baocheng" userId="b4253f3e-c40b-4a70-8207-93818653a34c" providerId="ADAL" clId="{677A44AB-1884-4FF9-BB2F-9430C9EDD900}" dt="2023-01-09T22:13:34.616" v="69"/>
        <pc:sldMkLst>
          <pc:docMk/>
          <pc:sldMk cId="0" sldId="283"/>
        </pc:sldMkLst>
        <pc:spChg chg="add">
          <ac:chgData name="Geng, Baocheng" userId="b4253f3e-c40b-4a70-8207-93818653a34c" providerId="ADAL" clId="{677A44AB-1884-4FF9-BB2F-9430C9EDD900}" dt="2023-01-09T22:13:34.616" v="69"/>
          <ac:spMkLst>
            <pc:docMk/>
            <pc:sldMk cId="0" sldId="283"/>
            <ac:spMk id="17" creationId="{2E715C40-0DFC-F359-F9A3-0314C3B3F7B3}"/>
          </ac:spMkLst>
        </pc:spChg>
      </pc:sldChg>
      <pc:sldChg chg="addSp">
        <pc:chgData name="Geng, Baocheng" userId="b4253f3e-c40b-4a70-8207-93818653a34c" providerId="ADAL" clId="{677A44AB-1884-4FF9-BB2F-9430C9EDD900}" dt="2023-01-09T22:13:34.616" v="69"/>
        <pc:sldMkLst>
          <pc:docMk/>
          <pc:sldMk cId="0" sldId="284"/>
        </pc:sldMkLst>
        <pc:spChg chg="add">
          <ac:chgData name="Geng, Baocheng" userId="b4253f3e-c40b-4a70-8207-93818653a34c" providerId="ADAL" clId="{677A44AB-1884-4FF9-BB2F-9430C9EDD900}" dt="2023-01-09T22:13:34.616" v="69"/>
          <ac:spMkLst>
            <pc:docMk/>
            <pc:sldMk cId="0" sldId="284"/>
            <ac:spMk id="25" creationId="{9ECC044F-F18C-F694-9D55-7F1D78CA5EAC}"/>
          </ac:spMkLst>
        </pc:spChg>
      </pc:sldChg>
      <pc:sldChg chg="addSp">
        <pc:chgData name="Geng, Baocheng" userId="b4253f3e-c40b-4a70-8207-93818653a34c" providerId="ADAL" clId="{677A44AB-1884-4FF9-BB2F-9430C9EDD900}" dt="2023-01-09T22:13:34.616" v="69"/>
        <pc:sldMkLst>
          <pc:docMk/>
          <pc:sldMk cId="0" sldId="285"/>
        </pc:sldMkLst>
        <pc:spChg chg="add">
          <ac:chgData name="Geng, Baocheng" userId="b4253f3e-c40b-4a70-8207-93818653a34c" providerId="ADAL" clId="{677A44AB-1884-4FF9-BB2F-9430C9EDD900}" dt="2023-01-09T22:13:34.616" v="69"/>
          <ac:spMkLst>
            <pc:docMk/>
            <pc:sldMk cId="0" sldId="285"/>
            <ac:spMk id="16" creationId="{D5609904-8551-0180-147D-EB1AED576E89}"/>
          </ac:spMkLst>
        </pc:spChg>
      </pc:sldChg>
      <pc:sldChg chg="addSp">
        <pc:chgData name="Geng, Baocheng" userId="b4253f3e-c40b-4a70-8207-93818653a34c" providerId="ADAL" clId="{677A44AB-1884-4FF9-BB2F-9430C9EDD900}" dt="2023-01-09T22:13:34.616" v="69"/>
        <pc:sldMkLst>
          <pc:docMk/>
          <pc:sldMk cId="0" sldId="286"/>
        </pc:sldMkLst>
        <pc:spChg chg="add">
          <ac:chgData name="Geng, Baocheng" userId="b4253f3e-c40b-4a70-8207-93818653a34c" providerId="ADAL" clId="{677A44AB-1884-4FF9-BB2F-9430C9EDD900}" dt="2023-01-09T22:13:34.616" v="69"/>
          <ac:spMkLst>
            <pc:docMk/>
            <pc:sldMk cId="0" sldId="286"/>
            <ac:spMk id="18" creationId="{C21E5993-8056-48C1-EAE4-4EDDBCAD1D82}"/>
          </ac:spMkLst>
        </pc:spChg>
      </pc:sldChg>
      <pc:sldChg chg="addSp">
        <pc:chgData name="Geng, Baocheng" userId="b4253f3e-c40b-4a70-8207-93818653a34c" providerId="ADAL" clId="{677A44AB-1884-4FF9-BB2F-9430C9EDD900}" dt="2023-01-09T22:13:34.616" v="69"/>
        <pc:sldMkLst>
          <pc:docMk/>
          <pc:sldMk cId="0" sldId="287"/>
        </pc:sldMkLst>
        <pc:spChg chg="add">
          <ac:chgData name="Geng, Baocheng" userId="b4253f3e-c40b-4a70-8207-93818653a34c" providerId="ADAL" clId="{677A44AB-1884-4FF9-BB2F-9430C9EDD900}" dt="2023-01-09T22:13:34.616" v="69"/>
          <ac:spMkLst>
            <pc:docMk/>
            <pc:sldMk cId="0" sldId="287"/>
            <ac:spMk id="22" creationId="{A09C1380-7962-999A-A0C3-22F083F53EB3}"/>
          </ac:spMkLst>
        </pc:spChg>
      </pc:sldChg>
      <pc:sldChg chg="addSp">
        <pc:chgData name="Geng, Baocheng" userId="b4253f3e-c40b-4a70-8207-93818653a34c" providerId="ADAL" clId="{677A44AB-1884-4FF9-BB2F-9430C9EDD900}" dt="2023-01-09T22:13:34.616" v="69"/>
        <pc:sldMkLst>
          <pc:docMk/>
          <pc:sldMk cId="0" sldId="288"/>
        </pc:sldMkLst>
        <pc:spChg chg="add">
          <ac:chgData name="Geng, Baocheng" userId="b4253f3e-c40b-4a70-8207-93818653a34c" providerId="ADAL" clId="{677A44AB-1884-4FF9-BB2F-9430C9EDD900}" dt="2023-01-09T22:13:34.616" v="69"/>
          <ac:spMkLst>
            <pc:docMk/>
            <pc:sldMk cId="0" sldId="288"/>
            <ac:spMk id="17" creationId="{349E127D-F5D1-DDD2-0D88-EA4F4461644B}"/>
          </ac:spMkLst>
        </pc:spChg>
      </pc:sldChg>
      <pc:sldChg chg="addSp">
        <pc:chgData name="Geng, Baocheng" userId="b4253f3e-c40b-4a70-8207-93818653a34c" providerId="ADAL" clId="{677A44AB-1884-4FF9-BB2F-9430C9EDD900}" dt="2023-01-09T22:13:34.616" v="69"/>
        <pc:sldMkLst>
          <pc:docMk/>
          <pc:sldMk cId="0" sldId="289"/>
        </pc:sldMkLst>
        <pc:spChg chg="add">
          <ac:chgData name="Geng, Baocheng" userId="b4253f3e-c40b-4a70-8207-93818653a34c" providerId="ADAL" clId="{677A44AB-1884-4FF9-BB2F-9430C9EDD900}" dt="2023-01-09T22:13:34.616" v="69"/>
          <ac:spMkLst>
            <pc:docMk/>
            <pc:sldMk cId="0" sldId="289"/>
            <ac:spMk id="17" creationId="{C56BC064-83A5-5FDE-FCFD-1196D00DCFCB}"/>
          </ac:spMkLst>
        </pc:spChg>
      </pc:sldChg>
      <pc:sldChg chg="addSp">
        <pc:chgData name="Geng, Baocheng" userId="b4253f3e-c40b-4a70-8207-93818653a34c" providerId="ADAL" clId="{677A44AB-1884-4FF9-BB2F-9430C9EDD900}" dt="2023-01-09T22:13:34.616" v="69"/>
        <pc:sldMkLst>
          <pc:docMk/>
          <pc:sldMk cId="0" sldId="290"/>
        </pc:sldMkLst>
        <pc:spChg chg="add">
          <ac:chgData name="Geng, Baocheng" userId="b4253f3e-c40b-4a70-8207-93818653a34c" providerId="ADAL" clId="{677A44AB-1884-4FF9-BB2F-9430C9EDD900}" dt="2023-01-09T22:13:34.616" v="69"/>
          <ac:spMkLst>
            <pc:docMk/>
            <pc:sldMk cId="0" sldId="290"/>
            <ac:spMk id="17" creationId="{21BA209D-D9F7-CE1D-06C7-E13554DC7FA5}"/>
          </ac:spMkLst>
        </pc:spChg>
      </pc:sldChg>
      <pc:sldChg chg="addSp">
        <pc:chgData name="Geng, Baocheng" userId="b4253f3e-c40b-4a70-8207-93818653a34c" providerId="ADAL" clId="{677A44AB-1884-4FF9-BB2F-9430C9EDD900}" dt="2023-01-09T22:13:34.616" v="69"/>
        <pc:sldMkLst>
          <pc:docMk/>
          <pc:sldMk cId="0" sldId="291"/>
        </pc:sldMkLst>
        <pc:spChg chg="add">
          <ac:chgData name="Geng, Baocheng" userId="b4253f3e-c40b-4a70-8207-93818653a34c" providerId="ADAL" clId="{677A44AB-1884-4FF9-BB2F-9430C9EDD900}" dt="2023-01-09T22:13:34.616" v="69"/>
          <ac:spMkLst>
            <pc:docMk/>
            <pc:sldMk cId="0" sldId="291"/>
            <ac:spMk id="17" creationId="{213630DB-C719-D1D2-F828-5DEA2AF1ABD3}"/>
          </ac:spMkLst>
        </pc:spChg>
      </pc:sldChg>
      <pc:sldChg chg="addSp">
        <pc:chgData name="Geng, Baocheng" userId="b4253f3e-c40b-4a70-8207-93818653a34c" providerId="ADAL" clId="{677A44AB-1884-4FF9-BB2F-9430C9EDD900}" dt="2023-01-09T22:13:34.616" v="69"/>
        <pc:sldMkLst>
          <pc:docMk/>
          <pc:sldMk cId="0" sldId="292"/>
        </pc:sldMkLst>
        <pc:spChg chg="add">
          <ac:chgData name="Geng, Baocheng" userId="b4253f3e-c40b-4a70-8207-93818653a34c" providerId="ADAL" clId="{677A44AB-1884-4FF9-BB2F-9430C9EDD900}" dt="2023-01-09T22:13:34.616" v="69"/>
          <ac:spMkLst>
            <pc:docMk/>
            <pc:sldMk cId="0" sldId="292"/>
            <ac:spMk id="17" creationId="{F40B8B2C-51EE-5937-BBED-204E85F157D2}"/>
          </ac:spMkLst>
        </pc:spChg>
      </pc:sldChg>
      <pc:sldChg chg="addSp">
        <pc:chgData name="Geng, Baocheng" userId="b4253f3e-c40b-4a70-8207-93818653a34c" providerId="ADAL" clId="{677A44AB-1884-4FF9-BB2F-9430C9EDD900}" dt="2023-01-09T22:13:34.616" v="69"/>
        <pc:sldMkLst>
          <pc:docMk/>
          <pc:sldMk cId="0" sldId="293"/>
        </pc:sldMkLst>
        <pc:spChg chg="add">
          <ac:chgData name="Geng, Baocheng" userId="b4253f3e-c40b-4a70-8207-93818653a34c" providerId="ADAL" clId="{677A44AB-1884-4FF9-BB2F-9430C9EDD900}" dt="2023-01-09T22:13:34.616" v="69"/>
          <ac:spMkLst>
            <pc:docMk/>
            <pc:sldMk cId="0" sldId="293"/>
            <ac:spMk id="17" creationId="{5351C4FE-51F1-19BB-36A0-B279CEDDB216}"/>
          </ac:spMkLst>
        </pc:spChg>
      </pc:sldChg>
      <pc:sldChg chg="addSp">
        <pc:chgData name="Geng, Baocheng" userId="b4253f3e-c40b-4a70-8207-93818653a34c" providerId="ADAL" clId="{677A44AB-1884-4FF9-BB2F-9430C9EDD900}" dt="2023-01-09T22:13:34.616" v="69"/>
        <pc:sldMkLst>
          <pc:docMk/>
          <pc:sldMk cId="0" sldId="294"/>
        </pc:sldMkLst>
        <pc:spChg chg="add">
          <ac:chgData name="Geng, Baocheng" userId="b4253f3e-c40b-4a70-8207-93818653a34c" providerId="ADAL" clId="{677A44AB-1884-4FF9-BB2F-9430C9EDD900}" dt="2023-01-09T22:13:34.616" v="69"/>
          <ac:spMkLst>
            <pc:docMk/>
            <pc:sldMk cId="0" sldId="294"/>
            <ac:spMk id="17" creationId="{EDF65B3F-B603-408B-38D7-10B5A39C3D8C}"/>
          </ac:spMkLst>
        </pc:spChg>
      </pc:sldChg>
      <pc:sldChg chg="addSp">
        <pc:chgData name="Geng, Baocheng" userId="b4253f3e-c40b-4a70-8207-93818653a34c" providerId="ADAL" clId="{677A44AB-1884-4FF9-BB2F-9430C9EDD900}" dt="2023-01-09T22:13:34.616" v="69"/>
        <pc:sldMkLst>
          <pc:docMk/>
          <pc:sldMk cId="0" sldId="295"/>
        </pc:sldMkLst>
        <pc:spChg chg="add">
          <ac:chgData name="Geng, Baocheng" userId="b4253f3e-c40b-4a70-8207-93818653a34c" providerId="ADAL" clId="{677A44AB-1884-4FF9-BB2F-9430C9EDD900}" dt="2023-01-09T22:13:34.616" v="69"/>
          <ac:spMkLst>
            <pc:docMk/>
            <pc:sldMk cId="0" sldId="295"/>
            <ac:spMk id="17" creationId="{F8FC1293-D08F-654E-7F91-4BC5F7CC3D04}"/>
          </ac:spMkLst>
        </pc:spChg>
      </pc:sldChg>
      <pc:sldChg chg="addSp">
        <pc:chgData name="Geng, Baocheng" userId="b4253f3e-c40b-4a70-8207-93818653a34c" providerId="ADAL" clId="{677A44AB-1884-4FF9-BB2F-9430C9EDD900}" dt="2023-01-09T22:13:34.616" v="69"/>
        <pc:sldMkLst>
          <pc:docMk/>
          <pc:sldMk cId="0" sldId="296"/>
        </pc:sldMkLst>
        <pc:spChg chg="add">
          <ac:chgData name="Geng, Baocheng" userId="b4253f3e-c40b-4a70-8207-93818653a34c" providerId="ADAL" clId="{677A44AB-1884-4FF9-BB2F-9430C9EDD900}" dt="2023-01-09T22:13:34.616" v="69"/>
          <ac:spMkLst>
            <pc:docMk/>
            <pc:sldMk cId="0" sldId="296"/>
            <ac:spMk id="11" creationId="{A5F5CFD5-FC61-491D-58DC-7421438D27BB}"/>
          </ac:spMkLst>
        </pc:spChg>
      </pc:sldChg>
      <pc:sldChg chg="addSp">
        <pc:chgData name="Geng, Baocheng" userId="b4253f3e-c40b-4a70-8207-93818653a34c" providerId="ADAL" clId="{677A44AB-1884-4FF9-BB2F-9430C9EDD900}" dt="2023-01-09T22:13:34.616" v="69"/>
        <pc:sldMkLst>
          <pc:docMk/>
          <pc:sldMk cId="0" sldId="297"/>
        </pc:sldMkLst>
        <pc:spChg chg="add">
          <ac:chgData name="Geng, Baocheng" userId="b4253f3e-c40b-4a70-8207-93818653a34c" providerId="ADAL" clId="{677A44AB-1884-4FF9-BB2F-9430C9EDD900}" dt="2023-01-09T22:13:34.616" v="69"/>
          <ac:spMkLst>
            <pc:docMk/>
            <pc:sldMk cId="0" sldId="297"/>
            <ac:spMk id="10" creationId="{2777D504-DC9D-86AC-BF18-10310D8A3E63}"/>
          </ac:spMkLst>
        </pc:spChg>
      </pc:sldChg>
      <pc:sldChg chg="addSp">
        <pc:chgData name="Geng, Baocheng" userId="b4253f3e-c40b-4a70-8207-93818653a34c" providerId="ADAL" clId="{677A44AB-1884-4FF9-BB2F-9430C9EDD900}" dt="2023-01-09T22:13:34.616" v="69"/>
        <pc:sldMkLst>
          <pc:docMk/>
          <pc:sldMk cId="0" sldId="298"/>
        </pc:sldMkLst>
        <pc:spChg chg="add">
          <ac:chgData name="Geng, Baocheng" userId="b4253f3e-c40b-4a70-8207-93818653a34c" providerId="ADAL" clId="{677A44AB-1884-4FF9-BB2F-9430C9EDD900}" dt="2023-01-09T22:13:34.616" v="69"/>
          <ac:spMkLst>
            <pc:docMk/>
            <pc:sldMk cId="0" sldId="298"/>
            <ac:spMk id="10" creationId="{7B48D5D2-8DA3-6552-6B6E-38244205E76A}"/>
          </ac:spMkLst>
        </pc:spChg>
      </pc:sldChg>
      <pc:sldChg chg="addSp del">
        <pc:chgData name="Geng, Baocheng" userId="b4253f3e-c40b-4a70-8207-93818653a34c" providerId="ADAL" clId="{677A44AB-1884-4FF9-BB2F-9430C9EDD900}" dt="2023-01-11T16:25:50.810" v="178" actId="47"/>
        <pc:sldMkLst>
          <pc:docMk/>
          <pc:sldMk cId="0" sldId="299"/>
        </pc:sldMkLst>
        <pc:spChg chg="add">
          <ac:chgData name="Geng, Baocheng" userId="b4253f3e-c40b-4a70-8207-93818653a34c" providerId="ADAL" clId="{677A44AB-1884-4FF9-BB2F-9430C9EDD900}" dt="2023-01-09T22:13:34.616" v="69"/>
          <ac:spMkLst>
            <pc:docMk/>
            <pc:sldMk cId="0" sldId="299"/>
            <ac:spMk id="10" creationId="{C4211569-1378-3AF6-6011-5D89ED165B74}"/>
          </ac:spMkLst>
        </pc:spChg>
      </pc:sldChg>
      <pc:sldChg chg="addSp delSp mod">
        <pc:chgData name="Geng, Baocheng" userId="b4253f3e-c40b-4a70-8207-93818653a34c" providerId="ADAL" clId="{677A44AB-1884-4FF9-BB2F-9430C9EDD900}" dt="2023-01-09T22:18:00.892" v="82" actId="478"/>
        <pc:sldMkLst>
          <pc:docMk/>
          <pc:sldMk cId="0" sldId="300"/>
        </pc:sldMkLst>
        <pc:spChg chg="add">
          <ac:chgData name="Geng, Baocheng" userId="b4253f3e-c40b-4a70-8207-93818653a34c" providerId="ADAL" clId="{677A44AB-1884-4FF9-BB2F-9430C9EDD900}" dt="2023-01-09T22:13:34.616" v="69"/>
          <ac:spMkLst>
            <pc:docMk/>
            <pc:sldMk cId="0" sldId="300"/>
            <ac:spMk id="12" creationId="{CB836BDA-D1C6-7A4B-E9B6-B4604B5F127E}"/>
          </ac:spMkLst>
        </pc:spChg>
        <pc:grpChg chg="del">
          <ac:chgData name="Geng, Baocheng" userId="b4253f3e-c40b-4a70-8207-93818653a34c" providerId="ADAL" clId="{677A44AB-1884-4FF9-BB2F-9430C9EDD900}" dt="2023-01-09T22:18:00.892" v="82" actId="478"/>
          <ac:grpSpMkLst>
            <pc:docMk/>
            <pc:sldMk cId="0" sldId="300"/>
            <ac:grpSpMk id="5" creationId="{00000000-0000-0000-0000-000000000000}"/>
          </ac:grpSpMkLst>
        </pc:grpChg>
      </pc:sldChg>
      <pc:sldChg chg="addSp">
        <pc:chgData name="Geng, Baocheng" userId="b4253f3e-c40b-4a70-8207-93818653a34c" providerId="ADAL" clId="{677A44AB-1884-4FF9-BB2F-9430C9EDD900}" dt="2023-01-09T22:13:34.616" v="69"/>
        <pc:sldMkLst>
          <pc:docMk/>
          <pc:sldMk cId="0" sldId="301"/>
        </pc:sldMkLst>
        <pc:spChg chg="add">
          <ac:chgData name="Geng, Baocheng" userId="b4253f3e-c40b-4a70-8207-93818653a34c" providerId="ADAL" clId="{677A44AB-1884-4FF9-BB2F-9430C9EDD900}" dt="2023-01-09T22:13:34.616" v="69"/>
          <ac:spMkLst>
            <pc:docMk/>
            <pc:sldMk cId="0" sldId="301"/>
            <ac:spMk id="13" creationId="{E00BFDA8-5A73-EE57-5269-BB8501DF2BD8}"/>
          </ac:spMkLst>
        </pc:spChg>
      </pc:sldChg>
      <pc:sldChg chg="addSp">
        <pc:chgData name="Geng, Baocheng" userId="b4253f3e-c40b-4a70-8207-93818653a34c" providerId="ADAL" clId="{677A44AB-1884-4FF9-BB2F-9430C9EDD900}" dt="2023-01-09T22:13:34.616" v="69"/>
        <pc:sldMkLst>
          <pc:docMk/>
          <pc:sldMk cId="0" sldId="302"/>
        </pc:sldMkLst>
        <pc:spChg chg="add">
          <ac:chgData name="Geng, Baocheng" userId="b4253f3e-c40b-4a70-8207-93818653a34c" providerId="ADAL" clId="{677A44AB-1884-4FF9-BB2F-9430C9EDD900}" dt="2023-01-09T22:13:34.616" v="69"/>
          <ac:spMkLst>
            <pc:docMk/>
            <pc:sldMk cId="0" sldId="302"/>
            <ac:spMk id="14" creationId="{1751BB61-BE42-001D-DE88-8AF450F2BC93}"/>
          </ac:spMkLst>
        </pc:spChg>
      </pc:sldChg>
      <pc:sldChg chg="addSp">
        <pc:chgData name="Geng, Baocheng" userId="b4253f3e-c40b-4a70-8207-93818653a34c" providerId="ADAL" clId="{677A44AB-1884-4FF9-BB2F-9430C9EDD900}" dt="2023-01-09T22:13:34.616" v="69"/>
        <pc:sldMkLst>
          <pc:docMk/>
          <pc:sldMk cId="0" sldId="303"/>
        </pc:sldMkLst>
        <pc:spChg chg="add">
          <ac:chgData name="Geng, Baocheng" userId="b4253f3e-c40b-4a70-8207-93818653a34c" providerId="ADAL" clId="{677A44AB-1884-4FF9-BB2F-9430C9EDD900}" dt="2023-01-09T22:13:34.616" v="69"/>
          <ac:spMkLst>
            <pc:docMk/>
            <pc:sldMk cId="0" sldId="303"/>
            <ac:spMk id="15" creationId="{C3095F81-3720-C296-B149-9DE042D58E99}"/>
          </ac:spMkLst>
        </pc:spChg>
      </pc:sldChg>
      <pc:sldChg chg="addSp">
        <pc:chgData name="Geng, Baocheng" userId="b4253f3e-c40b-4a70-8207-93818653a34c" providerId="ADAL" clId="{677A44AB-1884-4FF9-BB2F-9430C9EDD900}" dt="2023-01-09T22:13:34.616" v="69"/>
        <pc:sldMkLst>
          <pc:docMk/>
          <pc:sldMk cId="0" sldId="304"/>
        </pc:sldMkLst>
        <pc:spChg chg="add">
          <ac:chgData name="Geng, Baocheng" userId="b4253f3e-c40b-4a70-8207-93818653a34c" providerId="ADAL" clId="{677A44AB-1884-4FF9-BB2F-9430C9EDD900}" dt="2023-01-09T22:13:34.616" v="69"/>
          <ac:spMkLst>
            <pc:docMk/>
            <pc:sldMk cId="0" sldId="304"/>
            <ac:spMk id="16" creationId="{57A37989-62C9-BF31-F1E0-76F742EFCE31}"/>
          </ac:spMkLst>
        </pc:spChg>
      </pc:sldChg>
      <pc:sldChg chg="addSp ord">
        <pc:chgData name="Geng, Baocheng" userId="b4253f3e-c40b-4a70-8207-93818653a34c" providerId="ADAL" clId="{677A44AB-1884-4FF9-BB2F-9430C9EDD900}" dt="2023-01-09T22:13:34.616" v="69"/>
        <pc:sldMkLst>
          <pc:docMk/>
          <pc:sldMk cId="0" sldId="305"/>
        </pc:sldMkLst>
        <pc:spChg chg="add">
          <ac:chgData name="Geng, Baocheng" userId="b4253f3e-c40b-4a70-8207-93818653a34c" providerId="ADAL" clId="{677A44AB-1884-4FF9-BB2F-9430C9EDD900}" dt="2023-01-09T22:13:34.616" v="69"/>
          <ac:spMkLst>
            <pc:docMk/>
            <pc:sldMk cId="0" sldId="305"/>
            <ac:spMk id="10" creationId="{A924BCB1-1EC0-EB97-D2AC-E128D1CAC5F2}"/>
          </ac:spMkLst>
        </pc:spChg>
      </pc:sldChg>
      <pc:sldChg chg="addSp">
        <pc:chgData name="Geng, Baocheng" userId="b4253f3e-c40b-4a70-8207-93818653a34c" providerId="ADAL" clId="{677A44AB-1884-4FF9-BB2F-9430C9EDD900}" dt="2023-01-09T22:13:34.616" v="69"/>
        <pc:sldMkLst>
          <pc:docMk/>
          <pc:sldMk cId="0" sldId="306"/>
        </pc:sldMkLst>
        <pc:spChg chg="add">
          <ac:chgData name="Geng, Baocheng" userId="b4253f3e-c40b-4a70-8207-93818653a34c" providerId="ADAL" clId="{677A44AB-1884-4FF9-BB2F-9430C9EDD900}" dt="2023-01-09T22:13:34.616" v="69"/>
          <ac:spMkLst>
            <pc:docMk/>
            <pc:sldMk cId="0" sldId="306"/>
            <ac:spMk id="10" creationId="{78076BD3-B181-D890-84C7-0BA8D6050A8D}"/>
          </ac:spMkLst>
        </pc:spChg>
      </pc:sldChg>
      <pc:sldChg chg="addSp">
        <pc:chgData name="Geng, Baocheng" userId="b4253f3e-c40b-4a70-8207-93818653a34c" providerId="ADAL" clId="{677A44AB-1884-4FF9-BB2F-9430C9EDD900}" dt="2023-01-09T22:13:34.616" v="69"/>
        <pc:sldMkLst>
          <pc:docMk/>
          <pc:sldMk cId="0" sldId="316"/>
        </pc:sldMkLst>
        <pc:spChg chg="add">
          <ac:chgData name="Geng, Baocheng" userId="b4253f3e-c40b-4a70-8207-93818653a34c" providerId="ADAL" clId="{677A44AB-1884-4FF9-BB2F-9430C9EDD900}" dt="2023-01-09T22:13:34.616" v="69"/>
          <ac:spMkLst>
            <pc:docMk/>
            <pc:sldMk cId="0" sldId="316"/>
            <ac:spMk id="12" creationId="{2BACCD7A-7BE8-6400-AB34-9ADF133967A7}"/>
          </ac:spMkLst>
        </pc:spChg>
      </pc:sldChg>
      <pc:sldChg chg="addSp">
        <pc:chgData name="Geng, Baocheng" userId="b4253f3e-c40b-4a70-8207-93818653a34c" providerId="ADAL" clId="{677A44AB-1884-4FF9-BB2F-9430C9EDD900}" dt="2023-01-09T22:13:34.616" v="69"/>
        <pc:sldMkLst>
          <pc:docMk/>
          <pc:sldMk cId="0" sldId="323"/>
        </pc:sldMkLst>
        <pc:spChg chg="add">
          <ac:chgData name="Geng, Baocheng" userId="b4253f3e-c40b-4a70-8207-93818653a34c" providerId="ADAL" clId="{677A44AB-1884-4FF9-BB2F-9430C9EDD900}" dt="2023-01-09T22:13:34.616" v="69"/>
          <ac:spMkLst>
            <pc:docMk/>
            <pc:sldMk cId="0" sldId="323"/>
            <ac:spMk id="13" creationId="{D0649C98-F7B7-5267-7160-4EEBEDECDD2D}"/>
          </ac:spMkLst>
        </pc:spChg>
      </pc:sldChg>
      <pc:sldChg chg="addSp">
        <pc:chgData name="Geng, Baocheng" userId="b4253f3e-c40b-4a70-8207-93818653a34c" providerId="ADAL" clId="{677A44AB-1884-4FF9-BB2F-9430C9EDD900}" dt="2023-01-09T22:13:34.616" v="69"/>
        <pc:sldMkLst>
          <pc:docMk/>
          <pc:sldMk cId="0" sldId="324"/>
        </pc:sldMkLst>
        <pc:spChg chg="add">
          <ac:chgData name="Geng, Baocheng" userId="b4253f3e-c40b-4a70-8207-93818653a34c" providerId="ADAL" clId="{677A44AB-1884-4FF9-BB2F-9430C9EDD900}" dt="2023-01-09T22:13:34.616" v="69"/>
          <ac:spMkLst>
            <pc:docMk/>
            <pc:sldMk cId="0" sldId="324"/>
            <ac:spMk id="16" creationId="{C3E215D9-3CAD-0C19-986C-9CEF5A659550}"/>
          </ac:spMkLst>
        </pc:spChg>
      </pc:sldChg>
      <pc:sldChg chg="addSp">
        <pc:chgData name="Geng, Baocheng" userId="b4253f3e-c40b-4a70-8207-93818653a34c" providerId="ADAL" clId="{677A44AB-1884-4FF9-BB2F-9430C9EDD900}" dt="2023-01-09T22:13:34.616" v="69"/>
        <pc:sldMkLst>
          <pc:docMk/>
          <pc:sldMk cId="0" sldId="325"/>
        </pc:sldMkLst>
        <pc:spChg chg="add">
          <ac:chgData name="Geng, Baocheng" userId="b4253f3e-c40b-4a70-8207-93818653a34c" providerId="ADAL" clId="{677A44AB-1884-4FF9-BB2F-9430C9EDD900}" dt="2023-01-09T22:13:34.616" v="69"/>
          <ac:spMkLst>
            <pc:docMk/>
            <pc:sldMk cId="0" sldId="325"/>
            <ac:spMk id="15" creationId="{A6D4F018-B4CF-D22A-58B3-755BD068352D}"/>
          </ac:spMkLst>
        </pc:spChg>
      </pc:sldChg>
      <pc:sldChg chg="addSp delSp modSp mod">
        <pc:chgData name="Geng, Baocheng" userId="b4253f3e-c40b-4a70-8207-93818653a34c" providerId="ADAL" clId="{677A44AB-1884-4FF9-BB2F-9430C9EDD900}" dt="2023-01-09T22:13:34.616" v="69"/>
        <pc:sldMkLst>
          <pc:docMk/>
          <pc:sldMk cId="0" sldId="334"/>
        </pc:sldMkLst>
        <pc:spChg chg="del mod">
          <ac:chgData name="Geng, Baocheng" userId="b4253f3e-c40b-4a70-8207-93818653a34c" providerId="ADAL" clId="{677A44AB-1884-4FF9-BB2F-9430C9EDD900}" dt="2023-01-09T21:55:51.516" v="6" actId="478"/>
          <ac:spMkLst>
            <pc:docMk/>
            <pc:sldMk cId="0" sldId="334"/>
            <ac:spMk id="10" creationId="{282B23C4-EBF3-60F0-5B06-2B16348C91DE}"/>
          </ac:spMkLst>
        </pc:spChg>
        <pc:spChg chg="add">
          <ac:chgData name="Geng, Baocheng" userId="b4253f3e-c40b-4a70-8207-93818653a34c" providerId="ADAL" clId="{677A44AB-1884-4FF9-BB2F-9430C9EDD900}" dt="2023-01-09T22:13:34.616" v="69"/>
          <ac:spMkLst>
            <pc:docMk/>
            <pc:sldMk cId="0" sldId="334"/>
            <ac:spMk id="11" creationId="{CC6FEF8D-A949-4B0B-509A-48FAE9015EF6}"/>
          </ac:spMkLst>
        </pc:spChg>
      </pc:sldChg>
      <pc:sldChg chg="addSp">
        <pc:chgData name="Geng, Baocheng" userId="b4253f3e-c40b-4a70-8207-93818653a34c" providerId="ADAL" clId="{677A44AB-1884-4FF9-BB2F-9430C9EDD900}" dt="2023-01-09T22:13:34.616" v="69"/>
        <pc:sldMkLst>
          <pc:docMk/>
          <pc:sldMk cId="0" sldId="335"/>
        </pc:sldMkLst>
        <pc:spChg chg="add">
          <ac:chgData name="Geng, Baocheng" userId="b4253f3e-c40b-4a70-8207-93818653a34c" providerId="ADAL" clId="{677A44AB-1884-4FF9-BB2F-9430C9EDD900}" dt="2023-01-09T22:13:34.616" v="69"/>
          <ac:spMkLst>
            <pc:docMk/>
            <pc:sldMk cId="0" sldId="335"/>
            <ac:spMk id="17" creationId="{924EA1E3-5214-96A4-5261-75B59459E3FE}"/>
          </ac:spMkLst>
        </pc:spChg>
      </pc:sldChg>
      <pc:sldChg chg="addSp">
        <pc:chgData name="Geng, Baocheng" userId="b4253f3e-c40b-4a70-8207-93818653a34c" providerId="ADAL" clId="{677A44AB-1884-4FF9-BB2F-9430C9EDD900}" dt="2023-01-09T22:13:34.616" v="69"/>
        <pc:sldMkLst>
          <pc:docMk/>
          <pc:sldMk cId="0" sldId="336"/>
        </pc:sldMkLst>
        <pc:spChg chg="add">
          <ac:chgData name="Geng, Baocheng" userId="b4253f3e-c40b-4a70-8207-93818653a34c" providerId="ADAL" clId="{677A44AB-1884-4FF9-BB2F-9430C9EDD900}" dt="2023-01-09T22:13:34.616" v="69"/>
          <ac:spMkLst>
            <pc:docMk/>
            <pc:sldMk cId="0" sldId="336"/>
            <ac:spMk id="11" creationId="{6C283A14-7203-33B3-D43A-D8B1CBE2BB98}"/>
          </ac:spMkLst>
        </pc:spChg>
      </pc:sldChg>
      <pc:sldChg chg="addSp">
        <pc:chgData name="Geng, Baocheng" userId="b4253f3e-c40b-4a70-8207-93818653a34c" providerId="ADAL" clId="{677A44AB-1884-4FF9-BB2F-9430C9EDD900}" dt="2023-01-09T22:13:34.616" v="69"/>
        <pc:sldMkLst>
          <pc:docMk/>
          <pc:sldMk cId="0" sldId="337"/>
        </pc:sldMkLst>
        <pc:spChg chg="add">
          <ac:chgData name="Geng, Baocheng" userId="b4253f3e-c40b-4a70-8207-93818653a34c" providerId="ADAL" clId="{677A44AB-1884-4FF9-BB2F-9430C9EDD900}" dt="2023-01-09T22:13:34.616" v="69"/>
          <ac:spMkLst>
            <pc:docMk/>
            <pc:sldMk cId="0" sldId="337"/>
            <ac:spMk id="16" creationId="{88F1FF06-1548-CCA4-D3D6-BEF8859911AD}"/>
          </ac:spMkLst>
        </pc:spChg>
      </pc:sldChg>
      <pc:sldChg chg="addSp del">
        <pc:chgData name="Geng, Baocheng" userId="b4253f3e-c40b-4a70-8207-93818653a34c" providerId="ADAL" clId="{677A44AB-1884-4FF9-BB2F-9430C9EDD900}" dt="2023-01-11T16:29:59.810" v="180" actId="47"/>
        <pc:sldMkLst>
          <pc:docMk/>
          <pc:sldMk cId="0" sldId="338"/>
        </pc:sldMkLst>
        <pc:spChg chg="add">
          <ac:chgData name="Geng, Baocheng" userId="b4253f3e-c40b-4a70-8207-93818653a34c" providerId="ADAL" clId="{677A44AB-1884-4FF9-BB2F-9430C9EDD900}" dt="2023-01-09T22:13:34.616" v="69"/>
          <ac:spMkLst>
            <pc:docMk/>
            <pc:sldMk cId="0" sldId="338"/>
            <ac:spMk id="11" creationId="{980F2252-FCCD-2674-3F85-DB7EE01B0842}"/>
          </ac:spMkLst>
        </pc:spChg>
      </pc:sldChg>
      <pc:sldChg chg="addSp modSp mod">
        <pc:chgData name="Geng, Baocheng" userId="b4253f3e-c40b-4a70-8207-93818653a34c" providerId="ADAL" clId="{677A44AB-1884-4FF9-BB2F-9430C9EDD900}" dt="2023-01-11T16:29:49.786" v="179" actId="20577"/>
        <pc:sldMkLst>
          <pc:docMk/>
          <pc:sldMk cId="0" sldId="339"/>
        </pc:sldMkLst>
        <pc:spChg chg="mod">
          <ac:chgData name="Geng, Baocheng" userId="b4253f3e-c40b-4a70-8207-93818653a34c" providerId="ADAL" clId="{677A44AB-1884-4FF9-BB2F-9430C9EDD900}" dt="2023-01-11T16:29:49.786" v="179" actId="20577"/>
          <ac:spMkLst>
            <pc:docMk/>
            <pc:sldMk cId="0" sldId="339"/>
            <ac:spMk id="3" creationId="{00000000-0000-0000-0000-000000000000}"/>
          </ac:spMkLst>
        </pc:spChg>
        <pc:spChg chg="add">
          <ac:chgData name="Geng, Baocheng" userId="b4253f3e-c40b-4a70-8207-93818653a34c" providerId="ADAL" clId="{677A44AB-1884-4FF9-BB2F-9430C9EDD900}" dt="2023-01-09T22:13:34.616" v="69"/>
          <ac:spMkLst>
            <pc:docMk/>
            <pc:sldMk cId="0" sldId="339"/>
            <ac:spMk id="11" creationId="{1EE308B3-E282-A874-1A17-11101964683E}"/>
          </ac:spMkLst>
        </pc:spChg>
      </pc:sldChg>
      <pc:sldChg chg="addSp modSp mod">
        <pc:chgData name="Geng, Baocheng" userId="b4253f3e-c40b-4a70-8207-93818653a34c" providerId="ADAL" clId="{677A44AB-1884-4FF9-BB2F-9430C9EDD900}" dt="2023-01-11T16:30:21.525" v="189"/>
        <pc:sldMkLst>
          <pc:docMk/>
          <pc:sldMk cId="0" sldId="340"/>
        </pc:sldMkLst>
        <pc:spChg chg="mod">
          <ac:chgData name="Geng, Baocheng" userId="b4253f3e-c40b-4a70-8207-93818653a34c" providerId="ADAL" clId="{677A44AB-1884-4FF9-BB2F-9430C9EDD900}" dt="2023-01-11T16:30:21.525" v="189"/>
          <ac:spMkLst>
            <pc:docMk/>
            <pc:sldMk cId="0" sldId="340"/>
            <ac:spMk id="3" creationId="{00000000-0000-0000-0000-000000000000}"/>
          </ac:spMkLst>
        </pc:spChg>
        <pc:spChg chg="add">
          <ac:chgData name="Geng, Baocheng" userId="b4253f3e-c40b-4a70-8207-93818653a34c" providerId="ADAL" clId="{677A44AB-1884-4FF9-BB2F-9430C9EDD900}" dt="2023-01-09T22:13:34.616" v="69"/>
          <ac:spMkLst>
            <pc:docMk/>
            <pc:sldMk cId="0" sldId="340"/>
            <ac:spMk id="11" creationId="{CC57B674-DB9C-BD24-377A-431F73E85E01}"/>
          </ac:spMkLst>
        </pc:spChg>
      </pc:sldChg>
      <pc:sldChg chg="addSp">
        <pc:chgData name="Geng, Baocheng" userId="b4253f3e-c40b-4a70-8207-93818653a34c" providerId="ADAL" clId="{677A44AB-1884-4FF9-BB2F-9430C9EDD900}" dt="2023-01-09T22:13:34.616" v="69"/>
        <pc:sldMkLst>
          <pc:docMk/>
          <pc:sldMk cId="0" sldId="341"/>
        </pc:sldMkLst>
        <pc:spChg chg="add">
          <ac:chgData name="Geng, Baocheng" userId="b4253f3e-c40b-4a70-8207-93818653a34c" providerId="ADAL" clId="{677A44AB-1884-4FF9-BB2F-9430C9EDD900}" dt="2023-01-09T22:13:34.616" v="69"/>
          <ac:spMkLst>
            <pc:docMk/>
            <pc:sldMk cId="0" sldId="341"/>
            <ac:spMk id="14" creationId="{933878B9-EF95-B99C-E2DD-93876B486B2E}"/>
          </ac:spMkLst>
        </pc:spChg>
      </pc:sldChg>
      <pc:sldChg chg="addSp">
        <pc:chgData name="Geng, Baocheng" userId="b4253f3e-c40b-4a70-8207-93818653a34c" providerId="ADAL" clId="{677A44AB-1884-4FF9-BB2F-9430C9EDD900}" dt="2023-01-09T22:13:34.616" v="69"/>
        <pc:sldMkLst>
          <pc:docMk/>
          <pc:sldMk cId="0" sldId="342"/>
        </pc:sldMkLst>
        <pc:spChg chg="add">
          <ac:chgData name="Geng, Baocheng" userId="b4253f3e-c40b-4a70-8207-93818653a34c" providerId="ADAL" clId="{677A44AB-1884-4FF9-BB2F-9430C9EDD900}" dt="2023-01-09T22:13:34.616" v="69"/>
          <ac:spMkLst>
            <pc:docMk/>
            <pc:sldMk cId="0" sldId="342"/>
            <ac:spMk id="18" creationId="{15C55EBA-216F-1309-F81D-095E89269FE8}"/>
          </ac:spMkLst>
        </pc:spChg>
      </pc:sldChg>
      <pc:sldChg chg="addSp">
        <pc:chgData name="Geng, Baocheng" userId="b4253f3e-c40b-4a70-8207-93818653a34c" providerId="ADAL" clId="{677A44AB-1884-4FF9-BB2F-9430C9EDD900}" dt="2023-01-09T22:13:34.616" v="69"/>
        <pc:sldMkLst>
          <pc:docMk/>
          <pc:sldMk cId="0" sldId="343"/>
        </pc:sldMkLst>
        <pc:spChg chg="add">
          <ac:chgData name="Geng, Baocheng" userId="b4253f3e-c40b-4a70-8207-93818653a34c" providerId="ADAL" clId="{677A44AB-1884-4FF9-BB2F-9430C9EDD900}" dt="2023-01-09T22:13:34.616" v="69"/>
          <ac:spMkLst>
            <pc:docMk/>
            <pc:sldMk cId="0" sldId="343"/>
            <ac:spMk id="19" creationId="{E49C7BE0-9555-D81C-94C1-7FF66DC371D0}"/>
          </ac:spMkLst>
        </pc:spChg>
      </pc:sldChg>
      <pc:sldChg chg="addSp">
        <pc:chgData name="Geng, Baocheng" userId="b4253f3e-c40b-4a70-8207-93818653a34c" providerId="ADAL" clId="{677A44AB-1884-4FF9-BB2F-9430C9EDD900}" dt="2023-01-09T22:13:34.616" v="69"/>
        <pc:sldMkLst>
          <pc:docMk/>
          <pc:sldMk cId="3035312154" sldId="344"/>
        </pc:sldMkLst>
        <pc:spChg chg="add">
          <ac:chgData name="Geng, Baocheng" userId="b4253f3e-c40b-4a70-8207-93818653a34c" providerId="ADAL" clId="{677A44AB-1884-4FF9-BB2F-9430C9EDD900}" dt="2023-01-09T22:13:34.616" v="69"/>
          <ac:spMkLst>
            <pc:docMk/>
            <pc:sldMk cId="3035312154" sldId="344"/>
            <ac:spMk id="13" creationId="{E10A546A-B0FE-5862-D80D-430577EA5153}"/>
          </ac:spMkLst>
        </pc:spChg>
      </pc:sldChg>
      <pc:sldChg chg="addSp">
        <pc:chgData name="Geng, Baocheng" userId="b4253f3e-c40b-4a70-8207-93818653a34c" providerId="ADAL" clId="{677A44AB-1884-4FF9-BB2F-9430C9EDD900}" dt="2023-01-09T22:13:34.616" v="69"/>
        <pc:sldMkLst>
          <pc:docMk/>
          <pc:sldMk cId="2959666280" sldId="345"/>
        </pc:sldMkLst>
        <pc:spChg chg="add">
          <ac:chgData name="Geng, Baocheng" userId="b4253f3e-c40b-4a70-8207-93818653a34c" providerId="ADAL" clId="{677A44AB-1884-4FF9-BB2F-9430C9EDD900}" dt="2023-01-09T22:13:34.616" v="69"/>
          <ac:spMkLst>
            <pc:docMk/>
            <pc:sldMk cId="2959666280" sldId="345"/>
            <ac:spMk id="19" creationId="{615241A6-FD94-839C-D7D0-48E8F94C0B72}"/>
          </ac:spMkLst>
        </pc:spChg>
      </pc:sldChg>
      <pc:sldChg chg="addSp">
        <pc:chgData name="Geng, Baocheng" userId="b4253f3e-c40b-4a70-8207-93818653a34c" providerId="ADAL" clId="{677A44AB-1884-4FF9-BB2F-9430C9EDD900}" dt="2023-01-09T22:13:34.616" v="69"/>
        <pc:sldMkLst>
          <pc:docMk/>
          <pc:sldMk cId="0" sldId="346"/>
        </pc:sldMkLst>
        <pc:spChg chg="add">
          <ac:chgData name="Geng, Baocheng" userId="b4253f3e-c40b-4a70-8207-93818653a34c" providerId="ADAL" clId="{677A44AB-1884-4FF9-BB2F-9430C9EDD900}" dt="2023-01-09T22:13:34.616" v="69"/>
          <ac:spMkLst>
            <pc:docMk/>
            <pc:sldMk cId="0" sldId="346"/>
            <ac:spMk id="12" creationId="{1DCD1521-A49C-9DAD-7A1B-3D8863548EE5}"/>
          </ac:spMkLst>
        </pc:spChg>
      </pc:sldChg>
      <pc:sldChg chg="addSp">
        <pc:chgData name="Geng, Baocheng" userId="b4253f3e-c40b-4a70-8207-93818653a34c" providerId="ADAL" clId="{677A44AB-1884-4FF9-BB2F-9430C9EDD900}" dt="2023-01-09T22:13:34.616" v="69"/>
        <pc:sldMkLst>
          <pc:docMk/>
          <pc:sldMk cId="0" sldId="347"/>
        </pc:sldMkLst>
        <pc:spChg chg="add">
          <ac:chgData name="Geng, Baocheng" userId="b4253f3e-c40b-4a70-8207-93818653a34c" providerId="ADAL" clId="{677A44AB-1884-4FF9-BB2F-9430C9EDD900}" dt="2023-01-09T22:13:34.616" v="69"/>
          <ac:spMkLst>
            <pc:docMk/>
            <pc:sldMk cId="0" sldId="347"/>
            <ac:spMk id="13" creationId="{0BC11724-576B-5B81-C594-F129E172F52C}"/>
          </ac:spMkLst>
        </pc:spChg>
      </pc:sldChg>
      <pc:sldChg chg="addSp">
        <pc:chgData name="Geng, Baocheng" userId="b4253f3e-c40b-4a70-8207-93818653a34c" providerId="ADAL" clId="{677A44AB-1884-4FF9-BB2F-9430C9EDD900}" dt="2023-01-09T22:13:34.616" v="69"/>
        <pc:sldMkLst>
          <pc:docMk/>
          <pc:sldMk cId="0" sldId="348"/>
        </pc:sldMkLst>
        <pc:spChg chg="add">
          <ac:chgData name="Geng, Baocheng" userId="b4253f3e-c40b-4a70-8207-93818653a34c" providerId="ADAL" clId="{677A44AB-1884-4FF9-BB2F-9430C9EDD900}" dt="2023-01-09T22:13:34.616" v="69"/>
          <ac:spMkLst>
            <pc:docMk/>
            <pc:sldMk cId="0" sldId="348"/>
            <ac:spMk id="13" creationId="{C0BBFE8E-3142-C11C-4BEC-7896A45024EA}"/>
          </ac:spMkLst>
        </pc:spChg>
      </pc:sldChg>
      <pc:sldChg chg="addSp">
        <pc:chgData name="Geng, Baocheng" userId="b4253f3e-c40b-4a70-8207-93818653a34c" providerId="ADAL" clId="{677A44AB-1884-4FF9-BB2F-9430C9EDD900}" dt="2023-01-09T22:13:34.616" v="69"/>
        <pc:sldMkLst>
          <pc:docMk/>
          <pc:sldMk cId="0" sldId="349"/>
        </pc:sldMkLst>
        <pc:spChg chg="add">
          <ac:chgData name="Geng, Baocheng" userId="b4253f3e-c40b-4a70-8207-93818653a34c" providerId="ADAL" clId="{677A44AB-1884-4FF9-BB2F-9430C9EDD900}" dt="2023-01-09T22:13:34.616" v="69"/>
          <ac:spMkLst>
            <pc:docMk/>
            <pc:sldMk cId="0" sldId="349"/>
            <ac:spMk id="13" creationId="{44D70993-A642-F867-D3AC-E90083E6DA6D}"/>
          </ac:spMkLst>
        </pc:spChg>
      </pc:sldChg>
      <pc:sldChg chg="addSp">
        <pc:chgData name="Geng, Baocheng" userId="b4253f3e-c40b-4a70-8207-93818653a34c" providerId="ADAL" clId="{677A44AB-1884-4FF9-BB2F-9430C9EDD900}" dt="2023-01-09T22:13:34.616" v="69"/>
        <pc:sldMkLst>
          <pc:docMk/>
          <pc:sldMk cId="0" sldId="350"/>
        </pc:sldMkLst>
        <pc:spChg chg="add">
          <ac:chgData name="Geng, Baocheng" userId="b4253f3e-c40b-4a70-8207-93818653a34c" providerId="ADAL" clId="{677A44AB-1884-4FF9-BB2F-9430C9EDD900}" dt="2023-01-09T22:13:34.616" v="69"/>
          <ac:spMkLst>
            <pc:docMk/>
            <pc:sldMk cId="0" sldId="350"/>
            <ac:spMk id="13" creationId="{5587C496-AE6D-5D06-6E65-7018F6085F47}"/>
          </ac:spMkLst>
        </pc:spChg>
      </pc:sldChg>
      <pc:sldChg chg="addSp delSp mod">
        <pc:chgData name="Geng, Baocheng" userId="b4253f3e-c40b-4a70-8207-93818653a34c" providerId="ADAL" clId="{677A44AB-1884-4FF9-BB2F-9430C9EDD900}" dt="2023-01-09T22:17:44.660" v="81" actId="478"/>
        <pc:sldMkLst>
          <pc:docMk/>
          <pc:sldMk cId="0" sldId="351"/>
        </pc:sldMkLst>
        <pc:spChg chg="del">
          <ac:chgData name="Geng, Baocheng" userId="b4253f3e-c40b-4a70-8207-93818653a34c" providerId="ADAL" clId="{677A44AB-1884-4FF9-BB2F-9430C9EDD900}" dt="2023-01-09T22:17:32.702" v="80" actId="478"/>
          <ac:spMkLst>
            <pc:docMk/>
            <pc:sldMk cId="0" sldId="351"/>
            <ac:spMk id="9" creationId="{00000000-0000-0000-0000-000000000000}"/>
          </ac:spMkLst>
        </pc:spChg>
        <pc:spChg chg="add">
          <ac:chgData name="Geng, Baocheng" userId="b4253f3e-c40b-4a70-8207-93818653a34c" providerId="ADAL" clId="{677A44AB-1884-4FF9-BB2F-9430C9EDD900}" dt="2023-01-09T22:13:34.616" v="69"/>
          <ac:spMkLst>
            <pc:docMk/>
            <pc:sldMk cId="0" sldId="351"/>
            <ac:spMk id="13" creationId="{9D1F4720-611C-A289-4503-7F9ED58A5344}"/>
          </ac:spMkLst>
        </pc:spChg>
        <pc:grpChg chg="del">
          <ac:chgData name="Geng, Baocheng" userId="b4253f3e-c40b-4a70-8207-93818653a34c" providerId="ADAL" clId="{677A44AB-1884-4FF9-BB2F-9430C9EDD900}" dt="2023-01-09T22:17:44.660" v="81" actId="478"/>
          <ac:grpSpMkLst>
            <pc:docMk/>
            <pc:sldMk cId="0" sldId="351"/>
            <ac:grpSpMk id="6" creationId="{00000000-0000-0000-0000-000000000000}"/>
          </ac:grpSpMkLst>
        </pc:grpChg>
      </pc:sldChg>
      <pc:sldChg chg="addSp">
        <pc:chgData name="Geng, Baocheng" userId="b4253f3e-c40b-4a70-8207-93818653a34c" providerId="ADAL" clId="{677A44AB-1884-4FF9-BB2F-9430C9EDD900}" dt="2023-01-09T22:13:34.616" v="69"/>
        <pc:sldMkLst>
          <pc:docMk/>
          <pc:sldMk cId="0" sldId="352"/>
        </pc:sldMkLst>
        <pc:spChg chg="add">
          <ac:chgData name="Geng, Baocheng" userId="b4253f3e-c40b-4a70-8207-93818653a34c" providerId="ADAL" clId="{677A44AB-1884-4FF9-BB2F-9430C9EDD900}" dt="2023-01-09T22:13:34.616" v="69"/>
          <ac:spMkLst>
            <pc:docMk/>
            <pc:sldMk cId="0" sldId="352"/>
            <ac:spMk id="16" creationId="{3B2C6E1F-4554-4ECA-5B3D-C01DA57F8237}"/>
          </ac:spMkLst>
        </pc:spChg>
      </pc:sldChg>
      <pc:sldChg chg="addSp">
        <pc:chgData name="Geng, Baocheng" userId="b4253f3e-c40b-4a70-8207-93818653a34c" providerId="ADAL" clId="{677A44AB-1884-4FF9-BB2F-9430C9EDD900}" dt="2023-01-09T22:13:34.616" v="69"/>
        <pc:sldMkLst>
          <pc:docMk/>
          <pc:sldMk cId="0" sldId="353"/>
        </pc:sldMkLst>
        <pc:spChg chg="add">
          <ac:chgData name="Geng, Baocheng" userId="b4253f3e-c40b-4a70-8207-93818653a34c" providerId="ADAL" clId="{677A44AB-1884-4FF9-BB2F-9430C9EDD900}" dt="2023-01-09T22:13:34.616" v="69"/>
          <ac:spMkLst>
            <pc:docMk/>
            <pc:sldMk cId="0" sldId="353"/>
            <ac:spMk id="10" creationId="{7FC1FA42-407C-580B-38C2-16B5D50F90CC}"/>
          </ac:spMkLst>
        </pc:spChg>
      </pc:sldChg>
      <pc:sldChg chg="addSp">
        <pc:chgData name="Geng, Baocheng" userId="b4253f3e-c40b-4a70-8207-93818653a34c" providerId="ADAL" clId="{677A44AB-1884-4FF9-BB2F-9430C9EDD900}" dt="2023-01-09T22:13:34.616" v="69"/>
        <pc:sldMkLst>
          <pc:docMk/>
          <pc:sldMk cId="0" sldId="354"/>
        </pc:sldMkLst>
        <pc:spChg chg="add">
          <ac:chgData name="Geng, Baocheng" userId="b4253f3e-c40b-4a70-8207-93818653a34c" providerId="ADAL" clId="{677A44AB-1884-4FF9-BB2F-9430C9EDD900}" dt="2023-01-09T22:13:34.616" v="69"/>
          <ac:spMkLst>
            <pc:docMk/>
            <pc:sldMk cId="0" sldId="354"/>
            <ac:spMk id="10" creationId="{852229CC-5285-51F1-E977-E46BF98630F8}"/>
          </ac:spMkLst>
        </pc:spChg>
      </pc:sldChg>
      <pc:sldMasterChg chg="modSp mod modSldLayout">
        <pc:chgData name="Geng, Baocheng" userId="b4253f3e-c40b-4a70-8207-93818653a34c" providerId="ADAL" clId="{677A44AB-1884-4FF9-BB2F-9430C9EDD900}" dt="2023-01-09T21:59:40.989" v="62" actId="20577"/>
        <pc:sldMasterMkLst>
          <pc:docMk/>
          <pc:sldMasterMk cId="0" sldId="2147483648"/>
        </pc:sldMasterMkLst>
        <pc:spChg chg="mod">
          <ac:chgData name="Geng, Baocheng" userId="b4253f3e-c40b-4a70-8207-93818653a34c" providerId="ADAL" clId="{677A44AB-1884-4FF9-BB2F-9430C9EDD900}" dt="2023-01-09T21:56:29.339" v="16" actId="20577"/>
          <ac:spMkLst>
            <pc:docMk/>
            <pc:sldMasterMk cId="0" sldId="2147483648"/>
            <ac:spMk id="6" creationId="{00000000-0000-0000-0000-000000000000}"/>
          </ac:spMkLst>
        </pc:spChg>
        <pc:sldLayoutChg chg="modSp mod">
          <pc:chgData name="Geng, Baocheng" userId="b4253f3e-c40b-4a70-8207-93818653a34c" providerId="ADAL" clId="{677A44AB-1884-4FF9-BB2F-9430C9EDD900}" dt="2023-01-09T21:59:06.770" v="39" actId="20577"/>
          <pc:sldLayoutMkLst>
            <pc:docMk/>
            <pc:sldMasterMk cId="0" sldId="2147483648"/>
            <pc:sldLayoutMk cId="0" sldId="2147483661"/>
          </pc:sldLayoutMkLst>
          <pc:spChg chg="mod">
            <ac:chgData name="Geng, Baocheng" userId="b4253f3e-c40b-4a70-8207-93818653a34c" providerId="ADAL" clId="{677A44AB-1884-4FF9-BB2F-9430C9EDD900}" dt="2023-01-09T21:59:06.770" v="39" actId="20577"/>
            <ac:spMkLst>
              <pc:docMk/>
              <pc:sldMasterMk cId="0" sldId="2147483648"/>
              <pc:sldLayoutMk cId="0" sldId="2147483661"/>
              <ac:spMk id="6" creationId="{00000000-0000-0000-0000-000000000000}"/>
            </ac:spMkLst>
          </pc:spChg>
        </pc:sldLayoutChg>
        <pc:sldLayoutChg chg="modSp mod">
          <pc:chgData name="Geng, Baocheng" userId="b4253f3e-c40b-4a70-8207-93818653a34c" providerId="ADAL" clId="{677A44AB-1884-4FF9-BB2F-9430C9EDD900}" dt="2023-01-09T21:57:22.927" v="26" actId="20577"/>
          <pc:sldLayoutMkLst>
            <pc:docMk/>
            <pc:sldMasterMk cId="0" sldId="2147483648"/>
            <pc:sldLayoutMk cId="0" sldId="2147483662"/>
          </pc:sldLayoutMkLst>
          <pc:spChg chg="mod">
            <ac:chgData name="Geng, Baocheng" userId="b4253f3e-c40b-4a70-8207-93818653a34c" providerId="ADAL" clId="{677A44AB-1884-4FF9-BB2F-9430C9EDD900}" dt="2023-01-09T21:57:22.927" v="26" actId="20577"/>
            <ac:spMkLst>
              <pc:docMk/>
              <pc:sldMasterMk cId="0" sldId="2147483648"/>
              <pc:sldLayoutMk cId="0" sldId="2147483662"/>
              <ac:spMk id="6" creationId="{00000000-0000-0000-0000-000000000000}"/>
            </ac:spMkLst>
          </pc:spChg>
        </pc:sldLayoutChg>
        <pc:sldLayoutChg chg="modSp mod">
          <pc:chgData name="Geng, Baocheng" userId="b4253f3e-c40b-4a70-8207-93818653a34c" providerId="ADAL" clId="{677A44AB-1884-4FF9-BB2F-9430C9EDD900}" dt="2023-01-09T21:59:21.621" v="49" actId="20577"/>
          <pc:sldLayoutMkLst>
            <pc:docMk/>
            <pc:sldMasterMk cId="0" sldId="2147483648"/>
            <pc:sldLayoutMk cId="0" sldId="2147483663"/>
          </pc:sldLayoutMkLst>
          <pc:spChg chg="mod">
            <ac:chgData name="Geng, Baocheng" userId="b4253f3e-c40b-4a70-8207-93818653a34c" providerId="ADAL" clId="{677A44AB-1884-4FF9-BB2F-9430C9EDD900}" dt="2023-01-09T21:59:21.621" v="49" actId="20577"/>
            <ac:spMkLst>
              <pc:docMk/>
              <pc:sldMasterMk cId="0" sldId="2147483648"/>
              <pc:sldLayoutMk cId="0" sldId="2147483663"/>
              <ac:spMk id="7" creationId="{00000000-0000-0000-0000-000000000000}"/>
            </ac:spMkLst>
          </pc:spChg>
        </pc:sldLayoutChg>
        <pc:sldLayoutChg chg="modSp mod">
          <pc:chgData name="Geng, Baocheng" userId="b4253f3e-c40b-4a70-8207-93818653a34c" providerId="ADAL" clId="{677A44AB-1884-4FF9-BB2F-9430C9EDD900}" dt="2023-01-09T21:59:31.860" v="59" actId="20577"/>
          <pc:sldLayoutMkLst>
            <pc:docMk/>
            <pc:sldMasterMk cId="0" sldId="2147483648"/>
            <pc:sldLayoutMk cId="0" sldId="2147483664"/>
          </pc:sldLayoutMkLst>
          <pc:spChg chg="mod">
            <ac:chgData name="Geng, Baocheng" userId="b4253f3e-c40b-4a70-8207-93818653a34c" providerId="ADAL" clId="{677A44AB-1884-4FF9-BB2F-9430C9EDD900}" dt="2023-01-09T21:59:31.860" v="59" actId="20577"/>
            <ac:spMkLst>
              <pc:docMk/>
              <pc:sldMasterMk cId="0" sldId="2147483648"/>
              <pc:sldLayoutMk cId="0" sldId="2147483664"/>
              <ac:spMk id="5" creationId="{00000000-0000-0000-0000-000000000000}"/>
            </ac:spMkLst>
          </pc:spChg>
        </pc:sldLayoutChg>
        <pc:sldLayoutChg chg="modSp mod">
          <pc:chgData name="Geng, Baocheng" userId="b4253f3e-c40b-4a70-8207-93818653a34c" providerId="ADAL" clId="{677A44AB-1884-4FF9-BB2F-9430C9EDD900}" dt="2023-01-09T21:59:40.989" v="62" actId="20577"/>
          <pc:sldLayoutMkLst>
            <pc:docMk/>
            <pc:sldMasterMk cId="0" sldId="2147483648"/>
            <pc:sldLayoutMk cId="0" sldId="2147483665"/>
          </pc:sldLayoutMkLst>
          <pc:spChg chg="mod">
            <ac:chgData name="Geng, Baocheng" userId="b4253f3e-c40b-4a70-8207-93818653a34c" providerId="ADAL" clId="{677A44AB-1884-4FF9-BB2F-9430C9EDD900}" dt="2023-01-09T21:59:40.989" v="62" actId="20577"/>
            <ac:spMkLst>
              <pc:docMk/>
              <pc:sldMasterMk cId="0" sldId="2147483648"/>
              <pc:sldLayoutMk cId="0" sldId="2147483665"/>
              <ac:spMk id="4" creationId="{00000000-0000-0000-0000-000000000000}"/>
            </ac:spMkLst>
          </pc:spChg>
        </pc:sldLayoutChg>
      </pc:sldMasterChg>
    </pc:docChg>
  </pc:docChgLst>
  <pc:docChgLst>
    <pc:chgData name="Geng, Baocheng" userId="b4253f3e-c40b-4a70-8207-93818653a34c" providerId="ADAL" clId="{C3171380-F6C9-43FA-B1B1-D8A114AD0B77}"/>
    <pc:docChg chg="addSld modSld">
      <pc:chgData name="Geng, Baocheng" userId="b4253f3e-c40b-4a70-8207-93818653a34c" providerId="ADAL" clId="{C3171380-F6C9-43FA-B1B1-D8A114AD0B77}" dt="2024-01-10T16:15:38.456" v="15" actId="20577"/>
      <pc:docMkLst>
        <pc:docMk/>
      </pc:docMkLst>
      <pc:sldChg chg="modSp mod">
        <pc:chgData name="Geng, Baocheng" userId="b4253f3e-c40b-4a70-8207-93818653a34c" providerId="ADAL" clId="{C3171380-F6C9-43FA-B1B1-D8A114AD0B77}" dt="2024-01-10T16:11:13.848" v="3" actId="20577"/>
        <pc:sldMkLst>
          <pc:docMk/>
          <pc:sldMk cId="0" sldId="256"/>
        </pc:sldMkLst>
        <pc:spChg chg="mod">
          <ac:chgData name="Geng, Baocheng" userId="b4253f3e-c40b-4a70-8207-93818653a34c" providerId="ADAL" clId="{C3171380-F6C9-43FA-B1B1-D8A114AD0B77}" dt="2024-01-10T16:11:13.848" v="3" actId="20577"/>
          <ac:spMkLst>
            <pc:docMk/>
            <pc:sldMk cId="0" sldId="256"/>
            <ac:spMk id="7" creationId="{00000000-0000-0000-0000-000000000000}"/>
          </ac:spMkLst>
        </pc:spChg>
      </pc:sldChg>
      <pc:sldChg chg="mod modShow">
        <pc:chgData name="Geng, Baocheng" userId="b4253f3e-c40b-4a70-8207-93818653a34c" providerId="ADAL" clId="{C3171380-F6C9-43FA-B1B1-D8A114AD0B77}" dt="2024-01-10T16:12:21.996" v="4" actId="729"/>
        <pc:sldMkLst>
          <pc:docMk/>
          <pc:sldMk cId="0" sldId="271"/>
        </pc:sldMkLst>
      </pc:sldChg>
      <pc:sldChg chg="mod modShow">
        <pc:chgData name="Geng, Baocheng" userId="b4253f3e-c40b-4a70-8207-93818653a34c" providerId="ADAL" clId="{C3171380-F6C9-43FA-B1B1-D8A114AD0B77}" dt="2024-01-10T16:12:24.196" v="5" actId="729"/>
        <pc:sldMkLst>
          <pc:docMk/>
          <pc:sldMk cId="0" sldId="272"/>
        </pc:sldMkLst>
      </pc:sldChg>
      <pc:sldChg chg="modSp mod">
        <pc:chgData name="Geng, Baocheng" userId="b4253f3e-c40b-4a70-8207-93818653a34c" providerId="ADAL" clId="{C3171380-F6C9-43FA-B1B1-D8A114AD0B77}" dt="2024-01-10T16:15:38.456" v="15" actId="20577"/>
        <pc:sldMkLst>
          <pc:docMk/>
          <pc:sldMk cId="0" sldId="292"/>
        </pc:sldMkLst>
        <pc:spChg chg="mod">
          <ac:chgData name="Geng, Baocheng" userId="b4253f3e-c40b-4a70-8207-93818653a34c" providerId="ADAL" clId="{C3171380-F6C9-43FA-B1B1-D8A114AD0B77}" dt="2024-01-10T16:15:38.456" v="15" actId="20577"/>
          <ac:spMkLst>
            <pc:docMk/>
            <pc:sldMk cId="0" sldId="292"/>
            <ac:spMk id="9" creationId="{00000000-0000-0000-0000-000000000000}"/>
          </ac:spMkLst>
        </pc:spChg>
      </pc:sldChg>
      <pc:sldChg chg="add">
        <pc:chgData name="Geng, Baocheng" userId="b4253f3e-c40b-4a70-8207-93818653a34c" providerId="ADAL" clId="{C3171380-F6C9-43FA-B1B1-D8A114AD0B77}" dt="2024-01-10T16:15:33.796" v="6" actId="2890"/>
        <pc:sldMkLst>
          <pc:docMk/>
          <pc:sldMk cId="2745445147" sldId="358"/>
        </pc:sldMkLst>
      </pc:sldChg>
    </pc:docChg>
  </pc:docChgLst>
  <pc:docChgLst>
    <pc:chgData name="Geng, Baocheng" userId="S::bgeng@uab.edu::b4253f3e-c40b-4a70-8207-93818653a34c" providerId="AD" clId="Web-{99D5BDC8-32B8-E319-724F-D2832653859C}"/>
    <pc:docChg chg="addSld delSld modSld sldOrd">
      <pc:chgData name="Geng, Baocheng" userId="S::bgeng@uab.edu::b4253f3e-c40b-4a70-8207-93818653a34c" providerId="AD" clId="Web-{99D5BDC8-32B8-E319-724F-D2832653859C}" dt="2023-01-12T15:19:19.375" v="106"/>
      <pc:docMkLst>
        <pc:docMk/>
      </pc:docMkLst>
      <pc:sldChg chg="addSp delSp modSp">
        <pc:chgData name="Geng, Baocheng" userId="S::bgeng@uab.edu::b4253f3e-c40b-4a70-8207-93818653a34c" providerId="AD" clId="Web-{99D5BDC8-32B8-E319-724F-D2832653859C}" dt="2023-01-12T14:54:03.145" v="48" actId="1076"/>
        <pc:sldMkLst>
          <pc:docMk/>
          <pc:sldMk cId="0" sldId="257"/>
        </pc:sldMkLst>
        <pc:spChg chg="mod">
          <ac:chgData name="Geng, Baocheng" userId="S::bgeng@uab.edu::b4253f3e-c40b-4a70-8207-93818653a34c" providerId="AD" clId="Web-{99D5BDC8-32B8-E319-724F-D2832653859C}" dt="2023-01-12T14:53:47.066" v="43" actId="20577"/>
          <ac:spMkLst>
            <pc:docMk/>
            <pc:sldMk cId="0" sldId="257"/>
            <ac:spMk id="4" creationId="{00000000-0000-0000-0000-000000000000}"/>
          </ac:spMkLst>
        </pc:spChg>
        <pc:spChg chg="add del mod">
          <ac:chgData name="Geng, Baocheng" userId="S::bgeng@uab.edu::b4253f3e-c40b-4a70-8207-93818653a34c" providerId="AD" clId="Web-{99D5BDC8-32B8-E319-724F-D2832653859C}" dt="2023-01-12T14:53:44.378" v="41"/>
          <ac:spMkLst>
            <pc:docMk/>
            <pc:sldMk cId="0" sldId="257"/>
            <ac:spMk id="10" creationId="{00000000-0000-0000-0000-000000000000}"/>
          </ac:spMkLst>
        </pc:spChg>
        <pc:spChg chg="mod">
          <ac:chgData name="Geng, Baocheng" userId="S::bgeng@uab.edu::b4253f3e-c40b-4a70-8207-93818653a34c" providerId="AD" clId="Web-{99D5BDC8-32B8-E319-724F-D2832653859C}" dt="2023-01-12T14:54:03.145" v="48" actId="1076"/>
          <ac:spMkLst>
            <pc:docMk/>
            <pc:sldMk cId="0" sldId="257"/>
            <ac:spMk id="12" creationId="{00000000-0000-0000-0000-000000000000}"/>
          </ac:spMkLst>
        </pc:spChg>
        <pc:spChg chg="mod">
          <ac:chgData name="Geng, Baocheng" userId="S::bgeng@uab.edu::b4253f3e-c40b-4a70-8207-93818653a34c" providerId="AD" clId="Web-{99D5BDC8-32B8-E319-724F-D2832653859C}" dt="2023-01-12T14:52:06.529" v="28" actId="1076"/>
          <ac:spMkLst>
            <pc:docMk/>
            <pc:sldMk cId="0" sldId="257"/>
            <ac:spMk id="13" creationId="{00000000-0000-0000-0000-000000000000}"/>
          </ac:spMkLst>
        </pc:spChg>
        <pc:picChg chg="add del">
          <ac:chgData name="Geng, Baocheng" userId="S::bgeng@uab.edu::b4253f3e-c40b-4a70-8207-93818653a34c" providerId="AD" clId="Web-{99D5BDC8-32B8-E319-724F-D2832653859C}" dt="2023-01-12T14:50:58.181" v="16"/>
          <ac:picMkLst>
            <pc:docMk/>
            <pc:sldMk cId="0" sldId="257"/>
            <ac:picMk id="8" creationId="{00000000-0000-0000-0000-000000000000}"/>
          </ac:picMkLst>
        </pc:picChg>
        <pc:picChg chg="mod">
          <ac:chgData name="Geng, Baocheng" userId="S::bgeng@uab.edu::b4253f3e-c40b-4a70-8207-93818653a34c" providerId="AD" clId="Web-{99D5BDC8-32B8-E319-724F-D2832653859C}" dt="2023-01-12T14:51:22.776" v="19" actId="1076"/>
          <ac:picMkLst>
            <pc:docMk/>
            <pc:sldMk cId="0" sldId="257"/>
            <ac:picMk id="9" creationId="{00000000-0000-0000-0000-000000000000}"/>
          </ac:picMkLst>
        </pc:picChg>
        <pc:picChg chg="mod">
          <ac:chgData name="Geng, Baocheng" userId="S::bgeng@uab.edu::b4253f3e-c40b-4a70-8207-93818653a34c" providerId="AD" clId="Web-{99D5BDC8-32B8-E319-724F-D2832653859C}" dt="2023-01-12T14:53:49.801" v="44" actId="1076"/>
          <ac:picMkLst>
            <pc:docMk/>
            <pc:sldMk cId="0" sldId="257"/>
            <ac:picMk id="11" creationId="{00000000-0000-0000-0000-000000000000}"/>
          </ac:picMkLst>
        </pc:picChg>
      </pc:sldChg>
      <pc:sldChg chg="modSp">
        <pc:chgData name="Geng, Baocheng" userId="S::bgeng@uab.edu::b4253f3e-c40b-4a70-8207-93818653a34c" providerId="AD" clId="Web-{99D5BDC8-32B8-E319-724F-D2832653859C}" dt="2023-01-12T15:01:04.607" v="53" actId="14100"/>
        <pc:sldMkLst>
          <pc:docMk/>
          <pc:sldMk cId="0" sldId="271"/>
        </pc:sldMkLst>
        <pc:spChg chg="mod">
          <ac:chgData name="Geng, Baocheng" userId="S::bgeng@uab.edu::b4253f3e-c40b-4a70-8207-93818653a34c" providerId="AD" clId="Web-{99D5BDC8-32B8-E319-724F-D2832653859C}" dt="2023-01-12T15:01:04.607" v="53" actId="14100"/>
          <ac:spMkLst>
            <pc:docMk/>
            <pc:sldMk cId="0" sldId="271"/>
            <ac:spMk id="4" creationId="{00000000-0000-0000-0000-000000000000}"/>
          </ac:spMkLst>
        </pc:spChg>
      </pc:sldChg>
      <pc:sldChg chg="addSp modSp">
        <pc:chgData name="Geng, Baocheng" userId="S::bgeng@uab.edu::b4253f3e-c40b-4a70-8207-93818653a34c" providerId="AD" clId="Web-{99D5BDC8-32B8-E319-724F-D2832653859C}" dt="2023-01-12T15:04:22.885" v="68" actId="14100"/>
        <pc:sldMkLst>
          <pc:docMk/>
          <pc:sldMk cId="0" sldId="280"/>
        </pc:sldMkLst>
        <pc:spChg chg="mod">
          <ac:chgData name="Geng, Baocheng" userId="S::bgeng@uab.edu::b4253f3e-c40b-4a70-8207-93818653a34c" providerId="AD" clId="Web-{99D5BDC8-32B8-E319-724F-D2832653859C}" dt="2023-01-12T15:03:40.257" v="54" actId="1076"/>
          <ac:spMkLst>
            <pc:docMk/>
            <pc:sldMk cId="0" sldId="280"/>
            <ac:spMk id="12" creationId="{00000000-0000-0000-0000-000000000000}"/>
          </ac:spMkLst>
        </pc:spChg>
        <pc:spChg chg="add mod">
          <ac:chgData name="Geng, Baocheng" userId="S::bgeng@uab.edu::b4253f3e-c40b-4a70-8207-93818653a34c" providerId="AD" clId="Web-{99D5BDC8-32B8-E319-724F-D2832653859C}" dt="2023-01-12T15:04:22.885" v="68" actId="14100"/>
          <ac:spMkLst>
            <pc:docMk/>
            <pc:sldMk cId="0" sldId="280"/>
            <ac:spMk id="13" creationId="{C5BA04AC-EA7D-85AF-6537-F0A2F2DB8E34}"/>
          </ac:spMkLst>
        </pc:spChg>
        <pc:picChg chg="add mod">
          <ac:chgData name="Geng, Baocheng" userId="S::bgeng@uab.edu::b4253f3e-c40b-4a70-8207-93818653a34c" providerId="AD" clId="Web-{99D5BDC8-32B8-E319-724F-D2832653859C}" dt="2023-01-12T15:04:04.759" v="58" actId="1076"/>
          <ac:picMkLst>
            <pc:docMk/>
            <pc:sldMk cId="0" sldId="280"/>
            <ac:picMk id="14" creationId="{862C9856-8644-FD48-0482-F8C3D5310467}"/>
          </ac:picMkLst>
        </pc:picChg>
      </pc:sldChg>
      <pc:sldChg chg="modSp">
        <pc:chgData name="Geng, Baocheng" userId="S::bgeng@uab.edu::b4253f3e-c40b-4a70-8207-93818653a34c" providerId="AD" clId="Web-{99D5BDC8-32B8-E319-724F-D2832653859C}" dt="2023-01-12T15:08:50.353" v="71" actId="20577"/>
        <pc:sldMkLst>
          <pc:docMk/>
          <pc:sldMk cId="0" sldId="288"/>
        </pc:sldMkLst>
        <pc:spChg chg="mod">
          <ac:chgData name="Geng, Baocheng" userId="S::bgeng@uab.edu::b4253f3e-c40b-4a70-8207-93818653a34c" providerId="AD" clId="Web-{99D5BDC8-32B8-E319-724F-D2832653859C}" dt="2023-01-12T15:08:46.463" v="70" actId="20577"/>
          <ac:spMkLst>
            <pc:docMk/>
            <pc:sldMk cId="0" sldId="288"/>
            <ac:spMk id="4" creationId="{00000000-0000-0000-0000-000000000000}"/>
          </ac:spMkLst>
        </pc:spChg>
        <pc:spChg chg="mod">
          <ac:chgData name="Geng, Baocheng" userId="S::bgeng@uab.edu::b4253f3e-c40b-4a70-8207-93818653a34c" providerId="AD" clId="Web-{99D5BDC8-32B8-E319-724F-D2832653859C}" dt="2023-01-12T15:08:50.353" v="71" actId="20577"/>
          <ac:spMkLst>
            <pc:docMk/>
            <pc:sldMk cId="0" sldId="288"/>
            <ac:spMk id="9" creationId="{00000000-0000-0000-0000-000000000000}"/>
          </ac:spMkLst>
        </pc:spChg>
      </pc:sldChg>
      <pc:sldChg chg="modSp">
        <pc:chgData name="Geng, Baocheng" userId="S::bgeng@uab.edu::b4253f3e-c40b-4a70-8207-93818653a34c" providerId="AD" clId="Web-{99D5BDC8-32B8-E319-724F-D2832653859C}" dt="2023-01-12T15:09:12.370" v="84" actId="20577"/>
        <pc:sldMkLst>
          <pc:docMk/>
          <pc:sldMk cId="0" sldId="289"/>
        </pc:sldMkLst>
        <pc:spChg chg="mod">
          <ac:chgData name="Geng, Baocheng" userId="S::bgeng@uab.edu::b4253f3e-c40b-4a70-8207-93818653a34c" providerId="AD" clId="Web-{99D5BDC8-32B8-E319-724F-D2832653859C}" dt="2023-01-12T15:08:56.088" v="73" actId="20577"/>
          <ac:spMkLst>
            <pc:docMk/>
            <pc:sldMk cId="0" sldId="289"/>
            <ac:spMk id="4" creationId="{00000000-0000-0000-0000-000000000000}"/>
          </ac:spMkLst>
        </pc:spChg>
        <pc:spChg chg="mod">
          <ac:chgData name="Geng, Baocheng" userId="S::bgeng@uab.edu::b4253f3e-c40b-4a70-8207-93818653a34c" providerId="AD" clId="Web-{99D5BDC8-32B8-E319-724F-D2832653859C}" dt="2023-01-12T15:09:12.370" v="84" actId="20577"/>
          <ac:spMkLst>
            <pc:docMk/>
            <pc:sldMk cId="0" sldId="289"/>
            <ac:spMk id="9" creationId="{00000000-0000-0000-0000-000000000000}"/>
          </ac:spMkLst>
        </pc:spChg>
      </pc:sldChg>
      <pc:sldChg chg="modSp">
        <pc:chgData name="Geng, Baocheng" userId="S::bgeng@uab.edu::b4253f3e-c40b-4a70-8207-93818653a34c" providerId="AD" clId="Web-{99D5BDC8-32B8-E319-724F-D2832653859C}" dt="2023-01-12T15:09:51.857" v="95" actId="20577"/>
        <pc:sldMkLst>
          <pc:docMk/>
          <pc:sldMk cId="0" sldId="290"/>
        </pc:sldMkLst>
        <pc:spChg chg="mod">
          <ac:chgData name="Geng, Baocheng" userId="S::bgeng@uab.edu::b4253f3e-c40b-4a70-8207-93818653a34c" providerId="AD" clId="Web-{99D5BDC8-32B8-E319-724F-D2832653859C}" dt="2023-01-12T15:09:30.871" v="86" actId="20577"/>
          <ac:spMkLst>
            <pc:docMk/>
            <pc:sldMk cId="0" sldId="290"/>
            <ac:spMk id="4" creationId="{00000000-0000-0000-0000-000000000000}"/>
          </ac:spMkLst>
        </pc:spChg>
        <pc:spChg chg="mod">
          <ac:chgData name="Geng, Baocheng" userId="S::bgeng@uab.edu::b4253f3e-c40b-4a70-8207-93818653a34c" providerId="AD" clId="Web-{99D5BDC8-32B8-E319-724F-D2832653859C}" dt="2023-01-12T15:09:51.857" v="95" actId="20577"/>
          <ac:spMkLst>
            <pc:docMk/>
            <pc:sldMk cId="0" sldId="290"/>
            <ac:spMk id="9" creationId="{00000000-0000-0000-0000-000000000000}"/>
          </ac:spMkLst>
        </pc:spChg>
      </pc:sldChg>
      <pc:sldChg chg="add del">
        <pc:chgData name="Geng, Baocheng" userId="S::bgeng@uab.edu::b4253f3e-c40b-4a70-8207-93818653a34c" providerId="AD" clId="Web-{99D5BDC8-32B8-E319-724F-D2832653859C}" dt="2023-01-12T15:19:17.406" v="104"/>
        <pc:sldMkLst>
          <pc:docMk/>
          <pc:sldMk cId="0" sldId="323"/>
        </pc:sldMkLst>
      </pc:sldChg>
      <pc:sldChg chg="del">
        <pc:chgData name="Geng, Baocheng" userId="S::bgeng@uab.edu::b4253f3e-c40b-4a70-8207-93818653a34c" providerId="AD" clId="Web-{99D5BDC8-32B8-E319-724F-D2832653859C}" dt="2023-01-12T15:19:18.093" v="105"/>
        <pc:sldMkLst>
          <pc:docMk/>
          <pc:sldMk cId="0" sldId="324"/>
        </pc:sldMkLst>
      </pc:sldChg>
      <pc:sldChg chg="del">
        <pc:chgData name="Geng, Baocheng" userId="S::bgeng@uab.edu::b4253f3e-c40b-4a70-8207-93818653a34c" providerId="AD" clId="Web-{99D5BDC8-32B8-E319-724F-D2832653859C}" dt="2023-01-12T15:19:19.375" v="106"/>
        <pc:sldMkLst>
          <pc:docMk/>
          <pc:sldMk cId="3035312154" sldId="344"/>
        </pc:sldMkLst>
      </pc:sldChg>
      <pc:sldChg chg="add ord replId">
        <pc:chgData name="Geng, Baocheng" userId="S::bgeng@uab.edu::b4253f3e-c40b-4a70-8207-93818653a34c" providerId="AD" clId="Web-{99D5BDC8-32B8-E319-724F-D2832653859C}" dt="2023-01-12T15:18:03.151" v="98"/>
        <pc:sldMkLst>
          <pc:docMk/>
          <pc:sldMk cId="704315177" sldId="355"/>
        </pc:sldMkLst>
      </pc:sldChg>
      <pc:sldChg chg="modSp add replId">
        <pc:chgData name="Geng, Baocheng" userId="S::bgeng@uab.edu::b4253f3e-c40b-4a70-8207-93818653a34c" providerId="AD" clId="Web-{99D5BDC8-32B8-E319-724F-D2832653859C}" dt="2023-01-12T15:18:48.623" v="101" actId="20577"/>
        <pc:sldMkLst>
          <pc:docMk/>
          <pc:sldMk cId="3092393865" sldId="356"/>
        </pc:sldMkLst>
        <pc:spChg chg="mod">
          <ac:chgData name="Geng, Baocheng" userId="S::bgeng@uab.edu::b4253f3e-c40b-4a70-8207-93818653a34c" providerId="AD" clId="Web-{99D5BDC8-32B8-E319-724F-D2832653859C}" dt="2023-01-12T15:18:48.623" v="101" actId="20577"/>
          <ac:spMkLst>
            <pc:docMk/>
            <pc:sldMk cId="3092393865" sldId="356"/>
            <ac:spMk id="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B837A1A-A966-DBD9-142C-8266E3970836}"/>
              </a:ext>
            </a:extLst>
          </p:cNvPr>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54E94A2-F4AE-9E9C-1D42-CAE830373B68}"/>
              </a:ext>
            </a:extLst>
          </p:cNvPr>
          <p:cNvSpPr>
            <a:spLocks noGrp="1"/>
          </p:cNvSpPr>
          <p:nvPr>
            <p:ph type="dt" sz="quarter" idx="1"/>
          </p:nvPr>
        </p:nvSpPr>
        <p:spPr>
          <a:xfrm>
            <a:off x="2611438" y="0"/>
            <a:ext cx="1997075" cy="173038"/>
          </a:xfrm>
          <a:prstGeom prst="rect">
            <a:avLst/>
          </a:prstGeom>
        </p:spPr>
        <p:txBody>
          <a:bodyPr vert="horz" lIns="91440" tIns="45720" rIns="91440" bIns="45720" rtlCol="0"/>
          <a:lstStyle>
            <a:lvl1pPr algn="r">
              <a:defRPr sz="1200"/>
            </a:lvl1pPr>
          </a:lstStyle>
          <a:p>
            <a:fld id="{81F5856A-260C-41A5-8E2B-F82980E8940E}" type="datetimeFigureOut">
              <a:rPr lang="en-US" smtClean="0"/>
              <a:t>1/17/2025</a:t>
            </a:fld>
            <a:endParaRPr lang="en-US"/>
          </a:p>
        </p:txBody>
      </p:sp>
      <p:sp>
        <p:nvSpPr>
          <p:cNvPr id="4" name="Footer Placeholder 3">
            <a:extLst>
              <a:ext uri="{FF2B5EF4-FFF2-40B4-BE49-F238E27FC236}">
                <a16:creationId xmlns:a16="http://schemas.microsoft.com/office/drawing/2014/main" id="{44342E85-240B-28D1-CD12-0E8550499D5F}"/>
              </a:ext>
            </a:extLst>
          </p:cNvPr>
          <p:cNvSpPr>
            <a:spLocks noGrp="1"/>
          </p:cNvSpPr>
          <p:nvPr>
            <p:ph type="ftr" sz="quarter" idx="2"/>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6CBB913-27A7-EED8-0172-242E41AC9CFA}"/>
              </a:ext>
            </a:extLst>
          </p:cNvPr>
          <p:cNvSpPr>
            <a:spLocks noGrp="1"/>
          </p:cNvSpPr>
          <p:nvPr>
            <p:ph type="sldNum" sz="quarter" idx="3"/>
          </p:nvPr>
        </p:nvSpPr>
        <p:spPr>
          <a:xfrm>
            <a:off x="2611438" y="3287713"/>
            <a:ext cx="1997075" cy="173037"/>
          </a:xfrm>
          <a:prstGeom prst="rect">
            <a:avLst/>
          </a:prstGeom>
        </p:spPr>
        <p:txBody>
          <a:bodyPr vert="horz" lIns="91440" tIns="45720" rIns="91440" bIns="45720" rtlCol="0" anchor="b"/>
          <a:lstStyle>
            <a:lvl1pPr algn="r">
              <a:defRPr sz="1200"/>
            </a:lvl1pPr>
          </a:lstStyle>
          <a:p>
            <a:fld id="{A18B8562-CF61-4675-928C-1B340F41165F}" type="slidenum">
              <a:rPr lang="en-US" smtClean="0"/>
              <a:t>‹#›</a:t>
            </a:fld>
            <a:endParaRPr lang="en-US"/>
          </a:p>
        </p:txBody>
      </p:sp>
    </p:spTree>
    <p:extLst>
      <p:ext uri="{BB962C8B-B14F-4D97-AF65-F5344CB8AC3E}">
        <p14:creationId xmlns:p14="http://schemas.microsoft.com/office/powerpoint/2010/main" val="315473652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3788" units="cm"/>
          <inkml:channel name="Y" type="integer" max="8616"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0" timeString="2025-01-17T20:09:50.026"/>
    </inkml:context>
    <inkml:brush xml:id="br0">
      <inkml:brushProperty name="width" value="0.05292" units="cm"/>
      <inkml:brushProperty name="height" value="0.05292" units="cm"/>
      <inkml:brushProperty name="color" value="#00B050"/>
    </inkml:brush>
  </inkml:definitions>
  <inkml:trace contextRef="#ctx0" brushRef="#br0">11251 5773 0,'0'0'0,"0"0"15,0 0-15,0 0 16,0 0 0,0 0-16,15 9 15,-2-5-15,5 0 16,3-3 0,3-1-16,3-3 15,4 0 1,3-1-16,4-1 15,0 1-15,0-1 16,-4 1 0,-1 0-16,-3 0 15,1 0 1,0-1-16,1 1 16,-3-1-1,-1 1-15,-3 0 16,0 1-1,-3 1-15,0 1 16,-2 0-16,-1 1 16,-1 0-1,-1 0-15,-2 0 16,-2 0 0,-2 0-16,-1 0 15</inkml:trace>
  <inkml:trace contextRef="#ctx0" brushRef="#br0" timeOffset="1183.44">3854 6177 0,'0'0'0,"0"0"0,0 0 16,20 5-16,-6 0 16,1 0-1,2 2-15,2 0 16,1-2 0,3-1-16,5-2 15,3-1 1,4-2-16,4-2 15,1-1 1,3 1-16,1 2 16,5 0-1,4 2-15,5 1 16,3 1-16,3 2 16,0 0-1,-2 2-15,-4 1 16,-1 0-1,-2-2-15,7 1 16,10 1 0</inkml:trace>
  <inkml:trace contextRef="#ctx0" brushRef="#br0" timeOffset="2689.81">1299 7050 0,'0'0'0,"0"0"15,0 0-15,0 0 16,0 0-1,0 0-15,0 0 16,-11 17-16,9-6 16,2 7-1,0 11-15,0 18 16,-2 20 0,-3 26-16,3 9 15,0 6 1,0 5-16,2-1 15,2-1 1,0-1-16,3-6 16,1-6-16,1-11 15,0-13 1,-1-1-16,1-10 16,0-7-1,-1-8-15,-3-10 16,-1-9-1,-2-9-15,0-5 16</inkml:trace>
  <inkml:trace contextRef="#ctx0" brushRef="#br0" timeOffset="3510.04">1349 7008 0,'0'0'0,"0"0"0,0 0 15,0 0-15,0 0 16,22 18-16,9-6 16,14 0-1,11-4 1,10-6-16,8-6 16,15-4-1,5-1 1,4 0-16,7 3 0,4 1 15,7 3 1,7 1 0,11 2-16,0 0 15,9 1-15,-1-1 16,8-3 0,6-6-16,5-2 15,-1-2-15,-1-1 16,-4-1-1,-5 1-15,-3-2 16,-7 2-16,-14 3 31,-12 5-31,-14 5 0,-13 7 16,-9 3 0,-12 2-16,-12 2 15,-8 3 1,-9 3-16,-5 5 15,-8 8 1,-4 5 0,-4 4-16,-3 5 15,0 5 1,-1 4-16,1 9 0,2 4 16,-1 7-1,2 11-15,-2 3 16,0 8-1,-2 3-15,-1 1 16,-2 1-16,-3-6 16,-2-4-1,-2-12-15,-2-6 16,-1-11 0,-3-10-16,-5-8 15</inkml:trace>
  <inkml:trace contextRef="#ctx0" brushRef="#br0" timeOffset="4255.66">1384 8736 0,'0'0'0,"0"0"15,0 0-15,14 1 16,15 2-16,29-2 16,26-2-1,21-3-15,14-4 16,10-1 0,9-2-16,7-2 15,9-4 1,5-3-16,4-1 15,-1-1 1,6 0-16,-1 5 16,-4 2-16,-5 5 15,-10 6 1,-10 2-16,-5 5 16,-5 0-1,-8 0-15,-5 0 16,-6-2-1,-5 0-15,-4-1 16,-7 1 0,-5 1-16,-4 2 15,-8-1-15,-5-1 16,-3-2 0,2-1-16,5 1 15</inkml:trace>
  <inkml:trace contextRef="#ctx0" brushRef="#br0" timeOffset="7177.27">525 7277 0,'0'0'0,"0"0"0,11 5 0,10 4 15,8 6-15,8 2 16,4-2 0,-1-3-16,-5-4 15,-1-4-15,-7-3 16,-3-3 0,-6-4-1,-7-3-15,-2-3 16,-7-4-16,-6-4 15,-7-6 1,-9-5-16,-3-6 16,-1-3-1,2-2-15,4 3 16,4 3-16,5 5 16,5 4-1,2 0-15,4-1 16,5-1-1,6 0-15,7 5 16,5 5 0,6 7-16,0 8 15,-2 6-15,5 10 16,-1 7 0,1 6-16,-8 5 15,-1 2-15,-7 3 16,-3 5-1,-1 3 1,-5-2-16,-3-4 16,-1-4-16,-1-2 15,3-5 1,0 0-16,-1-5 16,5-3-1,1-5-15,-1-4 16,4-3-16,1-5 15,6-3 1,5-4-16</inkml:trace>
  <inkml:trace contextRef="#ctx0" brushRef="#br0" timeOffset="10232.93">2248 7354 0,'0'0'0,"-14"1"0,-4 1 16,-11 3-16,-4 1 15,-3 3 1,1 1-16,-1 3 16,2 0-1,1 4-15,4 2 16,2 1-1,5 1-15,4 1 16,2-1-16,5 1 16,5-2-1,-1 2-15,5 3 16,2 4 0,2 4-16,5 5 15,4 1 1,2 1-16,5 4 15,4 0 1,3 0-16,2-6 16,-1-5-1,3-4-15,5-1 16,4 0-16,2-1 16,5-4-1,-1-3-15,3-5 16,2-5-1,2-4-15,1-6 16,8-5-16,5-6 16,6-6-1,3-5-15,-3-3 16,-2-1 0,3-3-16,-5-5 15,-3-3 1,1-3-16,-5 2 15,-8 4 1,-6 0-16,-5 2 16,-10-2-16,-4 1 15,-10 4 1,-3 4-16,-5 4 16,-3 2-1,-6 1-15,-2-1 16,-2-4-1,-7-4-15,-5-3 16,-4 1-16,-5 2 16,1 4-1,-5 1-15,0 3 16,-2 2-16,-1 0 16,1 1-1,-2 1 1,-3 0-16,-2 2 0,-2 1 15,0 1 1,-1 4 0,-1 1-16,-3 3 15,3 3 1,0 2-16,-5 0 16,-2 2-1,0-2-15,2-1 16,2-2-1,3 0-15,-1 0 16,5 2-16,3 1 16,6 2-1,2 3-15,2 3 0,1 2 16</inkml:trace>
  <inkml:trace contextRef="#ctx0" brushRef="#br0" timeOffset="11198.97">1913 7161 0,'0'0'0,"0"0"0,0 0 16,-13 3 0,4 0-16,-5 3 15,-4 2 1,-2 3-16,-2 2 16,0 3-1,2 0-15,2-2 16,4 1-1,3-1-15,5 0 16,1-2-16,3-1 16,4 0-1,5 0-15,2 2 16,4-1-16,1 1 31,1 1-31,1 0 16,-3 2-16,1 1 15,-6-1 1,-1 1-16,-2 0 16,-5-2-16,-5 2 15,-2 2 1,-8 0-16,-5 0 16,-7-3-1,-4-5-15,0-3 16,2-3-1,4-3-15,3-1 16,6-2-16,5-1 16</inkml:trace>
  <inkml:trace contextRef="#ctx0" brushRef="#br0" timeOffset="16418.66">4034 7286 0,'0'0'0,"0"0"0,-7-18 0,2 7 15,0 0-15,-2 1 16,-1 1-16,-2 1 31,-2 1-31,-2 3 16,-5-1-16,-4 2 15,-1 0 1,-2 0-16,-1 2 16,-2 0-1,-2 2-15,-7 1 16,0 2-16,-2 1 16,2 3-1,-2 3-15,0 4 16,-3 2-1,3 1-15,2 3 16,3-1-16,-1 0 16,5 0-1,0-1-15,-1 1 16,3 2 0,3 3-16,1 4 15,3 2 1,4-1-16,2-1 15,1-1 1,3 1-16,1 1 16,2 3-1,3-3-15,1-2 16,3-3-16,0-1 16,4-1-1,0 4-15,5 3 16,4 1-1,0 0-15,5 0 16,2-5 0,2-2-16,6-2 15,8 0-15,6 0 16,5-1 0,4-1-16,4-2 15,5-4 1,5-3-16,2-4 15,4-4 1,7-3-16,2-2 16,4-2-16,5-4 15,-1-3-15,-1 0 16,-5-2 0,-6 2-1,-3 1-15,-6 0 16,-4 0-16,-5 0 15,-5-2-15,-5-2 16,-5-1-16,-4-3 31,-6-2-31,-7-1 16,-6-1-16,-6 3 16,-3 3-1,-4 1 1,-2 3-16,-3 1 15,-3-3 1,-2-3-16,-5-8 16,-5-7-16,-4-3 15,-2 2-15,1 5 16,1 2-16,0 3 16,0-2-1,0-1-15,-1 1 31,-3-2-31,-2 1 0,-3 2 16,2 3 0,-1 3-1,1 1-15,0 1 16,0 2-16,-3-2 16,-3 1-1,-1-2-15,1 0 16,-1 0-16,2 2 15,0 0 1,0 3-16,0 3 16,2 3-16,3 4 15,0 2 1,-1 4 0,-2 0-16,-2 3 15,0-1-15,1 2 16,3 1-1</inkml:trace>
  <inkml:trace contextRef="#ctx0" brushRef="#br0" timeOffset="17135.28">4794 7105 0,'0'0'0,"0"0"16,0 0-1,-13-8-15,6 7 16,0 0-16,-1 2 16,-2 1-1,-3 2-15,0 1 16,-1 4 0,1 1-16,2 0 15,1 3 1,1 0-16,1 5 15,2 2 1,1 3-16,3 0 16,2-3-16,2-1 15,4-3 1,6 0-16,9-3 16,12-1-1,9-7-15</inkml:trace>
  <inkml:trace contextRef="#ctx0" brushRef="#br0" timeOffset="24397.94">3145 7584 0,'0'0'0,"0"0"0,0 0 0,0 0 16,0 0-16,0 0 15,13 6-15,-6-5 16,2 1-16,2-1 31,0-1-31,0 0 16,2 0-1,1 0-15,-3 0 16,0 0-16,0 0 16,-2 0-1,-4 1-15,-3 0 0</inkml:trace>
  <inkml:trace contextRef="#ctx0" brushRef="#br0" timeOffset="25150.57">3182 7666 0,'0'0'0,"0"0"15,0 0-15,0 0 16,0 0 0,0 0-1,0 0-15,0 0 16,0 0-16,0 0 15,9 11 1,3-8 0,3-1-16,1-1 15,-1-1-15,3-1 16,-2-1-16,0-1 16,-5 2-16,-2 0 31,-3 1-31</inkml:trace>
  <inkml:trace contextRef="#ctx0" brushRef="#br0" timeOffset="25429.32">3124 7812 0,'0'0'0,"0"0"16,0 0-16,0 0 16,0 0-1,16 2-15,-3-2 16,10 0-1,8-3-15</inkml:trace>
  <inkml:trace contextRef="#ctx0" brushRef="#br0" timeOffset="33795.73">9863 5711 0,'0'0'0,"0"0"0,0 0 0,0 0 15,0 0 1,0 0-16,0 0 15,0 0 1,0 0-16,0 0 16,0 0-16,-2 13 15,6-11 1,1 1-16,4 1 16,3-1-1,6 1-15,7 1 16,5-2-1,3 0-15,2-1 16,-3-1-16,-1 0 16,1 0-16,-1 1 15,-1-1 1,-3 1-16,-4-1 16,-3 0-1,-4-1 1,-4 0-16,-1 0 15,-2 0-15,-2 0 16,-1 1-16,-2-1 16,-1 1-1,0-1-15,-2 0 16,0 0 0,0 0-1,0 0-15,0 0 16,-1 0-16,0 0 15,0 0-15,0 0 16,0 0 0,0 0-16,-1 0 15,0 1 1,0 0-16,0 0 16,-1 0-1,-1 1-15,0 0 16,-3 0-1,-1 0-15,-3 2 16,-4-1-16,0-1 16,-2 0-1,-1 0 1,1-1-16,0 0 16,0 0-16,1 0 15,0 0 1,0 0-16,0 0 15,2-1 1,-1 1-16,3-1 16,1 0-16,2 0 15,3 0 1,0 0 0,3 0-16,1 0 15,0-1-15,1 0 16,0 1-16,0 0 15,0 0 1,0 0 0,0 0-16,29-6 15,-17 4-15,3 1 16,1 0-16,2 0 16,1 0-1,0 1 1,-1 0-16,-2 0 15,-3 0-15,-2 0 16,-2 0 0,-1 0-16,0 0 15,-2 0 1,0 1-16,-2 0 16,1 0-1,-2-1-15,-1 0 16,1 0-16,-2 0 15</inkml:trace>
  <inkml:trace contextRef="#ctx0" brushRef="#br0" timeOffset="38271.71">2379 7488 0,'0'0'0,"0"0"0,-13 9 0,2 2 16,-7 6-16,0 3 15,0 0-15,0-1 16,1 0-1,1 0-15,-2 2 16,2 2 0,-1 3-16,3-2 15,1 0 1,4-4-16,2-2 16,5-5-16,0-2 15,4-2 1,5-2-16,-1-3 15,8-2 1,1-5-16,10-4 16,6-7-16,0-5 15,-2-2 1,-4 0 0,-9 2-16,-5 4 15,-7 4-15,-2 4 16,-4 3-1,-2 1 1,-5 0-16,-2 3 16,-3 2-16,-4 1 15,3 2 1,-1 2-16,3 1 16,2-1-1,4-2-15,5-1 0</inkml:trace>
  <inkml:trace contextRef="#ctx0" brushRef="#br0" timeOffset="38754.75">2544 7527 0,'0'0'0,"0"0"0,0 0 16,-9 12-1,5-2-15,0 1 16,-1-1-1,3 0 1,0-1-16,-1-1 16,1-1-16,2-1 15,0 1 1,2 0-16,3 0 16,4 0-16,6 0 15,3-1 1,7-2-1,-3-1-15,0 0 16,-1-1-16,-4 0 16,1-1-1,-4 0-15,-1-1 16,-4 0 0,0-1-16,-5 0 15</inkml:trace>
  <inkml:trace contextRef="#ctx0" brushRef="#br0" timeOffset="39053.4">2710 7573 0,'0'0'0,"0"0"0,0 0 15,0 0 1,-3 13-16,1-1 16,-2 8-16,-5 7 15,0 4 1,-2 3 0,-3-2-16,1-1 15,-3-1 1,3 1-16,2-2 15,-1-4-15,4-1 16</inkml:trace>
  <inkml:trace contextRef="#ctx0" brushRef="#br0" timeOffset="39754.51">2181 8004 0,'0'0'0,"0"0"0,0 0 16,0 0-16,0 0 16,0 0-16,13 9 15,-2-8 1,3 0 0,4-1-16,4 0 15,7-1 1,2-1-16,5-1 15,-3-1-15,-2 1 16,1 1 0,-1 0-16,0 0 15,-4 2-15,-5 0 16,-2 0 0,-4-1-16,0-1 15</inkml:trace>
  <inkml:trace contextRef="#ctx0" brushRef="#br0" timeOffset="48663.93">2279 8041 0,'0'0'0,"0"0"0,0 0 0,0 0 0,0 0 16,0 0-1,0 0-15,0 0 16,11-14-16,-9 10 16,3 1-1,-3 0-15,2 0 16,-1 2 0,-1 0-16,2 0 15,1 0 1,2 0-16,4 0 15,2-2-15,0 2 16,3 0 0,-3 0-1,1 0-15,-1 0 16,-2 0-16,1-2 16,-1 1-1,2 0-15,-2-1 16,3-1-1,-1 1-15</inkml:trace>
  <inkml:trace contextRef="#ctx0" brushRef="#br0" timeOffset="50528.44">3927 7368 0,'0'0'0,"0"0"0,0 0 15,0 0-15,0 0 16,0 0-1,13 14-15,-6-9 16,0 1-16,3-1 16,3 2-1,1 0 1,6 0-16,6 0 16,4 1-16,2-1 15,2 0-15,-3-2 31,0 2-31,2 1 0,-2 1 16,1-1 0,-3 1-1,-3-1-15,-5-1 16,-3-2-16,-3 0 16,-4-2-16,-2 0 31,-2-3-31,0-2 15</inkml:trace>
  <inkml:trace contextRef="#ctx0" brushRef="#br0" timeOffset="52372.59">4044 7703 0,'0'0'0,"0"0"15,0 0-15,-9-14 16,5 7-16,0-1 16,-1 0-1,1 2-15,1 0 16,-2 0-16,1 1 16,-2-1-1,-1 1 1,0-1-16,-1 2 0,-1 0 15,0 2 1,1 1 0,2 0-16,-1 1 15,1 1-15,1 0 16,0 1 0,2 0-1,1 2-15,2 0 0,0-4 16,3 17-1,1-4 1,3 5-16,2 1 16,1 1-16,-1-1 15,0 0 1,-2-2-16,-2-2 16,0-2-16,-3-1 31,-1 0-31,0 1 15,-2-1-15,-1 1 16,-3 1 0,0-1-16,-3-2 15,0-3-15,-1-2 16,-1-2-16,0-3 31,1-1-31,-1-1 16,-1-2-16,1-3 15,1 0 1,2-2-16,4-1 16,2 0-16,2 1 15,2-2 1,5-3-16,4-3 16,5-3-1,2-2-15,3-1 16,1 0-16,0 3 15,2 3 1,-2 3-16,-2 3 16,-2 3-1,-3 1-15,-3 1 16,-2 1 0,0 1-16</inkml:trace>
  <inkml:trace contextRef="#ctx0" brushRef="#br0" timeOffset="53073.96">4279 7631 0,'0'0'0,"0"0"16,0 0 0,0 0-16,0 0 15,0 0 1,2 13-16,2-8 16,0 1-16,4 0 15,1-1 1,1 0-16,1-1 15,0 2-15,1-1 16,0 3 0,-2 2-1,-1 1-15,-3 3 16,-1-1 0,-4-2-16,-2 0 15,-5 2-15,-5 0 16,-7 2-1,-2-2-15,1-2 16,3-2-16,4-2 16,3-2-16,4 0 15,0-1 1,3 1 0,1-2-16,2 0 15,1 1 1,4 1-16,5 1 15,5-1 1,4 1-16,4-3 16,3-1-16</inkml:trace>
  <inkml:trace contextRef="#ctx0" brushRef="#br0" timeOffset="59351.31">3450 6730 0,'0'0'0,"0"0"0,0 0 0,0 0 15,-13 0-15,8 1 16,1 1-16,-1 2 16,-1 0-1,1 3-15,-1 1 16,1 3-16,1 3 31,1 7-31,-1 4 0,2 3 16,-3 1-1,3 0-15,-2 1 16,-1 3 0,-2 1-16,3 2 15,-3-3 1,3-1-16,-3-2 15,0 1 1,-1 4-16,1 2 16,-2 0-16,2 0 15,3-1 1,-3 0 0,3 1-16,-1 1 15,3-4-15,0-4 16,2-5-1,0-5-15,0-1 16,2-3 0,0 0-16,0-5 15,3-5-15,-1-5 16</inkml:trace>
  <inkml:trace contextRef="#ctx0" brushRef="#br0" timeOffset="59788.62">3555 6693 0,'0'0'0,"0"0"15,-13 7-15,-5 2 16,-9 5 0,-4 3-16,4 1 15,3 1 1,3-2-16,6-3 16,1-3-1,6-4-15,1-4 16,5-3-1,2-2-15</inkml:trace>
  <inkml:trace contextRef="#ctx0" brushRef="#br0" timeOffset="60026.13">3484 6663 0,'0'0'0,"0"0"0,0 0 15,18 15 1,-7 0-1,0 5-15,2 3 16,-2-1 0,1-1-16,-1-2 15,-2-2 1,0-5-16,-1-2 16,1-2-16,0-1 15,0-3-15,2 0 16</inkml:trace>
  <inkml:trace contextRef="#ctx0" brushRef="#br0" timeOffset="63930.88">3917 6549 0,'0'0'0,"0"0"0,0 0 0,0 0 16,0 0-16,-12 0 16,9 1-16,-1 1 15,-2 1-15,-2 3 16,-1 4 0,-1 4-16,-1 6 15,0 5 1,0 1-1,2 0-15,0-1 16,2-3 0,1-2-16,1-2 15,1-4-15,1-4 16,1-3 0,2-3-16,0-4 15,0-2 1,0 2-16,0 0 15,11-32 1</inkml:trace>
  <inkml:trace contextRef="#ctx0" brushRef="#br0" timeOffset="64346.94">3886 6532 0,'0'0'0,"0"0"0,0 0 16,0 0-16,0 0 16,0 0-1,-2 16-15,4-1 0,4 5 32,1 4-32,-1 0 15,2-2 1,-1-3-16,-2-3 15,1-4-15,-2-2 16,0-3-16,-1-2 16,2 0-1,-1-3 1,1-1-16,0-3 16,6-7-16,7-12 15,6-13 1,1-3-16,-2 6 15,-6 7 1,-3 6-16,-3 4 16,-1 3-16,1 1 15</inkml:trace>
  <inkml:trace contextRef="#ctx0" brushRef="#br0" timeOffset="64998.44">4236 6638 0,'0'0'0,"0"0"15,0 0-15,0 0 16,0 0 0,0 0-16,-15 10 15,9-2 1,2 4 0,0 0-16,-1 1 15,3 1-15,1-2 16,1-1-1,1 1-15,1 1 16,1-1 0,2-2-16,-1-2 15,2-3-15,0-1 16,0-3 0,2-2-16,2-4 15,1-3 1,-1-3-1,-1-2-15,-3 0 0,-5 0 16,-2 1 0,-4 1-1,-3 2-15,0 2 0,-1 2 32,1 1-32</inkml:trace>
  <inkml:trace contextRef="#ctx0" brushRef="#br0" timeOffset="72696.19">5913 6379 0,'0'0'0,"0"0"0,0 0 0,0 0 0,0 0 16,20 0-1,-3 0-15,9 0 16,7 0-1,7-1-15,2-3 16,3-2-16,5-3 16,3-4-1,0-1-15,-4-4 16,-1-3 0,-2-4-16,-2-2 0,-6 2 15,-8 0 1,-8 3-1,-6 2-15,-5 2 16,-4 0-16,-3 1 16,-3 0-1,-2-1 1,-2-1-16,-3-2 0,-4-1 31,-3 1-31,-4 2 16,-3 1-16,-2 3 15,-3 1 1,0 2-16,-2 2 16,-2 1-16,-1 2 15,-3 4 1,1 4-16,-4 4 16,-7 6-16,-6 5 15,-5 8 1,3 4-1,5 2-15,7 0 16,6 0-16,2 0 16,7 2-1,6 1-15,7 2 16,6-2-16,8 1 16,7 1-1,8 1-15,8-1 16,11-4-1,8-6-15,14-3 16,12-8-16</inkml:trace>
  <inkml:trace contextRef="#ctx0" brushRef="#br0" timeOffset="78656.31">2384 8234 0,'0'0'0,"0"0"0,0 0 0,-14 12 16,5-5-16,1 1 16,-1 1-16,0 1 15,-2 2 1,-1 4-16,1 2 15,-2 2 1,-1 2-16,1 1 16,0 0-16,-1-2 15,-1 0 1,1 3-16,1 0 16,0 1-1,4-4 1,4-4-16,3-6 0</inkml:trace>
  <inkml:trace contextRef="#ctx0" brushRef="#br0" timeOffset="79024.56">2730 8225 0,'0'0'0,"0"0"16,0 0-1,-7 16-15,2-3 16,1 6-16,-3 6 16,-2 2-1,3-1-15,-1-1 16,3-4 0,-3-3-16,2-4 15,3-2 1,0-4-16</inkml:trace>
  <inkml:trace contextRef="#ctx0" brushRef="#br0" timeOffset="79405.69">3299 8200 0,'0'0'0,"0"0"15,0 0-15,0 0 16,0 0-1,6 14-15,-4-5 16,-2 4 0,-2 6-16,0 8 15,0 3-15,0 1 16,-1-3 0,3-4-16,0-6 15,3-5 1,3-3-16</inkml:trace>
  <inkml:trace contextRef="#ctx0" brushRef="#br0" timeOffset="79721.86">3884 8212 0,'0'0'0,"0"0"15,0 0-15,0 0 16,-1 14 0,-1-1-16,-2 6 15,0 4-15,0 3 16,0-1-1,2-2 1,2-6-16,1-2 16,5-3-1,5-3-15,7-3 0</inkml:trace>
  <inkml:trace contextRef="#ctx0" brushRef="#br0" timeOffset="79936.46">4627 8212 0,'0'0'0,"0"0"0,0 0 31,0 13-31,-1 3 15,-3 11-15,-5 8 16,-4 2 0</inkml:trace>
  <inkml:trace contextRef="#ctx0" brushRef="#br0" timeOffset="80472.58">2826 7079 0,'0'0'0,"0"0"0,0 0 0,0 0 16,0 0-1,-9 22-15,4-9 16,3 3-16,0 0 15,-1 1 1,1 0 0,2 0-16,-2-2 15,2-1 1,2-4-16</inkml:trace>
  <inkml:trace contextRef="#ctx0" brushRef="#br0" timeOffset="80719.13">3093 7120 0,'0'0'0,"0"0"0,0 0 16,-4 20-1,2-5-15,-3 6 32,3 3-32,0-3 15,2-5-15</inkml:trace>
  <inkml:trace contextRef="#ctx0" brushRef="#br0" timeOffset="82717.64">4972 8214 0,'0'0'0,"0"0"0,0 0 15,0 0 1,-9 12 0,1-3-16,-2 4 15,-2 2 1,0 3-16,-1 1 16,2 0-16,1 0 15,1 0-15,0 1 16,2-1-1,1-2-15,0-2 16,3-2 0,1-2-16,1-1 15,1-2 1,1-1 0,0 0-16,1-2 15,1-1-15,1-2 16,-1-1-1,-1-1-15,-2 0 16,0 0 0,11-7-16,-5-1 15,0-5-15,-1-1 16,0-1 0,-3 3-16,-1 3 15,0 3 1,-1 1-16,-1 2 15,0-1-15,-1 2 16,-1 0-16,0 1 31,1 1-31,0 0 16</inkml:trace>
  <inkml:trace contextRef="#ctx0" brushRef="#br0" timeOffset="83363.13">5180 8152 0,'0'0'0,"0"0"0,0 0 15,-6 14 1,2-8-16,2-1 15,0 1-15,0-1 16,-1 2 0,1 0-1,0 1-15,1-1 16,0 1-16,0-1 16,0 0-1,-1-1-15,2 1 16,2 0-1,0 0-15,1 4 16,3 1-16,2 3 16,0 3-1,1 2-15,-1-1 16,-1-2 0,-3-1-16,-1-2 15,-2-2 1,-2 1-16,-4-1 15,-3 1-15,-3 1 16,-2-1 0,-1-2-16,1-2 15,2-3 1,2-4-16,2-3 16</inkml:trace>
  <inkml:trace contextRef="#ctx0" brushRef="#br0" timeOffset="83560.06">5177 8245 0,'0'0'0,"0"0"0,0 0 15,25 1-15,0 2 16,15 0-16</inkml:trace>
  <inkml:trace contextRef="#ctx0" brushRef="#br0" timeOffset="90266.29">6575 6978 0,'0'0'0,"-17"7"15,-2 1-15,-5 8 0,-4 6 0,0 6 16,-1 4 0,0-2-16,0-1 15,-1-1 1,2 2-16,1 3 16,4 3-1,4 1-15,4-2 16,6-3-1,6-2-15,5-2 16,7-2-16,9-1 16,8-7-1,3-9-15,-2-9 16,6-9-16,0-8 16,1-5-1,-9 1-15,-7 2 16,-8 3-1,-5 4-15,-6 2 16,-4 2 0,-5 0-16,-6 2 15,-6 3 1,-6 3-16,-7 2 16,-4 4-16,5-2 15,11 0-15</inkml:trace>
  <inkml:trace contextRef="#ctx0" brushRef="#br0" timeOffset="90688.73">6912 7014 0,'0'0'0,"0"0"0,-23 29 31,-2 3-31,-10 9 16,-2 0-16,2-3 15,5-4 1,7-3-16,7-4 15,7-6 1,5-5-16,6-5 16,6-1-16,9 0 15,10-2-15,11-5 16,9-4 0,9-7-16,7-7 15,-2-7 1,-5-2-1,-5-1-15,-3 1 16,-5-2-16</inkml:trace>
  <inkml:trace contextRef="#ctx0" brushRef="#br0" timeOffset="90971.75">7188 6962 0,'0'0'0,"-25"14"16,-5 11 0,-7 14-16,-2 10 15,0 4 1,3 2-16,4-3 16,6-4-16,6-8 15,5-6 1,5-8-16,4 0 15,1-3 1,3 0-16,3-7 16,2-3-1</inkml:trace>
  <inkml:trace contextRef="#ctx0" brushRef="#br0" timeOffset="91306.66">7343 7194 0,'0'0'0,"0"0"0,0 0 15,0 0 1,0 0-16,0 0 16,0 0-16,22 7 15,3-7-15,10-1 32,5 0-32,6-1 15,2-2-15,-4 1 16,-7-2-1,-7 1-15,-6-2 16,-4-2 0</inkml:trace>
  <inkml:trace contextRef="#ctx0" brushRef="#br0" timeOffset="91574.34">7626 6970 0,'0'0'0,"0"0"0,-17 19 16,5 7 0,-2 8-1,4 5-15,4 0 16,1-3-16,4-1 15,2-2 1,2-1-16,4-3 16,2-5-16</inkml:trace>
  <inkml:trace contextRef="#ctx0" brushRef="#br0" timeOffset="92316.68">8253 7124 0,'0'0'0,"0"0"0,0 0 15,0 0-15,4-12 16,-3 6 0,-1-3-16,-1-4 15,-3-5-15,-4-5 16,-4-4 0,-5-1-1,0 2-15,0 4 16,4 6-1,2 6-15,2 6 16,2 2-16,2 3 16,-1 1-1,0 3 1,2 3-16,1 3 16,2 6-1,3 8-15,4 10 16,6 9-16,0-2 15,0-5 1,0-5-16,-2-1 16,-2-3-16,-2-2 15,-3-1-15,-3-5 16,-3-2 0,-3-1-1,-2-3-15,-2-2 16,-2-3-1,-1-3-15,-1-4 16,3-2-16,1-3 16,3-5-1,6-6-15,7-8 16,12-12 0,13-10-16,9 1 15,4 3 1,-5 6-16,-9 6 15,-8 8 1,-6 5-16,-4 5 16</inkml:trace>
  <inkml:trace contextRef="#ctx0" brushRef="#br0" timeOffset="92784.81">8372 7007 0,'0'0'0,"0"0"0,12-1 15,9 0-15,14-2 16,7 1-16,-1 0 15,-11 2 1,-7 1 0,-6 2-16,-6 3 15,-7 4-15,-6 6 16,-16 16-16,-23 17 16,-12 2-1,1-6 1,18-13-16,11-8 15,10-7 1,7-7-16,6-5 16,5-1-16,7-2 15,12-3-15,18-5 16,16-6 0,9-4-16,1-1 15,-2 0 1,-3-4-16</inkml:trace>
  <inkml:trace contextRef="#ctx0" brushRef="#br0" timeOffset="93173.6">8886 7093 0,'0'0'0,"0"0"0,0 0 0,13 6 16,7 2-16,14 2 16,13 0-16,9-2 15,2-5 1,-2-1 0,-7-4-16,-6 0 15,-7 0-15,-9-1 16,-10-2-1,-8-1-15,-6-5 16</inkml:trace>
  <inkml:trace contextRef="#ctx0" brushRef="#br0" timeOffset="93435.88">9156 6950 0,'0'0'0,"0"0"16,-2 17-16,0 7 15,-2 15 1,1 14 0,-1 5-16,0-2 15,4-9-15,4-3 16,1-7-1,5-6-15,5-4 16,5-2-16</inkml:trace>
  <inkml:trace contextRef="#ctx0" brushRef="#br0" timeOffset="93997.3">9900 6920 0,'0'0'0,"0"0"0,0 0 0,-20 5 15,-2 4-15,-10 8 16,-9 10-16,2 12 16,5 7-1,4 5 1,5 0-16,7-1 15,6-5-15,7-10 16,7-10 0,4-6-16,7-5 15,7-6-15,5-8 16,11-8 0,5-12-1,-4-7-15,-10 0 16,-14 5-16,-7 6 15,-5 7-15,-4 3 16,-4 0 0,-4 1-16,-3 2 15,2 1 1,2 1-16,4-1 16,5-1-16</inkml:trace>
  <inkml:trace contextRef="#ctx0" brushRef="#br0" timeOffset="94398.97">10273 6981 0,'0'0'0,"0"0"16,-3 15-16,-3 1 15,-4 11-15,-1 3 16,1-4 0,2-6-16,3-7 15,3-3-15,1-3 16,2 0 0,3 1-1,4 2-15,7 4 16,5 4-1,0 2-15,-2 1 16,-4-1-16,-3-2 16,-5-2-1,-4-3-15,-2-3 16,-4-1-16,-7 0 16,-8-3-1,-7-7 1,-8-12-16</inkml:trace>
  <inkml:trace contextRef="#ctx0" brushRef="#br0" timeOffset="94583.47">10249 7009 0,'0'0'0,"0"0"0,18 1 16,1 1-16,8 2 15,9 1 1,5 1-16,0-2 16,-5-3-16,-5-3 15</inkml:trace>
  <inkml:trace contextRef="#ctx0" brushRef="#br0" timeOffset="94843.27">10531 7176 0,'0'0'0,"0"0"0,0 0 16,11 6-16,7-2 16,12 1-1,9-3 1,3-3-1,0-2-15,-2-3 16,-5-3-16,-4-2 16,-5-3-16,-6-5 15,-6-4 1</inkml:trace>
  <inkml:trace contextRef="#ctx0" brushRef="#br0" timeOffset="95041.31">10779 7078 0,'0'0'0,"-3"16"0,0 2 15,-2 12-15,0 10 16,0 7 0,2-4-16,2-8 15,2-8-15,2-6 16,4-4-1,3-5-15</inkml:trace>
  <inkml:trace contextRef="#ctx0" brushRef="#br0" timeOffset="95359.72">11202 7068 0,'0'0'0,"-7"17"0,-4 10 15,-5 16-15,-5 12 16,2 0-1,3-7-15,2-12 16,5-10 0,3-10-16,2-7 15,3-7 1,1-3-16,0 1 16</inkml:trace>
  <inkml:trace contextRef="#ctx0" brushRef="#br0" timeOffset="95707.58">11230 7002 0,'0'0'0,"0"0"15,0 0-15,10 20 16,-4 4 0,-1 9-1,1 6-15,-1 4 16,2 0-1,1-1-15,0-6 16,-1-9 0,1-8-16,-1-8 15,1-5-15,0-6 16,4-7-16,8-13 16,8-17-1,2-11 1,-3-1-16,-4 5 15,-5 7-15,-5 9 16,-3 8 0,-3 6-16,-2 5 15</inkml:trace>
  <inkml:trace contextRef="#ctx0" brushRef="#br0" timeOffset="96124.56">11524 7343 0,'0'0'0,"0"0"16,-2 14-16,0-2 15,1 4 1,2 3 0,3 3-16,4 2 15,3-4 1,3-5-16,0-4 16,0-6-1,-2-5-15,1-3 16,2-6-16,-2-5 15,0-3 1,-6-2-16,-3 0 16,-4 2-1,-5 0-15,-6 0 16,-6 1 0,-6-3-16</inkml:trace>
  <inkml:trace contextRef="#ctx0" brushRef="#br0" timeOffset="96616.98">11840 7087 0,'0'0'0,"0"0"15,0 0-15,15-4 16,1 3-1,11-1-15,6 0 16,1 0 0,-3 1-16,-5 1 15,-6 0-15,-4 1 16,-4 1 0</inkml:trace>
  <inkml:trace contextRef="#ctx0" brushRef="#br0" timeOffset="96887.21">11726 7313 0,'0'0'0,"0"0"0,12 0 16,4 0-1,17-3-15,15-3 16,10-6-16,1-2 16,-7 2-1,-9 2 1,-11 3-16,-6 4 16,-7 1-1,-6 4-15</inkml:trace>
  <inkml:trace contextRef="#ctx0" brushRef="#br0" timeOffset="102264.72">11791 6468 0,'0'0'0,"0"0"0,0 0 0,0 0 0,0 0 16,0 0-16,24 11 16,0-5-1,7 0-15,-1 0 16,-4 0 0,-5-2-16,-5 0 15,-6 0-15,-3-1 16,-5 0-1,-3 1 1,-6 3-16,-6 3 16,-5 2-16,1 0 15,6-2 1,4-3-16,5-2 16,2 0-16,3 2 15,6 2 1,6 4-16,2 5 15,0 2-15,-3 0 16,-6 0 0,-5-1-1,-3 1-15,-5 3 16,-1 5 0,-4 0-16,0-2 15,0-7-15</inkml:trace>
  <inkml:trace contextRef="#ctx0" brushRef="#br0" timeOffset="102689.33">11966 6430 0,'0'0'0,"0"0"16,20-2-16,-1 1 15,7 1 1,4 1-16,4 1 16,-1 1-1,-2 2-15,-4-1 16,-6 2-1,-4 1 1,-4 0-16,-2 3 16,-3 2-16,-1 1 15,-3 5 1,0 7-16,-2 9 16,-2 6-16,-2 7 15,0 7 1,-2-1-16,2-4 15,2-9 1,2-8-16,3-9 16</inkml:trace>
  <inkml:trace contextRef="#ctx0" brushRef="#br0" timeOffset="103047.27">12524 6450 0,'0'0'0,"0"0"0,0 0 16,0 0-1,0 12-15,0-3 16,1 5-1,2 5 1,4 7-16,3 10 16,5 3-16,8 2 15,7-3-15,4-6 16,-1-8 0,-4-5-1,-4-4-15,-4-4 16,-4-3-1,-5-5-15,-4-3 0</inkml:trace>
  <inkml:trace contextRef="#ctx0" brushRef="#br0" timeOffset="103239.55">12658 6533 0,'0'0'0,"-7"11"16,-4 13-16,-8 31 16,-7 31-1,-4 27 1,-4 13-16,-5 3 16</inkml:trace>
  <inkml:trace contextRef="#ctx0" brushRef="#br0" timeOffset="104054.12">6227 7822 0,'0'0'0,"0"0"0,-12-10 16,8 7 0,2 1-16,2 1 15,0 1 1,0 0-1,26-7-15,6-1 16,22-7-16,16-9 16,5-2-1,5 2-15,-1 3 16,-6 4-16,-1 4 16,-4 1-1,-10 4-15,-5 0 16,-9 0-16,-5 1 15,0 2 1</inkml:trace>
  <inkml:trace contextRef="#ctx0" brushRef="#br0" timeOffset="104525.55">8084 7638 0,'0'0'0,"0"0"0,0 0 0,0 0 16,12 8-16,0-5 15,5 1-15,10-1 16,9-2-1,6-1 1,6-2-16,5-1 16,1-2-16,0 1 15,-4-1 1,-4 2-16,-4 1 16,1 1-16,-1 2 15,2 1 1</inkml:trace>
  <inkml:trace contextRef="#ctx0" brushRef="#br0" timeOffset="105007.8">9696 7634 0,'0'0'0,"0"0"16,17 0-16,4 1 16,11 1-1,9 2-15,3-1 16,4-1-1,0-1-15,0-1 16,-3-1-16,-4 0 16,-3 1-1,-2 0 1,-4 1-16,-1 0 16,-2 0-16,-2-2 15</inkml:trace>
  <inkml:trace contextRef="#ctx0" brushRef="#br0" timeOffset="105351.13">10977 7740 0,'0'0'0,"0"0"16,20 5-16,1 1 16,9 1-1,6-1-15,1 0 16,-5-3 0,-4 0-16,-2-3 15,-3-2 1,0 0-16,1-1 15,-2 0-15,2-3 16,-2 0 0,0 0-16,3-1 15,5-1 1,9 1-16</inkml:trace>
  <inkml:trace contextRef="#ctx0" brushRef="#br0" timeOffset="111736.5">6216 7864 0,'0'0'0,"0"0"0,26-16 0,1 5 16,10-4-1,3 1-15,5-2 16,1 1 0,1-2-16,-3 1 15,-6 4-15,-5 2 16,-4 3-1,-2 3 1,-5 1-16,-1 0 16,-6 2-16,-1 0 15,-1 0 1,1 0-16,2 0 16</inkml:trace>
  <inkml:trace contextRef="#ctx0" brushRef="#br0" timeOffset="112249.98">8085 7682 0,'0'0'0,"0"0"0,0 0 16,0 0-16,0 0 16,0 0-16,11-8 15,2 7 1,6 1-1,7 0-15,11 1 16,5 0 0,0 1-16,-2 0 15,-1 0-15,0 1 16,1 2-16,2 0 16</inkml:trace>
  <inkml:trace contextRef="#ctx0" brushRef="#br0" timeOffset="112703.21">9742 7614 0,'0'0'0,"0"0"0,0 0 15,15-1-15,3 0 16,11 1 0,10 0-1,10 0-15,5 1 16,0-1-16,-4 0 15,-5 0 1,0-1-16,1-1 16,0 1-1</inkml:trace>
  <inkml:trace contextRef="#ctx0" brushRef="#br0" timeOffset="112984.53">10961 7714 0,'0'0'0,"0"0"16,0 0-16,0 0 15,19-2-15,-1 0 16,9-2 0,5 1-1,2 1-15,0 1 16,2 1-16</inkml:trace>
  <inkml:trace contextRef="#ctx0" brushRef="#br0" timeOffset="114255.76">6681 8086 0,'0'0'0,"0"0"16,0 0-16,0 0 16,-10 12-16,2 0 15,-3 8 1,-4 8-1,-1 6-15,-3 3 16,0 3-16,1 1 16,1-1-16,3-5 15,1-10 1,4-8-16,4-7 16,3-6-16,0-6 15</inkml:trace>
  <inkml:trace contextRef="#ctx0" brushRef="#br0" timeOffset="114647.66">6609 8127 0,'0'0'0,"0"0"16,0 0-16,0 0 15,0 0-15,7 26 16,-2-3 0,1 8-16,2 5 15,2 4 1,1 3-16,2-4 16,-1-7-16,-1-10 15,-1-6 1,0-8-1,0-7-15,5-8 16,8-15-16,7-18 16,1-13-1,-5 0-15,-5 5 16,-3 8-16,-3 9 16,-1 9-1,3 5-15,2 5 16</inkml:trace>
  <inkml:trace contextRef="#ctx0" brushRef="#br0" timeOffset="115055.21">7070 8417 0,'0'0'0,"0"0"15,0 0-15,0 12 16,1-6-16,1 2 16,2 0-1,1-1-15,3 0 16,2-2-16,1-4 15,3-2 1,0-4 0,1-4-16,-3-3 15,-4-3-15,-5 1 16,-3 1 0,-4-2-16,-4 2 15,-2 0 1,-1 3-16,1 2 15,2 2-15,3 0 16</inkml:trace>
  <inkml:trace contextRef="#ctx0" brushRef="#br0" timeOffset="115599.94">7495 8040 0,'0'0'0,"0"0"16,0 0-16,0 0 15,0 0-15,12 0 16,3 0-1,6 0-15,5 0 16,-1 1-16,-1 0 16,-4-1-1,-4 0 1,-4 0-16</inkml:trace>
  <inkml:trace contextRef="#ctx0" brushRef="#br0" timeOffset="115844.09">7428 8352 0,'0'0'0,"0"0"15,0 0-15,13 0 16,4-2-16,15-2 15,11-5 1,5-1-16,0-1 16,0-1-1,3 0-15</inkml:trace>
  <inkml:trace contextRef="#ctx0" brushRef="#br0" timeOffset="122671.34">6709 8246 0,'0'0'0,"0"0"0,0 0 16,0 0-16,0 0 15,22-4-15,15 2 16,19-1 0,9 3-16,10 2 15,-2-1-15,-6-1 16,-5-3 0,-1-2-1,-1-5-15,-4-5 0,-4-2 31,-13-1-31,-12 2 16</inkml:trace>
  <inkml:trace contextRef="#ctx0" brushRef="#br0" timeOffset="122996.02">6742 8285 0,'0'0'0,"0"0"15,0 0 1,15-11-16,9 2 16,19-3-1,12-2 16,11-2-31,7 0 0,-2 1 0,-3-2 0,-3 1 16,-10 3 0,-6 2-1,-7 2-15,-9 3 16,-4 2-16,-5 1 16</inkml:trace>
  <inkml:trace contextRef="#ctx0" brushRef="#br0" timeOffset="124755.39">2866 6685 0,'0'0'0,"0"0"15,0 0-15,0 0 16,0 0 0,0 0-16,0 0 15,0 0 1,0 0-16,0 0 15,0-12 1,4 9-16,5 0 16,4-1-16,3 1 15,4-1 1,7 0 0,4-2-16,3-1 15,4-3-15,-1-3 16,8-1-1,4-1 1,0 2-16,0 1 16,0 3-16,1 1 15,-1 1-15,0 1 16,0-1 0,-2 1-1,-1 2-15,-1 0 16,-5 2-16,-2 1 15,2 1-15,3 2 16,-2 2 0,-1 0-1,-1 1-15,0 0 16,3 1-16,1-1 16,1 1-1,-1-2-15,2 1 16,2 0-16,0 1 15,-1-2 1,0 1 0,0-1-16,3 1 15,1-1-15,1 1 16,4 0-16,-1 1 16,0 1-1,3-1-15,-1-1 16,0-2-1,4-2 1,3-2-16,3-1 16,0-1-1,2-1-15,-2 0 16,-2 0-16,-2 1 16,4-1-1,-4 0-15,2 1 16,1 1-16,-3-1 15,-2 3 1,-3 0-16,0 2 16,-1-1-1,1 0-15,0 0 16,0 0 0,-1-1-16,1 0 15,-2 0-15,1 0 16,0 0-1,-2-1 1,-3 0-16,-7 1 16,-3 1-16,-3 0 15,-3 1 1,-2 2-16,0-1 16,5 3-16,9 2 15</inkml:trace>
  <inkml:trace contextRef="#ctx0" brushRef="#br0" timeOffset="127368.45">8897 8085 0,'0'0'15,"0"0"-15,0 0 0,0 0 16,0 0-16,0 0 16,0 0-1,-10 19-15,1 4 16,-5 16-16,-6 15 16,-5 9-1,-1 2-15,-1-3 16,1-2-1,2-8-15,2-5 0,5-7 32,3-12-32,3-9 15,3-7-15,4-5 16,1-6-16,2-2 16</inkml:trace>
  <inkml:trace contextRef="#ctx0" brushRef="#br0" timeOffset="127803.71">8819 8101 0,'0'0'0,"0"0"16,0 0-1,0 0-15,0 0 16,6 18-1,-3 7-15,1 10 16,0 11-16,1 7 16,0 1-1,1-1-15,0-9 16,3-6-16,1-3 16,1-6-1,2-6 1,-1-6-16,0-8 15,-1-8 1,4-6-16,9-14 16,11-18-16,6-17 15,1-6 1,-6 1-16,-7 5 16,-5 7-16,-6 7 15,-6 9 1,-2 6-16,-2 8 15,-3 4-15,1 6 16</inkml:trace>
  <inkml:trace contextRef="#ctx0" brushRef="#br0" timeOffset="128414.9">9415 8362 0,'0'0'0,"0"0"0,0 0 16,0 0-16,-4 15 16,1-3-16,0 4 15,1 5 1,1 5-1,2 3-15,2 3 16,3 0 0,0-4-16,2-5 15,1-7-15,0-6 16,1-4 0,1-4-16,3-4 15,3-6-15,5-6 16,0-6-1,-3-4-15,-6 2 16,-5 3 0,-5 2-16,-3 3 15,-3-1 1,-5 1-16,-4-1 16,-1 4-16,-1 2 15,2 1-15,1 3 31,0-1-31</inkml:trace>
  <inkml:trace contextRef="#ctx0" brushRef="#br0" timeOffset="128849.86">9746 8214 0,'0'0'0,"0"0"0,0 0 16,0 0-16,0 0 15,22 8 1,-2-5-16,10-1 16,4 1-1,3-2-15,2-1 16,1 0-1,-4 1-15,-5-1 16,-5 1-16,-3-1 16,-1 0-1,-1-2-15,0-3 16</inkml:trace>
  <inkml:trace contextRef="#ctx0" brushRef="#br0" timeOffset="129116.46">9986 8107 0,'0'0'0,"0"0"0,0 0 0,-2 20 0,1 8 15,1 17-15,2 13 16,4 4 0,0-2-1,1-6 1,2-10-16,3-4 0,4-8 16</inkml:trace>
  <inkml:trace contextRef="#ctx0" brushRef="#br0" timeOffset="130011.93">10604 8433 0,'0'0'0,"0"0"16,5-13-16,-3 2 16,1-3-1,1-4-15,-1-2 16,0-2-16,-2-5 16,-3-4-1,-3-9-15,-3 1 16,-1 5-16,-1 7 15,1 8 1,0 6 0,1 4-16,0 3 15,2 3-15,1 1 16,2 1 0,-1 1-16,1 1 15,0 2 1,1 3-16,-1 5 15,3 5-15,3 8 16,1 6 0,5 2-1,1 2-15,3 0 0,2 2 16,2 1 0,-1-4-16,-1-6 15,-3-4 1,-4-6-16,-3-2 15,-2-3 1,-3-2-16,-3 0 16,-1 0-16,-4-1 15,-2-1 1,-3-2 0,-2-3-16,1-3 15,-3-3-15,-1-3 16,1-2-1,4-1 1,3-1-16,3-2 16,4-4-16,4-5 15,6-8-15,5-5 16,6-2 0,4 2-16,5 4 15,3 1 1,-1 4-16,-1 2 15,-5 5 1,-4 4-16,-5 3 16,-5 3-1,-3 2-15,-2 3 16,-2 1-16,-1 1 16</inkml:trace>
  <inkml:trace contextRef="#ctx0" brushRef="#br0" timeOffset="130490.76">10846 8220 0,'0'0'0,"0"0"0,13 0 16,0 0-16,6 2 15,1 1-15,-1 2 16,-2-1 0,-4 1-1,-3-1-15,-2 1 16,-3 0-16,-2 2 15,-6 4 1,-8 11-16,-15 14 16,-14 7-1,4-7 1,8-11-16,10-9 0,7-5 16,5-5-1,4-1 1,3-2-16,5 0 15,9 2-15,17-1 16,12 0 0,5-2-16,-2-1 15,-8-1 1,-10-1-16,-7-2 16</inkml:trace>
  <inkml:trace contextRef="#ctx0" brushRef="#br0" timeOffset="131024.87">8764 7934 0,'0'0'0,"0"0"16,-21 9-16,1 8 16,-6 9-1,-6 16-15,2 8 16,5 7-1,3 6-15,6 4 16,6-3 0,6-4-16,8 2 15,7 0-15,10 4 16,12 0 0,13-2-16,10-4 15,11-12-15,9-13 16</inkml:trace>
  <inkml:trace contextRef="#ctx0" brushRef="#br0" timeOffset="131412.76">11497 8095 0,'0'0'0,"2"12"0,1 7 15,1 10-15,0 7 16,0 4-16,1 1 16,-1-1-1,0-2-15,-4-8 16,-4 0 0,-7 7-1,-13 12-15,-23 14 16,-25 6-16,-16-5 15</inkml:trace>
  <inkml:trace contextRef="#ctx0" brushRef="#br0" timeOffset="132436.38">10418 8774 0,'0'0'0,"0"0"0,0 0 15,0 0-15,0 0 16,0 0 0,12 4-1,-4-2-15,2 1 16,2 2-16,2-2 16,0 0-1,2 1 1,3-1-16,3 1 15,5 0-15,5-2 16,4 0-16,0-2 16,-1 0-1,3-1-15,1 0 16,0-1 0,-3 0-16,-5-1 15,-6 0-15,-4 1 31,-3-1-31,-3 1 16,0 1-16,-2 0 16,1 0-16,-3 0 15,0 0 1,-2 0-16,-1-1 16,-2 1-16,-1 0 15,-2 0 1,1-1-1,-2 0-15,0-2 16,0-1-16</inkml:trace>
  <inkml:trace contextRef="#ctx0" brushRef="#br0" timeOffset="132928.9">10590 8737 0,'0'0'15,"0"0"-15,0 0 16,0 0-16,19 5 16,-6-3-1,3 1-15,1 1 16,1-1-1,-1-1-15,-1 1 16,-3-1 0,-1-1-16,-1 1 15,-2 0 1,0 2-16,-1-1 16,-1 0-1,-2 0-15,1-1 16,0 0-16,-1-1 15,2-1 1,3-1-16</inkml:trace>
  <inkml:trace contextRef="#ctx0" brushRef="#br0" timeOffset="137141.85">8662 8919 0,'0'0'0,"0"0"0,0 0 0,0 0 0,0 0 16,0 0-16,21 0 15,-2 0 1,10 0-16,9-1 16,7 0-1,3 0-15,-1-1 16,-2-2-16,0 0 16,0-2-1,2 0-15,-1-2 16,-4 2-16,-6 1 15,-1 1 1,-3 1-16,-3 0 16,-3-1-1,-4 1 1,-2-1-16,-3 1 16,-2 1-16,-2 1 15,1 1 1</inkml:trace>
  <inkml:trace contextRef="#ctx0" brushRef="#br0" timeOffset="140595.82">2908 6744 0,'0'0'0,"0"0"0,0 0 0,0 0 0,0 0 0,0 0 0,13 0 16,1 0-16,4 1 15,4-1 1,5 1-16,2 0 15,2-1 1,5-1-16,6-1 16,5-4-1,9-2-15,0-2 0,4-2 16,-2 1 0,2 1-1,2 1-15,-1 2 16,1 1-16,7 2 15,1-3 1,2-2-16,8-1 16,2-1-16,1 0 31,6 2-31,-4 2 16,5 3-16,-2 2 15,1 2-15,4 0 16,4 0-1,3 0-15,7 0 16,3 0 0,-4 2-16,-1 5 15,-7 3 1,-6 2-16,-5 1 16,-3 2-1,5-2-15,-3-3 16,4-3-16,-3-4 15,-1-3 1,1-2-16,-9 0 16,-1 1-16,-3 3 15,1 3 1</inkml:trace>
  <inkml:trace contextRef="#ctx0" brushRef="#br0" timeOffset="145804.81">8607 8904 0,'0'0'0,"0"0"0,0 0 0,0 0 16,0 0-16,17-9 15,7 4-15,12-1 32,13 0-32,6 1 15,2 2-15,4 1 16,5 0 0,0 1-16,6 1 15,8 2 1,1 0-16,1-1 15,2 1-15,0 1 16,4 0 0,5 3-16,2 0 15,5 2-15,0-1 16,5-2 0,0 0-16,3-1 15,0 1-15,1-2 31,-3-1-31,1-1 16,-4-1-16,0-2 16,-10-1-1,-7-2-15,-9 1 16,-13 1 0,-10-1-16,-13 2 0,-10 1 31,-9 1-31,-8 0 15,-6 0-15,-5 0 16</inkml:trace>
  <inkml:trace contextRef="#ctx0" brushRef="#br0" timeOffset="146433">8884 8863 0,'0'0'0,"0"0"16,0 0-16,0 0 16,17 2-1,12-1-15,23 0 16,21 2-1,18 3-15,7 0 16,4 2-16,6 0 16,6-4-1,7-1 1,3-2-16,9-1 16,-8 1-1,0 1-15,-8 2 16,-7 0-16,0 0 15,-6 1-15,-6-2 16,-12 1 0,-11-2-1,-10 0-15,-11-1 16,-11 0 0,-8-1-16,-10 0 15,-4 0-15,-7 0 16,-4-1-1,-4 0-15,-4 0 16</inkml:trace>
  <inkml:trace contextRef="#ctx0" brushRef="#br0" timeOffset="146953.87">8799 8902 0,'0'0'0,"0"0"0,0 0 16,11-11-1,20 5-15,27-2 16,29-1 0,18-2-16,13-3 15,9-1-15,4-4 16,3 0-1,6 3 1,-6 3-16,1 5 16,-2 2-1,-3 4-15,-1 3 0,-7 1 16,-7 1 0,-10-1-16,-16-1 15,-13 0 1,-13 0-1,-11 0-15,-10-1 16,-10 0 0,-7-1-16,-6-2 15</inkml:trace>
  <inkml:trace contextRef="#ctx0" brushRef="#br0" timeOffset="163609.41">11336 5436 0,'0'0'15,"0"0"-15,0 0 0,0 0 0,0 0 16,0 0-16,0 0 16,0 0-1,0 0-15,0 0 16,0 0 0,0 0-16,0 0 15,0 0-15,12 12 16,0-9-1,7 1 1,9 0-16,8 0 16,8-1-16,2 0 15,0 0 1,-2-1-16,-2-1 16,-1 0-1,-3 0-15,-5-1 16,-6 0-16,-2 0 15,-5 0 1,-3 0-16,-3 0 16,-3-1-1,-3 1-15,-2-1 16,-4 0 0</inkml:trace>
  <inkml:trace contextRef="#ctx0" brushRef="#br0" timeOffset="163987.2">11473 5505 0,'0'0'0,"0"0"16,0 0 0,0 0-1,0 0-15,12 5 16,4-3-16,11-1 16,10-1-1,9-3 1,5-1-16,-1 0 15,-1 0-15,-3 1 16,-3 0 0,1-1-16,-4 2 15,-7 0 1,-6 1-16,-7-1 16</inkml:trace>
  <inkml:trace contextRef="#ctx0" brushRef="#br0" timeOffset="164239.51">11477 5516 0,'0'0'0,"0"0"0,0 0 16,20 2-16,6 1 15,18-2-15,12-1 16,9-4 0,-1-2-16,-7-2 15,-9-1 1,-8 0-16</inkml:trace>
  <inkml:trace contextRef="#ctx0" brushRef="#br0" timeOffset="165146.1">3381 6043 0,'0'0'0,"0"0"15,-13-7-15,6 4 16,3 1 0,-1-1-16,1 2 15,1 0 1,3 0-16,0 1 16,0 0-16,0 0 15,34-11 1,4 4-1,9-1-15,4 3 16,2 1-16,-3 4 16,-6 2-1,-4 1-15,-8 1 16,-6 2-16,-6-1 16,-6 0-1,-7-1 1,-3 1-16</inkml:trace>
  <inkml:trace contextRef="#ctx0" brushRef="#br0" timeOffset="165513.84">3203 6115 0,'0'0'0,"0"0"0,0 0 16,0 0-16,0 0 16,24-2-16,7-1 15,18-3 1,9 0-16,5-2 15,-3 2 1,-4 1-16,-9 1 16,-9 2-1,-7 1-15,-7 1 16,-6 0 0,-4 0-16,-5-1 15,0 0-15</inkml:trace>
  <inkml:trace contextRef="#ctx0" brushRef="#br0" timeOffset="165845.48">3316 6106 0,'0'0'0,"0"0"16,0 0-16,0 0 16,16 0-16,9-1 15,19-1 1,14-1 0,5-2-16,-1 0 15,-8 0 1,-10 1-16,-10-1 15,-12 2-15,-4 1 16,-5-1 0,-6 1-16,-3-1 15,-4 0 1</inkml:trace>
  <inkml:trace contextRef="#ctx0" brushRef="#br0" timeOffset="166145.71">3334 6014 0,'0'0'0,"0"0"0,0 0 32,0 0-32,0 0 15,0 0-15,0 0 16,0 0-1,25-5-15,13 0 16,15-3 0,12-1-16,4-2 15,-6 1-15,-12 2 16,-13 1-16,-11 3 16,-12 2-1,-4 1 1</inkml:trace>
  <inkml:trace contextRef="#ctx0" brushRef="#br0" timeOffset="166412.13">3314 6131 0,'0'0'0,"0"0"16,0 0 0,11-1-16,7 0 15,13-1-15,10-2 16,1 2 0,-4 0-16,-7 1 15,0 1 1,1 0-16</inkml:trace>
  <inkml:trace contextRef="#ctx0" brushRef="#br0" timeOffset="173043.35">11133 5883 0,'0'0'0,"0"0"0,19-2 0,14 0 16,29-2-16,27 1 16,18-1-1,7-2-15,-4-1 16,-8-2 0,-11 1-16,-15-1 15,-13 1-15,-14 1 16,-15 0-1,-9 2-15</inkml:trace>
  <inkml:trace contextRef="#ctx0" brushRef="#br0" timeOffset="173244.6">11423 5906 0,'0'0'0,"0"0"16,22-3-1,14 2-15,23 0 16,16 0 0,5-1-16</inkml:trace>
  <inkml:trace contextRef="#ctx0" brushRef="#br0" timeOffset="173935.06">3236 6341 0,'0'0'0,"0"0"0,0 0 16,16-1-16,8 1 16,16 2-16,18 3 31,7 4-31,2 1 15,2 0-15,-2-2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826E32C6-4B17-4D69-B915-73E795B71B17}" type="datetimeFigureOut">
              <a:rPr lang="en-US" smtClean="0"/>
              <a:t>1/17/2025</a:t>
            </a:fld>
            <a:endParaRPr lang="en-US"/>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3983F55A-FCA3-4372-B19F-3869D9C955CE}" type="slidenum">
              <a:rPr lang="en-US" smtClean="0"/>
              <a:t>‹#›</a:t>
            </a:fld>
            <a:endParaRPr lang="en-US"/>
          </a:p>
        </p:txBody>
      </p:sp>
    </p:spTree>
    <p:extLst>
      <p:ext uri="{BB962C8B-B14F-4D97-AF65-F5344CB8AC3E}">
        <p14:creationId xmlns:p14="http://schemas.microsoft.com/office/powerpoint/2010/main" val="2107597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34835" y="62407"/>
            <a:ext cx="3540429" cy="244475"/>
          </a:xfrm>
          <a:prstGeom prst="rect">
            <a:avLst/>
          </a:prstGeom>
        </p:spPr>
        <p:txBody>
          <a:bodyPr wrap="square" lIns="0" tIns="0" rIns="0" bIns="0">
            <a:spAutoFit/>
          </a:bodyPr>
          <a:lstStyle>
            <a:lvl1pPr>
              <a:defRPr sz="1400" b="0" i="0">
                <a:solidFill>
                  <a:schemeClr val="bg1"/>
                </a:solidFill>
                <a:latin typeface="Georgia"/>
                <a:cs typeface="Georgia"/>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100" b="0" i="0">
                <a:solidFill>
                  <a:schemeClr val="tx1"/>
                </a:solidFill>
                <a:latin typeface="Book Antiqua"/>
                <a:cs typeface="Book Antiqua"/>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Bookman Old Style"/>
                <a:cs typeface="Bookman Old Style"/>
              </a:defRPr>
            </a:lvl1pPr>
          </a:lstStyle>
          <a:p>
            <a:pPr marL="12700">
              <a:lnSpc>
                <a:spcPts val="675"/>
              </a:lnSpc>
            </a:pPr>
            <a:r>
              <a:rPr dirty="0"/>
              <a:t>Copyright</a:t>
            </a:r>
            <a:r>
              <a:rPr spc="260" dirty="0"/>
              <a:t> </a:t>
            </a:r>
            <a:r>
              <a:rPr b="0" dirty="0">
                <a:latin typeface="Times New Roman"/>
                <a:cs typeface="Times New Roman"/>
              </a:rPr>
              <a:t>@</a:t>
            </a:r>
            <a:r>
              <a:rPr dirty="0"/>
              <a:t>2022,</a:t>
            </a:r>
            <a:r>
              <a:rPr spc="265" dirty="0"/>
              <a:t> </a:t>
            </a:r>
            <a:r>
              <a:rPr dirty="0"/>
              <a:t>Ivan</a:t>
            </a:r>
            <a:r>
              <a:rPr spc="265" dirty="0"/>
              <a:t> </a:t>
            </a:r>
            <a:r>
              <a:rPr spc="-20" dirty="0"/>
              <a:t>Mann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B3193EC-671F-46E6-8368-D694520A5CFB}" type="datetime1">
              <a:rPr lang="en-US" smtClean="0"/>
              <a:t>1/17/2025</a:t>
            </a:fld>
            <a:endParaRPr lang="en-US"/>
          </a:p>
        </p:txBody>
      </p:sp>
      <p:sp>
        <p:nvSpPr>
          <p:cNvPr id="6" name="Holder 6"/>
          <p:cNvSpPr>
            <a:spLocks noGrp="1"/>
          </p:cNvSpPr>
          <p:nvPr>
            <p:ph type="sldNum" sz="quarter" idx="7"/>
          </p:nvPr>
        </p:nvSpPr>
        <p:spPr/>
        <p:txBody>
          <a:bodyPr lIns="0" tIns="0" rIns="0" bIns="0"/>
          <a:lstStyle>
            <a:lvl1pPr>
              <a:defRPr sz="600" b="0" i="0">
                <a:solidFill>
                  <a:schemeClr val="tx1"/>
                </a:solidFill>
                <a:latin typeface="Bookman Old Style"/>
                <a:cs typeface="Bookman Old Style"/>
              </a:defRPr>
            </a:lvl1pPr>
          </a:lstStyle>
          <a:p>
            <a:pPr marL="60960">
              <a:spcBef>
                <a:spcPts val="35"/>
              </a:spcBef>
            </a:pPr>
            <a:fld id="{81D60167-4931-47E6-BA6A-407CBD079E47}" type="slidenum">
              <a:rPr lang="en-US" smtClean="0"/>
              <a:pPr marL="60960">
                <a:spcBef>
                  <a:spcPts val="35"/>
                </a:spcBef>
              </a:pPr>
              <a:t>‹#›</a:t>
            </a:fld>
            <a:endParaRPr lang="en-US" spc="-10" dirty="0">
              <a:latin typeface="Times New Roman"/>
              <a:cs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Book Antiqua"/>
                <a:cs typeface="Book Antiqua"/>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Bookman Old Style"/>
                <a:cs typeface="Bookman Old Style"/>
              </a:defRPr>
            </a:lvl1pPr>
          </a:lstStyle>
          <a:p>
            <a:pPr marL="12700">
              <a:lnSpc>
                <a:spcPts val="675"/>
              </a:lnSpc>
            </a:pPr>
            <a:r>
              <a:rPr dirty="0"/>
              <a:t>Copyright</a:t>
            </a:r>
            <a:r>
              <a:rPr spc="260" dirty="0"/>
              <a:t> </a:t>
            </a:r>
            <a:r>
              <a:rPr b="0" dirty="0">
                <a:latin typeface="Times New Roman"/>
                <a:cs typeface="Times New Roman"/>
              </a:rPr>
              <a:t>@</a:t>
            </a:r>
            <a:r>
              <a:rPr dirty="0"/>
              <a:t>2022,</a:t>
            </a:r>
            <a:r>
              <a:rPr spc="265" dirty="0"/>
              <a:t> </a:t>
            </a:r>
            <a:r>
              <a:rPr dirty="0"/>
              <a:t>Ivan</a:t>
            </a:r>
            <a:r>
              <a:rPr spc="265" dirty="0"/>
              <a:t> </a:t>
            </a:r>
            <a:r>
              <a:rPr spc="-20" dirty="0"/>
              <a:t>Mann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BB34581A-DEFC-4E6C-BCA8-1C14A8DBBD43}" type="datetime1">
              <a:rPr lang="en-US" smtClean="0"/>
              <a:t>1/17/2025</a:t>
            </a:fld>
            <a:endParaRPr lang="en-US"/>
          </a:p>
        </p:txBody>
      </p:sp>
      <p:sp>
        <p:nvSpPr>
          <p:cNvPr id="6" name="Holder 6"/>
          <p:cNvSpPr>
            <a:spLocks noGrp="1"/>
          </p:cNvSpPr>
          <p:nvPr>
            <p:ph type="sldNum" sz="quarter" idx="7"/>
          </p:nvPr>
        </p:nvSpPr>
        <p:spPr/>
        <p:txBody>
          <a:bodyPr lIns="0" tIns="0" rIns="0" bIns="0"/>
          <a:lstStyle>
            <a:lvl1pPr>
              <a:defRPr sz="600" b="0" i="0">
                <a:solidFill>
                  <a:schemeClr val="tx1"/>
                </a:solidFill>
                <a:latin typeface="Bookman Old Style"/>
                <a:cs typeface="Bookman Old Style"/>
              </a:defRPr>
            </a:lvl1pPr>
          </a:lstStyle>
          <a:p>
            <a:pPr marL="60960">
              <a:spcBef>
                <a:spcPts val="35"/>
              </a:spcBef>
            </a:pPr>
            <a:fld id="{81D60167-4931-47E6-BA6A-407CBD079E47}" type="slidenum">
              <a:rPr lang="en-US" smtClean="0"/>
              <a:pPr marL="60960">
                <a:spcBef>
                  <a:spcPts val="35"/>
                </a:spcBef>
              </a:pPr>
              <a:t>‹#›</a:t>
            </a:fld>
            <a:endParaRPr lang="en-US" spc="-10" dirty="0">
              <a:latin typeface="Times New Roman"/>
              <a:cs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Georgia"/>
                <a:cs typeface="Georgia"/>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0" i="0">
                <a:solidFill>
                  <a:schemeClr val="bg1"/>
                </a:solidFill>
                <a:latin typeface="Bookman Old Style"/>
                <a:cs typeface="Bookman Old Style"/>
              </a:defRPr>
            </a:lvl1pPr>
          </a:lstStyle>
          <a:p>
            <a:pPr marL="12700">
              <a:lnSpc>
                <a:spcPts val="675"/>
              </a:lnSpc>
            </a:pPr>
            <a:r>
              <a:rPr dirty="0"/>
              <a:t>Copyright</a:t>
            </a:r>
            <a:r>
              <a:rPr spc="260" dirty="0"/>
              <a:t> </a:t>
            </a:r>
            <a:r>
              <a:rPr b="0" dirty="0">
                <a:latin typeface="Times New Roman"/>
                <a:cs typeface="Times New Roman"/>
              </a:rPr>
              <a:t>@</a:t>
            </a:r>
            <a:r>
              <a:rPr dirty="0"/>
              <a:t>2022,</a:t>
            </a:r>
            <a:r>
              <a:rPr spc="265" dirty="0"/>
              <a:t> </a:t>
            </a:r>
            <a:r>
              <a:rPr dirty="0"/>
              <a:t>Ivan</a:t>
            </a:r>
            <a:r>
              <a:rPr spc="265" dirty="0"/>
              <a:t> </a:t>
            </a:r>
            <a:r>
              <a:rPr spc="-20" dirty="0"/>
              <a:t>Mann</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72ED1877-1081-458D-A5DF-8141A61A4D25}" type="datetime1">
              <a:rPr lang="en-US" smtClean="0"/>
              <a:t>1/17/2025</a:t>
            </a:fld>
            <a:endParaRPr lang="en-US"/>
          </a:p>
        </p:txBody>
      </p:sp>
      <p:sp>
        <p:nvSpPr>
          <p:cNvPr id="7" name="Holder 7"/>
          <p:cNvSpPr>
            <a:spLocks noGrp="1"/>
          </p:cNvSpPr>
          <p:nvPr>
            <p:ph type="sldNum" sz="quarter" idx="7"/>
          </p:nvPr>
        </p:nvSpPr>
        <p:spPr/>
        <p:txBody>
          <a:bodyPr lIns="0" tIns="0" rIns="0" bIns="0"/>
          <a:lstStyle>
            <a:lvl1pPr>
              <a:defRPr sz="600" b="0" i="0">
                <a:solidFill>
                  <a:schemeClr val="tx1"/>
                </a:solidFill>
                <a:latin typeface="Bookman Old Style"/>
                <a:cs typeface="Bookman Old Style"/>
              </a:defRPr>
            </a:lvl1pPr>
          </a:lstStyle>
          <a:p>
            <a:pPr marL="60960">
              <a:spcBef>
                <a:spcPts val="35"/>
              </a:spcBef>
            </a:pPr>
            <a:fld id="{81D60167-4931-47E6-BA6A-407CBD079E47}" type="slidenum">
              <a:rPr lang="en-US" smtClean="0"/>
              <a:pPr marL="60960">
                <a:spcBef>
                  <a:spcPts val="35"/>
                </a:spcBef>
              </a:pPr>
              <a:t>‹#›</a:t>
            </a:fld>
            <a:endParaRPr lang="en-US" spc="-10" dirty="0">
              <a:latin typeface="Times New Roman"/>
              <a:cs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defRPr sz="600" b="0" i="0">
                <a:solidFill>
                  <a:schemeClr val="bg1"/>
                </a:solidFill>
                <a:latin typeface="Bookman Old Style"/>
                <a:cs typeface="Bookman Old Style"/>
              </a:defRPr>
            </a:lvl1pPr>
          </a:lstStyle>
          <a:p>
            <a:pPr marL="12700">
              <a:lnSpc>
                <a:spcPts val="675"/>
              </a:lnSpc>
            </a:pPr>
            <a:r>
              <a:rPr dirty="0"/>
              <a:t>Copyright</a:t>
            </a:r>
            <a:r>
              <a:rPr spc="260" dirty="0"/>
              <a:t> </a:t>
            </a:r>
            <a:r>
              <a:rPr b="0" dirty="0">
                <a:latin typeface="Times New Roman"/>
                <a:cs typeface="Times New Roman"/>
              </a:rPr>
              <a:t>@</a:t>
            </a:r>
            <a:r>
              <a:rPr dirty="0"/>
              <a:t>2022,</a:t>
            </a:r>
            <a:r>
              <a:rPr spc="265" dirty="0"/>
              <a:t> </a:t>
            </a:r>
            <a:r>
              <a:rPr dirty="0"/>
              <a:t>Ivan</a:t>
            </a:r>
            <a:r>
              <a:rPr spc="265" dirty="0"/>
              <a:t> </a:t>
            </a:r>
            <a:r>
              <a:rPr spc="-20" dirty="0"/>
              <a:t>Mann</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5CD3627-33E2-4B05-8134-B73D010C219A}" type="datetime1">
              <a:rPr lang="en-US" smtClean="0"/>
              <a:t>1/17/2025</a:t>
            </a:fld>
            <a:endParaRPr lang="en-US"/>
          </a:p>
        </p:txBody>
      </p:sp>
      <p:sp>
        <p:nvSpPr>
          <p:cNvPr id="5" name="Holder 5"/>
          <p:cNvSpPr>
            <a:spLocks noGrp="1"/>
          </p:cNvSpPr>
          <p:nvPr>
            <p:ph type="sldNum" sz="quarter" idx="7"/>
          </p:nvPr>
        </p:nvSpPr>
        <p:spPr/>
        <p:txBody>
          <a:bodyPr lIns="0" tIns="0" rIns="0" bIns="0"/>
          <a:lstStyle>
            <a:lvl1pPr>
              <a:defRPr sz="600" b="0" i="0">
                <a:solidFill>
                  <a:schemeClr val="tx1"/>
                </a:solidFill>
                <a:latin typeface="Bookman Old Style"/>
                <a:cs typeface="Bookman Old Style"/>
              </a:defRPr>
            </a:lvl1pPr>
          </a:lstStyle>
          <a:p>
            <a:pPr marL="60960">
              <a:spcBef>
                <a:spcPts val="35"/>
              </a:spcBef>
            </a:pPr>
            <a:fld id="{81D60167-4931-47E6-BA6A-407CBD079E47}" type="slidenum">
              <a:rPr lang="en-US" smtClean="0"/>
              <a:pPr marL="60960">
                <a:spcBef>
                  <a:spcPts val="35"/>
                </a:spcBef>
              </a:pPr>
              <a:t>‹#›</a:t>
            </a:fld>
            <a:endParaRPr lang="en-US" spc="-10" dirty="0">
              <a:latin typeface="Times New Roman"/>
              <a:cs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00" b="0" i="0">
                <a:solidFill>
                  <a:schemeClr val="bg1"/>
                </a:solidFill>
                <a:latin typeface="Bookman Old Style"/>
                <a:cs typeface="Bookman Old Style"/>
              </a:defRPr>
            </a:lvl1pPr>
          </a:lstStyle>
          <a:p>
            <a:pPr marL="12700">
              <a:lnSpc>
                <a:spcPts val="675"/>
              </a:lnSpc>
            </a:pPr>
            <a:r>
              <a:rPr dirty="0"/>
              <a:t>Copyright</a:t>
            </a:r>
            <a:r>
              <a:rPr spc="260" dirty="0"/>
              <a:t> </a:t>
            </a:r>
            <a:r>
              <a:rPr b="0" dirty="0">
                <a:latin typeface="Times New Roman"/>
                <a:cs typeface="Times New Roman"/>
              </a:rPr>
              <a:t>@</a:t>
            </a:r>
            <a:r>
              <a:rPr dirty="0"/>
              <a:t>2022,</a:t>
            </a:r>
            <a:r>
              <a:rPr spc="265" dirty="0"/>
              <a:t> </a:t>
            </a:r>
            <a:r>
              <a:rPr dirty="0"/>
              <a:t>Ivan</a:t>
            </a:r>
            <a:r>
              <a:rPr spc="265" dirty="0"/>
              <a:t> </a:t>
            </a:r>
            <a:r>
              <a:rPr spc="-20" dirty="0"/>
              <a:t>Mann</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6F988317-12DA-440A-A9B3-81E3FAD35249}" type="datetime1">
              <a:rPr lang="en-US" smtClean="0"/>
              <a:t>1/17/2025</a:t>
            </a:fld>
            <a:endParaRPr lang="en-US"/>
          </a:p>
        </p:txBody>
      </p:sp>
      <p:sp>
        <p:nvSpPr>
          <p:cNvPr id="4" name="Holder 4"/>
          <p:cNvSpPr>
            <a:spLocks noGrp="1"/>
          </p:cNvSpPr>
          <p:nvPr>
            <p:ph type="sldNum" sz="quarter" idx="7"/>
          </p:nvPr>
        </p:nvSpPr>
        <p:spPr/>
        <p:txBody>
          <a:bodyPr lIns="0" tIns="0" rIns="0" bIns="0"/>
          <a:lstStyle>
            <a:lvl1pPr>
              <a:defRPr sz="600" b="0" i="0">
                <a:solidFill>
                  <a:schemeClr val="tx1"/>
                </a:solidFill>
                <a:latin typeface="Bookman Old Style"/>
                <a:cs typeface="Bookman Old Style"/>
              </a:defRPr>
            </a:lvl1pPr>
          </a:lstStyle>
          <a:p>
            <a:pPr marL="60960">
              <a:spcBef>
                <a:spcPts val="35"/>
              </a:spcBef>
            </a:pPr>
            <a:fld id="{81D60167-4931-47E6-BA6A-407CBD079E47}" type="slidenum">
              <a:rPr lang="en-US" smtClean="0"/>
              <a:pPr marL="60960">
                <a:spcBef>
                  <a:spcPts val="35"/>
                </a:spcBef>
              </a:pPr>
              <a:t>‹#›</a:t>
            </a:fld>
            <a:endParaRPr lang="en-US" spc="-10" dirty="0">
              <a:latin typeface="Times New Roman"/>
              <a:cs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4608195" cy="355600"/>
          </a:xfrm>
          <a:custGeom>
            <a:avLst/>
            <a:gdLst/>
            <a:ahLst/>
            <a:cxnLst/>
            <a:rect l="l" t="t" r="r" b="b"/>
            <a:pathLst>
              <a:path w="4608195" h="355600">
                <a:moveTo>
                  <a:pt x="4608004" y="0"/>
                </a:moveTo>
                <a:lnTo>
                  <a:pt x="0" y="0"/>
                </a:lnTo>
                <a:lnTo>
                  <a:pt x="0" y="355180"/>
                </a:lnTo>
                <a:lnTo>
                  <a:pt x="4608004" y="355180"/>
                </a:lnTo>
                <a:lnTo>
                  <a:pt x="4608004" y="0"/>
                </a:lnTo>
                <a:close/>
              </a:path>
            </a:pathLst>
          </a:custGeom>
          <a:solidFill>
            <a:srgbClr val="525200"/>
          </a:solidFill>
        </p:spPr>
        <p:txBody>
          <a:bodyPr wrap="square" lIns="0" tIns="0" rIns="0" bIns="0" rtlCol="0"/>
          <a:lstStyle/>
          <a:p>
            <a:endParaRPr/>
          </a:p>
        </p:txBody>
      </p:sp>
      <p:sp>
        <p:nvSpPr>
          <p:cNvPr id="2" name="Holder 2"/>
          <p:cNvSpPr>
            <a:spLocks noGrp="1"/>
          </p:cNvSpPr>
          <p:nvPr>
            <p:ph type="title"/>
          </p:nvPr>
        </p:nvSpPr>
        <p:spPr>
          <a:xfrm>
            <a:off x="651281" y="62407"/>
            <a:ext cx="3305810" cy="244475"/>
          </a:xfrm>
          <a:prstGeom prst="rect">
            <a:avLst/>
          </a:prstGeom>
        </p:spPr>
        <p:txBody>
          <a:bodyPr wrap="square" lIns="0" tIns="0" rIns="0" bIns="0">
            <a:spAutoFit/>
          </a:bodyPr>
          <a:lstStyle>
            <a:lvl1pPr>
              <a:defRPr sz="1400" b="0" i="0">
                <a:solidFill>
                  <a:schemeClr val="bg1"/>
                </a:solidFill>
                <a:latin typeface="Georgia"/>
                <a:cs typeface="Georgia"/>
              </a:defRPr>
            </a:lvl1pPr>
          </a:lstStyle>
          <a:p>
            <a:endParaRPr/>
          </a:p>
        </p:txBody>
      </p:sp>
      <p:sp>
        <p:nvSpPr>
          <p:cNvPr id="3" name="Holder 3"/>
          <p:cNvSpPr>
            <a:spLocks noGrp="1"/>
          </p:cNvSpPr>
          <p:nvPr>
            <p:ph type="body" idx="1"/>
          </p:nvPr>
        </p:nvSpPr>
        <p:spPr>
          <a:xfrm>
            <a:off x="402932" y="761441"/>
            <a:ext cx="3927475" cy="2044064"/>
          </a:xfrm>
          <a:prstGeom prst="rect">
            <a:avLst/>
          </a:prstGeom>
        </p:spPr>
        <p:txBody>
          <a:bodyPr wrap="square" lIns="0" tIns="0" rIns="0" bIns="0">
            <a:spAutoFit/>
          </a:bodyPr>
          <a:lstStyle>
            <a:lvl1pPr>
              <a:defRPr sz="1100" b="0" i="0">
                <a:solidFill>
                  <a:schemeClr val="tx1"/>
                </a:solidFill>
                <a:latin typeface="Book Antiqua"/>
                <a:cs typeface="Book Antiqua"/>
              </a:defRPr>
            </a:lvl1pPr>
          </a:lstStyle>
          <a:p>
            <a:endParaRPr/>
          </a:p>
        </p:txBody>
      </p:sp>
      <p:sp>
        <p:nvSpPr>
          <p:cNvPr id="4" name="Holder 4"/>
          <p:cNvSpPr>
            <a:spLocks noGrp="1"/>
          </p:cNvSpPr>
          <p:nvPr>
            <p:ph type="ftr" sz="quarter" idx="5"/>
          </p:nvPr>
        </p:nvSpPr>
        <p:spPr>
          <a:xfrm>
            <a:off x="68529" y="3352708"/>
            <a:ext cx="1245870" cy="103504"/>
          </a:xfrm>
          <a:prstGeom prst="rect">
            <a:avLst/>
          </a:prstGeom>
        </p:spPr>
        <p:txBody>
          <a:bodyPr wrap="square" lIns="0" tIns="0" rIns="0" bIns="0">
            <a:spAutoFit/>
          </a:bodyPr>
          <a:lstStyle>
            <a:lvl1pPr>
              <a:defRPr sz="600" b="0" i="0">
                <a:solidFill>
                  <a:schemeClr val="bg1"/>
                </a:solidFill>
                <a:latin typeface="Bookman Old Style"/>
                <a:cs typeface="Bookman Old Style"/>
              </a:defRPr>
            </a:lvl1pPr>
          </a:lstStyle>
          <a:p>
            <a:pPr marL="12700">
              <a:lnSpc>
                <a:spcPts val="675"/>
              </a:lnSpc>
            </a:pPr>
            <a:r>
              <a:rPr dirty="0"/>
              <a:t>Copyright</a:t>
            </a:r>
            <a:r>
              <a:rPr spc="260" dirty="0"/>
              <a:t> </a:t>
            </a:r>
            <a:r>
              <a:rPr b="0" dirty="0">
                <a:latin typeface="Times New Roman"/>
                <a:cs typeface="Times New Roman"/>
              </a:rPr>
              <a:t>@</a:t>
            </a:r>
            <a:r>
              <a:rPr dirty="0"/>
              <a:t>2022,</a:t>
            </a:r>
            <a:r>
              <a:rPr spc="265" dirty="0"/>
              <a:t> </a:t>
            </a:r>
            <a:r>
              <a:rPr dirty="0"/>
              <a:t>Ivan</a:t>
            </a:r>
            <a:r>
              <a:rPr spc="265" dirty="0"/>
              <a:t> </a:t>
            </a:r>
            <a:r>
              <a:rPr spc="-20" dirty="0"/>
              <a:t>Mann</a:t>
            </a: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B29ED917-0106-41CF-AC0A-0905B64CADE1}" type="datetime1">
              <a:rPr lang="en-US" smtClean="0"/>
              <a:t>1/17/2025</a:t>
            </a:fld>
            <a:endParaRPr lang="en-US" dirty="0"/>
          </a:p>
        </p:txBody>
      </p:sp>
      <p:sp>
        <p:nvSpPr>
          <p:cNvPr id="6" name="Holder 6"/>
          <p:cNvSpPr>
            <a:spLocks noGrp="1"/>
          </p:cNvSpPr>
          <p:nvPr>
            <p:ph type="sldNum" sz="quarter" idx="7"/>
          </p:nvPr>
        </p:nvSpPr>
        <p:spPr>
          <a:xfrm>
            <a:off x="4095987" y="3343393"/>
            <a:ext cx="526420" cy="92333"/>
          </a:xfrm>
          <a:prstGeom prst="rect">
            <a:avLst/>
          </a:prstGeom>
        </p:spPr>
        <p:txBody>
          <a:bodyPr wrap="square" lIns="0" tIns="0" rIns="0" bIns="0">
            <a:spAutoFit/>
          </a:bodyPr>
          <a:lstStyle>
            <a:lvl1pPr>
              <a:defRPr sz="600" b="0" i="0">
                <a:solidFill>
                  <a:schemeClr val="tx1"/>
                </a:solidFill>
                <a:latin typeface="Bookman Old Style"/>
                <a:cs typeface="Bookman Old Style"/>
              </a:defRPr>
            </a:lvl1pPr>
          </a:lstStyle>
          <a:p>
            <a:pPr marL="60960">
              <a:spcBef>
                <a:spcPts val="35"/>
              </a:spcBef>
            </a:pPr>
            <a:fld id="{81D60167-4931-47E6-BA6A-407CBD079E47}" type="slidenum">
              <a:rPr lang="en-US" smtClean="0"/>
              <a:pPr marL="60960">
                <a:spcBef>
                  <a:spcPts val="35"/>
                </a:spcBef>
              </a:pPr>
              <a:t>‹#›</a:t>
            </a:fld>
            <a:r>
              <a:rPr lang="en-US" spc="290" dirty="0"/>
              <a:t> </a:t>
            </a:r>
            <a:endParaRPr lang="en-US" spc="-10" dirty="0">
              <a:latin typeface="Times New Roman"/>
              <a:cs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hyperlink" Target="mailto:dss@uab.edu%3C/font%3E" TargetMode="Externa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slide" Target="slide1.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7743" y="791197"/>
            <a:ext cx="4483735" cy="767715"/>
            <a:chOff x="87743" y="791197"/>
            <a:chExt cx="4483735" cy="767715"/>
          </a:xfrm>
        </p:grpSpPr>
        <p:sp>
          <p:nvSpPr>
            <p:cNvPr id="3" name="object 3"/>
            <p:cNvSpPr/>
            <p:nvPr/>
          </p:nvSpPr>
          <p:spPr>
            <a:xfrm>
              <a:off x="87743" y="791197"/>
              <a:ext cx="4432935" cy="82550"/>
            </a:xfrm>
            <a:custGeom>
              <a:avLst/>
              <a:gdLst/>
              <a:ahLst/>
              <a:cxnLst/>
              <a:rect l="l" t="t" r="r" b="b"/>
              <a:pathLst>
                <a:path w="4432935" h="82550">
                  <a:moveTo>
                    <a:pt x="4381766" y="0"/>
                  </a:moveTo>
                  <a:lnTo>
                    <a:pt x="50800" y="0"/>
                  </a:lnTo>
                  <a:lnTo>
                    <a:pt x="31075" y="4008"/>
                  </a:lnTo>
                  <a:lnTo>
                    <a:pt x="14922" y="14922"/>
                  </a:lnTo>
                  <a:lnTo>
                    <a:pt x="4008" y="31075"/>
                  </a:lnTo>
                  <a:lnTo>
                    <a:pt x="0" y="50800"/>
                  </a:lnTo>
                  <a:lnTo>
                    <a:pt x="0" y="82384"/>
                  </a:lnTo>
                  <a:lnTo>
                    <a:pt x="4432566" y="82384"/>
                  </a:lnTo>
                  <a:lnTo>
                    <a:pt x="4432566" y="50800"/>
                  </a:lnTo>
                  <a:lnTo>
                    <a:pt x="4428558" y="31075"/>
                  </a:lnTo>
                  <a:lnTo>
                    <a:pt x="4417644" y="14922"/>
                  </a:lnTo>
                  <a:lnTo>
                    <a:pt x="4401491" y="4008"/>
                  </a:lnTo>
                  <a:lnTo>
                    <a:pt x="4381766" y="0"/>
                  </a:lnTo>
                  <a:close/>
                </a:path>
              </a:pathLst>
            </a:custGeom>
            <a:solidFill>
              <a:srgbClr val="525200"/>
            </a:solidFill>
          </p:spPr>
          <p:txBody>
            <a:bodyPr wrap="square" lIns="0" tIns="0" rIns="0" bIns="0" rtlCol="0"/>
            <a:lstStyle/>
            <a:p>
              <a:endParaRPr/>
            </a:p>
          </p:txBody>
        </p:sp>
        <p:sp>
          <p:nvSpPr>
            <p:cNvPr id="4" name="object 4"/>
            <p:cNvSpPr/>
            <p:nvPr/>
          </p:nvSpPr>
          <p:spPr>
            <a:xfrm>
              <a:off x="138544" y="854456"/>
              <a:ext cx="4432935" cy="704215"/>
            </a:xfrm>
            <a:custGeom>
              <a:avLst/>
              <a:gdLst/>
              <a:ahLst/>
              <a:cxnLst/>
              <a:rect l="l" t="t" r="r" b="b"/>
              <a:pathLst>
                <a:path w="4432935" h="704215">
                  <a:moveTo>
                    <a:pt x="4432566" y="0"/>
                  </a:moveTo>
                  <a:lnTo>
                    <a:pt x="0" y="0"/>
                  </a:lnTo>
                  <a:lnTo>
                    <a:pt x="0" y="703961"/>
                  </a:lnTo>
                  <a:lnTo>
                    <a:pt x="4432566" y="703961"/>
                  </a:lnTo>
                  <a:lnTo>
                    <a:pt x="4432566" y="0"/>
                  </a:lnTo>
                  <a:close/>
                </a:path>
              </a:pathLst>
            </a:custGeom>
            <a:solidFill>
              <a:srgbClr val="000000"/>
            </a:solidFill>
          </p:spPr>
          <p:txBody>
            <a:bodyPr wrap="square" lIns="0" tIns="0" rIns="0" bIns="0" rtlCol="0"/>
            <a:lstStyle/>
            <a:p>
              <a:endParaRPr/>
            </a:p>
          </p:txBody>
        </p:sp>
        <p:sp>
          <p:nvSpPr>
            <p:cNvPr id="5" name="object 5"/>
            <p:cNvSpPr/>
            <p:nvPr/>
          </p:nvSpPr>
          <p:spPr>
            <a:xfrm>
              <a:off x="87743" y="835621"/>
              <a:ext cx="4432935" cy="672465"/>
            </a:xfrm>
            <a:custGeom>
              <a:avLst/>
              <a:gdLst/>
              <a:ahLst/>
              <a:cxnLst/>
              <a:rect l="l" t="t" r="r" b="b"/>
              <a:pathLst>
                <a:path w="4432935" h="672465">
                  <a:moveTo>
                    <a:pt x="4432566" y="0"/>
                  </a:moveTo>
                  <a:lnTo>
                    <a:pt x="0" y="0"/>
                  </a:lnTo>
                  <a:lnTo>
                    <a:pt x="0" y="621195"/>
                  </a:lnTo>
                  <a:lnTo>
                    <a:pt x="4008" y="640919"/>
                  </a:lnTo>
                  <a:lnTo>
                    <a:pt x="14922" y="657072"/>
                  </a:lnTo>
                  <a:lnTo>
                    <a:pt x="31075" y="667986"/>
                  </a:lnTo>
                  <a:lnTo>
                    <a:pt x="50800" y="671995"/>
                  </a:lnTo>
                  <a:lnTo>
                    <a:pt x="4381766" y="671995"/>
                  </a:lnTo>
                  <a:lnTo>
                    <a:pt x="4401491" y="667986"/>
                  </a:lnTo>
                  <a:lnTo>
                    <a:pt x="4417644" y="657072"/>
                  </a:lnTo>
                  <a:lnTo>
                    <a:pt x="4428558" y="640919"/>
                  </a:lnTo>
                  <a:lnTo>
                    <a:pt x="4432566" y="621195"/>
                  </a:lnTo>
                  <a:lnTo>
                    <a:pt x="4432566" y="0"/>
                  </a:lnTo>
                  <a:close/>
                </a:path>
              </a:pathLst>
            </a:custGeom>
            <a:solidFill>
              <a:srgbClr val="525200"/>
            </a:solidFill>
          </p:spPr>
          <p:txBody>
            <a:bodyPr wrap="square" lIns="0" tIns="0" rIns="0" bIns="0" rtlCol="0"/>
            <a:lstStyle/>
            <a:p>
              <a:endParaRPr/>
            </a:p>
          </p:txBody>
        </p:sp>
      </p:grpSp>
      <p:sp>
        <p:nvSpPr>
          <p:cNvPr id="6" name="object 6"/>
          <p:cNvSpPr txBox="1"/>
          <p:nvPr/>
        </p:nvSpPr>
        <p:spPr>
          <a:xfrm>
            <a:off x="138544" y="854456"/>
            <a:ext cx="4432935" cy="704215"/>
          </a:xfrm>
          <a:prstGeom prst="rect">
            <a:avLst/>
          </a:prstGeom>
        </p:spPr>
        <p:txBody>
          <a:bodyPr vert="horz" wrap="square" lIns="0" tIns="66040" rIns="0" bIns="0" rtlCol="0">
            <a:spAutoFit/>
          </a:bodyPr>
          <a:lstStyle/>
          <a:p>
            <a:pPr marR="93980" algn="ctr">
              <a:lnSpc>
                <a:spcPct val="100000"/>
              </a:lnSpc>
              <a:spcBef>
                <a:spcPts val="520"/>
              </a:spcBef>
            </a:pPr>
            <a:r>
              <a:rPr sz="1400" spc="50" dirty="0">
                <a:solidFill>
                  <a:srgbClr val="FFFFFF"/>
                </a:solidFill>
                <a:latin typeface="Georgia"/>
                <a:cs typeface="Georgia"/>
              </a:rPr>
              <a:t>CS</a:t>
            </a:r>
            <a:r>
              <a:rPr sz="1400" spc="130" dirty="0">
                <a:solidFill>
                  <a:srgbClr val="FFFFFF"/>
                </a:solidFill>
                <a:latin typeface="Georgia"/>
                <a:cs typeface="Georgia"/>
              </a:rPr>
              <a:t> </a:t>
            </a:r>
            <a:r>
              <a:rPr sz="1400" spc="-10" dirty="0">
                <a:solidFill>
                  <a:srgbClr val="FFFFFF"/>
                </a:solidFill>
                <a:latin typeface="Georgia"/>
                <a:cs typeface="Georgia"/>
              </a:rPr>
              <a:t>355/555</a:t>
            </a:r>
            <a:endParaRPr sz="1400">
              <a:latin typeface="Georgia"/>
              <a:cs typeface="Georgia"/>
            </a:endParaRPr>
          </a:p>
          <a:p>
            <a:pPr marR="34290" algn="ctr">
              <a:lnSpc>
                <a:spcPct val="100000"/>
              </a:lnSpc>
              <a:spcBef>
                <a:spcPts val="114"/>
              </a:spcBef>
            </a:pPr>
            <a:r>
              <a:rPr sz="1400" dirty="0">
                <a:solidFill>
                  <a:srgbClr val="FFFFFF"/>
                </a:solidFill>
                <a:latin typeface="Georgia"/>
                <a:cs typeface="Georgia"/>
              </a:rPr>
              <a:t>Probability</a:t>
            </a:r>
            <a:r>
              <a:rPr sz="1400" spc="60" dirty="0">
                <a:solidFill>
                  <a:srgbClr val="FFFFFF"/>
                </a:solidFill>
                <a:latin typeface="Georgia"/>
                <a:cs typeface="Georgia"/>
              </a:rPr>
              <a:t> </a:t>
            </a:r>
            <a:r>
              <a:rPr sz="1400" dirty="0">
                <a:solidFill>
                  <a:srgbClr val="FFFFFF"/>
                </a:solidFill>
                <a:latin typeface="Georgia"/>
                <a:cs typeface="Georgia"/>
              </a:rPr>
              <a:t>and</a:t>
            </a:r>
            <a:r>
              <a:rPr sz="1400" spc="65" dirty="0">
                <a:solidFill>
                  <a:srgbClr val="FFFFFF"/>
                </a:solidFill>
                <a:latin typeface="Georgia"/>
                <a:cs typeface="Georgia"/>
              </a:rPr>
              <a:t> </a:t>
            </a:r>
            <a:r>
              <a:rPr sz="1400" dirty="0">
                <a:solidFill>
                  <a:srgbClr val="FFFFFF"/>
                </a:solidFill>
                <a:latin typeface="Georgia"/>
                <a:cs typeface="Georgia"/>
              </a:rPr>
              <a:t>Statistics</a:t>
            </a:r>
            <a:r>
              <a:rPr sz="1400" spc="65" dirty="0">
                <a:solidFill>
                  <a:srgbClr val="FFFFFF"/>
                </a:solidFill>
                <a:latin typeface="Georgia"/>
                <a:cs typeface="Georgia"/>
              </a:rPr>
              <a:t> </a:t>
            </a:r>
            <a:r>
              <a:rPr sz="1400" dirty="0">
                <a:solidFill>
                  <a:srgbClr val="FFFFFF"/>
                </a:solidFill>
                <a:latin typeface="Georgia"/>
                <a:cs typeface="Georgia"/>
              </a:rPr>
              <a:t>for</a:t>
            </a:r>
            <a:r>
              <a:rPr sz="1400" spc="65" dirty="0">
                <a:solidFill>
                  <a:srgbClr val="FFFFFF"/>
                </a:solidFill>
                <a:latin typeface="Georgia"/>
                <a:cs typeface="Georgia"/>
              </a:rPr>
              <a:t> </a:t>
            </a:r>
            <a:r>
              <a:rPr sz="1400" spc="25" dirty="0">
                <a:solidFill>
                  <a:srgbClr val="FFFFFF"/>
                </a:solidFill>
                <a:latin typeface="Georgia"/>
                <a:cs typeface="Georgia"/>
              </a:rPr>
              <a:t>CS</a:t>
            </a:r>
            <a:endParaRPr sz="1400">
              <a:latin typeface="Georgia"/>
              <a:cs typeface="Georgia"/>
            </a:endParaRPr>
          </a:p>
        </p:txBody>
      </p:sp>
      <p:sp>
        <p:nvSpPr>
          <p:cNvPr id="7" name="object 7"/>
          <p:cNvSpPr txBox="1"/>
          <p:nvPr/>
        </p:nvSpPr>
        <p:spPr>
          <a:xfrm>
            <a:off x="1765985" y="1716163"/>
            <a:ext cx="1301065" cy="573234"/>
          </a:xfrm>
          <a:prstGeom prst="rect">
            <a:avLst/>
          </a:prstGeom>
        </p:spPr>
        <p:txBody>
          <a:bodyPr vert="horz" wrap="square" lIns="0" tIns="11430" rIns="0" bIns="0" rtlCol="0">
            <a:spAutoFit/>
          </a:bodyPr>
          <a:lstStyle/>
          <a:p>
            <a:pPr marL="12700">
              <a:lnSpc>
                <a:spcPct val="100000"/>
              </a:lnSpc>
              <a:spcBef>
                <a:spcPts val="90"/>
              </a:spcBef>
            </a:pPr>
            <a:r>
              <a:rPr lang="en-US" sz="1100" spc="-10" dirty="0">
                <a:latin typeface="Book Antiqua"/>
                <a:cs typeface="Book Antiqua"/>
              </a:rPr>
              <a:t>Baocheng Geng</a:t>
            </a:r>
            <a:endParaRPr sz="1100" dirty="0">
              <a:latin typeface="Book Antiqua"/>
              <a:cs typeface="Book Antiqua"/>
            </a:endParaRPr>
          </a:p>
          <a:p>
            <a:pPr>
              <a:lnSpc>
                <a:spcPct val="100000"/>
              </a:lnSpc>
              <a:spcBef>
                <a:spcPts val="35"/>
              </a:spcBef>
            </a:pPr>
            <a:endParaRPr sz="950" dirty="0">
              <a:latin typeface="Book Antiqua"/>
              <a:cs typeface="Book Antiqua"/>
            </a:endParaRPr>
          </a:p>
          <a:p>
            <a:pPr marL="19685">
              <a:lnSpc>
                <a:spcPct val="100000"/>
              </a:lnSpc>
            </a:pPr>
            <a:r>
              <a:rPr lang="en-US" sz="800" dirty="0">
                <a:latin typeface="Century"/>
                <a:cs typeface="Century"/>
              </a:rPr>
              <a:t>Lecture 3 </a:t>
            </a:r>
          </a:p>
          <a:p>
            <a:pPr marL="19685">
              <a:lnSpc>
                <a:spcPct val="100000"/>
              </a:lnSpc>
            </a:pPr>
            <a:r>
              <a:rPr lang="en-US" sz="800" dirty="0">
                <a:latin typeface="Century"/>
                <a:cs typeface="Century"/>
              </a:rPr>
              <a:t>January 17, 2025</a:t>
            </a:r>
            <a:endParaRPr sz="800" dirty="0">
              <a:latin typeface="Century"/>
              <a:cs typeface="Century"/>
            </a:endParaRPr>
          </a:p>
        </p:txBody>
      </p:sp>
      <p:grpSp>
        <p:nvGrpSpPr>
          <p:cNvPr id="8" name="object 8"/>
          <p:cNvGrpSpPr/>
          <p:nvPr/>
        </p:nvGrpSpPr>
        <p:grpSpPr>
          <a:xfrm>
            <a:off x="0" y="3349777"/>
            <a:ext cx="4608195" cy="106680"/>
            <a:chOff x="0" y="3349777"/>
            <a:chExt cx="4608195" cy="106680"/>
          </a:xfrm>
        </p:grpSpPr>
        <p:sp>
          <p:nvSpPr>
            <p:cNvPr id="9" name="object 9"/>
            <p:cNvSpPr/>
            <p:nvPr/>
          </p:nvSpPr>
          <p:spPr>
            <a:xfrm>
              <a:off x="0" y="3349777"/>
              <a:ext cx="1383030" cy="106680"/>
            </a:xfrm>
            <a:custGeom>
              <a:avLst/>
              <a:gdLst/>
              <a:ahLst/>
              <a:cxnLst/>
              <a:rect l="l" t="t" r="r" b="b"/>
              <a:pathLst>
                <a:path w="1383030" h="106679">
                  <a:moveTo>
                    <a:pt x="1382420" y="0"/>
                  </a:moveTo>
                  <a:lnTo>
                    <a:pt x="0" y="0"/>
                  </a:lnTo>
                  <a:lnTo>
                    <a:pt x="0" y="106222"/>
                  </a:lnTo>
                  <a:lnTo>
                    <a:pt x="1382420" y="106222"/>
                  </a:lnTo>
                  <a:lnTo>
                    <a:pt x="1382420" y="0"/>
                  </a:lnTo>
                  <a:close/>
                </a:path>
              </a:pathLst>
            </a:custGeom>
            <a:solidFill>
              <a:srgbClr val="292900"/>
            </a:solidFill>
          </p:spPr>
          <p:txBody>
            <a:bodyPr wrap="square" lIns="0" tIns="0" rIns="0" bIns="0" rtlCol="0"/>
            <a:lstStyle/>
            <a:p>
              <a:endParaRPr dirty="0"/>
            </a:p>
          </p:txBody>
        </p:sp>
        <p:sp>
          <p:nvSpPr>
            <p:cNvPr id="10" name="object 10"/>
            <p:cNvSpPr/>
            <p:nvPr/>
          </p:nvSpPr>
          <p:spPr>
            <a:xfrm>
              <a:off x="1382420" y="3349777"/>
              <a:ext cx="3225800" cy="106680"/>
            </a:xfrm>
            <a:custGeom>
              <a:avLst/>
              <a:gdLst/>
              <a:ahLst/>
              <a:cxnLst/>
              <a:rect l="l" t="t" r="r" b="b"/>
              <a:pathLst>
                <a:path w="3225800" h="106679">
                  <a:moveTo>
                    <a:pt x="0" y="106222"/>
                  </a:moveTo>
                  <a:lnTo>
                    <a:pt x="3225584" y="106222"/>
                  </a:lnTo>
                  <a:lnTo>
                    <a:pt x="3225584" y="0"/>
                  </a:lnTo>
                  <a:lnTo>
                    <a:pt x="0" y="0"/>
                  </a:lnTo>
                  <a:lnTo>
                    <a:pt x="0" y="106222"/>
                  </a:lnTo>
                  <a:close/>
                </a:path>
              </a:pathLst>
            </a:custGeom>
            <a:solidFill>
              <a:srgbClr val="3E3E00"/>
            </a:solidFill>
          </p:spPr>
          <p:txBody>
            <a:bodyPr wrap="square" lIns="0" tIns="0" rIns="0" bIns="0" rtlCol="0"/>
            <a:lstStyle/>
            <a:p>
              <a:endParaRPr/>
            </a:p>
          </p:txBody>
        </p:sp>
      </p:grpSp>
      <p:sp>
        <p:nvSpPr>
          <p:cNvPr id="16" name="object 13">
            <a:extLst>
              <a:ext uri="{FF2B5EF4-FFF2-40B4-BE49-F238E27FC236}">
                <a16:creationId xmlns:a16="http://schemas.microsoft.com/office/drawing/2014/main" id="{8F0FA5BD-CF40-8F58-E125-36DE3A7B2608}"/>
              </a:ext>
            </a:extLst>
          </p:cNvPr>
          <p:cNvSpPr txBox="1"/>
          <p:nvPr/>
        </p:nvSpPr>
        <p:spPr>
          <a:xfrm>
            <a:off x="1695450" y="3352708"/>
            <a:ext cx="1869439" cy="89768"/>
          </a:xfrm>
          <a:prstGeom prst="rect">
            <a:avLst/>
          </a:prstGeom>
        </p:spPr>
        <p:txBody>
          <a:bodyPr vert="horz" wrap="square" lIns="0" tIns="0" rIns="0" bIns="0" rtlCol="0">
            <a:spAutoFit/>
          </a:bodyPr>
          <a:lstStyle/>
          <a:p>
            <a:pPr marL="12700">
              <a:lnSpc>
                <a:spcPts val="670"/>
              </a:lnSpc>
            </a:pPr>
            <a:r>
              <a:rPr sz="600" b="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CS</a:t>
            </a:r>
            <a:r>
              <a:rPr sz="600" b="0" spc="19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 </a:t>
            </a:r>
            <a:r>
              <a:rPr sz="600" b="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355/555</a:t>
            </a:r>
            <a:r>
              <a:rPr sz="600" b="0" spc="19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 </a:t>
            </a:r>
            <a:r>
              <a:rPr sz="600" b="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Probability</a:t>
            </a:r>
            <a:r>
              <a:rPr sz="600" b="0" spc="19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 </a:t>
            </a:r>
            <a:r>
              <a:rPr sz="600" b="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and</a:t>
            </a:r>
            <a:r>
              <a:rPr sz="600" b="0" spc="195"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 </a:t>
            </a:r>
            <a:r>
              <a:rPr sz="600" b="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Statistics</a:t>
            </a:r>
            <a:r>
              <a:rPr sz="600" b="0" spc="19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 </a:t>
            </a:r>
            <a:r>
              <a:rPr sz="600" b="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for</a:t>
            </a:r>
            <a:r>
              <a:rPr sz="600" b="0" spc="19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 </a:t>
            </a:r>
            <a:r>
              <a:rPr sz="600" b="0" spc="-25"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CS</a:t>
            </a:r>
            <a:endParaRPr sz="600" dirty="0">
              <a:solidFill>
                <a:schemeClr val="bg1"/>
              </a:solidFill>
              <a:latin typeface="Bookman Old Style"/>
              <a:cs typeface="Bookman Old Style"/>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138544" y="854456"/>
            <a:ext cx="4432935" cy="704215"/>
          </a:xfrm>
          <a:prstGeom prst="rect">
            <a:avLst/>
          </a:prstGeom>
        </p:spPr>
        <p:txBody>
          <a:bodyPr vert="horz" wrap="square" lIns="0" tIns="66040" rIns="0" bIns="0" rtlCol="0">
            <a:spAutoFit/>
          </a:bodyPr>
          <a:lstStyle/>
          <a:p>
            <a:pPr marR="93980" algn="ctr">
              <a:lnSpc>
                <a:spcPct val="100000"/>
              </a:lnSpc>
              <a:spcBef>
                <a:spcPts val="520"/>
              </a:spcBef>
            </a:pPr>
            <a:r>
              <a:rPr sz="1400" spc="50" dirty="0">
                <a:solidFill>
                  <a:srgbClr val="FFFFFF"/>
                </a:solidFill>
                <a:latin typeface="Georgia"/>
                <a:cs typeface="Georgia"/>
              </a:rPr>
              <a:t>CS</a:t>
            </a:r>
            <a:r>
              <a:rPr sz="1400" spc="130" dirty="0">
                <a:solidFill>
                  <a:srgbClr val="FFFFFF"/>
                </a:solidFill>
                <a:latin typeface="Georgia"/>
                <a:cs typeface="Georgia"/>
              </a:rPr>
              <a:t> </a:t>
            </a:r>
            <a:r>
              <a:rPr sz="1400" spc="-10" dirty="0">
                <a:solidFill>
                  <a:srgbClr val="FFFFFF"/>
                </a:solidFill>
                <a:latin typeface="Georgia"/>
                <a:cs typeface="Georgia"/>
              </a:rPr>
              <a:t>355/555</a:t>
            </a:r>
            <a:endParaRPr sz="1400" dirty="0">
              <a:latin typeface="Georgia"/>
              <a:cs typeface="Georgia"/>
            </a:endParaRPr>
          </a:p>
          <a:p>
            <a:pPr marR="34290" algn="ctr">
              <a:lnSpc>
                <a:spcPct val="100000"/>
              </a:lnSpc>
              <a:spcBef>
                <a:spcPts val="114"/>
              </a:spcBef>
            </a:pPr>
            <a:r>
              <a:rPr sz="1400" dirty="0">
                <a:solidFill>
                  <a:srgbClr val="FFFFFF"/>
                </a:solidFill>
                <a:latin typeface="Georgia"/>
                <a:cs typeface="Georgia"/>
              </a:rPr>
              <a:t>Probability</a:t>
            </a:r>
            <a:r>
              <a:rPr sz="1400" spc="60" dirty="0">
                <a:solidFill>
                  <a:srgbClr val="FFFFFF"/>
                </a:solidFill>
                <a:latin typeface="Georgia"/>
                <a:cs typeface="Georgia"/>
              </a:rPr>
              <a:t> </a:t>
            </a:r>
            <a:r>
              <a:rPr sz="1400" dirty="0">
                <a:solidFill>
                  <a:srgbClr val="FFFFFF"/>
                </a:solidFill>
                <a:latin typeface="Georgia"/>
                <a:cs typeface="Georgia"/>
              </a:rPr>
              <a:t>and</a:t>
            </a:r>
            <a:r>
              <a:rPr sz="1400" spc="65" dirty="0">
                <a:solidFill>
                  <a:srgbClr val="FFFFFF"/>
                </a:solidFill>
                <a:latin typeface="Georgia"/>
                <a:cs typeface="Georgia"/>
              </a:rPr>
              <a:t> </a:t>
            </a:r>
            <a:r>
              <a:rPr sz="1400" dirty="0">
                <a:solidFill>
                  <a:srgbClr val="FFFFFF"/>
                </a:solidFill>
                <a:latin typeface="Georgia"/>
                <a:cs typeface="Georgia"/>
              </a:rPr>
              <a:t>Statistics</a:t>
            </a:r>
            <a:r>
              <a:rPr sz="1400" spc="65" dirty="0">
                <a:solidFill>
                  <a:srgbClr val="FFFFFF"/>
                </a:solidFill>
                <a:latin typeface="Georgia"/>
                <a:cs typeface="Georgia"/>
              </a:rPr>
              <a:t> </a:t>
            </a:r>
            <a:r>
              <a:rPr sz="1400" dirty="0">
                <a:solidFill>
                  <a:srgbClr val="FFFFFF"/>
                </a:solidFill>
                <a:latin typeface="Georgia"/>
                <a:cs typeface="Georgia"/>
              </a:rPr>
              <a:t>for</a:t>
            </a:r>
            <a:r>
              <a:rPr sz="1400" spc="65" dirty="0">
                <a:solidFill>
                  <a:srgbClr val="FFFFFF"/>
                </a:solidFill>
                <a:latin typeface="Georgia"/>
                <a:cs typeface="Georgia"/>
              </a:rPr>
              <a:t> </a:t>
            </a:r>
            <a:r>
              <a:rPr sz="1400" spc="25" dirty="0">
                <a:solidFill>
                  <a:srgbClr val="FFFFFF"/>
                </a:solidFill>
                <a:latin typeface="Georgia"/>
                <a:cs typeface="Georgia"/>
              </a:rPr>
              <a:t>CS</a:t>
            </a:r>
            <a:endParaRPr sz="1400" dirty="0">
              <a:latin typeface="Georgia"/>
              <a:cs typeface="Georgia"/>
            </a:endParaRPr>
          </a:p>
        </p:txBody>
      </p:sp>
      <p:grpSp>
        <p:nvGrpSpPr>
          <p:cNvPr id="8" name="object 8"/>
          <p:cNvGrpSpPr/>
          <p:nvPr/>
        </p:nvGrpSpPr>
        <p:grpSpPr>
          <a:xfrm>
            <a:off x="0" y="3349777"/>
            <a:ext cx="4608195" cy="106680"/>
            <a:chOff x="0" y="3349777"/>
            <a:chExt cx="4608195" cy="106680"/>
          </a:xfrm>
        </p:grpSpPr>
        <p:sp>
          <p:nvSpPr>
            <p:cNvPr id="9" name="object 9"/>
            <p:cNvSpPr/>
            <p:nvPr/>
          </p:nvSpPr>
          <p:spPr>
            <a:xfrm>
              <a:off x="0" y="3349777"/>
              <a:ext cx="1383030" cy="106680"/>
            </a:xfrm>
            <a:custGeom>
              <a:avLst/>
              <a:gdLst/>
              <a:ahLst/>
              <a:cxnLst/>
              <a:rect l="l" t="t" r="r" b="b"/>
              <a:pathLst>
                <a:path w="1383030" h="106679">
                  <a:moveTo>
                    <a:pt x="1382420" y="0"/>
                  </a:moveTo>
                  <a:lnTo>
                    <a:pt x="0" y="0"/>
                  </a:lnTo>
                  <a:lnTo>
                    <a:pt x="0" y="106222"/>
                  </a:lnTo>
                  <a:lnTo>
                    <a:pt x="1382420" y="106222"/>
                  </a:lnTo>
                  <a:lnTo>
                    <a:pt x="1382420" y="0"/>
                  </a:lnTo>
                  <a:close/>
                </a:path>
              </a:pathLst>
            </a:custGeom>
            <a:solidFill>
              <a:srgbClr val="292900"/>
            </a:solidFill>
          </p:spPr>
          <p:txBody>
            <a:bodyPr wrap="square" lIns="0" tIns="0" rIns="0" bIns="0" rtlCol="0"/>
            <a:lstStyle/>
            <a:p>
              <a:endParaRPr dirty="0"/>
            </a:p>
          </p:txBody>
        </p:sp>
        <p:sp>
          <p:nvSpPr>
            <p:cNvPr id="10" name="object 10"/>
            <p:cNvSpPr/>
            <p:nvPr/>
          </p:nvSpPr>
          <p:spPr>
            <a:xfrm>
              <a:off x="1382420" y="3349777"/>
              <a:ext cx="3225800" cy="106680"/>
            </a:xfrm>
            <a:custGeom>
              <a:avLst/>
              <a:gdLst/>
              <a:ahLst/>
              <a:cxnLst/>
              <a:rect l="l" t="t" r="r" b="b"/>
              <a:pathLst>
                <a:path w="3225800" h="106679">
                  <a:moveTo>
                    <a:pt x="0" y="106222"/>
                  </a:moveTo>
                  <a:lnTo>
                    <a:pt x="3225584" y="106222"/>
                  </a:lnTo>
                  <a:lnTo>
                    <a:pt x="3225584" y="0"/>
                  </a:lnTo>
                  <a:lnTo>
                    <a:pt x="0" y="0"/>
                  </a:lnTo>
                  <a:lnTo>
                    <a:pt x="0" y="106222"/>
                  </a:lnTo>
                  <a:close/>
                </a:path>
              </a:pathLst>
            </a:custGeom>
            <a:solidFill>
              <a:srgbClr val="3E3E00"/>
            </a:solidFill>
          </p:spPr>
          <p:txBody>
            <a:bodyPr wrap="square" lIns="0" tIns="0" rIns="0" bIns="0" rtlCol="0"/>
            <a:lstStyle/>
            <a:p>
              <a:endParaRPr/>
            </a:p>
          </p:txBody>
        </p:sp>
      </p:grpSp>
      <p:sp>
        <p:nvSpPr>
          <p:cNvPr id="16" name="object 13">
            <a:extLst>
              <a:ext uri="{FF2B5EF4-FFF2-40B4-BE49-F238E27FC236}">
                <a16:creationId xmlns:a16="http://schemas.microsoft.com/office/drawing/2014/main" id="{8F0FA5BD-CF40-8F58-E125-36DE3A7B2608}"/>
              </a:ext>
            </a:extLst>
          </p:cNvPr>
          <p:cNvSpPr txBox="1"/>
          <p:nvPr/>
        </p:nvSpPr>
        <p:spPr>
          <a:xfrm>
            <a:off x="1695450" y="3352708"/>
            <a:ext cx="1869439" cy="89768"/>
          </a:xfrm>
          <a:prstGeom prst="rect">
            <a:avLst/>
          </a:prstGeom>
        </p:spPr>
        <p:txBody>
          <a:bodyPr vert="horz" wrap="square" lIns="0" tIns="0" rIns="0" bIns="0" rtlCol="0">
            <a:spAutoFit/>
          </a:bodyPr>
          <a:lstStyle/>
          <a:p>
            <a:pPr marL="12700">
              <a:lnSpc>
                <a:spcPts val="670"/>
              </a:lnSpc>
            </a:pPr>
            <a:r>
              <a:rPr sz="600" b="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CS</a:t>
            </a:r>
            <a:r>
              <a:rPr sz="600" b="0" spc="19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 </a:t>
            </a:r>
            <a:r>
              <a:rPr sz="600" b="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355/555</a:t>
            </a:r>
            <a:r>
              <a:rPr sz="600" b="0" spc="19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 </a:t>
            </a:r>
            <a:r>
              <a:rPr sz="600" b="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Probability</a:t>
            </a:r>
            <a:r>
              <a:rPr sz="600" b="0" spc="19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 </a:t>
            </a:r>
            <a:r>
              <a:rPr sz="600" b="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and</a:t>
            </a:r>
            <a:r>
              <a:rPr sz="600" b="0" spc="195"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 </a:t>
            </a:r>
            <a:r>
              <a:rPr sz="600" b="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Statistics</a:t>
            </a:r>
            <a:r>
              <a:rPr sz="600" b="0" spc="19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 </a:t>
            </a:r>
            <a:r>
              <a:rPr sz="600" b="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for</a:t>
            </a:r>
            <a:r>
              <a:rPr sz="600" b="0" spc="190"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 </a:t>
            </a:r>
            <a:r>
              <a:rPr sz="600" b="0" spc="-25" dirty="0">
                <a:solidFill>
                  <a:schemeClr val="bg1"/>
                </a:solidFill>
                <a:latin typeface="Bookman Old Style"/>
                <a:cs typeface="Bookman Old Style"/>
                <a:hlinkClick r:id="" action="ppaction://noaction">
                  <a:extLst>
                    <a:ext uri="{A12FA001-AC4F-418D-AE19-62706E023703}">
                      <ahyp:hlinkClr xmlns:ahyp="http://schemas.microsoft.com/office/drawing/2018/hyperlinkcolor" val="tx"/>
                    </a:ext>
                  </a:extLst>
                </a:hlinkClick>
              </a:rPr>
              <a:t>CS</a:t>
            </a:r>
            <a:endParaRPr sz="600" dirty="0">
              <a:solidFill>
                <a:schemeClr val="bg1"/>
              </a:solidFill>
              <a:latin typeface="Bookman Old Style"/>
              <a:cs typeface="Bookman Old Style"/>
            </a:endParaRPr>
          </a:p>
        </p:txBody>
      </p:sp>
      <p:sp>
        <p:nvSpPr>
          <p:cNvPr id="11" name="TextBox 10">
            <a:extLst>
              <a:ext uri="{FF2B5EF4-FFF2-40B4-BE49-F238E27FC236}">
                <a16:creationId xmlns:a16="http://schemas.microsoft.com/office/drawing/2014/main" id="{3E9EE5F9-BFF3-2A11-AD61-EEF84FAFE4C4}"/>
              </a:ext>
            </a:extLst>
          </p:cNvPr>
          <p:cNvSpPr txBox="1"/>
          <p:nvPr/>
        </p:nvSpPr>
        <p:spPr>
          <a:xfrm>
            <a:off x="247650" y="282575"/>
            <a:ext cx="3962400" cy="2462213"/>
          </a:xfrm>
          <a:prstGeom prst="rect">
            <a:avLst/>
          </a:prstGeom>
          <a:noFill/>
        </p:spPr>
        <p:txBody>
          <a:bodyPr wrap="square" rtlCol="0">
            <a:spAutoFit/>
          </a:bodyPr>
          <a:lstStyle/>
          <a:p>
            <a:r>
              <a:rPr lang="en-US" sz="1400" b="1" i="0" dirty="0">
                <a:solidFill>
                  <a:srgbClr val="990000"/>
                </a:solidFill>
                <a:effectLst/>
                <a:latin typeface="Segoe UI" panose="020B0502040204020203" pitchFamily="34" charset="0"/>
              </a:rPr>
              <a:t>A student in this class requires a Peer Notetaker. I am seeking a Peer Notetaker for this student. You will need to upload your notes once a week and plan to attend class on a REGULAR basis. If you agree, you can receive either a $60 scholarship or 10 community service hours. Please email DSS with the subject "Sign Up as a Peer Notetaker". Please contact Disability Support Services at</a:t>
            </a:r>
            <a:r>
              <a:rPr lang="en-US" sz="1400" b="0" i="0" dirty="0">
                <a:solidFill>
                  <a:srgbClr val="242424"/>
                </a:solidFill>
                <a:effectLst/>
                <a:latin typeface="Segoe UI" panose="020B0502040204020203" pitchFamily="34" charset="0"/>
              </a:rPr>
              <a:t> </a:t>
            </a:r>
            <a:r>
              <a:rPr lang="en-US" sz="1400" b="1" i="0" dirty="0">
                <a:solidFill>
                  <a:srgbClr val="990000"/>
                </a:solidFill>
                <a:effectLst/>
                <a:latin typeface="Segoe UI" panose="020B0502040204020203" pitchFamily="34" charset="0"/>
                <a:hlinkClick r:id="rId2" tooltip="mailto:dss@uab.edu&lt;/font&gt;"/>
              </a:rPr>
              <a:t>dss@uab.edu</a:t>
            </a:r>
            <a:r>
              <a:rPr lang="en-US" sz="1400" b="0" i="0" dirty="0">
                <a:solidFill>
                  <a:srgbClr val="242424"/>
                </a:solidFill>
                <a:effectLst/>
                <a:latin typeface="Segoe UI" panose="020B0502040204020203" pitchFamily="34" charset="0"/>
              </a:rPr>
              <a:t> </a:t>
            </a:r>
            <a:r>
              <a:rPr lang="en-US" sz="1400" b="1" i="0" dirty="0">
                <a:solidFill>
                  <a:srgbClr val="990000"/>
                </a:solidFill>
                <a:effectLst/>
                <a:latin typeface="Segoe UI" panose="020B0502040204020203" pitchFamily="34" charset="0"/>
              </a:rPr>
              <a:t>if you have any questions.</a:t>
            </a:r>
            <a:endParaRPr lang="en-US" sz="1400" dirty="0"/>
          </a:p>
        </p:txBody>
      </p:sp>
    </p:spTree>
    <p:extLst>
      <p:ext uri="{BB962C8B-B14F-4D97-AF65-F5344CB8AC3E}">
        <p14:creationId xmlns:p14="http://schemas.microsoft.com/office/powerpoint/2010/main" val="2244932973"/>
      </p:ext>
    </p:extLst>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75662" y="62407"/>
            <a:ext cx="1091388" cy="232756"/>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Book Antiqua"/>
                <a:cs typeface="Book Antiqua"/>
              </a:rPr>
              <a:t>In</a:t>
            </a:r>
            <a:r>
              <a:rPr sz="1400" spc="105" dirty="0">
                <a:solidFill>
                  <a:srgbClr val="FFFFFF"/>
                </a:solidFill>
                <a:latin typeface="Book Antiqua"/>
                <a:cs typeface="Book Antiqua"/>
              </a:rPr>
              <a:t> </a:t>
            </a:r>
            <a:r>
              <a:rPr sz="1400" spc="-10" dirty="0">
                <a:solidFill>
                  <a:srgbClr val="FFFFFF"/>
                </a:solidFill>
                <a:latin typeface="Book Antiqua"/>
                <a:cs typeface="Book Antiqua"/>
              </a:rPr>
              <a:t>Class</a:t>
            </a:r>
            <a:r>
              <a:rPr lang="en-US" sz="1400" spc="-10" dirty="0">
                <a:solidFill>
                  <a:srgbClr val="FFFFFF"/>
                </a:solidFill>
                <a:latin typeface="Book Antiqua"/>
                <a:cs typeface="Book Antiqua"/>
              </a:rPr>
              <a:t> quiz</a:t>
            </a:r>
            <a:endParaRPr sz="1400" dirty="0">
              <a:latin typeface="Book Antiqua"/>
              <a:cs typeface="Book Antiqua"/>
            </a:endParaRPr>
          </a:p>
        </p:txBody>
      </p:sp>
      <p:sp>
        <p:nvSpPr>
          <p:cNvPr id="4" name="object 4"/>
          <p:cNvSpPr txBox="1"/>
          <p:nvPr/>
        </p:nvSpPr>
        <p:spPr>
          <a:xfrm>
            <a:off x="1981885" y="1362592"/>
            <a:ext cx="644525" cy="152400"/>
          </a:xfrm>
          <a:prstGeom prst="rect">
            <a:avLst/>
          </a:prstGeom>
        </p:spPr>
        <p:txBody>
          <a:bodyPr vert="horz" wrap="square" lIns="0" tIns="0" rIns="0" bIns="0" rtlCol="0">
            <a:spAutoFit/>
          </a:bodyPr>
          <a:lstStyle/>
          <a:p>
            <a:pPr>
              <a:lnSpc>
                <a:spcPts val="1135"/>
              </a:lnSpc>
            </a:pPr>
            <a:r>
              <a:rPr sz="1200" spc="-25" dirty="0">
                <a:solidFill>
                  <a:srgbClr val="FFFFFF"/>
                </a:solidFill>
                <a:latin typeface="Book Antiqua"/>
                <a:cs typeface="Book Antiqua"/>
              </a:rPr>
              <a:t>pg</a:t>
            </a:r>
            <a:r>
              <a:rPr sz="1200" spc="20" dirty="0">
                <a:solidFill>
                  <a:srgbClr val="FFFFFF"/>
                </a:solidFill>
                <a:latin typeface="Book Antiqua"/>
                <a:cs typeface="Book Antiqua"/>
              </a:rPr>
              <a:t> </a:t>
            </a:r>
            <a:r>
              <a:rPr sz="1200" dirty="0">
                <a:solidFill>
                  <a:srgbClr val="FFFFFF"/>
                </a:solidFill>
                <a:latin typeface="Book Antiqua"/>
                <a:cs typeface="Book Antiqua"/>
              </a:rPr>
              <a:t>53,</a:t>
            </a:r>
            <a:r>
              <a:rPr sz="1200" spc="25" dirty="0">
                <a:solidFill>
                  <a:srgbClr val="FFFFFF"/>
                </a:solidFill>
                <a:latin typeface="Book Antiqua"/>
                <a:cs typeface="Book Antiqua"/>
              </a:rPr>
              <a:t> </a:t>
            </a:r>
            <a:r>
              <a:rPr sz="1200" spc="-25" dirty="0">
                <a:solidFill>
                  <a:srgbClr val="FFFFFF"/>
                </a:solidFill>
                <a:latin typeface="Book Antiqua"/>
                <a:cs typeface="Book Antiqua"/>
              </a:rPr>
              <a:t>2.b</a:t>
            </a:r>
            <a:endParaRPr sz="1200">
              <a:latin typeface="Book Antiqua"/>
              <a:cs typeface="Book Antiqua"/>
            </a:endParaRPr>
          </a:p>
        </p:txBody>
      </p:sp>
      <p:sp>
        <p:nvSpPr>
          <p:cNvPr id="9" name="object 9"/>
          <p:cNvSpPr txBox="1"/>
          <p:nvPr/>
        </p:nvSpPr>
        <p:spPr>
          <a:xfrm>
            <a:off x="171450" y="581862"/>
            <a:ext cx="4509135" cy="2163413"/>
          </a:xfrm>
          <a:prstGeom prst="rect">
            <a:avLst/>
          </a:prstGeom>
        </p:spPr>
        <p:txBody>
          <a:bodyPr vert="horz" wrap="square" lIns="0" tIns="11430" rIns="0" bIns="0" rtlCol="0">
            <a:spAutoFit/>
          </a:bodyPr>
          <a:lstStyle/>
          <a:p>
            <a:pPr marR="93980" algn="ctr">
              <a:lnSpc>
                <a:spcPct val="100000"/>
              </a:lnSpc>
              <a:spcBef>
                <a:spcPts val="90"/>
              </a:spcBef>
            </a:pPr>
            <a:r>
              <a:rPr lang="en-US" sz="1100" dirty="0">
                <a:latin typeface="Book Antiqua"/>
                <a:cs typeface="Book Antiqua"/>
              </a:rPr>
              <a:t>1. </a:t>
            </a:r>
            <a:r>
              <a:rPr sz="1100" dirty="0">
                <a:latin typeface="Book Antiqua"/>
                <a:cs typeface="Book Antiqua"/>
              </a:rPr>
              <a:t>(</a:t>
            </a:r>
            <a:r>
              <a:rPr sz="1100" i="1" dirty="0">
                <a:latin typeface="Palatino Linotype"/>
                <a:cs typeface="Palatino Linotype"/>
              </a:rPr>
              <a:t>A</a:t>
            </a:r>
            <a:r>
              <a:rPr sz="1100" i="1" spc="-15" dirty="0">
                <a:latin typeface="Palatino Linotype"/>
                <a:cs typeface="Palatino Linotype"/>
              </a:rPr>
              <a:t> </a:t>
            </a:r>
            <a:r>
              <a:rPr sz="1100" spc="-155" dirty="0">
                <a:latin typeface="Lucida Sans Unicode"/>
                <a:cs typeface="Lucida Sans Unicode"/>
              </a:rPr>
              <a:t>∩</a:t>
            </a:r>
            <a:r>
              <a:rPr sz="1100" spc="-80" dirty="0">
                <a:latin typeface="Lucida Sans Unicode"/>
                <a:cs typeface="Lucida Sans Unicode"/>
              </a:rPr>
              <a:t> </a:t>
            </a:r>
            <a:r>
              <a:rPr sz="1100" i="1" spc="95" dirty="0">
                <a:latin typeface="Palatino Linotype"/>
                <a:cs typeface="Palatino Linotype"/>
              </a:rPr>
              <a:t>B</a:t>
            </a:r>
            <a:r>
              <a:rPr sz="1100" spc="95" dirty="0">
                <a:latin typeface="Book Antiqua"/>
                <a:cs typeface="Book Antiqua"/>
              </a:rPr>
              <a:t>)</a:t>
            </a:r>
            <a:r>
              <a:rPr sz="1200" b="0" i="1" spc="142" baseline="27777" dirty="0">
                <a:latin typeface="Bookman Old Style"/>
                <a:cs typeface="Bookman Old Style"/>
              </a:rPr>
              <a:t>C</a:t>
            </a:r>
            <a:r>
              <a:rPr sz="1200" b="0" i="1" spc="292" baseline="27777" dirty="0">
                <a:latin typeface="Bookman Old Style"/>
                <a:cs typeface="Bookman Old Style"/>
              </a:rPr>
              <a:t> </a:t>
            </a:r>
            <a:r>
              <a:rPr sz="1100" spc="180" dirty="0">
                <a:latin typeface="Book Antiqua"/>
                <a:cs typeface="Book Antiqua"/>
              </a:rPr>
              <a:t>=</a:t>
            </a:r>
            <a:r>
              <a:rPr sz="1100" spc="55" dirty="0">
                <a:latin typeface="Book Antiqua"/>
                <a:cs typeface="Book Antiqua"/>
              </a:rPr>
              <a:t> </a:t>
            </a:r>
            <a:r>
              <a:rPr sz="1100" dirty="0">
                <a:latin typeface="Book Antiqua"/>
                <a:cs typeface="Book Antiqua"/>
              </a:rPr>
              <a:t>(</a:t>
            </a:r>
            <a:r>
              <a:rPr sz="1100" i="1" dirty="0">
                <a:latin typeface="Palatino Linotype"/>
                <a:cs typeface="Palatino Linotype"/>
              </a:rPr>
              <a:t>A</a:t>
            </a:r>
            <a:r>
              <a:rPr sz="1200" b="0" i="1" baseline="27777" dirty="0">
                <a:latin typeface="Bookman Old Style"/>
                <a:cs typeface="Bookman Old Style"/>
              </a:rPr>
              <a:t>C</a:t>
            </a:r>
            <a:r>
              <a:rPr sz="1200" b="0" i="1" spc="209" baseline="27777" dirty="0">
                <a:latin typeface="Bookman Old Style"/>
                <a:cs typeface="Bookman Old Style"/>
              </a:rPr>
              <a:t> </a:t>
            </a:r>
            <a:r>
              <a:rPr sz="1100" spc="-155" dirty="0">
                <a:latin typeface="Lucida Sans Unicode"/>
                <a:cs typeface="Lucida Sans Unicode"/>
              </a:rPr>
              <a:t>∩</a:t>
            </a:r>
            <a:r>
              <a:rPr sz="1100" spc="-85" dirty="0">
                <a:latin typeface="Lucida Sans Unicode"/>
                <a:cs typeface="Lucida Sans Unicode"/>
              </a:rPr>
              <a:t> </a:t>
            </a:r>
            <a:r>
              <a:rPr sz="1100" i="1" spc="130" dirty="0">
                <a:latin typeface="Palatino Linotype"/>
                <a:cs typeface="Palatino Linotype"/>
              </a:rPr>
              <a:t>B</a:t>
            </a:r>
            <a:r>
              <a:rPr sz="1100" spc="130" dirty="0">
                <a:latin typeface="Book Antiqua"/>
                <a:cs typeface="Book Antiqua"/>
              </a:rPr>
              <a:t>)</a:t>
            </a:r>
            <a:r>
              <a:rPr sz="1100" spc="-10" dirty="0">
                <a:latin typeface="Book Antiqua"/>
                <a:cs typeface="Book Antiqua"/>
              </a:rPr>
              <a:t> </a:t>
            </a:r>
            <a:r>
              <a:rPr sz="1100" spc="-155" dirty="0">
                <a:latin typeface="Lucida Sans Unicode"/>
                <a:cs typeface="Lucida Sans Unicode"/>
              </a:rPr>
              <a:t>∪</a:t>
            </a:r>
            <a:r>
              <a:rPr sz="1100" spc="-80" dirty="0">
                <a:latin typeface="Lucida Sans Unicode"/>
                <a:cs typeface="Lucida Sans Unicode"/>
              </a:rPr>
              <a:t> </a:t>
            </a:r>
            <a:r>
              <a:rPr sz="1100" dirty="0">
                <a:latin typeface="Book Antiqua"/>
                <a:cs typeface="Book Antiqua"/>
              </a:rPr>
              <a:t>(</a:t>
            </a:r>
            <a:r>
              <a:rPr sz="1100" i="1" dirty="0">
                <a:latin typeface="Palatino Linotype"/>
                <a:cs typeface="Palatino Linotype"/>
              </a:rPr>
              <a:t>A</a:t>
            </a:r>
            <a:r>
              <a:rPr sz="1200" b="0" i="1" baseline="27777" dirty="0">
                <a:latin typeface="Bookman Old Style"/>
                <a:cs typeface="Bookman Old Style"/>
              </a:rPr>
              <a:t>C</a:t>
            </a:r>
            <a:r>
              <a:rPr sz="1200" b="0" i="1" spc="202" baseline="27777" dirty="0">
                <a:latin typeface="Bookman Old Style"/>
                <a:cs typeface="Bookman Old Style"/>
              </a:rPr>
              <a:t> </a:t>
            </a:r>
            <a:r>
              <a:rPr sz="1100" spc="-155" dirty="0">
                <a:latin typeface="Lucida Sans Unicode"/>
                <a:cs typeface="Lucida Sans Unicode"/>
              </a:rPr>
              <a:t>∩</a:t>
            </a:r>
            <a:r>
              <a:rPr sz="1100" spc="-80" dirty="0">
                <a:latin typeface="Lucida Sans Unicode"/>
                <a:cs typeface="Lucida Sans Unicode"/>
              </a:rPr>
              <a:t> </a:t>
            </a:r>
            <a:r>
              <a:rPr sz="1100" i="1" spc="114" dirty="0">
                <a:latin typeface="Palatino Linotype"/>
                <a:cs typeface="Palatino Linotype"/>
              </a:rPr>
              <a:t>B</a:t>
            </a:r>
            <a:r>
              <a:rPr sz="1200" b="0" i="1" spc="172" baseline="27777" dirty="0">
                <a:latin typeface="Bookman Old Style"/>
                <a:cs typeface="Bookman Old Style"/>
              </a:rPr>
              <a:t>C</a:t>
            </a:r>
            <a:r>
              <a:rPr sz="1200" b="0" i="1" spc="-187" baseline="27777" dirty="0">
                <a:latin typeface="Bookman Old Style"/>
                <a:cs typeface="Bookman Old Style"/>
              </a:rPr>
              <a:t> </a:t>
            </a:r>
            <a:r>
              <a:rPr sz="1100" spc="50" dirty="0">
                <a:latin typeface="Book Antiqua"/>
                <a:cs typeface="Book Antiqua"/>
              </a:rPr>
              <a:t>)</a:t>
            </a:r>
            <a:r>
              <a:rPr sz="1100" spc="-10" dirty="0">
                <a:latin typeface="Book Antiqua"/>
                <a:cs typeface="Book Antiqua"/>
              </a:rPr>
              <a:t> </a:t>
            </a:r>
            <a:r>
              <a:rPr sz="1100" spc="-155" dirty="0">
                <a:latin typeface="Lucida Sans Unicode"/>
                <a:cs typeface="Lucida Sans Unicode"/>
              </a:rPr>
              <a:t>∪</a:t>
            </a:r>
            <a:r>
              <a:rPr sz="1100" spc="-85" dirty="0">
                <a:latin typeface="Lucida Sans Unicode"/>
                <a:cs typeface="Lucida Sans Unicode"/>
              </a:rPr>
              <a:t> </a:t>
            </a:r>
            <a:r>
              <a:rPr sz="1100" dirty="0">
                <a:latin typeface="Book Antiqua"/>
                <a:cs typeface="Book Antiqua"/>
              </a:rPr>
              <a:t>(</a:t>
            </a:r>
            <a:r>
              <a:rPr sz="1100" i="1" dirty="0">
                <a:latin typeface="Palatino Linotype"/>
                <a:cs typeface="Palatino Linotype"/>
              </a:rPr>
              <a:t>A</a:t>
            </a:r>
            <a:r>
              <a:rPr sz="1100" i="1" spc="-10" dirty="0">
                <a:latin typeface="Palatino Linotype"/>
                <a:cs typeface="Palatino Linotype"/>
              </a:rPr>
              <a:t> </a:t>
            </a:r>
            <a:r>
              <a:rPr sz="1100" spc="-155" dirty="0">
                <a:latin typeface="Lucida Sans Unicode"/>
                <a:cs typeface="Lucida Sans Unicode"/>
              </a:rPr>
              <a:t>∩</a:t>
            </a:r>
            <a:r>
              <a:rPr sz="1100" spc="-85" dirty="0">
                <a:latin typeface="Lucida Sans Unicode"/>
                <a:cs typeface="Lucida Sans Unicode"/>
              </a:rPr>
              <a:t> </a:t>
            </a:r>
            <a:r>
              <a:rPr sz="1100" i="1" spc="114" dirty="0">
                <a:latin typeface="Palatino Linotype"/>
                <a:cs typeface="Palatino Linotype"/>
              </a:rPr>
              <a:t>B</a:t>
            </a:r>
            <a:r>
              <a:rPr sz="1200" b="0" i="1" spc="172" baseline="27777" dirty="0">
                <a:latin typeface="Bookman Old Style"/>
                <a:cs typeface="Bookman Old Style"/>
              </a:rPr>
              <a:t>C</a:t>
            </a:r>
            <a:r>
              <a:rPr sz="1200" b="0" i="1" spc="-187" baseline="27777" dirty="0">
                <a:latin typeface="Bookman Old Style"/>
                <a:cs typeface="Bookman Old Style"/>
              </a:rPr>
              <a:t> </a:t>
            </a:r>
            <a:r>
              <a:rPr sz="1100" dirty="0">
                <a:latin typeface="Book Antiqua"/>
                <a:cs typeface="Book Antiqua"/>
              </a:rPr>
              <a:t>)</a:t>
            </a:r>
          </a:p>
          <a:p>
            <a:pPr marL="38100">
              <a:lnSpc>
                <a:spcPct val="100000"/>
              </a:lnSpc>
              <a:spcBef>
                <a:spcPts val="1055"/>
              </a:spcBef>
            </a:pPr>
            <a:r>
              <a:rPr sz="1200" dirty="0">
                <a:latin typeface="+mn-lt"/>
                <a:cs typeface="Book Antiqua"/>
              </a:rPr>
              <a:t>Hint:</a:t>
            </a:r>
            <a:r>
              <a:rPr sz="1200" spc="114" dirty="0">
                <a:latin typeface="+mn-lt"/>
                <a:cs typeface="Book Antiqua"/>
              </a:rPr>
              <a:t> </a:t>
            </a:r>
            <a:r>
              <a:rPr sz="1200" spc="-25" dirty="0" err="1">
                <a:latin typeface="+mn-lt"/>
                <a:cs typeface="Book Antiqua"/>
              </a:rPr>
              <a:t>DeMorgan’s</a:t>
            </a:r>
            <a:r>
              <a:rPr sz="1200" spc="15" dirty="0">
                <a:latin typeface="+mn-lt"/>
                <a:cs typeface="Book Antiqua"/>
              </a:rPr>
              <a:t> </a:t>
            </a:r>
            <a:r>
              <a:rPr sz="1200" spc="-25" dirty="0">
                <a:latin typeface="+mn-lt"/>
                <a:cs typeface="Book Antiqua"/>
              </a:rPr>
              <a:t>Law</a:t>
            </a:r>
            <a:endParaRPr lang="en-US" sz="1200" spc="-25" dirty="0">
              <a:latin typeface="+mn-lt"/>
              <a:cs typeface="Book Antiqua"/>
            </a:endParaRPr>
          </a:p>
          <a:p>
            <a:pPr marL="38100">
              <a:lnSpc>
                <a:spcPct val="100000"/>
              </a:lnSpc>
              <a:spcBef>
                <a:spcPts val="1055"/>
              </a:spcBef>
            </a:pPr>
            <a:endParaRPr lang="en-US" sz="1200" spc="-25" dirty="0">
              <a:latin typeface="+mn-lt"/>
              <a:cs typeface="Book Antiqua"/>
            </a:endParaRPr>
          </a:p>
          <a:p>
            <a:pPr marL="38100">
              <a:lnSpc>
                <a:spcPct val="100000"/>
              </a:lnSpc>
              <a:spcBef>
                <a:spcPts val="1055"/>
              </a:spcBef>
            </a:pPr>
            <a:endParaRPr lang="en-US" sz="1200" spc="-25" dirty="0">
              <a:latin typeface="+mn-lt"/>
              <a:cs typeface="Book Antiqua"/>
            </a:endParaRPr>
          </a:p>
          <a:p>
            <a:pPr marL="38100">
              <a:spcBef>
                <a:spcPts val="1055"/>
              </a:spcBef>
            </a:pPr>
            <a:r>
              <a:rPr lang="en-US" sz="1200" dirty="0">
                <a:latin typeface="+mn-lt"/>
              </a:rPr>
              <a:t>2. In a survey of 374 coffee drinkers, it was found that 64 take only sugar, 82 take only cream, and 65 do not take sugar nor cream with their coffee. How many take cream?</a:t>
            </a:r>
          </a:p>
          <a:p>
            <a:pPr marL="38100">
              <a:lnSpc>
                <a:spcPct val="100000"/>
              </a:lnSpc>
              <a:spcBef>
                <a:spcPts val="1055"/>
              </a:spcBef>
            </a:pPr>
            <a:endParaRPr sz="1100" dirty="0">
              <a:latin typeface="Book Antiqua"/>
              <a:cs typeface="Book Antiqua"/>
            </a:endParaRPr>
          </a:p>
        </p:txBody>
      </p:sp>
      <p:sp>
        <p:nvSpPr>
          <p:cNvPr id="15" name="object 15"/>
          <p:cNvSpPr txBox="1"/>
          <p:nvPr/>
        </p:nvSpPr>
        <p:spPr>
          <a:xfrm>
            <a:off x="2060143" y="3353670"/>
            <a:ext cx="1869439" cy="101600"/>
          </a:xfrm>
          <a:prstGeom prst="rect">
            <a:avLst/>
          </a:prstGeom>
        </p:spPr>
        <p:txBody>
          <a:bodyPr vert="horz" wrap="square" lIns="0" tIns="0" rIns="0" bIns="0" rtlCol="0">
            <a:spAutoFit/>
          </a:bodyPr>
          <a:lstStyle/>
          <a:p>
            <a:pPr marL="12700">
              <a:lnSpc>
                <a:spcPts val="670"/>
              </a:lnSpc>
            </a:pPr>
            <a:r>
              <a:rPr sz="600" b="0" dirty="0">
                <a:solidFill>
                  <a:srgbClr val="FFFFFF"/>
                </a:solidFill>
                <a:latin typeface="Bookman Old Style"/>
                <a:cs typeface="Bookman Old Style"/>
                <a:hlinkClick r:id="rId2" action="ppaction://hlinksldjump"/>
              </a:rPr>
              <a:t>CS</a:t>
            </a:r>
            <a:r>
              <a:rPr sz="600" b="0" spc="190" dirty="0">
                <a:solidFill>
                  <a:srgbClr val="FFFFFF"/>
                </a:solidFill>
                <a:latin typeface="Bookman Old Style"/>
                <a:cs typeface="Bookman Old Style"/>
                <a:hlinkClick r:id="rId2" action="ppaction://hlinksldjump"/>
              </a:rPr>
              <a:t> </a:t>
            </a:r>
            <a:r>
              <a:rPr sz="600" b="0" dirty="0">
                <a:solidFill>
                  <a:srgbClr val="FFFFFF"/>
                </a:solidFill>
                <a:latin typeface="Bookman Old Style"/>
                <a:cs typeface="Bookman Old Style"/>
                <a:hlinkClick r:id="rId2" action="ppaction://hlinksldjump"/>
              </a:rPr>
              <a:t>355/555</a:t>
            </a:r>
            <a:r>
              <a:rPr sz="600" b="0" spc="190" dirty="0">
                <a:solidFill>
                  <a:srgbClr val="FFFFFF"/>
                </a:solidFill>
                <a:latin typeface="Bookman Old Style"/>
                <a:cs typeface="Bookman Old Style"/>
                <a:hlinkClick r:id="rId2" action="ppaction://hlinksldjump"/>
              </a:rPr>
              <a:t> </a:t>
            </a:r>
            <a:r>
              <a:rPr sz="600" b="0" dirty="0">
                <a:solidFill>
                  <a:srgbClr val="FFFFFF"/>
                </a:solidFill>
                <a:latin typeface="Bookman Old Style"/>
                <a:cs typeface="Bookman Old Style"/>
                <a:hlinkClick r:id="rId2" action="ppaction://hlinksldjump"/>
              </a:rPr>
              <a:t>Probability</a:t>
            </a:r>
            <a:r>
              <a:rPr sz="600" b="0" spc="190" dirty="0">
                <a:solidFill>
                  <a:srgbClr val="FFFFFF"/>
                </a:solidFill>
                <a:latin typeface="Bookman Old Style"/>
                <a:cs typeface="Bookman Old Style"/>
                <a:hlinkClick r:id="rId2" action="ppaction://hlinksldjump"/>
              </a:rPr>
              <a:t> </a:t>
            </a:r>
            <a:r>
              <a:rPr sz="600" b="0" dirty="0">
                <a:solidFill>
                  <a:srgbClr val="FFFFFF"/>
                </a:solidFill>
                <a:latin typeface="Bookman Old Style"/>
                <a:cs typeface="Bookman Old Style"/>
                <a:hlinkClick r:id="rId2" action="ppaction://hlinksldjump"/>
              </a:rPr>
              <a:t>and</a:t>
            </a:r>
            <a:r>
              <a:rPr sz="600" b="0" spc="195" dirty="0">
                <a:solidFill>
                  <a:srgbClr val="FFFFFF"/>
                </a:solidFill>
                <a:latin typeface="Bookman Old Style"/>
                <a:cs typeface="Bookman Old Style"/>
                <a:hlinkClick r:id="rId2" action="ppaction://hlinksldjump"/>
              </a:rPr>
              <a:t> </a:t>
            </a:r>
            <a:r>
              <a:rPr sz="600" b="0" dirty="0">
                <a:solidFill>
                  <a:srgbClr val="FFFFFF"/>
                </a:solidFill>
                <a:latin typeface="Bookman Old Style"/>
                <a:cs typeface="Bookman Old Style"/>
                <a:hlinkClick r:id="rId2" action="ppaction://hlinksldjump"/>
              </a:rPr>
              <a:t>Statistics</a:t>
            </a:r>
            <a:r>
              <a:rPr sz="600" b="0" spc="190" dirty="0">
                <a:solidFill>
                  <a:srgbClr val="FFFFFF"/>
                </a:solidFill>
                <a:latin typeface="Bookman Old Style"/>
                <a:cs typeface="Bookman Old Style"/>
                <a:hlinkClick r:id="rId2" action="ppaction://hlinksldjump"/>
              </a:rPr>
              <a:t> </a:t>
            </a:r>
            <a:r>
              <a:rPr sz="600" b="0" dirty="0">
                <a:solidFill>
                  <a:srgbClr val="FFFFFF"/>
                </a:solidFill>
                <a:latin typeface="Bookman Old Style"/>
                <a:cs typeface="Bookman Old Style"/>
                <a:hlinkClick r:id="rId2" action="ppaction://hlinksldjump"/>
              </a:rPr>
              <a:t>for</a:t>
            </a:r>
            <a:r>
              <a:rPr sz="600" b="0" spc="190" dirty="0">
                <a:solidFill>
                  <a:srgbClr val="FFFFFF"/>
                </a:solidFill>
                <a:latin typeface="Bookman Old Style"/>
                <a:cs typeface="Bookman Old Style"/>
                <a:hlinkClick r:id="rId2" action="ppaction://hlinksldjump"/>
              </a:rPr>
              <a:t> </a:t>
            </a:r>
            <a:r>
              <a:rPr sz="600" b="0" spc="-25" dirty="0">
                <a:solidFill>
                  <a:srgbClr val="FFFFFF"/>
                </a:solidFill>
                <a:latin typeface="Bookman Old Style"/>
                <a:cs typeface="Bookman Old Style"/>
                <a:hlinkClick r:id="rId2" action="ppaction://hlinksldjump"/>
              </a:rPr>
              <a:t>CS</a:t>
            </a:r>
            <a:endParaRPr sz="600">
              <a:latin typeface="Bookman Old Style"/>
              <a:cs typeface="Bookman Old Style"/>
            </a:endParaRPr>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952CBC2B-1F36-FCCA-4F74-A7E042B3436A}"/>
                  </a:ext>
                </a:extLst>
              </p14:cNvPr>
              <p14:cNvContentPartPr/>
              <p14:nvPr/>
            </p14:nvContentPartPr>
            <p14:xfrm>
              <a:off x="189000" y="1956960"/>
              <a:ext cx="4416480" cy="1261440"/>
            </p14:xfrm>
          </p:contentPart>
        </mc:Choice>
        <mc:Fallback>
          <p:pic>
            <p:nvPicPr>
              <p:cNvPr id="6" name="Ink 5">
                <a:extLst>
                  <a:ext uri="{FF2B5EF4-FFF2-40B4-BE49-F238E27FC236}">
                    <a16:creationId xmlns:a16="http://schemas.microsoft.com/office/drawing/2014/main" id="{952CBC2B-1F36-FCCA-4F74-A7E042B3436A}"/>
                  </a:ext>
                </a:extLst>
              </p:cNvPr>
              <p:cNvPicPr/>
              <p:nvPr/>
            </p:nvPicPr>
            <p:blipFill>
              <a:blip r:embed="rId4"/>
              <a:stretch>
                <a:fillRect/>
              </a:stretch>
            </p:blipFill>
            <p:spPr>
              <a:xfrm>
                <a:off x="179640" y="1947600"/>
                <a:ext cx="4435200" cy="1280160"/>
              </a:xfrm>
              <a:prstGeom prst="rect">
                <a:avLst/>
              </a:prstGeom>
            </p:spPr>
          </p:pic>
        </mc:Fallback>
      </mc:AlternateContent>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75662" y="62407"/>
            <a:ext cx="657225" cy="244475"/>
          </a:xfrm>
          <a:prstGeom prst="rect">
            <a:avLst/>
          </a:prstGeom>
        </p:spPr>
        <p:txBody>
          <a:bodyPr vert="horz" wrap="square" lIns="0" tIns="17145" rIns="0" bIns="0" rtlCol="0">
            <a:spAutoFit/>
          </a:bodyPr>
          <a:lstStyle/>
          <a:p>
            <a:pPr marL="12700">
              <a:lnSpc>
                <a:spcPct val="100000"/>
              </a:lnSpc>
              <a:spcBef>
                <a:spcPts val="135"/>
              </a:spcBef>
            </a:pPr>
            <a:r>
              <a:rPr dirty="0"/>
              <a:t>In</a:t>
            </a:r>
            <a:r>
              <a:rPr spc="105" dirty="0"/>
              <a:t> </a:t>
            </a:r>
            <a:r>
              <a:rPr spc="-10" dirty="0"/>
              <a:t>Class</a:t>
            </a:r>
          </a:p>
        </p:txBody>
      </p:sp>
      <p:sp>
        <p:nvSpPr>
          <p:cNvPr id="3" name="object 3"/>
          <p:cNvSpPr txBox="1">
            <a:spLocks noGrp="1"/>
          </p:cNvSpPr>
          <p:nvPr>
            <p:ph type="body" idx="1"/>
          </p:nvPr>
        </p:nvSpPr>
        <p:spPr>
          <a:prstGeom prst="rect">
            <a:avLst/>
          </a:prstGeom>
        </p:spPr>
        <p:txBody>
          <a:bodyPr vert="horz" wrap="square" lIns="0" tIns="637728" rIns="0" bIns="0" rtlCol="0">
            <a:spAutoFit/>
          </a:bodyPr>
          <a:lstStyle/>
          <a:p>
            <a:pPr marL="275590">
              <a:lnSpc>
                <a:spcPct val="100000"/>
              </a:lnSpc>
              <a:spcBef>
                <a:spcPts val="580"/>
              </a:spcBef>
            </a:pPr>
            <a:r>
              <a:rPr i="0" dirty="0">
                <a:latin typeface="Book Antiqua"/>
                <a:cs typeface="Book Antiqua"/>
              </a:rPr>
              <a:t>(</a:t>
            </a:r>
            <a:r>
              <a:rPr dirty="0"/>
              <a:t>A</a:t>
            </a:r>
            <a:r>
              <a:rPr spc="-30" dirty="0"/>
              <a:t> </a:t>
            </a:r>
            <a:r>
              <a:rPr i="0" spc="-155" dirty="0">
                <a:latin typeface="Lucida Sans Unicode"/>
                <a:cs typeface="Lucida Sans Unicode"/>
              </a:rPr>
              <a:t>∩</a:t>
            </a:r>
            <a:r>
              <a:rPr i="0" spc="-90" dirty="0">
                <a:latin typeface="Lucida Sans Unicode"/>
                <a:cs typeface="Lucida Sans Unicode"/>
              </a:rPr>
              <a:t> </a:t>
            </a:r>
            <a:r>
              <a:rPr spc="95" dirty="0"/>
              <a:t>B</a:t>
            </a:r>
            <a:r>
              <a:rPr i="0" spc="95" dirty="0">
                <a:latin typeface="Book Antiqua"/>
                <a:cs typeface="Book Antiqua"/>
              </a:rPr>
              <a:t>)</a:t>
            </a:r>
            <a:r>
              <a:rPr sz="1200" b="0" spc="142" baseline="31250" dirty="0">
                <a:latin typeface="Bookman Old Style"/>
                <a:cs typeface="Bookman Old Style"/>
              </a:rPr>
              <a:t>C</a:t>
            </a:r>
            <a:r>
              <a:rPr sz="1200" b="0" spc="284" baseline="31250" dirty="0">
                <a:latin typeface="Bookman Old Style"/>
                <a:cs typeface="Bookman Old Style"/>
              </a:rPr>
              <a:t> </a:t>
            </a:r>
            <a:r>
              <a:rPr sz="1100" i="0" spc="180" dirty="0">
                <a:latin typeface="Book Antiqua"/>
                <a:cs typeface="Book Antiqua"/>
              </a:rPr>
              <a:t>=</a:t>
            </a:r>
            <a:r>
              <a:rPr sz="1100" i="0" spc="45" dirty="0">
                <a:latin typeface="Book Antiqua"/>
                <a:cs typeface="Book Antiqua"/>
              </a:rPr>
              <a:t> </a:t>
            </a:r>
            <a:r>
              <a:rPr sz="1100" dirty="0"/>
              <a:t>A</a:t>
            </a:r>
            <a:r>
              <a:rPr sz="1200" b="0" baseline="31250" dirty="0">
                <a:latin typeface="Bookman Old Style"/>
                <a:cs typeface="Bookman Old Style"/>
              </a:rPr>
              <a:t>C</a:t>
            </a:r>
            <a:r>
              <a:rPr sz="1200" b="0" spc="195" baseline="31250" dirty="0">
                <a:latin typeface="Bookman Old Style"/>
                <a:cs typeface="Bookman Old Style"/>
              </a:rPr>
              <a:t> </a:t>
            </a:r>
            <a:r>
              <a:rPr sz="1100" i="0" spc="-155" dirty="0">
                <a:latin typeface="Lucida Sans Unicode"/>
                <a:cs typeface="Lucida Sans Unicode"/>
              </a:rPr>
              <a:t>∪</a:t>
            </a:r>
            <a:r>
              <a:rPr sz="1100" i="0" spc="-85" dirty="0">
                <a:latin typeface="Lucida Sans Unicode"/>
                <a:cs typeface="Lucida Sans Unicode"/>
              </a:rPr>
              <a:t> </a:t>
            </a:r>
            <a:r>
              <a:rPr sz="1100" spc="90" dirty="0"/>
              <a:t>B</a:t>
            </a:r>
            <a:r>
              <a:rPr sz="1200" b="0" spc="135" baseline="31250" dirty="0">
                <a:latin typeface="Bookman Old Style"/>
                <a:cs typeface="Bookman Old Style"/>
              </a:rPr>
              <a:t>C</a:t>
            </a:r>
            <a:endParaRPr sz="1200" baseline="31250" dirty="0">
              <a:latin typeface="Bookman Old Style"/>
              <a:cs typeface="Bookman Old Style"/>
            </a:endParaRPr>
          </a:p>
          <a:p>
            <a:pPr marL="881380">
              <a:lnSpc>
                <a:spcPct val="100000"/>
              </a:lnSpc>
              <a:spcBef>
                <a:spcPts val="480"/>
              </a:spcBef>
            </a:pPr>
            <a:r>
              <a:rPr i="0" spc="180" dirty="0">
                <a:latin typeface="Book Antiqua"/>
                <a:cs typeface="Book Antiqua"/>
              </a:rPr>
              <a:t>=</a:t>
            </a:r>
            <a:r>
              <a:rPr i="0" spc="35" dirty="0">
                <a:latin typeface="Book Antiqua"/>
                <a:cs typeface="Book Antiqua"/>
              </a:rPr>
              <a:t> </a:t>
            </a:r>
            <a:r>
              <a:rPr i="0" dirty="0">
                <a:latin typeface="Book Antiqua"/>
                <a:cs typeface="Book Antiqua"/>
              </a:rPr>
              <a:t>(</a:t>
            </a:r>
            <a:r>
              <a:rPr dirty="0"/>
              <a:t>A</a:t>
            </a:r>
            <a:r>
              <a:rPr sz="1200" b="0" baseline="31250" dirty="0">
                <a:latin typeface="Bookman Old Style"/>
                <a:cs typeface="Bookman Old Style"/>
              </a:rPr>
              <a:t>C</a:t>
            </a:r>
            <a:r>
              <a:rPr sz="1200" b="0" spc="187" baseline="31250" dirty="0">
                <a:latin typeface="Bookman Old Style"/>
                <a:cs typeface="Bookman Old Style"/>
              </a:rPr>
              <a:t> </a:t>
            </a:r>
            <a:r>
              <a:rPr sz="1100" i="0" spc="-155" dirty="0">
                <a:latin typeface="Lucida Sans Unicode"/>
                <a:cs typeface="Lucida Sans Unicode"/>
              </a:rPr>
              <a:t>∩</a:t>
            </a:r>
            <a:r>
              <a:rPr sz="1100" i="0" spc="-95" dirty="0">
                <a:latin typeface="Lucida Sans Unicode"/>
                <a:cs typeface="Lucida Sans Unicode"/>
              </a:rPr>
              <a:t> </a:t>
            </a:r>
            <a:r>
              <a:rPr sz="1100" i="0" dirty="0">
                <a:latin typeface="Book Antiqua"/>
                <a:cs typeface="Book Antiqua"/>
              </a:rPr>
              <a:t>Ω)</a:t>
            </a:r>
            <a:r>
              <a:rPr sz="1100" i="0" spc="-25" dirty="0">
                <a:latin typeface="Book Antiqua"/>
                <a:cs typeface="Book Antiqua"/>
              </a:rPr>
              <a:t> </a:t>
            </a:r>
            <a:r>
              <a:rPr sz="1100" i="0" spc="-155" dirty="0">
                <a:latin typeface="Lucida Sans Unicode"/>
                <a:cs typeface="Lucida Sans Unicode"/>
              </a:rPr>
              <a:t>∪</a:t>
            </a:r>
            <a:r>
              <a:rPr sz="1100" i="0" spc="-95" dirty="0">
                <a:latin typeface="Lucida Sans Unicode"/>
                <a:cs typeface="Lucida Sans Unicode"/>
              </a:rPr>
              <a:t> </a:t>
            </a:r>
            <a:r>
              <a:rPr sz="1100" i="0" dirty="0">
                <a:latin typeface="Book Antiqua"/>
                <a:cs typeface="Book Antiqua"/>
              </a:rPr>
              <a:t>(Ω</a:t>
            </a:r>
            <a:r>
              <a:rPr sz="1100" i="0" spc="-20" dirty="0">
                <a:latin typeface="Book Antiqua"/>
                <a:cs typeface="Book Antiqua"/>
              </a:rPr>
              <a:t> </a:t>
            </a:r>
            <a:r>
              <a:rPr sz="1100" i="0" spc="-155" dirty="0">
                <a:latin typeface="Lucida Sans Unicode"/>
                <a:cs typeface="Lucida Sans Unicode"/>
              </a:rPr>
              <a:t>∩</a:t>
            </a:r>
            <a:r>
              <a:rPr sz="1100" i="0" spc="-95" dirty="0">
                <a:latin typeface="Lucida Sans Unicode"/>
                <a:cs typeface="Lucida Sans Unicode"/>
              </a:rPr>
              <a:t> </a:t>
            </a:r>
            <a:r>
              <a:rPr sz="1100" spc="114" dirty="0"/>
              <a:t>B</a:t>
            </a:r>
            <a:r>
              <a:rPr sz="1200" b="0" spc="172" baseline="31250" dirty="0">
                <a:latin typeface="Bookman Old Style"/>
                <a:cs typeface="Bookman Old Style"/>
              </a:rPr>
              <a:t>C</a:t>
            </a:r>
            <a:r>
              <a:rPr sz="1200" b="0" spc="-195" baseline="31250" dirty="0">
                <a:latin typeface="Bookman Old Style"/>
                <a:cs typeface="Bookman Old Style"/>
              </a:rPr>
              <a:t> </a:t>
            </a:r>
            <a:r>
              <a:rPr sz="1100" i="0" dirty="0">
                <a:latin typeface="Book Antiqua"/>
                <a:cs typeface="Book Antiqua"/>
              </a:rPr>
              <a:t>)</a:t>
            </a:r>
            <a:endParaRPr sz="1100" dirty="0">
              <a:latin typeface="Book Antiqua"/>
              <a:cs typeface="Book Antiqua"/>
            </a:endParaRPr>
          </a:p>
          <a:p>
            <a:pPr marL="881380">
              <a:lnSpc>
                <a:spcPct val="100000"/>
              </a:lnSpc>
              <a:spcBef>
                <a:spcPts val="480"/>
              </a:spcBef>
            </a:pPr>
            <a:r>
              <a:rPr i="0" spc="180" dirty="0">
                <a:latin typeface="Book Antiqua"/>
                <a:cs typeface="Book Antiqua"/>
              </a:rPr>
              <a:t>=</a:t>
            </a:r>
            <a:r>
              <a:rPr i="0" spc="55" dirty="0">
                <a:latin typeface="Book Antiqua"/>
                <a:cs typeface="Book Antiqua"/>
              </a:rPr>
              <a:t> </a:t>
            </a:r>
            <a:r>
              <a:rPr i="0" dirty="0">
                <a:latin typeface="Book Antiqua"/>
                <a:cs typeface="Book Antiqua"/>
              </a:rPr>
              <a:t>(</a:t>
            </a:r>
            <a:r>
              <a:rPr dirty="0"/>
              <a:t>A</a:t>
            </a:r>
            <a:r>
              <a:rPr sz="1200" b="0" baseline="31250" dirty="0">
                <a:latin typeface="Bookman Old Style"/>
                <a:cs typeface="Bookman Old Style"/>
              </a:rPr>
              <a:t>C</a:t>
            </a:r>
            <a:r>
              <a:rPr sz="1200" b="0" spc="202" baseline="31250" dirty="0">
                <a:latin typeface="Bookman Old Style"/>
                <a:cs typeface="Bookman Old Style"/>
              </a:rPr>
              <a:t> </a:t>
            </a:r>
            <a:r>
              <a:rPr sz="1100" i="0" spc="-155" dirty="0">
                <a:latin typeface="Lucida Sans Unicode"/>
                <a:cs typeface="Lucida Sans Unicode"/>
              </a:rPr>
              <a:t>∩</a:t>
            </a:r>
            <a:r>
              <a:rPr sz="1100" i="0" spc="-80" dirty="0">
                <a:latin typeface="Lucida Sans Unicode"/>
                <a:cs typeface="Lucida Sans Unicode"/>
              </a:rPr>
              <a:t> </a:t>
            </a:r>
            <a:r>
              <a:rPr sz="1100" i="0" spc="100" dirty="0">
                <a:latin typeface="Book Antiqua"/>
                <a:cs typeface="Book Antiqua"/>
              </a:rPr>
              <a:t>(</a:t>
            </a:r>
            <a:r>
              <a:rPr sz="1100" spc="100" dirty="0"/>
              <a:t>B</a:t>
            </a:r>
            <a:r>
              <a:rPr sz="1100" spc="50" dirty="0"/>
              <a:t> </a:t>
            </a:r>
            <a:r>
              <a:rPr sz="1100" i="0" spc="-155" dirty="0">
                <a:latin typeface="Lucida Sans Unicode"/>
                <a:cs typeface="Lucida Sans Unicode"/>
              </a:rPr>
              <a:t>∪</a:t>
            </a:r>
            <a:r>
              <a:rPr sz="1100" i="0" spc="-80" dirty="0">
                <a:latin typeface="Lucida Sans Unicode"/>
                <a:cs typeface="Lucida Sans Unicode"/>
              </a:rPr>
              <a:t> </a:t>
            </a:r>
            <a:r>
              <a:rPr sz="1100" spc="114" dirty="0"/>
              <a:t>B</a:t>
            </a:r>
            <a:r>
              <a:rPr sz="1200" b="0" spc="172" baseline="31250" dirty="0">
                <a:latin typeface="Bookman Old Style"/>
                <a:cs typeface="Bookman Old Style"/>
              </a:rPr>
              <a:t>C</a:t>
            </a:r>
            <a:r>
              <a:rPr sz="1200" b="0" spc="-187" baseline="31250" dirty="0">
                <a:latin typeface="Bookman Old Style"/>
                <a:cs typeface="Bookman Old Style"/>
              </a:rPr>
              <a:t> </a:t>
            </a:r>
            <a:r>
              <a:rPr sz="1100" i="0" spc="50" dirty="0">
                <a:latin typeface="Book Antiqua"/>
                <a:cs typeface="Book Antiqua"/>
              </a:rPr>
              <a:t>))</a:t>
            </a:r>
            <a:r>
              <a:rPr sz="1100" i="0" spc="-10" dirty="0">
                <a:latin typeface="Book Antiqua"/>
                <a:cs typeface="Book Antiqua"/>
              </a:rPr>
              <a:t> </a:t>
            </a:r>
            <a:r>
              <a:rPr sz="1100" i="0" spc="-155" dirty="0">
                <a:latin typeface="Lucida Sans Unicode"/>
                <a:cs typeface="Lucida Sans Unicode"/>
              </a:rPr>
              <a:t>∪</a:t>
            </a:r>
            <a:r>
              <a:rPr sz="1100" i="0" spc="-80" dirty="0">
                <a:latin typeface="Lucida Sans Unicode"/>
                <a:cs typeface="Lucida Sans Unicode"/>
              </a:rPr>
              <a:t> </a:t>
            </a:r>
            <a:r>
              <a:rPr sz="1100" i="0" dirty="0">
                <a:latin typeface="Book Antiqua"/>
                <a:cs typeface="Book Antiqua"/>
              </a:rPr>
              <a:t>((</a:t>
            </a:r>
            <a:r>
              <a:rPr sz="1100" dirty="0"/>
              <a:t>A</a:t>
            </a:r>
            <a:r>
              <a:rPr sz="1100" spc="-10" dirty="0"/>
              <a:t> </a:t>
            </a:r>
            <a:r>
              <a:rPr sz="1100" i="0" spc="-155" dirty="0">
                <a:latin typeface="Lucida Sans Unicode"/>
                <a:cs typeface="Lucida Sans Unicode"/>
              </a:rPr>
              <a:t>∪</a:t>
            </a:r>
            <a:r>
              <a:rPr sz="1100" i="0" spc="-80" dirty="0">
                <a:latin typeface="Lucida Sans Unicode"/>
                <a:cs typeface="Lucida Sans Unicode"/>
              </a:rPr>
              <a:t> </a:t>
            </a:r>
            <a:r>
              <a:rPr sz="1100" dirty="0"/>
              <a:t>A</a:t>
            </a:r>
            <a:r>
              <a:rPr sz="1200" b="0" baseline="31250" dirty="0">
                <a:latin typeface="Bookman Old Style"/>
                <a:cs typeface="Bookman Old Style"/>
              </a:rPr>
              <a:t>C</a:t>
            </a:r>
            <a:r>
              <a:rPr sz="1200" b="0" spc="-187" baseline="31250" dirty="0">
                <a:latin typeface="Bookman Old Style"/>
                <a:cs typeface="Bookman Old Style"/>
              </a:rPr>
              <a:t> </a:t>
            </a:r>
            <a:r>
              <a:rPr sz="1100" i="0" spc="50" dirty="0">
                <a:latin typeface="Book Antiqua"/>
                <a:cs typeface="Book Antiqua"/>
              </a:rPr>
              <a:t>)</a:t>
            </a:r>
            <a:r>
              <a:rPr sz="1100" i="0" spc="-15" dirty="0">
                <a:latin typeface="Book Antiqua"/>
                <a:cs typeface="Book Antiqua"/>
              </a:rPr>
              <a:t> </a:t>
            </a:r>
            <a:r>
              <a:rPr sz="1100" i="0" spc="-155" dirty="0">
                <a:latin typeface="Lucida Sans Unicode"/>
                <a:cs typeface="Lucida Sans Unicode"/>
              </a:rPr>
              <a:t>∩</a:t>
            </a:r>
            <a:r>
              <a:rPr sz="1100" i="0" spc="-80" dirty="0">
                <a:latin typeface="Lucida Sans Unicode"/>
                <a:cs typeface="Lucida Sans Unicode"/>
              </a:rPr>
              <a:t> </a:t>
            </a:r>
            <a:r>
              <a:rPr sz="1100" spc="114" dirty="0"/>
              <a:t>B</a:t>
            </a:r>
            <a:r>
              <a:rPr sz="1200" b="0" spc="172" baseline="31250" dirty="0">
                <a:latin typeface="Bookman Old Style"/>
                <a:cs typeface="Bookman Old Style"/>
              </a:rPr>
              <a:t>C</a:t>
            </a:r>
            <a:r>
              <a:rPr sz="1200" b="0" spc="-187" baseline="31250" dirty="0">
                <a:latin typeface="Bookman Old Style"/>
                <a:cs typeface="Bookman Old Style"/>
              </a:rPr>
              <a:t> </a:t>
            </a:r>
            <a:r>
              <a:rPr sz="1100" i="0" dirty="0">
                <a:latin typeface="Book Antiqua"/>
                <a:cs typeface="Book Antiqua"/>
              </a:rPr>
              <a:t>)</a:t>
            </a:r>
            <a:endParaRPr sz="1100" dirty="0">
              <a:latin typeface="Book Antiqua"/>
              <a:cs typeface="Book Antiqua"/>
            </a:endParaRPr>
          </a:p>
          <a:p>
            <a:pPr marL="881380">
              <a:lnSpc>
                <a:spcPct val="100000"/>
              </a:lnSpc>
              <a:spcBef>
                <a:spcPts val="480"/>
              </a:spcBef>
            </a:pPr>
            <a:r>
              <a:rPr i="0" spc="180" dirty="0">
                <a:latin typeface="Book Antiqua"/>
                <a:cs typeface="Book Antiqua"/>
              </a:rPr>
              <a:t>=</a:t>
            </a:r>
            <a:r>
              <a:rPr i="0" spc="60" dirty="0">
                <a:latin typeface="Book Antiqua"/>
                <a:cs typeface="Book Antiqua"/>
              </a:rPr>
              <a:t> </a:t>
            </a:r>
            <a:r>
              <a:rPr i="0" dirty="0">
                <a:latin typeface="Book Antiqua"/>
                <a:cs typeface="Book Antiqua"/>
              </a:rPr>
              <a:t>((</a:t>
            </a:r>
            <a:r>
              <a:rPr dirty="0"/>
              <a:t>A</a:t>
            </a:r>
            <a:r>
              <a:rPr sz="1200" b="0" baseline="31250" dirty="0">
                <a:latin typeface="Bookman Old Style"/>
                <a:cs typeface="Bookman Old Style"/>
              </a:rPr>
              <a:t>C</a:t>
            </a:r>
            <a:r>
              <a:rPr sz="1200" b="0" spc="217" baseline="31250" dirty="0">
                <a:latin typeface="Bookman Old Style"/>
                <a:cs typeface="Bookman Old Style"/>
              </a:rPr>
              <a:t> </a:t>
            </a:r>
            <a:r>
              <a:rPr sz="1100" i="0" spc="-155" dirty="0">
                <a:latin typeface="Lucida Sans Unicode"/>
                <a:cs typeface="Lucida Sans Unicode"/>
              </a:rPr>
              <a:t>∩</a:t>
            </a:r>
            <a:r>
              <a:rPr sz="1100" i="0" spc="-75" dirty="0">
                <a:latin typeface="Lucida Sans Unicode"/>
                <a:cs typeface="Lucida Sans Unicode"/>
              </a:rPr>
              <a:t> </a:t>
            </a:r>
            <a:r>
              <a:rPr sz="1100" spc="130" dirty="0"/>
              <a:t>B</a:t>
            </a:r>
            <a:r>
              <a:rPr sz="1100" i="0" spc="130" dirty="0">
                <a:latin typeface="Book Antiqua"/>
                <a:cs typeface="Book Antiqua"/>
              </a:rPr>
              <a:t>)</a:t>
            </a:r>
            <a:r>
              <a:rPr sz="1100" i="0" spc="-5" dirty="0">
                <a:latin typeface="Book Antiqua"/>
                <a:cs typeface="Book Antiqua"/>
              </a:rPr>
              <a:t> </a:t>
            </a:r>
            <a:r>
              <a:rPr sz="1100" i="0" spc="-155" dirty="0">
                <a:latin typeface="Lucida Sans Unicode"/>
                <a:cs typeface="Lucida Sans Unicode"/>
              </a:rPr>
              <a:t>∪</a:t>
            </a:r>
            <a:r>
              <a:rPr sz="1100" i="0" spc="-75" dirty="0">
                <a:latin typeface="Lucida Sans Unicode"/>
                <a:cs typeface="Lucida Sans Unicode"/>
              </a:rPr>
              <a:t> </a:t>
            </a:r>
            <a:r>
              <a:rPr sz="1100" i="0" dirty="0">
                <a:latin typeface="Book Antiqua"/>
                <a:cs typeface="Book Antiqua"/>
              </a:rPr>
              <a:t>(</a:t>
            </a:r>
            <a:r>
              <a:rPr sz="1100" dirty="0"/>
              <a:t>A</a:t>
            </a:r>
            <a:r>
              <a:rPr sz="1200" b="0" baseline="31250" dirty="0">
                <a:latin typeface="Bookman Old Style"/>
                <a:cs typeface="Bookman Old Style"/>
              </a:rPr>
              <a:t>C</a:t>
            </a:r>
            <a:r>
              <a:rPr sz="1200" b="0" spc="225" baseline="31250" dirty="0">
                <a:latin typeface="Bookman Old Style"/>
                <a:cs typeface="Bookman Old Style"/>
              </a:rPr>
              <a:t> </a:t>
            </a:r>
            <a:r>
              <a:rPr sz="1100" i="0" spc="-155" dirty="0">
                <a:latin typeface="Lucida Sans Unicode"/>
                <a:cs typeface="Lucida Sans Unicode"/>
              </a:rPr>
              <a:t>∩</a:t>
            </a:r>
            <a:r>
              <a:rPr sz="1100" i="0" spc="-75" dirty="0">
                <a:latin typeface="Lucida Sans Unicode"/>
                <a:cs typeface="Lucida Sans Unicode"/>
              </a:rPr>
              <a:t> </a:t>
            </a:r>
            <a:r>
              <a:rPr sz="1100" spc="114" dirty="0"/>
              <a:t>B</a:t>
            </a:r>
            <a:r>
              <a:rPr sz="1200" b="0" spc="172" baseline="31250" dirty="0">
                <a:latin typeface="Bookman Old Style"/>
                <a:cs typeface="Bookman Old Style"/>
              </a:rPr>
              <a:t>C</a:t>
            </a:r>
            <a:r>
              <a:rPr sz="1200" b="0" spc="-187" baseline="31250" dirty="0">
                <a:latin typeface="Bookman Old Style"/>
                <a:cs typeface="Bookman Old Style"/>
              </a:rPr>
              <a:t> </a:t>
            </a:r>
            <a:r>
              <a:rPr sz="1100" i="0" spc="50" dirty="0">
                <a:latin typeface="Book Antiqua"/>
                <a:cs typeface="Book Antiqua"/>
              </a:rPr>
              <a:t>))</a:t>
            </a:r>
            <a:r>
              <a:rPr sz="1100" i="0" spc="-5" dirty="0">
                <a:latin typeface="Book Antiqua"/>
                <a:cs typeface="Book Antiqua"/>
              </a:rPr>
              <a:t> </a:t>
            </a:r>
            <a:r>
              <a:rPr sz="1100" i="0" spc="-155" dirty="0">
                <a:latin typeface="Lucida Sans Unicode"/>
                <a:cs typeface="Lucida Sans Unicode"/>
              </a:rPr>
              <a:t>∪</a:t>
            </a:r>
            <a:r>
              <a:rPr sz="1100" i="0" spc="-75" dirty="0">
                <a:latin typeface="Lucida Sans Unicode"/>
                <a:cs typeface="Lucida Sans Unicode"/>
              </a:rPr>
              <a:t> </a:t>
            </a:r>
            <a:r>
              <a:rPr sz="1100" i="0" dirty="0">
                <a:latin typeface="Book Antiqua"/>
                <a:cs typeface="Book Antiqua"/>
              </a:rPr>
              <a:t>((</a:t>
            </a:r>
            <a:r>
              <a:rPr sz="1100" dirty="0"/>
              <a:t>A</a:t>
            </a:r>
            <a:r>
              <a:rPr sz="1100" spc="-5" dirty="0"/>
              <a:t> </a:t>
            </a:r>
            <a:r>
              <a:rPr sz="1100" i="0" spc="-155" dirty="0">
                <a:latin typeface="Lucida Sans Unicode"/>
                <a:cs typeface="Lucida Sans Unicode"/>
              </a:rPr>
              <a:t>∩</a:t>
            </a:r>
            <a:r>
              <a:rPr sz="1100" i="0" spc="-75" dirty="0">
                <a:latin typeface="Lucida Sans Unicode"/>
                <a:cs typeface="Lucida Sans Unicode"/>
              </a:rPr>
              <a:t> </a:t>
            </a:r>
            <a:r>
              <a:rPr sz="1100" spc="114" dirty="0"/>
              <a:t>B</a:t>
            </a:r>
            <a:r>
              <a:rPr sz="1200" b="0" spc="172" baseline="31250" dirty="0">
                <a:latin typeface="Bookman Old Style"/>
                <a:cs typeface="Bookman Old Style"/>
              </a:rPr>
              <a:t>C</a:t>
            </a:r>
            <a:r>
              <a:rPr sz="1200" b="0" spc="-187" baseline="31250" dirty="0">
                <a:latin typeface="Bookman Old Style"/>
                <a:cs typeface="Bookman Old Style"/>
              </a:rPr>
              <a:t> </a:t>
            </a:r>
            <a:r>
              <a:rPr sz="1100" i="0" spc="50" dirty="0">
                <a:latin typeface="Book Antiqua"/>
                <a:cs typeface="Book Antiqua"/>
              </a:rPr>
              <a:t>)</a:t>
            </a:r>
            <a:r>
              <a:rPr sz="1100" i="0" spc="-5" dirty="0">
                <a:latin typeface="Book Antiqua"/>
                <a:cs typeface="Book Antiqua"/>
              </a:rPr>
              <a:t> </a:t>
            </a:r>
            <a:r>
              <a:rPr sz="1100" i="0" spc="-155" dirty="0">
                <a:latin typeface="Lucida Sans Unicode"/>
                <a:cs typeface="Lucida Sans Unicode"/>
              </a:rPr>
              <a:t>∪</a:t>
            </a:r>
            <a:r>
              <a:rPr sz="1100" i="0" spc="-75" dirty="0">
                <a:latin typeface="Lucida Sans Unicode"/>
                <a:cs typeface="Lucida Sans Unicode"/>
              </a:rPr>
              <a:t> </a:t>
            </a:r>
            <a:r>
              <a:rPr sz="1100" i="0" dirty="0">
                <a:latin typeface="Book Antiqua"/>
                <a:cs typeface="Book Antiqua"/>
              </a:rPr>
              <a:t>(</a:t>
            </a:r>
            <a:r>
              <a:rPr sz="1100" dirty="0"/>
              <a:t>A</a:t>
            </a:r>
            <a:r>
              <a:rPr sz="1200" b="0" baseline="31250" dirty="0">
                <a:latin typeface="Bookman Old Style"/>
                <a:cs typeface="Bookman Old Style"/>
              </a:rPr>
              <a:t>C</a:t>
            </a:r>
            <a:r>
              <a:rPr sz="1200" b="0" spc="225" baseline="31250" dirty="0">
                <a:latin typeface="Bookman Old Style"/>
                <a:cs typeface="Bookman Old Style"/>
              </a:rPr>
              <a:t> </a:t>
            </a:r>
            <a:r>
              <a:rPr sz="1100" i="0" spc="-155" dirty="0">
                <a:latin typeface="Lucida Sans Unicode"/>
                <a:cs typeface="Lucida Sans Unicode"/>
              </a:rPr>
              <a:t>∩</a:t>
            </a:r>
            <a:r>
              <a:rPr sz="1100" i="0" spc="-75" dirty="0">
                <a:latin typeface="Lucida Sans Unicode"/>
                <a:cs typeface="Lucida Sans Unicode"/>
              </a:rPr>
              <a:t> </a:t>
            </a:r>
            <a:r>
              <a:rPr sz="1100" spc="114" dirty="0"/>
              <a:t>B</a:t>
            </a:r>
            <a:r>
              <a:rPr sz="1200" b="0" spc="172" baseline="31250" dirty="0">
                <a:latin typeface="Bookman Old Style"/>
                <a:cs typeface="Bookman Old Style"/>
              </a:rPr>
              <a:t>C</a:t>
            </a:r>
            <a:r>
              <a:rPr sz="1200" b="0" spc="-187" baseline="31250" dirty="0">
                <a:latin typeface="Bookman Old Style"/>
                <a:cs typeface="Bookman Old Style"/>
              </a:rPr>
              <a:t> </a:t>
            </a:r>
            <a:r>
              <a:rPr sz="1100" i="0" spc="25" dirty="0">
                <a:latin typeface="Book Antiqua"/>
                <a:cs typeface="Book Antiqua"/>
              </a:rPr>
              <a:t>))</a:t>
            </a:r>
            <a:endParaRPr sz="1100" dirty="0">
              <a:latin typeface="Book Antiqua"/>
              <a:cs typeface="Book Antiqua"/>
            </a:endParaRPr>
          </a:p>
          <a:p>
            <a:pPr marL="881380">
              <a:lnSpc>
                <a:spcPct val="100000"/>
              </a:lnSpc>
              <a:spcBef>
                <a:spcPts val="480"/>
              </a:spcBef>
            </a:pPr>
            <a:r>
              <a:rPr i="0" spc="180" dirty="0">
                <a:latin typeface="Book Antiqua"/>
                <a:cs typeface="Book Antiqua"/>
              </a:rPr>
              <a:t>=</a:t>
            </a:r>
            <a:r>
              <a:rPr i="0" spc="50" dirty="0">
                <a:latin typeface="Book Antiqua"/>
                <a:cs typeface="Book Antiqua"/>
              </a:rPr>
              <a:t> </a:t>
            </a:r>
            <a:r>
              <a:rPr i="0" dirty="0">
                <a:latin typeface="Book Antiqua"/>
                <a:cs typeface="Book Antiqua"/>
              </a:rPr>
              <a:t>(</a:t>
            </a:r>
            <a:r>
              <a:rPr dirty="0"/>
              <a:t>A</a:t>
            </a:r>
            <a:r>
              <a:rPr sz="1200" b="0" baseline="31250" dirty="0">
                <a:latin typeface="Bookman Old Style"/>
                <a:cs typeface="Bookman Old Style"/>
              </a:rPr>
              <a:t>C</a:t>
            </a:r>
            <a:r>
              <a:rPr sz="1200" b="0" spc="209" baseline="31250" dirty="0">
                <a:latin typeface="Bookman Old Style"/>
                <a:cs typeface="Bookman Old Style"/>
              </a:rPr>
              <a:t> </a:t>
            </a:r>
            <a:r>
              <a:rPr sz="1100" i="0" spc="-155" dirty="0">
                <a:latin typeface="Lucida Sans Unicode"/>
                <a:cs typeface="Lucida Sans Unicode"/>
              </a:rPr>
              <a:t>∩</a:t>
            </a:r>
            <a:r>
              <a:rPr sz="1100" i="0" spc="-80" dirty="0">
                <a:latin typeface="Lucida Sans Unicode"/>
                <a:cs typeface="Lucida Sans Unicode"/>
              </a:rPr>
              <a:t> </a:t>
            </a:r>
            <a:r>
              <a:rPr sz="1100" spc="130" dirty="0"/>
              <a:t>B</a:t>
            </a:r>
            <a:r>
              <a:rPr sz="1100" i="0" spc="130" dirty="0">
                <a:latin typeface="Book Antiqua"/>
                <a:cs typeface="Book Antiqua"/>
              </a:rPr>
              <a:t>)</a:t>
            </a:r>
            <a:r>
              <a:rPr sz="1100" i="0" spc="-15" dirty="0">
                <a:latin typeface="Book Antiqua"/>
                <a:cs typeface="Book Antiqua"/>
              </a:rPr>
              <a:t> </a:t>
            </a:r>
            <a:r>
              <a:rPr sz="1100" i="0" spc="-155" dirty="0">
                <a:latin typeface="Lucida Sans Unicode"/>
                <a:cs typeface="Lucida Sans Unicode"/>
              </a:rPr>
              <a:t>∪</a:t>
            </a:r>
            <a:r>
              <a:rPr sz="1100" i="0" spc="-80" dirty="0">
                <a:latin typeface="Lucida Sans Unicode"/>
                <a:cs typeface="Lucida Sans Unicode"/>
              </a:rPr>
              <a:t> </a:t>
            </a:r>
            <a:r>
              <a:rPr sz="1100" i="0" dirty="0">
                <a:latin typeface="Book Antiqua"/>
                <a:cs typeface="Book Antiqua"/>
              </a:rPr>
              <a:t>(</a:t>
            </a:r>
            <a:r>
              <a:rPr sz="1100" dirty="0"/>
              <a:t>A</a:t>
            </a:r>
            <a:r>
              <a:rPr sz="1200" b="0" baseline="31250" dirty="0">
                <a:latin typeface="Bookman Old Style"/>
                <a:cs typeface="Bookman Old Style"/>
              </a:rPr>
              <a:t>C</a:t>
            </a:r>
            <a:r>
              <a:rPr sz="1200" b="0" spc="209" baseline="31250" dirty="0">
                <a:latin typeface="Bookman Old Style"/>
                <a:cs typeface="Bookman Old Style"/>
              </a:rPr>
              <a:t> </a:t>
            </a:r>
            <a:r>
              <a:rPr sz="1100" i="0" spc="-155" dirty="0">
                <a:latin typeface="Lucida Sans Unicode"/>
                <a:cs typeface="Lucida Sans Unicode"/>
              </a:rPr>
              <a:t>∩</a:t>
            </a:r>
            <a:r>
              <a:rPr sz="1100" i="0" spc="-80" dirty="0">
                <a:latin typeface="Lucida Sans Unicode"/>
                <a:cs typeface="Lucida Sans Unicode"/>
              </a:rPr>
              <a:t> </a:t>
            </a:r>
            <a:r>
              <a:rPr sz="1100" spc="114" dirty="0"/>
              <a:t>B</a:t>
            </a:r>
            <a:r>
              <a:rPr sz="1200" b="0" spc="172" baseline="31250" dirty="0">
                <a:latin typeface="Bookman Old Style"/>
                <a:cs typeface="Bookman Old Style"/>
              </a:rPr>
              <a:t>C</a:t>
            </a:r>
            <a:r>
              <a:rPr sz="1200" b="0" spc="-187" baseline="31250" dirty="0">
                <a:latin typeface="Bookman Old Style"/>
                <a:cs typeface="Bookman Old Style"/>
              </a:rPr>
              <a:t> </a:t>
            </a:r>
            <a:r>
              <a:rPr sz="1100" i="0" spc="50" dirty="0">
                <a:latin typeface="Book Antiqua"/>
                <a:cs typeface="Book Antiqua"/>
              </a:rPr>
              <a:t>)</a:t>
            </a:r>
            <a:r>
              <a:rPr sz="1100" i="0" spc="-15" dirty="0">
                <a:latin typeface="Book Antiqua"/>
                <a:cs typeface="Book Antiqua"/>
              </a:rPr>
              <a:t> </a:t>
            </a:r>
            <a:r>
              <a:rPr sz="1100" i="0" spc="-155" dirty="0">
                <a:latin typeface="Lucida Sans Unicode"/>
                <a:cs typeface="Lucida Sans Unicode"/>
              </a:rPr>
              <a:t>∪</a:t>
            </a:r>
            <a:r>
              <a:rPr sz="1100" i="0" spc="-80" dirty="0">
                <a:latin typeface="Lucida Sans Unicode"/>
                <a:cs typeface="Lucida Sans Unicode"/>
              </a:rPr>
              <a:t> </a:t>
            </a:r>
            <a:r>
              <a:rPr sz="1100" i="0" dirty="0">
                <a:latin typeface="Book Antiqua"/>
                <a:cs typeface="Book Antiqua"/>
              </a:rPr>
              <a:t>(</a:t>
            </a:r>
            <a:r>
              <a:rPr sz="1100" dirty="0"/>
              <a:t>A</a:t>
            </a:r>
            <a:r>
              <a:rPr sz="1100" spc="-10" dirty="0"/>
              <a:t> </a:t>
            </a:r>
            <a:r>
              <a:rPr sz="1100" i="0" spc="-155" dirty="0">
                <a:latin typeface="Lucida Sans Unicode"/>
                <a:cs typeface="Lucida Sans Unicode"/>
              </a:rPr>
              <a:t>∩</a:t>
            </a:r>
            <a:r>
              <a:rPr sz="1100" i="0" spc="-85" dirty="0">
                <a:latin typeface="Lucida Sans Unicode"/>
                <a:cs typeface="Lucida Sans Unicode"/>
              </a:rPr>
              <a:t> </a:t>
            </a:r>
            <a:r>
              <a:rPr sz="1100" spc="114" dirty="0"/>
              <a:t>B</a:t>
            </a:r>
            <a:r>
              <a:rPr sz="1200" b="0" spc="172" baseline="31250" dirty="0">
                <a:latin typeface="Bookman Old Style"/>
                <a:cs typeface="Bookman Old Style"/>
              </a:rPr>
              <a:t>C</a:t>
            </a:r>
            <a:r>
              <a:rPr sz="1200" b="0" spc="-187" baseline="31250" dirty="0">
                <a:latin typeface="Bookman Old Style"/>
                <a:cs typeface="Bookman Old Style"/>
              </a:rPr>
              <a:t> </a:t>
            </a:r>
            <a:r>
              <a:rPr sz="1100" i="0" dirty="0">
                <a:latin typeface="Book Antiqua"/>
                <a:cs typeface="Book Antiqua"/>
              </a:rPr>
              <a:t>)</a:t>
            </a:r>
            <a:endParaRPr sz="1100" dirty="0">
              <a:latin typeface="Book Antiqua"/>
              <a:cs typeface="Book Antiqua"/>
            </a:endParaRPr>
          </a:p>
        </p:txBody>
      </p:sp>
      <p:sp>
        <p:nvSpPr>
          <p:cNvPr id="9" name="object 9"/>
          <p:cNvSpPr txBox="1"/>
          <p:nvPr/>
        </p:nvSpPr>
        <p:spPr>
          <a:xfrm>
            <a:off x="2060143" y="3353670"/>
            <a:ext cx="1869439" cy="101600"/>
          </a:xfrm>
          <a:prstGeom prst="rect">
            <a:avLst/>
          </a:prstGeom>
        </p:spPr>
        <p:txBody>
          <a:bodyPr vert="horz" wrap="square" lIns="0" tIns="0" rIns="0" bIns="0" rtlCol="0">
            <a:spAutoFit/>
          </a:bodyPr>
          <a:lstStyle/>
          <a:p>
            <a:pPr marL="12700">
              <a:lnSpc>
                <a:spcPts val="670"/>
              </a:lnSpc>
            </a:pPr>
            <a:r>
              <a:rPr sz="600" b="0" dirty="0">
                <a:solidFill>
                  <a:srgbClr val="FFFFFF"/>
                </a:solidFill>
                <a:latin typeface="Bookman Old Style"/>
                <a:cs typeface="Bookman Old Style"/>
                <a:hlinkClick r:id="rId2" action="ppaction://hlinksldjump"/>
              </a:rPr>
              <a:t>CS</a:t>
            </a:r>
            <a:r>
              <a:rPr sz="600" b="0" spc="190" dirty="0">
                <a:solidFill>
                  <a:srgbClr val="FFFFFF"/>
                </a:solidFill>
                <a:latin typeface="Bookman Old Style"/>
                <a:cs typeface="Bookman Old Style"/>
                <a:hlinkClick r:id="rId2" action="ppaction://hlinksldjump"/>
              </a:rPr>
              <a:t> </a:t>
            </a:r>
            <a:r>
              <a:rPr sz="600" b="0" dirty="0">
                <a:solidFill>
                  <a:srgbClr val="FFFFFF"/>
                </a:solidFill>
                <a:latin typeface="Bookman Old Style"/>
                <a:cs typeface="Bookman Old Style"/>
                <a:hlinkClick r:id="rId2" action="ppaction://hlinksldjump"/>
              </a:rPr>
              <a:t>355/555</a:t>
            </a:r>
            <a:r>
              <a:rPr sz="600" b="0" spc="190" dirty="0">
                <a:solidFill>
                  <a:srgbClr val="FFFFFF"/>
                </a:solidFill>
                <a:latin typeface="Bookman Old Style"/>
                <a:cs typeface="Bookman Old Style"/>
                <a:hlinkClick r:id="rId2" action="ppaction://hlinksldjump"/>
              </a:rPr>
              <a:t> </a:t>
            </a:r>
            <a:r>
              <a:rPr sz="600" b="0" dirty="0">
                <a:solidFill>
                  <a:srgbClr val="FFFFFF"/>
                </a:solidFill>
                <a:latin typeface="Bookman Old Style"/>
                <a:cs typeface="Bookman Old Style"/>
                <a:hlinkClick r:id="rId2" action="ppaction://hlinksldjump"/>
              </a:rPr>
              <a:t>Probability</a:t>
            </a:r>
            <a:r>
              <a:rPr sz="600" b="0" spc="190" dirty="0">
                <a:solidFill>
                  <a:srgbClr val="FFFFFF"/>
                </a:solidFill>
                <a:latin typeface="Bookman Old Style"/>
                <a:cs typeface="Bookman Old Style"/>
                <a:hlinkClick r:id="rId2" action="ppaction://hlinksldjump"/>
              </a:rPr>
              <a:t> </a:t>
            </a:r>
            <a:r>
              <a:rPr sz="600" b="0" dirty="0">
                <a:solidFill>
                  <a:srgbClr val="FFFFFF"/>
                </a:solidFill>
                <a:latin typeface="Bookman Old Style"/>
                <a:cs typeface="Bookman Old Style"/>
                <a:hlinkClick r:id="rId2" action="ppaction://hlinksldjump"/>
              </a:rPr>
              <a:t>and</a:t>
            </a:r>
            <a:r>
              <a:rPr sz="600" b="0" spc="195" dirty="0">
                <a:solidFill>
                  <a:srgbClr val="FFFFFF"/>
                </a:solidFill>
                <a:latin typeface="Bookman Old Style"/>
                <a:cs typeface="Bookman Old Style"/>
                <a:hlinkClick r:id="rId2" action="ppaction://hlinksldjump"/>
              </a:rPr>
              <a:t> </a:t>
            </a:r>
            <a:r>
              <a:rPr sz="600" b="0" dirty="0">
                <a:solidFill>
                  <a:srgbClr val="FFFFFF"/>
                </a:solidFill>
                <a:latin typeface="Bookman Old Style"/>
                <a:cs typeface="Bookman Old Style"/>
                <a:hlinkClick r:id="rId2" action="ppaction://hlinksldjump"/>
              </a:rPr>
              <a:t>Statistics</a:t>
            </a:r>
            <a:r>
              <a:rPr sz="600" b="0" spc="190" dirty="0">
                <a:solidFill>
                  <a:srgbClr val="FFFFFF"/>
                </a:solidFill>
                <a:latin typeface="Bookman Old Style"/>
                <a:cs typeface="Bookman Old Style"/>
                <a:hlinkClick r:id="rId2" action="ppaction://hlinksldjump"/>
              </a:rPr>
              <a:t> </a:t>
            </a:r>
            <a:r>
              <a:rPr sz="600" b="0" dirty="0">
                <a:solidFill>
                  <a:srgbClr val="FFFFFF"/>
                </a:solidFill>
                <a:latin typeface="Bookman Old Style"/>
                <a:cs typeface="Bookman Old Style"/>
                <a:hlinkClick r:id="rId2" action="ppaction://hlinksldjump"/>
              </a:rPr>
              <a:t>for</a:t>
            </a:r>
            <a:r>
              <a:rPr sz="600" b="0" spc="190" dirty="0">
                <a:solidFill>
                  <a:srgbClr val="FFFFFF"/>
                </a:solidFill>
                <a:latin typeface="Bookman Old Style"/>
                <a:cs typeface="Bookman Old Style"/>
                <a:hlinkClick r:id="rId2" action="ppaction://hlinksldjump"/>
              </a:rPr>
              <a:t> </a:t>
            </a:r>
            <a:r>
              <a:rPr sz="600" b="0" spc="-25" dirty="0">
                <a:solidFill>
                  <a:srgbClr val="FFFFFF"/>
                </a:solidFill>
                <a:latin typeface="Bookman Old Style"/>
                <a:cs typeface="Bookman Old Style"/>
                <a:hlinkClick r:id="rId2" action="ppaction://hlinksldjump"/>
              </a:rPr>
              <a:t>CS</a:t>
            </a:r>
            <a:endParaRPr sz="600">
              <a:latin typeface="Bookman Old Style"/>
              <a:cs typeface="Bookman Old Style"/>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69122" y="62407"/>
            <a:ext cx="86995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Book Antiqua"/>
                <a:cs typeface="Book Antiqua"/>
              </a:rPr>
              <a:t>Next</a:t>
            </a:r>
            <a:r>
              <a:rPr sz="1400" spc="55" dirty="0">
                <a:solidFill>
                  <a:srgbClr val="FFFFFF"/>
                </a:solidFill>
                <a:latin typeface="Book Antiqua"/>
                <a:cs typeface="Book Antiqua"/>
              </a:rPr>
              <a:t> </a:t>
            </a:r>
            <a:r>
              <a:rPr sz="1400" spc="-10" dirty="0">
                <a:solidFill>
                  <a:srgbClr val="FFFFFF"/>
                </a:solidFill>
                <a:latin typeface="Book Antiqua"/>
                <a:cs typeface="Book Antiqua"/>
              </a:rPr>
              <a:t>Class</a:t>
            </a:r>
            <a:endParaRPr sz="1400">
              <a:latin typeface="Book Antiqua"/>
              <a:cs typeface="Book Antiqua"/>
            </a:endParaRPr>
          </a:p>
        </p:txBody>
      </p:sp>
      <p:sp>
        <p:nvSpPr>
          <p:cNvPr id="3" name="object 3"/>
          <p:cNvSpPr txBox="1"/>
          <p:nvPr/>
        </p:nvSpPr>
        <p:spPr>
          <a:xfrm>
            <a:off x="1393444" y="1517548"/>
            <a:ext cx="1821180" cy="180819"/>
          </a:xfrm>
          <a:prstGeom prst="rect">
            <a:avLst/>
          </a:prstGeom>
        </p:spPr>
        <p:txBody>
          <a:bodyPr vert="horz" wrap="square" lIns="0" tIns="11430" rIns="0" bIns="0" rtlCol="0">
            <a:spAutoFit/>
          </a:bodyPr>
          <a:lstStyle/>
          <a:p>
            <a:pPr marL="12700">
              <a:lnSpc>
                <a:spcPct val="100000"/>
              </a:lnSpc>
              <a:spcBef>
                <a:spcPts val="90"/>
              </a:spcBef>
            </a:pPr>
            <a:r>
              <a:rPr sz="1100" dirty="0">
                <a:latin typeface="Book Antiqua"/>
                <a:cs typeface="Book Antiqua"/>
              </a:rPr>
              <a:t>Read</a:t>
            </a:r>
            <a:r>
              <a:rPr sz="1100" spc="45" dirty="0">
                <a:latin typeface="Book Antiqua"/>
                <a:cs typeface="Book Antiqua"/>
              </a:rPr>
              <a:t> </a:t>
            </a:r>
            <a:r>
              <a:rPr sz="1100" dirty="0">
                <a:latin typeface="Book Antiqua"/>
                <a:cs typeface="Book Antiqua"/>
              </a:rPr>
              <a:t>Chapter</a:t>
            </a:r>
            <a:r>
              <a:rPr sz="1100" spc="45" dirty="0">
                <a:latin typeface="Book Antiqua"/>
                <a:cs typeface="Book Antiqua"/>
              </a:rPr>
              <a:t> </a:t>
            </a:r>
            <a:r>
              <a:rPr sz="1100" dirty="0">
                <a:latin typeface="Book Antiqua"/>
                <a:cs typeface="Book Antiqua"/>
              </a:rPr>
              <a:t>1,</a:t>
            </a:r>
            <a:r>
              <a:rPr sz="1100" spc="50" dirty="0">
                <a:latin typeface="Book Antiqua"/>
                <a:cs typeface="Book Antiqua"/>
              </a:rPr>
              <a:t> </a:t>
            </a:r>
            <a:r>
              <a:rPr sz="1100" dirty="0">
                <a:latin typeface="Book Antiqua"/>
                <a:cs typeface="Book Antiqua"/>
              </a:rPr>
              <a:t>1.2</a:t>
            </a:r>
          </a:p>
        </p:txBody>
      </p:sp>
      <p:sp>
        <p:nvSpPr>
          <p:cNvPr id="9" name="object 9"/>
          <p:cNvSpPr txBox="1"/>
          <p:nvPr/>
        </p:nvSpPr>
        <p:spPr>
          <a:xfrm>
            <a:off x="2060143" y="3353670"/>
            <a:ext cx="1869439" cy="101600"/>
          </a:xfrm>
          <a:prstGeom prst="rect">
            <a:avLst/>
          </a:prstGeom>
        </p:spPr>
        <p:txBody>
          <a:bodyPr vert="horz" wrap="square" lIns="0" tIns="0" rIns="0" bIns="0" rtlCol="0">
            <a:spAutoFit/>
          </a:bodyPr>
          <a:lstStyle/>
          <a:p>
            <a:pPr marL="12700">
              <a:lnSpc>
                <a:spcPts val="670"/>
              </a:lnSpc>
            </a:pPr>
            <a:r>
              <a:rPr sz="600" b="0" dirty="0">
                <a:solidFill>
                  <a:srgbClr val="FFFFFF"/>
                </a:solidFill>
                <a:latin typeface="Bookman Old Style"/>
                <a:cs typeface="Bookman Old Style"/>
                <a:hlinkClick r:id="rId2" action="ppaction://hlinksldjump"/>
              </a:rPr>
              <a:t>CS</a:t>
            </a:r>
            <a:r>
              <a:rPr sz="600" b="0" spc="190" dirty="0">
                <a:solidFill>
                  <a:srgbClr val="FFFFFF"/>
                </a:solidFill>
                <a:latin typeface="Bookman Old Style"/>
                <a:cs typeface="Bookman Old Style"/>
                <a:hlinkClick r:id="rId2" action="ppaction://hlinksldjump"/>
              </a:rPr>
              <a:t> </a:t>
            </a:r>
            <a:r>
              <a:rPr sz="600" b="0" dirty="0">
                <a:solidFill>
                  <a:srgbClr val="FFFFFF"/>
                </a:solidFill>
                <a:latin typeface="Bookman Old Style"/>
                <a:cs typeface="Bookman Old Style"/>
                <a:hlinkClick r:id="rId2" action="ppaction://hlinksldjump"/>
              </a:rPr>
              <a:t>355/555</a:t>
            </a:r>
            <a:r>
              <a:rPr sz="600" b="0" spc="190" dirty="0">
                <a:solidFill>
                  <a:srgbClr val="FFFFFF"/>
                </a:solidFill>
                <a:latin typeface="Bookman Old Style"/>
                <a:cs typeface="Bookman Old Style"/>
                <a:hlinkClick r:id="rId2" action="ppaction://hlinksldjump"/>
              </a:rPr>
              <a:t> </a:t>
            </a:r>
            <a:r>
              <a:rPr sz="600" b="0" dirty="0">
                <a:solidFill>
                  <a:srgbClr val="FFFFFF"/>
                </a:solidFill>
                <a:latin typeface="Bookman Old Style"/>
                <a:cs typeface="Bookman Old Style"/>
                <a:hlinkClick r:id="rId2" action="ppaction://hlinksldjump"/>
              </a:rPr>
              <a:t>Probability</a:t>
            </a:r>
            <a:r>
              <a:rPr sz="600" b="0" spc="190" dirty="0">
                <a:solidFill>
                  <a:srgbClr val="FFFFFF"/>
                </a:solidFill>
                <a:latin typeface="Bookman Old Style"/>
                <a:cs typeface="Bookman Old Style"/>
                <a:hlinkClick r:id="rId2" action="ppaction://hlinksldjump"/>
              </a:rPr>
              <a:t> </a:t>
            </a:r>
            <a:r>
              <a:rPr sz="600" b="0" dirty="0">
                <a:solidFill>
                  <a:srgbClr val="FFFFFF"/>
                </a:solidFill>
                <a:latin typeface="Bookman Old Style"/>
                <a:cs typeface="Bookman Old Style"/>
                <a:hlinkClick r:id="rId2" action="ppaction://hlinksldjump"/>
              </a:rPr>
              <a:t>and</a:t>
            </a:r>
            <a:r>
              <a:rPr sz="600" b="0" spc="195" dirty="0">
                <a:solidFill>
                  <a:srgbClr val="FFFFFF"/>
                </a:solidFill>
                <a:latin typeface="Bookman Old Style"/>
                <a:cs typeface="Bookman Old Style"/>
                <a:hlinkClick r:id="rId2" action="ppaction://hlinksldjump"/>
              </a:rPr>
              <a:t> </a:t>
            </a:r>
            <a:r>
              <a:rPr sz="600" b="0" dirty="0">
                <a:solidFill>
                  <a:srgbClr val="FFFFFF"/>
                </a:solidFill>
                <a:latin typeface="Bookman Old Style"/>
                <a:cs typeface="Bookman Old Style"/>
                <a:hlinkClick r:id="rId2" action="ppaction://hlinksldjump"/>
              </a:rPr>
              <a:t>Statistics</a:t>
            </a:r>
            <a:r>
              <a:rPr sz="600" b="0" spc="190" dirty="0">
                <a:solidFill>
                  <a:srgbClr val="FFFFFF"/>
                </a:solidFill>
                <a:latin typeface="Bookman Old Style"/>
                <a:cs typeface="Bookman Old Style"/>
                <a:hlinkClick r:id="rId2" action="ppaction://hlinksldjump"/>
              </a:rPr>
              <a:t> </a:t>
            </a:r>
            <a:r>
              <a:rPr sz="600" b="0" dirty="0">
                <a:solidFill>
                  <a:srgbClr val="FFFFFF"/>
                </a:solidFill>
                <a:latin typeface="Bookman Old Style"/>
                <a:cs typeface="Bookman Old Style"/>
                <a:hlinkClick r:id="rId2" action="ppaction://hlinksldjump"/>
              </a:rPr>
              <a:t>for</a:t>
            </a:r>
            <a:r>
              <a:rPr sz="600" b="0" spc="190" dirty="0">
                <a:solidFill>
                  <a:srgbClr val="FFFFFF"/>
                </a:solidFill>
                <a:latin typeface="Bookman Old Style"/>
                <a:cs typeface="Bookman Old Style"/>
                <a:hlinkClick r:id="rId2" action="ppaction://hlinksldjump"/>
              </a:rPr>
              <a:t> </a:t>
            </a:r>
            <a:r>
              <a:rPr sz="600" b="0" spc="-25" dirty="0">
                <a:solidFill>
                  <a:srgbClr val="FFFFFF"/>
                </a:solidFill>
                <a:latin typeface="Bookman Old Style"/>
                <a:cs typeface="Bookman Old Style"/>
                <a:hlinkClick r:id="rId2" action="ppaction://hlinksldjump"/>
              </a:rPr>
              <a:t>CS</a:t>
            </a:r>
            <a:endParaRPr sz="600">
              <a:latin typeface="Bookman Old Style"/>
              <a:cs typeface="Bookman Old Style"/>
            </a:endParaRP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E1541AA9D2DF54EAD9E3EC334D2D1DF" ma:contentTypeVersion="389" ma:contentTypeDescription="Create a new document." ma:contentTypeScope="" ma:versionID="ee9d5b04bdbfe709e97b1d67d5c11c54">
  <xsd:schema xmlns:xsd="http://www.w3.org/2001/XMLSchema" xmlns:xs="http://www.w3.org/2001/XMLSchema" xmlns:p="http://schemas.microsoft.com/office/2006/metadata/properties" xmlns:ns1="http://schemas.microsoft.com/sharepoint/v3" xmlns:ns2="c01506f5-305e-4c16-814a-34df78f45099" xmlns:ns3="89fcee1f-ef3f-45b6-92f6-d5fcc1f0d356" xmlns:ns4="62eb5de7-a296-4932-8c46-6bd9a6968804" targetNamespace="http://schemas.microsoft.com/office/2006/metadata/properties" ma:root="true" ma:fieldsID="f257ade738029761462c5025b24c41f5" ns1:_="" ns2:_="" ns3:_="" ns4:_="">
    <xsd:import namespace="http://schemas.microsoft.com/sharepoint/v3"/>
    <xsd:import namespace="c01506f5-305e-4c16-814a-34df78f45099"/>
    <xsd:import namespace="89fcee1f-ef3f-45b6-92f6-d5fcc1f0d356"/>
    <xsd:import namespace="62eb5de7-a296-4932-8c46-6bd9a6968804"/>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1:_ip_UnifiedCompliancePolicyProperties" minOccurs="0"/>
                <xsd:element ref="ns1:_ip_UnifiedCompliancePolicyUIAction" minOccurs="0"/>
                <xsd:element ref="ns3:MediaServiceDateTaken" minOccurs="0"/>
                <xsd:element ref="ns3:MediaServiceAutoTags" minOccurs="0"/>
                <xsd:element ref="ns3:MediaServiceOCR" minOccurs="0"/>
                <xsd:element ref="ns3:MediaServiceLocation" minOccurs="0"/>
                <xsd:element ref="ns4:SharedWithUsers" minOccurs="0"/>
                <xsd:element ref="ns4:SharedWithDetails"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3" nillable="true" ma:displayName="Unified Compliance Policy Properties" ma:hidden="true" ma:internalName="_ip_UnifiedCompliancePolicyProperties">
      <xsd:simpleType>
        <xsd:restriction base="dms:Note"/>
      </xsd:simpleType>
    </xsd:element>
    <xsd:element name="_ip_UnifiedCompliancePolicyUIAction" ma:index="1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01506f5-305e-4c16-814a-34df78f45099"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28" nillable="true" ma:displayName="Taxonomy Catch All Column" ma:hidden="true" ma:list="{bfc68881-a71c-43b4-810a-1656967a577f}" ma:internalName="TaxCatchAll" ma:showField="CatchAllData" ma:web="c01506f5-305e-4c16-814a-34df78f4509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9fcee1f-ef3f-45b6-92f6-d5fcc1f0d35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AutoKeyPoints" ma:index="23" nillable="true" ma:displayName="MediaServiceAutoKeyPoints" ma:hidden="true" ma:internalName="MediaServiceAutoKeyPoints" ma:readOnly="true">
      <xsd:simpleType>
        <xsd:restriction base="dms:Note"/>
      </xsd:simpleType>
    </xsd:element>
    <xsd:element name="MediaServiceKeyPoints" ma:index="24" nillable="true" ma:displayName="KeyPoints" ma:internalName="MediaServiceKeyPoints" ma:readOnly="true">
      <xsd:simpleType>
        <xsd:restriction base="dms:Note">
          <xsd:maxLength value="255"/>
        </xsd:restriction>
      </xsd:simpleType>
    </xsd:element>
    <xsd:element name="MediaLengthInSeconds" ma:index="25" nillable="true" ma:displayName="MediaLengthInSeconds" ma:hidden="true" ma:internalName="MediaLengthInSeconds" ma:readOnly="true">
      <xsd:simpleType>
        <xsd:restriction base="dms:Unknown"/>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ecb661bd-580e-4f87-9e86-f3e9db1d3ba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9"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eb5de7-a296-4932-8c46-6bd9a6968804"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c01506f5-305e-4c16-814a-34df78f45099" xsi:nil="true"/>
    <lcf76f155ced4ddcb4097134ff3c332f xmlns="89fcee1f-ef3f-45b6-92f6-d5fcc1f0d356">
      <Terms xmlns="http://schemas.microsoft.com/office/infopath/2007/PartnerControls"/>
    </lcf76f155ced4ddcb4097134ff3c332f>
    <_ip_UnifiedCompliancePolicyProperties xmlns="http://schemas.microsoft.com/sharepoint/v3" xsi:nil="true"/>
    <_dlc_DocId xmlns="c01506f5-305e-4c16-814a-34df78f45099">M2AVRSERJEAQ-585345103-43120</_dlc_DocId>
    <_dlc_DocIdUrl xmlns="c01506f5-305e-4c16-814a-34df78f45099">
      <Url>https://uab365.sharepoint.com/sites/provost/cas/departments/cis/_layouts/15/DocIdRedir.aspx?ID=M2AVRSERJEAQ-585345103-43120</Url>
      <Description>M2AVRSERJEAQ-585345103-43120</Description>
    </_dlc_DocIdUrl>
  </documentManagement>
</p:properties>
</file>

<file path=customXml/itemProps1.xml><?xml version="1.0" encoding="utf-8"?>
<ds:datastoreItem xmlns:ds="http://schemas.openxmlformats.org/officeDocument/2006/customXml" ds:itemID="{7A30A594-86D0-4A6B-83B8-155937C1FB00}">
  <ds:schemaRefs>
    <ds:schemaRef ds:uri="http://schemas.microsoft.com/sharepoint/v3/contenttype/forms"/>
  </ds:schemaRefs>
</ds:datastoreItem>
</file>

<file path=customXml/itemProps2.xml><?xml version="1.0" encoding="utf-8"?>
<ds:datastoreItem xmlns:ds="http://schemas.openxmlformats.org/officeDocument/2006/customXml" ds:itemID="{14AD97C2-F9D0-4A60-A945-011780BFCE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01506f5-305e-4c16-814a-34df78f45099"/>
    <ds:schemaRef ds:uri="89fcee1f-ef3f-45b6-92f6-d5fcc1f0d356"/>
    <ds:schemaRef ds:uri="62eb5de7-a296-4932-8c46-6bd9a69688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CEB6434-8228-4ECB-9FA5-8064B08F3083}">
  <ds:schemaRefs>
    <ds:schemaRef ds:uri="http://schemas.microsoft.com/sharepoint/events"/>
  </ds:schemaRefs>
</ds:datastoreItem>
</file>

<file path=customXml/itemProps4.xml><?xml version="1.0" encoding="utf-8"?>
<ds:datastoreItem xmlns:ds="http://schemas.openxmlformats.org/officeDocument/2006/customXml" ds:itemID="{71B5AE88-F79C-46F9-B2E7-AE05F5CDF80C}">
  <ds:schemaRefs>
    <ds:schemaRef ds:uri="http://schemas.microsoft.com/office/2006/metadata/properties"/>
    <ds:schemaRef ds:uri="http://schemas.microsoft.com/office/infopath/2007/PartnerControls"/>
    <ds:schemaRef ds:uri="http://schemas.microsoft.com/sharepoint/v3"/>
    <ds:schemaRef ds:uri="c01506f5-305e-4c16-814a-34df78f45099"/>
    <ds:schemaRef ds:uri="89fcee1f-ef3f-45b6-92f6-d5fcc1f0d356"/>
  </ds:schemaRefs>
</ds:datastoreItem>
</file>

<file path=docProps/app.xml><?xml version="1.0" encoding="utf-8"?>
<Properties xmlns="http://schemas.openxmlformats.org/officeDocument/2006/extended-properties" xmlns:vt="http://schemas.openxmlformats.org/officeDocument/2006/docPropsVTypes">
  <Template/>
  <TotalTime>790</TotalTime>
  <Words>317</Words>
  <Application>Microsoft Office PowerPoint</Application>
  <PresentationFormat>Custom</PresentationFormat>
  <Paragraphs>29</Paragraphs>
  <Slides>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vt:i4>
      </vt:variant>
    </vt:vector>
  </HeadingPairs>
  <TitlesOfParts>
    <vt:vector size="15" baseType="lpstr">
      <vt:lpstr>Book Antiqua</vt:lpstr>
      <vt:lpstr>Bookman Old Style</vt:lpstr>
      <vt:lpstr>Calibri</vt:lpstr>
      <vt:lpstr>Century</vt:lpstr>
      <vt:lpstr>Georgia</vt:lpstr>
      <vt:lpstr>Lucida Sans Unicode</vt:lpstr>
      <vt:lpstr>Palatino Linotype</vt:lpstr>
      <vt:lpstr>Segoe UI</vt:lpstr>
      <vt:lpstr>Times New Roman</vt:lpstr>
      <vt:lpstr>Office Theme</vt:lpstr>
      <vt:lpstr>PowerPoint Presentation</vt:lpstr>
      <vt:lpstr>PowerPoint Presentation</vt:lpstr>
      <vt:lpstr>PowerPoint Presentation</vt:lpstr>
      <vt:lpstr>In Class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355/555  Probability and Statistics for CS</dc:title>
  <dc:creator>Ivan H. Mann III</dc:creator>
  <cp:lastModifiedBy>Geng, Baocheng</cp:lastModifiedBy>
  <cp:revision>65</cp:revision>
  <dcterms:created xsi:type="dcterms:W3CDTF">2023-01-09T20:39:05Z</dcterms:created>
  <dcterms:modified xsi:type="dcterms:W3CDTF">2025-01-17T22:02:29Z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2022-12-02T00:00:00Z</vt:filetime>
  </property>
  <property fmtid="{D5CDD505-2E9C-101B-9397-08002B2CF9AE}" pid="3" name="Creator">
    <vt:lpwstr>LaTeX with Beamer class</vt:lpwstr>
  </property>
  <property fmtid="{D5CDD505-2E9C-101B-9397-08002B2CF9AE}" pid="4" name="LastSaved">
    <vt:filetime>2023-01-09T00:00:00Z</vt:filetime>
  </property>
  <property fmtid="{D5CDD505-2E9C-101B-9397-08002B2CF9AE}" pid="5" name="PTEX.Fullbanner">
    <vt:lpwstr>This is pdfTeX, Version 3.141592653-2.6-1.40.22 (TeX Live 2022/dev/Debian) kpathsea version 6.3.4/dev</vt:lpwstr>
  </property>
  <property fmtid="{D5CDD505-2E9C-101B-9397-08002B2CF9AE}" pid="6" name="Producer">
    <vt:lpwstr>pdfTeX-1.40.22</vt:lpwstr>
  </property>
  <property fmtid="{D5CDD505-2E9C-101B-9397-08002B2CF9AE}" pid="7" name="ContentTypeId">
    <vt:lpwstr>0x0101005E1541AA9D2DF54EAD9E3EC334D2D1DF</vt:lpwstr>
  </property>
  <property fmtid="{D5CDD505-2E9C-101B-9397-08002B2CF9AE}" pid="8" name="_dlc_DocIdItemGuid">
    <vt:lpwstr>2560ea42-3b06-437e-8e9d-6fc4d2b70036</vt:lpwstr>
  </property>
  <property fmtid="{D5CDD505-2E9C-101B-9397-08002B2CF9AE}" pid="9" name="MSIP_Label_ae7542bc-63e5-412b-b0a0-d9586028a7d0_Enabled">
    <vt:lpwstr>true</vt:lpwstr>
  </property>
  <property fmtid="{D5CDD505-2E9C-101B-9397-08002B2CF9AE}" pid="10" name="MSIP_Label_ae7542bc-63e5-412b-b0a0-d9586028a7d0_SetDate">
    <vt:lpwstr>2025-01-17T13:07:35Z</vt:lpwstr>
  </property>
  <property fmtid="{D5CDD505-2E9C-101B-9397-08002B2CF9AE}" pid="11" name="MSIP_Label_ae7542bc-63e5-412b-b0a0-d9586028a7d0_Method">
    <vt:lpwstr>Standard</vt:lpwstr>
  </property>
  <property fmtid="{D5CDD505-2E9C-101B-9397-08002B2CF9AE}" pid="12" name="MSIP_Label_ae7542bc-63e5-412b-b0a0-d9586028a7d0_Name">
    <vt:lpwstr>Sensitive</vt:lpwstr>
  </property>
  <property fmtid="{D5CDD505-2E9C-101B-9397-08002B2CF9AE}" pid="13" name="MSIP_Label_ae7542bc-63e5-412b-b0a0-d9586028a7d0_SiteId">
    <vt:lpwstr>d8999fe4-76af-40b3-b435-1d8977abc08c</vt:lpwstr>
  </property>
  <property fmtid="{D5CDD505-2E9C-101B-9397-08002B2CF9AE}" pid="14" name="MSIP_Label_ae7542bc-63e5-412b-b0a0-d9586028a7d0_ActionId">
    <vt:lpwstr>47141760-cbed-4563-ab08-7cb33b4c2799</vt:lpwstr>
  </property>
  <property fmtid="{D5CDD505-2E9C-101B-9397-08002B2CF9AE}" pid="15" name="MSIP_Label_ae7542bc-63e5-412b-b0a0-d9586028a7d0_ContentBits">
    <vt:lpwstr>0</vt:lpwstr>
  </property>
</Properties>
</file>